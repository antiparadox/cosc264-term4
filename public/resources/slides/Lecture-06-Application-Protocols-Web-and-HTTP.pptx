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8" r:id="rId1"/>
  </p:sldMasterIdLst>
  <p:notesMasterIdLst>
    <p:notesMasterId r:id="rId40"/>
  </p:notesMasterIdLst>
  <p:handoutMasterIdLst>
    <p:handoutMasterId r:id="rId41"/>
  </p:handoutMasterIdLst>
  <p:sldIdLst>
    <p:sldId id="525" r:id="rId2"/>
    <p:sldId id="632" r:id="rId3"/>
    <p:sldId id="344" r:id="rId4"/>
    <p:sldId id="633" r:id="rId5"/>
    <p:sldId id="332" r:id="rId6"/>
    <p:sldId id="650" r:id="rId7"/>
    <p:sldId id="636" r:id="rId8"/>
    <p:sldId id="323" r:id="rId9"/>
    <p:sldId id="644" r:id="rId10"/>
    <p:sldId id="645" r:id="rId11"/>
    <p:sldId id="646" r:id="rId12"/>
    <p:sldId id="647" r:id="rId13"/>
    <p:sldId id="635" r:id="rId14"/>
    <p:sldId id="257" r:id="rId15"/>
    <p:sldId id="334" r:id="rId16"/>
    <p:sldId id="281" r:id="rId17"/>
    <p:sldId id="335" r:id="rId18"/>
    <p:sldId id="336" r:id="rId19"/>
    <p:sldId id="282" r:id="rId20"/>
    <p:sldId id="283" r:id="rId21"/>
    <p:sldId id="648" r:id="rId22"/>
    <p:sldId id="314" r:id="rId23"/>
    <p:sldId id="315" r:id="rId24"/>
    <p:sldId id="316" r:id="rId25"/>
    <p:sldId id="321" r:id="rId26"/>
    <p:sldId id="322" r:id="rId27"/>
    <p:sldId id="348" r:id="rId28"/>
    <p:sldId id="640" r:id="rId29"/>
    <p:sldId id="327" r:id="rId30"/>
    <p:sldId id="325" r:id="rId31"/>
    <p:sldId id="360" r:id="rId32"/>
    <p:sldId id="330" r:id="rId33"/>
    <p:sldId id="361" r:id="rId34"/>
    <p:sldId id="641" r:id="rId35"/>
    <p:sldId id="364" r:id="rId36"/>
    <p:sldId id="337" r:id="rId37"/>
    <p:sldId id="457" r:id="rId38"/>
    <p:sldId id="524" r:id="rId39"/>
  </p:sldIdLst>
  <p:sldSz cx="9144000" cy="6858000" type="screen4x3"/>
  <p:notesSz cx="10234613" cy="70993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3333CC"/>
    <a:srgbClr val="FF3399"/>
    <a:srgbClr val="008080"/>
    <a:srgbClr val="99CCFF"/>
    <a:srgbClr val="FF0066"/>
    <a:srgbClr val="800000"/>
    <a:srgbClr val="CC0000"/>
    <a:srgbClr val="FF00FF"/>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581" autoAdjust="0"/>
    <p:restoredTop sz="54167" autoAdjust="0"/>
  </p:normalViewPr>
  <p:slideViewPr>
    <p:cSldViewPr>
      <p:cViewPr varScale="1">
        <p:scale>
          <a:sx n="44" d="100"/>
          <a:sy n="44" d="100"/>
        </p:scale>
        <p:origin x="4072" y="184"/>
      </p:cViewPr>
      <p:guideLst>
        <p:guide orient="horz" pos="2160"/>
        <p:guide pos="2880"/>
      </p:guideLst>
    </p:cSldViewPr>
  </p:slideViewPr>
  <p:outlineViewPr>
    <p:cViewPr>
      <p:scale>
        <a:sx n="20" d="100"/>
        <a:sy n="20" d="100"/>
      </p:scale>
      <p:origin x="0" y="23328"/>
    </p:cViewPr>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ngmeng Ge" userId="bb5bc401-97cb-4caf-9857-8ff441375414" providerId="ADAL" clId="{4929B8AD-6F47-4AC9-AD6C-6918C760D4C3}"/>
    <pc:docChg chg="custSel modSld">
      <pc:chgData name="Mengmeng Ge" userId="bb5bc401-97cb-4caf-9857-8ff441375414" providerId="ADAL" clId="{4929B8AD-6F47-4AC9-AD6C-6918C760D4C3}" dt="2024-05-13T21:42:02.534" v="54" actId="1076"/>
      <pc:docMkLst>
        <pc:docMk/>
      </pc:docMkLst>
      <pc:sldChg chg="modSp mod">
        <pc:chgData name="Mengmeng Ge" userId="bb5bc401-97cb-4caf-9857-8ff441375414" providerId="ADAL" clId="{4929B8AD-6F47-4AC9-AD6C-6918C760D4C3}" dt="2024-05-13T21:39:56.801" v="28" actId="13926"/>
        <pc:sldMkLst>
          <pc:docMk/>
          <pc:sldMk cId="3189658752" sldId="314"/>
        </pc:sldMkLst>
        <pc:spChg chg="mod">
          <ac:chgData name="Mengmeng Ge" userId="bb5bc401-97cb-4caf-9857-8ff441375414" providerId="ADAL" clId="{4929B8AD-6F47-4AC9-AD6C-6918C760D4C3}" dt="2024-05-13T21:39:56.801" v="28" actId="13926"/>
          <ac:spMkLst>
            <pc:docMk/>
            <pc:sldMk cId="3189658752" sldId="314"/>
            <ac:spMk id="2" creationId="{C5EB08E0-5464-6288-E9F3-3A6B602A6BCF}"/>
          </ac:spMkLst>
        </pc:spChg>
      </pc:sldChg>
      <pc:sldChg chg="addSp modSp mod">
        <pc:chgData name="Mengmeng Ge" userId="bb5bc401-97cb-4caf-9857-8ff441375414" providerId="ADAL" clId="{4929B8AD-6F47-4AC9-AD6C-6918C760D4C3}" dt="2024-05-13T21:38:01.704" v="15" actId="20577"/>
        <pc:sldMkLst>
          <pc:docMk/>
          <pc:sldMk cId="4008323126" sldId="332"/>
        </pc:sldMkLst>
        <pc:spChg chg="add mod">
          <ac:chgData name="Mengmeng Ge" userId="bb5bc401-97cb-4caf-9857-8ff441375414" providerId="ADAL" clId="{4929B8AD-6F47-4AC9-AD6C-6918C760D4C3}" dt="2024-05-13T21:38:01.704" v="15" actId="20577"/>
          <ac:spMkLst>
            <pc:docMk/>
            <pc:sldMk cId="4008323126" sldId="332"/>
            <ac:spMk id="4" creationId="{88619BAF-4EAA-E4C8-3C53-60C90F3521FC}"/>
          </ac:spMkLst>
        </pc:spChg>
        <pc:picChg chg="mod">
          <ac:chgData name="Mengmeng Ge" userId="bb5bc401-97cb-4caf-9857-8ff441375414" providerId="ADAL" clId="{4929B8AD-6F47-4AC9-AD6C-6918C760D4C3}" dt="2024-05-13T21:37:35.320" v="1" actId="1036"/>
          <ac:picMkLst>
            <pc:docMk/>
            <pc:sldMk cId="4008323126" sldId="332"/>
            <ac:picMk id="6" creationId="{D65D9F93-B015-E0C0-218E-110A9086653D}"/>
          </ac:picMkLst>
        </pc:picChg>
      </pc:sldChg>
      <pc:sldChg chg="addSp modSp mod">
        <pc:chgData name="Mengmeng Ge" userId="bb5bc401-97cb-4caf-9857-8ff441375414" providerId="ADAL" clId="{4929B8AD-6F47-4AC9-AD6C-6918C760D4C3}" dt="2024-05-13T21:39:39.224" v="27" actId="20577"/>
        <pc:sldMkLst>
          <pc:docMk/>
          <pc:sldMk cId="295135217" sldId="336"/>
        </pc:sldMkLst>
        <pc:spChg chg="add mod">
          <ac:chgData name="Mengmeng Ge" userId="bb5bc401-97cb-4caf-9857-8ff441375414" providerId="ADAL" clId="{4929B8AD-6F47-4AC9-AD6C-6918C760D4C3}" dt="2024-05-13T21:39:39.224" v="27" actId="20577"/>
          <ac:spMkLst>
            <pc:docMk/>
            <pc:sldMk cId="295135217" sldId="336"/>
            <ac:spMk id="2" creationId="{60FBA29A-4E72-ADD4-F784-93CA72F811F8}"/>
          </ac:spMkLst>
        </pc:spChg>
      </pc:sldChg>
      <pc:sldChg chg="addSp delSp modSp mod">
        <pc:chgData name="Mengmeng Ge" userId="bb5bc401-97cb-4caf-9857-8ff441375414" providerId="ADAL" clId="{4929B8AD-6F47-4AC9-AD6C-6918C760D4C3}" dt="2024-05-13T21:41:08.137" v="41" actId="20577"/>
        <pc:sldMkLst>
          <pc:docMk/>
          <pc:sldMk cId="1153242741" sldId="364"/>
        </pc:sldMkLst>
        <pc:spChg chg="del">
          <ac:chgData name="Mengmeng Ge" userId="bb5bc401-97cb-4caf-9857-8ff441375414" providerId="ADAL" clId="{4929B8AD-6F47-4AC9-AD6C-6918C760D4C3}" dt="2024-05-13T21:40:56.935" v="33" actId="478"/>
          <ac:spMkLst>
            <pc:docMk/>
            <pc:sldMk cId="1153242741" sldId="364"/>
            <ac:spMk id="2" creationId="{00000000-0000-0000-0000-000000000000}"/>
          </ac:spMkLst>
        </pc:spChg>
        <pc:spChg chg="add mod">
          <ac:chgData name="Mengmeng Ge" userId="bb5bc401-97cb-4caf-9857-8ff441375414" providerId="ADAL" clId="{4929B8AD-6F47-4AC9-AD6C-6918C760D4C3}" dt="2024-05-13T21:41:08.137" v="41" actId="20577"/>
          <ac:spMkLst>
            <pc:docMk/>
            <pc:sldMk cId="1153242741" sldId="364"/>
            <ac:spMk id="3" creationId="{9C4699E8-C5F8-015F-52EE-7230EC7145F8}"/>
          </ac:spMkLst>
        </pc:spChg>
      </pc:sldChg>
      <pc:sldChg chg="addSp modSp mod">
        <pc:chgData name="Mengmeng Ge" userId="bb5bc401-97cb-4caf-9857-8ff441375414" providerId="ADAL" clId="{4929B8AD-6F47-4AC9-AD6C-6918C760D4C3}" dt="2024-05-13T21:38:38.388" v="20" actId="1076"/>
        <pc:sldMkLst>
          <pc:docMk/>
          <pc:sldMk cId="4281192146" sldId="636"/>
        </pc:sldMkLst>
        <pc:spChg chg="add mod">
          <ac:chgData name="Mengmeng Ge" userId="bb5bc401-97cb-4caf-9857-8ff441375414" providerId="ADAL" clId="{4929B8AD-6F47-4AC9-AD6C-6918C760D4C3}" dt="2024-05-13T21:38:38.388" v="20" actId="1076"/>
          <ac:spMkLst>
            <pc:docMk/>
            <pc:sldMk cId="4281192146" sldId="636"/>
            <ac:spMk id="2" creationId="{F380B13B-5C39-9022-19C8-F60538D5D378}"/>
          </ac:spMkLst>
        </pc:spChg>
      </pc:sldChg>
      <pc:sldChg chg="modSp mod">
        <pc:chgData name="Mengmeng Ge" userId="bb5bc401-97cb-4caf-9857-8ff441375414" providerId="ADAL" clId="{4929B8AD-6F47-4AC9-AD6C-6918C760D4C3}" dt="2024-05-13T21:40:11.249" v="29" actId="13926"/>
        <pc:sldMkLst>
          <pc:docMk/>
          <pc:sldMk cId="2008337785" sldId="637"/>
        </pc:sldMkLst>
        <pc:spChg chg="mod">
          <ac:chgData name="Mengmeng Ge" userId="bb5bc401-97cb-4caf-9857-8ff441375414" providerId="ADAL" clId="{4929B8AD-6F47-4AC9-AD6C-6918C760D4C3}" dt="2024-05-13T21:40:11.249" v="29" actId="13926"/>
          <ac:spMkLst>
            <pc:docMk/>
            <pc:sldMk cId="2008337785" sldId="637"/>
            <ac:spMk id="7" creationId="{D7794178-7B7F-2E32-E7D8-477C4F8EB24E}"/>
          </ac:spMkLst>
        </pc:spChg>
      </pc:sldChg>
      <pc:sldChg chg="modSp mod">
        <pc:chgData name="Mengmeng Ge" userId="bb5bc401-97cb-4caf-9857-8ff441375414" providerId="ADAL" clId="{4929B8AD-6F47-4AC9-AD6C-6918C760D4C3}" dt="2024-05-13T21:40:34.784" v="32" actId="20577"/>
        <pc:sldMkLst>
          <pc:docMk/>
          <pc:sldMk cId="635283634" sldId="639"/>
        </pc:sldMkLst>
        <pc:spChg chg="mod">
          <ac:chgData name="Mengmeng Ge" userId="bb5bc401-97cb-4caf-9857-8ff441375414" providerId="ADAL" clId="{4929B8AD-6F47-4AC9-AD6C-6918C760D4C3}" dt="2024-05-13T21:40:34.784" v="32" actId="20577"/>
          <ac:spMkLst>
            <pc:docMk/>
            <pc:sldMk cId="635283634" sldId="639"/>
            <ac:spMk id="7" creationId="{D7794178-7B7F-2E32-E7D8-477C4F8EB24E}"/>
          </ac:spMkLst>
        </pc:spChg>
      </pc:sldChg>
      <pc:sldChg chg="addSp modSp mod">
        <pc:chgData name="Mengmeng Ge" userId="bb5bc401-97cb-4caf-9857-8ff441375414" providerId="ADAL" clId="{4929B8AD-6F47-4AC9-AD6C-6918C760D4C3}" dt="2024-05-13T21:42:02.534" v="54" actId="1076"/>
        <pc:sldMkLst>
          <pc:docMk/>
          <pc:sldMk cId="455648928" sldId="642"/>
        </pc:sldMkLst>
        <pc:spChg chg="add mod">
          <ac:chgData name="Mengmeng Ge" userId="bb5bc401-97cb-4caf-9857-8ff441375414" providerId="ADAL" clId="{4929B8AD-6F47-4AC9-AD6C-6918C760D4C3}" dt="2024-05-13T21:42:02.534" v="54" actId="1076"/>
          <ac:spMkLst>
            <pc:docMk/>
            <pc:sldMk cId="455648928" sldId="642"/>
            <ac:spMk id="3" creationId="{5D2B36B3-B21F-68CA-CBDA-F2B85E5E960E}"/>
          </ac:spMkLst>
        </pc:spChg>
      </pc:sldChg>
    </pc:docChg>
  </pc:docChgLst>
  <pc:docChgLst>
    <pc:chgData name="Mengmeng Ge" userId="bb5bc401-97cb-4caf-9857-8ff441375414" providerId="ADAL" clId="{05980A00-308E-4B0D-A5C7-1EA404E64CB2}"/>
    <pc:docChg chg="modSld">
      <pc:chgData name="Mengmeng Ge" userId="bb5bc401-97cb-4caf-9857-8ff441375414" providerId="ADAL" clId="{05980A00-308E-4B0D-A5C7-1EA404E64CB2}" dt="2024-09-17T23:17:35.285" v="25" actId="20577"/>
      <pc:docMkLst>
        <pc:docMk/>
      </pc:docMkLst>
      <pc:sldChg chg="modSp mod">
        <pc:chgData name="Mengmeng Ge" userId="bb5bc401-97cb-4caf-9857-8ff441375414" providerId="ADAL" clId="{05980A00-308E-4B0D-A5C7-1EA404E64CB2}" dt="2024-09-17T23:17:35.285" v="25" actId="20577"/>
        <pc:sldMkLst>
          <pc:docMk/>
          <pc:sldMk cId="0" sldId="525"/>
        </pc:sldMkLst>
        <pc:spChg chg="mod">
          <ac:chgData name="Mengmeng Ge" userId="bb5bc401-97cb-4caf-9857-8ff441375414" providerId="ADAL" clId="{05980A00-308E-4B0D-A5C7-1EA404E64CB2}" dt="2024-09-17T23:17:35.285" v="25" actId="20577"/>
          <ac:spMkLst>
            <pc:docMk/>
            <pc:sldMk cId="0" sldId="525"/>
            <ac:spMk id="5" creationId="{00000000-0000-0000-0000-000000000000}"/>
          </ac:spMkLst>
        </pc:spChg>
      </pc:sldChg>
    </pc:docChg>
  </pc:docChgLst>
  <pc:docChgLst>
    <pc:chgData name="Mengmeng Ge" userId="bb5bc401-97cb-4caf-9857-8ff441375414" providerId="ADAL" clId="{6773D46D-9892-40C1-A06F-3900816903AE}"/>
    <pc:docChg chg="undo custSel addSld modSld">
      <pc:chgData name="Mengmeng Ge" userId="bb5bc401-97cb-4caf-9857-8ff441375414" providerId="ADAL" clId="{6773D46D-9892-40C1-A06F-3900816903AE}" dt="2024-09-24T09:25:48.254" v="477"/>
      <pc:docMkLst>
        <pc:docMk/>
      </pc:docMkLst>
      <pc:sldChg chg="addSp modSp mod modNotesTx">
        <pc:chgData name="Mengmeng Ge" userId="bb5bc401-97cb-4caf-9857-8ff441375414" providerId="ADAL" clId="{6773D46D-9892-40C1-A06F-3900816903AE}" dt="2024-09-24T09:24:08.078" v="473" actId="207"/>
        <pc:sldMkLst>
          <pc:docMk/>
          <pc:sldMk cId="3159084784" sldId="282"/>
        </pc:sldMkLst>
        <pc:spChg chg="add mod">
          <ac:chgData name="Mengmeng Ge" userId="bb5bc401-97cb-4caf-9857-8ff441375414" providerId="ADAL" clId="{6773D46D-9892-40C1-A06F-3900816903AE}" dt="2024-09-24T09:24:06.113" v="472" actId="207"/>
          <ac:spMkLst>
            <pc:docMk/>
            <pc:sldMk cId="3159084784" sldId="282"/>
            <ac:spMk id="2" creationId="{E1DF8E31-7B6E-0B55-438C-DC8C84004629}"/>
          </ac:spMkLst>
        </pc:spChg>
        <pc:spChg chg="add mod">
          <ac:chgData name="Mengmeng Ge" userId="bb5bc401-97cb-4caf-9857-8ff441375414" providerId="ADAL" clId="{6773D46D-9892-40C1-A06F-3900816903AE}" dt="2024-09-24T09:24:08.078" v="473" actId="207"/>
          <ac:spMkLst>
            <pc:docMk/>
            <pc:sldMk cId="3159084784" sldId="282"/>
            <ac:spMk id="4" creationId="{22BD294F-ECF5-0227-A0EC-F9B2EB5FBA7A}"/>
          </ac:spMkLst>
        </pc:spChg>
        <pc:spChg chg="mod">
          <ac:chgData name="Mengmeng Ge" userId="bb5bc401-97cb-4caf-9857-8ff441375414" providerId="ADAL" clId="{6773D46D-9892-40C1-A06F-3900816903AE}" dt="2024-09-24T09:23:23.540" v="468" actId="164"/>
          <ac:spMkLst>
            <pc:docMk/>
            <pc:sldMk cId="3159084784" sldId="282"/>
            <ac:spMk id="9" creationId="{8DED24A0-A438-BBA8-03F4-DA8C8570F40C}"/>
          </ac:spMkLst>
        </pc:spChg>
        <pc:spChg chg="mod">
          <ac:chgData name="Mengmeng Ge" userId="bb5bc401-97cb-4caf-9857-8ff441375414" providerId="ADAL" clId="{6773D46D-9892-40C1-A06F-3900816903AE}" dt="2024-09-24T09:23:23.540" v="468" actId="164"/>
          <ac:spMkLst>
            <pc:docMk/>
            <pc:sldMk cId="3159084784" sldId="282"/>
            <ac:spMk id="11" creationId="{71FDE84B-BF5E-CB97-65E8-6648946E38BA}"/>
          </ac:spMkLst>
        </pc:spChg>
        <pc:spChg chg="mod">
          <ac:chgData name="Mengmeng Ge" userId="bb5bc401-97cb-4caf-9857-8ff441375414" providerId="ADAL" clId="{6773D46D-9892-40C1-A06F-3900816903AE}" dt="2024-09-24T09:13:40.793" v="427"/>
          <ac:spMkLst>
            <pc:docMk/>
            <pc:sldMk cId="3159084784" sldId="282"/>
            <ac:spMk id="40963" creationId="{00000000-0000-0000-0000-000000000000}"/>
          </ac:spMkLst>
        </pc:spChg>
        <pc:grpChg chg="add mod">
          <ac:chgData name="Mengmeng Ge" userId="bb5bc401-97cb-4caf-9857-8ff441375414" providerId="ADAL" clId="{6773D46D-9892-40C1-A06F-3900816903AE}" dt="2024-09-24T09:23:48.351" v="471" actId="164"/>
          <ac:grpSpMkLst>
            <pc:docMk/>
            <pc:sldMk cId="3159084784" sldId="282"/>
            <ac:grpSpMk id="6" creationId="{155B03C9-6EA3-91E3-ECB9-429A6D19A480}"/>
          </ac:grpSpMkLst>
        </pc:grpChg>
        <pc:grpChg chg="add mod">
          <ac:chgData name="Mengmeng Ge" userId="bb5bc401-97cb-4caf-9857-8ff441375414" providerId="ADAL" clId="{6773D46D-9892-40C1-A06F-3900816903AE}" dt="2024-09-24T09:23:48.351" v="471" actId="164"/>
          <ac:grpSpMkLst>
            <pc:docMk/>
            <pc:sldMk cId="3159084784" sldId="282"/>
            <ac:grpSpMk id="7" creationId="{E3C29DC3-A556-7BFE-FCA2-5441DB4EFEF6}"/>
          </ac:grpSpMkLst>
        </pc:grpChg>
        <pc:picChg chg="mod">
          <ac:chgData name="Mengmeng Ge" userId="bb5bc401-97cb-4caf-9857-8ff441375414" providerId="ADAL" clId="{6773D46D-9892-40C1-A06F-3900816903AE}" dt="2024-09-24T09:23:23.540" v="468" actId="164"/>
          <ac:picMkLst>
            <pc:docMk/>
            <pc:sldMk cId="3159084784" sldId="282"/>
            <ac:picMk id="3" creationId="{DE56F468-BE53-5B4B-8D16-5AB4D3F76FD1}"/>
          </ac:picMkLst>
        </pc:picChg>
        <pc:picChg chg="mod">
          <ac:chgData name="Mengmeng Ge" userId="bb5bc401-97cb-4caf-9857-8ff441375414" providerId="ADAL" clId="{6773D46D-9892-40C1-A06F-3900816903AE}" dt="2024-09-24T09:23:23.540" v="468" actId="164"/>
          <ac:picMkLst>
            <pc:docMk/>
            <pc:sldMk cId="3159084784" sldId="282"/>
            <ac:picMk id="12" creationId="{71227107-CA99-E9C4-A095-9F725D10FA44}"/>
          </ac:picMkLst>
        </pc:picChg>
        <pc:cxnChg chg="mod">
          <ac:chgData name="Mengmeng Ge" userId="bb5bc401-97cb-4caf-9857-8ff441375414" providerId="ADAL" clId="{6773D46D-9892-40C1-A06F-3900816903AE}" dt="2024-09-24T09:23:23.540" v="468" actId="164"/>
          <ac:cxnSpMkLst>
            <pc:docMk/>
            <pc:sldMk cId="3159084784" sldId="282"/>
            <ac:cxnSpMk id="5" creationId="{1AEC03CB-AE50-72D9-BED0-DA5402523182}"/>
          </ac:cxnSpMkLst>
        </pc:cxnChg>
        <pc:cxnChg chg="mod">
          <ac:chgData name="Mengmeng Ge" userId="bb5bc401-97cb-4caf-9857-8ff441375414" providerId="ADAL" clId="{6773D46D-9892-40C1-A06F-3900816903AE}" dt="2024-09-24T09:23:23.540" v="468" actId="164"/>
          <ac:cxnSpMkLst>
            <pc:docMk/>
            <pc:sldMk cId="3159084784" sldId="282"/>
            <ac:cxnSpMk id="8" creationId="{62E8A2C1-06AE-65ED-63CF-A7D9F758F3E4}"/>
          </ac:cxnSpMkLst>
        </pc:cxnChg>
      </pc:sldChg>
      <pc:sldChg chg="modSp mod">
        <pc:chgData name="Mengmeng Ge" userId="bb5bc401-97cb-4caf-9857-8ff441375414" providerId="ADAL" clId="{6773D46D-9892-40C1-A06F-3900816903AE}" dt="2024-09-24T09:25:48.254" v="477"/>
        <pc:sldMkLst>
          <pc:docMk/>
          <pc:sldMk cId="3189658752" sldId="314"/>
        </pc:sldMkLst>
        <pc:spChg chg="mod">
          <ac:chgData name="Mengmeng Ge" userId="bb5bc401-97cb-4caf-9857-8ff441375414" providerId="ADAL" clId="{6773D46D-9892-40C1-A06F-3900816903AE}" dt="2024-09-24T09:25:48.254" v="477"/>
          <ac:spMkLst>
            <pc:docMk/>
            <pc:sldMk cId="3189658752" sldId="314"/>
            <ac:spMk id="114691" creationId="{00000000-0000-0000-0000-000000000000}"/>
          </ac:spMkLst>
        </pc:spChg>
      </pc:sldChg>
      <pc:sldChg chg="addSp delSp modSp mod addAnim delAnim modNotesTx">
        <pc:chgData name="Mengmeng Ge" userId="bb5bc401-97cb-4caf-9857-8ff441375414" providerId="ADAL" clId="{6773D46D-9892-40C1-A06F-3900816903AE}" dt="2024-09-20T21:19:53.800" v="40" actId="14100"/>
        <pc:sldMkLst>
          <pc:docMk/>
          <pc:sldMk cId="2254778275" sldId="328"/>
        </pc:sldMkLst>
        <pc:spChg chg="mod">
          <ac:chgData name="Mengmeng Ge" userId="bb5bc401-97cb-4caf-9857-8ff441375414" providerId="ADAL" clId="{6773D46D-9892-40C1-A06F-3900816903AE}" dt="2024-09-20T21:17:11.484" v="11" actId="20577"/>
          <ac:spMkLst>
            <pc:docMk/>
            <pc:sldMk cId="2254778275" sldId="328"/>
            <ac:spMk id="2" creationId="{00000000-0000-0000-0000-000000000000}"/>
          </ac:spMkLst>
        </pc:spChg>
        <pc:spChg chg="del">
          <ac:chgData name="Mengmeng Ge" userId="bb5bc401-97cb-4caf-9857-8ff441375414" providerId="ADAL" clId="{6773D46D-9892-40C1-A06F-3900816903AE}" dt="2024-09-20T21:19:19.378" v="20" actId="478"/>
          <ac:spMkLst>
            <pc:docMk/>
            <pc:sldMk cId="2254778275" sldId="328"/>
            <ac:spMk id="3" creationId="{00000000-0000-0000-0000-000000000000}"/>
          </ac:spMkLst>
        </pc:spChg>
        <pc:spChg chg="del">
          <ac:chgData name="Mengmeng Ge" userId="bb5bc401-97cb-4caf-9857-8ff441375414" providerId="ADAL" clId="{6773D46D-9892-40C1-A06F-3900816903AE}" dt="2024-09-20T21:19:20.869" v="21" actId="478"/>
          <ac:spMkLst>
            <pc:docMk/>
            <pc:sldMk cId="2254778275" sldId="328"/>
            <ac:spMk id="4" creationId="{00000000-0000-0000-0000-000000000000}"/>
          </ac:spMkLst>
        </pc:spChg>
        <pc:spChg chg="mod">
          <ac:chgData name="Mengmeng Ge" userId="bb5bc401-97cb-4caf-9857-8ff441375414" providerId="ADAL" clId="{6773D46D-9892-40C1-A06F-3900816903AE}" dt="2024-09-20T21:19:53.800" v="40" actId="14100"/>
          <ac:spMkLst>
            <pc:docMk/>
            <pc:sldMk cId="2254778275" sldId="328"/>
            <ac:spMk id="9" creationId="{00000000-0000-0000-0000-000000000000}"/>
          </ac:spMkLst>
        </pc:spChg>
        <pc:grpChg chg="add del mod">
          <ac:chgData name="Mengmeng Ge" userId="bb5bc401-97cb-4caf-9857-8ff441375414" providerId="ADAL" clId="{6773D46D-9892-40C1-A06F-3900816903AE}" dt="2024-09-20T21:19:42.384" v="35" actId="1036"/>
          <ac:grpSpMkLst>
            <pc:docMk/>
            <pc:sldMk cId="2254778275" sldId="328"/>
            <ac:grpSpMk id="10" creationId="{00000000-0000-0000-0000-000000000000}"/>
          </ac:grpSpMkLst>
        </pc:grpChg>
        <pc:picChg chg="mod">
          <ac:chgData name="Mengmeng Ge" userId="bb5bc401-97cb-4caf-9857-8ff441375414" providerId="ADAL" clId="{6773D46D-9892-40C1-A06F-3900816903AE}" dt="2024-09-20T21:19:44.043" v="37" actId="1036"/>
          <ac:picMkLst>
            <pc:docMk/>
            <pc:sldMk cId="2254778275" sldId="328"/>
            <ac:picMk id="6" creationId="{00000000-0000-0000-0000-000000000000}"/>
          </ac:picMkLst>
        </pc:picChg>
      </pc:sldChg>
      <pc:sldChg chg="modNotesTx">
        <pc:chgData name="Mengmeng Ge" userId="bb5bc401-97cb-4caf-9857-8ff441375414" providerId="ADAL" clId="{6773D46D-9892-40C1-A06F-3900816903AE}" dt="2024-09-24T09:17:41.839" v="436" actId="20577"/>
        <pc:sldMkLst>
          <pc:docMk/>
          <pc:sldMk cId="2018117695" sldId="361"/>
        </pc:sldMkLst>
      </pc:sldChg>
      <pc:sldChg chg="modNotesTx">
        <pc:chgData name="Mengmeng Ge" userId="bb5bc401-97cb-4caf-9857-8ff441375414" providerId="ADAL" clId="{6773D46D-9892-40C1-A06F-3900816903AE}" dt="2024-09-21T23:43:01.484" v="426" actId="20577"/>
        <pc:sldMkLst>
          <pc:docMk/>
          <pc:sldMk cId="583291281" sldId="640"/>
        </pc:sldMkLst>
      </pc:sldChg>
      <pc:sldChg chg="addSp delSp modSp new mod modClrScheme chgLayout modNotesTx">
        <pc:chgData name="Mengmeng Ge" userId="bb5bc401-97cb-4caf-9857-8ff441375414" providerId="ADAL" clId="{6773D46D-9892-40C1-A06F-3900816903AE}" dt="2024-09-20T22:35:12.262" v="422" actId="1036"/>
        <pc:sldMkLst>
          <pc:docMk/>
          <pc:sldMk cId="3592743762" sldId="650"/>
        </pc:sldMkLst>
        <pc:spChg chg="mod ord">
          <ac:chgData name="Mengmeng Ge" userId="bb5bc401-97cb-4caf-9857-8ff441375414" providerId="ADAL" clId="{6773D46D-9892-40C1-A06F-3900816903AE}" dt="2024-09-20T21:29:52.155" v="251" actId="20577"/>
          <ac:spMkLst>
            <pc:docMk/>
            <pc:sldMk cId="3592743762" sldId="650"/>
            <ac:spMk id="2" creationId="{AA463C24-B9ED-129F-B83B-8E81DAF1C9C3}"/>
          </ac:spMkLst>
        </pc:spChg>
        <pc:spChg chg="del mod ord">
          <ac:chgData name="Mengmeng Ge" userId="bb5bc401-97cb-4caf-9857-8ff441375414" providerId="ADAL" clId="{6773D46D-9892-40C1-A06F-3900816903AE}" dt="2024-09-20T21:27:10.951" v="98" actId="700"/>
          <ac:spMkLst>
            <pc:docMk/>
            <pc:sldMk cId="3592743762" sldId="650"/>
            <ac:spMk id="3" creationId="{7EE9E2BC-799B-3930-C054-126D243AA538}"/>
          </ac:spMkLst>
        </pc:spChg>
        <pc:spChg chg="del">
          <ac:chgData name="Mengmeng Ge" userId="bb5bc401-97cb-4caf-9857-8ff441375414" providerId="ADAL" clId="{6773D46D-9892-40C1-A06F-3900816903AE}" dt="2024-09-20T21:27:10.951" v="98" actId="700"/>
          <ac:spMkLst>
            <pc:docMk/>
            <pc:sldMk cId="3592743762" sldId="650"/>
            <ac:spMk id="4" creationId="{707078AD-F4FF-C7E5-81D6-690F4B2431C1}"/>
          </ac:spMkLst>
        </pc:spChg>
        <pc:spChg chg="mod ord">
          <ac:chgData name="Mengmeng Ge" userId="bb5bc401-97cb-4caf-9857-8ff441375414" providerId="ADAL" clId="{6773D46D-9892-40C1-A06F-3900816903AE}" dt="2024-09-20T21:27:10.951" v="98" actId="700"/>
          <ac:spMkLst>
            <pc:docMk/>
            <pc:sldMk cId="3592743762" sldId="650"/>
            <ac:spMk id="5" creationId="{F2590A5E-5121-648D-2EA2-99FC35A475AA}"/>
          </ac:spMkLst>
        </pc:spChg>
        <pc:spChg chg="add del mod ord">
          <ac:chgData name="Mengmeng Ge" userId="bb5bc401-97cb-4caf-9857-8ff441375414" providerId="ADAL" clId="{6773D46D-9892-40C1-A06F-3900816903AE}" dt="2024-09-20T21:31:55.107" v="306" actId="12084"/>
          <ac:spMkLst>
            <pc:docMk/>
            <pc:sldMk cId="3592743762" sldId="650"/>
            <ac:spMk id="6" creationId="{4623CC26-2A19-FBCD-5AD8-35E02A3A09C8}"/>
          </ac:spMkLst>
        </pc:spChg>
        <pc:spChg chg="add del mod">
          <ac:chgData name="Mengmeng Ge" userId="bb5bc401-97cb-4caf-9857-8ff441375414" providerId="ADAL" clId="{6773D46D-9892-40C1-A06F-3900816903AE}" dt="2024-09-20T21:42:28.912" v="384" actId="12084"/>
          <ac:spMkLst>
            <pc:docMk/>
            <pc:sldMk cId="3592743762" sldId="650"/>
            <ac:spMk id="8" creationId="{12FEB37F-5053-4B52-CB52-688B53628509}"/>
          </ac:spMkLst>
        </pc:spChg>
        <pc:graphicFrameChg chg="add del mod">
          <ac:chgData name="Mengmeng Ge" userId="bb5bc401-97cb-4caf-9857-8ff441375414" providerId="ADAL" clId="{6773D46D-9892-40C1-A06F-3900816903AE}" dt="2024-09-20T21:38:05.271" v="337" actId="11529"/>
          <ac:graphicFrameMkLst>
            <pc:docMk/>
            <pc:sldMk cId="3592743762" sldId="650"/>
            <ac:graphicFrameMk id="7" creationId="{77D68341-0D42-8776-B00C-19FF0AD00EAC}"/>
          </ac:graphicFrameMkLst>
        </pc:graphicFrameChg>
        <pc:graphicFrameChg chg="add mod modGraphic">
          <ac:chgData name="Mengmeng Ge" userId="bb5bc401-97cb-4caf-9857-8ff441375414" providerId="ADAL" clId="{6773D46D-9892-40C1-A06F-3900816903AE}" dt="2024-09-20T22:35:12.262" v="422" actId="1036"/>
          <ac:graphicFrameMkLst>
            <pc:docMk/>
            <pc:sldMk cId="3592743762" sldId="650"/>
            <ac:graphicFrameMk id="9" creationId="{DFC8C0E4-C197-A934-7471-4247CE1AF95F}"/>
          </ac:graphicFrameMkLst>
        </pc:graphicFrameChg>
      </pc:sldChg>
    </pc:docChg>
  </pc:docChgLst>
  <pc:docChgLst>
    <pc:chgData name="Mengmeng Ge" userId="bb5bc401-97cb-4caf-9857-8ff441375414" providerId="ADAL" clId="{F77D4319-06CE-4397-A6CE-2883B9A8F384}"/>
    <pc:docChg chg="undo redo custSel addSld delSld modSld sldOrd">
      <pc:chgData name="Mengmeng Ge" userId="bb5bc401-97cb-4caf-9857-8ff441375414" providerId="ADAL" clId="{F77D4319-06CE-4397-A6CE-2883B9A8F384}" dt="2024-09-01T04:54:19.659" v="1659" actId="20577"/>
      <pc:docMkLst>
        <pc:docMk/>
      </pc:docMkLst>
      <pc:sldChg chg="modNotesTx">
        <pc:chgData name="Mengmeng Ge" userId="bb5bc401-97cb-4caf-9857-8ff441375414" providerId="ADAL" clId="{F77D4319-06CE-4397-A6CE-2883B9A8F384}" dt="2024-08-31T07:17:53.227" v="1279" actId="20577"/>
        <pc:sldMkLst>
          <pc:docMk/>
          <pc:sldMk cId="3159084784" sldId="282"/>
        </pc:sldMkLst>
      </pc:sldChg>
      <pc:sldChg chg="modSp mod">
        <pc:chgData name="Mengmeng Ge" userId="bb5bc401-97cb-4caf-9857-8ff441375414" providerId="ADAL" clId="{F77D4319-06CE-4397-A6CE-2883B9A8F384}" dt="2024-09-01T04:02:01.392" v="1381" actId="20577"/>
        <pc:sldMkLst>
          <pc:docMk/>
          <pc:sldMk cId="135957232" sldId="315"/>
        </pc:sldMkLst>
        <pc:spChg chg="mod">
          <ac:chgData name="Mengmeng Ge" userId="bb5bc401-97cb-4caf-9857-8ff441375414" providerId="ADAL" clId="{F77D4319-06CE-4397-A6CE-2883B9A8F384}" dt="2024-09-01T04:02:01.392" v="1381" actId="20577"/>
          <ac:spMkLst>
            <pc:docMk/>
            <pc:sldMk cId="135957232" sldId="315"/>
            <ac:spMk id="72707" creationId="{00000000-0000-0000-0000-000000000000}"/>
          </ac:spMkLst>
        </pc:spChg>
      </pc:sldChg>
      <pc:sldChg chg="modNotesTx">
        <pc:chgData name="Mengmeng Ge" userId="bb5bc401-97cb-4caf-9857-8ff441375414" providerId="ADAL" clId="{F77D4319-06CE-4397-A6CE-2883B9A8F384}" dt="2024-09-01T04:04:04.634" v="1384"/>
        <pc:sldMkLst>
          <pc:docMk/>
          <pc:sldMk cId="2021608392" sldId="316"/>
        </pc:sldMkLst>
      </pc:sldChg>
      <pc:sldChg chg="modSp mod">
        <pc:chgData name="Mengmeng Ge" userId="bb5bc401-97cb-4caf-9857-8ff441375414" providerId="ADAL" clId="{F77D4319-06CE-4397-A6CE-2883B9A8F384}" dt="2024-08-31T06:20:00.903" v="68" actId="207"/>
        <pc:sldMkLst>
          <pc:docMk/>
          <pc:sldMk cId="2571932646" sldId="323"/>
        </pc:sldMkLst>
        <pc:spChg chg="mod">
          <ac:chgData name="Mengmeng Ge" userId="bb5bc401-97cb-4caf-9857-8ff441375414" providerId="ADAL" clId="{F77D4319-06CE-4397-A6CE-2883B9A8F384}" dt="2024-08-31T06:20:00.903" v="68" actId="207"/>
          <ac:spMkLst>
            <pc:docMk/>
            <pc:sldMk cId="2571932646" sldId="323"/>
            <ac:spMk id="3" creationId="{00000000-0000-0000-0000-000000000000}"/>
          </ac:spMkLst>
        </pc:spChg>
        <pc:graphicFrameChg chg="mod">
          <ac:chgData name="Mengmeng Ge" userId="bb5bc401-97cb-4caf-9857-8ff441375414" providerId="ADAL" clId="{F77D4319-06CE-4397-A6CE-2883B9A8F384}" dt="2024-08-31T06:19:29.804" v="59" actId="1076"/>
          <ac:graphicFrameMkLst>
            <pc:docMk/>
            <pc:sldMk cId="2571932646" sldId="323"/>
            <ac:graphicFrameMk id="6" creationId="{00000000-0000-0000-0000-000000000000}"/>
          </ac:graphicFrameMkLst>
        </pc:graphicFrameChg>
      </pc:sldChg>
      <pc:sldChg chg="modNotesTx">
        <pc:chgData name="Mengmeng Ge" userId="bb5bc401-97cb-4caf-9857-8ff441375414" providerId="ADAL" clId="{F77D4319-06CE-4397-A6CE-2883B9A8F384}" dt="2024-08-31T06:14:10.173" v="7"/>
        <pc:sldMkLst>
          <pc:docMk/>
          <pc:sldMk cId="4008323126" sldId="332"/>
        </pc:sldMkLst>
      </pc:sldChg>
      <pc:sldChg chg="modSp mod modNotesTx">
        <pc:chgData name="Mengmeng Ge" userId="bb5bc401-97cb-4caf-9857-8ff441375414" providerId="ADAL" clId="{F77D4319-06CE-4397-A6CE-2883B9A8F384}" dt="2024-08-31T07:13:05.006" v="1253"/>
        <pc:sldMkLst>
          <pc:docMk/>
          <pc:sldMk cId="295135217" sldId="336"/>
        </pc:sldMkLst>
        <pc:spChg chg="mod">
          <ac:chgData name="Mengmeng Ge" userId="bb5bc401-97cb-4caf-9857-8ff441375414" providerId="ADAL" clId="{F77D4319-06CE-4397-A6CE-2883B9A8F384}" dt="2024-08-31T07:12:12.606" v="1252" actId="20577"/>
          <ac:spMkLst>
            <pc:docMk/>
            <pc:sldMk cId="295135217" sldId="336"/>
            <ac:spMk id="28" creationId="{19739332-6D5B-F269-EB12-4B012C1C760A}"/>
          </ac:spMkLst>
        </pc:spChg>
      </pc:sldChg>
      <pc:sldChg chg="modSp mod modNotesTx">
        <pc:chgData name="Mengmeng Ge" userId="bb5bc401-97cb-4caf-9857-8ff441375414" providerId="ADAL" clId="{F77D4319-06CE-4397-A6CE-2883B9A8F384}" dt="2024-09-01T04:33:55.998" v="1463" actId="1037"/>
        <pc:sldMkLst>
          <pc:docMk/>
          <pc:sldMk cId="3504152670" sldId="354"/>
        </pc:sldMkLst>
        <pc:spChg chg="mod">
          <ac:chgData name="Mengmeng Ge" userId="bb5bc401-97cb-4caf-9857-8ff441375414" providerId="ADAL" clId="{F77D4319-06CE-4397-A6CE-2883B9A8F384}" dt="2024-09-01T04:33:55.998" v="1463" actId="1037"/>
          <ac:spMkLst>
            <pc:docMk/>
            <pc:sldMk cId="3504152670" sldId="354"/>
            <ac:spMk id="5" creationId="{0FEAC1EC-5C77-273F-0F91-135963CA71F2}"/>
          </ac:spMkLst>
        </pc:spChg>
        <pc:spChg chg="mod">
          <ac:chgData name="Mengmeng Ge" userId="bb5bc401-97cb-4caf-9857-8ff441375414" providerId="ADAL" clId="{F77D4319-06CE-4397-A6CE-2883B9A8F384}" dt="2024-09-01T04:31:52.239" v="1453" actId="1038"/>
          <ac:spMkLst>
            <pc:docMk/>
            <pc:sldMk cId="3504152670" sldId="354"/>
            <ac:spMk id="7" creationId="{C20C78A2-F0A2-048E-9A45-1759D892C595}"/>
          </ac:spMkLst>
        </pc:spChg>
        <pc:spChg chg="mod">
          <ac:chgData name="Mengmeng Ge" userId="bb5bc401-97cb-4caf-9857-8ff441375414" providerId="ADAL" clId="{F77D4319-06CE-4397-A6CE-2883B9A8F384}" dt="2024-09-01T04:31:52.239" v="1453" actId="1038"/>
          <ac:spMkLst>
            <pc:docMk/>
            <pc:sldMk cId="3504152670" sldId="354"/>
            <ac:spMk id="8" creationId="{76634DE5-D023-BBA3-D461-050A0D7AC749}"/>
          </ac:spMkLst>
        </pc:spChg>
        <pc:spChg chg="mod">
          <ac:chgData name="Mengmeng Ge" userId="bb5bc401-97cb-4caf-9857-8ff441375414" providerId="ADAL" clId="{F77D4319-06CE-4397-A6CE-2883B9A8F384}" dt="2024-09-01T04:33:55.998" v="1463" actId="1037"/>
          <ac:spMkLst>
            <pc:docMk/>
            <pc:sldMk cId="3504152670" sldId="354"/>
            <ac:spMk id="44036" creationId="{00000000-0000-0000-0000-000000000000}"/>
          </ac:spMkLst>
        </pc:spChg>
        <pc:spChg chg="mod">
          <ac:chgData name="Mengmeng Ge" userId="bb5bc401-97cb-4caf-9857-8ff441375414" providerId="ADAL" clId="{F77D4319-06CE-4397-A6CE-2883B9A8F384}" dt="2024-09-01T04:33:55.998" v="1463" actId="1037"/>
          <ac:spMkLst>
            <pc:docMk/>
            <pc:sldMk cId="3504152670" sldId="354"/>
            <ac:spMk id="44037" creationId="{00000000-0000-0000-0000-000000000000}"/>
          </ac:spMkLst>
        </pc:spChg>
        <pc:spChg chg="mod">
          <ac:chgData name="Mengmeng Ge" userId="bb5bc401-97cb-4caf-9857-8ff441375414" providerId="ADAL" clId="{F77D4319-06CE-4397-A6CE-2883B9A8F384}" dt="2024-09-01T04:33:55.998" v="1463" actId="1037"/>
          <ac:spMkLst>
            <pc:docMk/>
            <pc:sldMk cId="3504152670" sldId="354"/>
            <ac:spMk id="44038" creationId="{00000000-0000-0000-0000-000000000000}"/>
          </ac:spMkLst>
        </pc:spChg>
        <pc:spChg chg="mod">
          <ac:chgData name="Mengmeng Ge" userId="bb5bc401-97cb-4caf-9857-8ff441375414" providerId="ADAL" clId="{F77D4319-06CE-4397-A6CE-2883B9A8F384}" dt="2024-09-01T04:33:55.998" v="1463" actId="1037"/>
          <ac:spMkLst>
            <pc:docMk/>
            <pc:sldMk cId="3504152670" sldId="354"/>
            <ac:spMk id="44039" creationId="{00000000-0000-0000-0000-000000000000}"/>
          </ac:spMkLst>
        </pc:spChg>
        <pc:spChg chg="mod">
          <ac:chgData name="Mengmeng Ge" userId="bb5bc401-97cb-4caf-9857-8ff441375414" providerId="ADAL" clId="{F77D4319-06CE-4397-A6CE-2883B9A8F384}" dt="2024-09-01T04:33:55.998" v="1463" actId="1037"/>
          <ac:spMkLst>
            <pc:docMk/>
            <pc:sldMk cId="3504152670" sldId="354"/>
            <ac:spMk id="44040" creationId="{00000000-0000-0000-0000-000000000000}"/>
          </ac:spMkLst>
        </pc:spChg>
        <pc:spChg chg="mod">
          <ac:chgData name="Mengmeng Ge" userId="bb5bc401-97cb-4caf-9857-8ff441375414" providerId="ADAL" clId="{F77D4319-06CE-4397-A6CE-2883B9A8F384}" dt="2024-09-01T04:33:55.998" v="1463" actId="1037"/>
          <ac:spMkLst>
            <pc:docMk/>
            <pc:sldMk cId="3504152670" sldId="354"/>
            <ac:spMk id="44043" creationId="{00000000-0000-0000-0000-000000000000}"/>
          </ac:spMkLst>
        </pc:spChg>
      </pc:sldChg>
      <pc:sldChg chg="addSp delSp modSp mod modNotesTx">
        <pc:chgData name="Mengmeng Ge" userId="bb5bc401-97cb-4caf-9857-8ff441375414" providerId="ADAL" clId="{F77D4319-06CE-4397-A6CE-2883B9A8F384}" dt="2024-09-01T04:23:08.307" v="1446"/>
        <pc:sldMkLst>
          <pc:docMk/>
          <pc:sldMk cId="2018117695" sldId="361"/>
        </pc:sldMkLst>
        <pc:spChg chg="mod">
          <ac:chgData name="Mengmeng Ge" userId="bb5bc401-97cb-4caf-9857-8ff441375414" providerId="ADAL" clId="{F77D4319-06CE-4397-A6CE-2883B9A8F384}" dt="2024-09-01T04:19:13.014" v="1428" actId="20577"/>
          <ac:spMkLst>
            <pc:docMk/>
            <pc:sldMk cId="2018117695" sldId="361"/>
            <ac:spMk id="4" creationId="{65525E7F-B61F-6C0E-810F-919AE44F9A35}"/>
          </ac:spMkLst>
        </pc:spChg>
        <pc:picChg chg="del">
          <ac:chgData name="Mengmeng Ge" userId="bb5bc401-97cb-4caf-9857-8ff441375414" providerId="ADAL" clId="{F77D4319-06CE-4397-A6CE-2883B9A8F384}" dt="2024-09-01T04:19:40.135" v="1429" actId="478"/>
          <ac:picMkLst>
            <pc:docMk/>
            <pc:sldMk cId="2018117695" sldId="361"/>
            <ac:picMk id="3" creationId="{67BEBEA8-8502-A023-EAA2-0C3EBA690DD3}"/>
          </ac:picMkLst>
        </pc:picChg>
        <pc:picChg chg="add mod">
          <ac:chgData name="Mengmeng Ge" userId="bb5bc401-97cb-4caf-9857-8ff441375414" providerId="ADAL" clId="{F77D4319-06CE-4397-A6CE-2883B9A8F384}" dt="2024-09-01T04:20:55.374" v="1443" actId="1076"/>
          <ac:picMkLst>
            <pc:docMk/>
            <pc:sldMk cId="2018117695" sldId="361"/>
            <ac:picMk id="5" creationId="{969F61EB-E794-4454-2C8C-CB6087F716FA}"/>
          </ac:picMkLst>
        </pc:picChg>
        <pc:picChg chg="del">
          <ac:chgData name="Mengmeng Ge" userId="bb5bc401-97cb-4caf-9857-8ff441375414" providerId="ADAL" clId="{F77D4319-06CE-4397-A6CE-2883B9A8F384}" dt="2024-09-01T04:20:17.123" v="1435" actId="478"/>
          <ac:picMkLst>
            <pc:docMk/>
            <pc:sldMk cId="2018117695" sldId="361"/>
            <ac:picMk id="6" creationId="{9DA2CD2B-FB3E-45D1-60A2-0BF15C161342}"/>
          </ac:picMkLst>
        </pc:picChg>
        <pc:picChg chg="add mod">
          <ac:chgData name="Mengmeng Ge" userId="bb5bc401-97cb-4caf-9857-8ff441375414" providerId="ADAL" clId="{F77D4319-06CE-4397-A6CE-2883B9A8F384}" dt="2024-09-01T04:20:53.703" v="1442" actId="1076"/>
          <ac:picMkLst>
            <pc:docMk/>
            <pc:sldMk cId="2018117695" sldId="361"/>
            <ac:picMk id="8" creationId="{D027E488-A970-5152-D9B5-77D2ACA2E212}"/>
          </ac:picMkLst>
        </pc:picChg>
      </pc:sldChg>
      <pc:sldChg chg="modSp mod">
        <pc:chgData name="Mengmeng Ge" userId="bb5bc401-97cb-4caf-9857-8ff441375414" providerId="ADAL" clId="{F77D4319-06CE-4397-A6CE-2883B9A8F384}" dt="2024-09-01T04:51:19.048" v="1633" actId="20577"/>
        <pc:sldMkLst>
          <pc:docMk/>
          <pc:sldMk cId="1153242741" sldId="364"/>
        </pc:sldMkLst>
        <pc:spChg chg="mod">
          <ac:chgData name="Mengmeng Ge" userId="bb5bc401-97cb-4caf-9857-8ff441375414" providerId="ADAL" clId="{F77D4319-06CE-4397-A6CE-2883B9A8F384}" dt="2024-09-01T04:51:19.048" v="1633" actId="20577"/>
          <ac:spMkLst>
            <pc:docMk/>
            <pc:sldMk cId="1153242741" sldId="364"/>
            <ac:spMk id="172034" creationId="{00000000-0000-0000-0000-000000000000}"/>
          </ac:spMkLst>
        </pc:spChg>
      </pc:sldChg>
      <pc:sldChg chg="ord">
        <pc:chgData name="Mengmeng Ge" userId="bb5bc401-97cb-4caf-9857-8ff441375414" providerId="ADAL" clId="{F77D4319-06CE-4397-A6CE-2883B9A8F384}" dt="2024-09-01T04:35:17.238" v="1479"/>
        <pc:sldMkLst>
          <pc:docMk/>
          <pc:sldMk cId="2852110861" sldId="457"/>
        </pc:sldMkLst>
      </pc:sldChg>
      <pc:sldChg chg="modSp mod">
        <pc:chgData name="Mengmeng Ge" userId="bb5bc401-97cb-4caf-9857-8ff441375414" providerId="ADAL" clId="{F77D4319-06CE-4397-A6CE-2883B9A8F384}" dt="2024-09-01T04:54:19.659" v="1659" actId="20577"/>
        <pc:sldMkLst>
          <pc:docMk/>
          <pc:sldMk cId="606395498" sldId="632"/>
        </pc:sldMkLst>
        <pc:spChg chg="mod">
          <ac:chgData name="Mengmeng Ge" userId="bb5bc401-97cb-4caf-9857-8ff441375414" providerId="ADAL" clId="{F77D4319-06CE-4397-A6CE-2883B9A8F384}" dt="2024-09-01T04:54:19.659" v="1659" actId="20577"/>
          <ac:spMkLst>
            <pc:docMk/>
            <pc:sldMk cId="606395498" sldId="632"/>
            <ac:spMk id="3" creationId="{00000000-0000-0000-0000-000000000000}"/>
          </ac:spMkLst>
        </pc:spChg>
      </pc:sldChg>
      <pc:sldChg chg="modNotesTx">
        <pc:chgData name="Mengmeng Ge" userId="bb5bc401-97cb-4caf-9857-8ff441375414" providerId="ADAL" clId="{F77D4319-06CE-4397-A6CE-2883B9A8F384}" dt="2024-08-31T06:17:37.104" v="48" actId="20577"/>
        <pc:sldMkLst>
          <pc:docMk/>
          <pc:sldMk cId="4281192146" sldId="636"/>
        </pc:sldMkLst>
      </pc:sldChg>
      <pc:sldChg chg="modNotesTx">
        <pc:chgData name="Mengmeng Ge" userId="bb5bc401-97cb-4caf-9857-8ff441375414" providerId="ADAL" clId="{F77D4319-06CE-4397-A6CE-2883B9A8F384}" dt="2024-09-01T04:11:31.698" v="1409" actId="20577"/>
        <pc:sldMkLst>
          <pc:docMk/>
          <pc:sldMk cId="2008337785" sldId="637"/>
        </pc:sldMkLst>
      </pc:sldChg>
      <pc:sldChg chg="modNotesTx">
        <pc:chgData name="Mengmeng Ge" userId="bb5bc401-97cb-4caf-9857-8ff441375414" providerId="ADAL" clId="{F77D4319-06CE-4397-A6CE-2883B9A8F384}" dt="2024-09-01T04:14:14.890" v="1417" actId="20577"/>
        <pc:sldMkLst>
          <pc:docMk/>
          <pc:sldMk cId="583291281" sldId="640"/>
        </pc:sldMkLst>
      </pc:sldChg>
      <pc:sldChg chg="addSp delSp modSp mod modAnim modNotesTx">
        <pc:chgData name="Mengmeng Ge" userId="bb5bc401-97cb-4caf-9857-8ff441375414" providerId="ADAL" clId="{F77D4319-06CE-4397-A6CE-2883B9A8F384}" dt="2024-09-01T04:51:15.550" v="1632" actId="20577"/>
        <pc:sldMkLst>
          <pc:docMk/>
          <pc:sldMk cId="1583795713" sldId="641"/>
        </pc:sldMkLst>
        <pc:spChg chg="mod">
          <ac:chgData name="Mengmeng Ge" userId="bb5bc401-97cb-4caf-9857-8ff441375414" providerId="ADAL" clId="{F77D4319-06CE-4397-A6CE-2883B9A8F384}" dt="2024-09-01T04:51:15.550" v="1632" actId="20577"/>
          <ac:spMkLst>
            <pc:docMk/>
            <pc:sldMk cId="1583795713" sldId="641"/>
            <ac:spMk id="2" creationId="{8E30836A-2318-1CC1-6DA5-148EB3110B7B}"/>
          </ac:spMkLst>
        </pc:spChg>
        <pc:spChg chg="mod">
          <ac:chgData name="Mengmeng Ge" userId="bb5bc401-97cb-4caf-9857-8ff441375414" providerId="ADAL" clId="{F77D4319-06CE-4397-A6CE-2883B9A8F384}" dt="2024-09-01T04:41:53.581" v="1559" actId="1076"/>
          <ac:spMkLst>
            <pc:docMk/>
            <pc:sldMk cId="1583795713" sldId="641"/>
            <ac:spMk id="8" creationId="{2648A16D-D1D6-5AC7-BA88-433C8FABB098}"/>
          </ac:spMkLst>
        </pc:spChg>
        <pc:spChg chg="mod">
          <ac:chgData name="Mengmeng Ge" userId="bb5bc401-97cb-4caf-9857-8ff441375414" providerId="ADAL" clId="{F77D4319-06CE-4397-A6CE-2883B9A8F384}" dt="2024-09-01T04:39:29.183" v="1529" actId="207"/>
          <ac:spMkLst>
            <pc:docMk/>
            <pc:sldMk cId="1583795713" sldId="641"/>
            <ac:spMk id="9" creationId="{FE5B31E9-953C-B64C-5C37-FC8BF258D4FD}"/>
          </ac:spMkLst>
        </pc:spChg>
        <pc:spChg chg="add mod">
          <ac:chgData name="Mengmeng Ge" userId="bb5bc401-97cb-4caf-9857-8ff441375414" providerId="ADAL" clId="{F77D4319-06CE-4397-A6CE-2883B9A8F384}" dt="2024-09-01T04:42:47.671" v="1572" actId="1076"/>
          <ac:spMkLst>
            <pc:docMk/>
            <pc:sldMk cId="1583795713" sldId="641"/>
            <ac:spMk id="10" creationId="{C5616B3F-4321-68FC-56E9-7F0A03EC8564}"/>
          </ac:spMkLst>
        </pc:spChg>
        <pc:spChg chg="del">
          <ac:chgData name="Mengmeng Ge" userId="bb5bc401-97cb-4caf-9857-8ff441375414" providerId="ADAL" clId="{F77D4319-06CE-4397-A6CE-2883B9A8F384}" dt="2024-09-01T04:36:47.342" v="1488" actId="478"/>
          <ac:spMkLst>
            <pc:docMk/>
            <pc:sldMk cId="1583795713" sldId="641"/>
            <ac:spMk id="11" creationId="{1C0B47B5-E755-5EFB-727D-AA52D8C4F93F}"/>
          </ac:spMkLst>
        </pc:spChg>
        <pc:spChg chg="del">
          <ac:chgData name="Mengmeng Ge" userId="bb5bc401-97cb-4caf-9857-8ff441375414" providerId="ADAL" clId="{F77D4319-06CE-4397-A6CE-2883B9A8F384}" dt="2024-09-01T04:36:48.870" v="1489" actId="478"/>
          <ac:spMkLst>
            <pc:docMk/>
            <pc:sldMk cId="1583795713" sldId="641"/>
            <ac:spMk id="14" creationId="{DF4C3DF8-5D2E-D181-44FD-C795D7E71661}"/>
          </ac:spMkLst>
        </pc:spChg>
        <pc:picChg chg="add mod">
          <ac:chgData name="Mengmeng Ge" userId="bb5bc401-97cb-4caf-9857-8ff441375414" providerId="ADAL" clId="{F77D4319-06CE-4397-A6CE-2883B9A8F384}" dt="2024-09-01T04:41:55.305" v="1560" actId="1076"/>
          <ac:picMkLst>
            <pc:docMk/>
            <pc:sldMk cId="1583795713" sldId="641"/>
            <ac:picMk id="4" creationId="{9D9ED414-1771-8045-3CB7-1C782178E986}"/>
          </ac:picMkLst>
        </pc:picChg>
        <pc:picChg chg="del">
          <ac:chgData name="Mengmeng Ge" userId="bb5bc401-97cb-4caf-9857-8ff441375414" providerId="ADAL" clId="{F77D4319-06CE-4397-A6CE-2883B9A8F384}" dt="2024-09-01T04:36:45.241" v="1487" actId="478"/>
          <ac:picMkLst>
            <pc:docMk/>
            <pc:sldMk cId="1583795713" sldId="641"/>
            <ac:picMk id="7" creationId="{712354BC-D3A0-7692-5630-2EF410210DE5}"/>
          </ac:picMkLst>
        </pc:picChg>
      </pc:sldChg>
      <pc:sldChg chg="add del">
        <pc:chgData name="Mengmeng Ge" userId="bb5bc401-97cb-4caf-9857-8ff441375414" providerId="ADAL" clId="{F77D4319-06CE-4397-A6CE-2883B9A8F384}" dt="2024-09-01T04:35:47.959" v="1486" actId="47"/>
        <pc:sldMkLst>
          <pc:docMk/>
          <pc:sldMk cId="455648928" sldId="642"/>
        </pc:sldMkLst>
      </pc:sldChg>
      <pc:sldChg chg="addSp delSp modSp new del mod modClrScheme chgLayout modNotesTx">
        <pc:chgData name="Mengmeng Ge" userId="bb5bc401-97cb-4caf-9857-8ff441375414" providerId="ADAL" clId="{F77D4319-06CE-4397-A6CE-2883B9A8F384}" dt="2024-08-31T06:34:39.174" v="422" actId="47"/>
        <pc:sldMkLst>
          <pc:docMk/>
          <pc:sldMk cId="3816678538" sldId="643"/>
        </pc:sldMkLst>
        <pc:spChg chg="mod ord">
          <ac:chgData name="Mengmeng Ge" userId="bb5bc401-97cb-4caf-9857-8ff441375414" providerId="ADAL" clId="{F77D4319-06CE-4397-A6CE-2883B9A8F384}" dt="2024-08-31T06:27:16.381" v="380" actId="255"/>
          <ac:spMkLst>
            <pc:docMk/>
            <pc:sldMk cId="3816678538" sldId="643"/>
            <ac:spMk id="2" creationId="{060E6AD7-D9EF-C078-449B-0F01192BA710}"/>
          </ac:spMkLst>
        </pc:spChg>
        <pc:spChg chg="del mod ord">
          <ac:chgData name="Mengmeng Ge" userId="bb5bc401-97cb-4caf-9857-8ff441375414" providerId="ADAL" clId="{F77D4319-06CE-4397-A6CE-2883B9A8F384}" dt="2024-08-31T06:20:31.639" v="71" actId="700"/>
          <ac:spMkLst>
            <pc:docMk/>
            <pc:sldMk cId="3816678538" sldId="643"/>
            <ac:spMk id="3" creationId="{6D4C7DE5-3547-A678-35CE-BB169AF9CB24}"/>
          </ac:spMkLst>
        </pc:spChg>
        <pc:spChg chg="del">
          <ac:chgData name="Mengmeng Ge" userId="bb5bc401-97cb-4caf-9857-8ff441375414" providerId="ADAL" clId="{F77D4319-06CE-4397-A6CE-2883B9A8F384}" dt="2024-08-31T06:20:31.639" v="71" actId="700"/>
          <ac:spMkLst>
            <pc:docMk/>
            <pc:sldMk cId="3816678538" sldId="643"/>
            <ac:spMk id="4" creationId="{CFFD6EE3-C069-EBC0-C76C-DE8B2318A266}"/>
          </ac:spMkLst>
        </pc:spChg>
        <pc:spChg chg="mod ord">
          <ac:chgData name="Mengmeng Ge" userId="bb5bc401-97cb-4caf-9857-8ff441375414" providerId="ADAL" clId="{F77D4319-06CE-4397-A6CE-2883B9A8F384}" dt="2024-08-31T06:20:31.639" v="71" actId="700"/>
          <ac:spMkLst>
            <pc:docMk/>
            <pc:sldMk cId="3816678538" sldId="643"/>
            <ac:spMk id="5" creationId="{9979D71A-12BC-E027-71C3-8336771A02A1}"/>
          </ac:spMkLst>
        </pc:spChg>
        <pc:spChg chg="add mod ord">
          <ac:chgData name="Mengmeng Ge" userId="bb5bc401-97cb-4caf-9857-8ff441375414" providerId="ADAL" clId="{F77D4319-06CE-4397-A6CE-2883B9A8F384}" dt="2024-08-31T06:32:08.117" v="390" actId="14100"/>
          <ac:spMkLst>
            <pc:docMk/>
            <pc:sldMk cId="3816678538" sldId="643"/>
            <ac:spMk id="6" creationId="{ED4BEF5B-E0CF-B52E-5A55-F611288812D0}"/>
          </ac:spMkLst>
        </pc:spChg>
        <pc:spChg chg="add">
          <ac:chgData name="Mengmeng Ge" userId="bb5bc401-97cb-4caf-9857-8ff441375414" providerId="ADAL" clId="{F77D4319-06CE-4397-A6CE-2883B9A8F384}" dt="2024-08-31T06:32:10.192" v="391" actId="22"/>
          <ac:spMkLst>
            <pc:docMk/>
            <pc:sldMk cId="3816678538" sldId="643"/>
            <ac:spMk id="8" creationId="{5191C2E4-7748-21F3-674F-A785F9CB2B55}"/>
          </ac:spMkLst>
        </pc:spChg>
      </pc:sldChg>
      <pc:sldChg chg="addSp delSp modSp add mod">
        <pc:chgData name="Mengmeng Ge" userId="bb5bc401-97cb-4caf-9857-8ff441375414" providerId="ADAL" clId="{F77D4319-06CE-4397-A6CE-2883B9A8F384}" dt="2024-08-31T06:43:48.673" v="830" actId="115"/>
        <pc:sldMkLst>
          <pc:docMk/>
          <pc:sldMk cId="3902772923" sldId="644"/>
        </pc:sldMkLst>
        <pc:spChg chg="mod">
          <ac:chgData name="Mengmeng Ge" userId="bb5bc401-97cb-4caf-9857-8ff441375414" providerId="ADAL" clId="{F77D4319-06CE-4397-A6CE-2883B9A8F384}" dt="2024-08-31T06:43:48.673" v="830" actId="115"/>
          <ac:spMkLst>
            <pc:docMk/>
            <pc:sldMk cId="3902772923" sldId="644"/>
            <ac:spMk id="6" creationId="{ED4BEF5B-E0CF-B52E-5A55-F611288812D0}"/>
          </ac:spMkLst>
        </pc:spChg>
        <pc:spChg chg="del mod">
          <ac:chgData name="Mengmeng Ge" userId="bb5bc401-97cb-4caf-9857-8ff441375414" providerId="ADAL" clId="{F77D4319-06CE-4397-A6CE-2883B9A8F384}" dt="2024-08-31T06:33:27.830" v="403" actId="12084"/>
          <ac:spMkLst>
            <pc:docMk/>
            <pc:sldMk cId="3902772923" sldId="644"/>
            <ac:spMk id="8" creationId="{5191C2E4-7748-21F3-674F-A785F9CB2B55}"/>
          </ac:spMkLst>
        </pc:spChg>
        <pc:graphicFrameChg chg="add mod modGraphic">
          <ac:chgData name="Mengmeng Ge" userId="bb5bc401-97cb-4caf-9857-8ff441375414" providerId="ADAL" clId="{F77D4319-06CE-4397-A6CE-2883B9A8F384}" dt="2024-08-31T06:38:19.796" v="625" actId="207"/>
          <ac:graphicFrameMkLst>
            <pc:docMk/>
            <pc:sldMk cId="3902772923" sldId="644"/>
            <ac:graphicFrameMk id="3" creationId="{D5E6C992-09D1-CB80-06E0-4820CABA3DAB}"/>
          </ac:graphicFrameMkLst>
        </pc:graphicFrameChg>
      </pc:sldChg>
      <pc:sldChg chg="modSp add mod modNotesTx">
        <pc:chgData name="Mengmeng Ge" userId="bb5bc401-97cb-4caf-9857-8ff441375414" providerId="ADAL" clId="{F77D4319-06CE-4397-A6CE-2883B9A8F384}" dt="2024-08-31T06:43:52.727" v="831" actId="115"/>
        <pc:sldMkLst>
          <pc:docMk/>
          <pc:sldMk cId="2737985865" sldId="645"/>
        </pc:sldMkLst>
        <pc:spChg chg="mod">
          <ac:chgData name="Mengmeng Ge" userId="bb5bc401-97cb-4caf-9857-8ff441375414" providerId="ADAL" clId="{F77D4319-06CE-4397-A6CE-2883B9A8F384}" dt="2024-08-31T06:34:48.232" v="431" actId="20577"/>
          <ac:spMkLst>
            <pc:docMk/>
            <pc:sldMk cId="2737985865" sldId="645"/>
            <ac:spMk id="2" creationId="{060E6AD7-D9EF-C078-449B-0F01192BA710}"/>
          </ac:spMkLst>
        </pc:spChg>
        <pc:spChg chg="mod">
          <ac:chgData name="Mengmeng Ge" userId="bb5bc401-97cb-4caf-9857-8ff441375414" providerId="ADAL" clId="{F77D4319-06CE-4397-A6CE-2883B9A8F384}" dt="2024-08-31T06:43:52.727" v="831" actId="115"/>
          <ac:spMkLst>
            <pc:docMk/>
            <pc:sldMk cId="2737985865" sldId="645"/>
            <ac:spMk id="6" creationId="{ED4BEF5B-E0CF-B52E-5A55-F611288812D0}"/>
          </ac:spMkLst>
        </pc:spChg>
        <pc:graphicFrameChg chg="mod modGraphic">
          <ac:chgData name="Mengmeng Ge" userId="bb5bc401-97cb-4caf-9857-8ff441375414" providerId="ADAL" clId="{F77D4319-06CE-4397-A6CE-2883B9A8F384}" dt="2024-08-31T06:43:14.008" v="791" actId="14100"/>
          <ac:graphicFrameMkLst>
            <pc:docMk/>
            <pc:sldMk cId="2737985865" sldId="645"/>
            <ac:graphicFrameMk id="3" creationId="{D5E6C992-09D1-CB80-06E0-4820CABA3DAB}"/>
          </ac:graphicFrameMkLst>
        </pc:graphicFrameChg>
      </pc:sldChg>
      <pc:sldChg chg="modSp add mod modNotesTx">
        <pc:chgData name="Mengmeng Ge" userId="bb5bc401-97cb-4caf-9857-8ff441375414" providerId="ADAL" clId="{F77D4319-06CE-4397-A6CE-2883B9A8F384}" dt="2024-08-31T06:54:49.344" v="889" actId="1036"/>
        <pc:sldMkLst>
          <pc:docMk/>
          <pc:sldMk cId="2097551552" sldId="646"/>
        </pc:sldMkLst>
        <pc:spChg chg="mod">
          <ac:chgData name="Mengmeng Ge" userId="bb5bc401-97cb-4caf-9857-8ff441375414" providerId="ADAL" clId="{F77D4319-06CE-4397-A6CE-2883B9A8F384}" dt="2024-08-31T06:54:44.500" v="884" actId="115"/>
          <ac:spMkLst>
            <pc:docMk/>
            <pc:sldMk cId="2097551552" sldId="646"/>
            <ac:spMk id="6" creationId="{ED4BEF5B-E0CF-B52E-5A55-F611288812D0}"/>
          </ac:spMkLst>
        </pc:spChg>
        <pc:graphicFrameChg chg="mod">
          <ac:chgData name="Mengmeng Ge" userId="bb5bc401-97cb-4caf-9857-8ff441375414" providerId="ADAL" clId="{F77D4319-06CE-4397-A6CE-2883B9A8F384}" dt="2024-08-31T06:54:49.344" v="889" actId="1036"/>
          <ac:graphicFrameMkLst>
            <pc:docMk/>
            <pc:sldMk cId="2097551552" sldId="646"/>
            <ac:graphicFrameMk id="3" creationId="{D5E6C992-09D1-CB80-06E0-4820CABA3DAB}"/>
          </ac:graphicFrameMkLst>
        </pc:graphicFrameChg>
      </pc:sldChg>
      <pc:sldChg chg="addSp delSp modSp new mod modAnim modNotesTx">
        <pc:chgData name="Mengmeng Ge" userId="bb5bc401-97cb-4caf-9857-8ff441375414" providerId="ADAL" clId="{F77D4319-06CE-4397-A6CE-2883B9A8F384}" dt="2024-08-31T07:07:35.639" v="1247" actId="20577"/>
        <pc:sldMkLst>
          <pc:docMk/>
          <pc:sldMk cId="1231296614" sldId="647"/>
        </pc:sldMkLst>
        <pc:spChg chg="mod">
          <ac:chgData name="Mengmeng Ge" userId="bb5bc401-97cb-4caf-9857-8ff441375414" providerId="ADAL" clId="{F77D4319-06CE-4397-A6CE-2883B9A8F384}" dt="2024-08-31T06:56:05.776" v="975" actId="255"/>
          <ac:spMkLst>
            <pc:docMk/>
            <pc:sldMk cId="1231296614" sldId="647"/>
            <ac:spMk id="2" creationId="{D5684E1E-C1A9-4FB9-1EA7-15834A93D058}"/>
          </ac:spMkLst>
        </pc:spChg>
        <pc:spChg chg="del">
          <ac:chgData name="Mengmeng Ge" userId="bb5bc401-97cb-4caf-9857-8ff441375414" providerId="ADAL" clId="{F77D4319-06CE-4397-A6CE-2883B9A8F384}" dt="2024-08-31T06:55:25.431" v="891" actId="478"/>
          <ac:spMkLst>
            <pc:docMk/>
            <pc:sldMk cId="1231296614" sldId="647"/>
            <ac:spMk id="3" creationId="{2B089C98-3BA7-3EF7-E57E-D0D8943D9FAD}"/>
          </ac:spMkLst>
        </pc:spChg>
        <pc:spChg chg="add del mod">
          <ac:chgData name="Mengmeng Ge" userId="bb5bc401-97cb-4caf-9857-8ff441375414" providerId="ADAL" clId="{F77D4319-06CE-4397-A6CE-2883B9A8F384}" dt="2024-08-31T06:55:30.306" v="894" actId="478"/>
          <ac:spMkLst>
            <pc:docMk/>
            <pc:sldMk cId="1231296614" sldId="647"/>
            <ac:spMk id="6" creationId="{96242E68-9383-0569-F7DD-E62EB1A6F057}"/>
          </ac:spMkLst>
        </pc:spChg>
        <pc:spChg chg="add mod">
          <ac:chgData name="Mengmeng Ge" userId="bb5bc401-97cb-4caf-9857-8ff441375414" providerId="ADAL" clId="{F77D4319-06CE-4397-A6CE-2883B9A8F384}" dt="2024-08-31T06:58:44.098" v="1048" actId="122"/>
          <ac:spMkLst>
            <pc:docMk/>
            <pc:sldMk cId="1231296614" sldId="647"/>
            <ac:spMk id="7" creationId="{59EF3C33-B379-6E9E-F662-A616425A614A}"/>
          </ac:spMkLst>
        </pc:spChg>
        <pc:graphicFrameChg chg="add del mod modGraphic">
          <ac:chgData name="Mengmeng Ge" userId="bb5bc401-97cb-4caf-9857-8ff441375414" providerId="ADAL" clId="{F77D4319-06CE-4397-A6CE-2883B9A8F384}" dt="2024-08-31T06:58:30.771" v="1047" actId="1035"/>
          <ac:graphicFrameMkLst>
            <pc:docMk/>
            <pc:sldMk cId="1231296614" sldId="647"/>
            <ac:graphicFrameMk id="5" creationId="{410A6A9B-0C05-5035-7833-2218F529273B}"/>
          </ac:graphicFrameMkLst>
        </pc:graphicFrameChg>
      </pc:sldChg>
      <pc:sldChg chg="addSp delSp modSp new mod modAnim chgLayout modNotesTx">
        <pc:chgData name="Mengmeng Ge" userId="bb5bc401-97cb-4caf-9857-8ff441375414" providerId="ADAL" clId="{F77D4319-06CE-4397-A6CE-2883B9A8F384}" dt="2024-09-01T04:01:42.013" v="1380"/>
        <pc:sldMkLst>
          <pc:docMk/>
          <pc:sldMk cId="1501003371" sldId="648"/>
        </pc:sldMkLst>
        <pc:spChg chg="mod ord">
          <ac:chgData name="Mengmeng Ge" userId="bb5bc401-97cb-4caf-9857-8ff441375414" providerId="ADAL" clId="{F77D4319-06CE-4397-A6CE-2883B9A8F384}" dt="2024-09-01T03:50:36.927" v="1300" actId="700"/>
          <ac:spMkLst>
            <pc:docMk/>
            <pc:sldMk cId="1501003371" sldId="648"/>
            <ac:spMk id="2" creationId="{96327B14-9F4E-F6AD-AC2C-CF53EAE23636}"/>
          </ac:spMkLst>
        </pc:spChg>
        <pc:spChg chg="mod ord">
          <ac:chgData name="Mengmeng Ge" userId="bb5bc401-97cb-4caf-9857-8ff441375414" providerId="ADAL" clId="{F77D4319-06CE-4397-A6CE-2883B9A8F384}" dt="2024-09-01T03:50:41.038" v="1301" actId="14100"/>
          <ac:spMkLst>
            <pc:docMk/>
            <pc:sldMk cId="1501003371" sldId="648"/>
            <ac:spMk id="3" creationId="{5C1A21F1-530F-0924-1258-EEC1495DE18B}"/>
          </ac:spMkLst>
        </pc:spChg>
        <pc:spChg chg="mod ord">
          <ac:chgData name="Mengmeng Ge" userId="bb5bc401-97cb-4caf-9857-8ff441375414" providerId="ADAL" clId="{F77D4319-06CE-4397-A6CE-2883B9A8F384}" dt="2024-09-01T03:50:36.927" v="1300" actId="700"/>
          <ac:spMkLst>
            <pc:docMk/>
            <pc:sldMk cId="1501003371" sldId="648"/>
            <ac:spMk id="4" creationId="{73960E00-7CA1-7D52-0B63-CEF630B27DAD}"/>
          </ac:spMkLst>
        </pc:spChg>
        <pc:spChg chg="add del mod">
          <ac:chgData name="Mengmeng Ge" userId="bb5bc401-97cb-4caf-9857-8ff441375414" providerId="ADAL" clId="{F77D4319-06CE-4397-A6CE-2883B9A8F384}" dt="2024-09-01T03:57:05.596" v="1333" actId="12084"/>
          <ac:spMkLst>
            <pc:docMk/>
            <pc:sldMk cId="1501003371" sldId="648"/>
            <ac:spMk id="6" creationId="{40D9FCBF-CA57-0B45-034A-E3FEAF50F72D}"/>
          </ac:spMkLst>
        </pc:spChg>
        <pc:spChg chg="add mod">
          <ac:chgData name="Mengmeng Ge" userId="bb5bc401-97cb-4caf-9857-8ff441375414" providerId="ADAL" clId="{F77D4319-06CE-4397-A6CE-2883B9A8F384}" dt="2024-09-01T04:01:08.141" v="1378" actId="242"/>
          <ac:spMkLst>
            <pc:docMk/>
            <pc:sldMk cId="1501003371" sldId="648"/>
            <ac:spMk id="8" creationId="{D379BBC2-86D8-7EC0-8D42-64D530FE90A3}"/>
          </ac:spMkLst>
        </pc:spChg>
        <pc:graphicFrameChg chg="add mod modGraphic">
          <ac:chgData name="Mengmeng Ge" userId="bb5bc401-97cb-4caf-9857-8ff441375414" providerId="ADAL" clId="{F77D4319-06CE-4397-A6CE-2883B9A8F384}" dt="2024-09-01T03:59:25.980" v="1357" actId="20577"/>
          <ac:graphicFrameMkLst>
            <pc:docMk/>
            <pc:sldMk cId="1501003371" sldId="648"/>
            <ac:graphicFrameMk id="7" creationId="{4A490DCF-2D10-4699-E229-02847C0E51E4}"/>
          </ac:graphicFrameMkLst>
        </pc:graphicFrameChg>
      </pc:sldChg>
      <pc:sldChg chg="addSp delSp modSp add mod ord modNotesTx">
        <pc:chgData name="Mengmeng Ge" userId="bb5bc401-97cb-4caf-9857-8ff441375414" providerId="ADAL" clId="{F77D4319-06CE-4397-A6CE-2883B9A8F384}" dt="2024-09-01T04:53:42.761" v="1658" actId="20577"/>
        <pc:sldMkLst>
          <pc:docMk/>
          <pc:sldMk cId="3814695691" sldId="649"/>
        </pc:sldMkLst>
        <pc:spChg chg="mod">
          <ac:chgData name="Mengmeng Ge" userId="bb5bc401-97cb-4caf-9857-8ff441375414" providerId="ADAL" clId="{F77D4319-06CE-4397-A6CE-2883B9A8F384}" dt="2024-09-01T04:51:22.277" v="1634" actId="20577"/>
          <ac:spMkLst>
            <pc:docMk/>
            <pc:sldMk cId="3814695691" sldId="649"/>
            <ac:spMk id="2" creationId="{8E30836A-2318-1CC1-6DA5-148EB3110B7B}"/>
          </ac:spMkLst>
        </pc:spChg>
        <pc:spChg chg="mod">
          <ac:chgData name="Mengmeng Ge" userId="bb5bc401-97cb-4caf-9857-8ff441375414" providerId="ADAL" clId="{F77D4319-06CE-4397-A6CE-2883B9A8F384}" dt="2024-09-01T04:45:12.562" v="1609" actId="207"/>
          <ac:spMkLst>
            <pc:docMk/>
            <pc:sldMk cId="3814695691" sldId="649"/>
            <ac:spMk id="9" creationId="{FE5B31E9-953C-B64C-5C37-FC8BF258D4FD}"/>
          </ac:spMkLst>
        </pc:spChg>
        <pc:spChg chg="mod">
          <ac:chgData name="Mengmeng Ge" userId="bb5bc401-97cb-4caf-9857-8ff441375414" providerId="ADAL" clId="{F77D4319-06CE-4397-A6CE-2883B9A8F384}" dt="2024-09-01T04:53:42.761" v="1658" actId="20577"/>
          <ac:spMkLst>
            <pc:docMk/>
            <pc:sldMk cId="3814695691" sldId="649"/>
            <ac:spMk id="11" creationId="{1C0B47B5-E755-5EFB-727D-AA52D8C4F93F}"/>
          </ac:spMkLst>
        </pc:spChg>
        <pc:spChg chg="add del">
          <ac:chgData name="Mengmeng Ge" userId="bb5bc401-97cb-4caf-9857-8ff441375414" providerId="ADAL" clId="{F77D4319-06CE-4397-A6CE-2883B9A8F384}" dt="2024-09-01T04:43:52.442" v="1586" actId="478"/>
          <ac:spMkLst>
            <pc:docMk/>
            <pc:sldMk cId="3814695691" sldId="649"/>
            <ac:spMk id="14" creationId="{DF4C3DF8-5D2E-D181-44FD-C795D7E71661}"/>
          </ac:spMkLst>
        </pc:spChg>
        <pc:picChg chg="mod">
          <ac:chgData name="Mengmeng Ge" userId="bb5bc401-97cb-4caf-9857-8ff441375414" providerId="ADAL" clId="{F77D4319-06CE-4397-A6CE-2883B9A8F384}" dt="2024-09-01T04:43:50.791" v="1585" actId="1036"/>
          <ac:picMkLst>
            <pc:docMk/>
            <pc:sldMk cId="3814695691" sldId="649"/>
            <ac:picMk id="7" creationId="{712354BC-D3A0-7692-5630-2EF410210DE5}"/>
          </ac:picMkLst>
        </pc:picChg>
      </pc:sldChg>
    </pc:docChg>
  </pc:docChgLst>
  <pc:docChgLst>
    <pc:chgData name="Mengmeng Ge" userId="bb5bc401-97cb-4caf-9857-8ff441375414" providerId="ADAL" clId="{71FEE1ED-8C8D-420A-BD55-CDA79FD3D834}"/>
    <pc:docChg chg="undo redo custSel addSld delSld modSld sldOrd">
      <pc:chgData name="Mengmeng Ge" userId="bb5bc401-97cb-4caf-9857-8ff441375414" providerId="ADAL" clId="{71FEE1ED-8C8D-420A-BD55-CDA79FD3D834}" dt="2024-05-13T06:02:29.783" v="3563" actId="14100"/>
      <pc:docMkLst>
        <pc:docMk/>
      </pc:docMkLst>
      <pc:sldChg chg="addSp delSp modSp mod delAnim modAnim modNotesTx">
        <pc:chgData name="Mengmeng Ge" userId="bb5bc401-97cb-4caf-9857-8ff441375414" providerId="ADAL" clId="{71FEE1ED-8C8D-420A-BD55-CDA79FD3D834}" dt="2024-05-12T22:18:39.701" v="415"/>
        <pc:sldMkLst>
          <pc:docMk/>
          <pc:sldMk cId="492312297" sldId="257"/>
        </pc:sldMkLst>
        <pc:spChg chg="mod">
          <ac:chgData name="Mengmeng Ge" userId="bb5bc401-97cb-4caf-9857-8ff441375414" providerId="ADAL" clId="{71FEE1ED-8C8D-420A-BD55-CDA79FD3D834}" dt="2024-05-12T22:18:39.701" v="415"/>
          <ac:spMkLst>
            <pc:docMk/>
            <pc:sldMk cId="492312297" sldId="257"/>
            <ac:spMk id="2" creationId="{F9AA72F4-F1ED-4408-B73C-E07A7A84894F}"/>
          </ac:spMkLst>
        </pc:spChg>
        <pc:spChg chg="mod">
          <ac:chgData name="Mengmeng Ge" userId="bb5bc401-97cb-4caf-9857-8ff441375414" providerId="ADAL" clId="{71FEE1ED-8C8D-420A-BD55-CDA79FD3D834}" dt="2024-05-12T22:13:58.715" v="395" actId="14100"/>
          <ac:spMkLst>
            <pc:docMk/>
            <pc:sldMk cId="492312297" sldId="257"/>
            <ac:spMk id="3" creationId="{B122B521-3961-4C55-BFA5-E277760A7284}"/>
          </ac:spMkLst>
        </pc:spChg>
        <pc:spChg chg="del mod">
          <ac:chgData name="Mengmeng Ge" userId="bb5bc401-97cb-4caf-9857-8ff441375414" providerId="ADAL" clId="{71FEE1ED-8C8D-420A-BD55-CDA79FD3D834}" dt="2024-05-12T22:08:15.719" v="366" actId="478"/>
          <ac:spMkLst>
            <pc:docMk/>
            <pc:sldMk cId="492312297" sldId="257"/>
            <ac:spMk id="10" creationId="{D88163F3-20F0-7BC7-7FE0-F16AD8919A16}"/>
          </ac:spMkLst>
        </pc:spChg>
        <pc:spChg chg="del">
          <ac:chgData name="Mengmeng Ge" userId="bb5bc401-97cb-4caf-9857-8ff441375414" providerId="ADAL" clId="{71FEE1ED-8C8D-420A-BD55-CDA79FD3D834}" dt="2024-05-12T22:08:12.274" v="364" actId="478"/>
          <ac:spMkLst>
            <pc:docMk/>
            <pc:sldMk cId="492312297" sldId="257"/>
            <ac:spMk id="11" creationId="{5B1B0BA3-4ECD-762F-CAA5-8205188D1C97}"/>
          </ac:spMkLst>
        </pc:spChg>
        <pc:spChg chg="mod">
          <ac:chgData name="Mengmeng Ge" userId="bb5bc401-97cb-4caf-9857-8ff441375414" providerId="ADAL" clId="{71FEE1ED-8C8D-420A-BD55-CDA79FD3D834}" dt="2024-05-12T22:12:23.977" v="385" actId="1035"/>
          <ac:spMkLst>
            <pc:docMk/>
            <pc:sldMk cId="492312297" sldId="257"/>
            <ac:spMk id="13" creationId="{F404B9DA-14CB-81BE-61A7-A1BBB1785E48}"/>
          </ac:spMkLst>
        </pc:spChg>
        <pc:picChg chg="add mod">
          <ac:chgData name="Mengmeng Ge" userId="bb5bc401-97cb-4caf-9857-8ff441375414" providerId="ADAL" clId="{71FEE1ED-8C8D-420A-BD55-CDA79FD3D834}" dt="2024-05-12T22:15:48.908" v="396" actId="1076"/>
          <ac:picMkLst>
            <pc:docMk/>
            <pc:sldMk cId="492312297" sldId="257"/>
            <ac:picMk id="6" creationId="{A486B798-0772-06F1-0596-F18E4C270751}"/>
          </ac:picMkLst>
        </pc:picChg>
        <pc:picChg chg="del">
          <ac:chgData name="Mengmeng Ge" userId="bb5bc401-97cb-4caf-9857-8ff441375414" providerId="ADAL" clId="{71FEE1ED-8C8D-420A-BD55-CDA79FD3D834}" dt="2024-05-12T22:08:04.332" v="363" actId="478"/>
          <ac:picMkLst>
            <pc:docMk/>
            <pc:sldMk cId="492312297" sldId="257"/>
            <ac:picMk id="7" creationId="{08A3B3C7-B8C5-986E-74EE-7DB27CBB54BD}"/>
          </ac:picMkLst>
        </pc:picChg>
        <pc:picChg chg="add mod">
          <ac:chgData name="Mengmeng Ge" userId="bb5bc401-97cb-4caf-9857-8ff441375414" providerId="ADAL" clId="{71FEE1ED-8C8D-420A-BD55-CDA79FD3D834}" dt="2024-05-12T22:16:32.272" v="402" actId="1076"/>
          <ac:picMkLst>
            <pc:docMk/>
            <pc:sldMk cId="492312297" sldId="257"/>
            <ac:picMk id="9" creationId="{E822AC6A-5630-A952-A362-05225D537359}"/>
          </ac:picMkLst>
        </pc:picChg>
      </pc:sldChg>
      <pc:sldChg chg="modSp del mod">
        <pc:chgData name="Mengmeng Ge" userId="bb5bc401-97cb-4caf-9857-8ff441375414" providerId="ADAL" clId="{71FEE1ED-8C8D-420A-BD55-CDA79FD3D834}" dt="2024-05-10T05:07:44.562" v="12" actId="47"/>
        <pc:sldMkLst>
          <pc:docMk/>
          <pc:sldMk cId="0" sldId="263"/>
        </pc:sldMkLst>
        <pc:spChg chg="mod">
          <ac:chgData name="Mengmeng Ge" userId="bb5bc401-97cb-4caf-9857-8ff441375414" providerId="ADAL" clId="{71FEE1ED-8C8D-420A-BD55-CDA79FD3D834}" dt="2024-05-10T05:07:02.283" v="0" actId="21"/>
          <ac:spMkLst>
            <pc:docMk/>
            <pc:sldMk cId="0" sldId="263"/>
            <ac:spMk id="5" creationId="{00000000-0000-0000-0000-000000000000}"/>
          </ac:spMkLst>
        </pc:spChg>
      </pc:sldChg>
      <pc:sldChg chg="del">
        <pc:chgData name="Mengmeng Ge" userId="bb5bc401-97cb-4caf-9857-8ff441375414" providerId="ADAL" clId="{71FEE1ED-8C8D-420A-BD55-CDA79FD3D834}" dt="2024-05-10T05:57:24.951" v="82" actId="47"/>
        <pc:sldMkLst>
          <pc:docMk/>
          <pc:sldMk cId="300358676" sldId="265"/>
        </pc:sldMkLst>
      </pc:sldChg>
      <pc:sldChg chg="addSp modSp mod modClrScheme chgLayout modNotesTx">
        <pc:chgData name="Mengmeng Ge" userId="bb5bc401-97cb-4caf-9857-8ff441375414" providerId="ADAL" clId="{71FEE1ED-8C8D-420A-BD55-CDA79FD3D834}" dt="2024-05-13T02:08:24.270" v="1444" actId="20577"/>
        <pc:sldMkLst>
          <pc:docMk/>
          <pc:sldMk cId="2151383930" sldId="281"/>
        </pc:sldMkLst>
        <pc:spChg chg="add mod">
          <ac:chgData name="Mengmeng Ge" userId="bb5bc401-97cb-4caf-9857-8ff441375414" providerId="ADAL" clId="{71FEE1ED-8C8D-420A-BD55-CDA79FD3D834}" dt="2024-05-12T22:44:12.750" v="711"/>
          <ac:spMkLst>
            <pc:docMk/>
            <pc:sldMk cId="2151383930" sldId="281"/>
            <ac:spMk id="3" creationId="{A9B3A840-D08D-1B81-078E-7BA2EBD3468F}"/>
          </ac:spMkLst>
        </pc:spChg>
        <pc:spChg chg="add mod">
          <ac:chgData name="Mengmeng Ge" userId="bb5bc401-97cb-4caf-9857-8ff441375414" providerId="ADAL" clId="{71FEE1ED-8C8D-420A-BD55-CDA79FD3D834}" dt="2024-05-12T22:54:52.968" v="921" actId="1076"/>
          <ac:spMkLst>
            <pc:docMk/>
            <pc:sldMk cId="2151383930" sldId="281"/>
            <ac:spMk id="5" creationId="{4941A18D-7B9D-591A-E06C-C7EA079A4E40}"/>
          </ac:spMkLst>
        </pc:spChg>
        <pc:spChg chg="mod ord">
          <ac:chgData name="Mengmeng Ge" userId="bb5bc401-97cb-4caf-9857-8ff441375414" providerId="ADAL" clId="{71FEE1ED-8C8D-420A-BD55-CDA79FD3D834}" dt="2024-05-12T22:41:08.446" v="680" actId="700"/>
          <ac:spMkLst>
            <pc:docMk/>
            <pc:sldMk cId="2151383930" sldId="281"/>
            <ac:spMk id="27" creationId="{00000000-0000-0000-0000-000000000000}"/>
          </ac:spMkLst>
        </pc:spChg>
        <pc:spChg chg="mod ord">
          <ac:chgData name="Mengmeng Ge" userId="bb5bc401-97cb-4caf-9857-8ff441375414" providerId="ADAL" clId="{71FEE1ED-8C8D-420A-BD55-CDA79FD3D834}" dt="2024-05-12T22:41:08.446" v="680" actId="700"/>
          <ac:spMkLst>
            <pc:docMk/>
            <pc:sldMk cId="2151383930" sldId="281"/>
            <ac:spMk id="39938" creationId="{00000000-0000-0000-0000-000000000000}"/>
          </ac:spMkLst>
        </pc:spChg>
        <pc:spChg chg="mod ord">
          <ac:chgData name="Mengmeng Ge" userId="bb5bc401-97cb-4caf-9857-8ff441375414" providerId="ADAL" clId="{71FEE1ED-8C8D-420A-BD55-CDA79FD3D834}" dt="2024-05-12T22:53:50.490" v="893" actId="207"/>
          <ac:spMkLst>
            <pc:docMk/>
            <pc:sldMk cId="2151383930" sldId="281"/>
            <ac:spMk id="39939" creationId="{00000000-0000-0000-0000-000000000000}"/>
          </ac:spMkLst>
        </pc:spChg>
        <pc:graphicFrameChg chg="add mod modGraphic">
          <ac:chgData name="Mengmeng Ge" userId="bb5bc401-97cb-4caf-9857-8ff441375414" providerId="ADAL" clId="{71FEE1ED-8C8D-420A-BD55-CDA79FD3D834}" dt="2024-05-13T02:08:24.270" v="1444" actId="20577"/>
          <ac:graphicFrameMkLst>
            <pc:docMk/>
            <pc:sldMk cId="2151383930" sldId="281"/>
            <ac:graphicFrameMk id="2" creationId="{B1D5642E-039F-A129-E516-3829FA58576A}"/>
          </ac:graphicFrameMkLst>
        </pc:graphicFrameChg>
      </pc:sldChg>
      <pc:sldChg chg="addSp delSp modSp mod modClrScheme chgLayout modNotesTx">
        <pc:chgData name="Mengmeng Ge" userId="bb5bc401-97cb-4caf-9857-8ff441375414" providerId="ADAL" clId="{71FEE1ED-8C8D-420A-BD55-CDA79FD3D834}" dt="2024-05-13T02:04:12.028" v="1432" actId="20577"/>
        <pc:sldMkLst>
          <pc:docMk/>
          <pc:sldMk cId="3159084784" sldId="282"/>
        </pc:sldMkLst>
        <pc:spChg chg="add mod">
          <ac:chgData name="Mengmeng Ge" userId="bb5bc401-97cb-4caf-9857-8ff441375414" providerId="ADAL" clId="{71FEE1ED-8C8D-420A-BD55-CDA79FD3D834}" dt="2024-05-13T02:03:57.686" v="1428" actId="14100"/>
          <ac:spMkLst>
            <pc:docMk/>
            <pc:sldMk cId="3159084784" sldId="282"/>
            <ac:spMk id="9" creationId="{8DED24A0-A438-BBA8-03F4-DA8C8570F40C}"/>
          </ac:spMkLst>
        </pc:spChg>
        <pc:spChg chg="mod ord">
          <ac:chgData name="Mengmeng Ge" userId="bb5bc401-97cb-4caf-9857-8ff441375414" providerId="ADAL" clId="{71FEE1ED-8C8D-420A-BD55-CDA79FD3D834}" dt="2024-05-13T01:49:34.231" v="1179" actId="700"/>
          <ac:spMkLst>
            <pc:docMk/>
            <pc:sldMk cId="3159084784" sldId="282"/>
            <ac:spMk id="10" creationId="{00000000-0000-0000-0000-000000000000}"/>
          </ac:spMkLst>
        </pc:spChg>
        <pc:spChg chg="add mod">
          <ac:chgData name="Mengmeng Ge" userId="bb5bc401-97cb-4caf-9857-8ff441375414" providerId="ADAL" clId="{71FEE1ED-8C8D-420A-BD55-CDA79FD3D834}" dt="2024-05-13T02:04:03.725" v="1430" actId="14100"/>
          <ac:spMkLst>
            <pc:docMk/>
            <pc:sldMk cId="3159084784" sldId="282"/>
            <ac:spMk id="11" creationId="{71FDE84B-BF5E-CB97-65E8-6648946E38BA}"/>
          </ac:spMkLst>
        </pc:spChg>
        <pc:spChg chg="mod ord">
          <ac:chgData name="Mengmeng Ge" userId="bb5bc401-97cb-4caf-9857-8ff441375414" providerId="ADAL" clId="{71FEE1ED-8C8D-420A-BD55-CDA79FD3D834}" dt="2024-05-13T01:49:34.231" v="1179" actId="700"/>
          <ac:spMkLst>
            <pc:docMk/>
            <pc:sldMk cId="3159084784" sldId="282"/>
            <ac:spMk id="40962" creationId="{00000000-0000-0000-0000-000000000000}"/>
          </ac:spMkLst>
        </pc:spChg>
        <pc:spChg chg="mod ord">
          <ac:chgData name="Mengmeng Ge" userId="bb5bc401-97cb-4caf-9857-8ff441375414" providerId="ADAL" clId="{71FEE1ED-8C8D-420A-BD55-CDA79FD3D834}" dt="2024-05-13T01:59:56.579" v="1329" actId="14100"/>
          <ac:spMkLst>
            <pc:docMk/>
            <pc:sldMk cId="3159084784" sldId="282"/>
            <ac:spMk id="40963" creationId="{00000000-0000-0000-0000-000000000000}"/>
          </ac:spMkLst>
        </pc:spChg>
        <pc:spChg chg="del mod ord">
          <ac:chgData name="Mengmeng Ge" userId="bb5bc401-97cb-4caf-9857-8ff441375414" providerId="ADAL" clId="{71FEE1ED-8C8D-420A-BD55-CDA79FD3D834}" dt="2024-05-13T01:49:42.757" v="1181" actId="478"/>
          <ac:spMkLst>
            <pc:docMk/>
            <pc:sldMk cId="3159084784" sldId="282"/>
            <ac:spMk id="40964" creationId="{00000000-0000-0000-0000-000000000000}"/>
          </ac:spMkLst>
        </pc:spChg>
        <pc:spChg chg="del">
          <ac:chgData name="Mengmeng Ge" userId="bb5bc401-97cb-4caf-9857-8ff441375414" providerId="ADAL" clId="{71FEE1ED-8C8D-420A-BD55-CDA79FD3D834}" dt="2024-05-13T01:47:23.468" v="1178" actId="478"/>
          <ac:spMkLst>
            <pc:docMk/>
            <pc:sldMk cId="3159084784" sldId="282"/>
            <ac:spMk id="40966" creationId="{00000000-0000-0000-0000-000000000000}"/>
          </ac:spMkLst>
        </pc:spChg>
        <pc:spChg chg="del">
          <ac:chgData name="Mengmeng Ge" userId="bb5bc401-97cb-4caf-9857-8ff441375414" providerId="ADAL" clId="{71FEE1ED-8C8D-420A-BD55-CDA79FD3D834}" dt="2024-05-13T01:47:23.468" v="1178" actId="478"/>
          <ac:spMkLst>
            <pc:docMk/>
            <pc:sldMk cId="3159084784" sldId="282"/>
            <ac:spMk id="40967" creationId="{00000000-0000-0000-0000-000000000000}"/>
          </ac:spMkLst>
        </pc:spChg>
        <pc:spChg chg="del">
          <ac:chgData name="Mengmeng Ge" userId="bb5bc401-97cb-4caf-9857-8ff441375414" providerId="ADAL" clId="{71FEE1ED-8C8D-420A-BD55-CDA79FD3D834}" dt="2024-05-13T01:47:23.468" v="1178" actId="478"/>
          <ac:spMkLst>
            <pc:docMk/>
            <pc:sldMk cId="3159084784" sldId="282"/>
            <ac:spMk id="40968" creationId="{00000000-0000-0000-0000-000000000000}"/>
          </ac:spMkLst>
        </pc:spChg>
        <pc:spChg chg="del">
          <ac:chgData name="Mengmeng Ge" userId="bb5bc401-97cb-4caf-9857-8ff441375414" providerId="ADAL" clId="{71FEE1ED-8C8D-420A-BD55-CDA79FD3D834}" dt="2024-05-13T01:47:23.468" v="1178" actId="478"/>
          <ac:spMkLst>
            <pc:docMk/>
            <pc:sldMk cId="3159084784" sldId="282"/>
            <ac:spMk id="40969" creationId="{00000000-0000-0000-0000-000000000000}"/>
          </ac:spMkLst>
        </pc:spChg>
        <pc:picChg chg="add mod modCrop">
          <ac:chgData name="Mengmeng Ge" userId="bb5bc401-97cb-4caf-9857-8ff441375414" providerId="ADAL" clId="{71FEE1ED-8C8D-420A-BD55-CDA79FD3D834}" dt="2024-05-13T02:03:34.373" v="1422" actId="1076"/>
          <ac:picMkLst>
            <pc:docMk/>
            <pc:sldMk cId="3159084784" sldId="282"/>
            <ac:picMk id="3" creationId="{DE56F468-BE53-5B4B-8D16-5AB4D3F76FD1}"/>
          </ac:picMkLst>
        </pc:picChg>
        <pc:picChg chg="add mod modCrop">
          <ac:chgData name="Mengmeng Ge" userId="bb5bc401-97cb-4caf-9857-8ff441375414" providerId="ADAL" clId="{71FEE1ED-8C8D-420A-BD55-CDA79FD3D834}" dt="2024-05-13T02:03:31.752" v="1421" actId="1076"/>
          <ac:picMkLst>
            <pc:docMk/>
            <pc:sldMk cId="3159084784" sldId="282"/>
            <ac:picMk id="12" creationId="{71227107-CA99-E9C4-A095-9F725D10FA44}"/>
          </ac:picMkLst>
        </pc:picChg>
        <pc:cxnChg chg="add mod">
          <ac:chgData name="Mengmeng Ge" userId="bb5bc401-97cb-4caf-9857-8ff441375414" providerId="ADAL" clId="{71FEE1ED-8C8D-420A-BD55-CDA79FD3D834}" dt="2024-05-13T02:03:47.336" v="1425" actId="554"/>
          <ac:cxnSpMkLst>
            <pc:docMk/>
            <pc:sldMk cId="3159084784" sldId="282"/>
            <ac:cxnSpMk id="5" creationId="{1AEC03CB-AE50-72D9-BED0-DA5402523182}"/>
          </ac:cxnSpMkLst>
        </pc:cxnChg>
        <pc:cxnChg chg="add del mod">
          <ac:chgData name="Mengmeng Ge" userId="bb5bc401-97cb-4caf-9857-8ff441375414" providerId="ADAL" clId="{71FEE1ED-8C8D-420A-BD55-CDA79FD3D834}" dt="2024-05-13T02:01:12.276" v="1341" actId="478"/>
          <ac:cxnSpMkLst>
            <pc:docMk/>
            <pc:sldMk cId="3159084784" sldId="282"/>
            <ac:cxnSpMk id="6" creationId="{198250AE-A3EE-548A-3524-84AB3E99BF44}"/>
          </ac:cxnSpMkLst>
        </pc:cxnChg>
        <pc:cxnChg chg="add del mod">
          <ac:chgData name="Mengmeng Ge" userId="bb5bc401-97cb-4caf-9857-8ff441375414" providerId="ADAL" clId="{71FEE1ED-8C8D-420A-BD55-CDA79FD3D834}" dt="2024-05-13T02:01:13.334" v="1342" actId="478"/>
          <ac:cxnSpMkLst>
            <pc:docMk/>
            <pc:sldMk cId="3159084784" sldId="282"/>
            <ac:cxnSpMk id="7" creationId="{E9D4D52A-E200-7A74-78F4-BC4ADEF97F4E}"/>
          </ac:cxnSpMkLst>
        </pc:cxnChg>
        <pc:cxnChg chg="add mod">
          <ac:chgData name="Mengmeng Ge" userId="bb5bc401-97cb-4caf-9857-8ff441375414" providerId="ADAL" clId="{71FEE1ED-8C8D-420A-BD55-CDA79FD3D834}" dt="2024-05-13T02:03:47.336" v="1425" actId="554"/>
          <ac:cxnSpMkLst>
            <pc:docMk/>
            <pc:sldMk cId="3159084784" sldId="282"/>
            <ac:cxnSpMk id="8" creationId="{62E8A2C1-06AE-65ED-63CF-A7D9F758F3E4}"/>
          </ac:cxnSpMkLst>
        </pc:cxnChg>
      </pc:sldChg>
      <pc:sldChg chg="addSp delSp modSp mod modClrScheme chgLayout">
        <pc:chgData name="Mengmeng Ge" userId="bb5bc401-97cb-4caf-9857-8ff441375414" providerId="ADAL" clId="{71FEE1ED-8C8D-420A-BD55-CDA79FD3D834}" dt="2024-05-13T06:02:29.783" v="3563" actId="14100"/>
        <pc:sldMkLst>
          <pc:docMk/>
          <pc:sldMk cId="531872058" sldId="283"/>
        </pc:sldMkLst>
        <pc:spChg chg="mod ord">
          <ac:chgData name="Mengmeng Ge" userId="bb5bc401-97cb-4caf-9857-8ff441375414" providerId="ADAL" clId="{71FEE1ED-8C8D-420A-BD55-CDA79FD3D834}" dt="2024-05-13T02:09:21.294" v="1485" actId="700"/>
          <ac:spMkLst>
            <pc:docMk/>
            <pc:sldMk cId="531872058" sldId="283"/>
            <ac:spMk id="6" creationId="{00000000-0000-0000-0000-000000000000}"/>
          </ac:spMkLst>
        </pc:spChg>
        <pc:spChg chg="mod ord">
          <ac:chgData name="Mengmeng Ge" userId="bb5bc401-97cb-4caf-9857-8ff441375414" providerId="ADAL" clId="{71FEE1ED-8C8D-420A-BD55-CDA79FD3D834}" dt="2024-05-13T02:09:21.294" v="1485" actId="700"/>
          <ac:spMkLst>
            <pc:docMk/>
            <pc:sldMk cId="531872058" sldId="283"/>
            <ac:spMk id="115714" creationId="{00000000-0000-0000-0000-000000000000}"/>
          </ac:spMkLst>
        </pc:spChg>
        <pc:spChg chg="add del mod ord">
          <ac:chgData name="Mengmeng Ge" userId="bb5bc401-97cb-4caf-9857-8ff441375414" providerId="ADAL" clId="{71FEE1ED-8C8D-420A-BD55-CDA79FD3D834}" dt="2024-05-13T02:10:35.969" v="1498" actId="12084"/>
          <ac:spMkLst>
            <pc:docMk/>
            <pc:sldMk cId="531872058" sldId="283"/>
            <ac:spMk id="115715" creationId="{00000000-0000-0000-0000-000000000000}"/>
          </ac:spMkLst>
        </pc:spChg>
        <pc:spChg chg="del mod ord">
          <ac:chgData name="Mengmeng Ge" userId="bb5bc401-97cb-4caf-9857-8ff441375414" providerId="ADAL" clId="{71FEE1ED-8C8D-420A-BD55-CDA79FD3D834}" dt="2024-05-13T02:09:18.124" v="1484" actId="478"/>
          <ac:spMkLst>
            <pc:docMk/>
            <pc:sldMk cId="531872058" sldId="283"/>
            <ac:spMk id="115716" creationId="{00000000-0000-0000-0000-000000000000}"/>
          </ac:spMkLst>
        </pc:spChg>
        <pc:graphicFrameChg chg="add mod">
          <ac:chgData name="Mengmeng Ge" userId="bb5bc401-97cb-4caf-9857-8ff441375414" providerId="ADAL" clId="{71FEE1ED-8C8D-420A-BD55-CDA79FD3D834}" dt="2024-05-13T02:10:28.611" v="1497" actId="12084"/>
          <ac:graphicFrameMkLst>
            <pc:docMk/>
            <pc:sldMk cId="531872058" sldId="283"/>
            <ac:graphicFrameMk id="2" creationId="{B2D51F08-DDFC-A2D9-6C4E-4BCE4C0D467A}"/>
          </ac:graphicFrameMkLst>
        </pc:graphicFrameChg>
        <pc:graphicFrameChg chg="add mod modGraphic">
          <ac:chgData name="Mengmeng Ge" userId="bb5bc401-97cb-4caf-9857-8ff441375414" providerId="ADAL" clId="{71FEE1ED-8C8D-420A-BD55-CDA79FD3D834}" dt="2024-05-13T06:02:29.783" v="3563" actId="14100"/>
          <ac:graphicFrameMkLst>
            <pc:docMk/>
            <pc:sldMk cId="531872058" sldId="283"/>
            <ac:graphicFrameMk id="3" creationId="{FA68DAC0-7AFE-D134-5BD1-D58B748F57DE}"/>
          </ac:graphicFrameMkLst>
        </pc:graphicFrameChg>
      </pc:sldChg>
      <pc:sldChg chg="del">
        <pc:chgData name="Mengmeng Ge" userId="bb5bc401-97cb-4caf-9857-8ff441375414" providerId="ADAL" clId="{71FEE1ED-8C8D-420A-BD55-CDA79FD3D834}" dt="2024-05-12T22:08:55.427" v="371" actId="47"/>
        <pc:sldMkLst>
          <pc:docMk/>
          <pc:sldMk cId="4011706926" sldId="307"/>
        </pc:sldMkLst>
      </pc:sldChg>
      <pc:sldChg chg="del">
        <pc:chgData name="Mengmeng Ge" userId="bb5bc401-97cb-4caf-9857-8ff441375414" providerId="ADAL" clId="{71FEE1ED-8C8D-420A-BD55-CDA79FD3D834}" dt="2024-05-10T05:08:41.822" v="77" actId="47"/>
        <pc:sldMkLst>
          <pc:docMk/>
          <pc:sldMk cId="2338391602" sldId="309"/>
        </pc:sldMkLst>
      </pc:sldChg>
      <pc:sldChg chg="del">
        <pc:chgData name="Mengmeng Ge" userId="bb5bc401-97cb-4caf-9857-8ff441375414" providerId="ADAL" clId="{71FEE1ED-8C8D-420A-BD55-CDA79FD3D834}" dt="2024-05-10T05:08:46.842" v="78" actId="47"/>
        <pc:sldMkLst>
          <pc:docMk/>
          <pc:sldMk cId="3801091963" sldId="310"/>
        </pc:sldMkLst>
      </pc:sldChg>
      <pc:sldChg chg="del">
        <pc:chgData name="Mengmeng Ge" userId="bb5bc401-97cb-4caf-9857-8ff441375414" providerId="ADAL" clId="{71FEE1ED-8C8D-420A-BD55-CDA79FD3D834}" dt="2024-05-12T22:08:57.898" v="372" actId="47"/>
        <pc:sldMkLst>
          <pc:docMk/>
          <pc:sldMk cId="4135663974" sldId="311"/>
        </pc:sldMkLst>
      </pc:sldChg>
      <pc:sldChg chg="del">
        <pc:chgData name="Mengmeng Ge" userId="bb5bc401-97cb-4caf-9857-8ff441375414" providerId="ADAL" clId="{71FEE1ED-8C8D-420A-BD55-CDA79FD3D834}" dt="2024-05-12T22:04:44.968" v="360" actId="47"/>
        <pc:sldMkLst>
          <pc:docMk/>
          <pc:sldMk cId="3778864810" sldId="312"/>
        </pc:sldMkLst>
      </pc:sldChg>
      <pc:sldChg chg="addSp delSp modSp mod modClrScheme chgLayout">
        <pc:chgData name="Mengmeng Ge" userId="bb5bc401-97cb-4caf-9857-8ff441375414" providerId="ADAL" clId="{71FEE1ED-8C8D-420A-BD55-CDA79FD3D834}" dt="2024-05-13T02:21:54.681" v="1681" actId="20577"/>
        <pc:sldMkLst>
          <pc:docMk/>
          <pc:sldMk cId="3189658752" sldId="314"/>
        </pc:sldMkLst>
        <pc:spChg chg="add mod">
          <ac:chgData name="Mengmeng Ge" userId="bb5bc401-97cb-4caf-9857-8ff441375414" providerId="ADAL" clId="{71FEE1ED-8C8D-420A-BD55-CDA79FD3D834}" dt="2024-05-13T02:15:16.606" v="1580" actId="13926"/>
          <ac:spMkLst>
            <pc:docMk/>
            <pc:sldMk cId="3189658752" sldId="314"/>
            <ac:spMk id="2" creationId="{C5EB08E0-5464-6288-E9F3-3A6B602A6BCF}"/>
          </ac:spMkLst>
        </pc:spChg>
        <pc:spChg chg="add del mod ord">
          <ac:chgData name="Mengmeng Ge" userId="bb5bc401-97cb-4caf-9857-8ff441375414" providerId="ADAL" clId="{71FEE1ED-8C8D-420A-BD55-CDA79FD3D834}" dt="2024-05-13T02:17:19.496" v="1621" actId="478"/>
          <ac:spMkLst>
            <pc:docMk/>
            <pc:sldMk cId="3189658752" sldId="314"/>
            <ac:spMk id="3" creationId="{094198B6-F5A1-0E51-5B9A-29D53262BE76}"/>
          </ac:spMkLst>
        </pc:spChg>
        <pc:spChg chg="mod ord">
          <ac:chgData name="Mengmeng Ge" userId="bb5bc401-97cb-4caf-9857-8ff441375414" providerId="ADAL" clId="{71FEE1ED-8C8D-420A-BD55-CDA79FD3D834}" dt="2024-05-13T02:15:23.554" v="1581" actId="700"/>
          <ac:spMkLst>
            <pc:docMk/>
            <pc:sldMk cId="3189658752" sldId="314"/>
            <ac:spMk id="36" creationId="{00000000-0000-0000-0000-000000000000}"/>
          </ac:spMkLst>
        </pc:spChg>
        <pc:spChg chg="mod ord">
          <ac:chgData name="Mengmeng Ge" userId="bb5bc401-97cb-4caf-9857-8ff441375414" providerId="ADAL" clId="{71FEE1ED-8C8D-420A-BD55-CDA79FD3D834}" dt="2024-05-13T02:15:28.687" v="1585" actId="20577"/>
          <ac:spMkLst>
            <pc:docMk/>
            <pc:sldMk cId="3189658752" sldId="314"/>
            <ac:spMk id="114690" creationId="{00000000-0000-0000-0000-000000000000}"/>
          </ac:spMkLst>
        </pc:spChg>
        <pc:spChg chg="mod ord">
          <ac:chgData name="Mengmeng Ge" userId="bb5bc401-97cb-4caf-9857-8ff441375414" providerId="ADAL" clId="{71FEE1ED-8C8D-420A-BD55-CDA79FD3D834}" dt="2024-05-13T02:21:54.681" v="1681" actId="20577"/>
          <ac:spMkLst>
            <pc:docMk/>
            <pc:sldMk cId="3189658752" sldId="314"/>
            <ac:spMk id="114691"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695"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696"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697"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698"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699"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00"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01"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02"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03"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04"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05"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06"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07"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08"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09"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10"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11" creationId="{00000000-0000-0000-0000-000000000000}"/>
          </ac:spMkLst>
        </pc:spChg>
        <pc:spChg chg="mod">
          <ac:chgData name="Mengmeng Ge" userId="bb5bc401-97cb-4caf-9857-8ff441375414" providerId="ADAL" clId="{71FEE1ED-8C8D-420A-BD55-CDA79FD3D834}" dt="2024-05-13T02:19:22.348" v="1643" actId="20577"/>
          <ac:spMkLst>
            <pc:docMk/>
            <pc:sldMk cId="3189658752" sldId="314"/>
            <ac:spMk id="114712"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13"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14"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15"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16"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17"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18"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23"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24"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25" creationId="{00000000-0000-0000-0000-000000000000}"/>
          </ac:spMkLst>
        </pc:spChg>
        <pc:spChg chg="mod">
          <ac:chgData name="Mengmeng Ge" userId="bb5bc401-97cb-4caf-9857-8ff441375414" providerId="ADAL" clId="{71FEE1ED-8C8D-420A-BD55-CDA79FD3D834}" dt="2024-05-13T02:18:22.778" v="1639" actId="14100"/>
          <ac:spMkLst>
            <pc:docMk/>
            <pc:sldMk cId="3189658752" sldId="314"/>
            <ac:spMk id="114726" creationId="{00000000-0000-0000-0000-000000000000}"/>
          </ac:spMkLst>
        </pc:spChg>
        <pc:grpChg chg="mod">
          <ac:chgData name="Mengmeng Ge" userId="bb5bc401-97cb-4caf-9857-8ff441375414" providerId="ADAL" clId="{71FEE1ED-8C8D-420A-BD55-CDA79FD3D834}" dt="2024-05-13T02:18:22.778" v="1639" actId="14100"/>
          <ac:grpSpMkLst>
            <pc:docMk/>
            <pc:sldMk cId="3189658752" sldId="314"/>
            <ac:grpSpMk id="114694" creationId="{00000000-0000-0000-0000-000000000000}"/>
          </ac:grpSpMkLst>
        </pc:grpChg>
        <pc:grpChg chg="mod">
          <ac:chgData name="Mengmeng Ge" userId="bb5bc401-97cb-4caf-9857-8ff441375414" providerId="ADAL" clId="{71FEE1ED-8C8D-420A-BD55-CDA79FD3D834}" dt="2024-05-13T02:18:22.778" v="1639" actId="14100"/>
          <ac:grpSpMkLst>
            <pc:docMk/>
            <pc:sldMk cId="3189658752" sldId="314"/>
            <ac:grpSpMk id="114728" creationId="{00000000-0000-0000-0000-000000000000}"/>
          </ac:grpSpMkLst>
        </pc:grpChg>
        <pc:graphicFrameChg chg="mod">
          <ac:chgData name="Mengmeng Ge" userId="bb5bc401-97cb-4caf-9857-8ff441375414" providerId="ADAL" clId="{71FEE1ED-8C8D-420A-BD55-CDA79FD3D834}" dt="2024-05-13T02:18:22.778" v="1639" actId="14100"/>
          <ac:graphicFrameMkLst>
            <pc:docMk/>
            <pc:sldMk cId="3189658752" sldId="314"/>
            <ac:graphicFrameMk id="114693" creationId="{00000000-0000-0000-0000-000000000000}"/>
          </ac:graphicFrameMkLst>
        </pc:graphicFrameChg>
      </pc:sldChg>
      <pc:sldChg chg="addSp delSp modSp mod modClrScheme chgLayout modNotesTx">
        <pc:chgData name="Mengmeng Ge" userId="bb5bc401-97cb-4caf-9857-8ff441375414" providerId="ADAL" clId="{71FEE1ED-8C8D-420A-BD55-CDA79FD3D834}" dt="2024-05-13T06:02:11.318" v="3561" actId="20577"/>
        <pc:sldMkLst>
          <pc:docMk/>
          <pc:sldMk cId="135957232" sldId="315"/>
        </pc:sldMkLst>
        <pc:spChg chg="add del mod ord">
          <ac:chgData name="Mengmeng Ge" userId="bb5bc401-97cb-4caf-9857-8ff441375414" providerId="ADAL" clId="{71FEE1ED-8C8D-420A-BD55-CDA79FD3D834}" dt="2024-05-13T02:22:16.131" v="1683" actId="478"/>
          <ac:spMkLst>
            <pc:docMk/>
            <pc:sldMk cId="135957232" sldId="315"/>
            <ac:spMk id="3" creationId="{F178A7F7-F213-8F39-034F-72E9D1628427}"/>
          </ac:spMkLst>
        </pc:spChg>
        <pc:spChg chg="add del mod ord">
          <ac:chgData name="Mengmeng Ge" userId="bb5bc401-97cb-4caf-9857-8ff441375414" providerId="ADAL" clId="{71FEE1ED-8C8D-420A-BD55-CDA79FD3D834}" dt="2024-05-13T02:29:49.433" v="1737" actId="478"/>
          <ac:spMkLst>
            <pc:docMk/>
            <pc:sldMk cId="135957232" sldId="315"/>
            <ac:spMk id="4" creationId="{78AA01B0-C769-6D29-5A03-C5E916F91712}"/>
          </ac:spMkLst>
        </pc:spChg>
        <pc:spChg chg="mod ord">
          <ac:chgData name="Mengmeng Ge" userId="bb5bc401-97cb-4caf-9857-8ff441375414" providerId="ADAL" clId="{71FEE1ED-8C8D-420A-BD55-CDA79FD3D834}" dt="2024-05-13T02:29:46.511" v="1736" actId="700"/>
          <ac:spMkLst>
            <pc:docMk/>
            <pc:sldMk cId="135957232" sldId="315"/>
            <ac:spMk id="6" creationId="{00000000-0000-0000-0000-000000000000}"/>
          </ac:spMkLst>
        </pc:spChg>
        <pc:spChg chg="mod ord">
          <ac:chgData name="Mengmeng Ge" userId="bb5bc401-97cb-4caf-9857-8ff441375414" providerId="ADAL" clId="{71FEE1ED-8C8D-420A-BD55-CDA79FD3D834}" dt="2024-05-13T02:29:46.511" v="1736" actId="700"/>
          <ac:spMkLst>
            <pc:docMk/>
            <pc:sldMk cId="135957232" sldId="315"/>
            <ac:spMk id="72706" creationId="{00000000-0000-0000-0000-000000000000}"/>
          </ac:spMkLst>
        </pc:spChg>
        <pc:spChg chg="mod ord">
          <ac:chgData name="Mengmeng Ge" userId="bb5bc401-97cb-4caf-9857-8ff441375414" providerId="ADAL" clId="{71FEE1ED-8C8D-420A-BD55-CDA79FD3D834}" dt="2024-05-13T06:02:11.318" v="3561" actId="20577"/>
          <ac:spMkLst>
            <pc:docMk/>
            <pc:sldMk cId="135957232" sldId="315"/>
            <ac:spMk id="72707" creationId="{00000000-0000-0000-0000-000000000000}"/>
          </ac:spMkLst>
        </pc:spChg>
        <pc:grpChg chg="mod">
          <ac:chgData name="Mengmeng Ge" userId="bb5bc401-97cb-4caf-9857-8ff441375414" providerId="ADAL" clId="{71FEE1ED-8C8D-420A-BD55-CDA79FD3D834}" dt="2024-05-13T02:33:42.228" v="1759" actId="1035"/>
          <ac:grpSpMkLst>
            <pc:docMk/>
            <pc:sldMk cId="135957232" sldId="315"/>
            <ac:grpSpMk id="16" creationId="{00000000-0000-0000-0000-000000000000}"/>
          </ac:grpSpMkLst>
        </pc:grpChg>
        <pc:grpChg chg="mod">
          <ac:chgData name="Mengmeng Ge" userId="bb5bc401-97cb-4caf-9857-8ff441375414" providerId="ADAL" clId="{71FEE1ED-8C8D-420A-BD55-CDA79FD3D834}" dt="2024-05-13T02:33:46.333" v="1763" actId="1035"/>
          <ac:grpSpMkLst>
            <pc:docMk/>
            <pc:sldMk cId="135957232" sldId="315"/>
            <ac:grpSpMk id="25" creationId="{00000000-0000-0000-0000-000000000000}"/>
          </ac:grpSpMkLst>
        </pc:grpChg>
      </pc:sldChg>
      <pc:sldChg chg="addSp delSp modSp mod modClrScheme chgLayout modNotesTx">
        <pc:chgData name="Mengmeng Ge" userId="bb5bc401-97cb-4caf-9857-8ff441375414" providerId="ADAL" clId="{71FEE1ED-8C8D-420A-BD55-CDA79FD3D834}" dt="2024-05-13T02:38:58.929" v="1796" actId="1036"/>
        <pc:sldMkLst>
          <pc:docMk/>
          <pc:sldMk cId="2021608392" sldId="316"/>
        </pc:sldMkLst>
        <pc:spChg chg="mod ord">
          <ac:chgData name="Mengmeng Ge" userId="bb5bc401-97cb-4caf-9857-8ff441375414" providerId="ADAL" clId="{71FEE1ED-8C8D-420A-BD55-CDA79FD3D834}" dt="2024-05-13T02:29:27.988" v="1732" actId="700"/>
          <ac:spMkLst>
            <pc:docMk/>
            <pc:sldMk cId="2021608392" sldId="316"/>
            <ac:spMk id="2" creationId="{00000000-0000-0000-0000-000000000000}"/>
          </ac:spMkLst>
        </pc:spChg>
        <pc:spChg chg="add mod ord">
          <ac:chgData name="Mengmeng Ge" userId="bb5bc401-97cb-4caf-9857-8ff441375414" providerId="ADAL" clId="{71FEE1ED-8C8D-420A-BD55-CDA79FD3D834}" dt="2024-05-13T02:38:55.751" v="1793" actId="20577"/>
          <ac:spMkLst>
            <pc:docMk/>
            <pc:sldMk cId="2021608392" sldId="316"/>
            <ac:spMk id="3" creationId="{BAB829FC-8E03-F38A-51D7-176C3398298A}"/>
          </ac:spMkLst>
        </pc:spChg>
        <pc:spChg chg="mod ord">
          <ac:chgData name="Mengmeng Ge" userId="bb5bc401-97cb-4caf-9857-8ff441375414" providerId="ADAL" clId="{71FEE1ED-8C8D-420A-BD55-CDA79FD3D834}" dt="2024-05-13T02:29:27.988" v="1732" actId="700"/>
          <ac:spMkLst>
            <pc:docMk/>
            <pc:sldMk cId="2021608392" sldId="316"/>
            <ac:spMk id="5" creationId="{00000000-0000-0000-0000-000000000000}"/>
          </ac:spMkLst>
        </pc:spChg>
        <pc:spChg chg="del mod">
          <ac:chgData name="Mengmeng Ge" userId="bb5bc401-97cb-4caf-9857-8ff441375414" providerId="ADAL" clId="{71FEE1ED-8C8D-420A-BD55-CDA79FD3D834}" dt="2024-05-13T02:29:38.834" v="1734" actId="478"/>
          <ac:spMkLst>
            <pc:docMk/>
            <pc:sldMk cId="2021608392" sldId="316"/>
            <ac:spMk id="6" creationId="{00000000-0000-0000-0000-000000000000}"/>
          </ac:spMkLst>
        </pc:spChg>
        <pc:spChg chg="add del mod ord">
          <ac:chgData name="Mengmeng Ge" userId="bb5bc401-97cb-4caf-9857-8ff441375414" providerId="ADAL" clId="{71FEE1ED-8C8D-420A-BD55-CDA79FD3D834}" dt="2024-05-13T02:29:55.239" v="1738" actId="478"/>
          <ac:spMkLst>
            <pc:docMk/>
            <pc:sldMk cId="2021608392" sldId="316"/>
            <ac:spMk id="7" creationId="{1B7C9516-F55C-B6EA-CD9E-444CEBDF9C60}"/>
          </ac:spMkLst>
        </pc:spChg>
        <pc:grpChg chg="mod">
          <ac:chgData name="Mengmeng Ge" userId="bb5bc401-97cb-4caf-9857-8ff441375414" providerId="ADAL" clId="{71FEE1ED-8C8D-420A-BD55-CDA79FD3D834}" dt="2024-05-13T02:30:10.393" v="1743" actId="1035"/>
          <ac:grpSpMkLst>
            <pc:docMk/>
            <pc:sldMk cId="2021608392" sldId="316"/>
            <ac:grpSpMk id="31" creationId="{00000000-0000-0000-0000-000000000000}"/>
          </ac:grpSpMkLst>
        </pc:grpChg>
        <pc:grpChg chg="mod">
          <ac:chgData name="Mengmeng Ge" userId="bb5bc401-97cb-4caf-9857-8ff441375414" providerId="ADAL" clId="{71FEE1ED-8C8D-420A-BD55-CDA79FD3D834}" dt="2024-05-13T02:38:58.929" v="1796" actId="1036"/>
          <ac:grpSpMkLst>
            <pc:docMk/>
            <pc:sldMk cId="2021608392" sldId="316"/>
            <ac:grpSpMk id="32" creationId="{00000000-0000-0000-0000-000000000000}"/>
          </ac:grpSpMkLst>
        </pc:grpChg>
      </pc:sldChg>
      <pc:sldChg chg="del">
        <pc:chgData name="Mengmeng Ge" userId="bb5bc401-97cb-4caf-9857-8ff441375414" providerId="ADAL" clId="{71FEE1ED-8C8D-420A-BD55-CDA79FD3D834}" dt="2024-05-13T02:36:34.645" v="1786" actId="47"/>
        <pc:sldMkLst>
          <pc:docMk/>
          <pc:sldMk cId="300642132" sldId="317"/>
        </pc:sldMkLst>
      </pc:sldChg>
      <pc:sldChg chg="del">
        <pc:chgData name="Mengmeng Ge" userId="bb5bc401-97cb-4caf-9857-8ff441375414" providerId="ADAL" clId="{71FEE1ED-8C8D-420A-BD55-CDA79FD3D834}" dt="2024-05-10T05:57:06.964" v="79" actId="47"/>
        <pc:sldMkLst>
          <pc:docMk/>
          <pc:sldMk cId="1851265758" sldId="318"/>
        </pc:sldMkLst>
      </pc:sldChg>
      <pc:sldChg chg="del">
        <pc:chgData name="Mengmeng Ge" userId="bb5bc401-97cb-4caf-9857-8ff441375414" providerId="ADAL" clId="{71FEE1ED-8C8D-420A-BD55-CDA79FD3D834}" dt="2024-05-10T05:57:07.681" v="80" actId="47"/>
        <pc:sldMkLst>
          <pc:docMk/>
          <pc:sldMk cId="3460686760" sldId="319"/>
        </pc:sldMkLst>
      </pc:sldChg>
      <pc:sldChg chg="del">
        <pc:chgData name="Mengmeng Ge" userId="bb5bc401-97cb-4caf-9857-8ff441375414" providerId="ADAL" clId="{71FEE1ED-8C8D-420A-BD55-CDA79FD3D834}" dt="2024-05-12T04:15:39.034" v="223" actId="47"/>
        <pc:sldMkLst>
          <pc:docMk/>
          <pc:sldMk cId="2950534652" sldId="321"/>
        </pc:sldMkLst>
      </pc:sldChg>
      <pc:sldChg chg="del">
        <pc:chgData name="Mengmeng Ge" userId="bb5bc401-97cb-4caf-9857-8ff441375414" providerId="ADAL" clId="{71FEE1ED-8C8D-420A-BD55-CDA79FD3D834}" dt="2024-05-12T04:15:39.784" v="224" actId="47"/>
        <pc:sldMkLst>
          <pc:docMk/>
          <pc:sldMk cId="775715824" sldId="322"/>
        </pc:sldMkLst>
      </pc:sldChg>
      <pc:sldChg chg="modSp mod">
        <pc:chgData name="Mengmeng Ge" userId="bb5bc401-97cb-4caf-9857-8ff441375414" providerId="ADAL" clId="{71FEE1ED-8C8D-420A-BD55-CDA79FD3D834}" dt="2024-05-12T04:43:24.678" v="334" actId="1076"/>
        <pc:sldMkLst>
          <pc:docMk/>
          <pc:sldMk cId="2571932646" sldId="323"/>
        </pc:sldMkLst>
        <pc:spChg chg="mod">
          <ac:chgData name="Mengmeng Ge" userId="bb5bc401-97cb-4caf-9857-8ff441375414" providerId="ADAL" clId="{71FEE1ED-8C8D-420A-BD55-CDA79FD3D834}" dt="2024-05-12T04:41:11.974" v="302" actId="20577"/>
          <ac:spMkLst>
            <pc:docMk/>
            <pc:sldMk cId="2571932646" sldId="323"/>
            <ac:spMk id="2" creationId="{00000000-0000-0000-0000-000000000000}"/>
          </ac:spMkLst>
        </pc:spChg>
        <pc:spChg chg="mod">
          <ac:chgData name="Mengmeng Ge" userId="bb5bc401-97cb-4caf-9857-8ff441375414" providerId="ADAL" clId="{71FEE1ED-8C8D-420A-BD55-CDA79FD3D834}" dt="2024-05-12T04:40:43.852" v="301" actId="14100"/>
          <ac:spMkLst>
            <pc:docMk/>
            <pc:sldMk cId="2571932646" sldId="323"/>
            <ac:spMk id="3" creationId="{00000000-0000-0000-0000-000000000000}"/>
          </ac:spMkLst>
        </pc:spChg>
        <pc:graphicFrameChg chg="mod modGraphic">
          <ac:chgData name="Mengmeng Ge" userId="bb5bc401-97cb-4caf-9857-8ff441375414" providerId="ADAL" clId="{71FEE1ED-8C8D-420A-BD55-CDA79FD3D834}" dt="2024-05-12T04:43:24.678" v="334" actId="1076"/>
          <ac:graphicFrameMkLst>
            <pc:docMk/>
            <pc:sldMk cId="2571932646" sldId="323"/>
            <ac:graphicFrameMk id="6" creationId="{00000000-0000-0000-0000-000000000000}"/>
          </ac:graphicFrameMkLst>
        </pc:graphicFrameChg>
      </pc:sldChg>
      <pc:sldChg chg="del">
        <pc:chgData name="Mengmeng Ge" userId="bb5bc401-97cb-4caf-9857-8ff441375414" providerId="ADAL" clId="{71FEE1ED-8C8D-420A-BD55-CDA79FD3D834}" dt="2024-05-12T04:37:10.465" v="251" actId="47"/>
        <pc:sldMkLst>
          <pc:docMk/>
          <pc:sldMk cId="769270653" sldId="324"/>
        </pc:sldMkLst>
      </pc:sldChg>
      <pc:sldChg chg="del">
        <pc:chgData name="Mengmeng Ge" userId="bb5bc401-97cb-4caf-9857-8ff441375414" providerId="ADAL" clId="{71FEE1ED-8C8D-420A-BD55-CDA79FD3D834}" dt="2024-05-12T04:37:10.848" v="252" actId="47"/>
        <pc:sldMkLst>
          <pc:docMk/>
          <pc:sldMk cId="902822896" sldId="325"/>
        </pc:sldMkLst>
      </pc:sldChg>
      <pc:sldChg chg="del">
        <pc:chgData name="Mengmeng Ge" userId="bb5bc401-97cb-4caf-9857-8ff441375414" providerId="ADAL" clId="{71FEE1ED-8C8D-420A-BD55-CDA79FD3D834}" dt="2024-05-12T04:37:11.228" v="253" actId="47"/>
        <pc:sldMkLst>
          <pc:docMk/>
          <pc:sldMk cId="927102938" sldId="326"/>
        </pc:sldMkLst>
      </pc:sldChg>
      <pc:sldChg chg="del">
        <pc:chgData name="Mengmeng Ge" userId="bb5bc401-97cb-4caf-9857-8ff441375414" providerId="ADAL" clId="{71FEE1ED-8C8D-420A-BD55-CDA79FD3D834}" dt="2024-05-12T04:37:13.019" v="254" actId="47"/>
        <pc:sldMkLst>
          <pc:docMk/>
          <pc:sldMk cId="2875782835" sldId="327"/>
        </pc:sldMkLst>
      </pc:sldChg>
      <pc:sldChg chg="del">
        <pc:chgData name="Mengmeng Ge" userId="bb5bc401-97cb-4caf-9857-8ff441375414" providerId="ADAL" clId="{71FEE1ED-8C8D-420A-BD55-CDA79FD3D834}" dt="2024-05-13T04:10:30.848" v="2790" actId="47"/>
        <pc:sldMkLst>
          <pc:docMk/>
          <pc:sldMk cId="2254778275" sldId="328"/>
        </pc:sldMkLst>
      </pc:sldChg>
      <pc:sldChg chg="addSp delSp modSp mod modClrScheme chgLayout modNotesTx">
        <pc:chgData name="Mengmeng Ge" userId="bb5bc401-97cb-4caf-9857-8ff441375414" providerId="ADAL" clId="{71FEE1ED-8C8D-420A-BD55-CDA79FD3D834}" dt="2024-05-13T04:49:38.962" v="3105" actId="255"/>
        <pc:sldMkLst>
          <pc:docMk/>
          <pc:sldMk cId="1920203619" sldId="330"/>
        </pc:sldMkLst>
        <pc:spChg chg="add del mod">
          <ac:chgData name="Mengmeng Ge" userId="bb5bc401-97cb-4caf-9857-8ff441375414" providerId="ADAL" clId="{71FEE1ED-8C8D-420A-BD55-CDA79FD3D834}" dt="2024-05-13T04:27:55.191" v="2918" actId="12084"/>
          <ac:spMkLst>
            <pc:docMk/>
            <pc:sldMk cId="1920203619" sldId="330"/>
            <ac:spMk id="3" creationId="{19065EFA-077D-173B-4950-D8FDDFB53B52}"/>
          </ac:spMkLst>
        </pc:spChg>
        <pc:spChg chg="del mod">
          <ac:chgData name="Mengmeng Ge" userId="bb5bc401-97cb-4caf-9857-8ff441375414" providerId="ADAL" clId="{71FEE1ED-8C8D-420A-BD55-CDA79FD3D834}" dt="2024-05-13T04:37:39.356" v="2932" actId="478"/>
          <ac:spMkLst>
            <pc:docMk/>
            <pc:sldMk cId="1920203619" sldId="330"/>
            <ac:spMk id="5" creationId="{00000000-0000-0000-0000-000000000000}"/>
          </ac:spMkLst>
        </pc:spChg>
        <pc:spChg chg="mod ord">
          <ac:chgData name="Mengmeng Ge" userId="bb5bc401-97cb-4caf-9857-8ff441375414" providerId="ADAL" clId="{71FEE1ED-8C8D-420A-BD55-CDA79FD3D834}" dt="2024-05-13T04:24:43.712" v="2835" actId="700"/>
          <ac:spMkLst>
            <pc:docMk/>
            <pc:sldMk cId="1920203619" sldId="330"/>
            <ac:spMk id="6" creationId="{00000000-0000-0000-0000-000000000000}"/>
          </ac:spMkLst>
        </pc:spChg>
        <pc:spChg chg="add del mod">
          <ac:chgData name="Mengmeng Ge" userId="bb5bc401-97cb-4caf-9857-8ff441375414" providerId="ADAL" clId="{71FEE1ED-8C8D-420A-BD55-CDA79FD3D834}" dt="2024-05-13T04:42:06.533" v="3019" actId="12084"/>
          <ac:spMkLst>
            <pc:docMk/>
            <pc:sldMk cId="1920203619" sldId="330"/>
            <ac:spMk id="12" creationId="{CB6FF23E-2BA5-E276-CBEE-36A2B0BDA14F}"/>
          </ac:spMkLst>
        </pc:spChg>
        <pc:spChg chg="mod ord">
          <ac:chgData name="Mengmeng Ge" userId="bb5bc401-97cb-4caf-9857-8ff441375414" providerId="ADAL" clId="{71FEE1ED-8C8D-420A-BD55-CDA79FD3D834}" dt="2024-05-13T04:49:38.962" v="3105" actId="255"/>
          <ac:spMkLst>
            <pc:docMk/>
            <pc:sldMk cId="1920203619" sldId="330"/>
            <ac:spMk id="121858" creationId="{00000000-0000-0000-0000-000000000000}"/>
          </ac:spMkLst>
        </pc:spChg>
        <pc:spChg chg="mod ord">
          <ac:chgData name="Mengmeng Ge" userId="bb5bc401-97cb-4caf-9857-8ff441375414" providerId="ADAL" clId="{71FEE1ED-8C8D-420A-BD55-CDA79FD3D834}" dt="2024-05-13T04:42:49.837" v="3048" actId="167"/>
          <ac:spMkLst>
            <pc:docMk/>
            <pc:sldMk cId="1920203619" sldId="330"/>
            <ac:spMk id="121859" creationId="{00000000-0000-0000-0000-000000000000}"/>
          </ac:spMkLst>
        </pc:spChg>
        <pc:graphicFrameChg chg="add mod">
          <ac:chgData name="Mengmeng Ge" userId="bb5bc401-97cb-4caf-9857-8ff441375414" providerId="ADAL" clId="{71FEE1ED-8C8D-420A-BD55-CDA79FD3D834}" dt="2024-05-13T04:27:13.025" v="2893" actId="12084"/>
          <ac:graphicFrameMkLst>
            <pc:docMk/>
            <pc:sldMk cId="1920203619" sldId="330"/>
            <ac:graphicFrameMk id="4" creationId="{E25BBED9-0E80-76EF-7CFB-F120CE98D755}"/>
          </ac:graphicFrameMkLst>
        </pc:graphicFrameChg>
        <pc:graphicFrameChg chg="add del mod modGraphic">
          <ac:chgData name="Mengmeng Ge" userId="bb5bc401-97cb-4caf-9857-8ff441375414" providerId="ADAL" clId="{71FEE1ED-8C8D-420A-BD55-CDA79FD3D834}" dt="2024-05-13T04:41:21.860" v="2983" actId="11529"/>
          <ac:graphicFrameMkLst>
            <pc:docMk/>
            <pc:sldMk cId="1920203619" sldId="330"/>
            <ac:graphicFrameMk id="7" creationId="{AB4779DC-9F66-9022-A7B3-350D14689DA0}"/>
          </ac:graphicFrameMkLst>
        </pc:graphicFrameChg>
        <pc:graphicFrameChg chg="add mod modGraphic">
          <ac:chgData name="Mengmeng Ge" userId="bb5bc401-97cb-4caf-9857-8ff441375414" providerId="ADAL" clId="{71FEE1ED-8C8D-420A-BD55-CDA79FD3D834}" dt="2024-05-13T04:43:10.337" v="3053" actId="207"/>
          <ac:graphicFrameMkLst>
            <pc:docMk/>
            <pc:sldMk cId="1920203619" sldId="330"/>
            <ac:graphicFrameMk id="13" creationId="{75A31D64-4E92-CD08-E04A-7AB6A3EF4594}"/>
          </ac:graphicFrameMkLst>
        </pc:graphicFrameChg>
        <pc:picChg chg="add del mod">
          <ac:chgData name="Mengmeng Ge" userId="bb5bc401-97cb-4caf-9857-8ff441375414" providerId="ADAL" clId="{71FEE1ED-8C8D-420A-BD55-CDA79FD3D834}" dt="2024-05-13T04:39:19.604" v="2972" actId="478"/>
          <ac:picMkLst>
            <pc:docMk/>
            <pc:sldMk cId="1920203619" sldId="330"/>
            <ac:picMk id="9" creationId="{D4F65E58-01C0-2CBB-72CB-3732C6D21DAF}"/>
          </ac:picMkLst>
        </pc:picChg>
        <pc:picChg chg="add mod ord">
          <ac:chgData name="Mengmeng Ge" userId="bb5bc401-97cb-4caf-9857-8ff441375414" providerId="ADAL" clId="{71FEE1ED-8C8D-420A-BD55-CDA79FD3D834}" dt="2024-05-13T04:42:53.175" v="3049" actId="1076"/>
          <ac:picMkLst>
            <pc:docMk/>
            <pc:sldMk cId="1920203619" sldId="330"/>
            <ac:picMk id="11" creationId="{BC7A9841-94AF-D62F-B23B-1CD61BB85EE5}"/>
          </ac:picMkLst>
        </pc:picChg>
      </pc:sldChg>
      <pc:sldChg chg="addSp modSp mod modNotesTx">
        <pc:chgData name="Mengmeng Ge" userId="bb5bc401-97cb-4caf-9857-8ff441375414" providerId="ADAL" clId="{71FEE1ED-8C8D-420A-BD55-CDA79FD3D834}" dt="2024-05-12T04:33:34.661" v="250"/>
        <pc:sldMkLst>
          <pc:docMk/>
          <pc:sldMk cId="4008323126" sldId="332"/>
        </pc:sldMkLst>
        <pc:spChg chg="mod">
          <ac:chgData name="Mengmeng Ge" userId="bb5bc401-97cb-4caf-9857-8ff441375414" providerId="ADAL" clId="{71FEE1ED-8C8D-420A-BD55-CDA79FD3D834}" dt="2024-05-12T04:33:02.820" v="246" actId="14100"/>
          <ac:spMkLst>
            <pc:docMk/>
            <pc:sldMk cId="4008323126" sldId="332"/>
            <ac:spMk id="3" creationId="{00000000-0000-0000-0000-000000000000}"/>
          </ac:spMkLst>
        </pc:spChg>
        <pc:picChg chg="add mod">
          <ac:chgData name="Mengmeng Ge" userId="bb5bc401-97cb-4caf-9857-8ff441375414" providerId="ADAL" clId="{71FEE1ED-8C8D-420A-BD55-CDA79FD3D834}" dt="2024-05-12T04:33:11.329" v="249" actId="14100"/>
          <ac:picMkLst>
            <pc:docMk/>
            <pc:sldMk cId="4008323126" sldId="332"/>
            <ac:picMk id="6" creationId="{D65D9F93-B015-E0C0-218E-110A9086653D}"/>
          </ac:picMkLst>
        </pc:picChg>
      </pc:sldChg>
      <pc:sldChg chg="del">
        <pc:chgData name="Mengmeng Ge" userId="bb5bc401-97cb-4caf-9857-8ff441375414" providerId="ADAL" clId="{71FEE1ED-8C8D-420A-BD55-CDA79FD3D834}" dt="2024-05-12T22:09:00.943" v="373" actId="47"/>
        <pc:sldMkLst>
          <pc:docMk/>
          <pc:sldMk cId="594784797" sldId="333"/>
        </pc:sldMkLst>
      </pc:sldChg>
      <pc:sldChg chg="addSp delSp modSp mod chgLayout modNotesTx">
        <pc:chgData name="Mengmeng Ge" userId="bb5bc401-97cb-4caf-9857-8ff441375414" providerId="ADAL" clId="{71FEE1ED-8C8D-420A-BD55-CDA79FD3D834}" dt="2024-05-12T22:41:38.477" v="704" actId="20577"/>
        <pc:sldMkLst>
          <pc:docMk/>
          <pc:sldMk cId="2639343232" sldId="334"/>
        </pc:sldMkLst>
        <pc:spChg chg="del">
          <ac:chgData name="Mengmeng Ge" userId="bb5bc401-97cb-4caf-9857-8ff441375414" providerId="ADAL" clId="{71FEE1ED-8C8D-420A-BD55-CDA79FD3D834}" dt="2024-05-12T22:18:35.849" v="413" actId="700"/>
          <ac:spMkLst>
            <pc:docMk/>
            <pc:sldMk cId="2639343232" sldId="334"/>
            <ac:spMk id="2" creationId="{00000000-0000-0000-0000-000000000000}"/>
          </ac:spMkLst>
        </pc:spChg>
        <pc:spChg chg="del mod ord">
          <ac:chgData name="Mengmeng Ge" userId="bb5bc401-97cb-4caf-9857-8ff441375414" providerId="ADAL" clId="{71FEE1ED-8C8D-420A-BD55-CDA79FD3D834}" dt="2024-05-12T22:19:29.978" v="428" actId="478"/>
          <ac:spMkLst>
            <pc:docMk/>
            <pc:sldMk cId="2639343232" sldId="334"/>
            <ac:spMk id="3" creationId="{00000000-0000-0000-0000-000000000000}"/>
          </ac:spMkLst>
        </pc:spChg>
        <pc:spChg chg="mod ord">
          <ac:chgData name="Mengmeng Ge" userId="bb5bc401-97cb-4caf-9857-8ff441375414" providerId="ADAL" clId="{71FEE1ED-8C8D-420A-BD55-CDA79FD3D834}" dt="2024-05-12T22:33:21.137" v="645" actId="700"/>
          <ac:spMkLst>
            <pc:docMk/>
            <pc:sldMk cId="2639343232" sldId="334"/>
            <ac:spMk id="4" creationId="{00000000-0000-0000-0000-000000000000}"/>
          </ac:spMkLst>
        </pc:spChg>
        <pc:spChg chg="add mod ord">
          <ac:chgData name="Mengmeng Ge" userId="bb5bc401-97cb-4caf-9857-8ff441375414" providerId="ADAL" clId="{71FEE1ED-8C8D-420A-BD55-CDA79FD3D834}" dt="2024-05-12T22:33:21.137" v="645" actId="700"/>
          <ac:spMkLst>
            <pc:docMk/>
            <pc:sldMk cId="2639343232" sldId="334"/>
            <ac:spMk id="5" creationId="{D3579C40-27DB-7029-28DB-F0354F5EF66F}"/>
          </ac:spMkLst>
        </pc:spChg>
        <pc:spChg chg="add del mod">
          <ac:chgData name="Mengmeng Ge" userId="bb5bc401-97cb-4caf-9857-8ff441375414" providerId="ADAL" clId="{71FEE1ED-8C8D-420A-BD55-CDA79FD3D834}" dt="2024-05-12T22:19:33.130" v="429" actId="478"/>
          <ac:spMkLst>
            <pc:docMk/>
            <pc:sldMk cId="2639343232" sldId="334"/>
            <ac:spMk id="9" creationId="{1F1ACAC5-BBD0-0BF6-98CB-995FCF720313}"/>
          </ac:spMkLst>
        </pc:spChg>
        <pc:spChg chg="add mod">
          <ac:chgData name="Mengmeng Ge" userId="bb5bc401-97cb-4caf-9857-8ff441375414" providerId="ADAL" clId="{71FEE1ED-8C8D-420A-BD55-CDA79FD3D834}" dt="2024-05-12T22:33:17.623" v="644" actId="1036"/>
          <ac:spMkLst>
            <pc:docMk/>
            <pc:sldMk cId="2639343232" sldId="334"/>
            <ac:spMk id="30" creationId="{F681A01B-72B2-AD27-D149-B77191B295CB}"/>
          </ac:spMkLst>
        </pc:spChg>
        <pc:spChg chg="add mod">
          <ac:chgData name="Mengmeng Ge" userId="bb5bc401-97cb-4caf-9857-8ff441375414" providerId="ADAL" clId="{71FEE1ED-8C8D-420A-BD55-CDA79FD3D834}" dt="2024-05-12T22:33:17.623" v="644" actId="1036"/>
          <ac:spMkLst>
            <pc:docMk/>
            <pc:sldMk cId="2639343232" sldId="334"/>
            <ac:spMk id="32" creationId="{EDDFB193-878F-CD84-839F-0CA0366CD9F4}"/>
          </ac:spMkLst>
        </pc:spChg>
        <pc:spChg chg="add mod">
          <ac:chgData name="Mengmeng Ge" userId="bb5bc401-97cb-4caf-9857-8ff441375414" providerId="ADAL" clId="{71FEE1ED-8C8D-420A-BD55-CDA79FD3D834}" dt="2024-05-12T22:33:17.623" v="644" actId="1036"/>
          <ac:spMkLst>
            <pc:docMk/>
            <pc:sldMk cId="2639343232" sldId="334"/>
            <ac:spMk id="37" creationId="{35D32951-590C-30CA-057B-BC733458B727}"/>
          </ac:spMkLst>
        </pc:spChg>
        <pc:spChg chg="add del mod">
          <ac:chgData name="Mengmeng Ge" userId="bb5bc401-97cb-4caf-9857-8ff441375414" providerId="ADAL" clId="{71FEE1ED-8C8D-420A-BD55-CDA79FD3D834}" dt="2024-05-12T22:31:15.117" v="588" actId="478"/>
          <ac:spMkLst>
            <pc:docMk/>
            <pc:sldMk cId="2639343232" sldId="334"/>
            <ac:spMk id="38" creationId="{6A3E241B-3804-DEA8-9F6E-9C39DAF7E4B2}"/>
          </ac:spMkLst>
        </pc:spChg>
        <pc:spChg chg="add mod">
          <ac:chgData name="Mengmeng Ge" userId="bb5bc401-97cb-4caf-9857-8ff441375414" providerId="ADAL" clId="{71FEE1ED-8C8D-420A-BD55-CDA79FD3D834}" dt="2024-05-12T22:33:17.623" v="644" actId="1036"/>
          <ac:spMkLst>
            <pc:docMk/>
            <pc:sldMk cId="2639343232" sldId="334"/>
            <ac:spMk id="39" creationId="{A0E314F9-9119-C3A6-67E2-D1BDE9224A41}"/>
          </ac:spMkLst>
        </pc:spChg>
        <pc:spChg chg="add mod">
          <ac:chgData name="Mengmeng Ge" userId="bb5bc401-97cb-4caf-9857-8ff441375414" providerId="ADAL" clId="{71FEE1ED-8C8D-420A-BD55-CDA79FD3D834}" dt="2024-05-12T22:33:17.623" v="644" actId="1036"/>
          <ac:spMkLst>
            <pc:docMk/>
            <pc:sldMk cId="2639343232" sldId="334"/>
            <ac:spMk id="45" creationId="{444CFF3B-9B16-A402-0426-0F55BC044D4D}"/>
          </ac:spMkLst>
        </pc:spChg>
        <pc:spChg chg="add mod">
          <ac:chgData name="Mengmeng Ge" userId="bb5bc401-97cb-4caf-9857-8ff441375414" providerId="ADAL" clId="{71FEE1ED-8C8D-420A-BD55-CDA79FD3D834}" dt="2024-05-12T22:33:17.623" v="644" actId="1036"/>
          <ac:spMkLst>
            <pc:docMk/>
            <pc:sldMk cId="2639343232" sldId="334"/>
            <ac:spMk id="46" creationId="{F78930DA-24B3-B51B-F373-86FC35014653}"/>
          </ac:spMkLst>
        </pc:spChg>
        <pc:spChg chg="add mod">
          <ac:chgData name="Mengmeng Ge" userId="bb5bc401-97cb-4caf-9857-8ff441375414" providerId="ADAL" clId="{71FEE1ED-8C8D-420A-BD55-CDA79FD3D834}" dt="2024-05-12T22:33:17.623" v="644" actId="1036"/>
          <ac:spMkLst>
            <pc:docMk/>
            <pc:sldMk cId="2639343232" sldId="334"/>
            <ac:spMk id="55" creationId="{8AA97076-2128-2CA4-C8D9-06B914E77EB9}"/>
          </ac:spMkLst>
        </pc:spChg>
        <pc:spChg chg="add del mod">
          <ac:chgData name="Mengmeng Ge" userId="bb5bc401-97cb-4caf-9857-8ff441375414" providerId="ADAL" clId="{71FEE1ED-8C8D-420A-BD55-CDA79FD3D834}" dt="2024-05-12T22:33:10.468" v="623" actId="478"/>
          <ac:spMkLst>
            <pc:docMk/>
            <pc:sldMk cId="2639343232" sldId="334"/>
            <ac:spMk id="58" creationId="{58495344-5B4E-7F68-C2B8-AE926F0F43E2}"/>
          </ac:spMkLst>
        </pc:spChg>
        <pc:spChg chg="add mod ord">
          <ac:chgData name="Mengmeng Ge" userId="bb5bc401-97cb-4caf-9857-8ff441375414" providerId="ADAL" clId="{71FEE1ED-8C8D-420A-BD55-CDA79FD3D834}" dt="2024-05-12T22:41:38.477" v="704" actId="20577"/>
          <ac:spMkLst>
            <pc:docMk/>
            <pc:sldMk cId="2639343232" sldId="334"/>
            <ac:spMk id="59" creationId="{B48321E6-142D-8B8B-6A02-063FD48BCC69}"/>
          </ac:spMkLst>
        </pc:spChg>
        <pc:picChg chg="add del mod">
          <ac:chgData name="Mengmeng Ge" userId="bb5bc401-97cb-4caf-9857-8ff441375414" providerId="ADAL" clId="{71FEE1ED-8C8D-420A-BD55-CDA79FD3D834}" dt="2024-05-12T22:28:04.368" v="484" actId="478"/>
          <ac:picMkLst>
            <pc:docMk/>
            <pc:sldMk cId="2639343232" sldId="334"/>
            <ac:picMk id="7" creationId="{84A2BF2E-705F-34B8-C21B-ABFA7D9D033C}"/>
          </ac:picMkLst>
        </pc:picChg>
        <pc:picChg chg="add mod">
          <ac:chgData name="Mengmeng Ge" userId="bb5bc401-97cb-4caf-9857-8ff441375414" providerId="ADAL" clId="{71FEE1ED-8C8D-420A-BD55-CDA79FD3D834}" dt="2024-05-12T22:33:17.623" v="644" actId="1036"/>
          <ac:picMkLst>
            <pc:docMk/>
            <pc:sldMk cId="2639343232" sldId="334"/>
            <ac:picMk id="11" creationId="{E158AEFA-004A-BF8A-9266-81BA3874C403}"/>
          </ac:picMkLst>
        </pc:picChg>
        <pc:picChg chg="add del mod">
          <ac:chgData name="Mengmeng Ge" userId="bb5bc401-97cb-4caf-9857-8ff441375414" providerId="ADAL" clId="{71FEE1ED-8C8D-420A-BD55-CDA79FD3D834}" dt="2024-05-12T22:23:34.132" v="446" actId="478"/>
          <ac:picMkLst>
            <pc:docMk/>
            <pc:sldMk cId="2639343232" sldId="334"/>
            <ac:picMk id="13" creationId="{0373CDF3-73BA-BFD4-5B0A-2C49E247B429}"/>
          </ac:picMkLst>
        </pc:picChg>
        <pc:picChg chg="add mod">
          <ac:chgData name="Mengmeng Ge" userId="bb5bc401-97cb-4caf-9857-8ff441375414" providerId="ADAL" clId="{71FEE1ED-8C8D-420A-BD55-CDA79FD3D834}" dt="2024-05-12T22:33:17.623" v="644" actId="1036"/>
          <ac:picMkLst>
            <pc:docMk/>
            <pc:sldMk cId="2639343232" sldId="334"/>
            <ac:picMk id="15" creationId="{39421961-B6A8-F12A-E7AE-9A87669AD1EC}"/>
          </ac:picMkLst>
        </pc:picChg>
        <pc:picChg chg="add del mod">
          <ac:chgData name="Mengmeng Ge" userId="bb5bc401-97cb-4caf-9857-8ff441375414" providerId="ADAL" clId="{71FEE1ED-8C8D-420A-BD55-CDA79FD3D834}" dt="2024-05-12T22:24:27.536" v="452" actId="478"/>
          <ac:picMkLst>
            <pc:docMk/>
            <pc:sldMk cId="2639343232" sldId="334"/>
            <ac:picMk id="16" creationId="{04818D3D-6410-272C-BCCB-3C0968408B05}"/>
          </ac:picMkLst>
        </pc:picChg>
        <pc:picChg chg="add mod">
          <ac:chgData name="Mengmeng Ge" userId="bb5bc401-97cb-4caf-9857-8ff441375414" providerId="ADAL" clId="{71FEE1ED-8C8D-420A-BD55-CDA79FD3D834}" dt="2024-05-12T22:33:17.623" v="644" actId="1036"/>
          <ac:picMkLst>
            <pc:docMk/>
            <pc:sldMk cId="2639343232" sldId="334"/>
            <ac:picMk id="18" creationId="{AD32BC5A-4DAA-D75E-9915-4D7809B86949}"/>
          </ac:picMkLst>
        </pc:picChg>
        <pc:picChg chg="add mod">
          <ac:chgData name="Mengmeng Ge" userId="bb5bc401-97cb-4caf-9857-8ff441375414" providerId="ADAL" clId="{71FEE1ED-8C8D-420A-BD55-CDA79FD3D834}" dt="2024-05-12T22:33:17.623" v="644" actId="1036"/>
          <ac:picMkLst>
            <pc:docMk/>
            <pc:sldMk cId="2639343232" sldId="334"/>
            <ac:picMk id="28" creationId="{5A754FFB-7521-EBFA-E885-FD85BAB34DBB}"/>
          </ac:picMkLst>
        </pc:picChg>
        <pc:picChg chg="add mod">
          <ac:chgData name="Mengmeng Ge" userId="bb5bc401-97cb-4caf-9857-8ff441375414" providerId="ADAL" clId="{71FEE1ED-8C8D-420A-BD55-CDA79FD3D834}" dt="2024-05-12T22:33:17.623" v="644" actId="1036"/>
          <ac:picMkLst>
            <pc:docMk/>
            <pc:sldMk cId="2639343232" sldId="334"/>
            <ac:picMk id="33" creationId="{B22A932E-9A6E-A82D-042C-CF1106E9FD9B}"/>
          </ac:picMkLst>
        </pc:picChg>
        <pc:cxnChg chg="add mod">
          <ac:chgData name="Mengmeng Ge" userId="bb5bc401-97cb-4caf-9857-8ff441375414" providerId="ADAL" clId="{71FEE1ED-8C8D-420A-BD55-CDA79FD3D834}" dt="2024-05-12T22:33:17.623" v="644" actId="1036"/>
          <ac:cxnSpMkLst>
            <pc:docMk/>
            <pc:sldMk cId="2639343232" sldId="334"/>
            <ac:cxnSpMk id="20" creationId="{41396DE1-E463-AB3D-EA18-94CD9BDC19B0}"/>
          </ac:cxnSpMkLst>
        </pc:cxnChg>
        <pc:cxnChg chg="add mod">
          <ac:chgData name="Mengmeng Ge" userId="bb5bc401-97cb-4caf-9857-8ff441375414" providerId="ADAL" clId="{71FEE1ED-8C8D-420A-BD55-CDA79FD3D834}" dt="2024-05-12T22:33:17.623" v="644" actId="1036"/>
          <ac:cxnSpMkLst>
            <pc:docMk/>
            <pc:sldMk cId="2639343232" sldId="334"/>
            <ac:cxnSpMk id="21" creationId="{D0043FA3-1BF5-50C9-A1A2-5907B5762509}"/>
          </ac:cxnSpMkLst>
        </pc:cxnChg>
        <pc:cxnChg chg="add mod">
          <ac:chgData name="Mengmeng Ge" userId="bb5bc401-97cb-4caf-9857-8ff441375414" providerId="ADAL" clId="{71FEE1ED-8C8D-420A-BD55-CDA79FD3D834}" dt="2024-05-12T22:33:17.623" v="644" actId="1036"/>
          <ac:cxnSpMkLst>
            <pc:docMk/>
            <pc:sldMk cId="2639343232" sldId="334"/>
            <ac:cxnSpMk id="26" creationId="{ACE22335-27F3-5BFD-77CD-783485E895F0}"/>
          </ac:cxnSpMkLst>
        </pc:cxnChg>
        <pc:cxnChg chg="add mod">
          <ac:chgData name="Mengmeng Ge" userId="bb5bc401-97cb-4caf-9857-8ff441375414" providerId="ADAL" clId="{71FEE1ED-8C8D-420A-BD55-CDA79FD3D834}" dt="2024-05-12T22:33:17.623" v="644" actId="1036"/>
          <ac:cxnSpMkLst>
            <pc:docMk/>
            <pc:sldMk cId="2639343232" sldId="334"/>
            <ac:cxnSpMk id="34" creationId="{7B73078B-3338-DA1F-5410-59047F76F7E0}"/>
          </ac:cxnSpMkLst>
        </pc:cxnChg>
        <pc:cxnChg chg="add mod">
          <ac:chgData name="Mengmeng Ge" userId="bb5bc401-97cb-4caf-9857-8ff441375414" providerId="ADAL" clId="{71FEE1ED-8C8D-420A-BD55-CDA79FD3D834}" dt="2024-05-12T22:33:17.623" v="644" actId="1036"/>
          <ac:cxnSpMkLst>
            <pc:docMk/>
            <pc:sldMk cId="2639343232" sldId="334"/>
            <ac:cxnSpMk id="47" creationId="{2286D728-A287-7DE8-CA7B-CBE19344918F}"/>
          </ac:cxnSpMkLst>
        </pc:cxnChg>
        <pc:cxnChg chg="add mod">
          <ac:chgData name="Mengmeng Ge" userId="bb5bc401-97cb-4caf-9857-8ff441375414" providerId="ADAL" clId="{71FEE1ED-8C8D-420A-BD55-CDA79FD3D834}" dt="2024-05-12T22:33:17.623" v="644" actId="1036"/>
          <ac:cxnSpMkLst>
            <pc:docMk/>
            <pc:sldMk cId="2639343232" sldId="334"/>
            <ac:cxnSpMk id="48" creationId="{FC020E44-BC96-A642-AE4A-5B4E52282196}"/>
          </ac:cxnSpMkLst>
        </pc:cxnChg>
      </pc:sldChg>
      <pc:sldChg chg="modSp mod chgLayout modNotesTx">
        <pc:chgData name="Mengmeng Ge" userId="bb5bc401-97cb-4caf-9857-8ff441375414" providerId="ADAL" clId="{71FEE1ED-8C8D-420A-BD55-CDA79FD3D834}" dt="2024-05-13T02:16:41.979" v="1594" actId="1076"/>
        <pc:sldMkLst>
          <pc:docMk/>
          <pc:sldMk cId="2916358828" sldId="335"/>
        </pc:sldMkLst>
        <pc:spChg chg="mod ord">
          <ac:chgData name="Mengmeng Ge" userId="bb5bc401-97cb-4caf-9857-8ff441375414" providerId="ADAL" clId="{71FEE1ED-8C8D-420A-BD55-CDA79FD3D834}" dt="2024-05-12T22:56:22.984" v="948" actId="700"/>
          <ac:spMkLst>
            <pc:docMk/>
            <pc:sldMk cId="2916358828" sldId="335"/>
            <ac:spMk id="11" creationId="{00000000-0000-0000-0000-000000000000}"/>
          </ac:spMkLst>
        </pc:spChg>
        <pc:spChg chg="mod ord">
          <ac:chgData name="Mengmeng Ge" userId="bb5bc401-97cb-4caf-9857-8ff441375414" providerId="ADAL" clId="{71FEE1ED-8C8D-420A-BD55-CDA79FD3D834}" dt="2024-05-12T22:56:22.984" v="948" actId="700"/>
          <ac:spMkLst>
            <pc:docMk/>
            <pc:sldMk cId="2916358828" sldId="335"/>
            <ac:spMk id="112642" creationId="{00000000-0000-0000-0000-000000000000}"/>
          </ac:spMkLst>
        </pc:spChg>
        <pc:spChg chg="mod ord">
          <ac:chgData name="Mengmeng Ge" userId="bb5bc401-97cb-4caf-9857-8ff441375414" providerId="ADAL" clId="{71FEE1ED-8C8D-420A-BD55-CDA79FD3D834}" dt="2024-05-13T02:16:35.050" v="1593" actId="1036"/>
          <ac:spMkLst>
            <pc:docMk/>
            <pc:sldMk cId="2916358828" sldId="335"/>
            <ac:spMk id="112643" creationId="{00000000-0000-0000-0000-000000000000}"/>
          </ac:spMkLst>
        </pc:spChg>
        <pc:spChg chg="mod">
          <ac:chgData name="Mengmeng Ge" userId="bb5bc401-97cb-4caf-9857-8ff441375414" providerId="ADAL" clId="{71FEE1ED-8C8D-420A-BD55-CDA79FD3D834}" dt="2024-05-13T02:16:41.979" v="1594" actId="1076"/>
          <ac:spMkLst>
            <pc:docMk/>
            <pc:sldMk cId="2916358828" sldId="335"/>
            <ac:spMk id="112645" creationId="{00000000-0000-0000-0000-000000000000}"/>
          </ac:spMkLst>
        </pc:spChg>
        <pc:spChg chg="mod">
          <ac:chgData name="Mengmeng Ge" userId="bb5bc401-97cb-4caf-9857-8ff441375414" providerId="ADAL" clId="{71FEE1ED-8C8D-420A-BD55-CDA79FD3D834}" dt="2024-05-13T02:16:41.979" v="1594" actId="1076"/>
          <ac:spMkLst>
            <pc:docMk/>
            <pc:sldMk cId="2916358828" sldId="335"/>
            <ac:spMk id="112646" creationId="{00000000-0000-0000-0000-000000000000}"/>
          </ac:spMkLst>
        </pc:spChg>
        <pc:spChg chg="mod">
          <ac:chgData name="Mengmeng Ge" userId="bb5bc401-97cb-4caf-9857-8ff441375414" providerId="ADAL" clId="{71FEE1ED-8C8D-420A-BD55-CDA79FD3D834}" dt="2024-05-13T02:16:41.979" v="1594" actId="1076"/>
          <ac:spMkLst>
            <pc:docMk/>
            <pc:sldMk cId="2916358828" sldId="335"/>
            <ac:spMk id="112647" creationId="{00000000-0000-0000-0000-000000000000}"/>
          </ac:spMkLst>
        </pc:spChg>
        <pc:spChg chg="mod">
          <ac:chgData name="Mengmeng Ge" userId="bb5bc401-97cb-4caf-9857-8ff441375414" providerId="ADAL" clId="{71FEE1ED-8C8D-420A-BD55-CDA79FD3D834}" dt="2024-05-13T02:16:41.979" v="1594" actId="1076"/>
          <ac:spMkLst>
            <pc:docMk/>
            <pc:sldMk cId="2916358828" sldId="335"/>
            <ac:spMk id="112648" creationId="{00000000-0000-0000-0000-000000000000}"/>
          </ac:spMkLst>
        </pc:spChg>
        <pc:spChg chg="mod">
          <ac:chgData name="Mengmeng Ge" userId="bb5bc401-97cb-4caf-9857-8ff441375414" providerId="ADAL" clId="{71FEE1ED-8C8D-420A-BD55-CDA79FD3D834}" dt="2024-05-13T02:16:41.979" v="1594" actId="1076"/>
          <ac:spMkLst>
            <pc:docMk/>
            <pc:sldMk cId="2916358828" sldId="335"/>
            <ac:spMk id="112649" creationId="{00000000-0000-0000-0000-000000000000}"/>
          </ac:spMkLst>
        </pc:spChg>
        <pc:grpChg chg="mod">
          <ac:chgData name="Mengmeng Ge" userId="bb5bc401-97cb-4caf-9857-8ff441375414" providerId="ADAL" clId="{71FEE1ED-8C8D-420A-BD55-CDA79FD3D834}" dt="2024-05-13T02:16:41.979" v="1594" actId="1076"/>
          <ac:grpSpMkLst>
            <pc:docMk/>
            <pc:sldMk cId="2916358828" sldId="335"/>
            <ac:grpSpMk id="112650" creationId="{00000000-0000-0000-0000-000000000000}"/>
          </ac:grpSpMkLst>
        </pc:grpChg>
      </pc:sldChg>
      <pc:sldChg chg="addSp delSp modSp mod chgLayout">
        <pc:chgData name="Mengmeng Ge" userId="bb5bc401-97cb-4caf-9857-8ff441375414" providerId="ADAL" clId="{71FEE1ED-8C8D-420A-BD55-CDA79FD3D834}" dt="2024-05-13T01:30:05.315" v="1153" actId="20577"/>
        <pc:sldMkLst>
          <pc:docMk/>
          <pc:sldMk cId="295135217" sldId="336"/>
        </pc:sldMkLst>
        <pc:spChg chg="del">
          <ac:chgData name="Mengmeng Ge" userId="bb5bc401-97cb-4caf-9857-8ff441375414" providerId="ADAL" clId="{71FEE1ED-8C8D-420A-BD55-CDA79FD3D834}" dt="2024-05-12T22:56:27.667" v="949" actId="700"/>
          <ac:spMkLst>
            <pc:docMk/>
            <pc:sldMk cId="295135217" sldId="336"/>
            <ac:spMk id="2" creationId="{00000000-0000-0000-0000-000000000000}"/>
          </ac:spMkLst>
        </pc:spChg>
        <pc:spChg chg="add mod ord">
          <ac:chgData name="Mengmeng Ge" userId="bb5bc401-97cb-4caf-9857-8ff441375414" providerId="ADAL" clId="{71FEE1ED-8C8D-420A-BD55-CDA79FD3D834}" dt="2024-05-12T22:56:46.113" v="972" actId="20577"/>
          <ac:spMkLst>
            <pc:docMk/>
            <pc:sldMk cId="295135217" sldId="336"/>
            <ac:spMk id="3" creationId="{FAF468E4-536E-6B90-9EBA-5AE7C16AC1C0}"/>
          </ac:spMkLst>
        </pc:spChg>
        <pc:spChg chg="mod ord">
          <ac:chgData name="Mengmeng Ge" userId="bb5bc401-97cb-4caf-9857-8ff441375414" providerId="ADAL" clId="{71FEE1ED-8C8D-420A-BD55-CDA79FD3D834}" dt="2024-05-12T22:56:27.667" v="949" actId="700"/>
          <ac:spMkLst>
            <pc:docMk/>
            <pc:sldMk cId="295135217" sldId="336"/>
            <ac:spMk id="4"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6"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8"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10"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11"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12"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13"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14"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15"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16"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17"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18"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19"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20"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21"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22"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23"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24"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25" creationId="{00000000-0000-0000-0000-000000000000}"/>
          </ac:spMkLst>
        </pc:spChg>
        <pc:spChg chg="mod">
          <ac:chgData name="Mengmeng Ge" userId="bb5bc401-97cb-4caf-9857-8ff441375414" providerId="ADAL" clId="{71FEE1ED-8C8D-420A-BD55-CDA79FD3D834}" dt="2024-05-13T01:28:35.327" v="1149" actId="14100"/>
          <ac:spMkLst>
            <pc:docMk/>
            <pc:sldMk cId="295135217" sldId="336"/>
            <ac:spMk id="26" creationId="{00000000-0000-0000-0000-000000000000}"/>
          </ac:spMkLst>
        </pc:spChg>
        <pc:spChg chg="del mod">
          <ac:chgData name="Mengmeng Ge" userId="bb5bc401-97cb-4caf-9857-8ff441375414" providerId="ADAL" clId="{71FEE1ED-8C8D-420A-BD55-CDA79FD3D834}" dt="2024-05-12T22:56:51.298" v="974" actId="478"/>
          <ac:spMkLst>
            <pc:docMk/>
            <pc:sldMk cId="295135217" sldId="336"/>
            <ac:spMk id="27" creationId="{00000000-0000-0000-0000-000000000000}"/>
          </ac:spMkLst>
        </pc:spChg>
        <pc:spChg chg="add mod ord">
          <ac:chgData name="Mengmeng Ge" userId="bb5bc401-97cb-4caf-9857-8ff441375414" providerId="ADAL" clId="{71FEE1ED-8C8D-420A-BD55-CDA79FD3D834}" dt="2024-05-13T01:30:05.315" v="1153" actId="20577"/>
          <ac:spMkLst>
            <pc:docMk/>
            <pc:sldMk cId="295135217" sldId="336"/>
            <ac:spMk id="28" creationId="{19739332-6D5B-F269-EB12-4B012C1C760A}"/>
          </ac:spMkLst>
        </pc:spChg>
        <pc:grpChg chg="mod">
          <ac:chgData name="Mengmeng Ge" userId="bb5bc401-97cb-4caf-9857-8ff441375414" providerId="ADAL" clId="{71FEE1ED-8C8D-420A-BD55-CDA79FD3D834}" dt="2024-05-13T01:28:35.327" v="1149" actId="14100"/>
          <ac:grpSpMkLst>
            <pc:docMk/>
            <pc:sldMk cId="295135217" sldId="336"/>
            <ac:grpSpMk id="9" creationId="{00000000-0000-0000-0000-000000000000}"/>
          </ac:grpSpMkLst>
        </pc:grpChg>
        <pc:grpChg chg="add mod">
          <ac:chgData name="Mengmeng Ge" userId="bb5bc401-97cb-4caf-9857-8ff441375414" providerId="ADAL" clId="{71FEE1ED-8C8D-420A-BD55-CDA79FD3D834}" dt="2024-05-13T01:28:35.327" v="1149" actId="14100"/>
          <ac:grpSpMkLst>
            <pc:docMk/>
            <pc:sldMk cId="295135217" sldId="336"/>
            <ac:grpSpMk id="29" creationId="{26953CDF-AA8F-F96E-D479-8B6B73B2036F}"/>
          </ac:grpSpMkLst>
        </pc:grpChg>
        <pc:graphicFrameChg chg="mod">
          <ac:chgData name="Mengmeng Ge" userId="bb5bc401-97cb-4caf-9857-8ff441375414" providerId="ADAL" clId="{71FEE1ED-8C8D-420A-BD55-CDA79FD3D834}" dt="2024-05-13T01:28:35.327" v="1149" actId="14100"/>
          <ac:graphicFrameMkLst>
            <pc:docMk/>
            <pc:sldMk cId="295135217" sldId="336"/>
            <ac:graphicFrameMk id="5" creationId="{00000000-0000-0000-0000-000000000000}"/>
          </ac:graphicFrameMkLst>
        </pc:graphicFrameChg>
        <pc:graphicFrameChg chg="mod">
          <ac:chgData name="Mengmeng Ge" userId="bb5bc401-97cb-4caf-9857-8ff441375414" providerId="ADAL" clId="{71FEE1ED-8C8D-420A-BD55-CDA79FD3D834}" dt="2024-05-13T01:28:35.327" v="1149" actId="14100"/>
          <ac:graphicFrameMkLst>
            <pc:docMk/>
            <pc:sldMk cId="295135217" sldId="336"/>
            <ac:graphicFrameMk id="7" creationId="{00000000-0000-0000-0000-000000000000}"/>
          </ac:graphicFrameMkLst>
        </pc:graphicFrameChg>
      </pc:sldChg>
      <pc:sldChg chg="del">
        <pc:chgData name="Mengmeng Ge" userId="bb5bc401-97cb-4caf-9857-8ff441375414" providerId="ADAL" clId="{71FEE1ED-8C8D-420A-BD55-CDA79FD3D834}" dt="2024-05-13T05:48:17.982" v="3196" actId="47"/>
        <pc:sldMkLst>
          <pc:docMk/>
          <pc:sldMk cId="903622711" sldId="337"/>
        </pc:sldMkLst>
      </pc:sldChg>
      <pc:sldChg chg="modSp del mod">
        <pc:chgData name="Mengmeng Ge" userId="bb5bc401-97cb-4caf-9857-8ff441375414" providerId="ADAL" clId="{71FEE1ED-8C8D-420A-BD55-CDA79FD3D834}" dt="2024-05-12T04:46:42.673" v="349" actId="47"/>
        <pc:sldMkLst>
          <pc:docMk/>
          <pc:sldMk cId="2234103965" sldId="340"/>
        </pc:sldMkLst>
        <pc:spChg chg="mod">
          <ac:chgData name="Mengmeng Ge" userId="bb5bc401-97cb-4caf-9857-8ff441375414" providerId="ADAL" clId="{71FEE1ED-8C8D-420A-BD55-CDA79FD3D834}" dt="2024-05-12T04:46:41.235" v="348" actId="21"/>
          <ac:spMkLst>
            <pc:docMk/>
            <pc:sldMk cId="2234103965" sldId="340"/>
            <ac:spMk id="235523" creationId="{00000000-0000-0000-0000-000000000000}"/>
          </ac:spMkLst>
        </pc:spChg>
      </pc:sldChg>
      <pc:sldChg chg="modSp add del mod modClrScheme chgLayout">
        <pc:chgData name="Mengmeng Ge" userId="bb5bc401-97cb-4caf-9857-8ff441375414" providerId="ADAL" clId="{71FEE1ED-8C8D-420A-BD55-CDA79FD3D834}" dt="2024-05-12T04:47:35.801" v="359" actId="14100"/>
        <pc:sldMkLst>
          <pc:docMk/>
          <pc:sldMk cId="3079623619" sldId="344"/>
        </pc:sldMkLst>
        <pc:spChg chg="mod ord">
          <ac:chgData name="Mengmeng Ge" userId="bb5bc401-97cb-4caf-9857-8ff441375414" providerId="ADAL" clId="{71FEE1ED-8C8D-420A-BD55-CDA79FD3D834}" dt="2024-05-12T04:46:59.362" v="355" actId="700"/>
          <ac:spMkLst>
            <pc:docMk/>
            <pc:sldMk cId="3079623619" sldId="344"/>
            <ac:spMk id="2" creationId="{00000000-0000-0000-0000-000000000000}"/>
          </ac:spMkLst>
        </pc:spChg>
        <pc:spChg chg="mod ord">
          <ac:chgData name="Mengmeng Ge" userId="bb5bc401-97cb-4caf-9857-8ff441375414" providerId="ADAL" clId="{71FEE1ED-8C8D-420A-BD55-CDA79FD3D834}" dt="2024-05-12T04:47:35.801" v="359" actId="14100"/>
          <ac:spMkLst>
            <pc:docMk/>
            <pc:sldMk cId="3079623619" sldId="344"/>
            <ac:spMk id="3" creationId="{00000000-0000-0000-0000-000000000000}"/>
          </ac:spMkLst>
        </pc:spChg>
        <pc:spChg chg="mod ord">
          <ac:chgData name="Mengmeng Ge" userId="bb5bc401-97cb-4caf-9857-8ff441375414" providerId="ADAL" clId="{71FEE1ED-8C8D-420A-BD55-CDA79FD3D834}" dt="2024-05-12T04:46:59.362" v="355" actId="700"/>
          <ac:spMkLst>
            <pc:docMk/>
            <pc:sldMk cId="3079623619" sldId="344"/>
            <ac:spMk id="5" creationId="{00000000-0000-0000-0000-000000000000}"/>
          </ac:spMkLst>
        </pc:spChg>
      </pc:sldChg>
      <pc:sldChg chg="del">
        <pc:chgData name="Mengmeng Ge" userId="bb5bc401-97cb-4caf-9857-8ff441375414" providerId="ADAL" clId="{71FEE1ED-8C8D-420A-BD55-CDA79FD3D834}" dt="2024-05-12T03:54:19.940" v="168" actId="47"/>
        <pc:sldMkLst>
          <pc:docMk/>
          <pc:sldMk cId="397933620" sldId="347"/>
        </pc:sldMkLst>
      </pc:sldChg>
      <pc:sldChg chg="delSp del mod">
        <pc:chgData name="Mengmeng Ge" userId="bb5bc401-97cb-4caf-9857-8ff441375414" providerId="ADAL" clId="{71FEE1ED-8C8D-420A-BD55-CDA79FD3D834}" dt="2024-05-13T03:42:34.353" v="2159" actId="47"/>
        <pc:sldMkLst>
          <pc:docMk/>
          <pc:sldMk cId="793356876" sldId="348"/>
        </pc:sldMkLst>
        <pc:spChg chg="del">
          <ac:chgData name="Mengmeng Ge" userId="bb5bc401-97cb-4caf-9857-8ff441375414" providerId="ADAL" clId="{71FEE1ED-8C8D-420A-BD55-CDA79FD3D834}" dt="2024-05-13T03:32:38.745" v="2029" actId="21"/>
          <ac:spMkLst>
            <pc:docMk/>
            <pc:sldMk cId="793356876" sldId="348"/>
            <ac:spMk id="6" creationId="{63A15A4E-7EC6-8449-50F5-FD4683F8C6EE}"/>
          </ac:spMkLst>
        </pc:spChg>
      </pc:sldChg>
      <pc:sldChg chg="del">
        <pc:chgData name="Mengmeng Ge" userId="bb5bc401-97cb-4caf-9857-8ff441375414" providerId="ADAL" clId="{71FEE1ED-8C8D-420A-BD55-CDA79FD3D834}" dt="2024-05-12T04:09:50.239" v="222" actId="47"/>
        <pc:sldMkLst>
          <pc:docMk/>
          <pc:sldMk cId="4077546126" sldId="349"/>
        </pc:sldMkLst>
      </pc:sldChg>
      <pc:sldChg chg="del">
        <pc:chgData name="Mengmeng Ge" userId="bb5bc401-97cb-4caf-9857-8ff441375414" providerId="ADAL" clId="{71FEE1ED-8C8D-420A-BD55-CDA79FD3D834}" dt="2024-05-10T05:57:08.757" v="81" actId="47"/>
        <pc:sldMkLst>
          <pc:docMk/>
          <pc:sldMk cId="0" sldId="350"/>
        </pc:sldMkLst>
      </pc:sldChg>
      <pc:sldChg chg="del">
        <pc:chgData name="Mengmeng Ge" userId="bb5bc401-97cb-4caf-9857-8ff441375414" providerId="ADAL" clId="{71FEE1ED-8C8D-420A-BD55-CDA79FD3D834}" dt="2024-05-13T02:13:41.542" v="1569" actId="47"/>
        <pc:sldMkLst>
          <pc:docMk/>
          <pc:sldMk cId="903337813" sldId="351"/>
        </pc:sldMkLst>
      </pc:sldChg>
      <pc:sldChg chg="del">
        <pc:chgData name="Mengmeng Ge" userId="bb5bc401-97cb-4caf-9857-8ff441375414" providerId="ADAL" clId="{71FEE1ED-8C8D-420A-BD55-CDA79FD3D834}" dt="2024-05-13T02:13:42.614" v="1570" actId="47"/>
        <pc:sldMkLst>
          <pc:docMk/>
          <pc:sldMk cId="1078244879" sldId="352"/>
        </pc:sldMkLst>
      </pc:sldChg>
      <pc:sldChg chg="addSp delSp modSp del mod modClrScheme chgLayout">
        <pc:chgData name="Mengmeng Ge" userId="bb5bc401-97cb-4caf-9857-8ff441375414" providerId="ADAL" clId="{71FEE1ED-8C8D-420A-BD55-CDA79FD3D834}" dt="2024-05-13T02:40:05.303" v="1804" actId="47"/>
        <pc:sldMkLst>
          <pc:docMk/>
          <pc:sldMk cId="1763797007" sldId="353"/>
        </pc:sldMkLst>
        <pc:spChg chg="mod ord">
          <ac:chgData name="Mengmeng Ge" userId="bb5bc401-97cb-4caf-9857-8ff441375414" providerId="ADAL" clId="{71FEE1ED-8C8D-420A-BD55-CDA79FD3D834}" dt="2024-05-13T02:39:24.718" v="1803" actId="700"/>
          <ac:spMkLst>
            <pc:docMk/>
            <pc:sldMk cId="1763797007" sldId="353"/>
            <ac:spMk id="2" creationId="{00000000-0000-0000-0000-000000000000}"/>
          </ac:spMkLst>
        </pc:spChg>
        <pc:spChg chg="add del mod ord">
          <ac:chgData name="Mengmeng Ge" userId="bb5bc401-97cb-4caf-9857-8ff441375414" providerId="ADAL" clId="{71FEE1ED-8C8D-420A-BD55-CDA79FD3D834}" dt="2024-05-13T02:39:24.718" v="1803" actId="700"/>
          <ac:spMkLst>
            <pc:docMk/>
            <pc:sldMk cId="1763797007" sldId="353"/>
            <ac:spMk id="3" creationId="{F9A6472D-79E2-42FC-8958-A81E32E93458}"/>
          </ac:spMkLst>
        </pc:spChg>
        <pc:spChg chg="add mod ord">
          <ac:chgData name="Mengmeng Ge" userId="bb5bc401-97cb-4caf-9857-8ff441375414" providerId="ADAL" clId="{71FEE1ED-8C8D-420A-BD55-CDA79FD3D834}" dt="2024-05-13T02:39:24.718" v="1803" actId="700"/>
          <ac:spMkLst>
            <pc:docMk/>
            <pc:sldMk cId="1763797007" sldId="353"/>
            <ac:spMk id="4" creationId="{BEEE11D8-B592-F906-8DBB-F5DAB2CD0F30}"/>
          </ac:spMkLst>
        </pc:spChg>
        <pc:spChg chg="mod ord">
          <ac:chgData name="Mengmeng Ge" userId="bb5bc401-97cb-4caf-9857-8ff441375414" providerId="ADAL" clId="{71FEE1ED-8C8D-420A-BD55-CDA79FD3D834}" dt="2024-05-13T02:39:24.718" v="1803" actId="700"/>
          <ac:spMkLst>
            <pc:docMk/>
            <pc:sldMk cId="1763797007" sldId="353"/>
            <ac:spMk id="5" creationId="{00000000-0000-0000-0000-000000000000}"/>
          </ac:spMkLst>
        </pc:spChg>
        <pc:spChg chg="del mod">
          <ac:chgData name="Mengmeng Ge" userId="bb5bc401-97cb-4caf-9857-8ff441375414" providerId="ADAL" clId="{71FEE1ED-8C8D-420A-BD55-CDA79FD3D834}" dt="2024-05-13T02:39:21.113" v="1802" actId="478"/>
          <ac:spMkLst>
            <pc:docMk/>
            <pc:sldMk cId="1763797007" sldId="353"/>
            <ac:spMk id="6" creationId="{00000000-0000-0000-0000-000000000000}"/>
          </ac:spMkLst>
        </pc:spChg>
      </pc:sldChg>
      <pc:sldChg chg="addSp delSp modSp mod modNotesTx">
        <pc:chgData name="Mengmeng Ge" userId="bb5bc401-97cb-4caf-9857-8ff441375414" providerId="ADAL" clId="{71FEE1ED-8C8D-420A-BD55-CDA79FD3D834}" dt="2024-05-13T04:11:25.773" v="2791" actId="478"/>
        <pc:sldMkLst>
          <pc:docMk/>
          <pc:sldMk cId="3504152670" sldId="354"/>
        </pc:sldMkLst>
        <pc:spChg chg="del">
          <ac:chgData name="Mengmeng Ge" userId="bb5bc401-97cb-4caf-9857-8ff441375414" providerId="ADAL" clId="{71FEE1ED-8C8D-420A-BD55-CDA79FD3D834}" dt="2024-05-13T03:20:50.267" v="1846" actId="478"/>
          <ac:spMkLst>
            <pc:docMk/>
            <pc:sldMk cId="3504152670" sldId="354"/>
            <ac:spMk id="2" creationId="{00000000-0000-0000-0000-000000000000}"/>
          </ac:spMkLst>
        </pc:spChg>
        <pc:spChg chg="add del mod">
          <ac:chgData name="Mengmeng Ge" userId="bb5bc401-97cb-4caf-9857-8ff441375414" providerId="ADAL" clId="{71FEE1ED-8C8D-420A-BD55-CDA79FD3D834}" dt="2024-05-13T03:23:24.662" v="1901" actId="478"/>
          <ac:spMkLst>
            <pc:docMk/>
            <pc:sldMk cId="3504152670" sldId="354"/>
            <ac:spMk id="3" creationId="{3701EDA6-CB76-6033-5382-2C9ECE5EAD7F}"/>
          </ac:spMkLst>
        </pc:spChg>
        <pc:spChg chg="del mod">
          <ac:chgData name="Mengmeng Ge" userId="bb5bc401-97cb-4caf-9857-8ff441375414" providerId="ADAL" clId="{71FEE1ED-8C8D-420A-BD55-CDA79FD3D834}" dt="2024-05-13T03:36:03.543" v="2039" actId="478"/>
          <ac:spMkLst>
            <pc:docMk/>
            <pc:sldMk cId="3504152670" sldId="354"/>
            <ac:spMk id="4" creationId="{00000000-0000-0000-0000-000000000000}"/>
          </ac:spMkLst>
        </pc:spChg>
        <pc:spChg chg="add mod">
          <ac:chgData name="Mengmeng Ge" userId="bb5bc401-97cb-4caf-9857-8ff441375414" providerId="ADAL" clId="{71FEE1ED-8C8D-420A-BD55-CDA79FD3D834}" dt="2024-05-13T03:54:29.199" v="2388" actId="1036"/>
          <ac:spMkLst>
            <pc:docMk/>
            <pc:sldMk cId="3504152670" sldId="354"/>
            <ac:spMk id="5" creationId="{0FEAC1EC-5C77-273F-0F91-135963CA71F2}"/>
          </ac:spMkLst>
        </pc:spChg>
        <pc:spChg chg="add del mod">
          <ac:chgData name="Mengmeng Ge" userId="bb5bc401-97cb-4caf-9857-8ff441375414" providerId="ADAL" clId="{71FEE1ED-8C8D-420A-BD55-CDA79FD3D834}" dt="2024-05-13T03:38:29.979" v="2083" actId="478"/>
          <ac:spMkLst>
            <pc:docMk/>
            <pc:sldMk cId="3504152670" sldId="354"/>
            <ac:spMk id="6" creationId="{1E352030-853B-4806-BFC9-59BE731CE9A9}"/>
          </ac:spMkLst>
        </pc:spChg>
        <pc:spChg chg="add mod">
          <ac:chgData name="Mengmeng Ge" userId="bb5bc401-97cb-4caf-9857-8ff441375414" providerId="ADAL" clId="{71FEE1ED-8C8D-420A-BD55-CDA79FD3D834}" dt="2024-05-13T03:54:29.199" v="2388" actId="1036"/>
          <ac:spMkLst>
            <pc:docMk/>
            <pc:sldMk cId="3504152670" sldId="354"/>
            <ac:spMk id="7" creationId="{C20C78A2-F0A2-048E-9A45-1759D892C595}"/>
          </ac:spMkLst>
        </pc:spChg>
        <pc:spChg chg="add mod">
          <ac:chgData name="Mengmeng Ge" userId="bb5bc401-97cb-4caf-9857-8ff441375414" providerId="ADAL" clId="{71FEE1ED-8C8D-420A-BD55-CDA79FD3D834}" dt="2024-05-13T03:54:29.199" v="2388" actId="1036"/>
          <ac:spMkLst>
            <pc:docMk/>
            <pc:sldMk cId="3504152670" sldId="354"/>
            <ac:spMk id="8" creationId="{76634DE5-D023-BBA3-D461-050A0D7AC749}"/>
          </ac:spMkLst>
        </pc:spChg>
        <pc:spChg chg="add del mod">
          <ac:chgData name="Mengmeng Ge" userId="bb5bc401-97cb-4caf-9857-8ff441375414" providerId="ADAL" clId="{71FEE1ED-8C8D-420A-BD55-CDA79FD3D834}" dt="2024-05-13T04:11:25.773" v="2791" actId="478"/>
          <ac:spMkLst>
            <pc:docMk/>
            <pc:sldMk cId="3504152670" sldId="354"/>
            <ac:spMk id="9" creationId="{472DD532-3A7F-16D1-DAE7-E472BE54DAB5}"/>
          </ac:spMkLst>
        </pc:spChg>
        <pc:spChg chg="del">
          <ac:chgData name="Mengmeng Ge" userId="bb5bc401-97cb-4caf-9857-8ff441375414" providerId="ADAL" clId="{71FEE1ED-8C8D-420A-BD55-CDA79FD3D834}" dt="2024-05-13T03:22:07.943" v="1856" actId="478"/>
          <ac:spMkLst>
            <pc:docMk/>
            <pc:sldMk cId="3504152670" sldId="354"/>
            <ac:spMk id="15" creationId="{00000000-0000-0000-0000-000000000000}"/>
          </ac:spMkLst>
        </pc:spChg>
        <pc:spChg chg="del">
          <ac:chgData name="Mengmeng Ge" userId="bb5bc401-97cb-4caf-9857-8ff441375414" providerId="ADAL" clId="{71FEE1ED-8C8D-420A-BD55-CDA79FD3D834}" dt="2024-05-13T03:22:08.868" v="1857" actId="478"/>
          <ac:spMkLst>
            <pc:docMk/>
            <pc:sldMk cId="3504152670" sldId="354"/>
            <ac:spMk id="16" creationId="{00000000-0000-0000-0000-000000000000}"/>
          </ac:spMkLst>
        </pc:spChg>
        <pc:spChg chg="del">
          <ac:chgData name="Mengmeng Ge" userId="bb5bc401-97cb-4caf-9857-8ff441375414" providerId="ADAL" clId="{71FEE1ED-8C8D-420A-BD55-CDA79FD3D834}" dt="2024-05-13T03:22:10.436" v="1858" actId="478"/>
          <ac:spMkLst>
            <pc:docMk/>
            <pc:sldMk cId="3504152670" sldId="354"/>
            <ac:spMk id="17" creationId="{00000000-0000-0000-0000-000000000000}"/>
          </ac:spMkLst>
        </pc:spChg>
        <pc:spChg chg="del">
          <ac:chgData name="Mengmeng Ge" userId="bb5bc401-97cb-4caf-9857-8ff441375414" providerId="ADAL" clId="{71FEE1ED-8C8D-420A-BD55-CDA79FD3D834}" dt="2024-05-13T03:22:11.382" v="1859" actId="478"/>
          <ac:spMkLst>
            <pc:docMk/>
            <pc:sldMk cId="3504152670" sldId="354"/>
            <ac:spMk id="18" creationId="{00000000-0000-0000-0000-000000000000}"/>
          </ac:spMkLst>
        </pc:spChg>
        <pc:spChg chg="mod">
          <ac:chgData name="Mengmeng Ge" userId="bb5bc401-97cb-4caf-9857-8ff441375414" providerId="ADAL" clId="{71FEE1ED-8C8D-420A-BD55-CDA79FD3D834}" dt="2024-05-13T02:40:22.771" v="1829" actId="255"/>
          <ac:spMkLst>
            <pc:docMk/>
            <pc:sldMk cId="3504152670" sldId="354"/>
            <ac:spMk id="44034" creationId="{00000000-0000-0000-0000-000000000000}"/>
          </ac:spMkLst>
        </pc:spChg>
        <pc:spChg chg="mod">
          <ac:chgData name="Mengmeng Ge" userId="bb5bc401-97cb-4caf-9857-8ff441375414" providerId="ADAL" clId="{71FEE1ED-8C8D-420A-BD55-CDA79FD3D834}" dt="2024-05-13T03:31:28.075" v="2019" actId="207"/>
          <ac:spMkLst>
            <pc:docMk/>
            <pc:sldMk cId="3504152670" sldId="354"/>
            <ac:spMk id="44035" creationId="{00000000-0000-0000-0000-000000000000}"/>
          </ac:spMkLst>
        </pc:spChg>
        <pc:spChg chg="add del mod">
          <ac:chgData name="Mengmeng Ge" userId="bb5bc401-97cb-4caf-9857-8ff441375414" providerId="ADAL" clId="{71FEE1ED-8C8D-420A-BD55-CDA79FD3D834}" dt="2024-05-13T03:54:29.199" v="2388" actId="1036"/>
          <ac:spMkLst>
            <pc:docMk/>
            <pc:sldMk cId="3504152670" sldId="354"/>
            <ac:spMk id="44036" creationId="{00000000-0000-0000-0000-000000000000}"/>
          </ac:spMkLst>
        </pc:spChg>
        <pc:spChg chg="mod">
          <ac:chgData name="Mengmeng Ge" userId="bb5bc401-97cb-4caf-9857-8ff441375414" providerId="ADAL" clId="{71FEE1ED-8C8D-420A-BD55-CDA79FD3D834}" dt="2024-05-13T03:54:29.199" v="2388" actId="1036"/>
          <ac:spMkLst>
            <pc:docMk/>
            <pc:sldMk cId="3504152670" sldId="354"/>
            <ac:spMk id="44037" creationId="{00000000-0000-0000-0000-000000000000}"/>
          </ac:spMkLst>
        </pc:spChg>
        <pc:spChg chg="mod">
          <ac:chgData name="Mengmeng Ge" userId="bb5bc401-97cb-4caf-9857-8ff441375414" providerId="ADAL" clId="{71FEE1ED-8C8D-420A-BD55-CDA79FD3D834}" dt="2024-05-13T03:54:29.199" v="2388" actId="1036"/>
          <ac:spMkLst>
            <pc:docMk/>
            <pc:sldMk cId="3504152670" sldId="354"/>
            <ac:spMk id="44038" creationId="{00000000-0000-0000-0000-000000000000}"/>
          </ac:spMkLst>
        </pc:spChg>
        <pc:spChg chg="mod">
          <ac:chgData name="Mengmeng Ge" userId="bb5bc401-97cb-4caf-9857-8ff441375414" providerId="ADAL" clId="{71FEE1ED-8C8D-420A-BD55-CDA79FD3D834}" dt="2024-05-13T03:54:29.199" v="2388" actId="1036"/>
          <ac:spMkLst>
            <pc:docMk/>
            <pc:sldMk cId="3504152670" sldId="354"/>
            <ac:spMk id="44039" creationId="{00000000-0000-0000-0000-000000000000}"/>
          </ac:spMkLst>
        </pc:spChg>
        <pc:spChg chg="mod">
          <ac:chgData name="Mengmeng Ge" userId="bb5bc401-97cb-4caf-9857-8ff441375414" providerId="ADAL" clId="{71FEE1ED-8C8D-420A-BD55-CDA79FD3D834}" dt="2024-05-13T03:54:29.199" v="2388" actId="1036"/>
          <ac:spMkLst>
            <pc:docMk/>
            <pc:sldMk cId="3504152670" sldId="354"/>
            <ac:spMk id="44040" creationId="{00000000-0000-0000-0000-000000000000}"/>
          </ac:spMkLst>
        </pc:spChg>
        <pc:spChg chg="del">
          <ac:chgData name="Mengmeng Ge" userId="bb5bc401-97cb-4caf-9857-8ff441375414" providerId="ADAL" clId="{71FEE1ED-8C8D-420A-BD55-CDA79FD3D834}" dt="2024-05-13T03:25:46.357" v="1943" actId="478"/>
          <ac:spMkLst>
            <pc:docMk/>
            <pc:sldMk cId="3504152670" sldId="354"/>
            <ac:spMk id="44042" creationId="{00000000-0000-0000-0000-000000000000}"/>
          </ac:spMkLst>
        </pc:spChg>
        <pc:spChg chg="mod">
          <ac:chgData name="Mengmeng Ge" userId="bb5bc401-97cb-4caf-9857-8ff441375414" providerId="ADAL" clId="{71FEE1ED-8C8D-420A-BD55-CDA79FD3D834}" dt="2024-05-13T03:54:29.199" v="2388" actId="1036"/>
          <ac:spMkLst>
            <pc:docMk/>
            <pc:sldMk cId="3504152670" sldId="354"/>
            <ac:spMk id="44043" creationId="{00000000-0000-0000-0000-000000000000}"/>
          </ac:spMkLst>
        </pc:spChg>
      </pc:sldChg>
      <pc:sldChg chg="del">
        <pc:chgData name="Mengmeng Ge" userId="bb5bc401-97cb-4caf-9857-8ff441375414" providerId="ADAL" clId="{71FEE1ED-8C8D-420A-BD55-CDA79FD3D834}" dt="2024-05-13T03:27:44.723" v="1964" actId="47"/>
        <pc:sldMkLst>
          <pc:docMk/>
          <pc:sldMk cId="729050881" sldId="355"/>
        </pc:sldMkLst>
      </pc:sldChg>
      <pc:sldChg chg="addSp delSp modSp del mod modClrScheme chgLayout modNotesTx">
        <pc:chgData name="Mengmeng Ge" userId="bb5bc401-97cb-4caf-9857-8ff441375414" providerId="ADAL" clId="{71FEE1ED-8C8D-420A-BD55-CDA79FD3D834}" dt="2024-05-13T03:53:06.172" v="2308" actId="47"/>
        <pc:sldMkLst>
          <pc:docMk/>
          <pc:sldMk cId="3007585748" sldId="356"/>
        </pc:sldMkLst>
        <pc:spChg chg="add del mod">
          <ac:chgData name="Mengmeng Ge" userId="bb5bc401-97cb-4caf-9857-8ff441375414" providerId="ADAL" clId="{71FEE1ED-8C8D-420A-BD55-CDA79FD3D834}" dt="2024-05-13T03:45:45.174" v="2226" actId="478"/>
          <ac:spMkLst>
            <pc:docMk/>
            <pc:sldMk cId="3007585748" sldId="356"/>
            <ac:spMk id="3" creationId="{D95AAE0E-9F32-D1F5-D9C6-E7273B2D0DF6}"/>
          </ac:spMkLst>
        </pc:spChg>
        <pc:spChg chg="mod ord">
          <ac:chgData name="Mengmeng Ge" userId="bb5bc401-97cb-4caf-9857-8ff441375414" providerId="ADAL" clId="{71FEE1ED-8C8D-420A-BD55-CDA79FD3D834}" dt="2024-05-13T03:45:47.846" v="2227" actId="700"/>
          <ac:spMkLst>
            <pc:docMk/>
            <pc:sldMk cId="3007585748" sldId="356"/>
            <ac:spMk id="6" creationId="{00000000-0000-0000-0000-000000000000}"/>
          </ac:spMkLst>
        </pc:spChg>
        <pc:spChg chg="mod ord">
          <ac:chgData name="Mengmeng Ge" userId="bb5bc401-97cb-4caf-9857-8ff441375414" providerId="ADAL" clId="{71FEE1ED-8C8D-420A-BD55-CDA79FD3D834}" dt="2024-05-13T03:45:56.964" v="2229" actId="14100"/>
          <ac:spMkLst>
            <pc:docMk/>
            <pc:sldMk cId="3007585748" sldId="356"/>
            <ac:spMk id="120834" creationId="{00000000-0000-0000-0000-000000000000}"/>
          </ac:spMkLst>
        </pc:spChg>
        <pc:spChg chg="del">
          <ac:chgData name="Mengmeng Ge" userId="bb5bc401-97cb-4caf-9857-8ff441375414" providerId="ADAL" clId="{71FEE1ED-8C8D-420A-BD55-CDA79FD3D834}" dt="2024-05-13T03:45:43.473" v="2225" actId="478"/>
          <ac:spMkLst>
            <pc:docMk/>
            <pc:sldMk cId="3007585748" sldId="356"/>
            <ac:spMk id="120835" creationId="{00000000-0000-0000-0000-000000000000}"/>
          </ac:spMkLst>
        </pc:spChg>
        <pc:spChg chg="mod ord">
          <ac:chgData name="Mengmeng Ge" userId="bb5bc401-97cb-4caf-9857-8ff441375414" providerId="ADAL" clId="{71FEE1ED-8C8D-420A-BD55-CDA79FD3D834}" dt="2024-05-13T03:46:48.695" v="2280" actId="115"/>
          <ac:spMkLst>
            <pc:docMk/>
            <pc:sldMk cId="3007585748" sldId="356"/>
            <ac:spMk id="120836" creationId="{00000000-0000-0000-0000-000000000000}"/>
          </ac:spMkLst>
        </pc:spChg>
      </pc:sldChg>
      <pc:sldChg chg="del">
        <pc:chgData name="Mengmeng Ge" userId="bb5bc401-97cb-4caf-9857-8ff441375414" providerId="ADAL" clId="{71FEE1ED-8C8D-420A-BD55-CDA79FD3D834}" dt="2024-05-13T03:28:21.003" v="1965" actId="47"/>
        <pc:sldMkLst>
          <pc:docMk/>
          <pc:sldMk cId="1161335646" sldId="357"/>
        </pc:sldMkLst>
      </pc:sldChg>
      <pc:sldChg chg="addSp delSp add del">
        <pc:chgData name="Mengmeng Ge" userId="bb5bc401-97cb-4caf-9857-8ff441375414" providerId="ADAL" clId="{71FEE1ED-8C8D-420A-BD55-CDA79FD3D834}" dt="2024-05-13T04:04:18.037" v="2571" actId="47"/>
        <pc:sldMkLst>
          <pc:docMk/>
          <pc:sldMk cId="3775734635" sldId="358"/>
        </pc:sldMkLst>
        <pc:spChg chg="add del">
          <ac:chgData name="Mengmeng Ge" userId="bb5bc401-97cb-4caf-9857-8ff441375414" providerId="ADAL" clId="{71FEE1ED-8C8D-420A-BD55-CDA79FD3D834}" dt="2024-05-13T03:55:47.797" v="2415" actId="21"/>
          <ac:spMkLst>
            <pc:docMk/>
            <pc:sldMk cId="3775734635" sldId="358"/>
            <ac:spMk id="45060" creationId="{00000000-0000-0000-0000-000000000000}"/>
          </ac:spMkLst>
        </pc:spChg>
        <pc:spChg chg="del">
          <ac:chgData name="Mengmeng Ge" userId="bb5bc401-97cb-4caf-9857-8ff441375414" providerId="ADAL" clId="{71FEE1ED-8C8D-420A-BD55-CDA79FD3D834}" dt="2024-05-13T03:55:47.797" v="2415" actId="21"/>
          <ac:spMkLst>
            <pc:docMk/>
            <pc:sldMk cId="3775734635" sldId="358"/>
            <ac:spMk id="45063" creationId="{00000000-0000-0000-0000-000000000000}"/>
          </ac:spMkLst>
        </pc:spChg>
      </pc:sldChg>
      <pc:sldChg chg="del">
        <pc:chgData name="Mengmeng Ge" userId="bb5bc401-97cb-4caf-9857-8ff441375414" providerId="ADAL" clId="{71FEE1ED-8C8D-420A-BD55-CDA79FD3D834}" dt="2024-05-13T04:04:16.581" v="2570" actId="47"/>
        <pc:sldMkLst>
          <pc:docMk/>
          <pc:sldMk cId="1501447406" sldId="359"/>
        </pc:sldMkLst>
      </pc:sldChg>
      <pc:sldChg chg="modSp mod modClrScheme chgLayout">
        <pc:chgData name="Mengmeng Ge" userId="bb5bc401-97cb-4caf-9857-8ff441375414" providerId="ADAL" clId="{71FEE1ED-8C8D-420A-BD55-CDA79FD3D834}" dt="2024-05-13T04:10:09.309" v="2789" actId="948"/>
        <pc:sldMkLst>
          <pc:docMk/>
          <pc:sldMk cId="2721716618" sldId="360"/>
        </pc:sldMkLst>
        <pc:spChg chg="mod ord">
          <ac:chgData name="Mengmeng Ge" userId="bb5bc401-97cb-4caf-9857-8ff441375414" providerId="ADAL" clId="{71FEE1ED-8C8D-420A-BD55-CDA79FD3D834}" dt="2024-05-13T04:07:06.084" v="2670" actId="700"/>
          <ac:spMkLst>
            <pc:docMk/>
            <pc:sldMk cId="2721716618" sldId="360"/>
            <ac:spMk id="6" creationId="{00000000-0000-0000-0000-000000000000}"/>
          </ac:spMkLst>
        </pc:spChg>
        <pc:spChg chg="mod ord">
          <ac:chgData name="Mengmeng Ge" userId="bb5bc401-97cb-4caf-9857-8ff441375414" providerId="ADAL" clId="{71FEE1ED-8C8D-420A-BD55-CDA79FD3D834}" dt="2024-05-13T04:07:11.774" v="2676" actId="20577"/>
          <ac:spMkLst>
            <pc:docMk/>
            <pc:sldMk cId="2721716618" sldId="360"/>
            <ac:spMk id="47106" creationId="{00000000-0000-0000-0000-000000000000}"/>
          </ac:spMkLst>
        </pc:spChg>
        <pc:spChg chg="mod ord">
          <ac:chgData name="Mengmeng Ge" userId="bb5bc401-97cb-4caf-9857-8ff441375414" providerId="ADAL" clId="{71FEE1ED-8C8D-420A-BD55-CDA79FD3D834}" dt="2024-05-13T04:10:09.309" v="2789" actId="948"/>
          <ac:spMkLst>
            <pc:docMk/>
            <pc:sldMk cId="2721716618" sldId="360"/>
            <ac:spMk id="47107" creationId="{00000000-0000-0000-0000-000000000000}"/>
          </ac:spMkLst>
        </pc:spChg>
      </pc:sldChg>
      <pc:sldChg chg="addSp delSp modSp mod modNotesTx">
        <pc:chgData name="Mengmeng Ge" userId="bb5bc401-97cb-4caf-9857-8ff441375414" providerId="ADAL" clId="{71FEE1ED-8C8D-420A-BD55-CDA79FD3D834}" dt="2024-05-13T04:55:15.858" v="3109" actId="20577"/>
        <pc:sldMkLst>
          <pc:docMk/>
          <pc:sldMk cId="2018117695" sldId="361"/>
        </pc:sldMkLst>
        <pc:spChg chg="add mod">
          <ac:chgData name="Mengmeng Ge" userId="bb5bc401-97cb-4caf-9857-8ff441375414" providerId="ADAL" clId="{71FEE1ED-8C8D-420A-BD55-CDA79FD3D834}" dt="2024-05-13T04:46:49.969" v="3092" actId="1036"/>
          <ac:spMkLst>
            <pc:docMk/>
            <pc:sldMk cId="2018117695" sldId="361"/>
            <ac:spMk id="4" creationId="{65525E7F-B61F-6C0E-810F-919AE44F9A35}"/>
          </ac:spMkLst>
        </pc:spChg>
        <pc:spChg chg="mod">
          <ac:chgData name="Mengmeng Ge" userId="bb5bc401-97cb-4caf-9857-8ff441375414" providerId="ADAL" clId="{71FEE1ED-8C8D-420A-BD55-CDA79FD3D834}" dt="2024-05-13T04:43:49.524" v="3077" actId="14100"/>
          <ac:spMkLst>
            <pc:docMk/>
            <pc:sldMk cId="2018117695" sldId="361"/>
            <ac:spMk id="50178" creationId="{00000000-0000-0000-0000-000000000000}"/>
          </ac:spMkLst>
        </pc:spChg>
        <pc:spChg chg="del">
          <ac:chgData name="Mengmeng Ge" userId="bb5bc401-97cb-4caf-9857-8ff441375414" providerId="ADAL" clId="{71FEE1ED-8C8D-420A-BD55-CDA79FD3D834}" dt="2024-05-13T04:44:41.616" v="3078" actId="478"/>
          <ac:spMkLst>
            <pc:docMk/>
            <pc:sldMk cId="2018117695" sldId="361"/>
            <ac:spMk id="50207" creationId="{00000000-0000-0000-0000-000000000000}"/>
          </ac:spMkLst>
        </pc:spChg>
        <pc:spChg chg="del">
          <ac:chgData name="Mengmeng Ge" userId="bb5bc401-97cb-4caf-9857-8ff441375414" providerId="ADAL" clId="{71FEE1ED-8C8D-420A-BD55-CDA79FD3D834}" dt="2024-05-13T04:44:41.616" v="3078" actId="478"/>
          <ac:spMkLst>
            <pc:docMk/>
            <pc:sldMk cId="2018117695" sldId="361"/>
            <ac:spMk id="50233" creationId="{00000000-0000-0000-0000-000000000000}"/>
          </ac:spMkLst>
        </pc:spChg>
        <pc:spChg chg="del">
          <ac:chgData name="Mengmeng Ge" userId="bb5bc401-97cb-4caf-9857-8ff441375414" providerId="ADAL" clId="{71FEE1ED-8C8D-420A-BD55-CDA79FD3D834}" dt="2024-05-13T04:44:41.616" v="3078" actId="478"/>
          <ac:spMkLst>
            <pc:docMk/>
            <pc:sldMk cId="2018117695" sldId="361"/>
            <ac:spMk id="50242" creationId="{00000000-0000-0000-0000-000000000000}"/>
          </ac:spMkLst>
        </pc:spChg>
        <pc:grpChg chg="del">
          <ac:chgData name="Mengmeng Ge" userId="bb5bc401-97cb-4caf-9857-8ff441375414" providerId="ADAL" clId="{71FEE1ED-8C8D-420A-BD55-CDA79FD3D834}" dt="2024-05-13T04:44:41.616" v="3078" actId="478"/>
          <ac:grpSpMkLst>
            <pc:docMk/>
            <pc:sldMk cId="2018117695" sldId="361"/>
            <ac:grpSpMk id="50209" creationId="{00000000-0000-0000-0000-000000000000}"/>
          </ac:grpSpMkLst>
        </pc:grpChg>
        <pc:grpChg chg="del">
          <ac:chgData name="Mengmeng Ge" userId="bb5bc401-97cb-4caf-9857-8ff441375414" providerId="ADAL" clId="{71FEE1ED-8C8D-420A-BD55-CDA79FD3D834}" dt="2024-05-13T04:44:41.616" v="3078" actId="478"/>
          <ac:grpSpMkLst>
            <pc:docMk/>
            <pc:sldMk cId="2018117695" sldId="361"/>
            <ac:grpSpMk id="50231" creationId="{00000000-0000-0000-0000-000000000000}"/>
          </ac:grpSpMkLst>
        </pc:grpChg>
        <pc:grpChg chg="del">
          <ac:chgData name="Mengmeng Ge" userId="bb5bc401-97cb-4caf-9857-8ff441375414" providerId="ADAL" clId="{71FEE1ED-8C8D-420A-BD55-CDA79FD3D834}" dt="2024-05-13T04:44:41.616" v="3078" actId="478"/>
          <ac:grpSpMkLst>
            <pc:docMk/>
            <pc:sldMk cId="2018117695" sldId="361"/>
            <ac:grpSpMk id="50234" creationId="{00000000-0000-0000-0000-000000000000}"/>
          </ac:grpSpMkLst>
        </pc:grpChg>
        <pc:grpChg chg="del">
          <ac:chgData name="Mengmeng Ge" userId="bb5bc401-97cb-4caf-9857-8ff441375414" providerId="ADAL" clId="{71FEE1ED-8C8D-420A-BD55-CDA79FD3D834}" dt="2024-05-13T04:44:41.616" v="3078" actId="478"/>
          <ac:grpSpMkLst>
            <pc:docMk/>
            <pc:sldMk cId="2018117695" sldId="361"/>
            <ac:grpSpMk id="50237" creationId="{00000000-0000-0000-0000-000000000000}"/>
          </ac:grpSpMkLst>
        </pc:grpChg>
        <pc:picChg chg="add mod">
          <ac:chgData name="Mengmeng Ge" userId="bb5bc401-97cb-4caf-9857-8ff441375414" providerId="ADAL" clId="{71FEE1ED-8C8D-420A-BD55-CDA79FD3D834}" dt="2024-05-13T04:45:30.300" v="3083" actId="1076"/>
          <ac:picMkLst>
            <pc:docMk/>
            <pc:sldMk cId="2018117695" sldId="361"/>
            <ac:picMk id="3" creationId="{67BEBEA8-8502-A023-EAA2-0C3EBA690DD3}"/>
          </ac:picMkLst>
        </pc:picChg>
        <pc:picChg chg="add mod">
          <ac:chgData name="Mengmeng Ge" userId="bb5bc401-97cb-4caf-9857-8ff441375414" providerId="ADAL" clId="{71FEE1ED-8C8D-420A-BD55-CDA79FD3D834}" dt="2024-05-13T04:46:16.879" v="3090" actId="1076"/>
          <ac:picMkLst>
            <pc:docMk/>
            <pc:sldMk cId="2018117695" sldId="361"/>
            <ac:picMk id="6" creationId="{9DA2CD2B-FB3E-45D1-60A2-0BF15C161342}"/>
          </ac:picMkLst>
        </pc:picChg>
      </pc:sldChg>
      <pc:sldChg chg="del">
        <pc:chgData name="Mengmeng Ge" userId="bb5bc401-97cb-4caf-9857-8ff441375414" providerId="ADAL" clId="{71FEE1ED-8C8D-420A-BD55-CDA79FD3D834}" dt="2024-05-13T04:56:09.001" v="3110" actId="47"/>
        <pc:sldMkLst>
          <pc:docMk/>
          <pc:sldMk cId="1854571226" sldId="362"/>
        </pc:sldMkLst>
      </pc:sldChg>
      <pc:sldChg chg="modSp del mod modNotesTx">
        <pc:chgData name="Mengmeng Ge" userId="bb5bc401-97cb-4caf-9857-8ff441375414" providerId="ADAL" clId="{71FEE1ED-8C8D-420A-BD55-CDA79FD3D834}" dt="2024-05-13T05:51:09.998" v="3265" actId="47"/>
        <pc:sldMkLst>
          <pc:docMk/>
          <pc:sldMk cId="1143723987" sldId="363"/>
        </pc:sldMkLst>
        <pc:spChg chg="mod">
          <ac:chgData name="Mengmeng Ge" userId="bb5bc401-97cb-4caf-9857-8ff441375414" providerId="ADAL" clId="{71FEE1ED-8C8D-420A-BD55-CDA79FD3D834}" dt="2024-05-13T05:41:22.934" v="3123" actId="20577"/>
          <ac:spMkLst>
            <pc:docMk/>
            <pc:sldMk cId="1143723987" sldId="363"/>
            <ac:spMk id="171010" creationId="{00000000-0000-0000-0000-000000000000}"/>
          </ac:spMkLst>
        </pc:spChg>
        <pc:spChg chg="mod">
          <ac:chgData name="Mengmeng Ge" userId="bb5bc401-97cb-4caf-9857-8ff441375414" providerId="ADAL" clId="{71FEE1ED-8C8D-420A-BD55-CDA79FD3D834}" dt="2024-05-13T05:45:01.160" v="3145" actId="21"/>
          <ac:spMkLst>
            <pc:docMk/>
            <pc:sldMk cId="1143723987" sldId="363"/>
            <ac:spMk id="171012" creationId="{00000000-0000-0000-0000-000000000000}"/>
          </ac:spMkLst>
        </pc:spChg>
      </pc:sldChg>
      <pc:sldChg chg="addSp delSp modSp mod modClrScheme chgLayout modNotesTx">
        <pc:chgData name="Mengmeng Ge" userId="bb5bc401-97cb-4caf-9857-8ff441375414" providerId="ADAL" clId="{71FEE1ED-8C8D-420A-BD55-CDA79FD3D834}" dt="2024-05-13T05:55:46.997" v="3381" actId="20577"/>
        <pc:sldMkLst>
          <pc:docMk/>
          <pc:sldMk cId="1153242741" sldId="364"/>
        </pc:sldMkLst>
        <pc:spChg chg="add del mod ord">
          <ac:chgData name="Mengmeng Ge" userId="bb5bc401-97cb-4caf-9857-8ff441375414" providerId="ADAL" clId="{71FEE1ED-8C8D-420A-BD55-CDA79FD3D834}" dt="2024-05-13T05:51:54.614" v="3300" actId="478"/>
          <ac:spMkLst>
            <pc:docMk/>
            <pc:sldMk cId="1153242741" sldId="364"/>
            <ac:spMk id="3" creationId="{840BB501-2F29-45DD-DDDA-61478C00FC75}"/>
          </ac:spMkLst>
        </pc:spChg>
        <pc:spChg chg="add mod">
          <ac:chgData name="Mengmeng Ge" userId="bb5bc401-97cb-4caf-9857-8ff441375414" providerId="ADAL" clId="{71FEE1ED-8C8D-420A-BD55-CDA79FD3D834}" dt="2024-05-13T05:55:46.997" v="3381" actId="20577"/>
          <ac:spMkLst>
            <pc:docMk/>
            <pc:sldMk cId="1153242741" sldId="364"/>
            <ac:spMk id="4" creationId="{498C1E26-31C3-088F-FBAA-47346D0AE4E4}"/>
          </ac:spMkLst>
        </pc:spChg>
        <pc:spChg chg="add mod">
          <ac:chgData name="Mengmeng Ge" userId="bb5bc401-97cb-4caf-9857-8ff441375414" providerId="ADAL" clId="{71FEE1ED-8C8D-420A-BD55-CDA79FD3D834}" dt="2024-05-13T05:53:02.343" v="3339" actId="207"/>
          <ac:spMkLst>
            <pc:docMk/>
            <pc:sldMk cId="1153242741" sldId="364"/>
            <ac:spMk id="5" creationId="{00CF6392-3547-C28E-4E18-D6416DEA25FF}"/>
          </ac:spMkLst>
        </pc:spChg>
        <pc:spChg chg="mod ord">
          <ac:chgData name="Mengmeng Ge" userId="bb5bc401-97cb-4caf-9857-8ff441375414" providerId="ADAL" clId="{71FEE1ED-8C8D-420A-BD55-CDA79FD3D834}" dt="2024-05-13T05:51:50.313" v="3299" actId="700"/>
          <ac:spMkLst>
            <pc:docMk/>
            <pc:sldMk cId="1153242741" sldId="364"/>
            <ac:spMk id="6" creationId="{00000000-0000-0000-0000-000000000000}"/>
          </ac:spMkLst>
        </pc:spChg>
        <pc:spChg chg="mod">
          <ac:chgData name="Mengmeng Ge" userId="bb5bc401-97cb-4caf-9857-8ff441375414" providerId="ADAL" clId="{71FEE1ED-8C8D-420A-BD55-CDA79FD3D834}" dt="2024-05-13T05:52:07.788" v="3304" actId="1076"/>
          <ac:spMkLst>
            <pc:docMk/>
            <pc:sldMk cId="1153242741" sldId="364"/>
            <ac:spMk id="167" creationId="{00000000-0000-0000-0000-000000000000}"/>
          </ac:spMkLst>
        </pc:spChg>
        <pc:spChg chg="mod">
          <ac:chgData name="Mengmeng Ge" userId="bb5bc401-97cb-4caf-9857-8ff441375414" providerId="ADAL" clId="{71FEE1ED-8C8D-420A-BD55-CDA79FD3D834}" dt="2024-05-13T05:52:29.912" v="3318" actId="20577"/>
          <ac:spMkLst>
            <pc:docMk/>
            <pc:sldMk cId="1153242741" sldId="364"/>
            <ac:spMk id="194" creationId="{00000000-0000-0000-0000-000000000000}"/>
          </ac:spMkLst>
        </pc:spChg>
        <pc:spChg chg="mod ord">
          <ac:chgData name="Mengmeng Ge" userId="bb5bc401-97cb-4caf-9857-8ff441375414" providerId="ADAL" clId="{71FEE1ED-8C8D-420A-BD55-CDA79FD3D834}" dt="2024-05-13T05:51:50.313" v="3299" actId="700"/>
          <ac:spMkLst>
            <pc:docMk/>
            <pc:sldMk cId="1153242741" sldId="364"/>
            <ac:spMk id="172034" creationId="{00000000-0000-0000-0000-000000000000}"/>
          </ac:spMkLst>
        </pc:spChg>
        <pc:spChg chg="mod ord">
          <ac:chgData name="Mengmeng Ge" userId="bb5bc401-97cb-4caf-9857-8ff441375414" providerId="ADAL" clId="{71FEE1ED-8C8D-420A-BD55-CDA79FD3D834}" dt="2024-05-13T05:54:55.291" v="3370" actId="255"/>
          <ac:spMkLst>
            <pc:docMk/>
            <pc:sldMk cId="1153242741" sldId="364"/>
            <ac:spMk id="172035" creationId="{00000000-0000-0000-0000-000000000000}"/>
          </ac:spMkLst>
        </pc:spChg>
        <pc:spChg chg="del mod">
          <ac:chgData name="Mengmeng Ge" userId="bb5bc401-97cb-4caf-9857-8ff441375414" providerId="ADAL" clId="{71FEE1ED-8C8D-420A-BD55-CDA79FD3D834}" dt="2024-05-13T05:51:43.204" v="3298" actId="478"/>
          <ac:spMkLst>
            <pc:docMk/>
            <pc:sldMk cId="1153242741" sldId="364"/>
            <ac:spMk id="172036" creationId="{00000000-0000-0000-0000-000000000000}"/>
          </ac:spMkLst>
        </pc:spChg>
      </pc:sldChg>
      <pc:sldChg chg="modSp mod">
        <pc:chgData name="Mengmeng Ge" userId="bb5bc401-97cb-4caf-9857-8ff441375414" providerId="ADAL" clId="{71FEE1ED-8C8D-420A-BD55-CDA79FD3D834}" dt="2024-05-10T06:03:37.066" v="145" actId="20577"/>
        <pc:sldMkLst>
          <pc:docMk/>
          <pc:sldMk cId="2852110861" sldId="457"/>
        </pc:sldMkLst>
        <pc:spChg chg="mod">
          <ac:chgData name="Mengmeng Ge" userId="bb5bc401-97cb-4caf-9857-8ff441375414" providerId="ADAL" clId="{71FEE1ED-8C8D-420A-BD55-CDA79FD3D834}" dt="2024-05-10T06:03:37.066" v="145" actId="20577"/>
          <ac:spMkLst>
            <pc:docMk/>
            <pc:sldMk cId="2852110861" sldId="457"/>
            <ac:spMk id="3" creationId="{00000000-0000-0000-0000-000000000000}"/>
          </ac:spMkLst>
        </pc:spChg>
      </pc:sldChg>
      <pc:sldChg chg="modSp mod">
        <pc:chgData name="Mengmeng Ge" userId="bb5bc401-97cb-4caf-9857-8ff441375414" providerId="ADAL" clId="{71FEE1ED-8C8D-420A-BD55-CDA79FD3D834}" dt="2024-05-12T04:06:05.951" v="169" actId="20577"/>
        <pc:sldMkLst>
          <pc:docMk/>
          <pc:sldMk cId="0" sldId="525"/>
        </pc:sldMkLst>
        <pc:spChg chg="mod">
          <ac:chgData name="Mengmeng Ge" userId="bb5bc401-97cb-4caf-9857-8ff441375414" providerId="ADAL" clId="{71FEE1ED-8C8D-420A-BD55-CDA79FD3D834}" dt="2024-05-12T04:06:05.951" v="169" actId="20577"/>
          <ac:spMkLst>
            <pc:docMk/>
            <pc:sldMk cId="0" sldId="525"/>
            <ac:spMk id="5" creationId="{00000000-0000-0000-0000-000000000000}"/>
          </ac:spMkLst>
        </pc:spChg>
      </pc:sldChg>
      <pc:sldChg chg="modSp mod">
        <pc:chgData name="Mengmeng Ge" userId="bb5bc401-97cb-4caf-9857-8ff441375414" providerId="ADAL" clId="{71FEE1ED-8C8D-420A-BD55-CDA79FD3D834}" dt="2024-05-13T06:00:00.471" v="3560" actId="20577"/>
        <pc:sldMkLst>
          <pc:docMk/>
          <pc:sldMk cId="606395498" sldId="632"/>
        </pc:sldMkLst>
        <pc:spChg chg="mod">
          <ac:chgData name="Mengmeng Ge" userId="bb5bc401-97cb-4caf-9857-8ff441375414" providerId="ADAL" clId="{71FEE1ED-8C8D-420A-BD55-CDA79FD3D834}" dt="2024-05-13T06:00:00.471" v="3560" actId="20577"/>
          <ac:spMkLst>
            <pc:docMk/>
            <pc:sldMk cId="606395498" sldId="632"/>
            <ac:spMk id="3" creationId="{00000000-0000-0000-0000-000000000000}"/>
          </ac:spMkLst>
        </pc:spChg>
      </pc:sldChg>
      <pc:sldChg chg="addSp delSp modSp new mod modClrScheme chgLayout">
        <pc:chgData name="Mengmeng Ge" userId="bb5bc401-97cb-4caf-9857-8ff441375414" providerId="ADAL" clId="{71FEE1ED-8C8D-420A-BD55-CDA79FD3D834}" dt="2024-05-12T04:08:12.318" v="196" actId="20577"/>
        <pc:sldMkLst>
          <pc:docMk/>
          <pc:sldMk cId="1913650139" sldId="633"/>
        </pc:sldMkLst>
        <pc:spChg chg="del mod ord">
          <ac:chgData name="Mengmeng Ge" userId="bb5bc401-97cb-4caf-9857-8ff441375414" providerId="ADAL" clId="{71FEE1ED-8C8D-420A-BD55-CDA79FD3D834}" dt="2024-05-12T04:08:07.649" v="176" actId="700"/>
          <ac:spMkLst>
            <pc:docMk/>
            <pc:sldMk cId="1913650139" sldId="633"/>
            <ac:spMk id="2" creationId="{C6A87962-9C1A-B35A-4DF2-476D1DC4DFC9}"/>
          </ac:spMkLst>
        </pc:spChg>
        <pc:spChg chg="del mod ord">
          <ac:chgData name="Mengmeng Ge" userId="bb5bc401-97cb-4caf-9857-8ff441375414" providerId="ADAL" clId="{71FEE1ED-8C8D-420A-BD55-CDA79FD3D834}" dt="2024-05-12T04:08:07.649" v="176" actId="700"/>
          <ac:spMkLst>
            <pc:docMk/>
            <pc:sldMk cId="1913650139" sldId="633"/>
            <ac:spMk id="3" creationId="{A0AB6E86-1661-DE9A-AEEC-BDFBBC6C136E}"/>
          </ac:spMkLst>
        </pc:spChg>
        <pc:spChg chg="del">
          <ac:chgData name="Mengmeng Ge" userId="bb5bc401-97cb-4caf-9857-8ff441375414" providerId="ADAL" clId="{71FEE1ED-8C8D-420A-BD55-CDA79FD3D834}" dt="2024-05-12T04:08:07.649" v="176" actId="700"/>
          <ac:spMkLst>
            <pc:docMk/>
            <pc:sldMk cId="1913650139" sldId="633"/>
            <ac:spMk id="4" creationId="{C1CDC0E7-6360-0677-D5C5-C1DEA2A478BE}"/>
          </ac:spMkLst>
        </pc:spChg>
        <pc:spChg chg="mod ord">
          <ac:chgData name="Mengmeng Ge" userId="bb5bc401-97cb-4caf-9857-8ff441375414" providerId="ADAL" clId="{71FEE1ED-8C8D-420A-BD55-CDA79FD3D834}" dt="2024-05-12T04:08:07.649" v="176" actId="700"/>
          <ac:spMkLst>
            <pc:docMk/>
            <pc:sldMk cId="1913650139" sldId="633"/>
            <ac:spMk id="5" creationId="{0AED3AAC-C36D-474A-CAF3-2017C6619290}"/>
          </ac:spMkLst>
        </pc:spChg>
        <pc:spChg chg="add mod ord">
          <ac:chgData name="Mengmeng Ge" userId="bb5bc401-97cb-4caf-9857-8ff441375414" providerId="ADAL" clId="{71FEE1ED-8C8D-420A-BD55-CDA79FD3D834}" dt="2024-05-12T04:08:12.318" v="196" actId="20577"/>
          <ac:spMkLst>
            <pc:docMk/>
            <pc:sldMk cId="1913650139" sldId="633"/>
            <ac:spMk id="6" creationId="{1289A547-3874-F4B8-C53A-F7B2C50840FD}"/>
          </ac:spMkLst>
        </pc:spChg>
        <pc:spChg chg="add mod ord">
          <ac:chgData name="Mengmeng Ge" userId="bb5bc401-97cb-4caf-9857-8ff441375414" providerId="ADAL" clId="{71FEE1ED-8C8D-420A-BD55-CDA79FD3D834}" dt="2024-05-12T04:08:07.649" v="176" actId="700"/>
          <ac:spMkLst>
            <pc:docMk/>
            <pc:sldMk cId="1913650139" sldId="633"/>
            <ac:spMk id="7" creationId="{898FDD86-8E32-D712-275A-58A252D8E29D}"/>
          </ac:spMkLst>
        </pc:spChg>
      </pc:sldChg>
      <pc:sldChg chg="addSp delSp modSp new del mod modClrScheme chgLayout">
        <pc:chgData name="Mengmeng Ge" userId="bb5bc401-97cb-4caf-9857-8ff441375414" providerId="ADAL" clId="{71FEE1ED-8C8D-420A-BD55-CDA79FD3D834}" dt="2024-05-12T04:09:42.664" v="221" actId="47"/>
        <pc:sldMkLst>
          <pc:docMk/>
          <pc:sldMk cId="1673555853" sldId="634"/>
        </pc:sldMkLst>
        <pc:spChg chg="del mod ord">
          <ac:chgData name="Mengmeng Ge" userId="bb5bc401-97cb-4caf-9857-8ff441375414" providerId="ADAL" clId="{71FEE1ED-8C8D-420A-BD55-CDA79FD3D834}" dt="2024-05-12T04:08:44.373" v="198" actId="700"/>
          <ac:spMkLst>
            <pc:docMk/>
            <pc:sldMk cId="1673555853" sldId="634"/>
            <ac:spMk id="2" creationId="{31002337-10C2-F559-5D72-1D0F5DC52193}"/>
          </ac:spMkLst>
        </pc:spChg>
        <pc:spChg chg="del mod ord">
          <ac:chgData name="Mengmeng Ge" userId="bb5bc401-97cb-4caf-9857-8ff441375414" providerId="ADAL" clId="{71FEE1ED-8C8D-420A-BD55-CDA79FD3D834}" dt="2024-05-12T04:08:44.373" v="198" actId="700"/>
          <ac:spMkLst>
            <pc:docMk/>
            <pc:sldMk cId="1673555853" sldId="634"/>
            <ac:spMk id="3" creationId="{ED57A2CE-5A49-8465-38F9-08DF51B9BA5B}"/>
          </ac:spMkLst>
        </pc:spChg>
        <pc:spChg chg="mod ord">
          <ac:chgData name="Mengmeng Ge" userId="bb5bc401-97cb-4caf-9857-8ff441375414" providerId="ADAL" clId="{71FEE1ED-8C8D-420A-BD55-CDA79FD3D834}" dt="2024-05-12T04:08:44.373" v="198" actId="700"/>
          <ac:spMkLst>
            <pc:docMk/>
            <pc:sldMk cId="1673555853" sldId="634"/>
            <ac:spMk id="4" creationId="{5D267DF2-A8AB-2AAC-DBD6-D4B917E676E3}"/>
          </ac:spMkLst>
        </pc:spChg>
        <pc:spChg chg="add mod ord">
          <ac:chgData name="Mengmeng Ge" userId="bb5bc401-97cb-4caf-9857-8ff441375414" providerId="ADAL" clId="{71FEE1ED-8C8D-420A-BD55-CDA79FD3D834}" dt="2024-05-12T04:08:46.202" v="202" actId="20577"/>
          <ac:spMkLst>
            <pc:docMk/>
            <pc:sldMk cId="1673555853" sldId="634"/>
            <ac:spMk id="5" creationId="{A555FD81-3A0C-03CD-4D41-D07101348FDA}"/>
          </ac:spMkLst>
        </pc:spChg>
        <pc:spChg chg="add mod ord">
          <ac:chgData name="Mengmeng Ge" userId="bb5bc401-97cb-4caf-9857-8ff441375414" providerId="ADAL" clId="{71FEE1ED-8C8D-420A-BD55-CDA79FD3D834}" dt="2024-05-12T04:08:44.373" v="198" actId="700"/>
          <ac:spMkLst>
            <pc:docMk/>
            <pc:sldMk cId="1673555853" sldId="634"/>
            <ac:spMk id="6" creationId="{49A37042-2C09-1308-0008-B51457695734}"/>
          </ac:spMkLst>
        </pc:spChg>
      </pc:sldChg>
      <pc:sldChg chg="addSp delSp modSp new mod modClrScheme chgLayout">
        <pc:chgData name="Mengmeng Ge" userId="bb5bc401-97cb-4caf-9857-8ff441375414" providerId="ADAL" clId="{71FEE1ED-8C8D-420A-BD55-CDA79FD3D834}" dt="2024-05-12T04:09:37.412" v="220" actId="20577"/>
        <pc:sldMkLst>
          <pc:docMk/>
          <pc:sldMk cId="3203167261" sldId="635"/>
        </pc:sldMkLst>
        <pc:spChg chg="del mod ord">
          <ac:chgData name="Mengmeng Ge" userId="bb5bc401-97cb-4caf-9857-8ff441375414" providerId="ADAL" clId="{71FEE1ED-8C8D-420A-BD55-CDA79FD3D834}" dt="2024-05-12T04:09:22.174" v="204" actId="700"/>
          <ac:spMkLst>
            <pc:docMk/>
            <pc:sldMk cId="3203167261" sldId="635"/>
            <ac:spMk id="2" creationId="{65A0541D-4263-2D35-8C6B-BB22C983CA09}"/>
          </ac:spMkLst>
        </pc:spChg>
        <pc:spChg chg="del mod ord">
          <ac:chgData name="Mengmeng Ge" userId="bb5bc401-97cb-4caf-9857-8ff441375414" providerId="ADAL" clId="{71FEE1ED-8C8D-420A-BD55-CDA79FD3D834}" dt="2024-05-12T04:09:22.174" v="204" actId="700"/>
          <ac:spMkLst>
            <pc:docMk/>
            <pc:sldMk cId="3203167261" sldId="635"/>
            <ac:spMk id="3" creationId="{CB72B2F7-CC8F-BFB7-2E16-5435E97C8C28}"/>
          </ac:spMkLst>
        </pc:spChg>
        <pc:spChg chg="del">
          <ac:chgData name="Mengmeng Ge" userId="bb5bc401-97cb-4caf-9857-8ff441375414" providerId="ADAL" clId="{71FEE1ED-8C8D-420A-BD55-CDA79FD3D834}" dt="2024-05-12T04:09:22.174" v="204" actId="700"/>
          <ac:spMkLst>
            <pc:docMk/>
            <pc:sldMk cId="3203167261" sldId="635"/>
            <ac:spMk id="4" creationId="{4C4E34B6-7049-1EA0-0A64-0BEB0106D6F4}"/>
          </ac:spMkLst>
        </pc:spChg>
        <pc:spChg chg="mod ord">
          <ac:chgData name="Mengmeng Ge" userId="bb5bc401-97cb-4caf-9857-8ff441375414" providerId="ADAL" clId="{71FEE1ED-8C8D-420A-BD55-CDA79FD3D834}" dt="2024-05-12T04:09:22.174" v="204" actId="700"/>
          <ac:spMkLst>
            <pc:docMk/>
            <pc:sldMk cId="3203167261" sldId="635"/>
            <ac:spMk id="5" creationId="{AB4B00A9-8F8C-3B1B-0892-5664EA13B060}"/>
          </ac:spMkLst>
        </pc:spChg>
        <pc:spChg chg="add mod ord">
          <ac:chgData name="Mengmeng Ge" userId="bb5bc401-97cb-4caf-9857-8ff441375414" providerId="ADAL" clId="{71FEE1ED-8C8D-420A-BD55-CDA79FD3D834}" dt="2024-05-12T04:09:37.412" v="220" actId="20577"/>
          <ac:spMkLst>
            <pc:docMk/>
            <pc:sldMk cId="3203167261" sldId="635"/>
            <ac:spMk id="6" creationId="{0DB402EF-65BB-A6C1-75D3-083DC94106C4}"/>
          </ac:spMkLst>
        </pc:spChg>
        <pc:spChg chg="add mod ord">
          <ac:chgData name="Mengmeng Ge" userId="bb5bc401-97cb-4caf-9857-8ff441375414" providerId="ADAL" clId="{71FEE1ED-8C8D-420A-BD55-CDA79FD3D834}" dt="2024-05-12T04:09:22.174" v="204" actId="700"/>
          <ac:spMkLst>
            <pc:docMk/>
            <pc:sldMk cId="3203167261" sldId="635"/>
            <ac:spMk id="7" creationId="{350A3ABC-7AA1-7206-94C8-7633D0D38732}"/>
          </ac:spMkLst>
        </pc:spChg>
      </pc:sldChg>
      <pc:sldChg chg="addSp delSp modSp new mod modClrScheme chgLayout">
        <pc:chgData name="Mengmeng Ge" userId="bb5bc401-97cb-4caf-9857-8ff441375414" providerId="ADAL" clId="{71FEE1ED-8C8D-420A-BD55-CDA79FD3D834}" dt="2024-05-12T04:39:54.020" v="294" actId="255"/>
        <pc:sldMkLst>
          <pc:docMk/>
          <pc:sldMk cId="4281192146" sldId="636"/>
        </pc:sldMkLst>
        <pc:spChg chg="del mod ord">
          <ac:chgData name="Mengmeng Ge" userId="bb5bc401-97cb-4caf-9857-8ff441375414" providerId="ADAL" clId="{71FEE1ED-8C8D-420A-BD55-CDA79FD3D834}" dt="2024-05-12T04:39:27.143" v="289" actId="700"/>
          <ac:spMkLst>
            <pc:docMk/>
            <pc:sldMk cId="4281192146" sldId="636"/>
            <ac:spMk id="2" creationId="{CFD3E64B-3EAD-B769-3F1E-4535C8903C41}"/>
          </ac:spMkLst>
        </pc:spChg>
        <pc:spChg chg="del mod ord">
          <ac:chgData name="Mengmeng Ge" userId="bb5bc401-97cb-4caf-9857-8ff441375414" providerId="ADAL" clId="{71FEE1ED-8C8D-420A-BD55-CDA79FD3D834}" dt="2024-05-12T04:39:27.143" v="289" actId="700"/>
          <ac:spMkLst>
            <pc:docMk/>
            <pc:sldMk cId="4281192146" sldId="636"/>
            <ac:spMk id="3" creationId="{8A12BA72-C72B-C829-1DA6-3A951846FCF7}"/>
          </ac:spMkLst>
        </pc:spChg>
        <pc:spChg chg="del">
          <ac:chgData name="Mengmeng Ge" userId="bb5bc401-97cb-4caf-9857-8ff441375414" providerId="ADAL" clId="{71FEE1ED-8C8D-420A-BD55-CDA79FD3D834}" dt="2024-05-12T04:39:27.143" v="289" actId="700"/>
          <ac:spMkLst>
            <pc:docMk/>
            <pc:sldMk cId="4281192146" sldId="636"/>
            <ac:spMk id="4" creationId="{0F271DDA-86CC-6EA0-2C60-909F6A951752}"/>
          </ac:spMkLst>
        </pc:spChg>
        <pc:spChg chg="mod ord">
          <ac:chgData name="Mengmeng Ge" userId="bb5bc401-97cb-4caf-9857-8ff441375414" providerId="ADAL" clId="{71FEE1ED-8C8D-420A-BD55-CDA79FD3D834}" dt="2024-05-12T04:39:27.143" v="289" actId="700"/>
          <ac:spMkLst>
            <pc:docMk/>
            <pc:sldMk cId="4281192146" sldId="636"/>
            <ac:spMk id="5" creationId="{CC581596-79A9-3114-D8DD-B3AD4D74FD67}"/>
          </ac:spMkLst>
        </pc:spChg>
        <pc:spChg chg="add mod ord">
          <ac:chgData name="Mengmeng Ge" userId="bb5bc401-97cb-4caf-9857-8ff441375414" providerId="ADAL" clId="{71FEE1ED-8C8D-420A-BD55-CDA79FD3D834}" dt="2024-05-12T04:39:54.020" v="294" actId="255"/>
          <ac:spMkLst>
            <pc:docMk/>
            <pc:sldMk cId="4281192146" sldId="636"/>
            <ac:spMk id="6" creationId="{26C12C16-EF13-87B4-6AB6-1F94DD9A10AD}"/>
          </ac:spMkLst>
        </pc:spChg>
        <pc:spChg chg="add del mod ord">
          <ac:chgData name="Mengmeng Ge" userId="bb5bc401-97cb-4caf-9857-8ff441375414" providerId="ADAL" clId="{71FEE1ED-8C8D-420A-BD55-CDA79FD3D834}" dt="2024-05-12T04:39:29.223" v="290" actId="478"/>
          <ac:spMkLst>
            <pc:docMk/>
            <pc:sldMk cId="4281192146" sldId="636"/>
            <ac:spMk id="7" creationId="{6F3F2276-9AD2-205E-5B37-DFA56661FCFE}"/>
          </ac:spMkLst>
        </pc:spChg>
        <pc:picChg chg="add">
          <ac:chgData name="Mengmeng Ge" userId="bb5bc401-97cb-4caf-9857-8ff441375414" providerId="ADAL" clId="{71FEE1ED-8C8D-420A-BD55-CDA79FD3D834}" dt="2024-05-12T04:39:29.447" v="291" actId="22"/>
          <ac:picMkLst>
            <pc:docMk/>
            <pc:sldMk cId="4281192146" sldId="636"/>
            <ac:picMk id="9" creationId="{9D0634D4-0184-9665-F5E5-163324218B6D}"/>
          </ac:picMkLst>
        </pc:picChg>
      </pc:sldChg>
      <pc:sldChg chg="addSp modSp new mod modNotesTx">
        <pc:chgData name="Mengmeng Ge" userId="bb5bc401-97cb-4caf-9857-8ff441375414" providerId="ADAL" clId="{71FEE1ED-8C8D-420A-BD55-CDA79FD3D834}" dt="2024-05-13T04:05:52.487" v="2610" actId="20577"/>
        <pc:sldMkLst>
          <pc:docMk/>
          <pc:sldMk cId="2008337785" sldId="637"/>
        </pc:sldMkLst>
        <pc:spChg chg="mod">
          <ac:chgData name="Mengmeng Ge" userId="bb5bc401-97cb-4caf-9857-8ff441375414" providerId="ADAL" clId="{71FEE1ED-8C8D-420A-BD55-CDA79FD3D834}" dt="2024-05-13T03:31:12.189" v="1981" actId="255"/>
          <ac:spMkLst>
            <pc:docMk/>
            <pc:sldMk cId="2008337785" sldId="637"/>
            <ac:spMk id="2" creationId="{CC8AB9C6-ECFD-3761-9101-0B195FD01C47}"/>
          </ac:spMkLst>
        </pc:spChg>
        <pc:spChg chg="mod">
          <ac:chgData name="Mengmeng Ge" userId="bb5bc401-97cb-4caf-9857-8ff441375414" providerId="ADAL" clId="{71FEE1ED-8C8D-420A-BD55-CDA79FD3D834}" dt="2024-05-13T03:31:42.891" v="2021" actId="14100"/>
          <ac:spMkLst>
            <pc:docMk/>
            <pc:sldMk cId="2008337785" sldId="637"/>
            <ac:spMk id="3" creationId="{60893990-A66C-8362-302D-C202B50BE219}"/>
          </ac:spMkLst>
        </pc:spChg>
        <pc:spChg chg="add mod">
          <ac:chgData name="Mengmeng Ge" userId="bb5bc401-97cb-4caf-9857-8ff441375414" providerId="ADAL" clId="{71FEE1ED-8C8D-420A-BD55-CDA79FD3D834}" dt="2024-05-13T03:32:30.138" v="2028" actId="20577"/>
          <ac:spMkLst>
            <pc:docMk/>
            <pc:sldMk cId="2008337785" sldId="637"/>
            <ac:spMk id="7" creationId="{D7794178-7B7F-2E32-E7D8-477C4F8EB24E}"/>
          </ac:spMkLst>
        </pc:spChg>
        <pc:spChg chg="add mod">
          <ac:chgData name="Mengmeng Ge" userId="bb5bc401-97cb-4caf-9857-8ff441375414" providerId="ADAL" clId="{71FEE1ED-8C8D-420A-BD55-CDA79FD3D834}" dt="2024-05-13T04:05:52.487" v="2610" actId="20577"/>
          <ac:spMkLst>
            <pc:docMk/>
            <pc:sldMk cId="2008337785" sldId="637"/>
            <ac:spMk id="8" creationId="{63A15A4E-7EC6-8449-50F5-FD4683F8C6EE}"/>
          </ac:spMkLst>
        </pc:spChg>
        <pc:picChg chg="add mod">
          <ac:chgData name="Mengmeng Ge" userId="bb5bc401-97cb-4caf-9857-8ff441375414" providerId="ADAL" clId="{71FEE1ED-8C8D-420A-BD55-CDA79FD3D834}" dt="2024-05-13T03:32:52.653" v="2032" actId="1076"/>
          <ac:picMkLst>
            <pc:docMk/>
            <pc:sldMk cId="2008337785" sldId="637"/>
            <ac:picMk id="6" creationId="{F75B91F4-8304-A801-6E3C-0F770690C980}"/>
          </ac:picMkLst>
        </pc:picChg>
      </pc:sldChg>
      <pc:sldChg chg="addSp delSp modSp add mod ord modNotesTx">
        <pc:chgData name="Mengmeng Ge" userId="bb5bc401-97cb-4caf-9857-8ff441375414" providerId="ADAL" clId="{71FEE1ED-8C8D-420A-BD55-CDA79FD3D834}" dt="2024-05-13T04:04:10.666" v="2569" actId="478"/>
        <pc:sldMkLst>
          <pc:docMk/>
          <pc:sldMk cId="3207868071" sldId="638"/>
        </pc:sldMkLst>
        <pc:spChg chg="add mod">
          <ac:chgData name="Mengmeng Ge" userId="bb5bc401-97cb-4caf-9857-8ff441375414" providerId="ADAL" clId="{71FEE1ED-8C8D-420A-BD55-CDA79FD3D834}" dt="2024-05-13T03:59:34.504" v="2508" actId="167"/>
          <ac:spMkLst>
            <pc:docMk/>
            <pc:sldMk cId="3207868071" sldId="638"/>
            <ac:spMk id="2" creationId="{00000000-0000-0000-0000-000000000000}"/>
          </ac:spMkLst>
        </pc:spChg>
        <pc:spChg chg="add mod">
          <ac:chgData name="Mengmeng Ge" userId="bb5bc401-97cb-4caf-9857-8ff441375414" providerId="ADAL" clId="{71FEE1ED-8C8D-420A-BD55-CDA79FD3D834}" dt="2024-05-13T04:03:13.928" v="2556" actId="1076"/>
          <ac:spMkLst>
            <pc:docMk/>
            <pc:sldMk cId="3207868071" sldId="638"/>
            <ac:spMk id="3" creationId="{38266B25-4B5C-0542-2A28-BD77B8D46273}"/>
          </ac:spMkLst>
        </pc:spChg>
        <pc:spChg chg="add mod">
          <ac:chgData name="Mengmeng Ge" userId="bb5bc401-97cb-4caf-9857-8ff441375414" providerId="ADAL" clId="{71FEE1ED-8C8D-420A-BD55-CDA79FD3D834}" dt="2024-05-13T04:02:56.136" v="2552" actId="1036"/>
          <ac:spMkLst>
            <pc:docMk/>
            <pc:sldMk cId="3207868071" sldId="638"/>
            <ac:spMk id="4" creationId="{B366A3FC-9A18-2703-043F-F12F5E7738E5}"/>
          </ac:spMkLst>
        </pc:spChg>
        <pc:spChg chg="mod">
          <ac:chgData name="Mengmeng Ge" userId="bb5bc401-97cb-4caf-9857-8ff441375414" providerId="ADAL" clId="{71FEE1ED-8C8D-420A-BD55-CDA79FD3D834}" dt="2024-05-13T03:59:08.212" v="2503" actId="1037"/>
          <ac:spMkLst>
            <pc:docMk/>
            <pc:sldMk cId="3207868071" sldId="638"/>
            <ac:spMk id="5" creationId="{0FEAC1EC-5C77-273F-0F91-135963CA71F2}"/>
          </ac:spMkLst>
        </pc:spChg>
        <pc:spChg chg="add del mod">
          <ac:chgData name="Mengmeng Ge" userId="bb5bc401-97cb-4caf-9857-8ff441375414" providerId="ADAL" clId="{71FEE1ED-8C8D-420A-BD55-CDA79FD3D834}" dt="2024-05-13T04:04:10.666" v="2569" actId="478"/>
          <ac:spMkLst>
            <pc:docMk/>
            <pc:sldMk cId="3207868071" sldId="638"/>
            <ac:spMk id="6" creationId="{A5BBBA56-A023-901C-402A-4C2536E5F59E}"/>
          </ac:spMkLst>
        </pc:spChg>
        <pc:spChg chg="mod">
          <ac:chgData name="Mengmeng Ge" userId="bb5bc401-97cb-4caf-9857-8ff441375414" providerId="ADAL" clId="{71FEE1ED-8C8D-420A-BD55-CDA79FD3D834}" dt="2024-05-13T04:01:19.632" v="2532" actId="1035"/>
          <ac:spMkLst>
            <pc:docMk/>
            <pc:sldMk cId="3207868071" sldId="638"/>
            <ac:spMk id="7" creationId="{C20C78A2-F0A2-048E-9A45-1759D892C595}"/>
          </ac:spMkLst>
        </pc:spChg>
        <pc:spChg chg="mod">
          <ac:chgData name="Mengmeng Ge" userId="bb5bc401-97cb-4caf-9857-8ff441375414" providerId="ADAL" clId="{71FEE1ED-8C8D-420A-BD55-CDA79FD3D834}" dt="2024-05-13T04:01:27.039" v="2533" actId="1076"/>
          <ac:spMkLst>
            <pc:docMk/>
            <pc:sldMk cId="3207868071" sldId="638"/>
            <ac:spMk id="8" creationId="{76634DE5-D023-BBA3-D461-050A0D7AC749}"/>
          </ac:spMkLst>
        </pc:spChg>
        <pc:spChg chg="mod">
          <ac:chgData name="Mengmeng Ge" userId="bb5bc401-97cb-4caf-9857-8ff441375414" providerId="ADAL" clId="{71FEE1ED-8C8D-420A-BD55-CDA79FD3D834}" dt="2024-05-13T03:49:23.438" v="2298" actId="14100"/>
          <ac:spMkLst>
            <pc:docMk/>
            <pc:sldMk cId="3207868071" sldId="638"/>
            <ac:spMk id="44034" creationId="{00000000-0000-0000-0000-000000000000}"/>
          </ac:spMkLst>
        </pc:spChg>
        <pc:spChg chg="mod">
          <ac:chgData name="Mengmeng Ge" userId="bb5bc401-97cb-4caf-9857-8ff441375414" providerId="ADAL" clId="{71FEE1ED-8C8D-420A-BD55-CDA79FD3D834}" dt="2024-05-13T03:49:26.651" v="2306" actId="20577"/>
          <ac:spMkLst>
            <pc:docMk/>
            <pc:sldMk cId="3207868071" sldId="638"/>
            <ac:spMk id="44035" creationId="{00000000-0000-0000-0000-000000000000}"/>
          </ac:spMkLst>
        </pc:spChg>
        <pc:spChg chg="add del">
          <ac:chgData name="Mengmeng Ge" userId="bb5bc401-97cb-4caf-9857-8ff441375414" providerId="ADAL" clId="{71FEE1ED-8C8D-420A-BD55-CDA79FD3D834}" dt="2024-05-13T03:55:42.230" v="2414" actId="478"/>
          <ac:spMkLst>
            <pc:docMk/>
            <pc:sldMk cId="3207868071" sldId="638"/>
            <ac:spMk id="44036" creationId="{00000000-0000-0000-0000-000000000000}"/>
          </ac:spMkLst>
        </pc:spChg>
        <pc:spChg chg="mod">
          <ac:chgData name="Mengmeng Ge" userId="bb5bc401-97cb-4caf-9857-8ff441375414" providerId="ADAL" clId="{71FEE1ED-8C8D-420A-BD55-CDA79FD3D834}" dt="2024-05-13T03:59:15.469" v="2505" actId="1038"/>
          <ac:spMkLst>
            <pc:docMk/>
            <pc:sldMk cId="3207868071" sldId="638"/>
            <ac:spMk id="44037" creationId="{00000000-0000-0000-0000-000000000000}"/>
          </ac:spMkLst>
        </pc:spChg>
        <pc:spChg chg="mod">
          <ac:chgData name="Mengmeng Ge" userId="bb5bc401-97cb-4caf-9857-8ff441375414" providerId="ADAL" clId="{71FEE1ED-8C8D-420A-BD55-CDA79FD3D834}" dt="2024-05-13T03:59:08.212" v="2503" actId="1037"/>
          <ac:spMkLst>
            <pc:docMk/>
            <pc:sldMk cId="3207868071" sldId="638"/>
            <ac:spMk id="44038" creationId="{00000000-0000-0000-0000-000000000000}"/>
          </ac:spMkLst>
        </pc:spChg>
        <pc:spChg chg="del">
          <ac:chgData name="Mengmeng Ge" userId="bb5bc401-97cb-4caf-9857-8ff441375414" providerId="ADAL" clId="{71FEE1ED-8C8D-420A-BD55-CDA79FD3D834}" dt="2024-05-13T03:55:50.049" v="2416" actId="478"/>
          <ac:spMkLst>
            <pc:docMk/>
            <pc:sldMk cId="3207868071" sldId="638"/>
            <ac:spMk id="44039" creationId="{00000000-0000-0000-0000-000000000000}"/>
          </ac:spMkLst>
        </pc:spChg>
        <pc:spChg chg="mod">
          <ac:chgData name="Mengmeng Ge" userId="bb5bc401-97cb-4caf-9857-8ff441375414" providerId="ADAL" clId="{71FEE1ED-8C8D-420A-BD55-CDA79FD3D834}" dt="2024-05-13T03:59:23.448" v="2506" actId="1076"/>
          <ac:spMkLst>
            <pc:docMk/>
            <pc:sldMk cId="3207868071" sldId="638"/>
            <ac:spMk id="44040" creationId="{00000000-0000-0000-0000-000000000000}"/>
          </ac:spMkLst>
        </pc:spChg>
        <pc:spChg chg="mod">
          <ac:chgData name="Mengmeng Ge" userId="bb5bc401-97cb-4caf-9857-8ff441375414" providerId="ADAL" clId="{71FEE1ED-8C8D-420A-BD55-CDA79FD3D834}" dt="2024-05-13T03:59:15.469" v="2505" actId="1038"/>
          <ac:spMkLst>
            <pc:docMk/>
            <pc:sldMk cId="3207868071" sldId="638"/>
            <ac:spMk id="44043" creationId="{00000000-0000-0000-0000-000000000000}"/>
          </ac:spMkLst>
        </pc:spChg>
        <pc:spChg chg="add mod">
          <ac:chgData name="Mengmeng Ge" userId="bb5bc401-97cb-4caf-9857-8ff441375414" providerId="ADAL" clId="{71FEE1ED-8C8D-420A-BD55-CDA79FD3D834}" dt="2024-05-13T03:54:57.038" v="2394" actId="1076"/>
          <ac:spMkLst>
            <pc:docMk/>
            <pc:sldMk cId="3207868071" sldId="638"/>
            <ac:spMk id="45060" creationId="{00000000-0000-0000-0000-000000000000}"/>
          </ac:spMkLst>
        </pc:spChg>
        <pc:spChg chg="add mod">
          <ac:chgData name="Mengmeng Ge" userId="bb5bc401-97cb-4caf-9857-8ff441375414" providerId="ADAL" clId="{71FEE1ED-8C8D-420A-BD55-CDA79FD3D834}" dt="2024-05-13T03:59:08.212" v="2503" actId="1037"/>
          <ac:spMkLst>
            <pc:docMk/>
            <pc:sldMk cId="3207868071" sldId="638"/>
            <ac:spMk id="45063" creationId="{00000000-0000-0000-0000-000000000000}"/>
          </ac:spMkLst>
        </pc:spChg>
      </pc:sldChg>
      <pc:sldChg chg="addSp delSp modSp add mod ord">
        <pc:chgData name="Mengmeng Ge" userId="bb5bc401-97cb-4caf-9857-8ff441375414" providerId="ADAL" clId="{71FEE1ED-8C8D-420A-BD55-CDA79FD3D834}" dt="2024-05-13T04:06:53.931" v="2669" actId="1037"/>
        <pc:sldMkLst>
          <pc:docMk/>
          <pc:sldMk cId="635283634" sldId="639"/>
        </pc:sldMkLst>
        <pc:spChg chg="mod">
          <ac:chgData name="Mengmeng Ge" userId="bb5bc401-97cb-4caf-9857-8ff441375414" providerId="ADAL" clId="{71FEE1ED-8C8D-420A-BD55-CDA79FD3D834}" dt="2024-05-13T04:04:36.114" v="2586" actId="20577"/>
          <ac:spMkLst>
            <pc:docMk/>
            <pc:sldMk cId="635283634" sldId="639"/>
            <ac:spMk id="2" creationId="{CC8AB9C6-ECFD-3761-9101-0B195FD01C47}"/>
          </ac:spMkLst>
        </pc:spChg>
        <pc:spChg chg="mod">
          <ac:chgData name="Mengmeng Ge" userId="bb5bc401-97cb-4caf-9857-8ff441375414" providerId="ADAL" clId="{71FEE1ED-8C8D-420A-BD55-CDA79FD3D834}" dt="2024-05-13T04:04:41.064" v="2594" actId="20577"/>
          <ac:spMkLst>
            <pc:docMk/>
            <pc:sldMk cId="635283634" sldId="639"/>
            <ac:spMk id="3" creationId="{60893990-A66C-8362-302D-C202B50BE219}"/>
          </ac:spMkLst>
        </pc:spChg>
        <pc:spChg chg="mod ord">
          <ac:chgData name="Mengmeng Ge" userId="bb5bc401-97cb-4caf-9857-8ff441375414" providerId="ADAL" clId="{71FEE1ED-8C8D-420A-BD55-CDA79FD3D834}" dt="2024-05-13T04:06:53.931" v="2669" actId="1037"/>
          <ac:spMkLst>
            <pc:docMk/>
            <pc:sldMk cId="635283634" sldId="639"/>
            <ac:spMk id="8" creationId="{63A15A4E-7EC6-8449-50F5-FD4683F8C6EE}"/>
          </ac:spMkLst>
        </pc:spChg>
        <pc:picChg chg="del">
          <ac:chgData name="Mengmeng Ge" userId="bb5bc401-97cb-4caf-9857-8ff441375414" providerId="ADAL" clId="{71FEE1ED-8C8D-420A-BD55-CDA79FD3D834}" dt="2024-05-13T04:05:04.271" v="2595" actId="478"/>
          <ac:picMkLst>
            <pc:docMk/>
            <pc:sldMk cId="635283634" sldId="639"/>
            <ac:picMk id="6" creationId="{F75B91F4-8304-A801-6E3C-0F770690C980}"/>
          </ac:picMkLst>
        </pc:picChg>
        <pc:picChg chg="add mod">
          <ac:chgData name="Mengmeng Ge" userId="bb5bc401-97cb-4caf-9857-8ff441375414" providerId="ADAL" clId="{71FEE1ED-8C8D-420A-BD55-CDA79FD3D834}" dt="2024-05-13T04:06:43.835" v="2664" actId="1037"/>
          <ac:picMkLst>
            <pc:docMk/>
            <pc:sldMk cId="635283634" sldId="639"/>
            <ac:picMk id="9" creationId="{CF4A6A3A-7A3C-434B-FA3B-77A7774CEF75}"/>
          </ac:picMkLst>
        </pc:picChg>
      </pc:sldChg>
      <pc:sldChg chg="addSp modSp new mod">
        <pc:chgData name="Mengmeng Ge" userId="bb5bc401-97cb-4caf-9857-8ff441375414" providerId="ADAL" clId="{71FEE1ED-8C8D-420A-BD55-CDA79FD3D834}" dt="2024-05-13T04:20:28.060" v="2827" actId="1076"/>
        <pc:sldMkLst>
          <pc:docMk/>
          <pc:sldMk cId="583291281" sldId="640"/>
        </pc:sldMkLst>
        <pc:spChg chg="mod">
          <ac:chgData name="Mengmeng Ge" userId="bb5bc401-97cb-4caf-9857-8ff441375414" providerId="ADAL" clId="{71FEE1ED-8C8D-420A-BD55-CDA79FD3D834}" dt="2024-05-13T04:11:45.913" v="2797" actId="255"/>
          <ac:spMkLst>
            <pc:docMk/>
            <pc:sldMk cId="583291281" sldId="640"/>
            <ac:spMk id="2" creationId="{BB1663D4-0E8F-BADA-7C0C-B850B1BC5800}"/>
          </ac:spMkLst>
        </pc:spChg>
        <pc:spChg chg="mod">
          <ac:chgData name="Mengmeng Ge" userId="bb5bc401-97cb-4caf-9857-8ff441375414" providerId="ADAL" clId="{71FEE1ED-8C8D-420A-BD55-CDA79FD3D834}" dt="2024-05-13T04:12:57.340" v="2810" actId="255"/>
          <ac:spMkLst>
            <pc:docMk/>
            <pc:sldMk cId="583291281" sldId="640"/>
            <ac:spMk id="3" creationId="{CA234A96-43DA-C440-C1ED-2BD5D1E9CAEE}"/>
          </ac:spMkLst>
        </pc:spChg>
        <pc:spChg chg="add mod">
          <ac:chgData name="Mengmeng Ge" userId="bb5bc401-97cb-4caf-9857-8ff441375414" providerId="ADAL" clId="{71FEE1ED-8C8D-420A-BD55-CDA79FD3D834}" dt="2024-05-13T04:20:28.060" v="2827" actId="1076"/>
          <ac:spMkLst>
            <pc:docMk/>
            <pc:sldMk cId="583291281" sldId="640"/>
            <ac:spMk id="7" creationId="{70728FFB-B8A0-22FD-8E4F-915AF35294BA}"/>
          </ac:spMkLst>
        </pc:spChg>
        <pc:picChg chg="add mod">
          <ac:chgData name="Mengmeng Ge" userId="bb5bc401-97cb-4caf-9857-8ff441375414" providerId="ADAL" clId="{71FEE1ED-8C8D-420A-BD55-CDA79FD3D834}" dt="2024-05-13T04:13:02.572" v="2812" actId="1076"/>
          <ac:picMkLst>
            <pc:docMk/>
            <pc:sldMk cId="583291281" sldId="640"/>
            <ac:picMk id="6" creationId="{F5AA6AF6-A91B-ABB0-6E69-754E9391EE1F}"/>
          </ac:picMkLst>
        </pc:picChg>
      </pc:sldChg>
      <pc:sldChg chg="addSp delSp modSp new mod modClrScheme chgLayout modNotesTx">
        <pc:chgData name="Mengmeng Ge" userId="bb5bc401-97cb-4caf-9857-8ff441375414" providerId="ADAL" clId="{71FEE1ED-8C8D-420A-BD55-CDA79FD3D834}" dt="2024-05-13T05:50:54.332" v="3264" actId="20577"/>
        <pc:sldMkLst>
          <pc:docMk/>
          <pc:sldMk cId="1583795713" sldId="641"/>
        </pc:sldMkLst>
        <pc:spChg chg="mod ord">
          <ac:chgData name="Mengmeng Ge" userId="bb5bc401-97cb-4caf-9857-8ff441375414" providerId="ADAL" clId="{71FEE1ED-8C8D-420A-BD55-CDA79FD3D834}" dt="2024-05-13T05:45:04.843" v="3146" actId="700"/>
          <ac:spMkLst>
            <pc:docMk/>
            <pc:sldMk cId="1583795713" sldId="641"/>
            <ac:spMk id="2" creationId="{8E30836A-2318-1CC1-6DA5-148EB3110B7B}"/>
          </ac:spMkLst>
        </pc:spChg>
        <pc:spChg chg="del">
          <ac:chgData name="Mengmeng Ge" userId="bb5bc401-97cb-4caf-9857-8ff441375414" providerId="ADAL" clId="{71FEE1ED-8C8D-420A-BD55-CDA79FD3D834}" dt="2024-05-13T05:41:41.451" v="3134" actId="478"/>
          <ac:spMkLst>
            <pc:docMk/>
            <pc:sldMk cId="1583795713" sldId="641"/>
            <ac:spMk id="3" creationId="{63EEE0F0-10E5-BF66-AC8D-160441DBB381}"/>
          </ac:spMkLst>
        </pc:spChg>
        <pc:spChg chg="del">
          <ac:chgData name="Mengmeng Ge" userId="bb5bc401-97cb-4caf-9857-8ff441375414" providerId="ADAL" clId="{71FEE1ED-8C8D-420A-BD55-CDA79FD3D834}" dt="2024-05-13T05:41:44.305" v="3135" actId="478"/>
          <ac:spMkLst>
            <pc:docMk/>
            <pc:sldMk cId="1583795713" sldId="641"/>
            <ac:spMk id="4" creationId="{A5DC1EB4-9B49-1254-619D-7D3C35D7E9C9}"/>
          </ac:spMkLst>
        </pc:spChg>
        <pc:spChg chg="mod ord">
          <ac:chgData name="Mengmeng Ge" userId="bb5bc401-97cb-4caf-9857-8ff441375414" providerId="ADAL" clId="{71FEE1ED-8C8D-420A-BD55-CDA79FD3D834}" dt="2024-05-13T05:45:04.843" v="3146" actId="700"/>
          <ac:spMkLst>
            <pc:docMk/>
            <pc:sldMk cId="1583795713" sldId="641"/>
            <ac:spMk id="5" creationId="{8A0151D9-827E-79B5-9A6B-525BA308F21C}"/>
          </ac:spMkLst>
        </pc:spChg>
        <pc:spChg chg="add mod">
          <ac:chgData name="Mengmeng Ge" userId="bb5bc401-97cb-4caf-9857-8ff441375414" providerId="ADAL" clId="{71FEE1ED-8C8D-420A-BD55-CDA79FD3D834}" dt="2024-05-13T05:42:21.697" v="3143" actId="20577"/>
          <ac:spMkLst>
            <pc:docMk/>
            <pc:sldMk cId="1583795713" sldId="641"/>
            <ac:spMk id="8" creationId="{2648A16D-D1D6-5AC7-BA88-433C8FABB098}"/>
          </ac:spMkLst>
        </pc:spChg>
        <pc:spChg chg="add mod ord">
          <ac:chgData name="Mengmeng Ge" userId="bb5bc401-97cb-4caf-9857-8ff441375414" providerId="ADAL" clId="{71FEE1ED-8C8D-420A-BD55-CDA79FD3D834}" dt="2024-05-13T05:45:24.563" v="3155" actId="14100"/>
          <ac:spMkLst>
            <pc:docMk/>
            <pc:sldMk cId="1583795713" sldId="641"/>
            <ac:spMk id="9" creationId="{FE5B31E9-953C-B64C-5C37-FC8BF258D4FD}"/>
          </ac:spMkLst>
        </pc:spChg>
        <pc:spChg chg="add del mod">
          <ac:chgData name="Mengmeng Ge" userId="bb5bc401-97cb-4caf-9857-8ff441375414" providerId="ADAL" clId="{71FEE1ED-8C8D-420A-BD55-CDA79FD3D834}" dt="2024-05-13T05:46:49.519" v="3186" actId="478"/>
          <ac:spMkLst>
            <pc:docMk/>
            <pc:sldMk cId="1583795713" sldId="641"/>
            <ac:spMk id="10" creationId="{0F6E0FAB-D68E-869A-2CB5-6CB6340390BD}"/>
          </ac:spMkLst>
        </pc:spChg>
        <pc:spChg chg="add mod">
          <ac:chgData name="Mengmeng Ge" userId="bb5bc401-97cb-4caf-9857-8ff441375414" providerId="ADAL" clId="{71FEE1ED-8C8D-420A-BD55-CDA79FD3D834}" dt="2024-05-13T05:49:04.023" v="3203" actId="1035"/>
          <ac:spMkLst>
            <pc:docMk/>
            <pc:sldMk cId="1583795713" sldId="641"/>
            <ac:spMk id="11" creationId="{1C0B47B5-E755-5EFB-727D-AA52D8C4F93F}"/>
          </ac:spMkLst>
        </pc:spChg>
        <pc:spChg chg="add del mod">
          <ac:chgData name="Mengmeng Ge" userId="bb5bc401-97cb-4caf-9857-8ff441375414" providerId="ADAL" clId="{71FEE1ED-8C8D-420A-BD55-CDA79FD3D834}" dt="2024-05-13T05:49:10.868" v="3206" actId="478"/>
          <ac:spMkLst>
            <pc:docMk/>
            <pc:sldMk cId="1583795713" sldId="641"/>
            <ac:spMk id="13" creationId="{A7D8043B-63D0-0C26-EC85-479A4E32F514}"/>
          </ac:spMkLst>
        </pc:spChg>
        <pc:spChg chg="add mod">
          <ac:chgData name="Mengmeng Ge" userId="bb5bc401-97cb-4caf-9857-8ff441375414" providerId="ADAL" clId="{71FEE1ED-8C8D-420A-BD55-CDA79FD3D834}" dt="2024-05-13T05:50:05.357" v="3260" actId="20577"/>
          <ac:spMkLst>
            <pc:docMk/>
            <pc:sldMk cId="1583795713" sldId="641"/>
            <ac:spMk id="14" creationId="{DF4C3DF8-5D2E-D181-44FD-C795D7E71661}"/>
          </ac:spMkLst>
        </pc:spChg>
        <pc:picChg chg="add mod">
          <ac:chgData name="Mengmeng Ge" userId="bb5bc401-97cb-4caf-9857-8ff441375414" providerId="ADAL" clId="{71FEE1ED-8C8D-420A-BD55-CDA79FD3D834}" dt="2024-05-13T05:49:04.023" v="3203" actId="1035"/>
          <ac:picMkLst>
            <pc:docMk/>
            <pc:sldMk cId="1583795713" sldId="641"/>
            <ac:picMk id="7" creationId="{712354BC-D3A0-7692-5630-2EF410210DE5}"/>
          </ac:picMkLst>
        </pc:picChg>
      </pc:sldChg>
      <pc:sldChg chg="addSp delSp modSp new mod modClrScheme chgLayout modNotesTx">
        <pc:chgData name="Mengmeng Ge" userId="bb5bc401-97cb-4caf-9857-8ff441375414" providerId="ADAL" clId="{71FEE1ED-8C8D-420A-BD55-CDA79FD3D834}" dt="2024-05-13T05:57:35.554" v="3426" actId="20577"/>
        <pc:sldMkLst>
          <pc:docMk/>
          <pc:sldMk cId="455648928" sldId="642"/>
        </pc:sldMkLst>
        <pc:spChg chg="del mod ord">
          <ac:chgData name="Mengmeng Ge" userId="bb5bc401-97cb-4caf-9857-8ff441375414" providerId="ADAL" clId="{71FEE1ED-8C8D-420A-BD55-CDA79FD3D834}" dt="2024-05-13T05:56:02.041" v="3384" actId="700"/>
          <ac:spMkLst>
            <pc:docMk/>
            <pc:sldMk cId="455648928" sldId="642"/>
            <ac:spMk id="2" creationId="{5A87D417-AC13-E492-2E9B-BC89D30A8EF7}"/>
          </ac:spMkLst>
        </pc:spChg>
        <pc:spChg chg="del">
          <ac:chgData name="Mengmeng Ge" userId="bb5bc401-97cb-4caf-9857-8ff441375414" providerId="ADAL" clId="{71FEE1ED-8C8D-420A-BD55-CDA79FD3D834}" dt="2024-05-13T05:56:02.041" v="3384" actId="700"/>
          <ac:spMkLst>
            <pc:docMk/>
            <pc:sldMk cId="455648928" sldId="642"/>
            <ac:spMk id="3" creationId="{AB35211F-EEAF-356F-3D94-077FB6C42A9A}"/>
          </ac:spMkLst>
        </pc:spChg>
        <pc:spChg chg="mod ord">
          <ac:chgData name="Mengmeng Ge" userId="bb5bc401-97cb-4caf-9857-8ff441375414" providerId="ADAL" clId="{71FEE1ED-8C8D-420A-BD55-CDA79FD3D834}" dt="2024-05-13T05:56:02.041" v="3384" actId="700"/>
          <ac:spMkLst>
            <pc:docMk/>
            <pc:sldMk cId="455648928" sldId="642"/>
            <ac:spMk id="4" creationId="{DF4143D0-FCDB-BEBF-BCB0-0BDB27379C00}"/>
          </ac:spMkLst>
        </pc:spChg>
        <pc:spChg chg="mod ord">
          <ac:chgData name="Mengmeng Ge" userId="bb5bc401-97cb-4caf-9857-8ff441375414" providerId="ADAL" clId="{71FEE1ED-8C8D-420A-BD55-CDA79FD3D834}" dt="2024-05-13T05:56:02.041" v="3384" actId="700"/>
          <ac:spMkLst>
            <pc:docMk/>
            <pc:sldMk cId="455648928" sldId="642"/>
            <ac:spMk id="5" creationId="{D2EC1635-2D0A-E420-3097-92E60C801D60}"/>
          </ac:spMkLst>
        </pc:spChg>
        <pc:spChg chg="add mod ord">
          <ac:chgData name="Mengmeng Ge" userId="bb5bc401-97cb-4caf-9857-8ff441375414" providerId="ADAL" clId="{71FEE1ED-8C8D-420A-BD55-CDA79FD3D834}" dt="2024-05-13T05:57:19.954" v="3421" actId="14100"/>
          <ac:spMkLst>
            <pc:docMk/>
            <pc:sldMk cId="455648928" sldId="642"/>
            <ac:spMk id="6" creationId="{791771A0-5B82-00FE-94AA-5CFF41D87E69}"/>
          </ac:spMkLst>
        </pc:spChg>
        <pc:picChg chg="add mod">
          <ac:chgData name="Mengmeng Ge" userId="bb5bc401-97cb-4caf-9857-8ff441375414" providerId="ADAL" clId="{71FEE1ED-8C8D-420A-BD55-CDA79FD3D834}" dt="2024-05-13T05:57:26.545" v="3424" actId="1076"/>
          <ac:picMkLst>
            <pc:docMk/>
            <pc:sldMk cId="455648928" sldId="642"/>
            <ac:picMk id="2050" creationId="{5AE3B194-0E79-E1F4-E6CB-DF2664CBE072}"/>
          </ac:picMkLst>
        </pc:picChg>
      </pc:sldChg>
      <pc:sldMasterChg chg="delSldLayout">
        <pc:chgData name="Mengmeng Ge" userId="bb5bc401-97cb-4caf-9857-8ff441375414" providerId="ADAL" clId="{71FEE1ED-8C8D-420A-BD55-CDA79FD3D834}" dt="2024-05-13T03:28:21.003" v="1965" actId="47"/>
        <pc:sldMasterMkLst>
          <pc:docMk/>
          <pc:sldMasterMk cId="3806536233" sldId="2147483718"/>
        </pc:sldMasterMkLst>
        <pc:sldLayoutChg chg="del">
          <pc:chgData name="Mengmeng Ge" userId="bb5bc401-97cb-4caf-9857-8ff441375414" providerId="ADAL" clId="{71FEE1ED-8C8D-420A-BD55-CDA79FD3D834}" dt="2024-05-13T03:28:21.003" v="1965" actId="47"/>
          <pc:sldLayoutMkLst>
            <pc:docMk/>
            <pc:sldMasterMk cId="3806536233" sldId="2147483718"/>
            <pc:sldLayoutMk cId="1412809498" sldId="2147483734"/>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96059B-9A04-4BFF-AEF1-9FA1BD6C775E}"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AU"/>
        </a:p>
      </dgm:t>
    </dgm:pt>
    <dgm:pt modelId="{9C8B5E29-6077-4F7E-A3AD-AEB7075C5783}">
      <dgm:prSet/>
      <dgm:spPr/>
      <dgm:t>
        <a:bodyPr/>
        <a:lstStyle/>
        <a:p>
          <a:r>
            <a:rPr lang="en-AU">
              <a:solidFill>
                <a:schemeClr val="tx1"/>
              </a:solidFill>
            </a:rPr>
            <a:t>Web browsing</a:t>
          </a:r>
        </a:p>
      </dgm:t>
    </dgm:pt>
    <dgm:pt modelId="{23F5900A-CF6D-48FA-9DE6-279FFFFE50C9}" type="parTrans" cxnId="{29F1EBDE-5FEC-4FCF-ADDA-1ABF869BFBEE}">
      <dgm:prSet/>
      <dgm:spPr/>
      <dgm:t>
        <a:bodyPr/>
        <a:lstStyle/>
        <a:p>
          <a:endParaRPr lang="en-AU"/>
        </a:p>
      </dgm:t>
    </dgm:pt>
    <dgm:pt modelId="{F95B8F57-8D25-4178-A7CC-F16E096F529D}" type="sibTrans" cxnId="{29F1EBDE-5FEC-4FCF-ADDA-1ABF869BFBEE}">
      <dgm:prSet/>
      <dgm:spPr/>
      <dgm:t>
        <a:bodyPr/>
        <a:lstStyle/>
        <a:p>
          <a:endParaRPr lang="en-AU"/>
        </a:p>
      </dgm:t>
    </dgm:pt>
    <dgm:pt modelId="{493F0C93-977F-4D8A-AB82-EFB82FC35AE4}">
      <dgm:prSet/>
      <dgm:spPr/>
      <dgm:t>
        <a:bodyPr/>
        <a:lstStyle/>
        <a:p>
          <a:r>
            <a:rPr lang="en-AU" dirty="0">
              <a:solidFill>
                <a:schemeClr val="tx1"/>
              </a:solidFill>
            </a:rPr>
            <a:t>Google Chrome, Mozilla Firefox, Microsoft Edge</a:t>
          </a:r>
        </a:p>
      </dgm:t>
    </dgm:pt>
    <dgm:pt modelId="{A41BCCC9-D840-406B-AE3F-3612D3FDC948}" type="parTrans" cxnId="{B53C61B9-419C-4D7C-B943-A7C6978A0517}">
      <dgm:prSet/>
      <dgm:spPr/>
      <dgm:t>
        <a:bodyPr/>
        <a:lstStyle/>
        <a:p>
          <a:endParaRPr lang="en-AU"/>
        </a:p>
      </dgm:t>
    </dgm:pt>
    <dgm:pt modelId="{84A1F835-E996-4F29-A912-D2976C106FF0}" type="sibTrans" cxnId="{B53C61B9-419C-4D7C-B943-A7C6978A0517}">
      <dgm:prSet/>
      <dgm:spPr/>
      <dgm:t>
        <a:bodyPr/>
        <a:lstStyle/>
        <a:p>
          <a:endParaRPr lang="en-AU"/>
        </a:p>
      </dgm:t>
    </dgm:pt>
    <dgm:pt modelId="{EEA8377B-67A3-40F1-8921-2841F3647D6F}">
      <dgm:prSet/>
      <dgm:spPr/>
      <dgm:t>
        <a:bodyPr/>
        <a:lstStyle/>
        <a:p>
          <a:r>
            <a:rPr lang="en-AU" dirty="0">
              <a:solidFill>
                <a:schemeClr val="tx1"/>
              </a:solidFill>
            </a:rPr>
            <a:t>Email</a:t>
          </a:r>
        </a:p>
      </dgm:t>
    </dgm:pt>
    <dgm:pt modelId="{874F17D5-9BA3-4F48-9825-FFDD4F8B8117}" type="parTrans" cxnId="{38E2E482-8D24-4046-B760-111B4EEACAAE}">
      <dgm:prSet/>
      <dgm:spPr/>
      <dgm:t>
        <a:bodyPr/>
        <a:lstStyle/>
        <a:p>
          <a:endParaRPr lang="en-AU"/>
        </a:p>
      </dgm:t>
    </dgm:pt>
    <dgm:pt modelId="{58EDA1EA-DBBF-48D2-B4BA-88B5AC140211}" type="sibTrans" cxnId="{38E2E482-8D24-4046-B760-111B4EEACAAE}">
      <dgm:prSet/>
      <dgm:spPr/>
      <dgm:t>
        <a:bodyPr/>
        <a:lstStyle/>
        <a:p>
          <a:endParaRPr lang="en-AU"/>
        </a:p>
      </dgm:t>
    </dgm:pt>
    <dgm:pt modelId="{5B40A9D1-B9A7-45FA-9292-DF8791508DF7}">
      <dgm:prSet/>
      <dgm:spPr/>
      <dgm:t>
        <a:bodyPr/>
        <a:lstStyle/>
        <a:p>
          <a:r>
            <a:rPr lang="en-AU" dirty="0">
              <a:solidFill>
                <a:schemeClr val="tx1"/>
              </a:solidFill>
            </a:rPr>
            <a:t>Gmail, Outlook</a:t>
          </a:r>
        </a:p>
      </dgm:t>
    </dgm:pt>
    <dgm:pt modelId="{191A594D-D881-4074-8988-45F5F27866E1}" type="parTrans" cxnId="{6619C6A7-F708-4101-B43A-53EEC470440D}">
      <dgm:prSet/>
      <dgm:spPr/>
      <dgm:t>
        <a:bodyPr/>
        <a:lstStyle/>
        <a:p>
          <a:endParaRPr lang="en-AU"/>
        </a:p>
      </dgm:t>
    </dgm:pt>
    <dgm:pt modelId="{90049CD5-BB5D-4EF5-856D-78CADE1D8E5C}" type="sibTrans" cxnId="{6619C6A7-F708-4101-B43A-53EEC470440D}">
      <dgm:prSet/>
      <dgm:spPr/>
      <dgm:t>
        <a:bodyPr/>
        <a:lstStyle/>
        <a:p>
          <a:endParaRPr lang="en-AU"/>
        </a:p>
      </dgm:t>
    </dgm:pt>
    <dgm:pt modelId="{C50D514A-4C0D-47F8-A38E-A0D3B05D5BE8}">
      <dgm:prSet/>
      <dgm:spPr/>
      <dgm:t>
        <a:bodyPr/>
        <a:lstStyle/>
        <a:p>
          <a:r>
            <a:rPr lang="en-AU">
              <a:solidFill>
                <a:schemeClr val="tx1"/>
              </a:solidFill>
            </a:rPr>
            <a:t>Remote access</a:t>
          </a:r>
        </a:p>
      </dgm:t>
    </dgm:pt>
    <dgm:pt modelId="{DEC02DF5-995E-4BA5-A1BA-941F0F5C773D}" type="parTrans" cxnId="{1E42939D-B694-467C-A95B-2CE251713F89}">
      <dgm:prSet/>
      <dgm:spPr/>
      <dgm:t>
        <a:bodyPr/>
        <a:lstStyle/>
        <a:p>
          <a:endParaRPr lang="en-AU"/>
        </a:p>
      </dgm:t>
    </dgm:pt>
    <dgm:pt modelId="{1AC907E2-91B5-4E5C-B7E2-538B511E6A20}" type="sibTrans" cxnId="{1E42939D-B694-467C-A95B-2CE251713F89}">
      <dgm:prSet/>
      <dgm:spPr/>
      <dgm:t>
        <a:bodyPr/>
        <a:lstStyle/>
        <a:p>
          <a:endParaRPr lang="en-AU"/>
        </a:p>
      </dgm:t>
    </dgm:pt>
    <dgm:pt modelId="{61E41414-7E91-443B-98C8-BECAFDCB3868}">
      <dgm:prSet/>
      <dgm:spPr/>
      <dgm:t>
        <a:bodyPr/>
        <a:lstStyle/>
        <a:p>
          <a:r>
            <a:rPr lang="en-AU" dirty="0">
              <a:solidFill>
                <a:schemeClr val="tx1"/>
              </a:solidFill>
            </a:rPr>
            <a:t>PuTTY, Remote Desktop</a:t>
          </a:r>
        </a:p>
      </dgm:t>
    </dgm:pt>
    <dgm:pt modelId="{4ABB365F-DE83-47BE-BAB5-F4B8823326E6}" type="parTrans" cxnId="{C29F8876-AE86-4145-BA3D-07F62B1034E9}">
      <dgm:prSet/>
      <dgm:spPr/>
      <dgm:t>
        <a:bodyPr/>
        <a:lstStyle/>
        <a:p>
          <a:endParaRPr lang="en-AU"/>
        </a:p>
      </dgm:t>
    </dgm:pt>
    <dgm:pt modelId="{2A32E8B5-1D0D-4733-815D-EDA9D2EE7E33}" type="sibTrans" cxnId="{C29F8876-AE86-4145-BA3D-07F62B1034E9}">
      <dgm:prSet/>
      <dgm:spPr/>
      <dgm:t>
        <a:bodyPr/>
        <a:lstStyle/>
        <a:p>
          <a:endParaRPr lang="en-AU"/>
        </a:p>
      </dgm:t>
    </dgm:pt>
    <dgm:pt modelId="{9F43E14E-092D-412E-BA51-5451BCFB9DA5}">
      <dgm:prSet/>
      <dgm:spPr/>
      <dgm:t>
        <a:bodyPr/>
        <a:lstStyle/>
        <a:p>
          <a:r>
            <a:rPr lang="en-AU">
              <a:solidFill>
                <a:schemeClr val="tx1"/>
              </a:solidFill>
            </a:rPr>
            <a:t>Instant messaging</a:t>
          </a:r>
        </a:p>
      </dgm:t>
    </dgm:pt>
    <dgm:pt modelId="{B6A937EF-8A61-40D3-AE43-9501E4D43E7A}" type="parTrans" cxnId="{6B721F43-0DA0-40C1-9DF7-51BC31D4342A}">
      <dgm:prSet/>
      <dgm:spPr/>
      <dgm:t>
        <a:bodyPr/>
        <a:lstStyle/>
        <a:p>
          <a:endParaRPr lang="en-AU"/>
        </a:p>
      </dgm:t>
    </dgm:pt>
    <dgm:pt modelId="{91D4B47B-6CB5-4E52-BCAC-AADAD68D0C29}" type="sibTrans" cxnId="{6B721F43-0DA0-40C1-9DF7-51BC31D4342A}">
      <dgm:prSet/>
      <dgm:spPr/>
      <dgm:t>
        <a:bodyPr/>
        <a:lstStyle/>
        <a:p>
          <a:endParaRPr lang="en-AU"/>
        </a:p>
      </dgm:t>
    </dgm:pt>
    <dgm:pt modelId="{C52A981B-3565-4947-A687-CE4B6F4D3A8F}">
      <dgm:prSet/>
      <dgm:spPr/>
      <dgm:t>
        <a:bodyPr/>
        <a:lstStyle/>
        <a:p>
          <a:r>
            <a:rPr lang="en-AU" dirty="0">
              <a:solidFill>
                <a:schemeClr val="tx1"/>
              </a:solidFill>
            </a:rPr>
            <a:t>Slack, Microsoft Teams</a:t>
          </a:r>
        </a:p>
      </dgm:t>
    </dgm:pt>
    <dgm:pt modelId="{A30C0A73-6C17-4DE4-BB52-E275B985B6F4}" type="parTrans" cxnId="{5008BB66-2AE6-4251-9681-6C28C69A25BD}">
      <dgm:prSet/>
      <dgm:spPr/>
      <dgm:t>
        <a:bodyPr/>
        <a:lstStyle/>
        <a:p>
          <a:endParaRPr lang="en-AU"/>
        </a:p>
      </dgm:t>
    </dgm:pt>
    <dgm:pt modelId="{4FE37D2B-CCF2-42BD-B604-85C913DA3DA2}" type="sibTrans" cxnId="{5008BB66-2AE6-4251-9681-6C28C69A25BD}">
      <dgm:prSet/>
      <dgm:spPr/>
      <dgm:t>
        <a:bodyPr/>
        <a:lstStyle/>
        <a:p>
          <a:endParaRPr lang="en-AU"/>
        </a:p>
      </dgm:t>
    </dgm:pt>
    <dgm:pt modelId="{8CDEC7E0-E922-4566-A9E4-1B8BB13B096F}">
      <dgm:prSet/>
      <dgm:spPr/>
      <dgm:t>
        <a:bodyPr/>
        <a:lstStyle/>
        <a:p>
          <a:r>
            <a:rPr lang="en-AU">
              <a:solidFill>
                <a:schemeClr val="tx1"/>
              </a:solidFill>
            </a:rPr>
            <a:t>Streaming services</a:t>
          </a:r>
        </a:p>
      </dgm:t>
    </dgm:pt>
    <dgm:pt modelId="{E4384EF8-C4EC-490C-AF8F-B374D7A1BE69}" type="parTrans" cxnId="{2E13E5AC-1BF5-4355-9CB2-771383374C01}">
      <dgm:prSet/>
      <dgm:spPr/>
      <dgm:t>
        <a:bodyPr/>
        <a:lstStyle/>
        <a:p>
          <a:endParaRPr lang="en-AU"/>
        </a:p>
      </dgm:t>
    </dgm:pt>
    <dgm:pt modelId="{A47EB144-F933-4FC8-8B66-A9C69C96EC09}" type="sibTrans" cxnId="{2E13E5AC-1BF5-4355-9CB2-771383374C01}">
      <dgm:prSet/>
      <dgm:spPr/>
      <dgm:t>
        <a:bodyPr/>
        <a:lstStyle/>
        <a:p>
          <a:endParaRPr lang="en-AU"/>
        </a:p>
      </dgm:t>
    </dgm:pt>
    <dgm:pt modelId="{F2B65DBF-051E-4377-B684-A92E3F23BAFA}">
      <dgm:prSet/>
      <dgm:spPr/>
      <dgm:t>
        <a:bodyPr/>
        <a:lstStyle/>
        <a:p>
          <a:r>
            <a:rPr lang="en-AU" dirty="0">
              <a:solidFill>
                <a:schemeClr val="tx1"/>
              </a:solidFill>
            </a:rPr>
            <a:t>Netflix, Spotify, YouTube</a:t>
          </a:r>
        </a:p>
      </dgm:t>
    </dgm:pt>
    <dgm:pt modelId="{516A46BE-14AC-49E5-8CA7-F0AB1B90B046}" type="parTrans" cxnId="{1C06871E-C9F8-4D5F-B932-73EB55F87073}">
      <dgm:prSet/>
      <dgm:spPr/>
      <dgm:t>
        <a:bodyPr/>
        <a:lstStyle/>
        <a:p>
          <a:endParaRPr lang="en-AU"/>
        </a:p>
      </dgm:t>
    </dgm:pt>
    <dgm:pt modelId="{9053AF77-62DA-4B21-9333-14CD14311750}" type="sibTrans" cxnId="{1C06871E-C9F8-4D5F-B932-73EB55F87073}">
      <dgm:prSet/>
      <dgm:spPr/>
      <dgm:t>
        <a:bodyPr/>
        <a:lstStyle/>
        <a:p>
          <a:endParaRPr lang="en-AU"/>
        </a:p>
      </dgm:t>
    </dgm:pt>
    <dgm:pt modelId="{63F574C0-DBE8-4394-BCFD-7536AFD042D0}">
      <dgm:prSet/>
      <dgm:spPr/>
      <dgm:t>
        <a:bodyPr/>
        <a:lstStyle/>
        <a:p>
          <a:r>
            <a:rPr lang="en-AU" dirty="0">
              <a:solidFill>
                <a:schemeClr val="tx1"/>
              </a:solidFill>
            </a:rPr>
            <a:t>File transfer</a:t>
          </a:r>
        </a:p>
      </dgm:t>
    </dgm:pt>
    <dgm:pt modelId="{660EC07E-EE17-4517-8C1B-07EC0E09808E}" type="parTrans" cxnId="{8670FC62-065F-43DA-A002-56CA8CA293C2}">
      <dgm:prSet/>
      <dgm:spPr/>
      <dgm:t>
        <a:bodyPr/>
        <a:lstStyle/>
        <a:p>
          <a:endParaRPr lang="en-AU"/>
        </a:p>
      </dgm:t>
    </dgm:pt>
    <dgm:pt modelId="{CA253970-04B5-4AF2-8514-6156D079B46E}" type="sibTrans" cxnId="{8670FC62-065F-43DA-A002-56CA8CA293C2}">
      <dgm:prSet/>
      <dgm:spPr/>
      <dgm:t>
        <a:bodyPr/>
        <a:lstStyle/>
        <a:p>
          <a:endParaRPr lang="en-AU"/>
        </a:p>
      </dgm:t>
    </dgm:pt>
    <dgm:pt modelId="{37AD62BA-A772-4009-9266-ED256092315B}">
      <dgm:prSet/>
      <dgm:spPr/>
      <dgm:t>
        <a:bodyPr/>
        <a:lstStyle/>
        <a:p>
          <a:r>
            <a:rPr lang="en-AU" dirty="0">
              <a:solidFill>
                <a:schemeClr val="tx1"/>
              </a:solidFill>
            </a:rPr>
            <a:t>FileZilla, WinSCP</a:t>
          </a:r>
        </a:p>
      </dgm:t>
    </dgm:pt>
    <dgm:pt modelId="{D2024FBE-028E-489F-B673-88F69EF23CB6}" type="parTrans" cxnId="{FC548C49-239C-4FF0-9552-6618233D7EB4}">
      <dgm:prSet/>
      <dgm:spPr/>
      <dgm:t>
        <a:bodyPr/>
        <a:lstStyle/>
        <a:p>
          <a:endParaRPr lang="en-AU"/>
        </a:p>
      </dgm:t>
    </dgm:pt>
    <dgm:pt modelId="{8DF13E83-0886-4AD4-BDAF-BBF1A487B194}" type="sibTrans" cxnId="{FC548C49-239C-4FF0-9552-6618233D7EB4}">
      <dgm:prSet/>
      <dgm:spPr/>
      <dgm:t>
        <a:bodyPr/>
        <a:lstStyle/>
        <a:p>
          <a:endParaRPr lang="en-AU"/>
        </a:p>
      </dgm:t>
    </dgm:pt>
    <dgm:pt modelId="{AC175152-52B6-42B6-886E-5B3DC87F321C}" type="pres">
      <dgm:prSet presAssocID="{E596059B-9A04-4BFF-AEF1-9FA1BD6C775E}" presName="diagram" presStyleCnt="0">
        <dgm:presLayoutVars>
          <dgm:dir/>
          <dgm:resizeHandles val="exact"/>
        </dgm:presLayoutVars>
      </dgm:prSet>
      <dgm:spPr/>
    </dgm:pt>
    <dgm:pt modelId="{2EB5717A-98E7-49E7-B318-9B8B1C7F63F1}" type="pres">
      <dgm:prSet presAssocID="{9C8B5E29-6077-4F7E-A3AD-AEB7075C5783}" presName="node" presStyleLbl="node1" presStyleIdx="0" presStyleCnt="6" custLinFactNeighborY="-28765">
        <dgm:presLayoutVars>
          <dgm:bulletEnabled val="1"/>
        </dgm:presLayoutVars>
      </dgm:prSet>
      <dgm:spPr/>
    </dgm:pt>
    <dgm:pt modelId="{D4587793-EFA0-432B-978A-0555D059E6FF}" type="pres">
      <dgm:prSet presAssocID="{F95B8F57-8D25-4178-A7CC-F16E096F529D}" presName="sibTrans" presStyleCnt="0"/>
      <dgm:spPr/>
    </dgm:pt>
    <dgm:pt modelId="{D5782A08-82A4-427B-98C8-55859D45BD60}" type="pres">
      <dgm:prSet presAssocID="{EEA8377B-67A3-40F1-8921-2841F3647D6F}" presName="node" presStyleLbl="node1" presStyleIdx="1" presStyleCnt="6" custLinFactNeighborY="-28765">
        <dgm:presLayoutVars>
          <dgm:bulletEnabled val="1"/>
        </dgm:presLayoutVars>
      </dgm:prSet>
      <dgm:spPr/>
    </dgm:pt>
    <dgm:pt modelId="{20C8D0A3-858A-4394-B0E3-511AB2E7D9B8}" type="pres">
      <dgm:prSet presAssocID="{58EDA1EA-DBBF-48D2-B4BA-88B5AC140211}" presName="sibTrans" presStyleCnt="0"/>
      <dgm:spPr/>
    </dgm:pt>
    <dgm:pt modelId="{27E47EAE-8D35-4796-8D5F-9C46244C7560}" type="pres">
      <dgm:prSet presAssocID="{C50D514A-4C0D-47F8-A38E-A0D3B05D5BE8}" presName="node" presStyleLbl="node1" presStyleIdx="2" presStyleCnt="6" custLinFactNeighborY="-28765">
        <dgm:presLayoutVars>
          <dgm:bulletEnabled val="1"/>
        </dgm:presLayoutVars>
      </dgm:prSet>
      <dgm:spPr/>
    </dgm:pt>
    <dgm:pt modelId="{0AC68C9A-5FAE-42AB-948F-0B3B1D8CC7B6}" type="pres">
      <dgm:prSet presAssocID="{1AC907E2-91B5-4E5C-B7E2-538B511E6A20}" presName="sibTrans" presStyleCnt="0"/>
      <dgm:spPr/>
    </dgm:pt>
    <dgm:pt modelId="{FD206D01-9F01-4D04-AED3-C928475388BB}" type="pres">
      <dgm:prSet presAssocID="{9F43E14E-092D-412E-BA51-5451BCFB9DA5}" presName="node" presStyleLbl="node1" presStyleIdx="3" presStyleCnt="6">
        <dgm:presLayoutVars>
          <dgm:bulletEnabled val="1"/>
        </dgm:presLayoutVars>
      </dgm:prSet>
      <dgm:spPr/>
    </dgm:pt>
    <dgm:pt modelId="{54D0B2AC-27EC-4DD1-ACD6-F714A0FF34E5}" type="pres">
      <dgm:prSet presAssocID="{91D4B47B-6CB5-4E52-BCAC-AADAD68D0C29}" presName="sibTrans" presStyleCnt="0"/>
      <dgm:spPr/>
    </dgm:pt>
    <dgm:pt modelId="{6FB0F605-4E5F-4B90-AFE4-6211FBFD3F9C}" type="pres">
      <dgm:prSet presAssocID="{8CDEC7E0-E922-4566-A9E4-1B8BB13B096F}" presName="node" presStyleLbl="node1" presStyleIdx="4" presStyleCnt="6">
        <dgm:presLayoutVars>
          <dgm:bulletEnabled val="1"/>
        </dgm:presLayoutVars>
      </dgm:prSet>
      <dgm:spPr/>
    </dgm:pt>
    <dgm:pt modelId="{3532FA2D-4E8E-429E-A019-014034512C69}" type="pres">
      <dgm:prSet presAssocID="{A47EB144-F933-4FC8-8B66-A9C69C96EC09}" presName="sibTrans" presStyleCnt="0"/>
      <dgm:spPr/>
    </dgm:pt>
    <dgm:pt modelId="{D5674738-698D-4A28-A565-920395713560}" type="pres">
      <dgm:prSet presAssocID="{63F574C0-DBE8-4394-BCFD-7536AFD042D0}" presName="node" presStyleLbl="node1" presStyleIdx="5" presStyleCnt="6">
        <dgm:presLayoutVars>
          <dgm:bulletEnabled val="1"/>
        </dgm:presLayoutVars>
      </dgm:prSet>
      <dgm:spPr/>
    </dgm:pt>
  </dgm:ptLst>
  <dgm:cxnLst>
    <dgm:cxn modelId="{1B1C430D-3DAA-4901-9EBC-AF873315FA06}" type="presOf" srcId="{C52A981B-3565-4947-A687-CE4B6F4D3A8F}" destId="{FD206D01-9F01-4D04-AED3-C928475388BB}" srcOrd="0" destOrd="1" presId="urn:microsoft.com/office/officeart/2005/8/layout/default"/>
    <dgm:cxn modelId="{A5B0A518-20E5-4F95-9410-A594ED6BF097}" type="presOf" srcId="{5B40A9D1-B9A7-45FA-9292-DF8791508DF7}" destId="{D5782A08-82A4-427B-98C8-55859D45BD60}" srcOrd="0" destOrd="1" presId="urn:microsoft.com/office/officeart/2005/8/layout/default"/>
    <dgm:cxn modelId="{1C06871E-C9F8-4D5F-B932-73EB55F87073}" srcId="{8CDEC7E0-E922-4566-A9E4-1B8BB13B096F}" destId="{F2B65DBF-051E-4377-B684-A92E3F23BAFA}" srcOrd="0" destOrd="0" parTransId="{516A46BE-14AC-49E5-8CA7-F0AB1B90B046}" sibTransId="{9053AF77-62DA-4B21-9333-14CD14311750}"/>
    <dgm:cxn modelId="{6B721F43-0DA0-40C1-9DF7-51BC31D4342A}" srcId="{E596059B-9A04-4BFF-AEF1-9FA1BD6C775E}" destId="{9F43E14E-092D-412E-BA51-5451BCFB9DA5}" srcOrd="3" destOrd="0" parTransId="{B6A937EF-8A61-40D3-AE43-9501E4D43E7A}" sibTransId="{91D4B47B-6CB5-4E52-BCAC-AADAD68D0C29}"/>
    <dgm:cxn modelId="{FC548C49-239C-4FF0-9552-6618233D7EB4}" srcId="{63F574C0-DBE8-4394-BCFD-7536AFD042D0}" destId="{37AD62BA-A772-4009-9266-ED256092315B}" srcOrd="0" destOrd="0" parTransId="{D2024FBE-028E-489F-B673-88F69EF23CB6}" sibTransId="{8DF13E83-0886-4AD4-BDAF-BBF1A487B194}"/>
    <dgm:cxn modelId="{C341AC61-AFC1-4A50-846F-755569595CFD}" type="presOf" srcId="{E596059B-9A04-4BFF-AEF1-9FA1BD6C775E}" destId="{AC175152-52B6-42B6-886E-5B3DC87F321C}" srcOrd="0" destOrd="0" presId="urn:microsoft.com/office/officeart/2005/8/layout/default"/>
    <dgm:cxn modelId="{8670FC62-065F-43DA-A002-56CA8CA293C2}" srcId="{E596059B-9A04-4BFF-AEF1-9FA1BD6C775E}" destId="{63F574C0-DBE8-4394-BCFD-7536AFD042D0}" srcOrd="5" destOrd="0" parTransId="{660EC07E-EE17-4517-8C1B-07EC0E09808E}" sibTransId="{CA253970-04B5-4AF2-8514-6156D079B46E}"/>
    <dgm:cxn modelId="{5008BB66-2AE6-4251-9681-6C28C69A25BD}" srcId="{9F43E14E-092D-412E-BA51-5451BCFB9DA5}" destId="{C52A981B-3565-4947-A687-CE4B6F4D3A8F}" srcOrd="0" destOrd="0" parTransId="{A30C0A73-6C17-4DE4-BB52-E275B985B6F4}" sibTransId="{4FE37D2B-CCF2-42BD-B604-85C913DA3DA2}"/>
    <dgm:cxn modelId="{C116D967-D47F-4483-9F7E-7EAABD8E2C99}" type="presOf" srcId="{9C8B5E29-6077-4F7E-A3AD-AEB7075C5783}" destId="{2EB5717A-98E7-49E7-B318-9B8B1C7F63F1}" srcOrd="0" destOrd="0" presId="urn:microsoft.com/office/officeart/2005/8/layout/default"/>
    <dgm:cxn modelId="{010D016A-2433-48E6-AA61-34056BE14733}" type="presOf" srcId="{C50D514A-4C0D-47F8-A38E-A0D3B05D5BE8}" destId="{27E47EAE-8D35-4796-8D5F-9C46244C7560}" srcOrd="0" destOrd="0" presId="urn:microsoft.com/office/officeart/2005/8/layout/default"/>
    <dgm:cxn modelId="{C29F8876-AE86-4145-BA3D-07F62B1034E9}" srcId="{C50D514A-4C0D-47F8-A38E-A0D3B05D5BE8}" destId="{61E41414-7E91-443B-98C8-BECAFDCB3868}" srcOrd="0" destOrd="0" parTransId="{4ABB365F-DE83-47BE-BAB5-F4B8823326E6}" sibTransId="{2A32E8B5-1D0D-4733-815D-EDA9D2EE7E33}"/>
    <dgm:cxn modelId="{EDCEC87D-54C5-4C9D-8B97-74C4CBF095B8}" type="presOf" srcId="{9F43E14E-092D-412E-BA51-5451BCFB9DA5}" destId="{FD206D01-9F01-4D04-AED3-C928475388BB}" srcOrd="0" destOrd="0" presId="urn:microsoft.com/office/officeart/2005/8/layout/default"/>
    <dgm:cxn modelId="{D0ECD57E-E46D-4E6C-9D20-0EBA1DFF2421}" type="presOf" srcId="{8CDEC7E0-E922-4566-A9E4-1B8BB13B096F}" destId="{6FB0F605-4E5F-4B90-AFE4-6211FBFD3F9C}" srcOrd="0" destOrd="0" presId="urn:microsoft.com/office/officeart/2005/8/layout/default"/>
    <dgm:cxn modelId="{38E2E482-8D24-4046-B760-111B4EEACAAE}" srcId="{E596059B-9A04-4BFF-AEF1-9FA1BD6C775E}" destId="{EEA8377B-67A3-40F1-8921-2841F3647D6F}" srcOrd="1" destOrd="0" parTransId="{874F17D5-9BA3-4F48-9825-FFDD4F8B8117}" sibTransId="{58EDA1EA-DBBF-48D2-B4BA-88B5AC140211}"/>
    <dgm:cxn modelId="{A1413B91-CC03-45C0-9422-963833992F42}" type="presOf" srcId="{EEA8377B-67A3-40F1-8921-2841F3647D6F}" destId="{D5782A08-82A4-427B-98C8-55859D45BD60}" srcOrd="0" destOrd="0" presId="urn:microsoft.com/office/officeart/2005/8/layout/default"/>
    <dgm:cxn modelId="{323B9496-D7A2-44A9-B55F-0B36595EAA1B}" type="presOf" srcId="{61E41414-7E91-443B-98C8-BECAFDCB3868}" destId="{27E47EAE-8D35-4796-8D5F-9C46244C7560}" srcOrd="0" destOrd="1" presId="urn:microsoft.com/office/officeart/2005/8/layout/default"/>
    <dgm:cxn modelId="{1E42939D-B694-467C-A95B-2CE251713F89}" srcId="{E596059B-9A04-4BFF-AEF1-9FA1BD6C775E}" destId="{C50D514A-4C0D-47F8-A38E-A0D3B05D5BE8}" srcOrd="2" destOrd="0" parTransId="{DEC02DF5-995E-4BA5-A1BA-941F0F5C773D}" sibTransId="{1AC907E2-91B5-4E5C-B7E2-538B511E6A20}"/>
    <dgm:cxn modelId="{6619C6A7-F708-4101-B43A-53EEC470440D}" srcId="{EEA8377B-67A3-40F1-8921-2841F3647D6F}" destId="{5B40A9D1-B9A7-45FA-9292-DF8791508DF7}" srcOrd="0" destOrd="0" parTransId="{191A594D-D881-4074-8988-45F5F27866E1}" sibTransId="{90049CD5-BB5D-4EF5-856D-78CADE1D8E5C}"/>
    <dgm:cxn modelId="{0102F5AB-E40A-44FB-9C43-B997AE601B0E}" type="presOf" srcId="{F2B65DBF-051E-4377-B684-A92E3F23BAFA}" destId="{6FB0F605-4E5F-4B90-AFE4-6211FBFD3F9C}" srcOrd="0" destOrd="1" presId="urn:microsoft.com/office/officeart/2005/8/layout/default"/>
    <dgm:cxn modelId="{2E13E5AC-1BF5-4355-9CB2-771383374C01}" srcId="{E596059B-9A04-4BFF-AEF1-9FA1BD6C775E}" destId="{8CDEC7E0-E922-4566-A9E4-1B8BB13B096F}" srcOrd="4" destOrd="0" parTransId="{E4384EF8-C4EC-490C-AF8F-B374D7A1BE69}" sibTransId="{A47EB144-F933-4FC8-8B66-A9C69C96EC09}"/>
    <dgm:cxn modelId="{E5575DAF-25B7-4271-9B25-13F74CE23022}" type="presOf" srcId="{63F574C0-DBE8-4394-BCFD-7536AFD042D0}" destId="{D5674738-698D-4A28-A565-920395713560}" srcOrd="0" destOrd="0" presId="urn:microsoft.com/office/officeart/2005/8/layout/default"/>
    <dgm:cxn modelId="{474459B0-6B57-4246-A688-28D804E50A8D}" type="presOf" srcId="{493F0C93-977F-4D8A-AB82-EFB82FC35AE4}" destId="{2EB5717A-98E7-49E7-B318-9B8B1C7F63F1}" srcOrd="0" destOrd="1" presId="urn:microsoft.com/office/officeart/2005/8/layout/default"/>
    <dgm:cxn modelId="{B53C61B9-419C-4D7C-B943-A7C6978A0517}" srcId="{9C8B5E29-6077-4F7E-A3AD-AEB7075C5783}" destId="{493F0C93-977F-4D8A-AB82-EFB82FC35AE4}" srcOrd="0" destOrd="0" parTransId="{A41BCCC9-D840-406B-AE3F-3612D3FDC948}" sibTransId="{84A1F835-E996-4F29-A912-D2976C106FF0}"/>
    <dgm:cxn modelId="{DB4941CD-AAF3-40F4-A267-C3D72D3FC244}" type="presOf" srcId="{37AD62BA-A772-4009-9266-ED256092315B}" destId="{D5674738-698D-4A28-A565-920395713560}" srcOrd="0" destOrd="1" presId="urn:microsoft.com/office/officeart/2005/8/layout/default"/>
    <dgm:cxn modelId="{29F1EBDE-5FEC-4FCF-ADDA-1ABF869BFBEE}" srcId="{E596059B-9A04-4BFF-AEF1-9FA1BD6C775E}" destId="{9C8B5E29-6077-4F7E-A3AD-AEB7075C5783}" srcOrd="0" destOrd="0" parTransId="{23F5900A-CF6D-48FA-9DE6-279FFFFE50C9}" sibTransId="{F95B8F57-8D25-4178-A7CC-F16E096F529D}"/>
    <dgm:cxn modelId="{AC5372B9-1AED-46DD-9934-5D6421CD80AA}" type="presParOf" srcId="{AC175152-52B6-42B6-886E-5B3DC87F321C}" destId="{2EB5717A-98E7-49E7-B318-9B8B1C7F63F1}" srcOrd="0" destOrd="0" presId="urn:microsoft.com/office/officeart/2005/8/layout/default"/>
    <dgm:cxn modelId="{4C5E5ABE-5F98-45AD-AC92-EDF3907F59C9}" type="presParOf" srcId="{AC175152-52B6-42B6-886E-5B3DC87F321C}" destId="{D4587793-EFA0-432B-978A-0555D059E6FF}" srcOrd="1" destOrd="0" presId="urn:microsoft.com/office/officeart/2005/8/layout/default"/>
    <dgm:cxn modelId="{C2F8B958-4BD0-48FB-8475-F97386C5AB6A}" type="presParOf" srcId="{AC175152-52B6-42B6-886E-5B3DC87F321C}" destId="{D5782A08-82A4-427B-98C8-55859D45BD60}" srcOrd="2" destOrd="0" presId="urn:microsoft.com/office/officeart/2005/8/layout/default"/>
    <dgm:cxn modelId="{D90FAC56-7743-47B5-A81E-3596F53639B4}" type="presParOf" srcId="{AC175152-52B6-42B6-886E-5B3DC87F321C}" destId="{20C8D0A3-858A-4394-B0E3-511AB2E7D9B8}" srcOrd="3" destOrd="0" presId="urn:microsoft.com/office/officeart/2005/8/layout/default"/>
    <dgm:cxn modelId="{B1AB7879-6DAF-4E93-8E36-AD7ABC9A73CE}" type="presParOf" srcId="{AC175152-52B6-42B6-886E-5B3DC87F321C}" destId="{27E47EAE-8D35-4796-8D5F-9C46244C7560}" srcOrd="4" destOrd="0" presId="urn:microsoft.com/office/officeart/2005/8/layout/default"/>
    <dgm:cxn modelId="{FA7608A9-6217-402A-A394-F763D079A92D}" type="presParOf" srcId="{AC175152-52B6-42B6-886E-5B3DC87F321C}" destId="{0AC68C9A-5FAE-42AB-948F-0B3B1D8CC7B6}" srcOrd="5" destOrd="0" presId="urn:microsoft.com/office/officeart/2005/8/layout/default"/>
    <dgm:cxn modelId="{4F470ADF-899F-4082-8B23-E53CBB7B6780}" type="presParOf" srcId="{AC175152-52B6-42B6-886E-5B3DC87F321C}" destId="{FD206D01-9F01-4D04-AED3-C928475388BB}" srcOrd="6" destOrd="0" presId="urn:microsoft.com/office/officeart/2005/8/layout/default"/>
    <dgm:cxn modelId="{68BC7037-FCF7-4E4F-9EF8-826E1DC9231C}" type="presParOf" srcId="{AC175152-52B6-42B6-886E-5B3DC87F321C}" destId="{54D0B2AC-27EC-4DD1-ACD6-F714A0FF34E5}" srcOrd="7" destOrd="0" presId="urn:microsoft.com/office/officeart/2005/8/layout/default"/>
    <dgm:cxn modelId="{F6394E4A-A113-4EA6-BAD2-BEE116EF1FE5}" type="presParOf" srcId="{AC175152-52B6-42B6-886E-5B3DC87F321C}" destId="{6FB0F605-4E5F-4B90-AFE4-6211FBFD3F9C}" srcOrd="8" destOrd="0" presId="urn:microsoft.com/office/officeart/2005/8/layout/default"/>
    <dgm:cxn modelId="{8B6A7FAF-695A-4BE6-8876-927EDA27B11A}" type="presParOf" srcId="{AC175152-52B6-42B6-886E-5B3DC87F321C}" destId="{3532FA2D-4E8E-429E-A019-014034512C69}" srcOrd="9" destOrd="0" presId="urn:microsoft.com/office/officeart/2005/8/layout/default"/>
    <dgm:cxn modelId="{6DB59F87-63B6-488C-838E-B929AB3360F4}" type="presParOf" srcId="{AC175152-52B6-42B6-886E-5B3DC87F321C}" destId="{D5674738-698D-4A28-A565-920395713560}"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C7AFCC-4678-4E19-AD67-DB5F0D743A7C}" type="doc">
      <dgm:prSet loTypeId="urn:diagrams.loki3.com/BracketList" loCatId="list" qsTypeId="urn:microsoft.com/office/officeart/2005/8/quickstyle/simple1" qsCatId="simple" csTypeId="urn:microsoft.com/office/officeart/2005/8/colors/accent1_2" csCatId="accent1" phldr="1"/>
      <dgm:spPr/>
      <dgm:t>
        <a:bodyPr/>
        <a:lstStyle/>
        <a:p>
          <a:endParaRPr lang="en-AU"/>
        </a:p>
      </dgm:t>
    </dgm:pt>
    <dgm:pt modelId="{064A389E-B0E2-4498-A331-1C9CD6C455CF}">
      <dgm:prSet/>
      <dgm:spPr/>
      <dgm:t>
        <a:bodyPr/>
        <a:lstStyle/>
        <a:p>
          <a:r>
            <a:rPr lang="en-AU" dirty="0"/>
            <a:t>Applications that require reliable data transfer</a:t>
          </a:r>
        </a:p>
      </dgm:t>
    </dgm:pt>
    <dgm:pt modelId="{D3AFB4D5-D467-4509-AE8D-BDCB946257C8}" type="parTrans" cxnId="{186D3240-869C-4B11-896D-5196B6080A9A}">
      <dgm:prSet/>
      <dgm:spPr/>
      <dgm:t>
        <a:bodyPr/>
        <a:lstStyle/>
        <a:p>
          <a:endParaRPr lang="en-AU"/>
        </a:p>
      </dgm:t>
    </dgm:pt>
    <dgm:pt modelId="{B56AEFC5-DAEA-4D1C-B9F5-11B8FC735614}" type="sibTrans" cxnId="{186D3240-869C-4B11-896D-5196B6080A9A}">
      <dgm:prSet/>
      <dgm:spPr/>
      <dgm:t>
        <a:bodyPr/>
        <a:lstStyle/>
        <a:p>
          <a:endParaRPr lang="en-AU"/>
        </a:p>
      </dgm:t>
    </dgm:pt>
    <dgm:pt modelId="{4946F346-1DDB-4FDC-A562-B7B0266D151C}">
      <dgm:prSet/>
      <dgm:spPr/>
      <dgm:t>
        <a:bodyPr/>
        <a:lstStyle/>
        <a:p>
          <a:r>
            <a:rPr lang="en-AU" dirty="0">
              <a:solidFill>
                <a:schemeClr val="tx1">
                  <a:lumMod val="75000"/>
                  <a:lumOff val="25000"/>
                </a:schemeClr>
              </a:solidFill>
            </a:rPr>
            <a:t>Email, instant messaging, file transfer, financial applications, etc.</a:t>
          </a:r>
        </a:p>
      </dgm:t>
    </dgm:pt>
    <dgm:pt modelId="{EBFFE37C-306C-49B4-9D72-F69786357BDE}" type="parTrans" cxnId="{A824C621-099D-41A4-8CC2-24E1F8712D4D}">
      <dgm:prSet/>
      <dgm:spPr/>
      <dgm:t>
        <a:bodyPr/>
        <a:lstStyle/>
        <a:p>
          <a:endParaRPr lang="en-AU"/>
        </a:p>
      </dgm:t>
    </dgm:pt>
    <dgm:pt modelId="{3811EFFA-2527-41DF-AEC7-C36DD8EC273A}" type="sibTrans" cxnId="{A824C621-099D-41A4-8CC2-24E1F8712D4D}">
      <dgm:prSet/>
      <dgm:spPr/>
      <dgm:t>
        <a:bodyPr/>
        <a:lstStyle/>
        <a:p>
          <a:endParaRPr lang="en-AU"/>
        </a:p>
      </dgm:t>
    </dgm:pt>
    <dgm:pt modelId="{9346414B-AC45-45CC-BDFE-340661EA2ECC}">
      <dgm:prSet/>
      <dgm:spPr/>
      <dgm:t>
        <a:bodyPr/>
        <a:lstStyle/>
        <a:p>
          <a:r>
            <a:rPr lang="en-AU"/>
            <a:t>Applications that are loss-tolerant</a:t>
          </a:r>
        </a:p>
      </dgm:t>
    </dgm:pt>
    <dgm:pt modelId="{B5F1C0D8-4CED-4400-B36F-7FF2DBC92136}" type="parTrans" cxnId="{1CDF4D0F-0C1F-4786-BB7F-EC90B4B557F1}">
      <dgm:prSet/>
      <dgm:spPr/>
      <dgm:t>
        <a:bodyPr/>
        <a:lstStyle/>
        <a:p>
          <a:endParaRPr lang="en-AU"/>
        </a:p>
      </dgm:t>
    </dgm:pt>
    <dgm:pt modelId="{AAA53B65-B1EA-436B-A684-8544DC54FFAB}" type="sibTrans" cxnId="{1CDF4D0F-0C1F-4786-BB7F-EC90B4B557F1}">
      <dgm:prSet/>
      <dgm:spPr/>
      <dgm:t>
        <a:bodyPr/>
        <a:lstStyle/>
        <a:p>
          <a:endParaRPr lang="en-AU"/>
        </a:p>
      </dgm:t>
    </dgm:pt>
    <dgm:pt modelId="{AFD56412-11DD-456F-9D74-579965868AF1}">
      <dgm:prSet/>
      <dgm:spPr/>
      <dgm:t>
        <a:bodyPr/>
        <a:lstStyle/>
        <a:p>
          <a:r>
            <a:rPr lang="en-AU" dirty="0">
              <a:solidFill>
                <a:schemeClr val="tx1">
                  <a:lumMod val="75000"/>
                  <a:lumOff val="25000"/>
                </a:schemeClr>
              </a:solidFill>
            </a:rPr>
            <a:t>Multimedia applications, etc.</a:t>
          </a:r>
        </a:p>
      </dgm:t>
    </dgm:pt>
    <dgm:pt modelId="{DC26DA54-4EF5-46E7-9607-CEDE1FCF2DD1}" type="parTrans" cxnId="{DE7EF4BB-63D5-4477-A134-369B17F51B0F}">
      <dgm:prSet/>
      <dgm:spPr/>
      <dgm:t>
        <a:bodyPr/>
        <a:lstStyle/>
        <a:p>
          <a:endParaRPr lang="en-AU"/>
        </a:p>
      </dgm:t>
    </dgm:pt>
    <dgm:pt modelId="{E6966B14-19F8-4219-BECA-20A1CBFCD3BD}" type="sibTrans" cxnId="{DE7EF4BB-63D5-4477-A134-369B17F51B0F}">
      <dgm:prSet/>
      <dgm:spPr/>
      <dgm:t>
        <a:bodyPr/>
        <a:lstStyle/>
        <a:p>
          <a:endParaRPr lang="en-AU"/>
        </a:p>
      </dgm:t>
    </dgm:pt>
    <dgm:pt modelId="{A2D36A9F-85C4-4AE4-971A-B227A3494D40}" type="pres">
      <dgm:prSet presAssocID="{0BC7AFCC-4678-4E19-AD67-DB5F0D743A7C}" presName="Name0" presStyleCnt="0">
        <dgm:presLayoutVars>
          <dgm:dir/>
          <dgm:animLvl val="lvl"/>
          <dgm:resizeHandles val="exact"/>
        </dgm:presLayoutVars>
      </dgm:prSet>
      <dgm:spPr/>
    </dgm:pt>
    <dgm:pt modelId="{20FF7AAD-D626-4544-8F22-19DE2714D7F6}" type="pres">
      <dgm:prSet presAssocID="{064A389E-B0E2-4498-A331-1C9CD6C455CF}" presName="linNode" presStyleCnt="0"/>
      <dgm:spPr/>
    </dgm:pt>
    <dgm:pt modelId="{2B4F7DC4-851B-473B-907B-ECBE3327ACC1}" type="pres">
      <dgm:prSet presAssocID="{064A389E-B0E2-4498-A331-1C9CD6C455CF}" presName="parTx" presStyleLbl="revTx" presStyleIdx="0" presStyleCnt="2">
        <dgm:presLayoutVars>
          <dgm:chMax val="1"/>
          <dgm:bulletEnabled val="1"/>
        </dgm:presLayoutVars>
      </dgm:prSet>
      <dgm:spPr/>
    </dgm:pt>
    <dgm:pt modelId="{D37736C9-968C-4638-AF2D-74FD0AA33534}" type="pres">
      <dgm:prSet presAssocID="{064A389E-B0E2-4498-A331-1C9CD6C455CF}" presName="bracket" presStyleLbl="parChTrans1D1" presStyleIdx="0" presStyleCnt="2"/>
      <dgm:spPr/>
    </dgm:pt>
    <dgm:pt modelId="{8533DC95-F165-4491-AB95-929A187F713F}" type="pres">
      <dgm:prSet presAssocID="{064A389E-B0E2-4498-A331-1C9CD6C455CF}" presName="spH" presStyleCnt="0"/>
      <dgm:spPr/>
    </dgm:pt>
    <dgm:pt modelId="{9F787860-E231-4466-A881-276084E845EA}" type="pres">
      <dgm:prSet presAssocID="{064A389E-B0E2-4498-A331-1C9CD6C455CF}" presName="desTx" presStyleLbl="node1" presStyleIdx="0" presStyleCnt="2">
        <dgm:presLayoutVars>
          <dgm:bulletEnabled val="1"/>
        </dgm:presLayoutVars>
      </dgm:prSet>
      <dgm:spPr/>
    </dgm:pt>
    <dgm:pt modelId="{C753A294-C62C-4E4A-9E42-163F77563867}" type="pres">
      <dgm:prSet presAssocID="{B56AEFC5-DAEA-4D1C-B9F5-11B8FC735614}" presName="spV" presStyleCnt="0"/>
      <dgm:spPr/>
    </dgm:pt>
    <dgm:pt modelId="{EF1938B3-D998-4F34-A5AB-B36BDE26134F}" type="pres">
      <dgm:prSet presAssocID="{9346414B-AC45-45CC-BDFE-340661EA2ECC}" presName="linNode" presStyleCnt="0"/>
      <dgm:spPr/>
    </dgm:pt>
    <dgm:pt modelId="{7FC6513B-1D7D-4147-970A-B01FCCA86A26}" type="pres">
      <dgm:prSet presAssocID="{9346414B-AC45-45CC-BDFE-340661EA2ECC}" presName="parTx" presStyleLbl="revTx" presStyleIdx="1" presStyleCnt="2">
        <dgm:presLayoutVars>
          <dgm:chMax val="1"/>
          <dgm:bulletEnabled val="1"/>
        </dgm:presLayoutVars>
      </dgm:prSet>
      <dgm:spPr/>
    </dgm:pt>
    <dgm:pt modelId="{1D43AC7A-2CAE-44B8-8262-D2033C42AB71}" type="pres">
      <dgm:prSet presAssocID="{9346414B-AC45-45CC-BDFE-340661EA2ECC}" presName="bracket" presStyleLbl="parChTrans1D1" presStyleIdx="1" presStyleCnt="2"/>
      <dgm:spPr/>
    </dgm:pt>
    <dgm:pt modelId="{8429F25D-EDB2-472B-A6B2-9DB45C9A63B7}" type="pres">
      <dgm:prSet presAssocID="{9346414B-AC45-45CC-BDFE-340661EA2ECC}" presName="spH" presStyleCnt="0"/>
      <dgm:spPr/>
    </dgm:pt>
    <dgm:pt modelId="{97B881A9-E581-4FFD-9252-1C057FA7E024}" type="pres">
      <dgm:prSet presAssocID="{9346414B-AC45-45CC-BDFE-340661EA2ECC}" presName="desTx" presStyleLbl="node1" presStyleIdx="1" presStyleCnt="2">
        <dgm:presLayoutVars>
          <dgm:bulletEnabled val="1"/>
        </dgm:presLayoutVars>
      </dgm:prSet>
      <dgm:spPr/>
    </dgm:pt>
  </dgm:ptLst>
  <dgm:cxnLst>
    <dgm:cxn modelId="{1CDF4D0F-0C1F-4786-BB7F-EC90B4B557F1}" srcId="{0BC7AFCC-4678-4E19-AD67-DB5F0D743A7C}" destId="{9346414B-AC45-45CC-BDFE-340661EA2ECC}" srcOrd="1" destOrd="0" parTransId="{B5F1C0D8-4CED-4400-B36F-7FF2DBC92136}" sibTransId="{AAA53B65-B1EA-436B-A684-8544DC54FFAB}"/>
    <dgm:cxn modelId="{C0B7E91F-0D05-45FA-967E-737E6AEBECE0}" type="presOf" srcId="{9346414B-AC45-45CC-BDFE-340661EA2ECC}" destId="{7FC6513B-1D7D-4147-970A-B01FCCA86A26}" srcOrd="0" destOrd="0" presId="urn:diagrams.loki3.com/BracketList"/>
    <dgm:cxn modelId="{A824C621-099D-41A4-8CC2-24E1F8712D4D}" srcId="{064A389E-B0E2-4498-A331-1C9CD6C455CF}" destId="{4946F346-1DDB-4FDC-A562-B7B0266D151C}" srcOrd="0" destOrd="0" parTransId="{EBFFE37C-306C-49B4-9D72-F69786357BDE}" sibTransId="{3811EFFA-2527-41DF-AEC7-C36DD8EC273A}"/>
    <dgm:cxn modelId="{24F48238-41AA-4B78-9331-927BD972C7C2}" type="presOf" srcId="{064A389E-B0E2-4498-A331-1C9CD6C455CF}" destId="{2B4F7DC4-851B-473B-907B-ECBE3327ACC1}" srcOrd="0" destOrd="0" presId="urn:diagrams.loki3.com/BracketList"/>
    <dgm:cxn modelId="{186D3240-869C-4B11-896D-5196B6080A9A}" srcId="{0BC7AFCC-4678-4E19-AD67-DB5F0D743A7C}" destId="{064A389E-B0E2-4498-A331-1C9CD6C455CF}" srcOrd="0" destOrd="0" parTransId="{D3AFB4D5-D467-4509-AE8D-BDCB946257C8}" sibTransId="{B56AEFC5-DAEA-4D1C-B9F5-11B8FC735614}"/>
    <dgm:cxn modelId="{DE7EF4BB-63D5-4477-A134-369B17F51B0F}" srcId="{9346414B-AC45-45CC-BDFE-340661EA2ECC}" destId="{AFD56412-11DD-456F-9D74-579965868AF1}" srcOrd="0" destOrd="0" parTransId="{DC26DA54-4EF5-46E7-9607-CEDE1FCF2DD1}" sibTransId="{E6966B14-19F8-4219-BECA-20A1CBFCD3BD}"/>
    <dgm:cxn modelId="{1DA3E6D8-2B2A-4A94-8D9E-DBBCF0EE5E93}" type="presOf" srcId="{AFD56412-11DD-456F-9D74-579965868AF1}" destId="{97B881A9-E581-4FFD-9252-1C057FA7E024}" srcOrd="0" destOrd="0" presId="urn:diagrams.loki3.com/BracketList"/>
    <dgm:cxn modelId="{CE66ADE7-B126-4461-A3AE-07FC3203704B}" type="presOf" srcId="{0BC7AFCC-4678-4E19-AD67-DB5F0D743A7C}" destId="{A2D36A9F-85C4-4AE4-971A-B227A3494D40}" srcOrd="0" destOrd="0" presId="urn:diagrams.loki3.com/BracketList"/>
    <dgm:cxn modelId="{644DBEEE-4D7F-4132-9E03-AFB158B2368F}" type="presOf" srcId="{4946F346-1DDB-4FDC-A562-B7B0266D151C}" destId="{9F787860-E231-4466-A881-276084E845EA}" srcOrd="0" destOrd="0" presId="urn:diagrams.loki3.com/BracketList"/>
    <dgm:cxn modelId="{0C0B19AB-C6F0-4C7C-B99D-8C3A3C1F9F87}" type="presParOf" srcId="{A2D36A9F-85C4-4AE4-971A-B227A3494D40}" destId="{20FF7AAD-D626-4544-8F22-19DE2714D7F6}" srcOrd="0" destOrd="0" presId="urn:diagrams.loki3.com/BracketList"/>
    <dgm:cxn modelId="{17581637-22D9-4E49-B266-64FB265CBDC8}" type="presParOf" srcId="{20FF7AAD-D626-4544-8F22-19DE2714D7F6}" destId="{2B4F7DC4-851B-473B-907B-ECBE3327ACC1}" srcOrd="0" destOrd="0" presId="urn:diagrams.loki3.com/BracketList"/>
    <dgm:cxn modelId="{299237C7-6227-4772-818A-CB5CCA1FB5BA}" type="presParOf" srcId="{20FF7AAD-D626-4544-8F22-19DE2714D7F6}" destId="{D37736C9-968C-4638-AF2D-74FD0AA33534}" srcOrd="1" destOrd="0" presId="urn:diagrams.loki3.com/BracketList"/>
    <dgm:cxn modelId="{40E3E2DB-1B0F-4C80-BD18-2D26CC8528B4}" type="presParOf" srcId="{20FF7AAD-D626-4544-8F22-19DE2714D7F6}" destId="{8533DC95-F165-4491-AB95-929A187F713F}" srcOrd="2" destOrd="0" presId="urn:diagrams.loki3.com/BracketList"/>
    <dgm:cxn modelId="{C15F9E90-150F-417A-B9F7-9E7FF9EDDC68}" type="presParOf" srcId="{20FF7AAD-D626-4544-8F22-19DE2714D7F6}" destId="{9F787860-E231-4466-A881-276084E845EA}" srcOrd="3" destOrd="0" presId="urn:diagrams.loki3.com/BracketList"/>
    <dgm:cxn modelId="{1EE0FC57-5A82-4B95-AA1E-B6C80374FEA1}" type="presParOf" srcId="{A2D36A9F-85C4-4AE4-971A-B227A3494D40}" destId="{C753A294-C62C-4E4A-9E42-163F77563867}" srcOrd="1" destOrd="0" presId="urn:diagrams.loki3.com/BracketList"/>
    <dgm:cxn modelId="{A35D547E-5F09-4DF3-A42D-0767F384A896}" type="presParOf" srcId="{A2D36A9F-85C4-4AE4-971A-B227A3494D40}" destId="{EF1938B3-D998-4F34-A5AB-B36BDE26134F}" srcOrd="2" destOrd="0" presId="urn:diagrams.loki3.com/BracketList"/>
    <dgm:cxn modelId="{7F969CCC-8461-4DA7-896B-8C7A42A35719}" type="presParOf" srcId="{EF1938B3-D998-4F34-A5AB-B36BDE26134F}" destId="{7FC6513B-1D7D-4147-970A-B01FCCA86A26}" srcOrd="0" destOrd="0" presId="urn:diagrams.loki3.com/BracketList"/>
    <dgm:cxn modelId="{088BFB06-2761-47A5-BF64-393F05E44308}" type="presParOf" srcId="{EF1938B3-D998-4F34-A5AB-B36BDE26134F}" destId="{1D43AC7A-2CAE-44B8-8262-D2033C42AB71}" srcOrd="1" destOrd="0" presId="urn:diagrams.loki3.com/BracketList"/>
    <dgm:cxn modelId="{39B1B806-0D77-4F76-A893-861DE113449B}" type="presParOf" srcId="{EF1938B3-D998-4F34-A5AB-B36BDE26134F}" destId="{8429F25D-EDB2-472B-A6B2-9DB45C9A63B7}" srcOrd="2" destOrd="0" presId="urn:diagrams.loki3.com/BracketList"/>
    <dgm:cxn modelId="{C139E321-2C9E-431B-BBFD-5DF9ED094F5F}" type="presParOf" srcId="{EF1938B3-D998-4F34-A5AB-B36BDE26134F}" destId="{97B881A9-E581-4FFD-9252-1C057FA7E024}"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BC7AFCC-4678-4E19-AD67-DB5F0D743A7C}" type="doc">
      <dgm:prSet loTypeId="urn:diagrams.loki3.com/BracketList" loCatId="list" qsTypeId="urn:microsoft.com/office/officeart/2005/8/quickstyle/simple1" qsCatId="simple" csTypeId="urn:microsoft.com/office/officeart/2005/8/colors/accent1_2" csCatId="accent1" phldr="1"/>
      <dgm:spPr/>
      <dgm:t>
        <a:bodyPr/>
        <a:lstStyle/>
        <a:p>
          <a:endParaRPr lang="en-AU"/>
        </a:p>
      </dgm:t>
    </dgm:pt>
    <dgm:pt modelId="{064A389E-B0E2-4498-A331-1C9CD6C455CF}">
      <dgm:prSet/>
      <dgm:spPr/>
      <dgm:t>
        <a:bodyPr/>
        <a:lstStyle/>
        <a:p>
          <a:r>
            <a:rPr lang="en-AU" dirty="0"/>
            <a:t>Bandwidth-sensitive applications</a:t>
          </a:r>
        </a:p>
      </dgm:t>
    </dgm:pt>
    <dgm:pt modelId="{D3AFB4D5-D467-4509-AE8D-BDCB946257C8}" type="parTrans" cxnId="{186D3240-869C-4B11-896D-5196B6080A9A}">
      <dgm:prSet/>
      <dgm:spPr/>
      <dgm:t>
        <a:bodyPr/>
        <a:lstStyle/>
        <a:p>
          <a:endParaRPr lang="en-AU"/>
        </a:p>
      </dgm:t>
    </dgm:pt>
    <dgm:pt modelId="{B56AEFC5-DAEA-4D1C-B9F5-11B8FC735614}" type="sibTrans" cxnId="{186D3240-869C-4B11-896D-5196B6080A9A}">
      <dgm:prSet/>
      <dgm:spPr/>
      <dgm:t>
        <a:bodyPr/>
        <a:lstStyle/>
        <a:p>
          <a:endParaRPr lang="en-AU"/>
        </a:p>
      </dgm:t>
    </dgm:pt>
    <dgm:pt modelId="{4946F346-1DDB-4FDC-A562-B7B0266D151C}">
      <dgm:prSet/>
      <dgm:spPr/>
      <dgm:t>
        <a:bodyPr/>
        <a:lstStyle/>
        <a:p>
          <a:r>
            <a:rPr lang="en-AU" dirty="0">
              <a:solidFill>
                <a:schemeClr val="tx1">
                  <a:lumMod val="75000"/>
                  <a:lumOff val="25000"/>
                </a:schemeClr>
              </a:solidFill>
            </a:rPr>
            <a:t>Internet telephony applications, multimedia applications, etc.</a:t>
          </a:r>
        </a:p>
      </dgm:t>
    </dgm:pt>
    <dgm:pt modelId="{EBFFE37C-306C-49B4-9D72-F69786357BDE}" type="parTrans" cxnId="{A824C621-099D-41A4-8CC2-24E1F8712D4D}">
      <dgm:prSet/>
      <dgm:spPr/>
      <dgm:t>
        <a:bodyPr/>
        <a:lstStyle/>
        <a:p>
          <a:endParaRPr lang="en-AU"/>
        </a:p>
      </dgm:t>
    </dgm:pt>
    <dgm:pt modelId="{3811EFFA-2527-41DF-AEC7-C36DD8EC273A}" type="sibTrans" cxnId="{A824C621-099D-41A4-8CC2-24E1F8712D4D}">
      <dgm:prSet/>
      <dgm:spPr/>
      <dgm:t>
        <a:bodyPr/>
        <a:lstStyle/>
        <a:p>
          <a:endParaRPr lang="en-AU"/>
        </a:p>
      </dgm:t>
    </dgm:pt>
    <dgm:pt modelId="{9346414B-AC45-45CC-BDFE-340661EA2ECC}">
      <dgm:prSet/>
      <dgm:spPr/>
      <dgm:t>
        <a:bodyPr/>
        <a:lstStyle/>
        <a:p>
          <a:r>
            <a:rPr lang="en-AU" dirty="0"/>
            <a:t>Elastic applications</a:t>
          </a:r>
        </a:p>
      </dgm:t>
    </dgm:pt>
    <dgm:pt modelId="{B5F1C0D8-4CED-4400-B36F-7FF2DBC92136}" type="parTrans" cxnId="{1CDF4D0F-0C1F-4786-BB7F-EC90B4B557F1}">
      <dgm:prSet/>
      <dgm:spPr/>
      <dgm:t>
        <a:bodyPr/>
        <a:lstStyle/>
        <a:p>
          <a:endParaRPr lang="en-AU"/>
        </a:p>
      </dgm:t>
    </dgm:pt>
    <dgm:pt modelId="{AAA53B65-B1EA-436B-A684-8544DC54FFAB}" type="sibTrans" cxnId="{1CDF4D0F-0C1F-4786-BB7F-EC90B4B557F1}">
      <dgm:prSet/>
      <dgm:spPr/>
      <dgm:t>
        <a:bodyPr/>
        <a:lstStyle/>
        <a:p>
          <a:endParaRPr lang="en-AU"/>
        </a:p>
      </dgm:t>
    </dgm:pt>
    <dgm:pt modelId="{D5879E00-831D-4706-97CD-916CF0632DCF}">
      <dgm:prSet/>
      <dgm:spPr/>
      <dgm:t>
        <a:bodyPr/>
        <a:lstStyle/>
        <a:p>
          <a:r>
            <a:rPr lang="en-AU" dirty="0">
              <a:solidFill>
                <a:schemeClr val="tx1">
                  <a:lumMod val="75000"/>
                  <a:lumOff val="25000"/>
                </a:schemeClr>
              </a:solidFill>
            </a:rPr>
            <a:t>Email, file transfer, etc.</a:t>
          </a:r>
        </a:p>
      </dgm:t>
    </dgm:pt>
    <dgm:pt modelId="{950DCE46-AB37-4390-9C76-2100E6C751DD}" type="parTrans" cxnId="{B5693B43-D222-4CCD-8DA8-9BF8C8BAA9DF}">
      <dgm:prSet/>
      <dgm:spPr/>
      <dgm:t>
        <a:bodyPr/>
        <a:lstStyle/>
        <a:p>
          <a:endParaRPr lang="en-AU"/>
        </a:p>
      </dgm:t>
    </dgm:pt>
    <dgm:pt modelId="{038358B2-1357-494F-821C-F41F55FBFB90}" type="sibTrans" cxnId="{B5693B43-D222-4CCD-8DA8-9BF8C8BAA9DF}">
      <dgm:prSet/>
      <dgm:spPr/>
      <dgm:t>
        <a:bodyPr/>
        <a:lstStyle/>
        <a:p>
          <a:endParaRPr lang="en-AU"/>
        </a:p>
      </dgm:t>
    </dgm:pt>
    <dgm:pt modelId="{A2D36A9F-85C4-4AE4-971A-B227A3494D40}" type="pres">
      <dgm:prSet presAssocID="{0BC7AFCC-4678-4E19-AD67-DB5F0D743A7C}" presName="Name0" presStyleCnt="0">
        <dgm:presLayoutVars>
          <dgm:dir/>
          <dgm:animLvl val="lvl"/>
          <dgm:resizeHandles val="exact"/>
        </dgm:presLayoutVars>
      </dgm:prSet>
      <dgm:spPr/>
    </dgm:pt>
    <dgm:pt modelId="{20FF7AAD-D626-4544-8F22-19DE2714D7F6}" type="pres">
      <dgm:prSet presAssocID="{064A389E-B0E2-4498-A331-1C9CD6C455CF}" presName="linNode" presStyleCnt="0"/>
      <dgm:spPr/>
    </dgm:pt>
    <dgm:pt modelId="{2B4F7DC4-851B-473B-907B-ECBE3327ACC1}" type="pres">
      <dgm:prSet presAssocID="{064A389E-B0E2-4498-A331-1C9CD6C455CF}" presName="parTx" presStyleLbl="revTx" presStyleIdx="0" presStyleCnt="2">
        <dgm:presLayoutVars>
          <dgm:chMax val="1"/>
          <dgm:bulletEnabled val="1"/>
        </dgm:presLayoutVars>
      </dgm:prSet>
      <dgm:spPr/>
    </dgm:pt>
    <dgm:pt modelId="{D37736C9-968C-4638-AF2D-74FD0AA33534}" type="pres">
      <dgm:prSet presAssocID="{064A389E-B0E2-4498-A331-1C9CD6C455CF}" presName="bracket" presStyleLbl="parChTrans1D1" presStyleIdx="0" presStyleCnt="2"/>
      <dgm:spPr/>
    </dgm:pt>
    <dgm:pt modelId="{8533DC95-F165-4491-AB95-929A187F713F}" type="pres">
      <dgm:prSet presAssocID="{064A389E-B0E2-4498-A331-1C9CD6C455CF}" presName="spH" presStyleCnt="0"/>
      <dgm:spPr/>
    </dgm:pt>
    <dgm:pt modelId="{9F787860-E231-4466-A881-276084E845EA}" type="pres">
      <dgm:prSet presAssocID="{064A389E-B0E2-4498-A331-1C9CD6C455CF}" presName="desTx" presStyleLbl="node1" presStyleIdx="0" presStyleCnt="2">
        <dgm:presLayoutVars>
          <dgm:bulletEnabled val="1"/>
        </dgm:presLayoutVars>
      </dgm:prSet>
      <dgm:spPr/>
    </dgm:pt>
    <dgm:pt modelId="{C753A294-C62C-4E4A-9E42-163F77563867}" type="pres">
      <dgm:prSet presAssocID="{B56AEFC5-DAEA-4D1C-B9F5-11B8FC735614}" presName="spV" presStyleCnt="0"/>
      <dgm:spPr/>
    </dgm:pt>
    <dgm:pt modelId="{EF1938B3-D998-4F34-A5AB-B36BDE26134F}" type="pres">
      <dgm:prSet presAssocID="{9346414B-AC45-45CC-BDFE-340661EA2ECC}" presName="linNode" presStyleCnt="0"/>
      <dgm:spPr/>
    </dgm:pt>
    <dgm:pt modelId="{7FC6513B-1D7D-4147-970A-B01FCCA86A26}" type="pres">
      <dgm:prSet presAssocID="{9346414B-AC45-45CC-BDFE-340661EA2ECC}" presName="parTx" presStyleLbl="revTx" presStyleIdx="1" presStyleCnt="2">
        <dgm:presLayoutVars>
          <dgm:chMax val="1"/>
          <dgm:bulletEnabled val="1"/>
        </dgm:presLayoutVars>
      </dgm:prSet>
      <dgm:spPr/>
    </dgm:pt>
    <dgm:pt modelId="{1D43AC7A-2CAE-44B8-8262-D2033C42AB71}" type="pres">
      <dgm:prSet presAssocID="{9346414B-AC45-45CC-BDFE-340661EA2ECC}" presName="bracket" presStyleLbl="parChTrans1D1" presStyleIdx="1" presStyleCnt="2"/>
      <dgm:spPr/>
    </dgm:pt>
    <dgm:pt modelId="{8429F25D-EDB2-472B-A6B2-9DB45C9A63B7}" type="pres">
      <dgm:prSet presAssocID="{9346414B-AC45-45CC-BDFE-340661EA2ECC}" presName="spH" presStyleCnt="0"/>
      <dgm:spPr/>
    </dgm:pt>
    <dgm:pt modelId="{97B881A9-E581-4FFD-9252-1C057FA7E024}" type="pres">
      <dgm:prSet presAssocID="{9346414B-AC45-45CC-BDFE-340661EA2ECC}" presName="desTx" presStyleLbl="node1" presStyleIdx="1" presStyleCnt="2">
        <dgm:presLayoutVars>
          <dgm:bulletEnabled val="1"/>
        </dgm:presLayoutVars>
      </dgm:prSet>
      <dgm:spPr/>
    </dgm:pt>
  </dgm:ptLst>
  <dgm:cxnLst>
    <dgm:cxn modelId="{1CDF4D0F-0C1F-4786-BB7F-EC90B4B557F1}" srcId="{0BC7AFCC-4678-4E19-AD67-DB5F0D743A7C}" destId="{9346414B-AC45-45CC-BDFE-340661EA2ECC}" srcOrd="1" destOrd="0" parTransId="{B5F1C0D8-4CED-4400-B36F-7FF2DBC92136}" sibTransId="{AAA53B65-B1EA-436B-A684-8544DC54FFAB}"/>
    <dgm:cxn modelId="{C0B7E91F-0D05-45FA-967E-737E6AEBECE0}" type="presOf" srcId="{9346414B-AC45-45CC-BDFE-340661EA2ECC}" destId="{7FC6513B-1D7D-4147-970A-B01FCCA86A26}" srcOrd="0" destOrd="0" presId="urn:diagrams.loki3.com/BracketList"/>
    <dgm:cxn modelId="{A824C621-099D-41A4-8CC2-24E1F8712D4D}" srcId="{064A389E-B0E2-4498-A331-1C9CD6C455CF}" destId="{4946F346-1DDB-4FDC-A562-B7B0266D151C}" srcOrd="0" destOrd="0" parTransId="{EBFFE37C-306C-49B4-9D72-F69786357BDE}" sibTransId="{3811EFFA-2527-41DF-AEC7-C36DD8EC273A}"/>
    <dgm:cxn modelId="{24F48238-41AA-4B78-9331-927BD972C7C2}" type="presOf" srcId="{064A389E-B0E2-4498-A331-1C9CD6C455CF}" destId="{2B4F7DC4-851B-473B-907B-ECBE3327ACC1}" srcOrd="0" destOrd="0" presId="urn:diagrams.loki3.com/BracketList"/>
    <dgm:cxn modelId="{04411D3A-607B-48AC-A2A6-9D5A81B859EC}" type="presOf" srcId="{D5879E00-831D-4706-97CD-916CF0632DCF}" destId="{97B881A9-E581-4FFD-9252-1C057FA7E024}" srcOrd="0" destOrd="0" presId="urn:diagrams.loki3.com/BracketList"/>
    <dgm:cxn modelId="{186D3240-869C-4B11-896D-5196B6080A9A}" srcId="{0BC7AFCC-4678-4E19-AD67-DB5F0D743A7C}" destId="{064A389E-B0E2-4498-A331-1C9CD6C455CF}" srcOrd="0" destOrd="0" parTransId="{D3AFB4D5-D467-4509-AE8D-BDCB946257C8}" sibTransId="{B56AEFC5-DAEA-4D1C-B9F5-11B8FC735614}"/>
    <dgm:cxn modelId="{B5693B43-D222-4CCD-8DA8-9BF8C8BAA9DF}" srcId="{9346414B-AC45-45CC-BDFE-340661EA2ECC}" destId="{D5879E00-831D-4706-97CD-916CF0632DCF}" srcOrd="0" destOrd="0" parTransId="{950DCE46-AB37-4390-9C76-2100E6C751DD}" sibTransId="{038358B2-1357-494F-821C-F41F55FBFB90}"/>
    <dgm:cxn modelId="{CE66ADE7-B126-4461-A3AE-07FC3203704B}" type="presOf" srcId="{0BC7AFCC-4678-4E19-AD67-DB5F0D743A7C}" destId="{A2D36A9F-85C4-4AE4-971A-B227A3494D40}" srcOrd="0" destOrd="0" presId="urn:diagrams.loki3.com/BracketList"/>
    <dgm:cxn modelId="{644DBEEE-4D7F-4132-9E03-AFB158B2368F}" type="presOf" srcId="{4946F346-1DDB-4FDC-A562-B7B0266D151C}" destId="{9F787860-E231-4466-A881-276084E845EA}" srcOrd="0" destOrd="0" presId="urn:diagrams.loki3.com/BracketList"/>
    <dgm:cxn modelId="{0C0B19AB-C6F0-4C7C-B99D-8C3A3C1F9F87}" type="presParOf" srcId="{A2D36A9F-85C4-4AE4-971A-B227A3494D40}" destId="{20FF7AAD-D626-4544-8F22-19DE2714D7F6}" srcOrd="0" destOrd="0" presId="urn:diagrams.loki3.com/BracketList"/>
    <dgm:cxn modelId="{17581637-22D9-4E49-B266-64FB265CBDC8}" type="presParOf" srcId="{20FF7AAD-D626-4544-8F22-19DE2714D7F6}" destId="{2B4F7DC4-851B-473B-907B-ECBE3327ACC1}" srcOrd="0" destOrd="0" presId="urn:diagrams.loki3.com/BracketList"/>
    <dgm:cxn modelId="{299237C7-6227-4772-818A-CB5CCA1FB5BA}" type="presParOf" srcId="{20FF7AAD-D626-4544-8F22-19DE2714D7F6}" destId="{D37736C9-968C-4638-AF2D-74FD0AA33534}" srcOrd="1" destOrd="0" presId="urn:diagrams.loki3.com/BracketList"/>
    <dgm:cxn modelId="{40E3E2DB-1B0F-4C80-BD18-2D26CC8528B4}" type="presParOf" srcId="{20FF7AAD-D626-4544-8F22-19DE2714D7F6}" destId="{8533DC95-F165-4491-AB95-929A187F713F}" srcOrd="2" destOrd="0" presId="urn:diagrams.loki3.com/BracketList"/>
    <dgm:cxn modelId="{C15F9E90-150F-417A-B9F7-9E7FF9EDDC68}" type="presParOf" srcId="{20FF7AAD-D626-4544-8F22-19DE2714D7F6}" destId="{9F787860-E231-4466-A881-276084E845EA}" srcOrd="3" destOrd="0" presId="urn:diagrams.loki3.com/BracketList"/>
    <dgm:cxn modelId="{1EE0FC57-5A82-4B95-AA1E-B6C80374FEA1}" type="presParOf" srcId="{A2D36A9F-85C4-4AE4-971A-B227A3494D40}" destId="{C753A294-C62C-4E4A-9E42-163F77563867}" srcOrd="1" destOrd="0" presId="urn:diagrams.loki3.com/BracketList"/>
    <dgm:cxn modelId="{A35D547E-5F09-4DF3-A42D-0767F384A896}" type="presParOf" srcId="{A2D36A9F-85C4-4AE4-971A-B227A3494D40}" destId="{EF1938B3-D998-4F34-A5AB-B36BDE26134F}" srcOrd="2" destOrd="0" presId="urn:diagrams.loki3.com/BracketList"/>
    <dgm:cxn modelId="{7F969CCC-8461-4DA7-896B-8C7A42A35719}" type="presParOf" srcId="{EF1938B3-D998-4F34-A5AB-B36BDE26134F}" destId="{7FC6513B-1D7D-4147-970A-B01FCCA86A26}" srcOrd="0" destOrd="0" presId="urn:diagrams.loki3.com/BracketList"/>
    <dgm:cxn modelId="{088BFB06-2761-47A5-BF64-393F05E44308}" type="presParOf" srcId="{EF1938B3-D998-4F34-A5AB-B36BDE26134F}" destId="{1D43AC7A-2CAE-44B8-8262-D2033C42AB71}" srcOrd="1" destOrd="0" presId="urn:diagrams.loki3.com/BracketList"/>
    <dgm:cxn modelId="{39B1B806-0D77-4F76-A893-861DE113449B}" type="presParOf" srcId="{EF1938B3-D998-4F34-A5AB-B36BDE26134F}" destId="{8429F25D-EDB2-472B-A6B2-9DB45C9A63B7}" srcOrd="2" destOrd="0" presId="urn:diagrams.loki3.com/BracketList"/>
    <dgm:cxn modelId="{C139E321-2C9E-431B-BBFD-5DF9ED094F5F}" type="presParOf" srcId="{EF1938B3-D998-4F34-A5AB-B36BDE26134F}" destId="{97B881A9-E581-4FFD-9252-1C057FA7E024}"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BC7AFCC-4678-4E19-AD67-DB5F0D743A7C}" type="doc">
      <dgm:prSet loTypeId="urn:diagrams.loki3.com/BracketList" loCatId="list" qsTypeId="urn:microsoft.com/office/officeart/2005/8/quickstyle/simple1" qsCatId="simple" csTypeId="urn:microsoft.com/office/officeart/2005/8/colors/accent1_2" csCatId="accent1" phldr="1"/>
      <dgm:spPr/>
      <dgm:t>
        <a:bodyPr/>
        <a:lstStyle/>
        <a:p>
          <a:endParaRPr lang="en-AU"/>
        </a:p>
      </dgm:t>
    </dgm:pt>
    <dgm:pt modelId="{064A389E-B0E2-4498-A331-1C9CD6C455CF}">
      <dgm:prSet/>
      <dgm:spPr/>
      <dgm:t>
        <a:bodyPr/>
        <a:lstStyle/>
        <a:p>
          <a:r>
            <a:rPr lang="en-AU" dirty="0"/>
            <a:t>Time-sensitive applications</a:t>
          </a:r>
        </a:p>
      </dgm:t>
    </dgm:pt>
    <dgm:pt modelId="{D3AFB4D5-D467-4509-AE8D-BDCB946257C8}" type="parTrans" cxnId="{186D3240-869C-4B11-896D-5196B6080A9A}">
      <dgm:prSet/>
      <dgm:spPr/>
      <dgm:t>
        <a:bodyPr/>
        <a:lstStyle/>
        <a:p>
          <a:endParaRPr lang="en-AU"/>
        </a:p>
      </dgm:t>
    </dgm:pt>
    <dgm:pt modelId="{B56AEFC5-DAEA-4D1C-B9F5-11B8FC735614}" type="sibTrans" cxnId="{186D3240-869C-4B11-896D-5196B6080A9A}">
      <dgm:prSet/>
      <dgm:spPr/>
      <dgm:t>
        <a:bodyPr/>
        <a:lstStyle/>
        <a:p>
          <a:endParaRPr lang="en-AU"/>
        </a:p>
      </dgm:t>
    </dgm:pt>
    <dgm:pt modelId="{4946F346-1DDB-4FDC-A562-B7B0266D151C}">
      <dgm:prSet/>
      <dgm:spPr/>
      <dgm:t>
        <a:bodyPr/>
        <a:lstStyle/>
        <a:p>
          <a:r>
            <a:rPr lang="en-AU" dirty="0">
              <a:solidFill>
                <a:schemeClr val="tx1">
                  <a:lumMod val="75000"/>
                  <a:lumOff val="25000"/>
                </a:schemeClr>
              </a:solidFill>
            </a:rPr>
            <a:t>Interactive real-time applications, such as Internet telephony, virtual environments, teleconferencing, multiplayer games, etc.</a:t>
          </a:r>
        </a:p>
      </dgm:t>
    </dgm:pt>
    <dgm:pt modelId="{EBFFE37C-306C-49B4-9D72-F69786357BDE}" type="parTrans" cxnId="{A824C621-099D-41A4-8CC2-24E1F8712D4D}">
      <dgm:prSet/>
      <dgm:spPr/>
      <dgm:t>
        <a:bodyPr/>
        <a:lstStyle/>
        <a:p>
          <a:endParaRPr lang="en-AU"/>
        </a:p>
      </dgm:t>
    </dgm:pt>
    <dgm:pt modelId="{3811EFFA-2527-41DF-AEC7-C36DD8EC273A}" type="sibTrans" cxnId="{A824C621-099D-41A4-8CC2-24E1F8712D4D}">
      <dgm:prSet/>
      <dgm:spPr/>
      <dgm:t>
        <a:bodyPr/>
        <a:lstStyle/>
        <a:p>
          <a:endParaRPr lang="en-AU"/>
        </a:p>
      </dgm:t>
    </dgm:pt>
    <dgm:pt modelId="{9346414B-AC45-45CC-BDFE-340661EA2ECC}">
      <dgm:prSet/>
      <dgm:spPr/>
      <dgm:t>
        <a:bodyPr/>
        <a:lstStyle/>
        <a:p>
          <a:r>
            <a:rPr lang="en-AU" dirty="0"/>
            <a:t>Non time-sensitive applications</a:t>
          </a:r>
        </a:p>
      </dgm:t>
    </dgm:pt>
    <dgm:pt modelId="{B5F1C0D8-4CED-4400-B36F-7FF2DBC92136}" type="parTrans" cxnId="{1CDF4D0F-0C1F-4786-BB7F-EC90B4B557F1}">
      <dgm:prSet/>
      <dgm:spPr/>
      <dgm:t>
        <a:bodyPr/>
        <a:lstStyle/>
        <a:p>
          <a:endParaRPr lang="en-AU"/>
        </a:p>
      </dgm:t>
    </dgm:pt>
    <dgm:pt modelId="{AAA53B65-B1EA-436B-A684-8544DC54FFAB}" type="sibTrans" cxnId="{1CDF4D0F-0C1F-4786-BB7F-EC90B4B557F1}">
      <dgm:prSet/>
      <dgm:spPr/>
      <dgm:t>
        <a:bodyPr/>
        <a:lstStyle/>
        <a:p>
          <a:endParaRPr lang="en-AU"/>
        </a:p>
      </dgm:t>
    </dgm:pt>
    <dgm:pt modelId="{D5879E00-831D-4706-97CD-916CF0632DCF}">
      <dgm:prSet/>
      <dgm:spPr/>
      <dgm:t>
        <a:bodyPr/>
        <a:lstStyle/>
        <a:p>
          <a:r>
            <a:rPr lang="en-AU" dirty="0">
              <a:solidFill>
                <a:schemeClr val="tx1">
                  <a:lumMod val="75000"/>
                  <a:lumOff val="25000"/>
                </a:schemeClr>
              </a:solidFill>
            </a:rPr>
            <a:t>Email, file transfer, etc.</a:t>
          </a:r>
        </a:p>
      </dgm:t>
    </dgm:pt>
    <dgm:pt modelId="{950DCE46-AB37-4390-9C76-2100E6C751DD}" type="parTrans" cxnId="{B5693B43-D222-4CCD-8DA8-9BF8C8BAA9DF}">
      <dgm:prSet/>
      <dgm:spPr/>
      <dgm:t>
        <a:bodyPr/>
        <a:lstStyle/>
        <a:p>
          <a:endParaRPr lang="en-AU"/>
        </a:p>
      </dgm:t>
    </dgm:pt>
    <dgm:pt modelId="{038358B2-1357-494F-821C-F41F55FBFB90}" type="sibTrans" cxnId="{B5693B43-D222-4CCD-8DA8-9BF8C8BAA9DF}">
      <dgm:prSet/>
      <dgm:spPr/>
      <dgm:t>
        <a:bodyPr/>
        <a:lstStyle/>
        <a:p>
          <a:endParaRPr lang="en-AU"/>
        </a:p>
      </dgm:t>
    </dgm:pt>
    <dgm:pt modelId="{A2D36A9F-85C4-4AE4-971A-B227A3494D40}" type="pres">
      <dgm:prSet presAssocID="{0BC7AFCC-4678-4E19-AD67-DB5F0D743A7C}" presName="Name0" presStyleCnt="0">
        <dgm:presLayoutVars>
          <dgm:dir/>
          <dgm:animLvl val="lvl"/>
          <dgm:resizeHandles val="exact"/>
        </dgm:presLayoutVars>
      </dgm:prSet>
      <dgm:spPr/>
    </dgm:pt>
    <dgm:pt modelId="{20FF7AAD-D626-4544-8F22-19DE2714D7F6}" type="pres">
      <dgm:prSet presAssocID="{064A389E-B0E2-4498-A331-1C9CD6C455CF}" presName="linNode" presStyleCnt="0"/>
      <dgm:spPr/>
    </dgm:pt>
    <dgm:pt modelId="{2B4F7DC4-851B-473B-907B-ECBE3327ACC1}" type="pres">
      <dgm:prSet presAssocID="{064A389E-B0E2-4498-A331-1C9CD6C455CF}" presName="parTx" presStyleLbl="revTx" presStyleIdx="0" presStyleCnt="2">
        <dgm:presLayoutVars>
          <dgm:chMax val="1"/>
          <dgm:bulletEnabled val="1"/>
        </dgm:presLayoutVars>
      </dgm:prSet>
      <dgm:spPr/>
    </dgm:pt>
    <dgm:pt modelId="{D37736C9-968C-4638-AF2D-74FD0AA33534}" type="pres">
      <dgm:prSet presAssocID="{064A389E-B0E2-4498-A331-1C9CD6C455CF}" presName="bracket" presStyleLbl="parChTrans1D1" presStyleIdx="0" presStyleCnt="2"/>
      <dgm:spPr/>
    </dgm:pt>
    <dgm:pt modelId="{8533DC95-F165-4491-AB95-929A187F713F}" type="pres">
      <dgm:prSet presAssocID="{064A389E-B0E2-4498-A331-1C9CD6C455CF}" presName="spH" presStyleCnt="0"/>
      <dgm:spPr/>
    </dgm:pt>
    <dgm:pt modelId="{9F787860-E231-4466-A881-276084E845EA}" type="pres">
      <dgm:prSet presAssocID="{064A389E-B0E2-4498-A331-1C9CD6C455CF}" presName="desTx" presStyleLbl="node1" presStyleIdx="0" presStyleCnt="2">
        <dgm:presLayoutVars>
          <dgm:bulletEnabled val="1"/>
        </dgm:presLayoutVars>
      </dgm:prSet>
      <dgm:spPr/>
    </dgm:pt>
    <dgm:pt modelId="{C753A294-C62C-4E4A-9E42-163F77563867}" type="pres">
      <dgm:prSet presAssocID="{B56AEFC5-DAEA-4D1C-B9F5-11B8FC735614}" presName="spV" presStyleCnt="0"/>
      <dgm:spPr/>
    </dgm:pt>
    <dgm:pt modelId="{EF1938B3-D998-4F34-A5AB-B36BDE26134F}" type="pres">
      <dgm:prSet presAssocID="{9346414B-AC45-45CC-BDFE-340661EA2ECC}" presName="linNode" presStyleCnt="0"/>
      <dgm:spPr/>
    </dgm:pt>
    <dgm:pt modelId="{7FC6513B-1D7D-4147-970A-B01FCCA86A26}" type="pres">
      <dgm:prSet presAssocID="{9346414B-AC45-45CC-BDFE-340661EA2ECC}" presName="parTx" presStyleLbl="revTx" presStyleIdx="1" presStyleCnt="2">
        <dgm:presLayoutVars>
          <dgm:chMax val="1"/>
          <dgm:bulletEnabled val="1"/>
        </dgm:presLayoutVars>
      </dgm:prSet>
      <dgm:spPr/>
    </dgm:pt>
    <dgm:pt modelId="{1D43AC7A-2CAE-44B8-8262-D2033C42AB71}" type="pres">
      <dgm:prSet presAssocID="{9346414B-AC45-45CC-BDFE-340661EA2ECC}" presName="bracket" presStyleLbl="parChTrans1D1" presStyleIdx="1" presStyleCnt="2"/>
      <dgm:spPr/>
    </dgm:pt>
    <dgm:pt modelId="{8429F25D-EDB2-472B-A6B2-9DB45C9A63B7}" type="pres">
      <dgm:prSet presAssocID="{9346414B-AC45-45CC-BDFE-340661EA2ECC}" presName="spH" presStyleCnt="0"/>
      <dgm:spPr/>
    </dgm:pt>
    <dgm:pt modelId="{97B881A9-E581-4FFD-9252-1C057FA7E024}" type="pres">
      <dgm:prSet presAssocID="{9346414B-AC45-45CC-BDFE-340661EA2ECC}" presName="desTx" presStyleLbl="node1" presStyleIdx="1" presStyleCnt="2">
        <dgm:presLayoutVars>
          <dgm:bulletEnabled val="1"/>
        </dgm:presLayoutVars>
      </dgm:prSet>
      <dgm:spPr/>
    </dgm:pt>
  </dgm:ptLst>
  <dgm:cxnLst>
    <dgm:cxn modelId="{1CDF4D0F-0C1F-4786-BB7F-EC90B4B557F1}" srcId="{0BC7AFCC-4678-4E19-AD67-DB5F0D743A7C}" destId="{9346414B-AC45-45CC-BDFE-340661EA2ECC}" srcOrd="1" destOrd="0" parTransId="{B5F1C0D8-4CED-4400-B36F-7FF2DBC92136}" sibTransId="{AAA53B65-B1EA-436B-A684-8544DC54FFAB}"/>
    <dgm:cxn modelId="{C0B7E91F-0D05-45FA-967E-737E6AEBECE0}" type="presOf" srcId="{9346414B-AC45-45CC-BDFE-340661EA2ECC}" destId="{7FC6513B-1D7D-4147-970A-B01FCCA86A26}" srcOrd="0" destOrd="0" presId="urn:diagrams.loki3.com/BracketList"/>
    <dgm:cxn modelId="{A824C621-099D-41A4-8CC2-24E1F8712D4D}" srcId="{064A389E-B0E2-4498-A331-1C9CD6C455CF}" destId="{4946F346-1DDB-4FDC-A562-B7B0266D151C}" srcOrd="0" destOrd="0" parTransId="{EBFFE37C-306C-49B4-9D72-F69786357BDE}" sibTransId="{3811EFFA-2527-41DF-AEC7-C36DD8EC273A}"/>
    <dgm:cxn modelId="{24F48238-41AA-4B78-9331-927BD972C7C2}" type="presOf" srcId="{064A389E-B0E2-4498-A331-1C9CD6C455CF}" destId="{2B4F7DC4-851B-473B-907B-ECBE3327ACC1}" srcOrd="0" destOrd="0" presId="urn:diagrams.loki3.com/BracketList"/>
    <dgm:cxn modelId="{04411D3A-607B-48AC-A2A6-9D5A81B859EC}" type="presOf" srcId="{D5879E00-831D-4706-97CD-916CF0632DCF}" destId="{97B881A9-E581-4FFD-9252-1C057FA7E024}" srcOrd="0" destOrd="0" presId="urn:diagrams.loki3.com/BracketList"/>
    <dgm:cxn modelId="{186D3240-869C-4B11-896D-5196B6080A9A}" srcId="{0BC7AFCC-4678-4E19-AD67-DB5F0D743A7C}" destId="{064A389E-B0E2-4498-A331-1C9CD6C455CF}" srcOrd="0" destOrd="0" parTransId="{D3AFB4D5-D467-4509-AE8D-BDCB946257C8}" sibTransId="{B56AEFC5-DAEA-4D1C-B9F5-11B8FC735614}"/>
    <dgm:cxn modelId="{B5693B43-D222-4CCD-8DA8-9BF8C8BAA9DF}" srcId="{9346414B-AC45-45CC-BDFE-340661EA2ECC}" destId="{D5879E00-831D-4706-97CD-916CF0632DCF}" srcOrd="0" destOrd="0" parTransId="{950DCE46-AB37-4390-9C76-2100E6C751DD}" sibTransId="{038358B2-1357-494F-821C-F41F55FBFB90}"/>
    <dgm:cxn modelId="{CE66ADE7-B126-4461-A3AE-07FC3203704B}" type="presOf" srcId="{0BC7AFCC-4678-4E19-AD67-DB5F0D743A7C}" destId="{A2D36A9F-85C4-4AE4-971A-B227A3494D40}" srcOrd="0" destOrd="0" presId="urn:diagrams.loki3.com/BracketList"/>
    <dgm:cxn modelId="{644DBEEE-4D7F-4132-9E03-AFB158B2368F}" type="presOf" srcId="{4946F346-1DDB-4FDC-A562-B7B0266D151C}" destId="{9F787860-E231-4466-A881-276084E845EA}" srcOrd="0" destOrd="0" presId="urn:diagrams.loki3.com/BracketList"/>
    <dgm:cxn modelId="{0C0B19AB-C6F0-4C7C-B99D-8C3A3C1F9F87}" type="presParOf" srcId="{A2D36A9F-85C4-4AE4-971A-B227A3494D40}" destId="{20FF7AAD-D626-4544-8F22-19DE2714D7F6}" srcOrd="0" destOrd="0" presId="urn:diagrams.loki3.com/BracketList"/>
    <dgm:cxn modelId="{17581637-22D9-4E49-B266-64FB265CBDC8}" type="presParOf" srcId="{20FF7AAD-D626-4544-8F22-19DE2714D7F6}" destId="{2B4F7DC4-851B-473B-907B-ECBE3327ACC1}" srcOrd="0" destOrd="0" presId="urn:diagrams.loki3.com/BracketList"/>
    <dgm:cxn modelId="{299237C7-6227-4772-818A-CB5CCA1FB5BA}" type="presParOf" srcId="{20FF7AAD-D626-4544-8F22-19DE2714D7F6}" destId="{D37736C9-968C-4638-AF2D-74FD0AA33534}" srcOrd="1" destOrd="0" presId="urn:diagrams.loki3.com/BracketList"/>
    <dgm:cxn modelId="{40E3E2DB-1B0F-4C80-BD18-2D26CC8528B4}" type="presParOf" srcId="{20FF7AAD-D626-4544-8F22-19DE2714D7F6}" destId="{8533DC95-F165-4491-AB95-929A187F713F}" srcOrd="2" destOrd="0" presId="urn:diagrams.loki3.com/BracketList"/>
    <dgm:cxn modelId="{C15F9E90-150F-417A-B9F7-9E7FF9EDDC68}" type="presParOf" srcId="{20FF7AAD-D626-4544-8F22-19DE2714D7F6}" destId="{9F787860-E231-4466-A881-276084E845EA}" srcOrd="3" destOrd="0" presId="urn:diagrams.loki3.com/BracketList"/>
    <dgm:cxn modelId="{1EE0FC57-5A82-4B95-AA1E-B6C80374FEA1}" type="presParOf" srcId="{A2D36A9F-85C4-4AE4-971A-B227A3494D40}" destId="{C753A294-C62C-4E4A-9E42-163F77563867}" srcOrd="1" destOrd="0" presId="urn:diagrams.loki3.com/BracketList"/>
    <dgm:cxn modelId="{A35D547E-5F09-4DF3-A42D-0767F384A896}" type="presParOf" srcId="{A2D36A9F-85C4-4AE4-971A-B227A3494D40}" destId="{EF1938B3-D998-4F34-A5AB-B36BDE26134F}" srcOrd="2" destOrd="0" presId="urn:diagrams.loki3.com/BracketList"/>
    <dgm:cxn modelId="{7F969CCC-8461-4DA7-896B-8C7A42A35719}" type="presParOf" srcId="{EF1938B3-D998-4F34-A5AB-B36BDE26134F}" destId="{7FC6513B-1D7D-4147-970A-B01FCCA86A26}" srcOrd="0" destOrd="0" presId="urn:diagrams.loki3.com/BracketList"/>
    <dgm:cxn modelId="{088BFB06-2761-47A5-BF64-393F05E44308}" type="presParOf" srcId="{EF1938B3-D998-4F34-A5AB-B36BDE26134F}" destId="{1D43AC7A-2CAE-44B8-8262-D2033C42AB71}" srcOrd="1" destOrd="0" presId="urn:diagrams.loki3.com/BracketList"/>
    <dgm:cxn modelId="{39B1B806-0D77-4F76-A893-861DE113449B}" type="presParOf" srcId="{EF1938B3-D998-4F34-A5AB-B36BDE26134F}" destId="{8429F25D-EDB2-472B-A6B2-9DB45C9A63B7}" srcOrd="2" destOrd="0" presId="urn:diagrams.loki3.com/BracketList"/>
    <dgm:cxn modelId="{C139E321-2C9E-431B-BBFD-5DF9ED094F5F}" type="presParOf" srcId="{EF1938B3-D998-4F34-A5AB-B36BDE26134F}" destId="{97B881A9-E581-4FFD-9252-1C057FA7E024}"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16561B-436F-44D4-BAEC-E48967185D7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AU"/>
        </a:p>
      </dgm:t>
    </dgm:pt>
    <dgm:pt modelId="{AA47E176-7235-438D-9965-B81E45261559}">
      <dgm:prSet/>
      <dgm:spPr/>
      <dgm:t>
        <a:bodyPr/>
        <a:lstStyle/>
        <a:p>
          <a:r>
            <a:rPr lang="en-US" u="sng" dirty="0">
              <a:solidFill>
                <a:schemeClr val="tx1">
                  <a:lumMod val="85000"/>
                  <a:lumOff val="15000"/>
                </a:schemeClr>
              </a:solidFill>
            </a:rPr>
            <a:t>Non-persistent HTTP</a:t>
          </a:r>
          <a:endParaRPr lang="en-AU" dirty="0">
            <a:solidFill>
              <a:schemeClr val="tx1">
                <a:lumMod val="85000"/>
                <a:lumOff val="15000"/>
              </a:schemeClr>
            </a:solidFill>
          </a:endParaRPr>
        </a:p>
      </dgm:t>
    </dgm:pt>
    <dgm:pt modelId="{53D87C96-16A3-4162-85EC-034357BC0768}" type="parTrans" cxnId="{90A8D81A-3CD6-4FD1-B454-844562109050}">
      <dgm:prSet/>
      <dgm:spPr/>
      <dgm:t>
        <a:bodyPr/>
        <a:lstStyle/>
        <a:p>
          <a:endParaRPr lang="en-AU"/>
        </a:p>
      </dgm:t>
    </dgm:pt>
    <dgm:pt modelId="{414EAAB2-8B45-4895-800B-E1C25C81757C}" type="sibTrans" cxnId="{90A8D81A-3CD6-4FD1-B454-844562109050}">
      <dgm:prSet/>
      <dgm:spPr/>
      <dgm:t>
        <a:bodyPr/>
        <a:lstStyle/>
        <a:p>
          <a:endParaRPr lang="en-AU"/>
        </a:p>
      </dgm:t>
    </dgm:pt>
    <dgm:pt modelId="{AB5D209D-D620-42AF-B363-6DDCA9DC0B4D}">
      <dgm:prSet custT="1"/>
      <dgm:spPr/>
      <dgm:t>
        <a:bodyPr/>
        <a:lstStyle/>
        <a:p>
          <a:r>
            <a:rPr lang="en-US" sz="2500" dirty="0"/>
            <a:t>At most </a:t>
          </a:r>
          <a:r>
            <a:rPr lang="en-US" sz="2500" b="1" dirty="0">
              <a:solidFill>
                <a:schemeClr val="tx1">
                  <a:lumMod val="85000"/>
                  <a:lumOff val="15000"/>
                </a:schemeClr>
              </a:solidFill>
            </a:rPr>
            <a:t>one object </a:t>
          </a:r>
          <a:r>
            <a:rPr lang="en-US" sz="2500" dirty="0"/>
            <a:t>is sent over a TCP connection.</a:t>
          </a:r>
          <a:endParaRPr lang="en-AU" sz="2500" dirty="0"/>
        </a:p>
      </dgm:t>
    </dgm:pt>
    <dgm:pt modelId="{A5C8DAC4-C042-4FF7-A602-0D9258A1E2BA}" type="parTrans" cxnId="{AA3F5AD3-5368-4410-A2A7-C492BE1C2CB9}">
      <dgm:prSet/>
      <dgm:spPr/>
      <dgm:t>
        <a:bodyPr/>
        <a:lstStyle/>
        <a:p>
          <a:endParaRPr lang="en-AU"/>
        </a:p>
      </dgm:t>
    </dgm:pt>
    <dgm:pt modelId="{B0EC4072-61E8-467D-B881-3968857D1BA0}" type="sibTrans" cxnId="{AA3F5AD3-5368-4410-A2A7-C492BE1C2CB9}">
      <dgm:prSet/>
      <dgm:spPr/>
      <dgm:t>
        <a:bodyPr/>
        <a:lstStyle/>
        <a:p>
          <a:endParaRPr lang="en-AU"/>
        </a:p>
      </dgm:t>
    </dgm:pt>
    <dgm:pt modelId="{B95CAD16-4A71-498C-83C3-555412FD0591}">
      <dgm:prSet custT="1"/>
      <dgm:spPr/>
      <dgm:t>
        <a:bodyPr/>
        <a:lstStyle/>
        <a:p>
          <a:r>
            <a:rPr lang="en-US" sz="2500" dirty="0"/>
            <a:t>HTTP/1.0 uses nonpersistent HTTP.</a:t>
          </a:r>
          <a:endParaRPr lang="en-AU" sz="2500" dirty="0"/>
        </a:p>
      </dgm:t>
    </dgm:pt>
    <dgm:pt modelId="{32016973-261B-48A1-89A6-D36E1C7D5364}" type="parTrans" cxnId="{E0CA4B62-627B-4F61-B6F0-F89C3961C515}">
      <dgm:prSet/>
      <dgm:spPr/>
      <dgm:t>
        <a:bodyPr/>
        <a:lstStyle/>
        <a:p>
          <a:endParaRPr lang="en-AU"/>
        </a:p>
      </dgm:t>
    </dgm:pt>
    <dgm:pt modelId="{8B27D432-976D-4CF3-981F-202B26A36CB4}" type="sibTrans" cxnId="{E0CA4B62-627B-4F61-B6F0-F89C3961C515}">
      <dgm:prSet/>
      <dgm:spPr/>
      <dgm:t>
        <a:bodyPr/>
        <a:lstStyle/>
        <a:p>
          <a:endParaRPr lang="en-AU"/>
        </a:p>
      </dgm:t>
    </dgm:pt>
    <dgm:pt modelId="{5C618062-65E0-4603-B9E2-7AE644F99DC4}">
      <dgm:prSet/>
      <dgm:spPr/>
      <dgm:t>
        <a:bodyPr/>
        <a:lstStyle/>
        <a:p>
          <a:r>
            <a:rPr lang="en-US" u="sng" dirty="0">
              <a:solidFill>
                <a:schemeClr val="tx1">
                  <a:lumMod val="85000"/>
                  <a:lumOff val="15000"/>
                </a:schemeClr>
              </a:solidFill>
            </a:rPr>
            <a:t>Persistent HTTP</a:t>
          </a:r>
          <a:endParaRPr lang="en-AU" dirty="0">
            <a:solidFill>
              <a:schemeClr val="tx1">
                <a:lumMod val="85000"/>
                <a:lumOff val="15000"/>
              </a:schemeClr>
            </a:solidFill>
          </a:endParaRPr>
        </a:p>
      </dgm:t>
    </dgm:pt>
    <dgm:pt modelId="{2F0085BC-164A-4F4A-8DC3-8BA8E4971826}" type="parTrans" cxnId="{58EACFD3-128A-410B-B973-C9E9C201C297}">
      <dgm:prSet/>
      <dgm:spPr/>
      <dgm:t>
        <a:bodyPr/>
        <a:lstStyle/>
        <a:p>
          <a:endParaRPr lang="en-AU"/>
        </a:p>
      </dgm:t>
    </dgm:pt>
    <dgm:pt modelId="{BFFA8728-CB43-4542-9958-A258F91AAE82}" type="sibTrans" cxnId="{58EACFD3-128A-410B-B973-C9E9C201C297}">
      <dgm:prSet/>
      <dgm:spPr/>
      <dgm:t>
        <a:bodyPr/>
        <a:lstStyle/>
        <a:p>
          <a:endParaRPr lang="en-AU"/>
        </a:p>
      </dgm:t>
    </dgm:pt>
    <dgm:pt modelId="{6C86B07D-E207-4036-BFA7-92E4071A1376}">
      <dgm:prSet custT="1"/>
      <dgm:spPr/>
      <dgm:t>
        <a:bodyPr/>
        <a:lstStyle/>
        <a:p>
          <a:r>
            <a:rPr lang="en-US" sz="2500" b="1" dirty="0"/>
            <a:t>Multiple objects </a:t>
          </a:r>
          <a:r>
            <a:rPr lang="en-US" sz="2500" dirty="0"/>
            <a:t>can be sent over a TCP connection.</a:t>
          </a:r>
          <a:endParaRPr lang="en-AU" sz="2500" dirty="0"/>
        </a:p>
      </dgm:t>
    </dgm:pt>
    <dgm:pt modelId="{A839F328-2154-4BAE-BD58-D253A0F5F413}" type="parTrans" cxnId="{D85A080F-7FEC-4B80-86F6-CDC25EC0B181}">
      <dgm:prSet/>
      <dgm:spPr/>
      <dgm:t>
        <a:bodyPr/>
        <a:lstStyle/>
        <a:p>
          <a:endParaRPr lang="en-AU"/>
        </a:p>
      </dgm:t>
    </dgm:pt>
    <dgm:pt modelId="{05D1F559-CC52-421F-84DB-73711ADD7EAC}" type="sibTrans" cxnId="{D85A080F-7FEC-4B80-86F6-CDC25EC0B181}">
      <dgm:prSet/>
      <dgm:spPr/>
      <dgm:t>
        <a:bodyPr/>
        <a:lstStyle/>
        <a:p>
          <a:endParaRPr lang="en-AU"/>
        </a:p>
      </dgm:t>
    </dgm:pt>
    <dgm:pt modelId="{FBF7116B-205D-49D0-8830-59D28B05192D}">
      <dgm:prSet custT="1"/>
      <dgm:spPr/>
      <dgm:t>
        <a:bodyPr/>
        <a:lstStyle/>
        <a:p>
          <a:r>
            <a:rPr lang="en-US" sz="2500" dirty="0"/>
            <a:t>HTTP/1.1, HTTP/2, and HTTP/3 use persistent HTTP.</a:t>
          </a:r>
          <a:endParaRPr lang="en-AU" sz="2500" dirty="0"/>
        </a:p>
      </dgm:t>
    </dgm:pt>
    <dgm:pt modelId="{153AE224-156D-47A4-ADB6-666AAE76E68D}" type="parTrans" cxnId="{C7F794B7-ACC3-44BA-AAEE-F98001925252}">
      <dgm:prSet/>
      <dgm:spPr/>
      <dgm:t>
        <a:bodyPr/>
        <a:lstStyle/>
        <a:p>
          <a:endParaRPr lang="en-AU"/>
        </a:p>
      </dgm:t>
    </dgm:pt>
    <dgm:pt modelId="{CC1E4F51-C4CF-4F5B-A012-39EB2ADDB709}" type="sibTrans" cxnId="{C7F794B7-ACC3-44BA-AAEE-F98001925252}">
      <dgm:prSet/>
      <dgm:spPr/>
      <dgm:t>
        <a:bodyPr/>
        <a:lstStyle/>
        <a:p>
          <a:endParaRPr lang="en-AU"/>
        </a:p>
      </dgm:t>
    </dgm:pt>
    <dgm:pt modelId="{63E24DB8-2985-43EC-8055-BD9DEC5E5E1A}">
      <dgm:prSet custT="1"/>
      <dgm:spPr/>
      <dgm:t>
        <a:bodyPr/>
        <a:lstStyle/>
        <a:p>
          <a:endParaRPr lang="en-AU" sz="2500" dirty="0"/>
        </a:p>
      </dgm:t>
    </dgm:pt>
    <dgm:pt modelId="{5E392D4B-B566-46F6-968F-25399A84F4CE}" type="parTrans" cxnId="{9447635A-02F6-475B-833E-57F02D7EC6F2}">
      <dgm:prSet/>
      <dgm:spPr/>
      <dgm:t>
        <a:bodyPr/>
        <a:lstStyle/>
        <a:p>
          <a:endParaRPr lang="en-AU"/>
        </a:p>
      </dgm:t>
    </dgm:pt>
    <dgm:pt modelId="{811C6DA1-C155-480C-8295-598955B98B1D}" type="sibTrans" cxnId="{9447635A-02F6-475B-833E-57F02D7EC6F2}">
      <dgm:prSet/>
      <dgm:spPr/>
      <dgm:t>
        <a:bodyPr/>
        <a:lstStyle/>
        <a:p>
          <a:endParaRPr lang="en-AU"/>
        </a:p>
      </dgm:t>
    </dgm:pt>
    <dgm:pt modelId="{B10F511E-9462-4ABB-8E8E-EB5C97DA0035}">
      <dgm:prSet custT="1"/>
      <dgm:spPr/>
      <dgm:t>
        <a:bodyPr/>
        <a:lstStyle/>
        <a:p>
          <a:endParaRPr lang="en-AU" sz="2500" dirty="0"/>
        </a:p>
      </dgm:t>
    </dgm:pt>
    <dgm:pt modelId="{55235936-859B-4929-A292-D5A0829F528D}" type="parTrans" cxnId="{176FBA1F-6F0C-4A6F-B3C1-E068CDA206AA}">
      <dgm:prSet/>
      <dgm:spPr/>
      <dgm:t>
        <a:bodyPr/>
        <a:lstStyle/>
        <a:p>
          <a:endParaRPr lang="en-AU"/>
        </a:p>
      </dgm:t>
    </dgm:pt>
    <dgm:pt modelId="{585934C8-837E-4156-9BB7-1C2498A4B0A5}" type="sibTrans" cxnId="{176FBA1F-6F0C-4A6F-B3C1-E068CDA206AA}">
      <dgm:prSet/>
      <dgm:spPr/>
      <dgm:t>
        <a:bodyPr/>
        <a:lstStyle/>
        <a:p>
          <a:endParaRPr lang="en-AU"/>
        </a:p>
      </dgm:t>
    </dgm:pt>
    <dgm:pt modelId="{ABE7610E-F6E6-4557-9022-6CBA92D20852}" type="pres">
      <dgm:prSet presAssocID="{C016561B-436F-44D4-BAEC-E48967185D72}" presName="Name0" presStyleCnt="0">
        <dgm:presLayoutVars>
          <dgm:dir/>
          <dgm:animLvl val="lvl"/>
          <dgm:resizeHandles val="exact"/>
        </dgm:presLayoutVars>
      </dgm:prSet>
      <dgm:spPr/>
    </dgm:pt>
    <dgm:pt modelId="{C514EADD-EE25-4E10-BE86-718B198A6084}" type="pres">
      <dgm:prSet presAssocID="{AA47E176-7235-438D-9965-B81E45261559}" presName="composite" presStyleCnt="0"/>
      <dgm:spPr/>
    </dgm:pt>
    <dgm:pt modelId="{04CB06F7-865D-4135-945D-D7C8AC842B53}" type="pres">
      <dgm:prSet presAssocID="{AA47E176-7235-438D-9965-B81E45261559}" presName="parTx" presStyleLbl="alignNode1" presStyleIdx="0" presStyleCnt="2">
        <dgm:presLayoutVars>
          <dgm:chMax val="0"/>
          <dgm:chPref val="0"/>
          <dgm:bulletEnabled val="1"/>
        </dgm:presLayoutVars>
      </dgm:prSet>
      <dgm:spPr/>
    </dgm:pt>
    <dgm:pt modelId="{CFC47F92-9176-4387-AAB9-3932AF55BE6C}" type="pres">
      <dgm:prSet presAssocID="{AA47E176-7235-438D-9965-B81E45261559}" presName="desTx" presStyleLbl="alignAccFollowNode1" presStyleIdx="0" presStyleCnt="2">
        <dgm:presLayoutVars>
          <dgm:bulletEnabled val="1"/>
        </dgm:presLayoutVars>
      </dgm:prSet>
      <dgm:spPr/>
    </dgm:pt>
    <dgm:pt modelId="{35F2ECA6-4616-456C-AD96-ECD9DF891BF6}" type="pres">
      <dgm:prSet presAssocID="{414EAAB2-8B45-4895-800B-E1C25C81757C}" presName="space" presStyleCnt="0"/>
      <dgm:spPr/>
    </dgm:pt>
    <dgm:pt modelId="{2033453A-D0ED-4BF1-A123-368AFAC461E3}" type="pres">
      <dgm:prSet presAssocID="{5C618062-65E0-4603-B9E2-7AE644F99DC4}" presName="composite" presStyleCnt="0"/>
      <dgm:spPr/>
    </dgm:pt>
    <dgm:pt modelId="{49EF63D5-51B4-4041-87B5-DAC939B239A4}" type="pres">
      <dgm:prSet presAssocID="{5C618062-65E0-4603-B9E2-7AE644F99DC4}" presName="parTx" presStyleLbl="alignNode1" presStyleIdx="1" presStyleCnt="2">
        <dgm:presLayoutVars>
          <dgm:chMax val="0"/>
          <dgm:chPref val="0"/>
          <dgm:bulletEnabled val="1"/>
        </dgm:presLayoutVars>
      </dgm:prSet>
      <dgm:spPr/>
    </dgm:pt>
    <dgm:pt modelId="{82760B25-E770-4F48-A033-48472419BC34}" type="pres">
      <dgm:prSet presAssocID="{5C618062-65E0-4603-B9E2-7AE644F99DC4}" presName="desTx" presStyleLbl="alignAccFollowNode1" presStyleIdx="1" presStyleCnt="2">
        <dgm:presLayoutVars>
          <dgm:bulletEnabled val="1"/>
        </dgm:presLayoutVars>
      </dgm:prSet>
      <dgm:spPr/>
    </dgm:pt>
  </dgm:ptLst>
  <dgm:cxnLst>
    <dgm:cxn modelId="{D85A080F-7FEC-4B80-86F6-CDC25EC0B181}" srcId="{5C618062-65E0-4603-B9E2-7AE644F99DC4}" destId="{6C86B07D-E207-4036-BFA7-92E4071A1376}" srcOrd="0" destOrd="0" parTransId="{A839F328-2154-4BAE-BD58-D253A0F5F413}" sibTransId="{05D1F559-CC52-421F-84DB-73711ADD7EAC}"/>
    <dgm:cxn modelId="{90A8D81A-3CD6-4FD1-B454-844562109050}" srcId="{C016561B-436F-44D4-BAEC-E48967185D72}" destId="{AA47E176-7235-438D-9965-B81E45261559}" srcOrd="0" destOrd="0" parTransId="{53D87C96-16A3-4162-85EC-034357BC0768}" sibTransId="{414EAAB2-8B45-4895-800B-E1C25C81757C}"/>
    <dgm:cxn modelId="{176FBA1F-6F0C-4A6F-B3C1-E068CDA206AA}" srcId="{5C618062-65E0-4603-B9E2-7AE644F99DC4}" destId="{B10F511E-9462-4ABB-8E8E-EB5C97DA0035}" srcOrd="1" destOrd="0" parTransId="{55235936-859B-4929-A292-D5A0829F528D}" sibTransId="{585934C8-837E-4156-9BB7-1C2498A4B0A5}"/>
    <dgm:cxn modelId="{46D71121-791A-49A7-B4B1-B776AD02B6A9}" type="presOf" srcId="{6C86B07D-E207-4036-BFA7-92E4071A1376}" destId="{82760B25-E770-4F48-A033-48472419BC34}" srcOrd="0" destOrd="0" presId="urn:microsoft.com/office/officeart/2005/8/layout/hList1"/>
    <dgm:cxn modelId="{1367943B-5CB8-4143-AF36-6911808134C5}" type="presOf" srcId="{B10F511E-9462-4ABB-8E8E-EB5C97DA0035}" destId="{82760B25-E770-4F48-A033-48472419BC34}" srcOrd="0" destOrd="1" presId="urn:microsoft.com/office/officeart/2005/8/layout/hList1"/>
    <dgm:cxn modelId="{9447635A-02F6-475B-833E-57F02D7EC6F2}" srcId="{AA47E176-7235-438D-9965-B81E45261559}" destId="{63E24DB8-2985-43EC-8055-BD9DEC5E5E1A}" srcOrd="1" destOrd="0" parTransId="{5E392D4B-B566-46F6-968F-25399A84F4CE}" sibTransId="{811C6DA1-C155-480C-8295-598955B98B1D}"/>
    <dgm:cxn modelId="{1BBFC55F-28B1-436A-8AD0-CCAD9EBCF022}" type="presOf" srcId="{63E24DB8-2985-43EC-8055-BD9DEC5E5E1A}" destId="{CFC47F92-9176-4387-AAB9-3932AF55BE6C}" srcOrd="0" destOrd="1" presId="urn:microsoft.com/office/officeart/2005/8/layout/hList1"/>
    <dgm:cxn modelId="{E0CA4B62-627B-4F61-B6F0-F89C3961C515}" srcId="{AA47E176-7235-438D-9965-B81E45261559}" destId="{B95CAD16-4A71-498C-83C3-555412FD0591}" srcOrd="2" destOrd="0" parTransId="{32016973-261B-48A1-89A6-D36E1C7D5364}" sibTransId="{8B27D432-976D-4CF3-981F-202B26A36CB4}"/>
    <dgm:cxn modelId="{73BCCD63-8C5D-4B95-BCD0-39EFAFF2C23F}" type="presOf" srcId="{5C618062-65E0-4603-B9E2-7AE644F99DC4}" destId="{49EF63D5-51B4-4041-87B5-DAC939B239A4}" srcOrd="0" destOrd="0" presId="urn:microsoft.com/office/officeart/2005/8/layout/hList1"/>
    <dgm:cxn modelId="{21D19981-03E8-42FB-9DA5-076A5F2777C3}" type="presOf" srcId="{B95CAD16-4A71-498C-83C3-555412FD0591}" destId="{CFC47F92-9176-4387-AAB9-3932AF55BE6C}" srcOrd="0" destOrd="2" presId="urn:microsoft.com/office/officeart/2005/8/layout/hList1"/>
    <dgm:cxn modelId="{0D72959D-F6D6-4643-9A8E-D5A73BAE08E5}" type="presOf" srcId="{AA47E176-7235-438D-9965-B81E45261559}" destId="{04CB06F7-865D-4135-945D-D7C8AC842B53}" srcOrd="0" destOrd="0" presId="urn:microsoft.com/office/officeart/2005/8/layout/hList1"/>
    <dgm:cxn modelId="{1D72A7AB-15B8-4115-B412-A2C629BA5B87}" type="presOf" srcId="{AB5D209D-D620-42AF-B363-6DDCA9DC0B4D}" destId="{CFC47F92-9176-4387-AAB9-3932AF55BE6C}" srcOrd="0" destOrd="0" presId="urn:microsoft.com/office/officeart/2005/8/layout/hList1"/>
    <dgm:cxn modelId="{C1753CB4-30A0-425C-897C-BA6578494E81}" type="presOf" srcId="{FBF7116B-205D-49D0-8830-59D28B05192D}" destId="{82760B25-E770-4F48-A033-48472419BC34}" srcOrd="0" destOrd="2" presId="urn:microsoft.com/office/officeart/2005/8/layout/hList1"/>
    <dgm:cxn modelId="{C7F794B7-ACC3-44BA-AAEE-F98001925252}" srcId="{5C618062-65E0-4603-B9E2-7AE644F99DC4}" destId="{FBF7116B-205D-49D0-8830-59D28B05192D}" srcOrd="2" destOrd="0" parTransId="{153AE224-156D-47A4-ADB6-666AAE76E68D}" sibTransId="{CC1E4F51-C4CF-4F5B-A012-39EB2ADDB709}"/>
    <dgm:cxn modelId="{5CE4A3B8-EA71-468F-8EF2-7F85C29463CA}" type="presOf" srcId="{C016561B-436F-44D4-BAEC-E48967185D72}" destId="{ABE7610E-F6E6-4557-9022-6CBA92D20852}" srcOrd="0" destOrd="0" presId="urn:microsoft.com/office/officeart/2005/8/layout/hList1"/>
    <dgm:cxn modelId="{AA3F5AD3-5368-4410-A2A7-C492BE1C2CB9}" srcId="{AA47E176-7235-438D-9965-B81E45261559}" destId="{AB5D209D-D620-42AF-B363-6DDCA9DC0B4D}" srcOrd="0" destOrd="0" parTransId="{A5C8DAC4-C042-4FF7-A602-0D9258A1E2BA}" sibTransId="{B0EC4072-61E8-467D-B881-3968857D1BA0}"/>
    <dgm:cxn modelId="{58EACFD3-128A-410B-B973-C9E9C201C297}" srcId="{C016561B-436F-44D4-BAEC-E48967185D72}" destId="{5C618062-65E0-4603-B9E2-7AE644F99DC4}" srcOrd="1" destOrd="0" parTransId="{2F0085BC-164A-4F4A-8DC3-8BA8E4971826}" sibTransId="{BFFA8728-CB43-4542-9958-A258F91AAE82}"/>
    <dgm:cxn modelId="{99381304-DD71-4AA7-8BE2-38937DA101D2}" type="presParOf" srcId="{ABE7610E-F6E6-4557-9022-6CBA92D20852}" destId="{C514EADD-EE25-4E10-BE86-718B198A6084}" srcOrd="0" destOrd="0" presId="urn:microsoft.com/office/officeart/2005/8/layout/hList1"/>
    <dgm:cxn modelId="{14C5CB28-DBE6-45AE-9FAA-9E28656333C0}" type="presParOf" srcId="{C514EADD-EE25-4E10-BE86-718B198A6084}" destId="{04CB06F7-865D-4135-945D-D7C8AC842B53}" srcOrd="0" destOrd="0" presId="urn:microsoft.com/office/officeart/2005/8/layout/hList1"/>
    <dgm:cxn modelId="{5E1291D8-AE30-4662-8444-26A489B9BC50}" type="presParOf" srcId="{C514EADD-EE25-4E10-BE86-718B198A6084}" destId="{CFC47F92-9176-4387-AAB9-3932AF55BE6C}" srcOrd="1" destOrd="0" presId="urn:microsoft.com/office/officeart/2005/8/layout/hList1"/>
    <dgm:cxn modelId="{C2493D6D-5B8E-4BD1-BF13-07912D0FB583}" type="presParOf" srcId="{ABE7610E-F6E6-4557-9022-6CBA92D20852}" destId="{35F2ECA6-4616-456C-AD96-ECD9DF891BF6}" srcOrd="1" destOrd="0" presId="urn:microsoft.com/office/officeart/2005/8/layout/hList1"/>
    <dgm:cxn modelId="{48B30DA6-8B67-4FF4-93DE-AFB306A1C4B0}" type="presParOf" srcId="{ABE7610E-F6E6-4557-9022-6CBA92D20852}" destId="{2033453A-D0ED-4BF1-A123-368AFAC461E3}" srcOrd="2" destOrd="0" presId="urn:microsoft.com/office/officeart/2005/8/layout/hList1"/>
    <dgm:cxn modelId="{6F73AD0F-0394-4BC1-8B5F-7D725CB5D4F5}" type="presParOf" srcId="{2033453A-D0ED-4BF1-A123-368AFAC461E3}" destId="{49EF63D5-51B4-4041-87B5-DAC939B239A4}" srcOrd="0" destOrd="0" presId="urn:microsoft.com/office/officeart/2005/8/layout/hList1"/>
    <dgm:cxn modelId="{07DCB47B-9814-4401-8659-8EB9869DCDBF}" type="presParOf" srcId="{2033453A-D0ED-4BF1-A123-368AFAC461E3}" destId="{82760B25-E770-4F48-A033-48472419BC3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8725B00-FD10-453B-9911-EEBEA0816C3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AU"/>
        </a:p>
      </dgm:t>
    </dgm:pt>
    <dgm:pt modelId="{62BBBE32-7C38-4B6C-AA46-8E373D7A387C}">
      <dgm:prSet custT="1"/>
      <dgm:spPr/>
      <dgm:t>
        <a:bodyPr/>
        <a:lstStyle/>
        <a:p>
          <a:r>
            <a:rPr lang="en-AU" sz="1200" dirty="0">
              <a:solidFill>
                <a:schemeClr val="tx1"/>
              </a:solidFill>
            </a:rPr>
            <a:t>The HTTP client initiates a TCP connection to the server www.someSchool.edu on port number 80</a:t>
          </a:r>
        </a:p>
      </dgm:t>
    </dgm:pt>
    <dgm:pt modelId="{7837D601-E349-4F1E-9415-8DB2562F8171}" type="parTrans" cxnId="{1A2946FB-3DFE-4B32-B0B7-AE42743FDC6A}">
      <dgm:prSet/>
      <dgm:spPr/>
      <dgm:t>
        <a:bodyPr/>
        <a:lstStyle/>
        <a:p>
          <a:endParaRPr lang="en-AU"/>
        </a:p>
      </dgm:t>
    </dgm:pt>
    <dgm:pt modelId="{10C2CED6-F9DA-4AAB-ADB6-AF6BBE8B4DA3}" type="sibTrans" cxnId="{1A2946FB-3DFE-4B32-B0B7-AE42743FDC6A}">
      <dgm:prSet/>
      <dgm:spPr/>
      <dgm:t>
        <a:bodyPr/>
        <a:lstStyle/>
        <a:p>
          <a:endParaRPr lang="en-AU"/>
        </a:p>
      </dgm:t>
    </dgm:pt>
    <dgm:pt modelId="{2EF57B51-2DCB-4528-A2D0-FC9FD90014E5}">
      <dgm:prSet custT="1"/>
      <dgm:spPr/>
      <dgm:t>
        <a:bodyPr/>
        <a:lstStyle/>
        <a:p>
          <a:r>
            <a:rPr lang="en-GB" sz="1200" dirty="0">
              <a:solidFill>
                <a:schemeClr val="tx1"/>
              </a:solidFill>
            </a:rPr>
            <a:t>The HTTP client sends an HTTP request message to the server via its socket. The request message includes the path name /</a:t>
          </a:r>
          <a:r>
            <a:rPr lang="en-GB" sz="1200" dirty="0" err="1">
              <a:solidFill>
                <a:schemeClr val="tx1"/>
              </a:solidFill>
            </a:rPr>
            <a:t>someDepartment</a:t>
          </a:r>
          <a:r>
            <a:rPr lang="en-GB" sz="1200" dirty="0">
              <a:solidFill>
                <a:schemeClr val="tx1"/>
              </a:solidFill>
            </a:rPr>
            <a:t>/</a:t>
          </a:r>
          <a:r>
            <a:rPr lang="en-GB" sz="1200" dirty="0" err="1">
              <a:solidFill>
                <a:schemeClr val="tx1"/>
              </a:solidFill>
            </a:rPr>
            <a:t>home.index</a:t>
          </a:r>
          <a:endParaRPr lang="en-AU" sz="1200" dirty="0">
            <a:solidFill>
              <a:schemeClr val="tx1"/>
            </a:solidFill>
          </a:endParaRPr>
        </a:p>
      </dgm:t>
    </dgm:pt>
    <dgm:pt modelId="{BFEA6C35-A091-48E2-88D1-59CF2212D159}" type="parTrans" cxnId="{1B5F0676-0E4E-46CD-8165-419B773B9C52}">
      <dgm:prSet/>
      <dgm:spPr/>
      <dgm:t>
        <a:bodyPr/>
        <a:lstStyle/>
        <a:p>
          <a:endParaRPr lang="en-AU"/>
        </a:p>
      </dgm:t>
    </dgm:pt>
    <dgm:pt modelId="{A024E6DC-1E61-4B28-9CB1-4865E067A0A4}" type="sibTrans" cxnId="{1B5F0676-0E4E-46CD-8165-419B773B9C52}">
      <dgm:prSet/>
      <dgm:spPr/>
      <dgm:t>
        <a:bodyPr/>
        <a:lstStyle/>
        <a:p>
          <a:endParaRPr lang="en-AU"/>
        </a:p>
      </dgm:t>
    </dgm:pt>
    <dgm:pt modelId="{F6230D11-1FAE-4596-82B6-D9DA950D1780}">
      <dgm:prSet custT="1"/>
      <dgm:spPr/>
      <dgm:t>
        <a:bodyPr/>
        <a:lstStyle/>
        <a:p>
          <a:r>
            <a:rPr lang="en-GB" sz="1200" dirty="0">
              <a:solidFill>
                <a:schemeClr val="tx1"/>
              </a:solidFill>
            </a:rPr>
            <a:t>The HTTP server receives the request message via its socket, retrieves the object from its storage, encapsulates the object in an HTTP response message, and sends the response to the client via its socket</a:t>
          </a:r>
          <a:endParaRPr lang="en-AU" sz="1200" dirty="0">
            <a:solidFill>
              <a:schemeClr val="tx1"/>
            </a:solidFill>
          </a:endParaRPr>
        </a:p>
      </dgm:t>
    </dgm:pt>
    <dgm:pt modelId="{6052C330-ABAD-4C7D-BF6C-2A4F758C9A14}" type="parTrans" cxnId="{26A8AB8A-F905-488F-AEE0-0837C63DEE97}">
      <dgm:prSet/>
      <dgm:spPr/>
      <dgm:t>
        <a:bodyPr/>
        <a:lstStyle/>
        <a:p>
          <a:endParaRPr lang="en-AU"/>
        </a:p>
      </dgm:t>
    </dgm:pt>
    <dgm:pt modelId="{63A99476-0C52-4B7A-8FD7-B13BF38FE7AB}" type="sibTrans" cxnId="{26A8AB8A-F905-488F-AEE0-0837C63DEE97}">
      <dgm:prSet/>
      <dgm:spPr/>
      <dgm:t>
        <a:bodyPr/>
        <a:lstStyle/>
        <a:p>
          <a:endParaRPr lang="en-AU"/>
        </a:p>
      </dgm:t>
    </dgm:pt>
    <dgm:pt modelId="{C2294B10-4881-4B52-A9F2-DB85611384BA}">
      <dgm:prSet custT="1"/>
      <dgm:spPr/>
      <dgm:t>
        <a:bodyPr/>
        <a:lstStyle/>
        <a:p>
          <a:r>
            <a:rPr lang="en-GB" sz="1200" dirty="0">
              <a:solidFill>
                <a:schemeClr val="tx1"/>
              </a:solidFill>
            </a:rPr>
            <a:t>The HTTP server tells TCP to close the TCP connection</a:t>
          </a:r>
          <a:endParaRPr lang="en-AU" sz="1200" dirty="0">
            <a:solidFill>
              <a:schemeClr val="tx1"/>
            </a:solidFill>
          </a:endParaRPr>
        </a:p>
      </dgm:t>
    </dgm:pt>
    <dgm:pt modelId="{83E5E797-D42B-4C6D-B849-BC914ED560A7}" type="parTrans" cxnId="{E96FA373-BB25-4C4B-B710-6E6289392D15}">
      <dgm:prSet/>
      <dgm:spPr/>
      <dgm:t>
        <a:bodyPr/>
        <a:lstStyle/>
        <a:p>
          <a:endParaRPr lang="en-AU"/>
        </a:p>
      </dgm:t>
    </dgm:pt>
    <dgm:pt modelId="{CA38360E-86A5-47D3-9F41-68B85A7D2F2E}" type="sibTrans" cxnId="{E96FA373-BB25-4C4B-B710-6E6289392D15}">
      <dgm:prSet/>
      <dgm:spPr/>
      <dgm:t>
        <a:bodyPr/>
        <a:lstStyle/>
        <a:p>
          <a:endParaRPr lang="en-AU"/>
        </a:p>
      </dgm:t>
    </dgm:pt>
    <dgm:pt modelId="{EF2D7827-490A-42AE-9984-E4B7E6C6FF80}">
      <dgm:prSet custT="1"/>
      <dgm:spPr/>
      <dgm:t>
        <a:bodyPr/>
        <a:lstStyle/>
        <a:p>
          <a:r>
            <a:rPr lang="en-GB" sz="1200" dirty="0">
              <a:solidFill>
                <a:schemeClr val="tx1"/>
              </a:solidFill>
            </a:rPr>
            <a:t>The HTTP client receives the response message. The TCP connection terminates. The client extracts the file from the response message, examines the HTML file, and finds </a:t>
          </a:r>
          <a:r>
            <a:rPr lang="en-GB" sz="1200" i="1" dirty="0">
              <a:solidFill>
                <a:schemeClr val="tx1"/>
              </a:solidFill>
            </a:rPr>
            <a:t>references</a:t>
          </a:r>
          <a:r>
            <a:rPr lang="en-GB" sz="1200" dirty="0">
              <a:solidFill>
                <a:schemeClr val="tx1"/>
              </a:solidFill>
            </a:rPr>
            <a:t> to the 10 JPEG objects.</a:t>
          </a:r>
          <a:endParaRPr lang="en-AU" sz="1200" dirty="0">
            <a:solidFill>
              <a:schemeClr val="tx1"/>
            </a:solidFill>
          </a:endParaRPr>
        </a:p>
      </dgm:t>
    </dgm:pt>
    <dgm:pt modelId="{9F545E38-F39E-498C-A50D-21E883A24D71}" type="parTrans" cxnId="{2E923B2A-D203-4C26-A7FC-8C9DA7F53CAA}">
      <dgm:prSet/>
      <dgm:spPr/>
      <dgm:t>
        <a:bodyPr/>
        <a:lstStyle/>
        <a:p>
          <a:endParaRPr lang="en-AU"/>
        </a:p>
      </dgm:t>
    </dgm:pt>
    <dgm:pt modelId="{27CBFC66-A23F-48EC-9C74-E4F4D6EB1E0E}" type="sibTrans" cxnId="{2E923B2A-D203-4C26-A7FC-8C9DA7F53CAA}">
      <dgm:prSet/>
      <dgm:spPr/>
      <dgm:t>
        <a:bodyPr/>
        <a:lstStyle/>
        <a:p>
          <a:endParaRPr lang="en-AU"/>
        </a:p>
      </dgm:t>
    </dgm:pt>
    <dgm:pt modelId="{8D9BEEFD-4F94-4661-A207-C03BCBD7C380}" type="pres">
      <dgm:prSet presAssocID="{58725B00-FD10-453B-9911-EEBEA0816C3A}" presName="linearFlow" presStyleCnt="0">
        <dgm:presLayoutVars>
          <dgm:resizeHandles val="exact"/>
        </dgm:presLayoutVars>
      </dgm:prSet>
      <dgm:spPr/>
    </dgm:pt>
    <dgm:pt modelId="{01267F7E-9231-46B3-A94E-4C7F177CCCDA}" type="pres">
      <dgm:prSet presAssocID="{62BBBE32-7C38-4B6C-AA46-8E373D7A387C}" presName="node" presStyleLbl="node1" presStyleIdx="0" presStyleCnt="5" custScaleX="238221">
        <dgm:presLayoutVars>
          <dgm:bulletEnabled val="1"/>
        </dgm:presLayoutVars>
      </dgm:prSet>
      <dgm:spPr/>
    </dgm:pt>
    <dgm:pt modelId="{CD99A662-D73D-4FD7-B8FB-AF7B46F45081}" type="pres">
      <dgm:prSet presAssocID="{10C2CED6-F9DA-4AAB-ADB6-AF6BBE8B4DA3}" presName="sibTrans" presStyleLbl="sibTrans2D1" presStyleIdx="0" presStyleCnt="4"/>
      <dgm:spPr/>
    </dgm:pt>
    <dgm:pt modelId="{52B3B3FE-D9C0-4CDD-8C4D-C7A69562802A}" type="pres">
      <dgm:prSet presAssocID="{10C2CED6-F9DA-4AAB-ADB6-AF6BBE8B4DA3}" presName="connectorText" presStyleLbl="sibTrans2D1" presStyleIdx="0" presStyleCnt="4"/>
      <dgm:spPr/>
    </dgm:pt>
    <dgm:pt modelId="{D91E883C-9DAF-41A0-B3F7-1FD3DA889E5E}" type="pres">
      <dgm:prSet presAssocID="{2EF57B51-2DCB-4528-A2D0-FC9FD90014E5}" presName="node" presStyleLbl="node1" presStyleIdx="1" presStyleCnt="5" custScaleX="238221">
        <dgm:presLayoutVars>
          <dgm:bulletEnabled val="1"/>
        </dgm:presLayoutVars>
      </dgm:prSet>
      <dgm:spPr/>
    </dgm:pt>
    <dgm:pt modelId="{70EAC3FA-0DC4-4EE8-B3D4-50251BC46CFF}" type="pres">
      <dgm:prSet presAssocID="{A024E6DC-1E61-4B28-9CB1-4865E067A0A4}" presName="sibTrans" presStyleLbl="sibTrans2D1" presStyleIdx="1" presStyleCnt="4"/>
      <dgm:spPr/>
    </dgm:pt>
    <dgm:pt modelId="{19275F08-0390-4653-BEDF-ADC7EFC2454B}" type="pres">
      <dgm:prSet presAssocID="{A024E6DC-1E61-4B28-9CB1-4865E067A0A4}" presName="connectorText" presStyleLbl="sibTrans2D1" presStyleIdx="1" presStyleCnt="4"/>
      <dgm:spPr/>
    </dgm:pt>
    <dgm:pt modelId="{4EF57B9E-CAB9-4E1A-85CC-BAF58BBD3257}" type="pres">
      <dgm:prSet presAssocID="{F6230D11-1FAE-4596-82B6-D9DA950D1780}" presName="node" presStyleLbl="node1" presStyleIdx="2" presStyleCnt="5" custScaleX="238221">
        <dgm:presLayoutVars>
          <dgm:bulletEnabled val="1"/>
        </dgm:presLayoutVars>
      </dgm:prSet>
      <dgm:spPr/>
    </dgm:pt>
    <dgm:pt modelId="{938D9487-C937-4F64-9DBD-075E4E575A73}" type="pres">
      <dgm:prSet presAssocID="{63A99476-0C52-4B7A-8FD7-B13BF38FE7AB}" presName="sibTrans" presStyleLbl="sibTrans2D1" presStyleIdx="2" presStyleCnt="4"/>
      <dgm:spPr/>
    </dgm:pt>
    <dgm:pt modelId="{979A032A-0175-49ED-B52E-8072200FA3ED}" type="pres">
      <dgm:prSet presAssocID="{63A99476-0C52-4B7A-8FD7-B13BF38FE7AB}" presName="connectorText" presStyleLbl="sibTrans2D1" presStyleIdx="2" presStyleCnt="4"/>
      <dgm:spPr/>
    </dgm:pt>
    <dgm:pt modelId="{69DAAB95-2821-400F-AC7A-212701C61672}" type="pres">
      <dgm:prSet presAssocID="{C2294B10-4881-4B52-A9F2-DB85611384BA}" presName="node" presStyleLbl="node1" presStyleIdx="3" presStyleCnt="5" custScaleX="238221">
        <dgm:presLayoutVars>
          <dgm:bulletEnabled val="1"/>
        </dgm:presLayoutVars>
      </dgm:prSet>
      <dgm:spPr/>
    </dgm:pt>
    <dgm:pt modelId="{0D872084-2B2C-4FF4-86E8-57590DE8E8AA}" type="pres">
      <dgm:prSet presAssocID="{CA38360E-86A5-47D3-9F41-68B85A7D2F2E}" presName="sibTrans" presStyleLbl="sibTrans2D1" presStyleIdx="3" presStyleCnt="4"/>
      <dgm:spPr/>
    </dgm:pt>
    <dgm:pt modelId="{5AB0B3F3-6469-4583-B157-08AA48EF350F}" type="pres">
      <dgm:prSet presAssocID="{CA38360E-86A5-47D3-9F41-68B85A7D2F2E}" presName="connectorText" presStyleLbl="sibTrans2D1" presStyleIdx="3" presStyleCnt="4"/>
      <dgm:spPr/>
    </dgm:pt>
    <dgm:pt modelId="{5AD5BF2F-9D75-4F5C-9C97-29A18632B510}" type="pres">
      <dgm:prSet presAssocID="{EF2D7827-490A-42AE-9984-E4B7E6C6FF80}" presName="node" presStyleLbl="node1" presStyleIdx="4" presStyleCnt="5" custScaleX="238221">
        <dgm:presLayoutVars>
          <dgm:bulletEnabled val="1"/>
        </dgm:presLayoutVars>
      </dgm:prSet>
      <dgm:spPr/>
    </dgm:pt>
  </dgm:ptLst>
  <dgm:cxnLst>
    <dgm:cxn modelId="{4872880C-3EF9-406C-8290-8E67EE2B8C1D}" type="presOf" srcId="{CA38360E-86A5-47D3-9F41-68B85A7D2F2E}" destId="{5AB0B3F3-6469-4583-B157-08AA48EF350F}" srcOrd="1" destOrd="0" presId="urn:microsoft.com/office/officeart/2005/8/layout/process2"/>
    <dgm:cxn modelId="{B60A8D29-52B2-49F1-A31C-59F3377F02AA}" type="presOf" srcId="{58725B00-FD10-453B-9911-EEBEA0816C3A}" destId="{8D9BEEFD-4F94-4661-A207-C03BCBD7C380}" srcOrd="0" destOrd="0" presId="urn:microsoft.com/office/officeart/2005/8/layout/process2"/>
    <dgm:cxn modelId="{FD2AB729-3BFD-49FB-BAA8-0DD1D7399253}" type="presOf" srcId="{A024E6DC-1E61-4B28-9CB1-4865E067A0A4}" destId="{19275F08-0390-4653-BEDF-ADC7EFC2454B}" srcOrd="1" destOrd="0" presId="urn:microsoft.com/office/officeart/2005/8/layout/process2"/>
    <dgm:cxn modelId="{2E923B2A-D203-4C26-A7FC-8C9DA7F53CAA}" srcId="{58725B00-FD10-453B-9911-EEBEA0816C3A}" destId="{EF2D7827-490A-42AE-9984-E4B7E6C6FF80}" srcOrd="4" destOrd="0" parTransId="{9F545E38-F39E-498C-A50D-21E883A24D71}" sibTransId="{27CBFC66-A23F-48EC-9C74-E4F4D6EB1E0E}"/>
    <dgm:cxn modelId="{9AF18435-71C8-441C-AF78-49435A34E988}" type="presOf" srcId="{2EF57B51-2DCB-4528-A2D0-FC9FD90014E5}" destId="{D91E883C-9DAF-41A0-B3F7-1FD3DA889E5E}" srcOrd="0" destOrd="0" presId="urn:microsoft.com/office/officeart/2005/8/layout/process2"/>
    <dgm:cxn modelId="{A4FCE63B-97DA-49BB-807B-6B4099BE4EC4}" type="presOf" srcId="{10C2CED6-F9DA-4AAB-ADB6-AF6BBE8B4DA3}" destId="{CD99A662-D73D-4FD7-B8FB-AF7B46F45081}" srcOrd="0" destOrd="0" presId="urn:microsoft.com/office/officeart/2005/8/layout/process2"/>
    <dgm:cxn modelId="{EE0FC544-5D43-4030-8E80-9B5377ABF78F}" type="presOf" srcId="{63A99476-0C52-4B7A-8FD7-B13BF38FE7AB}" destId="{938D9487-C937-4F64-9DBD-075E4E575A73}" srcOrd="0" destOrd="0" presId="urn:microsoft.com/office/officeart/2005/8/layout/process2"/>
    <dgm:cxn modelId="{676A6854-7735-474B-B931-1896DE03FA71}" type="presOf" srcId="{F6230D11-1FAE-4596-82B6-D9DA950D1780}" destId="{4EF57B9E-CAB9-4E1A-85CC-BAF58BBD3257}" srcOrd="0" destOrd="0" presId="urn:microsoft.com/office/officeart/2005/8/layout/process2"/>
    <dgm:cxn modelId="{E96FA373-BB25-4C4B-B710-6E6289392D15}" srcId="{58725B00-FD10-453B-9911-EEBEA0816C3A}" destId="{C2294B10-4881-4B52-A9F2-DB85611384BA}" srcOrd="3" destOrd="0" parTransId="{83E5E797-D42B-4C6D-B849-BC914ED560A7}" sibTransId="{CA38360E-86A5-47D3-9F41-68B85A7D2F2E}"/>
    <dgm:cxn modelId="{1B5F0676-0E4E-46CD-8165-419B773B9C52}" srcId="{58725B00-FD10-453B-9911-EEBEA0816C3A}" destId="{2EF57B51-2DCB-4528-A2D0-FC9FD90014E5}" srcOrd="1" destOrd="0" parTransId="{BFEA6C35-A091-48E2-88D1-59CF2212D159}" sibTransId="{A024E6DC-1E61-4B28-9CB1-4865E067A0A4}"/>
    <dgm:cxn modelId="{4204F97A-83B2-465F-B140-D42023E23089}" type="presOf" srcId="{10C2CED6-F9DA-4AAB-ADB6-AF6BBE8B4DA3}" destId="{52B3B3FE-D9C0-4CDD-8C4D-C7A69562802A}" srcOrd="1" destOrd="0" presId="urn:microsoft.com/office/officeart/2005/8/layout/process2"/>
    <dgm:cxn modelId="{89B3DB7E-2825-4035-9B80-0C113421CBB9}" type="presOf" srcId="{C2294B10-4881-4B52-A9F2-DB85611384BA}" destId="{69DAAB95-2821-400F-AC7A-212701C61672}" srcOrd="0" destOrd="0" presId="urn:microsoft.com/office/officeart/2005/8/layout/process2"/>
    <dgm:cxn modelId="{26A8AB8A-F905-488F-AEE0-0837C63DEE97}" srcId="{58725B00-FD10-453B-9911-EEBEA0816C3A}" destId="{F6230D11-1FAE-4596-82B6-D9DA950D1780}" srcOrd="2" destOrd="0" parTransId="{6052C330-ABAD-4C7D-BF6C-2A4F758C9A14}" sibTransId="{63A99476-0C52-4B7A-8FD7-B13BF38FE7AB}"/>
    <dgm:cxn modelId="{7670BCA3-E61F-4D72-82FA-2026F96105A3}" type="presOf" srcId="{62BBBE32-7C38-4B6C-AA46-8E373D7A387C}" destId="{01267F7E-9231-46B3-A94E-4C7F177CCCDA}" srcOrd="0" destOrd="0" presId="urn:microsoft.com/office/officeart/2005/8/layout/process2"/>
    <dgm:cxn modelId="{F8870BA7-B47F-442E-BCA0-EEB1C7153076}" type="presOf" srcId="{63A99476-0C52-4B7A-8FD7-B13BF38FE7AB}" destId="{979A032A-0175-49ED-B52E-8072200FA3ED}" srcOrd="1" destOrd="0" presId="urn:microsoft.com/office/officeart/2005/8/layout/process2"/>
    <dgm:cxn modelId="{7EB3D3AD-0D0E-41E5-AE3A-151B7B241B1C}" type="presOf" srcId="{CA38360E-86A5-47D3-9F41-68B85A7D2F2E}" destId="{0D872084-2B2C-4FF4-86E8-57590DE8E8AA}" srcOrd="0" destOrd="0" presId="urn:microsoft.com/office/officeart/2005/8/layout/process2"/>
    <dgm:cxn modelId="{08BDBEB8-0A8F-4644-B609-38C4B43790D2}" type="presOf" srcId="{EF2D7827-490A-42AE-9984-E4B7E6C6FF80}" destId="{5AD5BF2F-9D75-4F5C-9C97-29A18632B510}" srcOrd="0" destOrd="0" presId="urn:microsoft.com/office/officeart/2005/8/layout/process2"/>
    <dgm:cxn modelId="{2D082CF1-9F90-4B3F-A5E3-0D27A6B82F8B}" type="presOf" srcId="{A024E6DC-1E61-4B28-9CB1-4865E067A0A4}" destId="{70EAC3FA-0DC4-4EE8-B3D4-50251BC46CFF}" srcOrd="0" destOrd="0" presId="urn:microsoft.com/office/officeart/2005/8/layout/process2"/>
    <dgm:cxn modelId="{1A2946FB-3DFE-4B32-B0B7-AE42743FDC6A}" srcId="{58725B00-FD10-453B-9911-EEBEA0816C3A}" destId="{62BBBE32-7C38-4B6C-AA46-8E373D7A387C}" srcOrd="0" destOrd="0" parTransId="{7837D601-E349-4F1E-9415-8DB2562F8171}" sibTransId="{10C2CED6-F9DA-4AAB-ADB6-AF6BBE8B4DA3}"/>
    <dgm:cxn modelId="{E7D44699-5C2A-425C-B7D9-7D7E9F2A1DAB}" type="presParOf" srcId="{8D9BEEFD-4F94-4661-A207-C03BCBD7C380}" destId="{01267F7E-9231-46B3-A94E-4C7F177CCCDA}" srcOrd="0" destOrd="0" presId="urn:microsoft.com/office/officeart/2005/8/layout/process2"/>
    <dgm:cxn modelId="{B8E3865B-0397-4B56-B5C2-4434C3192B71}" type="presParOf" srcId="{8D9BEEFD-4F94-4661-A207-C03BCBD7C380}" destId="{CD99A662-D73D-4FD7-B8FB-AF7B46F45081}" srcOrd="1" destOrd="0" presId="urn:microsoft.com/office/officeart/2005/8/layout/process2"/>
    <dgm:cxn modelId="{A09A06F0-FB05-49FD-9CCA-0BCA47EAC714}" type="presParOf" srcId="{CD99A662-D73D-4FD7-B8FB-AF7B46F45081}" destId="{52B3B3FE-D9C0-4CDD-8C4D-C7A69562802A}" srcOrd="0" destOrd="0" presId="urn:microsoft.com/office/officeart/2005/8/layout/process2"/>
    <dgm:cxn modelId="{1670F3BB-1160-424D-AF94-6710B619A8BE}" type="presParOf" srcId="{8D9BEEFD-4F94-4661-A207-C03BCBD7C380}" destId="{D91E883C-9DAF-41A0-B3F7-1FD3DA889E5E}" srcOrd="2" destOrd="0" presId="urn:microsoft.com/office/officeart/2005/8/layout/process2"/>
    <dgm:cxn modelId="{1F269CB4-03F0-4E7E-A9F6-45A1C771EDF6}" type="presParOf" srcId="{8D9BEEFD-4F94-4661-A207-C03BCBD7C380}" destId="{70EAC3FA-0DC4-4EE8-B3D4-50251BC46CFF}" srcOrd="3" destOrd="0" presId="urn:microsoft.com/office/officeart/2005/8/layout/process2"/>
    <dgm:cxn modelId="{2B8FD5FB-8CB9-41C8-A7E1-2CCFC45A127C}" type="presParOf" srcId="{70EAC3FA-0DC4-4EE8-B3D4-50251BC46CFF}" destId="{19275F08-0390-4653-BEDF-ADC7EFC2454B}" srcOrd="0" destOrd="0" presId="urn:microsoft.com/office/officeart/2005/8/layout/process2"/>
    <dgm:cxn modelId="{89C0A069-2463-4B94-991A-66FB4812226C}" type="presParOf" srcId="{8D9BEEFD-4F94-4661-A207-C03BCBD7C380}" destId="{4EF57B9E-CAB9-4E1A-85CC-BAF58BBD3257}" srcOrd="4" destOrd="0" presId="urn:microsoft.com/office/officeart/2005/8/layout/process2"/>
    <dgm:cxn modelId="{4E00B9E7-75D2-4F19-B0D5-5AABE5EDA2C3}" type="presParOf" srcId="{8D9BEEFD-4F94-4661-A207-C03BCBD7C380}" destId="{938D9487-C937-4F64-9DBD-075E4E575A73}" srcOrd="5" destOrd="0" presId="urn:microsoft.com/office/officeart/2005/8/layout/process2"/>
    <dgm:cxn modelId="{6C28E0CD-3644-4737-8DDC-57393CF1DE63}" type="presParOf" srcId="{938D9487-C937-4F64-9DBD-075E4E575A73}" destId="{979A032A-0175-49ED-B52E-8072200FA3ED}" srcOrd="0" destOrd="0" presId="urn:microsoft.com/office/officeart/2005/8/layout/process2"/>
    <dgm:cxn modelId="{9CC71C46-1416-4BFC-AE28-02910432960B}" type="presParOf" srcId="{8D9BEEFD-4F94-4661-A207-C03BCBD7C380}" destId="{69DAAB95-2821-400F-AC7A-212701C61672}" srcOrd="6" destOrd="0" presId="urn:microsoft.com/office/officeart/2005/8/layout/process2"/>
    <dgm:cxn modelId="{3E3B928D-9737-496D-97D5-1B0B22C6E6DC}" type="presParOf" srcId="{8D9BEEFD-4F94-4661-A207-C03BCBD7C380}" destId="{0D872084-2B2C-4FF4-86E8-57590DE8E8AA}" srcOrd="7" destOrd="0" presId="urn:microsoft.com/office/officeart/2005/8/layout/process2"/>
    <dgm:cxn modelId="{A89CCA42-D7E0-4C80-85BB-FA5498F04F32}" type="presParOf" srcId="{0D872084-2B2C-4FF4-86E8-57590DE8E8AA}" destId="{5AB0B3F3-6469-4583-B157-08AA48EF350F}" srcOrd="0" destOrd="0" presId="urn:microsoft.com/office/officeart/2005/8/layout/process2"/>
    <dgm:cxn modelId="{74CDDF4A-12C5-41EC-AAA3-1A9D2F6B9844}" type="presParOf" srcId="{8D9BEEFD-4F94-4661-A207-C03BCBD7C380}" destId="{5AD5BF2F-9D75-4F5C-9C97-29A18632B510}" srcOrd="8"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1471D6-5786-4063-AF6B-0BB3AB7046F6}" type="doc">
      <dgm:prSet loTypeId="urn:microsoft.com/office/officeart/2005/8/layout/matrix1" loCatId="matrix" qsTypeId="urn:microsoft.com/office/officeart/2005/8/quickstyle/simple1" qsCatId="simple" csTypeId="urn:microsoft.com/office/officeart/2005/8/colors/accent1_2" csCatId="accent1"/>
      <dgm:spPr/>
      <dgm:t>
        <a:bodyPr/>
        <a:lstStyle/>
        <a:p>
          <a:endParaRPr lang="en-AU"/>
        </a:p>
      </dgm:t>
    </dgm:pt>
    <dgm:pt modelId="{12BE9FBF-8F88-4FA4-BB92-377651B1E941}">
      <dgm:prSet/>
      <dgm:spPr/>
      <dgm:t>
        <a:bodyPr/>
        <a:lstStyle/>
        <a:p>
          <a:r>
            <a:rPr lang="en-US"/>
            <a:t>Four components</a:t>
          </a:r>
          <a:endParaRPr lang="en-AU"/>
        </a:p>
      </dgm:t>
    </dgm:pt>
    <dgm:pt modelId="{BE4C6D7B-6732-40D0-921D-FADA6AA51480}" type="parTrans" cxnId="{23A2FD09-59D6-4901-8B8C-5C3FD49D3498}">
      <dgm:prSet/>
      <dgm:spPr/>
      <dgm:t>
        <a:bodyPr/>
        <a:lstStyle/>
        <a:p>
          <a:endParaRPr lang="en-AU"/>
        </a:p>
      </dgm:t>
    </dgm:pt>
    <dgm:pt modelId="{97108BF1-36C6-4CD8-82A4-05464E0AC59C}" type="sibTrans" cxnId="{23A2FD09-59D6-4901-8B8C-5C3FD49D3498}">
      <dgm:prSet/>
      <dgm:spPr/>
      <dgm:t>
        <a:bodyPr/>
        <a:lstStyle/>
        <a:p>
          <a:endParaRPr lang="en-AU"/>
        </a:p>
      </dgm:t>
    </dgm:pt>
    <dgm:pt modelId="{64A593C0-78B2-4D4C-9289-BAF84660C1ED}">
      <dgm:prSet/>
      <dgm:spPr/>
      <dgm:t>
        <a:bodyPr/>
        <a:lstStyle/>
        <a:p>
          <a:r>
            <a:rPr lang="en-US" dirty="0">
              <a:solidFill>
                <a:schemeClr val="tx1">
                  <a:lumMod val="85000"/>
                  <a:lumOff val="15000"/>
                </a:schemeClr>
              </a:solidFill>
            </a:rPr>
            <a:t>a cookie header line in the HTTP response message</a:t>
          </a:r>
          <a:endParaRPr lang="en-AU" dirty="0">
            <a:solidFill>
              <a:schemeClr val="tx1">
                <a:lumMod val="85000"/>
                <a:lumOff val="15000"/>
              </a:schemeClr>
            </a:solidFill>
          </a:endParaRPr>
        </a:p>
      </dgm:t>
    </dgm:pt>
    <dgm:pt modelId="{446F137E-F6D1-400C-B7C6-CE03E166E2D1}" type="parTrans" cxnId="{B257FB78-7A3C-48C7-8437-F9E55261D9A1}">
      <dgm:prSet/>
      <dgm:spPr/>
      <dgm:t>
        <a:bodyPr/>
        <a:lstStyle/>
        <a:p>
          <a:endParaRPr lang="en-AU"/>
        </a:p>
      </dgm:t>
    </dgm:pt>
    <dgm:pt modelId="{8057A177-5642-4883-8881-A0EB096C63DF}" type="sibTrans" cxnId="{B257FB78-7A3C-48C7-8437-F9E55261D9A1}">
      <dgm:prSet/>
      <dgm:spPr/>
      <dgm:t>
        <a:bodyPr/>
        <a:lstStyle/>
        <a:p>
          <a:endParaRPr lang="en-AU"/>
        </a:p>
      </dgm:t>
    </dgm:pt>
    <dgm:pt modelId="{15EAAB07-34AC-4D93-B6A9-3F3D2FCF83BB}">
      <dgm:prSet/>
      <dgm:spPr/>
      <dgm:t>
        <a:bodyPr/>
        <a:lstStyle/>
        <a:p>
          <a:r>
            <a:rPr lang="en-US" dirty="0">
              <a:solidFill>
                <a:schemeClr val="tx1">
                  <a:lumMod val="85000"/>
                  <a:lumOff val="15000"/>
                </a:schemeClr>
              </a:solidFill>
            </a:rPr>
            <a:t>a cookie header line in the HTTP request message</a:t>
          </a:r>
          <a:endParaRPr lang="en-AU" dirty="0">
            <a:solidFill>
              <a:schemeClr val="tx1">
                <a:lumMod val="85000"/>
                <a:lumOff val="15000"/>
              </a:schemeClr>
            </a:solidFill>
          </a:endParaRPr>
        </a:p>
      </dgm:t>
    </dgm:pt>
    <dgm:pt modelId="{F7C99742-8E65-4458-B08A-FD89CA5A0DA2}" type="parTrans" cxnId="{41E30A1D-C089-4717-A9F1-C24155E366CD}">
      <dgm:prSet/>
      <dgm:spPr/>
      <dgm:t>
        <a:bodyPr/>
        <a:lstStyle/>
        <a:p>
          <a:endParaRPr lang="en-AU"/>
        </a:p>
      </dgm:t>
    </dgm:pt>
    <dgm:pt modelId="{47312F4B-A48F-4F9A-8444-B0F293B1E8C5}" type="sibTrans" cxnId="{41E30A1D-C089-4717-A9F1-C24155E366CD}">
      <dgm:prSet/>
      <dgm:spPr/>
      <dgm:t>
        <a:bodyPr/>
        <a:lstStyle/>
        <a:p>
          <a:endParaRPr lang="en-AU"/>
        </a:p>
      </dgm:t>
    </dgm:pt>
    <dgm:pt modelId="{C5415321-5F51-4460-9EB4-FD64BCDD11AD}">
      <dgm:prSet/>
      <dgm:spPr/>
      <dgm:t>
        <a:bodyPr/>
        <a:lstStyle/>
        <a:p>
          <a:r>
            <a:rPr lang="en-US" dirty="0">
              <a:solidFill>
                <a:schemeClr val="tx1">
                  <a:lumMod val="85000"/>
                  <a:lumOff val="15000"/>
                </a:schemeClr>
              </a:solidFill>
            </a:rPr>
            <a:t>a cookie file kept on the user’s end system and managed by the user’s browser</a:t>
          </a:r>
          <a:endParaRPr lang="en-AU" dirty="0">
            <a:solidFill>
              <a:schemeClr val="tx1">
                <a:lumMod val="85000"/>
                <a:lumOff val="15000"/>
              </a:schemeClr>
            </a:solidFill>
          </a:endParaRPr>
        </a:p>
      </dgm:t>
    </dgm:pt>
    <dgm:pt modelId="{C54F32DE-7ABB-465B-8964-28C4802F369B}" type="parTrans" cxnId="{05A3ABD6-E137-4E4A-BD42-17883D89ABF0}">
      <dgm:prSet/>
      <dgm:spPr/>
      <dgm:t>
        <a:bodyPr/>
        <a:lstStyle/>
        <a:p>
          <a:endParaRPr lang="en-AU"/>
        </a:p>
      </dgm:t>
    </dgm:pt>
    <dgm:pt modelId="{5A96864A-830C-450F-978D-75AE0E9CD647}" type="sibTrans" cxnId="{05A3ABD6-E137-4E4A-BD42-17883D89ABF0}">
      <dgm:prSet/>
      <dgm:spPr/>
      <dgm:t>
        <a:bodyPr/>
        <a:lstStyle/>
        <a:p>
          <a:endParaRPr lang="en-AU"/>
        </a:p>
      </dgm:t>
    </dgm:pt>
    <dgm:pt modelId="{3B5E89E6-2B83-4BF8-B1AA-A29A3CB38DC0}">
      <dgm:prSet/>
      <dgm:spPr/>
      <dgm:t>
        <a:bodyPr/>
        <a:lstStyle/>
        <a:p>
          <a:r>
            <a:rPr lang="en-US" b="0" dirty="0">
              <a:solidFill>
                <a:schemeClr val="tx1">
                  <a:lumMod val="85000"/>
                  <a:lumOff val="15000"/>
                </a:schemeClr>
              </a:solidFill>
            </a:rPr>
            <a:t>a back-end database at the Web site</a:t>
          </a:r>
          <a:endParaRPr lang="en-AU" dirty="0">
            <a:solidFill>
              <a:schemeClr val="tx1">
                <a:lumMod val="85000"/>
                <a:lumOff val="15000"/>
              </a:schemeClr>
            </a:solidFill>
          </a:endParaRPr>
        </a:p>
      </dgm:t>
    </dgm:pt>
    <dgm:pt modelId="{E58B49C2-02BE-48C4-8172-76D5FB724158}" type="parTrans" cxnId="{38E97AF6-2CAF-4FA1-9E7C-C86E29E834B4}">
      <dgm:prSet/>
      <dgm:spPr/>
      <dgm:t>
        <a:bodyPr/>
        <a:lstStyle/>
        <a:p>
          <a:endParaRPr lang="en-AU"/>
        </a:p>
      </dgm:t>
    </dgm:pt>
    <dgm:pt modelId="{20B1CC70-FD6C-4E96-B43A-518C1C986AE0}" type="sibTrans" cxnId="{38E97AF6-2CAF-4FA1-9E7C-C86E29E834B4}">
      <dgm:prSet/>
      <dgm:spPr/>
      <dgm:t>
        <a:bodyPr/>
        <a:lstStyle/>
        <a:p>
          <a:endParaRPr lang="en-AU"/>
        </a:p>
      </dgm:t>
    </dgm:pt>
    <dgm:pt modelId="{93925AEF-52DE-4A50-81CF-94B991F0342A}" type="pres">
      <dgm:prSet presAssocID="{381471D6-5786-4063-AF6B-0BB3AB7046F6}" presName="diagram" presStyleCnt="0">
        <dgm:presLayoutVars>
          <dgm:chMax val="1"/>
          <dgm:dir/>
          <dgm:animLvl val="ctr"/>
          <dgm:resizeHandles val="exact"/>
        </dgm:presLayoutVars>
      </dgm:prSet>
      <dgm:spPr/>
    </dgm:pt>
    <dgm:pt modelId="{DACD30F1-B942-4E8E-A9E9-8EA6C1EF2BA3}" type="pres">
      <dgm:prSet presAssocID="{381471D6-5786-4063-AF6B-0BB3AB7046F6}" presName="matrix" presStyleCnt="0"/>
      <dgm:spPr/>
    </dgm:pt>
    <dgm:pt modelId="{E775E4B6-F4B6-472D-9F2F-11F2A675D4FD}" type="pres">
      <dgm:prSet presAssocID="{381471D6-5786-4063-AF6B-0BB3AB7046F6}" presName="tile1" presStyleLbl="node1" presStyleIdx="0" presStyleCnt="4"/>
      <dgm:spPr/>
    </dgm:pt>
    <dgm:pt modelId="{C81E1E83-7E2F-43D5-8CA0-9BF08EF994C7}" type="pres">
      <dgm:prSet presAssocID="{381471D6-5786-4063-AF6B-0BB3AB7046F6}" presName="tile1text" presStyleLbl="node1" presStyleIdx="0" presStyleCnt="4">
        <dgm:presLayoutVars>
          <dgm:chMax val="0"/>
          <dgm:chPref val="0"/>
          <dgm:bulletEnabled val="1"/>
        </dgm:presLayoutVars>
      </dgm:prSet>
      <dgm:spPr/>
    </dgm:pt>
    <dgm:pt modelId="{49E7F69D-A8F4-46B9-A51E-67285F7FC42A}" type="pres">
      <dgm:prSet presAssocID="{381471D6-5786-4063-AF6B-0BB3AB7046F6}" presName="tile2" presStyleLbl="node1" presStyleIdx="1" presStyleCnt="4"/>
      <dgm:spPr/>
    </dgm:pt>
    <dgm:pt modelId="{14DE8493-6029-4CC1-BA51-F262133E3A69}" type="pres">
      <dgm:prSet presAssocID="{381471D6-5786-4063-AF6B-0BB3AB7046F6}" presName="tile2text" presStyleLbl="node1" presStyleIdx="1" presStyleCnt="4">
        <dgm:presLayoutVars>
          <dgm:chMax val="0"/>
          <dgm:chPref val="0"/>
          <dgm:bulletEnabled val="1"/>
        </dgm:presLayoutVars>
      </dgm:prSet>
      <dgm:spPr/>
    </dgm:pt>
    <dgm:pt modelId="{5B82F484-AC1D-4950-89D2-F81966D5E929}" type="pres">
      <dgm:prSet presAssocID="{381471D6-5786-4063-AF6B-0BB3AB7046F6}" presName="tile3" presStyleLbl="node1" presStyleIdx="2" presStyleCnt="4"/>
      <dgm:spPr/>
    </dgm:pt>
    <dgm:pt modelId="{56AE36C4-2E3E-4732-8868-DD59C0282BF1}" type="pres">
      <dgm:prSet presAssocID="{381471D6-5786-4063-AF6B-0BB3AB7046F6}" presName="tile3text" presStyleLbl="node1" presStyleIdx="2" presStyleCnt="4">
        <dgm:presLayoutVars>
          <dgm:chMax val="0"/>
          <dgm:chPref val="0"/>
          <dgm:bulletEnabled val="1"/>
        </dgm:presLayoutVars>
      </dgm:prSet>
      <dgm:spPr/>
    </dgm:pt>
    <dgm:pt modelId="{3EBADD1F-D4D3-47FD-B122-03C109927A1C}" type="pres">
      <dgm:prSet presAssocID="{381471D6-5786-4063-AF6B-0BB3AB7046F6}" presName="tile4" presStyleLbl="node1" presStyleIdx="3" presStyleCnt="4"/>
      <dgm:spPr/>
    </dgm:pt>
    <dgm:pt modelId="{798D9943-3D41-4FCA-BE0E-0C11C9B14184}" type="pres">
      <dgm:prSet presAssocID="{381471D6-5786-4063-AF6B-0BB3AB7046F6}" presName="tile4text" presStyleLbl="node1" presStyleIdx="3" presStyleCnt="4">
        <dgm:presLayoutVars>
          <dgm:chMax val="0"/>
          <dgm:chPref val="0"/>
          <dgm:bulletEnabled val="1"/>
        </dgm:presLayoutVars>
      </dgm:prSet>
      <dgm:spPr/>
    </dgm:pt>
    <dgm:pt modelId="{CC01AE55-1D22-4ECA-88D4-8F4B4D49C279}" type="pres">
      <dgm:prSet presAssocID="{381471D6-5786-4063-AF6B-0BB3AB7046F6}" presName="centerTile" presStyleLbl="fgShp" presStyleIdx="0" presStyleCnt="1">
        <dgm:presLayoutVars>
          <dgm:chMax val="0"/>
          <dgm:chPref val="0"/>
        </dgm:presLayoutVars>
      </dgm:prSet>
      <dgm:spPr/>
    </dgm:pt>
  </dgm:ptLst>
  <dgm:cxnLst>
    <dgm:cxn modelId="{23A2FD09-59D6-4901-8B8C-5C3FD49D3498}" srcId="{381471D6-5786-4063-AF6B-0BB3AB7046F6}" destId="{12BE9FBF-8F88-4FA4-BB92-377651B1E941}" srcOrd="0" destOrd="0" parTransId="{BE4C6D7B-6732-40D0-921D-FADA6AA51480}" sibTransId="{97108BF1-36C6-4CD8-82A4-05464E0AC59C}"/>
    <dgm:cxn modelId="{F408BB0F-600D-4C59-A7AE-65BFF6534B42}" type="presOf" srcId="{15EAAB07-34AC-4D93-B6A9-3F3D2FCF83BB}" destId="{49E7F69D-A8F4-46B9-A51E-67285F7FC42A}" srcOrd="0" destOrd="0" presId="urn:microsoft.com/office/officeart/2005/8/layout/matrix1"/>
    <dgm:cxn modelId="{41E30A1D-C089-4717-A9F1-C24155E366CD}" srcId="{12BE9FBF-8F88-4FA4-BB92-377651B1E941}" destId="{15EAAB07-34AC-4D93-B6A9-3F3D2FCF83BB}" srcOrd="1" destOrd="0" parTransId="{F7C99742-8E65-4458-B08A-FD89CA5A0DA2}" sibTransId="{47312F4B-A48F-4F9A-8444-B0F293B1E8C5}"/>
    <dgm:cxn modelId="{1F9F4045-EAF8-483A-984E-6B17F8F639AC}" type="presOf" srcId="{C5415321-5F51-4460-9EB4-FD64BCDD11AD}" destId="{56AE36C4-2E3E-4732-8868-DD59C0282BF1}" srcOrd="1" destOrd="0" presId="urn:microsoft.com/office/officeart/2005/8/layout/matrix1"/>
    <dgm:cxn modelId="{B257FB78-7A3C-48C7-8437-F9E55261D9A1}" srcId="{12BE9FBF-8F88-4FA4-BB92-377651B1E941}" destId="{64A593C0-78B2-4D4C-9289-BAF84660C1ED}" srcOrd="0" destOrd="0" parTransId="{446F137E-F6D1-400C-B7C6-CE03E166E2D1}" sibTransId="{8057A177-5642-4883-8881-A0EB096C63DF}"/>
    <dgm:cxn modelId="{33AB0283-2816-42E5-AFE9-A86939F2CAA2}" type="presOf" srcId="{381471D6-5786-4063-AF6B-0BB3AB7046F6}" destId="{93925AEF-52DE-4A50-81CF-94B991F0342A}" srcOrd="0" destOrd="0" presId="urn:microsoft.com/office/officeart/2005/8/layout/matrix1"/>
    <dgm:cxn modelId="{26A6CF8C-3E72-4847-A5DB-E1E3CF01ADF9}" type="presOf" srcId="{64A593C0-78B2-4D4C-9289-BAF84660C1ED}" destId="{C81E1E83-7E2F-43D5-8CA0-9BF08EF994C7}" srcOrd="1" destOrd="0" presId="urn:microsoft.com/office/officeart/2005/8/layout/matrix1"/>
    <dgm:cxn modelId="{A9BBB49E-7BA8-4F7B-B3E0-04DCED7FAB81}" type="presOf" srcId="{15EAAB07-34AC-4D93-B6A9-3F3D2FCF83BB}" destId="{14DE8493-6029-4CC1-BA51-F262133E3A69}" srcOrd="1" destOrd="0" presId="urn:microsoft.com/office/officeart/2005/8/layout/matrix1"/>
    <dgm:cxn modelId="{EED35FA9-19CD-4756-BE05-419E77C946F7}" type="presOf" srcId="{64A593C0-78B2-4D4C-9289-BAF84660C1ED}" destId="{E775E4B6-F4B6-472D-9F2F-11F2A675D4FD}" srcOrd="0" destOrd="0" presId="urn:microsoft.com/office/officeart/2005/8/layout/matrix1"/>
    <dgm:cxn modelId="{2B1AF8BC-1253-4351-ABF4-D4D19AE8D370}" type="presOf" srcId="{C5415321-5F51-4460-9EB4-FD64BCDD11AD}" destId="{5B82F484-AC1D-4950-89D2-F81966D5E929}" srcOrd="0" destOrd="0" presId="urn:microsoft.com/office/officeart/2005/8/layout/matrix1"/>
    <dgm:cxn modelId="{05A3ABD6-E137-4E4A-BD42-17883D89ABF0}" srcId="{12BE9FBF-8F88-4FA4-BB92-377651B1E941}" destId="{C5415321-5F51-4460-9EB4-FD64BCDD11AD}" srcOrd="2" destOrd="0" parTransId="{C54F32DE-7ABB-465B-8964-28C4802F369B}" sibTransId="{5A96864A-830C-450F-978D-75AE0E9CD647}"/>
    <dgm:cxn modelId="{76AFC2E7-6A47-4EC6-9ED8-09DD4AEF9581}" type="presOf" srcId="{3B5E89E6-2B83-4BF8-B1AA-A29A3CB38DC0}" destId="{798D9943-3D41-4FCA-BE0E-0C11C9B14184}" srcOrd="1" destOrd="0" presId="urn:microsoft.com/office/officeart/2005/8/layout/matrix1"/>
    <dgm:cxn modelId="{E2BE96F3-E7B1-4DDA-8E76-E4AEE67408AB}" type="presOf" srcId="{12BE9FBF-8F88-4FA4-BB92-377651B1E941}" destId="{CC01AE55-1D22-4ECA-88D4-8F4B4D49C279}" srcOrd="0" destOrd="0" presId="urn:microsoft.com/office/officeart/2005/8/layout/matrix1"/>
    <dgm:cxn modelId="{38E97AF6-2CAF-4FA1-9E7C-C86E29E834B4}" srcId="{12BE9FBF-8F88-4FA4-BB92-377651B1E941}" destId="{3B5E89E6-2B83-4BF8-B1AA-A29A3CB38DC0}" srcOrd="3" destOrd="0" parTransId="{E58B49C2-02BE-48C4-8172-76D5FB724158}" sibTransId="{20B1CC70-FD6C-4E96-B43A-518C1C986AE0}"/>
    <dgm:cxn modelId="{1E9616F9-5DF2-41C1-9950-902AEF457DFE}" type="presOf" srcId="{3B5E89E6-2B83-4BF8-B1AA-A29A3CB38DC0}" destId="{3EBADD1F-D4D3-47FD-B122-03C109927A1C}" srcOrd="0" destOrd="0" presId="urn:microsoft.com/office/officeart/2005/8/layout/matrix1"/>
    <dgm:cxn modelId="{B013CE59-19D1-4CEC-90E6-4D30621E7182}" type="presParOf" srcId="{93925AEF-52DE-4A50-81CF-94B991F0342A}" destId="{DACD30F1-B942-4E8E-A9E9-8EA6C1EF2BA3}" srcOrd="0" destOrd="0" presId="urn:microsoft.com/office/officeart/2005/8/layout/matrix1"/>
    <dgm:cxn modelId="{98B90A5F-A27D-47D0-A85F-D59289FF4E3C}" type="presParOf" srcId="{DACD30F1-B942-4E8E-A9E9-8EA6C1EF2BA3}" destId="{E775E4B6-F4B6-472D-9F2F-11F2A675D4FD}" srcOrd="0" destOrd="0" presId="urn:microsoft.com/office/officeart/2005/8/layout/matrix1"/>
    <dgm:cxn modelId="{E225F7B4-A74F-4996-BEC9-38FD768944B1}" type="presParOf" srcId="{DACD30F1-B942-4E8E-A9E9-8EA6C1EF2BA3}" destId="{C81E1E83-7E2F-43D5-8CA0-9BF08EF994C7}" srcOrd="1" destOrd="0" presId="urn:microsoft.com/office/officeart/2005/8/layout/matrix1"/>
    <dgm:cxn modelId="{D84741DA-9AA4-4543-8374-F7CC71885ABB}" type="presParOf" srcId="{DACD30F1-B942-4E8E-A9E9-8EA6C1EF2BA3}" destId="{49E7F69D-A8F4-46B9-A51E-67285F7FC42A}" srcOrd="2" destOrd="0" presId="urn:microsoft.com/office/officeart/2005/8/layout/matrix1"/>
    <dgm:cxn modelId="{9562E241-CAD4-4538-9760-62F4F032AFC9}" type="presParOf" srcId="{DACD30F1-B942-4E8E-A9E9-8EA6C1EF2BA3}" destId="{14DE8493-6029-4CC1-BA51-F262133E3A69}" srcOrd="3" destOrd="0" presId="urn:microsoft.com/office/officeart/2005/8/layout/matrix1"/>
    <dgm:cxn modelId="{4E2B0A58-0B72-4EB8-97E4-28D893837B07}" type="presParOf" srcId="{DACD30F1-B942-4E8E-A9E9-8EA6C1EF2BA3}" destId="{5B82F484-AC1D-4950-89D2-F81966D5E929}" srcOrd="4" destOrd="0" presId="urn:microsoft.com/office/officeart/2005/8/layout/matrix1"/>
    <dgm:cxn modelId="{44FA50A6-B746-450D-AB02-D677129B1BC0}" type="presParOf" srcId="{DACD30F1-B942-4E8E-A9E9-8EA6C1EF2BA3}" destId="{56AE36C4-2E3E-4732-8868-DD59C0282BF1}" srcOrd="5" destOrd="0" presId="urn:microsoft.com/office/officeart/2005/8/layout/matrix1"/>
    <dgm:cxn modelId="{41E28E6B-6A40-4EB5-9361-314BE9407C5B}" type="presParOf" srcId="{DACD30F1-B942-4E8E-A9E9-8EA6C1EF2BA3}" destId="{3EBADD1F-D4D3-47FD-B122-03C109927A1C}" srcOrd="6" destOrd="0" presId="urn:microsoft.com/office/officeart/2005/8/layout/matrix1"/>
    <dgm:cxn modelId="{61B99819-326F-4748-A71E-6B276E2D8D83}" type="presParOf" srcId="{DACD30F1-B942-4E8E-A9E9-8EA6C1EF2BA3}" destId="{798D9943-3D41-4FCA-BE0E-0C11C9B14184}" srcOrd="7" destOrd="0" presId="urn:microsoft.com/office/officeart/2005/8/layout/matrix1"/>
    <dgm:cxn modelId="{D478A0BF-0B26-46A9-8E6E-4154095B3D07}" type="presParOf" srcId="{93925AEF-52DE-4A50-81CF-94B991F0342A}" destId="{CC01AE55-1D22-4ECA-88D4-8F4B4D49C279}" srcOrd="1" destOrd="0" presId="urn:microsoft.com/office/officeart/2005/8/layout/matrix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B5717A-98E7-49E7-B318-9B8B1C7F63F1}">
      <dsp:nvSpPr>
        <dsp:cNvPr id="0" name=""/>
        <dsp:cNvSpPr/>
      </dsp:nvSpPr>
      <dsp:spPr>
        <a:xfrm>
          <a:off x="0" y="337990"/>
          <a:ext cx="2738678" cy="164320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AU" sz="2400" kern="1200">
              <a:solidFill>
                <a:schemeClr val="tx1"/>
              </a:solidFill>
            </a:rPr>
            <a:t>Web browsing</a:t>
          </a:r>
        </a:p>
        <a:p>
          <a:pPr marL="171450" lvl="1" indent="-171450" algn="l" defTabSz="844550">
            <a:lnSpc>
              <a:spcPct val="90000"/>
            </a:lnSpc>
            <a:spcBef>
              <a:spcPct val="0"/>
            </a:spcBef>
            <a:spcAft>
              <a:spcPct val="15000"/>
            </a:spcAft>
            <a:buChar char="•"/>
          </a:pPr>
          <a:r>
            <a:rPr lang="en-AU" sz="1900" kern="1200" dirty="0">
              <a:solidFill>
                <a:schemeClr val="tx1"/>
              </a:solidFill>
            </a:rPr>
            <a:t>Google Chrome, Mozilla Firefox, Microsoft Edge</a:t>
          </a:r>
        </a:p>
      </dsp:txBody>
      <dsp:txXfrm>
        <a:off x="0" y="337990"/>
        <a:ext cx="2738678" cy="1643207"/>
      </dsp:txXfrm>
    </dsp:sp>
    <dsp:sp modelId="{D5782A08-82A4-427B-98C8-55859D45BD60}">
      <dsp:nvSpPr>
        <dsp:cNvPr id="0" name=""/>
        <dsp:cNvSpPr/>
      </dsp:nvSpPr>
      <dsp:spPr>
        <a:xfrm>
          <a:off x="3012546" y="337990"/>
          <a:ext cx="2738678" cy="164320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AU" sz="2400" kern="1200" dirty="0">
              <a:solidFill>
                <a:schemeClr val="tx1"/>
              </a:solidFill>
            </a:rPr>
            <a:t>Email</a:t>
          </a:r>
        </a:p>
        <a:p>
          <a:pPr marL="171450" lvl="1" indent="-171450" algn="l" defTabSz="844550">
            <a:lnSpc>
              <a:spcPct val="90000"/>
            </a:lnSpc>
            <a:spcBef>
              <a:spcPct val="0"/>
            </a:spcBef>
            <a:spcAft>
              <a:spcPct val="15000"/>
            </a:spcAft>
            <a:buChar char="•"/>
          </a:pPr>
          <a:r>
            <a:rPr lang="en-AU" sz="1900" kern="1200" dirty="0">
              <a:solidFill>
                <a:schemeClr val="tx1"/>
              </a:solidFill>
            </a:rPr>
            <a:t>Gmail, Outlook</a:t>
          </a:r>
        </a:p>
      </dsp:txBody>
      <dsp:txXfrm>
        <a:off x="3012546" y="337990"/>
        <a:ext cx="2738678" cy="1643207"/>
      </dsp:txXfrm>
    </dsp:sp>
    <dsp:sp modelId="{27E47EAE-8D35-4796-8D5F-9C46244C7560}">
      <dsp:nvSpPr>
        <dsp:cNvPr id="0" name=""/>
        <dsp:cNvSpPr/>
      </dsp:nvSpPr>
      <dsp:spPr>
        <a:xfrm>
          <a:off x="6025093" y="337990"/>
          <a:ext cx="2738678" cy="164320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AU" sz="2400" kern="1200">
              <a:solidFill>
                <a:schemeClr val="tx1"/>
              </a:solidFill>
            </a:rPr>
            <a:t>Remote access</a:t>
          </a:r>
        </a:p>
        <a:p>
          <a:pPr marL="171450" lvl="1" indent="-171450" algn="l" defTabSz="844550">
            <a:lnSpc>
              <a:spcPct val="90000"/>
            </a:lnSpc>
            <a:spcBef>
              <a:spcPct val="0"/>
            </a:spcBef>
            <a:spcAft>
              <a:spcPct val="15000"/>
            </a:spcAft>
            <a:buChar char="•"/>
          </a:pPr>
          <a:r>
            <a:rPr lang="en-AU" sz="1900" kern="1200" dirty="0">
              <a:solidFill>
                <a:schemeClr val="tx1"/>
              </a:solidFill>
            </a:rPr>
            <a:t>PuTTY, Remote Desktop</a:t>
          </a:r>
        </a:p>
      </dsp:txBody>
      <dsp:txXfrm>
        <a:off x="6025093" y="337990"/>
        <a:ext cx="2738678" cy="1643207"/>
      </dsp:txXfrm>
    </dsp:sp>
    <dsp:sp modelId="{FD206D01-9F01-4D04-AED3-C928475388BB}">
      <dsp:nvSpPr>
        <dsp:cNvPr id="0" name=""/>
        <dsp:cNvSpPr/>
      </dsp:nvSpPr>
      <dsp:spPr>
        <a:xfrm>
          <a:off x="0" y="2727733"/>
          <a:ext cx="2738678" cy="164320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AU" sz="2400" kern="1200">
              <a:solidFill>
                <a:schemeClr val="tx1"/>
              </a:solidFill>
            </a:rPr>
            <a:t>Instant messaging</a:t>
          </a:r>
        </a:p>
        <a:p>
          <a:pPr marL="171450" lvl="1" indent="-171450" algn="l" defTabSz="844550">
            <a:lnSpc>
              <a:spcPct val="90000"/>
            </a:lnSpc>
            <a:spcBef>
              <a:spcPct val="0"/>
            </a:spcBef>
            <a:spcAft>
              <a:spcPct val="15000"/>
            </a:spcAft>
            <a:buChar char="•"/>
          </a:pPr>
          <a:r>
            <a:rPr lang="en-AU" sz="1900" kern="1200" dirty="0">
              <a:solidFill>
                <a:schemeClr val="tx1"/>
              </a:solidFill>
            </a:rPr>
            <a:t>Slack, Microsoft Teams</a:t>
          </a:r>
        </a:p>
      </dsp:txBody>
      <dsp:txXfrm>
        <a:off x="0" y="2727733"/>
        <a:ext cx="2738678" cy="1643207"/>
      </dsp:txXfrm>
    </dsp:sp>
    <dsp:sp modelId="{6FB0F605-4E5F-4B90-AFE4-6211FBFD3F9C}">
      <dsp:nvSpPr>
        <dsp:cNvPr id="0" name=""/>
        <dsp:cNvSpPr/>
      </dsp:nvSpPr>
      <dsp:spPr>
        <a:xfrm>
          <a:off x="3012546" y="2727733"/>
          <a:ext cx="2738678" cy="164320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AU" sz="2400" kern="1200">
              <a:solidFill>
                <a:schemeClr val="tx1"/>
              </a:solidFill>
            </a:rPr>
            <a:t>Streaming services</a:t>
          </a:r>
        </a:p>
        <a:p>
          <a:pPr marL="171450" lvl="1" indent="-171450" algn="l" defTabSz="844550">
            <a:lnSpc>
              <a:spcPct val="90000"/>
            </a:lnSpc>
            <a:spcBef>
              <a:spcPct val="0"/>
            </a:spcBef>
            <a:spcAft>
              <a:spcPct val="15000"/>
            </a:spcAft>
            <a:buChar char="•"/>
          </a:pPr>
          <a:r>
            <a:rPr lang="en-AU" sz="1900" kern="1200" dirty="0">
              <a:solidFill>
                <a:schemeClr val="tx1"/>
              </a:solidFill>
            </a:rPr>
            <a:t>Netflix, Spotify, YouTube</a:t>
          </a:r>
        </a:p>
      </dsp:txBody>
      <dsp:txXfrm>
        <a:off x="3012546" y="2727733"/>
        <a:ext cx="2738678" cy="1643207"/>
      </dsp:txXfrm>
    </dsp:sp>
    <dsp:sp modelId="{D5674738-698D-4A28-A565-920395713560}">
      <dsp:nvSpPr>
        <dsp:cNvPr id="0" name=""/>
        <dsp:cNvSpPr/>
      </dsp:nvSpPr>
      <dsp:spPr>
        <a:xfrm>
          <a:off x="6025093" y="2727733"/>
          <a:ext cx="2738678" cy="164320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AU" sz="2400" kern="1200" dirty="0">
              <a:solidFill>
                <a:schemeClr val="tx1"/>
              </a:solidFill>
            </a:rPr>
            <a:t>File transfer</a:t>
          </a:r>
        </a:p>
        <a:p>
          <a:pPr marL="171450" lvl="1" indent="-171450" algn="l" defTabSz="844550">
            <a:lnSpc>
              <a:spcPct val="90000"/>
            </a:lnSpc>
            <a:spcBef>
              <a:spcPct val="0"/>
            </a:spcBef>
            <a:spcAft>
              <a:spcPct val="15000"/>
            </a:spcAft>
            <a:buChar char="•"/>
          </a:pPr>
          <a:r>
            <a:rPr lang="en-AU" sz="1900" kern="1200" dirty="0">
              <a:solidFill>
                <a:schemeClr val="tx1"/>
              </a:solidFill>
            </a:rPr>
            <a:t>FileZilla, WinSCP</a:t>
          </a:r>
        </a:p>
      </dsp:txBody>
      <dsp:txXfrm>
        <a:off x="6025093" y="2727733"/>
        <a:ext cx="2738678" cy="16432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4F7DC4-851B-473B-907B-ECBE3327ACC1}">
      <dsp:nvSpPr>
        <dsp:cNvPr id="0" name=""/>
        <dsp:cNvSpPr/>
      </dsp:nvSpPr>
      <dsp:spPr>
        <a:xfrm>
          <a:off x="3832" y="548703"/>
          <a:ext cx="1960233" cy="1470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en-AU" sz="2200" kern="1200" dirty="0"/>
            <a:t>Applications that require reliable data transfer</a:t>
          </a:r>
        </a:p>
      </dsp:txBody>
      <dsp:txXfrm>
        <a:off x="3832" y="548703"/>
        <a:ext cx="1960233" cy="1470150"/>
      </dsp:txXfrm>
    </dsp:sp>
    <dsp:sp modelId="{D37736C9-968C-4638-AF2D-74FD0AA33534}">
      <dsp:nvSpPr>
        <dsp:cNvPr id="0" name=""/>
        <dsp:cNvSpPr/>
      </dsp:nvSpPr>
      <dsp:spPr>
        <a:xfrm>
          <a:off x="1964066" y="548703"/>
          <a:ext cx="392046" cy="1470150"/>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F787860-E231-4466-A881-276084E845EA}">
      <dsp:nvSpPr>
        <dsp:cNvPr id="0" name=""/>
        <dsp:cNvSpPr/>
      </dsp:nvSpPr>
      <dsp:spPr>
        <a:xfrm>
          <a:off x="2512931" y="548703"/>
          <a:ext cx="5331836" cy="14701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en-AU" sz="2200" kern="1200" dirty="0">
              <a:solidFill>
                <a:schemeClr val="tx1">
                  <a:lumMod val="75000"/>
                  <a:lumOff val="25000"/>
                </a:schemeClr>
              </a:solidFill>
            </a:rPr>
            <a:t>Email, instant messaging, file transfer, financial applications, etc.</a:t>
          </a:r>
        </a:p>
      </dsp:txBody>
      <dsp:txXfrm>
        <a:off x="2512931" y="548703"/>
        <a:ext cx="5331836" cy="1470150"/>
      </dsp:txXfrm>
    </dsp:sp>
    <dsp:sp modelId="{7FC6513B-1D7D-4147-970A-B01FCCA86A26}">
      <dsp:nvSpPr>
        <dsp:cNvPr id="0" name=""/>
        <dsp:cNvSpPr/>
      </dsp:nvSpPr>
      <dsp:spPr>
        <a:xfrm>
          <a:off x="3832" y="2098054"/>
          <a:ext cx="1960233" cy="1143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en-AU" sz="2200" kern="1200"/>
            <a:t>Applications that are loss-tolerant</a:t>
          </a:r>
        </a:p>
      </dsp:txBody>
      <dsp:txXfrm>
        <a:off x="3832" y="2098054"/>
        <a:ext cx="1960233" cy="1143450"/>
      </dsp:txXfrm>
    </dsp:sp>
    <dsp:sp modelId="{1D43AC7A-2CAE-44B8-8262-D2033C42AB71}">
      <dsp:nvSpPr>
        <dsp:cNvPr id="0" name=""/>
        <dsp:cNvSpPr/>
      </dsp:nvSpPr>
      <dsp:spPr>
        <a:xfrm>
          <a:off x="1964066" y="2098054"/>
          <a:ext cx="392046" cy="1143450"/>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B881A9-E581-4FFD-9252-1C057FA7E024}">
      <dsp:nvSpPr>
        <dsp:cNvPr id="0" name=""/>
        <dsp:cNvSpPr/>
      </dsp:nvSpPr>
      <dsp:spPr>
        <a:xfrm>
          <a:off x="2512931" y="2098054"/>
          <a:ext cx="5331836" cy="11434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en-AU" sz="2200" kern="1200" dirty="0">
              <a:solidFill>
                <a:schemeClr val="tx1">
                  <a:lumMod val="75000"/>
                  <a:lumOff val="25000"/>
                </a:schemeClr>
              </a:solidFill>
            </a:rPr>
            <a:t>Multimedia applications, etc.</a:t>
          </a:r>
        </a:p>
      </dsp:txBody>
      <dsp:txXfrm>
        <a:off x="2512931" y="2098054"/>
        <a:ext cx="5331836" cy="11434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4F7DC4-851B-473B-907B-ECBE3327ACC1}">
      <dsp:nvSpPr>
        <dsp:cNvPr id="0" name=""/>
        <dsp:cNvSpPr/>
      </dsp:nvSpPr>
      <dsp:spPr>
        <a:xfrm>
          <a:off x="3832" y="950469"/>
          <a:ext cx="1960233" cy="11954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58420" rIns="163576" bIns="58420" numCol="1" spcCol="1270" anchor="ctr" anchorCtr="0">
          <a:noAutofit/>
        </a:bodyPr>
        <a:lstStyle/>
        <a:p>
          <a:pPr marL="0" lvl="0" indent="0" algn="r" defTabSz="1022350">
            <a:lnSpc>
              <a:spcPct val="90000"/>
            </a:lnSpc>
            <a:spcBef>
              <a:spcPct val="0"/>
            </a:spcBef>
            <a:spcAft>
              <a:spcPct val="35000"/>
            </a:spcAft>
            <a:buNone/>
          </a:pPr>
          <a:r>
            <a:rPr lang="en-AU" sz="2300" kern="1200" dirty="0"/>
            <a:t>Bandwidth-sensitive applications</a:t>
          </a:r>
        </a:p>
      </dsp:txBody>
      <dsp:txXfrm>
        <a:off x="3832" y="950469"/>
        <a:ext cx="1960233" cy="1195425"/>
      </dsp:txXfrm>
    </dsp:sp>
    <dsp:sp modelId="{D37736C9-968C-4638-AF2D-74FD0AA33534}">
      <dsp:nvSpPr>
        <dsp:cNvPr id="0" name=""/>
        <dsp:cNvSpPr/>
      </dsp:nvSpPr>
      <dsp:spPr>
        <a:xfrm>
          <a:off x="1964066" y="950469"/>
          <a:ext cx="392046" cy="1195425"/>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F787860-E231-4466-A881-276084E845EA}">
      <dsp:nvSpPr>
        <dsp:cNvPr id="0" name=""/>
        <dsp:cNvSpPr/>
      </dsp:nvSpPr>
      <dsp:spPr>
        <a:xfrm>
          <a:off x="2512931" y="950469"/>
          <a:ext cx="5331836" cy="119542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AU" sz="2300" kern="1200" dirty="0">
              <a:solidFill>
                <a:schemeClr val="tx1">
                  <a:lumMod val="75000"/>
                  <a:lumOff val="25000"/>
                </a:schemeClr>
              </a:solidFill>
            </a:rPr>
            <a:t>Internet telephony applications, multimedia applications, etc.</a:t>
          </a:r>
        </a:p>
      </dsp:txBody>
      <dsp:txXfrm>
        <a:off x="2512931" y="950469"/>
        <a:ext cx="5331836" cy="1195425"/>
      </dsp:txXfrm>
    </dsp:sp>
    <dsp:sp modelId="{7FC6513B-1D7D-4147-970A-B01FCCA86A26}">
      <dsp:nvSpPr>
        <dsp:cNvPr id="0" name=""/>
        <dsp:cNvSpPr/>
      </dsp:nvSpPr>
      <dsp:spPr>
        <a:xfrm>
          <a:off x="3832" y="2228694"/>
          <a:ext cx="1960233" cy="8396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58420" rIns="163576" bIns="58420" numCol="1" spcCol="1270" anchor="ctr" anchorCtr="0">
          <a:noAutofit/>
        </a:bodyPr>
        <a:lstStyle/>
        <a:p>
          <a:pPr marL="0" lvl="0" indent="0" algn="r" defTabSz="1022350">
            <a:lnSpc>
              <a:spcPct val="90000"/>
            </a:lnSpc>
            <a:spcBef>
              <a:spcPct val="0"/>
            </a:spcBef>
            <a:spcAft>
              <a:spcPct val="35000"/>
            </a:spcAft>
            <a:buNone/>
          </a:pPr>
          <a:r>
            <a:rPr lang="en-AU" sz="2300" kern="1200" dirty="0"/>
            <a:t>Elastic applications</a:t>
          </a:r>
        </a:p>
      </dsp:txBody>
      <dsp:txXfrm>
        <a:off x="3832" y="2228694"/>
        <a:ext cx="1960233" cy="839643"/>
      </dsp:txXfrm>
    </dsp:sp>
    <dsp:sp modelId="{1D43AC7A-2CAE-44B8-8262-D2033C42AB71}">
      <dsp:nvSpPr>
        <dsp:cNvPr id="0" name=""/>
        <dsp:cNvSpPr/>
      </dsp:nvSpPr>
      <dsp:spPr>
        <a:xfrm>
          <a:off x="1964066" y="2228694"/>
          <a:ext cx="392046" cy="839643"/>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B881A9-E581-4FFD-9252-1C057FA7E024}">
      <dsp:nvSpPr>
        <dsp:cNvPr id="0" name=""/>
        <dsp:cNvSpPr/>
      </dsp:nvSpPr>
      <dsp:spPr>
        <a:xfrm>
          <a:off x="2512931" y="2228694"/>
          <a:ext cx="5331836" cy="83964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AU" sz="2300" kern="1200" dirty="0">
              <a:solidFill>
                <a:schemeClr val="tx1">
                  <a:lumMod val="75000"/>
                  <a:lumOff val="25000"/>
                </a:schemeClr>
              </a:solidFill>
            </a:rPr>
            <a:t>Email, file transfer, etc.</a:t>
          </a:r>
        </a:p>
      </dsp:txBody>
      <dsp:txXfrm>
        <a:off x="2512931" y="2228694"/>
        <a:ext cx="5331836" cy="8396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4F7DC4-851B-473B-907B-ECBE3327ACC1}">
      <dsp:nvSpPr>
        <dsp:cNvPr id="0" name=""/>
        <dsp:cNvSpPr/>
      </dsp:nvSpPr>
      <dsp:spPr>
        <a:xfrm>
          <a:off x="3832" y="658278"/>
          <a:ext cx="1960233" cy="11954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58420" rIns="163576" bIns="58420" numCol="1" spcCol="1270" anchor="ctr" anchorCtr="0">
          <a:noAutofit/>
        </a:bodyPr>
        <a:lstStyle/>
        <a:p>
          <a:pPr marL="0" lvl="0" indent="0" algn="r" defTabSz="1022350">
            <a:lnSpc>
              <a:spcPct val="90000"/>
            </a:lnSpc>
            <a:spcBef>
              <a:spcPct val="0"/>
            </a:spcBef>
            <a:spcAft>
              <a:spcPct val="35000"/>
            </a:spcAft>
            <a:buNone/>
          </a:pPr>
          <a:r>
            <a:rPr lang="en-AU" sz="2300" kern="1200" dirty="0"/>
            <a:t>Time-sensitive applications</a:t>
          </a:r>
        </a:p>
      </dsp:txBody>
      <dsp:txXfrm>
        <a:off x="3832" y="658278"/>
        <a:ext cx="1960233" cy="1195425"/>
      </dsp:txXfrm>
    </dsp:sp>
    <dsp:sp modelId="{D37736C9-968C-4638-AF2D-74FD0AA33534}">
      <dsp:nvSpPr>
        <dsp:cNvPr id="0" name=""/>
        <dsp:cNvSpPr/>
      </dsp:nvSpPr>
      <dsp:spPr>
        <a:xfrm>
          <a:off x="1964066" y="452815"/>
          <a:ext cx="392046" cy="160635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F787860-E231-4466-A881-276084E845EA}">
      <dsp:nvSpPr>
        <dsp:cNvPr id="0" name=""/>
        <dsp:cNvSpPr/>
      </dsp:nvSpPr>
      <dsp:spPr>
        <a:xfrm>
          <a:off x="2512931" y="452815"/>
          <a:ext cx="5331836" cy="160635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AU" sz="2300" kern="1200" dirty="0">
              <a:solidFill>
                <a:schemeClr val="tx1">
                  <a:lumMod val="75000"/>
                  <a:lumOff val="25000"/>
                </a:schemeClr>
              </a:solidFill>
            </a:rPr>
            <a:t>Interactive real-time applications, such as Internet telephony, virtual environments, teleconferencing, multiplayer games, etc.</a:t>
          </a:r>
        </a:p>
      </dsp:txBody>
      <dsp:txXfrm>
        <a:off x="2512931" y="452815"/>
        <a:ext cx="5331836" cy="1606352"/>
      </dsp:txXfrm>
    </dsp:sp>
    <dsp:sp modelId="{7FC6513B-1D7D-4147-970A-B01FCCA86A26}">
      <dsp:nvSpPr>
        <dsp:cNvPr id="0" name=""/>
        <dsp:cNvSpPr/>
      </dsp:nvSpPr>
      <dsp:spPr>
        <a:xfrm>
          <a:off x="3832" y="2141967"/>
          <a:ext cx="1960233" cy="11954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58420" rIns="163576" bIns="58420" numCol="1" spcCol="1270" anchor="ctr" anchorCtr="0">
          <a:noAutofit/>
        </a:bodyPr>
        <a:lstStyle/>
        <a:p>
          <a:pPr marL="0" lvl="0" indent="0" algn="r" defTabSz="1022350">
            <a:lnSpc>
              <a:spcPct val="90000"/>
            </a:lnSpc>
            <a:spcBef>
              <a:spcPct val="0"/>
            </a:spcBef>
            <a:spcAft>
              <a:spcPct val="35000"/>
            </a:spcAft>
            <a:buNone/>
          </a:pPr>
          <a:r>
            <a:rPr lang="en-AU" sz="2300" kern="1200" dirty="0"/>
            <a:t>Non time-sensitive applications</a:t>
          </a:r>
        </a:p>
      </dsp:txBody>
      <dsp:txXfrm>
        <a:off x="3832" y="2141967"/>
        <a:ext cx="1960233" cy="1195425"/>
      </dsp:txXfrm>
    </dsp:sp>
    <dsp:sp modelId="{1D43AC7A-2CAE-44B8-8262-D2033C42AB71}">
      <dsp:nvSpPr>
        <dsp:cNvPr id="0" name=""/>
        <dsp:cNvSpPr/>
      </dsp:nvSpPr>
      <dsp:spPr>
        <a:xfrm>
          <a:off x="1964066" y="2141967"/>
          <a:ext cx="392046" cy="1195425"/>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B881A9-E581-4FFD-9252-1C057FA7E024}">
      <dsp:nvSpPr>
        <dsp:cNvPr id="0" name=""/>
        <dsp:cNvSpPr/>
      </dsp:nvSpPr>
      <dsp:spPr>
        <a:xfrm>
          <a:off x="2512931" y="2141967"/>
          <a:ext cx="5331836" cy="119542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AU" sz="2300" kern="1200" dirty="0">
              <a:solidFill>
                <a:schemeClr val="tx1">
                  <a:lumMod val="75000"/>
                  <a:lumOff val="25000"/>
                </a:schemeClr>
              </a:solidFill>
            </a:rPr>
            <a:t>Email, file transfer, etc.</a:t>
          </a:r>
        </a:p>
      </dsp:txBody>
      <dsp:txXfrm>
        <a:off x="2512931" y="2141967"/>
        <a:ext cx="5331836" cy="119542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CB06F7-865D-4135-945D-D7C8AC842B53}">
      <dsp:nvSpPr>
        <dsp:cNvPr id="0" name=""/>
        <dsp:cNvSpPr/>
      </dsp:nvSpPr>
      <dsp:spPr>
        <a:xfrm>
          <a:off x="39" y="113461"/>
          <a:ext cx="3738748" cy="777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u="sng" kern="1200" dirty="0">
              <a:solidFill>
                <a:schemeClr val="tx1">
                  <a:lumMod val="85000"/>
                  <a:lumOff val="15000"/>
                </a:schemeClr>
              </a:solidFill>
            </a:rPr>
            <a:t>Non-persistent HTTP</a:t>
          </a:r>
          <a:endParaRPr lang="en-AU" sz="2700" kern="1200" dirty="0">
            <a:solidFill>
              <a:schemeClr val="tx1">
                <a:lumMod val="85000"/>
                <a:lumOff val="15000"/>
              </a:schemeClr>
            </a:solidFill>
          </a:endParaRPr>
        </a:p>
      </dsp:txBody>
      <dsp:txXfrm>
        <a:off x="39" y="113461"/>
        <a:ext cx="3738748" cy="777600"/>
      </dsp:txXfrm>
    </dsp:sp>
    <dsp:sp modelId="{CFC47F92-9176-4387-AAB9-3932AF55BE6C}">
      <dsp:nvSpPr>
        <dsp:cNvPr id="0" name=""/>
        <dsp:cNvSpPr/>
      </dsp:nvSpPr>
      <dsp:spPr>
        <a:xfrm>
          <a:off x="39" y="891061"/>
          <a:ext cx="3738748" cy="3168416"/>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At most </a:t>
          </a:r>
          <a:r>
            <a:rPr lang="en-US" sz="2500" b="1" kern="1200" dirty="0">
              <a:solidFill>
                <a:schemeClr val="tx1">
                  <a:lumMod val="85000"/>
                  <a:lumOff val="15000"/>
                </a:schemeClr>
              </a:solidFill>
            </a:rPr>
            <a:t>one object </a:t>
          </a:r>
          <a:r>
            <a:rPr lang="en-US" sz="2500" kern="1200" dirty="0"/>
            <a:t>is sent over a TCP connection.</a:t>
          </a:r>
          <a:endParaRPr lang="en-AU" sz="2500" kern="1200" dirty="0"/>
        </a:p>
        <a:p>
          <a:pPr marL="228600" lvl="1" indent="-228600" algn="l" defTabSz="1111250">
            <a:lnSpc>
              <a:spcPct val="90000"/>
            </a:lnSpc>
            <a:spcBef>
              <a:spcPct val="0"/>
            </a:spcBef>
            <a:spcAft>
              <a:spcPct val="15000"/>
            </a:spcAft>
            <a:buChar char="•"/>
          </a:pPr>
          <a:endParaRPr lang="en-AU" sz="2500" kern="1200" dirty="0"/>
        </a:p>
        <a:p>
          <a:pPr marL="228600" lvl="1" indent="-228600" algn="l" defTabSz="1111250">
            <a:lnSpc>
              <a:spcPct val="90000"/>
            </a:lnSpc>
            <a:spcBef>
              <a:spcPct val="0"/>
            </a:spcBef>
            <a:spcAft>
              <a:spcPct val="15000"/>
            </a:spcAft>
            <a:buChar char="•"/>
          </a:pPr>
          <a:r>
            <a:rPr lang="en-US" sz="2500" kern="1200" dirty="0"/>
            <a:t>HTTP/1.0 uses nonpersistent HTTP.</a:t>
          </a:r>
          <a:endParaRPr lang="en-AU" sz="2500" kern="1200" dirty="0"/>
        </a:p>
      </dsp:txBody>
      <dsp:txXfrm>
        <a:off x="39" y="891061"/>
        <a:ext cx="3738748" cy="3168416"/>
      </dsp:txXfrm>
    </dsp:sp>
    <dsp:sp modelId="{49EF63D5-51B4-4041-87B5-DAC939B239A4}">
      <dsp:nvSpPr>
        <dsp:cNvPr id="0" name=""/>
        <dsp:cNvSpPr/>
      </dsp:nvSpPr>
      <dsp:spPr>
        <a:xfrm>
          <a:off x="4262212" y="113461"/>
          <a:ext cx="3738748" cy="777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u="sng" kern="1200" dirty="0">
              <a:solidFill>
                <a:schemeClr val="tx1">
                  <a:lumMod val="85000"/>
                  <a:lumOff val="15000"/>
                </a:schemeClr>
              </a:solidFill>
            </a:rPr>
            <a:t>Persistent HTTP</a:t>
          </a:r>
          <a:endParaRPr lang="en-AU" sz="2700" kern="1200" dirty="0">
            <a:solidFill>
              <a:schemeClr val="tx1">
                <a:lumMod val="85000"/>
                <a:lumOff val="15000"/>
              </a:schemeClr>
            </a:solidFill>
          </a:endParaRPr>
        </a:p>
      </dsp:txBody>
      <dsp:txXfrm>
        <a:off x="4262212" y="113461"/>
        <a:ext cx="3738748" cy="777600"/>
      </dsp:txXfrm>
    </dsp:sp>
    <dsp:sp modelId="{82760B25-E770-4F48-A033-48472419BC34}">
      <dsp:nvSpPr>
        <dsp:cNvPr id="0" name=""/>
        <dsp:cNvSpPr/>
      </dsp:nvSpPr>
      <dsp:spPr>
        <a:xfrm>
          <a:off x="4262212" y="891061"/>
          <a:ext cx="3738748" cy="3168416"/>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b="1" kern="1200" dirty="0"/>
            <a:t>Multiple objects </a:t>
          </a:r>
          <a:r>
            <a:rPr lang="en-US" sz="2500" kern="1200" dirty="0"/>
            <a:t>can be sent over a TCP connection.</a:t>
          </a:r>
          <a:endParaRPr lang="en-AU" sz="2500" kern="1200" dirty="0"/>
        </a:p>
        <a:p>
          <a:pPr marL="228600" lvl="1" indent="-228600" algn="l" defTabSz="1111250">
            <a:lnSpc>
              <a:spcPct val="90000"/>
            </a:lnSpc>
            <a:spcBef>
              <a:spcPct val="0"/>
            </a:spcBef>
            <a:spcAft>
              <a:spcPct val="15000"/>
            </a:spcAft>
            <a:buChar char="•"/>
          </a:pPr>
          <a:endParaRPr lang="en-AU" sz="2500" kern="1200" dirty="0"/>
        </a:p>
        <a:p>
          <a:pPr marL="228600" lvl="1" indent="-228600" algn="l" defTabSz="1111250">
            <a:lnSpc>
              <a:spcPct val="90000"/>
            </a:lnSpc>
            <a:spcBef>
              <a:spcPct val="0"/>
            </a:spcBef>
            <a:spcAft>
              <a:spcPct val="15000"/>
            </a:spcAft>
            <a:buChar char="•"/>
          </a:pPr>
          <a:r>
            <a:rPr lang="en-US" sz="2500" kern="1200" dirty="0"/>
            <a:t>HTTP/1.1, HTTP/2, and HTTP/3 use persistent HTTP.</a:t>
          </a:r>
          <a:endParaRPr lang="en-AU" sz="2500" kern="1200" dirty="0"/>
        </a:p>
      </dsp:txBody>
      <dsp:txXfrm>
        <a:off x="4262212" y="891061"/>
        <a:ext cx="3738748" cy="316841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267F7E-9231-46B3-A94E-4C7F177CCCDA}">
      <dsp:nvSpPr>
        <dsp:cNvPr id="0" name=""/>
        <dsp:cNvSpPr/>
      </dsp:nvSpPr>
      <dsp:spPr>
        <a:xfrm>
          <a:off x="599946" y="2847"/>
          <a:ext cx="6343907" cy="6657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dirty="0">
              <a:solidFill>
                <a:schemeClr val="tx1"/>
              </a:solidFill>
            </a:rPr>
            <a:t>The HTTP client initiates a TCP connection to the server www.someSchool.edu on port number 80</a:t>
          </a:r>
        </a:p>
      </dsp:txBody>
      <dsp:txXfrm>
        <a:off x="619445" y="22346"/>
        <a:ext cx="6304909" cy="626760"/>
      </dsp:txXfrm>
    </dsp:sp>
    <dsp:sp modelId="{CD99A662-D73D-4FD7-B8FB-AF7B46F45081}">
      <dsp:nvSpPr>
        <dsp:cNvPr id="0" name=""/>
        <dsp:cNvSpPr/>
      </dsp:nvSpPr>
      <dsp:spPr>
        <a:xfrm rot="5400000">
          <a:off x="3647070" y="685249"/>
          <a:ext cx="249659" cy="2995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AU" sz="1100" kern="1200"/>
        </a:p>
      </dsp:txBody>
      <dsp:txXfrm rot="-5400000">
        <a:off x="3682022" y="710215"/>
        <a:ext cx="179755" cy="174761"/>
      </dsp:txXfrm>
    </dsp:sp>
    <dsp:sp modelId="{D91E883C-9DAF-41A0-B3F7-1FD3DA889E5E}">
      <dsp:nvSpPr>
        <dsp:cNvPr id="0" name=""/>
        <dsp:cNvSpPr/>
      </dsp:nvSpPr>
      <dsp:spPr>
        <a:xfrm>
          <a:off x="599946" y="1001485"/>
          <a:ext cx="6343907" cy="6657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solidFill>
                <a:schemeClr val="tx1"/>
              </a:solidFill>
            </a:rPr>
            <a:t>The HTTP client sends an HTTP request message to the server via its socket. The request message includes the path name /</a:t>
          </a:r>
          <a:r>
            <a:rPr lang="en-GB" sz="1200" kern="1200" dirty="0" err="1">
              <a:solidFill>
                <a:schemeClr val="tx1"/>
              </a:solidFill>
            </a:rPr>
            <a:t>someDepartment</a:t>
          </a:r>
          <a:r>
            <a:rPr lang="en-GB" sz="1200" kern="1200" dirty="0">
              <a:solidFill>
                <a:schemeClr val="tx1"/>
              </a:solidFill>
            </a:rPr>
            <a:t>/</a:t>
          </a:r>
          <a:r>
            <a:rPr lang="en-GB" sz="1200" kern="1200" dirty="0" err="1">
              <a:solidFill>
                <a:schemeClr val="tx1"/>
              </a:solidFill>
            </a:rPr>
            <a:t>home.index</a:t>
          </a:r>
          <a:endParaRPr lang="en-AU" sz="1200" kern="1200" dirty="0">
            <a:solidFill>
              <a:schemeClr val="tx1"/>
            </a:solidFill>
          </a:endParaRPr>
        </a:p>
      </dsp:txBody>
      <dsp:txXfrm>
        <a:off x="619445" y="1020984"/>
        <a:ext cx="6304909" cy="626760"/>
      </dsp:txXfrm>
    </dsp:sp>
    <dsp:sp modelId="{70EAC3FA-0DC4-4EE8-B3D4-50251BC46CFF}">
      <dsp:nvSpPr>
        <dsp:cNvPr id="0" name=""/>
        <dsp:cNvSpPr/>
      </dsp:nvSpPr>
      <dsp:spPr>
        <a:xfrm rot="5400000">
          <a:off x="3647070" y="1683887"/>
          <a:ext cx="249659" cy="2995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AU" sz="1100" kern="1200"/>
        </a:p>
      </dsp:txBody>
      <dsp:txXfrm rot="-5400000">
        <a:off x="3682022" y="1708853"/>
        <a:ext cx="179755" cy="174761"/>
      </dsp:txXfrm>
    </dsp:sp>
    <dsp:sp modelId="{4EF57B9E-CAB9-4E1A-85CC-BAF58BBD3257}">
      <dsp:nvSpPr>
        <dsp:cNvPr id="0" name=""/>
        <dsp:cNvSpPr/>
      </dsp:nvSpPr>
      <dsp:spPr>
        <a:xfrm>
          <a:off x="599946" y="2000123"/>
          <a:ext cx="6343907" cy="6657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solidFill>
                <a:schemeClr val="tx1"/>
              </a:solidFill>
            </a:rPr>
            <a:t>The HTTP server receives the request message via its socket, retrieves the object from its storage, encapsulates the object in an HTTP response message, and sends the response to the client via its socket</a:t>
          </a:r>
          <a:endParaRPr lang="en-AU" sz="1200" kern="1200" dirty="0">
            <a:solidFill>
              <a:schemeClr val="tx1"/>
            </a:solidFill>
          </a:endParaRPr>
        </a:p>
      </dsp:txBody>
      <dsp:txXfrm>
        <a:off x="619445" y="2019622"/>
        <a:ext cx="6304909" cy="626760"/>
      </dsp:txXfrm>
    </dsp:sp>
    <dsp:sp modelId="{938D9487-C937-4F64-9DBD-075E4E575A73}">
      <dsp:nvSpPr>
        <dsp:cNvPr id="0" name=""/>
        <dsp:cNvSpPr/>
      </dsp:nvSpPr>
      <dsp:spPr>
        <a:xfrm rot="5400000">
          <a:off x="3647070" y="2682525"/>
          <a:ext cx="249659" cy="2995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AU" sz="1100" kern="1200"/>
        </a:p>
      </dsp:txBody>
      <dsp:txXfrm rot="-5400000">
        <a:off x="3682022" y="2707491"/>
        <a:ext cx="179755" cy="174761"/>
      </dsp:txXfrm>
    </dsp:sp>
    <dsp:sp modelId="{69DAAB95-2821-400F-AC7A-212701C61672}">
      <dsp:nvSpPr>
        <dsp:cNvPr id="0" name=""/>
        <dsp:cNvSpPr/>
      </dsp:nvSpPr>
      <dsp:spPr>
        <a:xfrm>
          <a:off x="599946" y="2998761"/>
          <a:ext cx="6343907" cy="6657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solidFill>
                <a:schemeClr val="tx1"/>
              </a:solidFill>
            </a:rPr>
            <a:t>The HTTP server tells TCP to close the TCP connection</a:t>
          </a:r>
          <a:endParaRPr lang="en-AU" sz="1200" kern="1200" dirty="0">
            <a:solidFill>
              <a:schemeClr val="tx1"/>
            </a:solidFill>
          </a:endParaRPr>
        </a:p>
      </dsp:txBody>
      <dsp:txXfrm>
        <a:off x="619445" y="3018260"/>
        <a:ext cx="6304909" cy="626760"/>
      </dsp:txXfrm>
    </dsp:sp>
    <dsp:sp modelId="{0D872084-2B2C-4FF4-86E8-57590DE8E8AA}">
      <dsp:nvSpPr>
        <dsp:cNvPr id="0" name=""/>
        <dsp:cNvSpPr/>
      </dsp:nvSpPr>
      <dsp:spPr>
        <a:xfrm rot="5400000">
          <a:off x="3647070" y="3681163"/>
          <a:ext cx="249659" cy="2995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AU" sz="1100" kern="1200"/>
        </a:p>
      </dsp:txBody>
      <dsp:txXfrm rot="-5400000">
        <a:off x="3682022" y="3706129"/>
        <a:ext cx="179755" cy="174761"/>
      </dsp:txXfrm>
    </dsp:sp>
    <dsp:sp modelId="{5AD5BF2F-9D75-4F5C-9C97-29A18632B510}">
      <dsp:nvSpPr>
        <dsp:cNvPr id="0" name=""/>
        <dsp:cNvSpPr/>
      </dsp:nvSpPr>
      <dsp:spPr>
        <a:xfrm>
          <a:off x="599946" y="3997399"/>
          <a:ext cx="6343907" cy="6657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solidFill>
                <a:schemeClr val="tx1"/>
              </a:solidFill>
            </a:rPr>
            <a:t>The HTTP client receives the response message. The TCP connection terminates. The client extracts the file from the response message, examines the HTML file, and finds </a:t>
          </a:r>
          <a:r>
            <a:rPr lang="en-GB" sz="1200" i="1" kern="1200" dirty="0">
              <a:solidFill>
                <a:schemeClr val="tx1"/>
              </a:solidFill>
            </a:rPr>
            <a:t>references</a:t>
          </a:r>
          <a:r>
            <a:rPr lang="en-GB" sz="1200" kern="1200" dirty="0">
              <a:solidFill>
                <a:schemeClr val="tx1"/>
              </a:solidFill>
            </a:rPr>
            <a:t> to the 10 JPEG objects.</a:t>
          </a:r>
          <a:endParaRPr lang="en-AU" sz="1200" kern="1200" dirty="0">
            <a:solidFill>
              <a:schemeClr val="tx1"/>
            </a:solidFill>
          </a:endParaRPr>
        </a:p>
      </dsp:txBody>
      <dsp:txXfrm>
        <a:off x="619445" y="4016898"/>
        <a:ext cx="6304909" cy="6267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75E4B6-F4B6-472D-9F2F-11F2A675D4FD}">
      <dsp:nvSpPr>
        <dsp:cNvPr id="0" name=""/>
        <dsp:cNvSpPr/>
      </dsp:nvSpPr>
      <dsp:spPr>
        <a:xfrm rot="16200000">
          <a:off x="933450" y="-933450"/>
          <a:ext cx="1714500" cy="3581400"/>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lumMod val="85000"/>
                  <a:lumOff val="15000"/>
                </a:schemeClr>
              </a:solidFill>
            </a:rPr>
            <a:t>a cookie header line in the HTTP response message</a:t>
          </a:r>
          <a:endParaRPr lang="en-AU" sz="1900" kern="1200" dirty="0">
            <a:solidFill>
              <a:schemeClr val="tx1">
                <a:lumMod val="85000"/>
                <a:lumOff val="15000"/>
              </a:schemeClr>
            </a:solidFill>
          </a:endParaRPr>
        </a:p>
      </dsp:txBody>
      <dsp:txXfrm rot="5400000">
        <a:off x="0" y="0"/>
        <a:ext cx="3581400" cy="1285875"/>
      </dsp:txXfrm>
    </dsp:sp>
    <dsp:sp modelId="{49E7F69D-A8F4-46B9-A51E-67285F7FC42A}">
      <dsp:nvSpPr>
        <dsp:cNvPr id="0" name=""/>
        <dsp:cNvSpPr/>
      </dsp:nvSpPr>
      <dsp:spPr>
        <a:xfrm>
          <a:off x="3581400" y="0"/>
          <a:ext cx="3581400" cy="1714500"/>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lumMod val="85000"/>
                  <a:lumOff val="15000"/>
                </a:schemeClr>
              </a:solidFill>
            </a:rPr>
            <a:t>a cookie header line in the HTTP request message</a:t>
          </a:r>
          <a:endParaRPr lang="en-AU" sz="1900" kern="1200" dirty="0">
            <a:solidFill>
              <a:schemeClr val="tx1">
                <a:lumMod val="85000"/>
                <a:lumOff val="15000"/>
              </a:schemeClr>
            </a:solidFill>
          </a:endParaRPr>
        </a:p>
      </dsp:txBody>
      <dsp:txXfrm>
        <a:off x="3581400" y="0"/>
        <a:ext cx="3581400" cy="1285875"/>
      </dsp:txXfrm>
    </dsp:sp>
    <dsp:sp modelId="{5B82F484-AC1D-4950-89D2-F81966D5E929}">
      <dsp:nvSpPr>
        <dsp:cNvPr id="0" name=""/>
        <dsp:cNvSpPr/>
      </dsp:nvSpPr>
      <dsp:spPr>
        <a:xfrm rot="10800000">
          <a:off x="0" y="1714500"/>
          <a:ext cx="3581400" cy="1714500"/>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lumMod val="85000"/>
                  <a:lumOff val="15000"/>
                </a:schemeClr>
              </a:solidFill>
            </a:rPr>
            <a:t>a cookie file kept on the user’s end system and managed by the user’s browser</a:t>
          </a:r>
          <a:endParaRPr lang="en-AU" sz="1900" kern="1200" dirty="0">
            <a:solidFill>
              <a:schemeClr val="tx1">
                <a:lumMod val="85000"/>
                <a:lumOff val="15000"/>
              </a:schemeClr>
            </a:solidFill>
          </a:endParaRPr>
        </a:p>
      </dsp:txBody>
      <dsp:txXfrm rot="10800000">
        <a:off x="0" y="2143125"/>
        <a:ext cx="3581400" cy="1285875"/>
      </dsp:txXfrm>
    </dsp:sp>
    <dsp:sp modelId="{3EBADD1F-D4D3-47FD-B122-03C109927A1C}">
      <dsp:nvSpPr>
        <dsp:cNvPr id="0" name=""/>
        <dsp:cNvSpPr/>
      </dsp:nvSpPr>
      <dsp:spPr>
        <a:xfrm rot="5400000">
          <a:off x="4514850" y="781050"/>
          <a:ext cx="1714500" cy="3581400"/>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b="0" kern="1200" dirty="0">
              <a:solidFill>
                <a:schemeClr val="tx1">
                  <a:lumMod val="85000"/>
                  <a:lumOff val="15000"/>
                </a:schemeClr>
              </a:solidFill>
            </a:rPr>
            <a:t>a back-end database at the Web site</a:t>
          </a:r>
          <a:endParaRPr lang="en-AU" sz="1900" kern="1200" dirty="0">
            <a:solidFill>
              <a:schemeClr val="tx1">
                <a:lumMod val="85000"/>
                <a:lumOff val="15000"/>
              </a:schemeClr>
            </a:solidFill>
          </a:endParaRPr>
        </a:p>
      </dsp:txBody>
      <dsp:txXfrm rot="-5400000">
        <a:off x="3581400" y="2143124"/>
        <a:ext cx="3581400" cy="1285875"/>
      </dsp:txXfrm>
    </dsp:sp>
    <dsp:sp modelId="{CC01AE55-1D22-4ECA-88D4-8F4B4D49C279}">
      <dsp:nvSpPr>
        <dsp:cNvPr id="0" name=""/>
        <dsp:cNvSpPr/>
      </dsp:nvSpPr>
      <dsp:spPr>
        <a:xfrm>
          <a:off x="2506980" y="1285875"/>
          <a:ext cx="2148840" cy="857250"/>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Four components</a:t>
          </a:r>
          <a:endParaRPr lang="en-AU" sz="1900" kern="1200"/>
        </a:p>
      </dsp:txBody>
      <dsp:txXfrm>
        <a:off x="2548827" y="1327722"/>
        <a:ext cx="2065146" cy="77355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3.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4.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434999" cy="354965"/>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sz="quarter" idx="1"/>
          </p:nvPr>
        </p:nvSpPr>
        <p:spPr>
          <a:xfrm>
            <a:off x="5797247" y="1"/>
            <a:ext cx="4434999" cy="354965"/>
          </a:xfrm>
          <a:prstGeom prst="rect">
            <a:avLst/>
          </a:prstGeom>
        </p:spPr>
        <p:txBody>
          <a:bodyPr vert="horz" lIns="99048" tIns="49524" rIns="99048" bIns="49524" rtlCol="0"/>
          <a:lstStyle>
            <a:lvl1pPr algn="r">
              <a:defRPr sz="1300"/>
            </a:lvl1pPr>
          </a:lstStyle>
          <a:p>
            <a:fld id="{9171B9FB-064D-4E1A-BDB0-8DB78ADBE212}" type="datetimeFigureOut">
              <a:rPr lang="en-US" smtClean="0"/>
              <a:pPr/>
              <a:t>10/13/25</a:t>
            </a:fld>
            <a:endParaRPr lang="en-US"/>
          </a:p>
        </p:txBody>
      </p:sp>
      <p:sp>
        <p:nvSpPr>
          <p:cNvPr id="4" name="Footer Placeholder 3"/>
          <p:cNvSpPr>
            <a:spLocks noGrp="1"/>
          </p:cNvSpPr>
          <p:nvPr>
            <p:ph type="ftr" sz="quarter" idx="2"/>
          </p:nvPr>
        </p:nvSpPr>
        <p:spPr>
          <a:xfrm>
            <a:off x="1" y="6743104"/>
            <a:ext cx="4434999" cy="354965"/>
          </a:xfrm>
          <a:prstGeom prst="rect">
            <a:avLst/>
          </a:prstGeom>
        </p:spPr>
        <p:txBody>
          <a:bodyPr vert="horz" lIns="99048" tIns="49524" rIns="99048" bIns="49524" rtlCol="0" anchor="b"/>
          <a:lstStyle>
            <a:lvl1pPr algn="l">
              <a:defRPr sz="1300"/>
            </a:lvl1pPr>
          </a:lstStyle>
          <a:p>
            <a:endParaRPr lang="en-US"/>
          </a:p>
        </p:txBody>
      </p:sp>
      <p:sp>
        <p:nvSpPr>
          <p:cNvPr id="5" name="Slide Number Placeholder 4"/>
          <p:cNvSpPr>
            <a:spLocks noGrp="1"/>
          </p:cNvSpPr>
          <p:nvPr>
            <p:ph type="sldNum" sz="quarter" idx="3"/>
          </p:nvPr>
        </p:nvSpPr>
        <p:spPr>
          <a:xfrm>
            <a:off x="5797247" y="6743104"/>
            <a:ext cx="4434999" cy="354965"/>
          </a:xfrm>
          <a:prstGeom prst="rect">
            <a:avLst/>
          </a:prstGeom>
        </p:spPr>
        <p:txBody>
          <a:bodyPr vert="horz" lIns="99048" tIns="49524" rIns="99048" bIns="49524" rtlCol="0" anchor="b"/>
          <a:lstStyle>
            <a:lvl1pPr algn="r">
              <a:defRPr sz="1300"/>
            </a:lvl1pPr>
          </a:lstStyle>
          <a:p>
            <a:fld id="{7D18A78B-FBFA-426E-8172-10B041FD6729}" type="slidenum">
              <a:rPr lang="en-US" smtClean="0"/>
              <a:pPr/>
              <a:t>‹#›</a:t>
            </a:fld>
            <a:endParaRPr lang="en-US"/>
          </a:p>
        </p:txBody>
      </p:sp>
    </p:spTree>
    <p:extLst>
      <p:ext uri="{BB962C8B-B14F-4D97-AF65-F5344CB8AC3E}">
        <p14:creationId xmlns:p14="http://schemas.microsoft.com/office/powerpoint/2010/main" val="250204916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1" y="1"/>
            <a:ext cx="4434999" cy="35496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defRPr sz="1300"/>
            </a:lvl1pPr>
          </a:lstStyle>
          <a:p>
            <a:pPr>
              <a:defRPr/>
            </a:pPr>
            <a:endParaRPr lang="en-US"/>
          </a:p>
        </p:txBody>
      </p:sp>
      <p:sp>
        <p:nvSpPr>
          <p:cNvPr id="27651" name="Rectangle 3"/>
          <p:cNvSpPr>
            <a:spLocks noGrp="1" noChangeArrowheads="1"/>
          </p:cNvSpPr>
          <p:nvPr>
            <p:ph type="dt" idx="1"/>
          </p:nvPr>
        </p:nvSpPr>
        <p:spPr bwMode="auto">
          <a:xfrm>
            <a:off x="5797247" y="1"/>
            <a:ext cx="4434999" cy="35496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a:defRPr sz="1300"/>
            </a:lvl1pPr>
          </a:lstStyle>
          <a:p>
            <a:pPr>
              <a:defRPr/>
            </a:pPr>
            <a:endParaRPr lang="en-US"/>
          </a:p>
        </p:txBody>
      </p:sp>
      <p:sp>
        <p:nvSpPr>
          <p:cNvPr id="89092" name="Rectangle 4"/>
          <p:cNvSpPr>
            <a:spLocks noGrp="1" noRot="1" noChangeAspect="1" noChangeArrowheads="1" noTextEdit="1"/>
          </p:cNvSpPr>
          <p:nvPr>
            <p:ph type="sldImg" idx="2"/>
          </p:nvPr>
        </p:nvSpPr>
        <p:spPr bwMode="auto">
          <a:xfrm>
            <a:off x="3341688" y="533400"/>
            <a:ext cx="3551237" cy="2662238"/>
          </a:xfrm>
          <a:prstGeom prst="rect">
            <a:avLst/>
          </a:prstGeom>
          <a:noFill/>
          <a:ln w="9525">
            <a:solidFill>
              <a:srgbClr val="000000"/>
            </a:solidFill>
            <a:miter lim="800000"/>
            <a:headEnd/>
            <a:tailEnd/>
          </a:ln>
        </p:spPr>
      </p:sp>
      <p:sp>
        <p:nvSpPr>
          <p:cNvPr id="27653" name="Rectangle 5"/>
          <p:cNvSpPr>
            <a:spLocks noGrp="1" noChangeArrowheads="1"/>
          </p:cNvSpPr>
          <p:nvPr>
            <p:ph type="body" sz="quarter" idx="3"/>
          </p:nvPr>
        </p:nvSpPr>
        <p:spPr bwMode="auto">
          <a:xfrm>
            <a:off x="1023462" y="3372167"/>
            <a:ext cx="8187690" cy="319468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654" name="Rectangle 6"/>
          <p:cNvSpPr>
            <a:spLocks noGrp="1" noChangeArrowheads="1"/>
          </p:cNvSpPr>
          <p:nvPr>
            <p:ph type="ftr" sz="quarter" idx="4"/>
          </p:nvPr>
        </p:nvSpPr>
        <p:spPr bwMode="auto">
          <a:xfrm>
            <a:off x="1" y="6743104"/>
            <a:ext cx="4434999" cy="35496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defRPr sz="1300"/>
            </a:lvl1pPr>
          </a:lstStyle>
          <a:p>
            <a:pPr>
              <a:defRPr/>
            </a:pPr>
            <a:endParaRPr lang="en-US"/>
          </a:p>
        </p:txBody>
      </p:sp>
      <p:sp>
        <p:nvSpPr>
          <p:cNvPr id="27655" name="Rectangle 7"/>
          <p:cNvSpPr>
            <a:spLocks noGrp="1" noChangeArrowheads="1"/>
          </p:cNvSpPr>
          <p:nvPr>
            <p:ph type="sldNum" sz="quarter" idx="5"/>
          </p:nvPr>
        </p:nvSpPr>
        <p:spPr bwMode="auto">
          <a:xfrm>
            <a:off x="5797247" y="6743104"/>
            <a:ext cx="4434999" cy="35496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a:defRPr sz="1300"/>
            </a:lvl1pPr>
          </a:lstStyle>
          <a:p>
            <a:pPr>
              <a:defRPr/>
            </a:pPr>
            <a:fld id="{CDD86EFA-503C-41EF-9C8B-1F7E04CC0902}" type="slidenum">
              <a:rPr lang="en-US"/>
              <a:pPr>
                <a:defRPr/>
              </a:pPr>
              <a:t>‹#›</a:t>
            </a:fld>
            <a:endParaRPr lang="en-US"/>
          </a:p>
        </p:txBody>
      </p:sp>
    </p:spTree>
    <p:extLst>
      <p:ext uri="{BB962C8B-B14F-4D97-AF65-F5344CB8AC3E}">
        <p14:creationId xmlns:p14="http://schemas.microsoft.com/office/powerpoint/2010/main" val="791835052"/>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tools.ietf.org/html/rfc7230#section-3.1.1" TargetMode="External"/><Relationship Id="rId2" Type="http://schemas.openxmlformats.org/officeDocument/2006/relationships/slide" Target="../slides/slide27.xml"/><Relationship Id="rId1" Type="http://schemas.openxmlformats.org/officeDocument/2006/relationships/notesMaster" Target="../notesMasters/notesMaster1.xml"/><Relationship Id="rId5" Type="http://schemas.openxmlformats.org/officeDocument/2006/relationships/hyperlink" Target="https://tools.ietf.org/html/rfc7230#section-3.3" TargetMode="External"/><Relationship Id="rId4" Type="http://schemas.openxmlformats.org/officeDocument/2006/relationships/hyperlink" Target="https://tools.ietf.org/html/rfc7230#section-3.2"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Tree>
    <p:extLst>
      <p:ext uri="{BB962C8B-B14F-4D97-AF65-F5344CB8AC3E}">
        <p14:creationId xmlns:p14="http://schemas.microsoft.com/office/powerpoint/2010/main" val="774458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a:defRPr/>
            </a:pPr>
            <a:fld id="{CDD86EFA-503C-41EF-9C8B-1F7E04CC0902}" type="slidenum">
              <a:rPr lang="en-US" smtClean="0"/>
              <a:pPr>
                <a:defRPr/>
              </a:pPr>
              <a:t>2</a:t>
            </a:fld>
            <a:endParaRPr lang="en-US"/>
          </a:p>
        </p:txBody>
      </p:sp>
    </p:spTree>
    <p:extLst>
      <p:ext uri="{BB962C8B-B14F-4D97-AF65-F5344CB8AC3E}">
        <p14:creationId xmlns:p14="http://schemas.microsoft.com/office/powerpoint/2010/main" val="836207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At the core of network application development is writing programs that run on different end systems and communicate with each other over the network</a:t>
            </a:r>
          </a:p>
          <a:p>
            <a:endParaRPr lang="en-GB" dirty="0"/>
          </a:p>
          <a:p>
            <a:r>
              <a:rPr lang="en-GB" dirty="0"/>
              <a:t>Communication for a network application takes place between end systems at the application layer.</a:t>
            </a:r>
          </a:p>
        </p:txBody>
      </p:sp>
    </p:spTree>
    <p:extLst>
      <p:ext uri="{BB962C8B-B14F-4D97-AF65-F5344CB8AC3E}">
        <p14:creationId xmlns:p14="http://schemas.microsoft.com/office/powerpoint/2010/main" val="1038305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Email: SMTP, IMAP</a:t>
            </a:r>
          </a:p>
          <a:p>
            <a:endParaRPr lang="en-GB" dirty="0"/>
          </a:p>
          <a:p>
            <a:r>
              <a:rPr lang="en-GB" dirty="0"/>
              <a:t>Remote access: SSH, RDP</a:t>
            </a:r>
          </a:p>
          <a:p>
            <a:endParaRPr lang="en-AU" dirty="0"/>
          </a:p>
        </p:txBody>
      </p:sp>
    </p:spTree>
    <p:extLst>
      <p:ext uri="{BB962C8B-B14F-4D97-AF65-F5344CB8AC3E}">
        <p14:creationId xmlns:p14="http://schemas.microsoft.com/office/powerpoint/2010/main" val="349294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Most applications consist of pairs of communicating processes, with the two processes in each pair sending messages to each other.</a:t>
            </a:r>
          </a:p>
          <a:p>
            <a:endParaRPr lang="en-GB" dirty="0"/>
          </a:p>
          <a:p>
            <a:r>
              <a:rPr lang="en-GB" dirty="0"/>
              <a:t>A process sends messages into, and receives messages from, the network through a software interface called a socket.</a:t>
            </a:r>
          </a:p>
          <a:p>
            <a:endParaRPr lang="en-GB" dirty="0"/>
          </a:p>
          <a:p>
            <a:r>
              <a:rPr lang="en-GB" dirty="0"/>
              <a:t>In this figure, a socket is the interface between the application layer and the transport layer within a host. It is also referred to as the Application Programming Interface (API) between the application and the network, since the socket is the programming interface with which network applications are built.</a:t>
            </a:r>
            <a:endParaRPr lang="en-AU" dirty="0"/>
          </a:p>
        </p:txBody>
      </p:sp>
    </p:spTree>
    <p:extLst>
      <p:ext uri="{BB962C8B-B14F-4D97-AF65-F5344CB8AC3E}">
        <p14:creationId xmlns:p14="http://schemas.microsoft.com/office/powerpoint/2010/main" val="3233581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most notably multimedia applications such as conversational audio/video that can tolerate some amount of data loss.</a:t>
            </a:r>
            <a:endParaRPr lang="en-AU" dirty="0"/>
          </a:p>
        </p:txBody>
      </p:sp>
    </p:spTree>
    <p:extLst>
      <p:ext uri="{BB962C8B-B14F-4D97-AF65-F5344CB8AC3E}">
        <p14:creationId xmlns:p14="http://schemas.microsoft.com/office/powerpoint/2010/main" val="3204931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Transmit data at a certain rate</a:t>
            </a:r>
          </a:p>
          <a:p>
            <a:endParaRPr lang="en-GB" dirty="0"/>
          </a:p>
          <a:p>
            <a:r>
              <a:rPr lang="en-GB" dirty="0"/>
              <a:t>Elastic applications can make use of as much, or as little bandwidth as happens to be available.</a:t>
            </a:r>
            <a:endParaRPr lang="en-AU" dirty="0"/>
          </a:p>
        </p:txBody>
      </p:sp>
    </p:spTree>
    <p:extLst>
      <p:ext uri="{BB962C8B-B14F-4D97-AF65-F5344CB8AC3E}">
        <p14:creationId xmlns:p14="http://schemas.microsoft.com/office/powerpoint/2010/main" val="2799404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Tight constraint is placed on the end-to-end delays.</a:t>
            </a:r>
            <a:endParaRPr lang="en-AU" dirty="0"/>
          </a:p>
        </p:txBody>
      </p:sp>
    </p:spTree>
    <p:extLst>
      <p:ext uri="{BB962C8B-B14F-4D97-AF65-F5344CB8AC3E}">
        <p14:creationId xmlns:p14="http://schemas.microsoft.com/office/powerpoint/2010/main" val="998993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TCP does not guarantee a minimum transmission rate. </a:t>
            </a:r>
          </a:p>
          <a:p>
            <a:r>
              <a:rPr lang="en-AU" dirty="0"/>
              <a:t>Sending rate is regulated by TCP congestion control.</a:t>
            </a:r>
          </a:p>
          <a:p>
            <a:endParaRPr lang="en-AU" dirty="0"/>
          </a:p>
          <a:p>
            <a:r>
              <a:rPr lang="en-AU" dirty="0"/>
              <a:t>TCP does not provide any delay guarantee. </a:t>
            </a:r>
          </a:p>
          <a:p>
            <a:endParaRPr lang="en-AU" dirty="0"/>
          </a:p>
          <a:p>
            <a:r>
              <a:rPr lang="en-GB" dirty="0"/>
              <a:t>UDP does not include a congestion-control mechanism, so the sending side of UDP can pump data into the network layer at any rate it pleases. </a:t>
            </a:r>
          </a:p>
          <a:p>
            <a:endParaRPr lang="en-GB" dirty="0"/>
          </a:p>
          <a:p>
            <a:r>
              <a:rPr lang="en-GB" dirty="0"/>
              <a:t>UDP allows for rapid data transmission, it does not guarantee that data will be delivered at a specific rate or even reliably at all.</a:t>
            </a:r>
            <a:endParaRPr lang="en-AU" dirty="0"/>
          </a:p>
        </p:txBody>
      </p:sp>
    </p:spTree>
    <p:extLst>
      <p:ext uri="{BB962C8B-B14F-4D97-AF65-F5344CB8AC3E}">
        <p14:creationId xmlns:p14="http://schemas.microsoft.com/office/powerpoint/2010/main" val="3852537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dirty="0"/>
              <a:t>The Internet is a global system of computer networks interconnected through telecommunications and optical networking.</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b="0" i="0" dirty="0">
                <a:solidFill>
                  <a:srgbClr val="333333"/>
                </a:solidFill>
                <a:effectLst/>
                <a:highlight>
                  <a:srgbClr val="FFFFFF"/>
                </a:highlight>
                <a:latin typeface="sourcesans-regular"/>
              </a:rPr>
              <a:t>The Web was originally conceived and developed to meet the demand for automated information-sharing between scientists in universities and institutes around the world.</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0" i="0" dirty="0">
              <a:solidFill>
                <a:srgbClr val="333333"/>
              </a:solidFill>
              <a:effectLst/>
              <a:highlight>
                <a:srgbClr val="FFFFFF"/>
              </a:highlight>
              <a:latin typeface="sourcesans-regular"/>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dirty="0"/>
              <a:t>He developed the first web server, the first web browser, and a document formatting protocol, called Hypertext Markup Language (HTML). After publishing the markup language in 1991 and releasing the browser source code for public use in 1993</a:t>
            </a:r>
            <a:r>
              <a:rPr lang="en-GB" sz="1200" b="0" i="0" dirty="0">
                <a:solidFill>
                  <a:srgbClr val="333333"/>
                </a:solidFill>
                <a:effectLst/>
                <a:highlight>
                  <a:srgbClr val="FFFFFF"/>
                </a:highlight>
                <a:latin typeface="sourcesans-regular"/>
              </a:rPr>
              <a:t>.</a:t>
            </a:r>
            <a:endParaRPr lang="en-AU" sz="1200" dirty="0"/>
          </a:p>
          <a:p>
            <a:endParaRPr lang="en-GB" b="0" i="0" dirty="0">
              <a:solidFill>
                <a:srgbClr val="4D5156"/>
              </a:solidFill>
              <a:effectLst/>
              <a:latin typeface="Google Sans"/>
            </a:endParaRPr>
          </a:p>
          <a:p>
            <a:r>
              <a:rPr lang="en-GB" b="0" i="0" dirty="0">
                <a:solidFill>
                  <a:srgbClr val="202122"/>
                </a:solidFill>
                <a:effectLst/>
                <a:highlight>
                  <a:srgbClr val="FFFFFF"/>
                </a:highlight>
                <a:latin typeface="Arial" panose="020B0604020202020204" pitchFamily="34" charset="0"/>
              </a:rPr>
              <a:t>Websites for use by the general public began to emerge in 1993-94.</a:t>
            </a:r>
            <a:endParaRPr lang="en-GB" b="0" i="0" dirty="0">
              <a:solidFill>
                <a:srgbClr val="4D5156"/>
              </a:solidFill>
              <a:effectLst/>
              <a:latin typeface="Google Sans"/>
            </a:endParaRPr>
          </a:p>
          <a:p>
            <a:r>
              <a:rPr lang="en-GB" b="0" i="0" dirty="0">
                <a:solidFill>
                  <a:srgbClr val="4D5156"/>
                </a:solidFill>
                <a:effectLst/>
                <a:latin typeface="Google Sans"/>
              </a:rPr>
              <a:t>The World Wide Web is one common area for information exchange, facilitated by global computer networks - or the Internet. </a:t>
            </a:r>
          </a:p>
          <a:p>
            <a:r>
              <a:rPr lang="en-GB" b="0" i="0" dirty="0">
                <a:solidFill>
                  <a:srgbClr val="4D5156"/>
                </a:solidFill>
                <a:effectLst/>
                <a:latin typeface="Google Sans"/>
              </a:rPr>
              <a:t>You connect to this Internet to access the Web.</a:t>
            </a:r>
          </a:p>
          <a:p>
            <a:endParaRPr lang="en-GB" b="0" i="0" dirty="0">
              <a:solidFill>
                <a:srgbClr val="4D5156"/>
              </a:solidFill>
              <a:effectLst/>
              <a:latin typeface="Google Sans"/>
            </a:endParaRPr>
          </a:p>
          <a:p>
            <a:endParaRPr lang="en-GB" b="0" i="0" dirty="0">
              <a:solidFill>
                <a:srgbClr val="4D5156"/>
              </a:solidFill>
              <a:effectLst/>
              <a:latin typeface="Google Sans"/>
            </a:endParaRPr>
          </a:p>
        </p:txBody>
      </p:sp>
      <p:sp>
        <p:nvSpPr>
          <p:cNvPr id="4" name="Slide Number Placeholder 3"/>
          <p:cNvSpPr>
            <a:spLocks noGrp="1"/>
          </p:cNvSpPr>
          <p:nvPr>
            <p:ph type="sldNum" sz="quarter" idx="5"/>
          </p:nvPr>
        </p:nvSpPr>
        <p:spPr/>
        <p:txBody>
          <a:bodyPr/>
          <a:lstStyle/>
          <a:p>
            <a:fld id="{A3C09991-4AFD-4D84-8598-397954A1A5DE}" type="slidenum">
              <a:rPr lang="en-AU" smtClean="0"/>
              <a:t>14</a:t>
            </a:fld>
            <a:endParaRPr lang="en-AU"/>
          </a:p>
        </p:txBody>
      </p:sp>
    </p:spTree>
    <p:extLst>
      <p:ext uri="{BB962C8B-B14F-4D97-AF65-F5344CB8AC3E}">
        <p14:creationId xmlns:p14="http://schemas.microsoft.com/office/powerpoint/2010/main" val="1516308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dirty="0"/>
              <a:t>Web resources are made available to the network through </a:t>
            </a:r>
            <a:r>
              <a:rPr lang="en-GB" sz="1200" dirty="0">
                <a:solidFill>
                  <a:srgbClr val="FF0000"/>
                </a:solidFill>
              </a:rPr>
              <a:t>web servers </a:t>
            </a:r>
            <a:r>
              <a:rPr lang="en-GB" sz="1200" dirty="0"/>
              <a:t>and can be accessed by programs such as </a:t>
            </a:r>
            <a:r>
              <a:rPr lang="en-GB" sz="1200" dirty="0">
                <a:solidFill>
                  <a:srgbClr val="FF0000"/>
                </a:solidFill>
              </a:rPr>
              <a:t>web browsers.</a:t>
            </a:r>
            <a:endParaRPr lang="en-GB" sz="12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dirty="0"/>
              <a:t>The information in the Web is transferred across the Internet using </a:t>
            </a:r>
            <a:r>
              <a:rPr lang="en-GB" sz="1200" dirty="0">
                <a:solidFill>
                  <a:srgbClr val="FF0000"/>
                </a:solidFill>
              </a:rPr>
              <a:t>HTTP/HTTPS.</a:t>
            </a:r>
          </a:p>
          <a:p>
            <a:endParaRPr lang="en-AU" dirty="0"/>
          </a:p>
        </p:txBody>
      </p:sp>
    </p:spTree>
    <p:extLst>
      <p:ext uri="{BB962C8B-B14F-4D97-AF65-F5344CB8AC3E}">
        <p14:creationId xmlns:p14="http://schemas.microsoft.com/office/powerpoint/2010/main" val="4017784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t>Web’s application layer protocol</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altLang="en-US" sz="1200" dirty="0"/>
              <a:t>HTTP/1.1 has been the dominant version for many years due to its widespread adoption and compatibility with existing web infrastructure.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alt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altLang="en-US" sz="1200" dirty="0"/>
              <a:t>Adoption of HTTP/2 has been increasing steadily, especially with the growing importance of performance optimization in web development.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alt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altLang="en-US" sz="1200" dirty="0"/>
              <a:t>HTTP/3 is also gaining traction as support for the QUIC protocol becomes more widespread.</a:t>
            </a:r>
            <a:endParaRPr lang="en-US" altLang="en-US" sz="1200" dirty="0"/>
          </a:p>
          <a:p>
            <a:endParaRPr lang="en-AU" dirty="0"/>
          </a:p>
        </p:txBody>
      </p:sp>
    </p:spTree>
    <p:extLst>
      <p:ext uri="{BB962C8B-B14F-4D97-AF65-F5344CB8AC3E}">
        <p14:creationId xmlns:p14="http://schemas.microsoft.com/office/powerpoint/2010/main" val="1585735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base HTML file references the other objects in the page with the objects' URLs.</a:t>
            </a:r>
            <a:endParaRPr lang="en-AU" dirty="0"/>
          </a:p>
        </p:txBody>
      </p:sp>
    </p:spTree>
    <p:extLst>
      <p:ext uri="{BB962C8B-B14F-4D97-AF65-F5344CB8AC3E}">
        <p14:creationId xmlns:p14="http://schemas.microsoft.com/office/powerpoint/2010/main" val="7059250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 defines how Web clients request Web pages from Web servers and how servers transfer Web pages to clients.</a:t>
            </a:r>
            <a:endParaRPr lang="en-AU" dirty="0"/>
          </a:p>
        </p:txBody>
      </p:sp>
    </p:spTree>
    <p:extLst>
      <p:ext uri="{BB962C8B-B14F-4D97-AF65-F5344CB8AC3E}">
        <p14:creationId xmlns:p14="http://schemas.microsoft.com/office/powerpoint/2010/main" val="3929679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 State Management Mechanism: HTTP Cookie and Set-Cookie header fields can be used by HTTP servers to store state (called cookies) at HTTP user agents, letting the servers maintain a stateful session over the mostly stateless HTTP protocol.</a:t>
            </a:r>
          </a:p>
          <a:p>
            <a:endParaRPr lang="en-GB" dirty="0"/>
          </a:p>
          <a:p>
            <a:r>
              <a:rPr lang="en-GB" dirty="0"/>
              <a:t>To provide reliability, HTTP makes use of TCP</a:t>
            </a:r>
          </a:p>
          <a:p>
            <a:endParaRPr lang="en-GB" altLang="en-US" sz="1200" dirty="0"/>
          </a:p>
          <a:p>
            <a:r>
              <a:rPr lang="en-GB" altLang="en-US" sz="1200" dirty="0"/>
              <a:t>The HTTP client first initiates a TCP connection with the server over port 80.</a:t>
            </a:r>
          </a:p>
          <a:p>
            <a:r>
              <a:rPr lang="en-GB" altLang="en-US" sz="1200" dirty="0"/>
              <a:t>The server accepts the connection from the client.</a:t>
            </a:r>
          </a:p>
          <a:p>
            <a:r>
              <a:rPr lang="en-GB" altLang="en-US" sz="1200" dirty="0"/>
              <a:t>Once the connection is established, the browser and the server processes exchange HTTP messages through their TCP </a:t>
            </a:r>
            <a:r>
              <a:rPr lang="en-GB" altLang="en-US" sz="1200"/>
              <a:t>socket interfaces.</a:t>
            </a:r>
            <a:endParaRPr lang="en-US" altLang="en-US" sz="1200" dirty="0"/>
          </a:p>
          <a:p>
            <a:endParaRPr lang="en-US" altLang="en-US" sz="1200" dirty="0"/>
          </a:p>
        </p:txBody>
      </p:sp>
    </p:spTree>
    <p:extLst>
      <p:ext uri="{BB962C8B-B14F-4D97-AF65-F5344CB8AC3E}">
        <p14:creationId xmlns:p14="http://schemas.microsoft.com/office/powerpoint/2010/main" val="1541643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page consists of a base HTML file and 10 JPEG images, and that all 11 of these objects reside on the same server.</a:t>
            </a:r>
          </a:p>
          <a:p>
            <a:endParaRPr lang="en-GB" dirty="0"/>
          </a:p>
          <a:p>
            <a:r>
              <a:rPr lang="en-GB" dirty="0"/>
              <a:t>TCP doesn’t actually terminate the connection until it knows that the client has received the response message intact.</a:t>
            </a:r>
            <a:endParaRPr lang="en-AU" dirty="0"/>
          </a:p>
        </p:txBody>
      </p:sp>
    </p:spTree>
    <p:extLst>
      <p:ext uri="{BB962C8B-B14F-4D97-AF65-F5344CB8AC3E}">
        <p14:creationId xmlns:p14="http://schemas.microsoft.com/office/powerpoint/2010/main" val="2833839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HTTP server closes a connection when it isn’t used for a certain time</a:t>
            </a:r>
            <a:endParaRPr lang="en-AU" dirty="0"/>
          </a:p>
        </p:txBody>
      </p:sp>
    </p:spTree>
    <p:extLst>
      <p:ext uri="{BB962C8B-B14F-4D97-AF65-F5344CB8AC3E}">
        <p14:creationId xmlns:p14="http://schemas.microsoft.com/office/powerpoint/2010/main" val="10265809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requests for objects can be made back-to-back, without waiting for replies to pending requests (pipelining).</a:t>
            </a:r>
          </a:p>
          <a:p>
            <a:endParaRPr lang="en-GB" dirty="0"/>
          </a:p>
          <a:p>
            <a:r>
              <a:rPr lang="en-GB" dirty="0"/>
              <a:t>Pipelining allows a client to make multiple requests without waiting for each response, allowing a single TCP connection to be used much more efficiently, with much lower elapsed time.</a:t>
            </a:r>
          </a:p>
          <a:p>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kern="0" dirty="0"/>
              <a:t>as little as one RTT for all the referenced objects</a:t>
            </a:r>
          </a:p>
          <a:p>
            <a:endParaRPr lang="en-AU" dirty="0"/>
          </a:p>
        </p:txBody>
      </p:sp>
    </p:spTree>
    <p:extLst>
      <p:ext uri="{BB962C8B-B14F-4D97-AF65-F5344CB8AC3E}">
        <p14:creationId xmlns:p14="http://schemas.microsoft.com/office/powerpoint/2010/main" val="20482701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Language part; weight (q-factor weight “;q-”</a:t>
            </a:r>
          </a:p>
          <a:p>
            <a:endParaRPr lang="en-NZ" dirty="0"/>
          </a:p>
          <a:p>
            <a:r>
              <a:rPr lang="en-NZ" dirty="0"/>
              <a:t>The order in which header fields with differing field names are received is not significant. However, it is "good practice" to send general-header fields first, followed by request-header or response- header fields, and ending with the entity-header fields. </a:t>
            </a:r>
          </a:p>
          <a:p>
            <a:endParaRPr lang="en-NZ" dirty="0"/>
          </a:p>
          <a:p>
            <a:r>
              <a:rPr lang="en-NZ" dirty="0"/>
              <a:t>Multiple message-header fields with the same field-name MAY be present in a message if and only if the entire field-value for that header field is defined as a comma-separated list [i.e., #(values)]. It MUST be possible to combine the multiple header fields into one "field-name: field-value" pair, without changing the semantics of the message, by appending each subsequent field-value to the first, each separated by a comma. The order in which header fields with the same field-name are received is therefore significant to the interpretation of the combined field value, and thus a proxy MUST NOT change the order of these field values when a message is forwarded.</a:t>
            </a:r>
          </a:p>
        </p:txBody>
      </p:sp>
    </p:spTree>
    <p:extLst>
      <p:ext uri="{BB962C8B-B14F-4D97-AF65-F5344CB8AC3E}">
        <p14:creationId xmlns:p14="http://schemas.microsoft.com/office/powerpoint/2010/main" val="17178535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A client sends an HTTP request to a server in the form of a request message, beginning with a request-line that includes a method, URI, and protocol version (</a:t>
            </a:r>
            <a:r>
              <a:rPr lang="en-NZ" dirty="0">
                <a:hlinkClick r:id="rId3"/>
              </a:rPr>
              <a:t>Section 3.1.1</a:t>
            </a:r>
            <a:r>
              <a:rPr lang="en-NZ" dirty="0"/>
              <a:t>), followed by header fields containing request modifiers, client information, and representation metadata (</a:t>
            </a:r>
            <a:r>
              <a:rPr lang="en-NZ" dirty="0">
                <a:hlinkClick r:id="rId4"/>
              </a:rPr>
              <a:t>Section 3.2</a:t>
            </a:r>
            <a:r>
              <a:rPr lang="en-NZ" dirty="0"/>
              <a:t>), an empty line to indicate the end of the header section, and finally a message body containing the payload body (if any, </a:t>
            </a:r>
            <a:r>
              <a:rPr lang="en-NZ" dirty="0">
                <a:hlinkClick r:id="rId5"/>
              </a:rPr>
              <a:t>Section 3.3</a:t>
            </a:r>
            <a:r>
              <a:rPr lang="en-NZ" dirty="0"/>
              <a:t>).</a:t>
            </a:r>
          </a:p>
          <a:p>
            <a:endParaRPr lang="en-NZ" dirty="0"/>
          </a:p>
          <a:p>
            <a:pPr fontAlgn="base"/>
            <a:r>
              <a:rPr lang="en-NZ" sz="1200" b="0" i="0" kern="1200" dirty="0">
                <a:solidFill>
                  <a:schemeClr val="tx1"/>
                </a:solidFill>
                <a:effectLst/>
                <a:latin typeface="Arial" charset="0"/>
                <a:ea typeface="+mn-ea"/>
                <a:cs typeface="Arial" charset="0"/>
              </a:rPr>
              <a:t>A </a:t>
            </a:r>
            <a:r>
              <a:rPr lang="en-NZ" sz="1200" b="1" i="0" kern="1200" dirty="0">
                <a:solidFill>
                  <a:schemeClr val="tx1"/>
                </a:solidFill>
                <a:effectLst/>
                <a:latin typeface="Arial" charset="0"/>
                <a:ea typeface="+mn-ea"/>
                <a:cs typeface="Arial" charset="0"/>
              </a:rPr>
              <a:t>line feed</a:t>
            </a:r>
            <a:r>
              <a:rPr lang="en-NZ" sz="1200" b="0" i="0" kern="1200" dirty="0">
                <a:solidFill>
                  <a:schemeClr val="tx1"/>
                </a:solidFill>
                <a:effectLst/>
                <a:latin typeface="Arial" charset="0"/>
                <a:ea typeface="+mn-ea"/>
                <a:cs typeface="Arial" charset="0"/>
              </a:rPr>
              <a:t> means moving one line forward. The code is \n.</a:t>
            </a:r>
            <a:br>
              <a:rPr lang="en-NZ" sz="1200" b="0" i="0" kern="1200" dirty="0">
                <a:solidFill>
                  <a:schemeClr val="tx1"/>
                </a:solidFill>
                <a:effectLst/>
                <a:latin typeface="Arial" charset="0"/>
                <a:ea typeface="+mn-ea"/>
                <a:cs typeface="Arial" charset="0"/>
              </a:rPr>
            </a:br>
            <a:r>
              <a:rPr lang="en-NZ" sz="1200" b="0" i="0" kern="1200" dirty="0">
                <a:solidFill>
                  <a:schemeClr val="tx1"/>
                </a:solidFill>
                <a:effectLst/>
                <a:latin typeface="Arial" charset="0"/>
                <a:ea typeface="+mn-ea"/>
                <a:cs typeface="Arial" charset="0"/>
              </a:rPr>
              <a:t>A </a:t>
            </a:r>
            <a:r>
              <a:rPr lang="en-NZ" sz="1200" b="1" i="0" kern="1200" dirty="0">
                <a:solidFill>
                  <a:schemeClr val="tx1"/>
                </a:solidFill>
                <a:effectLst/>
                <a:latin typeface="Arial" charset="0"/>
                <a:ea typeface="+mn-ea"/>
                <a:cs typeface="Arial" charset="0"/>
              </a:rPr>
              <a:t>carriage return</a:t>
            </a:r>
            <a:r>
              <a:rPr lang="en-NZ" sz="1200" b="0" i="0" kern="1200" dirty="0">
                <a:solidFill>
                  <a:schemeClr val="tx1"/>
                </a:solidFill>
                <a:effectLst/>
                <a:latin typeface="Arial" charset="0"/>
                <a:ea typeface="+mn-ea"/>
                <a:cs typeface="Arial" charset="0"/>
              </a:rPr>
              <a:t> means moving the cursor to the beginning of the line. The code is \r.</a:t>
            </a:r>
          </a:p>
          <a:p>
            <a:pPr fontAlgn="base"/>
            <a:r>
              <a:rPr lang="en-NZ" sz="1200" b="0" i="0" kern="1200" dirty="0">
                <a:solidFill>
                  <a:schemeClr val="tx1"/>
                </a:solidFill>
                <a:effectLst/>
                <a:latin typeface="Arial" charset="0"/>
                <a:ea typeface="+mn-ea"/>
                <a:cs typeface="Arial" charset="0"/>
              </a:rPr>
              <a:t>Windows editors often still use the combination of both as \r\n in text files. Unix uses mostly only the \n.</a:t>
            </a:r>
          </a:p>
          <a:p>
            <a:pPr fontAlgn="base"/>
            <a:r>
              <a:rPr lang="en-NZ" sz="1200" b="0" i="0" kern="1200" dirty="0">
                <a:solidFill>
                  <a:schemeClr val="tx1"/>
                </a:solidFill>
                <a:effectLst/>
                <a:latin typeface="Arial" charset="0"/>
                <a:ea typeface="+mn-ea"/>
                <a:cs typeface="Arial" charset="0"/>
              </a:rPr>
              <a:t>The separation comes from typewriter times, when you turned the wheel to move the paper to change the line and moved the carriage to restart typing on the beginning of a line. This was two steps.</a:t>
            </a:r>
          </a:p>
          <a:p>
            <a:endParaRPr lang="en-US" dirty="0"/>
          </a:p>
        </p:txBody>
      </p:sp>
    </p:spTree>
    <p:extLst>
      <p:ext uri="{BB962C8B-B14F-4D97-AF65-F5344CB8AC3E}">
        <p14:creationId xmlns:p14="http://schemas.microsoft.com/office/powerpoint/2010/main" val="27045508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 1.1</a:t>
            </a:r>
          </a:p>
          <a:p>
            <a:endParaRPr lang="en-AU" dirty="0"/>
          </a:p>
          <a:p>
            <a:r>
              <a:rPr lang="en-GB" dirty="0"/>
              <a:t>An HTTP client often uses the POST method when the user fills out a form.</a:t>
            </a:r>
          </a:p>
          <a:p>
            <a:endParaRPr lang="en-GB" dirty="0"/>
          </a:p>
          <a:p>
            <a:r>
              <a:rPr lang="en-GB" dirty="0"/>
              <a:t>Example: when a user provides search words to a search engine. With a POST message, the user is still requesting a Web page from the server, the specific contents of the Web page depend on what the user entered into the form </a:t>
            </a:r>
            <a:r>
              <a:rPr lang="en-GB"/>
              <a:t>fields.</a:t>
            </a:r>
            <a:endParaRPr lang="en-AU"/>
          </a:p>
        </p:txBody>
      </p:sp>
    </p:spTree>
    <p:extLst>
      <p:ext uri="{BB962C8B-B14F-4D97-AF65-F5344CB8AC3E}">
        <p14:creationId xmlns:p14="http://schemas.microsoft.com/office/powerpoint/2010/main" val="19550557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42424"/>
                </a:solidFill>
                <a:effectLst/>
                <a:latin typeface="Inter"/>
              </a:rPr>
              <a:t>These are best known for allowing you to keep items in a shopping cart even after clicking on a different page. </a:t>
            </a:r>
            <a:endParaRPr lang="en-AU" dirty="0"/>
          </a:p>
        </p:txBody>
      </p:sp>
    </p:spTree>
    <p:extLst>
      <p:ext uri="{BB962C8B-B14F-4D97-AF65-F5344CB8AC3E}">
        <p14:creationId xmlns:p14="http://schemas.microsoft.com/office/powerpoint/2010/main" val="5444757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 State Management Mechanism: define the HTTP Cookie and Set-Cookie header fields. </a:t>
            </a:r>
          </a:p>
          <a:p>
            <a:r>
              <a:rPr lang="en-GB" dirty="0"/>
              <a:t>These header fields can be used by HTTP servers to store state (called cookies) at HTTP user agents, letting the servers maintain a stateful session over the mostly stateless HTTP protocol.</a:t>
            </a:r>
            <a:endParaRPr lang="en-US" dirty="0"/>
          </a:p>
          <a:p>
            <a:endParaRPr lang="en-US" dirty="0"/>
          </a:p>
          <a:p>
            <a:r>
              <a:rPr lang="en-US" dirty="0"/>
              <a:t>A session can be created with the</a:t>
            </a:r>
            <a:r>
              <a:rPr lang="en-US" baseline="0" dirty="0"/>
              <a:t> help of cookie.</a:t>
            </a:r>
          </a:p>
          <a:p>
            <a:endParaRPr lang="en-US" baseline="0" dirty="0"/>
          </a:p>
          <a:p>
            <a:r>
              <a:rPr lang="en-GB" dirty="0"/>
              <a:t>A session ID is a unique number that a Web site's server assigns a specific user for the duration of that user's visit (session). The session ID can be stored as a cookie, form field, or URL (Uniform Resource Locator). Some Web servers generate session IDs by simply incrementing static numbers.​</a:t>
            </a:r>
            <a:endParaRPr lang="en-US" baseline="0" dirty="0"/>
          </a:p>
          <a:p>
            <a:endParaRPr lang="en-NZ" dirty="0"/>
          </a:p>
        </p:txBody>
      </p:sp>
    </p:spTree>
    <p:extLst>
      <p:ext uri="{BB962C8B-B14F-4D97-AF65-F5344CB8AC3E}">
        <p14:creationId xmlns:p14="http://schemas.microsoft.com/office/powerpoint/2010/main" val="10312385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latin typeface="Arial" panose="020B0604020202020204" pitchFamily="34" charset="0"/>
                <a:cs typeface="Arial" panose="020B0604020202020204" pitchFamily="34" charset="0"/>
              </a:rPr>
              <a:t>Satisfy client request without involving the origin server</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The browser establishes a TCP connection to the Web cache and sends an HTTP request for the object to the Web cache.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The Web cache checks to see if it has a copy of the object stored locally. If it does, the Web cache returns the object within an HTTP response message to the client browser.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If the Web cache does not have the object, the Web cache opens a TCP connection to the origin server.</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When the Web cache receives the object, it stores a copy in its local storage and sends a copy, within an HTTP response message, to the client browser.</a:t>
            </a:r>
            <a:endParaRPr lang="en-AU" dirty="0"/>
          </a:p>
        </p:txBody>
      </p:sp>
    </p:spTree>
    <p:extLst>
      <p:ext uri="{BB962C8B-B14F-4D97-AF65-F5344CB8AC3E}">
        <p14:creationId xmlns:p14="http://schemas.microsoft.com/office/powerpoint/2010/main" val="29097973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t>Typically cache is installed by ISP (university, company, residential ISP)</a:t>
            </a:r>
          </a:p>
          <a:p>
            <a:endParaRPr lang="en-AU" dirty="0"/>
          </a:p>
        </p:txBody>
      </p:sp>
    </p:spTree>
    <p:extLst>
      <p:ext uri="{BB962C8B-B14F-4D97-AF65-F5344CB8AC3E}">
        <p14:creationId xmlns:p14="http://schemas.microsoft.com/office/powerpoint/2010/main" val="39702081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Both"/>
            </a:pPr>
            <a:r>
              <a:rPr lang="en-NZ" baseline="0" dirty="0"/>
              <a:t>Use GET;</a:t>
            </a:r>
          </a:p>
          <a:p>
            <a:pPr marL="228600" indent="-228600">
              <a:buAutoNum type="arabicParenBoth"/>
            </a:pPr>
            <a:r>
              <a:rPr lang="en-NZ" baseline="0" dirty="0"/>
              <a:t>Includes an If-Modified-Since: header line; </a:t>
            </a:r>
          </a:p>
          <a:p>
            <a:pPr marL="228600" indent="-228600">
              <a:buAutoNum type="arabicParenBoth"/>
            </a:pPr>
            <a:endParaRPr lang="en-US" baseline="0" dirty="0"/>
          </a:p>
          <a:p>
            <a:pPr marL="0" indent="0">
              <a:buNone/>
            </a:pPr>
            <a:r>
              <a:rPr lang="en-US" baseline="0"/>
              <a:t>A </a:t>
            </a:r>
            <a:r>
              <a:rPr lang="en-US" baseline="0" dirty="0"/>
              <a:t>request asking for something not in the cache;</a:t>
            </a:r>
          </a:p>
          <a:p>
            <a:pPr marL="0" indent="0">
              <a:buNone/>
            </a:pPr>
            <a:r>
              <a:rPr lang="en-US" baseline="0" dirty="0"/>
              <a:t>Cache gets it from the server and stores it;</a:t>
            </a:r>
          </a:p>
          <a:p>
            <a:pPr marL="0" indent="0">
              <a:buNone/>
            </a:pPr>
            <a:r>
              <a:rPr lang="en-US" baseline="0" dirty="0"/>
              <a:t>One week later, another request comes for the same object; and the object is still in the cache.</a:t>
            </a:r>
          </a:p>
          <a:p>
            <a:pPr marL="0" indent="0">
              <a:buNone/>
            </a:pPr>
            <a:r>
              <a:rPr lang="en-US" baseline="0" dirty="0"/>
              <a:t>Now cache can use conditional get!</a:t>
            </a:r>
            <a:endParaRPr lang="en-NZ" dirty="0"/>
          </a:p>
        </p:txBody>
      </p:sp>
    </p:spTree>
    <p:extLst>
      <p:ext uri="{BB962C8B-B14F-4D97-AF65-F5344CB8AC3E}">
        <p14:creationId xmlns:p14="http://schemas.microsoft.com/office/powerpoint/2010/main" val="2642932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 name="Rectangle 7"/>
          <p:cNvSpPr>
            <a:spLocks noChangeArrowheads="1"/>
          </p:cNvSpPr>
          <p:nvPr/>
        </p:nvSpPr>
        <p:spPr bwMode="auto">
          <a:xfrm>
            <a:off x="0" y="1676400"/>
            <a:ext cx="9144000" cy="1902346"/>
          </a:xfrm>
          <a:prstGeom prst="rect">
            <a:avLst/>
          </a:prstGeom>
          <a:noFill/>
          <a:ln>
            <a:solidFill>
              <a:srgbClr val="800000"/>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defRPr/>
            </a:pPr>
            <a:endParaRPr lang="en-US"/>
          </a:p>
        </p:txBody>
      </p:sp>
      <p:sp>
        <p:nvSpPr>
          <p:cNvPr id="6146" name="Rectangle 2"/>
          <p:cNvSpPr>
            <a:spLocks noGrp="1" noChangeArrowheads="1"/>
          </p:cNvSpPr>
          <p:nvPr userDrawn="1">
            <p:ph type="ctrTitle"/>
          </p:nvPr>
        </p:nvSpPr>
        <p:spPr>
          <a:xfrm>
            <a:off x="685800" y="1882775"/>
            <a:ext cx="7772400" cy="1470025"/>
          </a:xfrm>
        </p:spPr>
        <p:txBody>
          <a:bodyPr/>
          <a:lstStyle>
            <a:lvl1pPr>
              <a:defRPr sz="4000">
                <a:solidFill>
                  <a:schemeClr val="tx1"/>
                </a:solidFill>
              </a:defRPr>
            </a:lvl1pPr>
          </a:lstStyle>
          <a:p>
            <a:r>
              <a:rPr lang="en-US" dirty="0"/>
              <a:t>Click to edit Master title style</a:t>
            </a:r>
          </a:p>
        </p:txBody>
      </p:sp>
      <p:sp>
        <p:nvSpPr>
          <p:cNvPr id="6147" name="Rectangle 3"/>
          <p:cNvSpPr>
            <a:spLocks noGrp="1" noChangeArrowheads="1"/>
          </p:cNvSpPr>
          <p:nvPr userDrawn="1">
            <p:ph type="subTitle" idx="1"/>
          </p:nvPr>
        </p:nvSpPr>
        <p:spPr>
          <a:xfrm>
            <a:off x="1371600" y="4343400"/>
            <a:ext cx="6400800" cy="1752600"/>
          </a:xfrm>
        </p:spPr>
        <p:txBody>
          <a:bodyPr/>
          <a:lstStyle>
            <a:lvl1pPr marL="0" indent="0" algn="ctr">
              <a:buFont typeface="Wingdings" pitchFamily="2" charset="2"/>
              <a:buNone/>
              <a:defRPr sz="2800"/>
            </a:lvl1pPr>
          </a:lstStyle>
          <a:p>
            <a:r>
              <a:rPr lang="en-US" dirty="0"/>
              <a:t>Click to edit Master subtitle style</a:t>
            </a:r>
          </a:p>
        </p:txBody>
      </p:sp>
    </p:spTree>
    <p:extLst>
      <p:ext uri="{BB962C8B-B14F-4D97-AF65-F5344CB8AC3E}">
        <p14:creationId xmlns:p14="http://schemas.microsoft.com/office/powerpoint/2010/main" val="3384191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457200" y="990600"/>
            <a:ext cx="8229600" cy="5334000"/>
          </a:xfrm>
        </p:spPr>
        <p:txBody>
          <a:bodyPr/>
          <a:lstStyle>
            <a:lvl1pPr>
              <a:defRPr sz="3100">
                <a:solidFill>
                  <a:schemeClr val="tx1"/>
                </a:solidFill>
                <a:latin typeface="Arial" panose="020B0604020202020204" pitchFamily="34" charset="0"/>
                <a:cs typeface="Arial" panose="020B0604020202020204" pitchFamily="34" charset="0"/>
              </a:defRPr>
            </a:lvl1pPr>
            <a:lvl2pPr>
              <a:defRPr sz="26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a:defRPr sz="18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ftr" sz="quarter" idx="3"/>
          </p:nvPr>
        </p:nvSpPr>
        <p:spPr bwMode="auto">
          <a:xfrm>
            <a:off x="76200" y="6553200"/>
            <a:ext cx="2438400"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cs typeface="Arial" panose="020B0604020202020204" pitchFamily="34" charset="0"/>
              </a:defRPr>
            </a:lvl1pPr>
          </a:lstStyle>
          <a:p>
            <a:pPr>
              <a:defRPr/>
            </a:pPr>
            <a:endParaRPr lang="en-US" dirty="0"/>
          </a:p>
        </p:txBody>
      </p:sp>
      <p:sp>
        <p:nvSpPr>
          <p:cNvPr id="5" name="Rectangle 6"/>
          <p:cNvSpPr>
            <a:spLocks noGrp="1" noChangeArrowheads="1"/>
          </p:cNvSpPr>
          <p:nvPr>
            <p:ph type="sldNum" sz="quarter" idx="4"/>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dirty="0"/>
          </a:p>
        </p:txBody>
      </p:sp>
    </p:spTree>
    <p:extLst>
      <p:ext uri="{BB962C8B-B14F-4D97-AF65-F5344CB8AC3E}">
        <p14:creationId xmlns:p14="http://schemas.microsoft.com/office/powerpoint/2010/main" val="1681842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41354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57200" y="1066800"/>
            <a:ext cx="4040188" cy="54102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066800"/>
            <a:ext cx="4041775" cy="54102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p:cNvSpPr>
            <a:spLocks noGrp="1"/>
          </p:cNvSpPr>
          <p:nvPr>
            <p:ph type="title"/>
          </p:nvPr>
        </p:nvSpPr>
        <p:spPr/>
        <p:txBody>
          <a:bodyPr/>
          <a:lstStyle/>
          <a:p>
            <a:r>
              <a:rPr lang="en-US"/>
              <a:t>Click to edit Master title style</a:t>
            </a:r>
          </a:p>
        </p:txBody>
      </p:sp>
      <p:sp>
        <p:nvSpPr>
          <p:cNvPr id="5" name="Rectangle 5"/>
          <p:cNvSpPr>
            <a:spLocks noGrp="1" noChangeArrowheads="1"/>
          </p:cNvSpPr>
          <p:nvPr>
            <p:ph type="ftr" sz="quarter" idx="3"/>
          </p:nvPr>
        </p:nvSpPr>
        <p:spPr bwMode="auto">
          <a:xfrm>
            <a:off x="76200" y="6553200"/>
            <a:ext cx="2438400"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cs typeface="Arial" panose="020B0604020202020204" pitchFamily="34" charset="0"/>
              </a:defRPr>
            </a:lvl1pPr>
          </a:lstStyle>
          <a:p>
            <a:pPr>
              <a:defRPr/>
            </a:pPr>
            <a:endParaRPr lang="en-US" dirty="0"/>
          </a:p>
        </p:txBody>
      </p:sp>
      <p:sp>
        <p:nvSpPr>
          <p:cNvPr id="7" name="Slide Number Placeholder 6"/>
          <p:cNvSpPr>
            <a:spLocks noGrp="1" noChangeArrowheads="1"/>
          </p:cNvSpPr>
          <p:nvPr>
            <p:ph type="sldNum" sz="quarter" idx="10"/>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dirty="0"/>
          </a:p>
        </p:txBody>
      </p:sp>
    </p:spTree>
    <p:extLst>
      <p:ext uri="{BB962C8B-B14F-4D97-AF65-F5344CB8AC3E}">
        <p14:creationId xmlns:p14="http://schemas.microsoft.com/office/powerpoint/2010/main" val="2478576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6" name="Rectangle 6"/>
          <p:cNvSpPr>
            <a:spLocks noGrp="1" noChangeArrowheads="1"/>
          </p:cNvSpPr>
          <p:nvPr>
            <p:ph type="sldNum" sz="quarter" idx="4"/>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dirty="0"/>
          </a:p>
        </p:txBody>
      </p:sp>
    </p:spTree>
    <p:extLst>
      <p:ext uri="{BB962C8B-B14F-4D97-AF65-F5344CB8AC3E}">
        <p14:creationId xmlns:p14="http://schemas.microsoft.com/office/powerpoint/2010/main" val="1030887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sz="800"/>
            </a:lvl1pPr>
          </a:lstStyle>
          <a:p>
            <a:pPr>
              <a:defRPr/>
            </a:pPr>
            <a:endParaRPr lang="en-US" i="0" dirty="0"/>
          </a:p>
        </p:txBody>
      </p:sp>
      <p:sp>
        <p:nvSpPr>
          <p:cNvPr id="4" name="Content Placeholder 2"/>
          <p:cNvSpPr>
            <a:spLocks noGrp="1"/>
          </p:cNvSpPr>
          <p:nvPr>
            <p:ph idx="1"/>
          </p:nvPr>
        </p:nvSpPr>
        <p:spPr>
          <a:xfrm>
            <a:off x="914399" y="1610713"/>
            <a:ext cx="7790214" cy="4600081"/>
          </a:xfrm>
        </p:spPr>
        <p:txBody>
          <a:bodyPr/>
          <a:lstStyle>
            <a:lvl1pP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35862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069263" cy="685800"/>
          </a:xfrm>
        </p:spPr>
        <p:txBody>
          <a:bodyPr/>
          <a:lstStyle/>
          <a:p>
            <a:r>
              <a:rPr lang="en-US"/>
              <a:t>Click to edit Master title style</a:t>
            </a:r>
          </a:p>
        </p:txBody>
      </p:sp>
      <p:sp>
        <p:nvSpPr>
          <p:cNvPr id="3" name="Content Placeholder 2"/>
          <p:cNvSpPr>
            <a:spLocks noGrp="1"/>
          </p:cNvSpPr>
          <p:nvPr>
            <p:ph sz="quarter" idx="1"/>
          </p:nvPr>
        </p:nvSpPr>
        <p:spPr>
          <a:xfrm>
            <a:off x="457200" y="1219200"/>
            <a:ext cx="41529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1219200"/>
            <a:ext cx="41529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57200" y="4038600"/>
            <a:ext cx="84582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8001000" y="6324600"/>
            <a:ext cx="914400" cy="381000"/>
          </a:xfrm>
        </p:spPr>
        <p:txBody>
          <a:bodyPr/>
          <a:lstStyle>
            <a:lvl1pPr>
              <a:defRPr/>
            </a:lvl1pPr>
          </a:lstStyle>
          <a:p>
            <a:fld id="{416E6285-D75D-4FCC-AA30-4C86105966CF}" type="slidenum">
              <a:rPr lang="en-US" altLang="en-US"/>
              <a:pPr/>
              <a:t>‹#›</a:t>
            </a:fld>
            <a:endParaRPr lang="en-US" altLang="en-US"/>
          </a:p>
        </p:txBody>
      </p:sp>
    </p:spTree>
    <p:extLst>
      <p:ext uri="{BB962C8B-B14F-4D97-AF65-F5344CB8AC3E}">
        <p14:creationId xmlns:p14="http://schemas.microsoft.com/office/powerpoint/2010/main" val="3989999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3" name="Content Placeholder 2"/>
          <p:cNvSpPr>
            <a:spLocks noGrp="1"/>
          </p:cNvSpPr>
          <p:nvPr>
            <p:ph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p:cNvSpPr>
            <a:spLocks noGrp="1"/>
          </p:cNvSpPr>
          <p:nvPr>
            <p:ph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C7246C51-4319-4D09-89A9-525D5D0859C1}" type="slidenum">
              <a:rPr lang="en-US" altLang="en-US"/>
              <a:pPr/>
              <a:t>‹#›</a:t>
            </a:fld>
            <a:endParaRPr lang="en-US" altLang="en-US"/>
          </a:p>
        </p:txBody>
      </p:sp>
    </p:spTree>
    <p:extLst>
      <p:ext uri="{BB962C8B-B14F-4D97-AF65-F5344CB8AC3E}">
        <p14:creationId xmlns:p14="http://schemas.microsoft.com/office/powerpoint/2010/main" val="3020223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endParaRPr lang="en-NZ"/>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hart Placeholder 3"/>
          <p:cNvSpPr>
            <a:spLocks noGrp="1"/>
          </p:cNvSpPr>
          <p:nvPr>
            <p:ph type="chart" sz="half" idx="2"/>
          </p:nvPr>
        </p:nvSpPr>
        <p:spPr>
          <a:xfrm>
            <a:off x="4495800" y="1600200"/>
            <a:ext cx="3810000" cy="4648200"/>
          </a:xfrm>
        </p:spPr>
        <p:txBody>
          <a:bodyPr/>
          <a:lstStyle/>
          <a:p>
            <a:endParaRPr lang="en-NZ"/>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a:lvl1pPr>
          </a:lstStyle>
          <a:p>
            <a:endParaRPr lang="en-US" altLang="en-US"/>
          </a:p>
        </p:txBody>
      </p:sp>
      <p:sp>
        <p:nvSpPr>
          <p:cNvPr id="6" name="Footer Placeholder 5"/>
          <p:cNvSpPr>
            <a:spLocks noGrp="1"/>
          </p:cNvSpPr>
          <p:nvPr>
            <p:ph type="ftr" sz="quarter" idx="11"/>
          </p:nvPr>
        </p:nvSpPr>
        <p:spPr>
          <a:xfrm>
            <a:off x="5410200" y="6400800"/>
            <a:ext cx="2895600" cy="45720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8305800" y="6400800"/>
            <a:ext cx="457200" cy="457200"/>
          </a:xfrm>
        </p:spPr>
        <p:txBody>
          <a:bodyPr/>
          <a:lstStyle>
            <a:lvl1pPr>
              <a:defRPr/>
            </a:lvl1pPr>
          </a:lstStyle>
          <a:p>
            <a:fld id="{A5282804-73AC-4137-8818-1A1406244E74}" type="slidenum">
              <a:rPr lang="en-US" altLang="en-US"/>
              <a:pPr/>
              <a:t>‹#›</a:t>
            </a:fld>
            <a:endParaRPr lang="en-US" altLang="en-US"/>
          </a:p>
        </p:txBody>
      </p:sp>
    </p:spTree>
    <p:extLst>
      <p:ext uri="{BB962C8B-B14F-4D97-AF65-F5344CB8AC3E}">
        <p14:creationId xmlns:p14="http://schemas.microsoft.com/office/powerpoint/2010/main" val="2993268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0" y="0"/>
            <a:ext cx="9144000" cy="865697"/>
          </a:xfrm>
          <a:prstGeom prst="rect">
            <a:avLst/>
          </a:prstGeom>
          <a:noFill/>
          <a:ln>
            <a:solidFill>
              <a:srgbClr val="800000"/>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defRPr/>
            </a:pPr>
            <a:endParaRPr lang="en-US">
              <a:latin typeface="Arial" panose="020B0604020202020204" pitchFamily="34" charset="0"/>
              <a:cs typeface="Arial" panose="020B0604020202020204" pitchFamily="34" charset="0"/>
            </a:endParaRPr>
          </a:p>
        </p:txBody>
      </p:sp>
      <p:sp>
        <p:nvSpPr>
          <p:cNvPr id="13315" name="Rectangle 2"/>
          <p:cNvSpPr>
            <a:spLocks noGrp="1" noChangeArrowheads="1"/>
          </p:cNvSpPr>
          <p:nvPr userDrawn="1">
            <p:ph type="title"/>
          </p:nvPr>
        </p:nvSpPr>
        <p:spPr bwMode="auto">
          <a:xfrm>
            <a:off x="457200" y="70056"/>
            <a:ext cx="8229600" cy="7239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3316" name="Rectangle 3"/>
          <p:cNvSpPr>
            <a:spLocks noGrp="1" noChangeArrowheads="1"/>
          </p:cNvSpPr>
          <p:nvPr userDrawn="1">
            <p:ph type="body" idx="1"/>
          </p:nvPr>
        </p:nvSpPr>
        <p:spPr bwMode="auto">
          <a:xfrm>
            <a:off x="457200" y="1066800"/>
            <a:ext cx="82296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userDrawn="1">
            <p:ph type="ftr" sz="quarter" idx="3"/>
          </p:nvPr>
        </p:nvSpPr>
        <p:spPr bwMode="auto">
          <a:xfrm>
            <a:off x="76200" y="6553200"/>
            <a:ext cx="2438400"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cs typeface="Arial" panose="020B0604020202020204" pitchFamily="34" charset="0"/>
              </a:defRPr>
            </a:lvl1pPr>
          </a:lstStyle>
          <a:p>
            <a:pPr>
              <a:defRPr/>
            </a:pPr>
            <a:endParaRPr lang="en-US" dirty="0"/>
          </a:p>
        </p:txBody>
      </p:sp>
      <p:sp>
        <p:nvSpPr>
          <p:cNvPr id="1030" name="Rectangle 6"/>
          <p:cNvSpPr>
            <a:spLocks noGrp="1" noChangeArrowheads="1"/>
          </p:cNvSpPr>
          <p:nvPr userDrawn="1">
            <p:ph type="sldNum" sz="quarter" idx="4"/>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dirty="0"/>
          </a:p>
        </p:txBody>
      </p:sp>
      <p:sp>
        <p:nvSpPr>
          <p:cNvPr id="3" name="TextBox 2">
            <a:extLst>
              <a:ext uri="{FF2B5EF4-FFF2-40B4-BE49-F238E27FC236}">
                <a16:creationId xmlns:a16="http://schemas.microsoft.com/office/drawing/2014/main" id="{E2CE437C-AED4-0902-39D2-C8702CE987BD}"/>
              </a:ext>
            </a:extLst>
          </p:cNvPr>
          <p:cNvSpPr txBox="1"/>
          <p:nvPr userDrawn="1">
            <p:extLst>
              <p:ext uri="{1162E1C5-73C7-4A58-AE30-91384D911F3F}">
                <p184:classification xmlns:p184="http://schemas.microsoft.com/office/powerpoint/2018/4/main" val="ftr"/>
              </p:ext>
            </p:extLst>
          </p:nvPr>
        </p:nvSpPr>
        <p:spPr>
          <a:xfrm>
            <a:off x="4320350" y="6687820"/>
            <a:ext cx="523875" cy="106680"/>
          </a:xfrm>
          <a:prstGeom prst="rect">
            <a:avLst/>
          </a:prstGeom>
        </p:spPr>
        <p:txBody>
          <a:bodyPr horzOverflow="overflow" lIns="0" tIns="0" rIns="0" bIns="0">
            <a:spAutoFit/>
          </a:bodyPr>
          <a:lstStyle/>
          <a:p>
            <a:pPr algn="l"/>
            <a:r>
              <a:rPr lang="en-US" sz="700">
                <a:solidFill>
                  <a:srgbClr val="000000">
                    <a:alpha val="50000"/>
                  </a:srgbClr>
                </a:solidFill>
                <a:latin typeface="Calibri" panose="020F0502020204030204" pitchFamily="34" charset="0"/>
                <a:cs typeface="Calibri" panose="020F0502020204030204" pitchFamily="34" charset="0"/>
              </a:rPr>
              <a:t>In-Confidence</a:t>
            </a:r>
          </a:p>
        </p:txBody>
      </p:sp>
    </p:spTree>
    <p:extLst>
      <p:ext uri="{BB962C8B-B14F-4D97-AF65-F5344CB8AC3E}">
        <p14:creationId xmlns:p14="http://schemas.microsoft.com/office/powerpoint/2010/main" val="3806536233"/>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3" r:id="rId4"/>
    <p:sldLayoutId id="2147483724" r:id="rId5"/>
    <p:sldLayoutId id="2147483727" r:id="rId6"/>
    <p:sldLayoutId id="2147483731" r:id="rId7"/>
    <p:sldLayoutId id="2147483732" r:id="rId8"/>
    <p:sldLayoutId id="2147483733" r:id="rId9"/>
  </p:sldLayoutIdLst>
  <p:hf hdr="0" ftr="0" dt="0"/>
  <p:txStyles>
    <p:titleStyle>
      <a:lvl1pPr algn="ctr" rtl="0" eaLnBrk="0" fontAlgn="base" hangingPunct="0">
        <a:spcBef>
          <a:spcPct val="0"/>
        </a:spcBef>
        <a:spcAft>
          <a:spcPct val="0"/>
        </a:spcAft>
        <a:defRPr sz="3600">
          <a:solidFill>
            <a:schemeClr val="accent2"/>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3600">
          <a:solidFill>
            <a:schemeClr val="bg1"/>
          </a:solidFill>
          <a:latin typeface="Palatino Linotype" pitchFamily="18" charset="0"/>
          <a:cs typeface="Arial" charset="0"/>
        </a:defRPr>
      </a:lvl2pPr>
      <a:lvl3pPr algn="ctr" rtl="0" eaLnBrk="0" fontAlgn="base" hangingPunct="0">
        <a:spcBef>
          <a:spcPct val="0"/>
        </a:spcBef>
        <a:spcAft>
          <a:spcPct val="0"/>
        </a:spcAft>
        <a:defRPr sz="3600">
          <a:solidFill>
            <a:schemeClr val="bg1"/>
          </a:solidFill>
          <a:latin typeface="Palatino Linotype" pitchFamily="18" charset="0"/>
          <a:cs typeface="Arial" charset="0"/>
        </a:defRPr>
      </a:lvl3pPr>
      <a:lvl4pPr algn="ctr" rtl="0" eaLnBrk="0" fontAlgn="base" hangingPunct="0">
        <a:spcBef>
          <a:spcPct val="0"/>
        </a:spcBef>
        <a:spcAft>
          <a:spcPct val="0"/>
        </a:spcAft>
        <a:defRPr sz="3600">
          <a:solidFill>
            <a:schemeClr val="bg1"/>
          </a:solidFill>
          <a:latin typeface="Palatino Linotype" pitchFamily="18" charset="0"/>
          <a:cs typeface="Arial" charset="0"/>
        </a:defRPr>
      </a:lvl4pPr>
      <a:lvl5pPr algn="ctr" rtl="0" eaLnBrk="0" fontAlgn="base" hangingPunct="0">
        <a:spcBef>
          <a:spcPct val="0"/>
        </a:spcBef>
        <a:spcAft>
          <a:spcPct val="0"/>
        </a:spcAft>
        <a:defRPr sz="3600">
          <a:solidFill>
            <a:schemeClr val="bg1"/>
          </a:solidFill>
          <a:latin typeface="Palatino Linotype" pitchFamily="18" charset="0"/>
          <a:cs typeface="Arial" charset="0"/>
        </a:defRPr>
      </a:lvl5pPr>
      <a:lvl6pPr marL="457200" algn="ctr" rtl="0" fontAlgn="base">
        <a:spcBef>
          <a:spcPct val="0"/>
        </a:spcBef>
        <a:spcAft>
          <a:spcPct val="0"/>
        </a:spcAft>
        <a:defRPr sz="3600">
          <a:solidFill>
            <a:schemeClr val="bg1"/>
          </a:solidFill>
          <a:latin typeface="Palatino Linotype" pitchFamily="18" charset="0"/>
          <a:cs typeface="Arial" charset="0"/>
        </a:defRPr>
      </a:lvl6pPr>
      <a:lvl7pPr marL="914400" algn="ctr" rtl="0" fontAlgn="base">
        <a:spcBef>
          <a:spcPct val="0"/>
        </a:spcBef>
        <a:spcAft>
          <a:spcPct val="0"/>
        </a:spcAft>
        <a:defRPr sz="3600">
          <a:solidFill>
            <a:schemeClr val="bg1"/>
          </a:solidFill>
          <a:latin typeface="Palatino Linotype" pitchFamily="18" charset="0"/>
          <a:cs typeface="Arial" charset="0"/>
        </a:defRPr>
      </a:lvl7pPr>
      <a:lvl8pPr marL="1371600" algn="ctr" rtl="0" fontAlgn="base">
        <a:spcBef>
          <a:spcPct val="0"/>
        </a:spcBef>
        <a:spcAft>
          <a:spcPct val="0"/>
        </a:spcAft>
        <a:defRPr sz="3600">
          <a:solidFill>
            <a:schemeClr val="bg1"/>
          </a:solidFill>
          <a:latin typeface="Palatino Linotype" pitchFamily="18" charset="0"/>
          <a:cs typeface="Arial" charset="0"/>
        </a:defRPr>
      </a:lvl8pPr>
      <a:lvl9pPr marL="1828800" algn="ctr" rtl="0" fontAlgn="base">
        <a:spcBef>
          <a:spcPct val="0"/>
        </a:spcBef>
        <a:spcAft>
          <a:spcPct val="0"/>
        </a:spcAft>
        <a:defRPr sz="3600">
          <a:solidFill>
            <a:schemeClr val="bg1"/>
          </a:solidFill>
          <a:latin typeface="Palatino Linotype" pitchFamily="18" charset="0"/>
          <a:cs typeface="Arial" charset="0"/>
        </a:defRPr>
      </a:lvl9pPr>
    </p:titleStyle>
    <p:bodyStyle>
      <a:lvl1pPr marL="342900" indent="-342900" algn="l" rtl="0" eaLnBrk="0" fontAlgn="base" hangingPunct="0">
        <a:spcBef>
          <a:spcPct val="20000"/>
        </a:spcBef>
        <a:spcAft>
          <a:spcPct val="0"/>
        </a:spcAft>
        <a:buClr>
          <a:schemeClr val="accent2"/>
        </a:buClr>
        <a:buFont typeface="Wingdings" pitchFamily="2" charset="2"/>
        <a:buChar char="§"/>
        <a:defRPr sz="3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Clr>
          <a:srgbClr val="00B050"/>
        </a:buClr>
        <a:buChar char="•"/>
        <a:defRPr sz="2800">
          <a:solidFill>
            <a:schemeClr val="tx1"/>
          </a:solidFill>
          <a:latin typeface="Arial" panose="020B0604020202020204" pitchFamily="34" charset="0"/>
          <a:cs typeface="Arial" panose="020B0604020202020204" pitchFamily="34" charset="0"/>
        </a:defRPr>
      </a:lvl2pPr>
      <a:lvl3pPr marL="1143000" indent="-228600" algn="l" rtl="0" eaLnBrk="0" fontAlgn="base" hangingPunct="0">
        <a:spcBef>
          <a:spcPct val="20000"/>
        </a:spcBef>
        <a:spcAft>
          <a:spcPct val="0"/>
        </a:spcAft>
        <a:buChar char="o"/>
        <a:defRPr sz="2000">
          <a:solidFill>
            <a:schemeClr val="tx1"/>
          </a:solidFill>
          <a:latin typeface="Arial" panose="020B0604020202020204" pitchFamily="34" charset="0"/>
          <a:cs typeface="Arial" panose="020B0604020202020204" pitchFamily="34" charset="0"/>
        </a:defRPr>
      </a:lvl3pPr>
      <a:lvl4pPr marL="16002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20574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5pPr>
      <a:lvl6pPr marL="2514600" indent="-228600" algn="l" rtl="0" fontAlgn="base">
        <a:spcBef>
          <a:spcPct val="20000"/>
        </a:spcBef>
        <a:spcAft>
          <a:spcPct val="0"/>
        </a:spcAft>
        <a:buChar char="»"/>
        <a:defRPr>
          <a:solidFill>
            <a:schemeClr val="tx1"/>
          </a:solidFill>
          <a:latin typeface="+mn-lt"/>
          <a:cs typeface="+mn-cs"/>
        </a:defRPr>
      </a:lvl6pPr>
      <a:lvl7pPr marL="2971800" indent="-228600" algn="l" rtl="0" fontAlgn="base">
        <a:spcBef>
          <a:spcPct val="20000"/>
        </a:spcBef>
        <a:spcAft>
          <a:spcPct val="0"/>
        </a:spcAft>
        <a:buChar char="»"/>
        <a:defRPr>
          <a:solidFill>
            <a:schemeClr val="tx1"/>
          </a:solidFill>
          <a:latin typeface="+mn-lt"/>
          <a:cs typeface="+mn-cs"/>
        </a:defRPr>
      </a:lvl7pPr>
      <a:lvl8pPr marL="3429000" indent="-228600" algn="l" rtl="0" fontAlgn="base">
        <a:spcBef>
          <a:spcPct val="20000"/>
        </a:spcBef>
        <a:spcAft>
          <a:spcPct val="0"/>
        </a:spcAft>
        <a:buChar char="»"/>
        <a:defRPr>
          <a:solidFill>
            <a:schemeClr val="tx1"/>
          </a:solidFill>
          <a:latin typeface="+mn-lt"/>
          <a:cs typeface="+mn-cs"/>
        </a:defRPr>
      </a:lvl8pPr>
      <a:lvl9pPr marL="3886200" indent="-228600" algn="l" rtl="0" fontAlgn="base">
        <a:spcBef>
          <a:spcPct val="20000"/>
        </a:spcBef>
        <a:spcAft>
          <a:spcPct val="0"/>
        </a:spcAft>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arry.wu@canterbury.ac.nz"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4.png"/><Relationship Id="rId7" Type="http://schemas.openxmlformats.org/officeDocument/2006/relationships/diagramColors" Target="../diagrams/colors7.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1.w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users.cs.northwestern.edu/~akuzma/classes/CS340-w05/lecture_notes.ht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3810000"/>
            <a:ext cx="7696200" cy="1752600"/>
          </a:xfrm>
        </p:spPr>
        <p:txBody>
          <a:bodyPr/>
          <a:lstStyle/>
          <a:p>
            <a:r>
              <a:rPr lang="en-US" sz="2400" dirty="0">
                <a:latin typeface="+mj-lt"/>
              </a:rPr>
              <a:t>Dr Barry Wu</a:t>
            </a:r>
          </a:p>
          <a:p>
            <a:endParaRPr lang="en-US" altLang="zh-CN" sz="1800" dirty="0">
              <a:latin typeface="+mj-lt"/>
            </a:endParaRPr>
          </a:p>
          <a:p>
            <a:r>
              <a:rPr lang="en-US" altLang="zh-CN" sz="1800" dirty="0">
                <a:latin typeface="+mj-lt"/>
              </a:rPr>
              <a:t>WRC</a:t>
            </a:r>
          </a:p>
          <a:p>
            <a:r>
              <a:rPr lang="en-US" altLang="zh-CN" sz="1800" dirty="0">
                <a:latin typeface="+mj-lt"/>
              </a:rPr>
              <a:t>University of Canterbury</a:t>
            </a:r>
          </a:p>
          <a:p>
            <a:r>
              <a:rPr lang="en-US" sz="1600" dirty="0">
                <a:latin typeface="+mj-lt"/>
                <a:hlinkClick r:id="rId3"/>
              </a:rPr>
              <a:t>Barry.wu@canterbury.ac.nz</a:t>
            </a:r>
            <a:endParaRPr lang="en-US" sz="1600" dirty="0">
              <a:latin typeface="+mj-lt"/>
            </a:endParaRPr>
          </a:p>
        </p:txBody>
      </p:sp>
      <p:sp>
        <p:nvSpPr>
          <p:cNvPr id="4" name="TextBox 3"/>
          <p:cNvSpPr txBox="1"/>
          <p:nvPr/>
        </p:nvSpPr>
        <p:spPr>
          <a:xfrm>
            <a:off x="838200" y="594578"/>
            <a:ext cx="7391400" cy="830997"/>
          </a:xfrm>
          <a:prstGeom prst="rect">
            <a:avLst/>
          </a:prstGeom>
          <a:noFill/>
        </p:spPr>
        <p:txBody>
          <a:bodyPr wrap="square" rtlCol="0">
            <a:spAutoFit/>
          </a:bodyPr>
          <a:lstStyle/>
          <a:p>
            <a:pPr algn="ctr"/>
            <a:r>
              <a:rPr lang="en-US" sz="2400">
                <a:latin typeface="+mj-lt"/>
              </a:rPr>
              <a:t>COSC264</a:t>
            </a:r>
          </a:p>
          <a:p>
            <a:pPr algn="ctr"/>
            <a:r>
              <a:rPr lang="en-NZ" sz="2400">
                <a:latin typeface="+mj-lt"/>
              </a:rPr>
              <a:t>Introduction to Computer Networks and the Internet</a:t>
            </a:r>
            <a:endParaRPr lang="en-US" sz="2400">
              <a:latin typeface="+mj-lt"/>
            </a:endParaRPr>
          </a:p>
        </p:txBody>
      </p:sp>
      <p:sp>
        <p:nvSpPr>
          <p:cNvPr id="5" name="Title 4"/>
          <p:cNvSpPr>
            <a:spLocks noGrp="1"/>
          </p:cNvSpPr>
          <p:nvPr>
            <p:ph type="ctrTitle"/>
          </p:nvPr>
        </p:nvSpPr>
        <p:spPr/>
        <p:txBody>
          <a:bodyPr/>
          <a:lstStyle/>
          <a:p>
            <a:r>
              <a:rPr lang="en-NZ" sz="3200"/>
              <a:t>Application Protocols: </a:t>
            </a:r>
            <a:br>
              <a:rPr lang="en-NZ" sz="3200"/>
            </a:br>
            <a:r>
              <a:rPr lang="en-NZ" sz="3200"/>
              <a:t>Introduction </a:t>
            </a:r>
            <a:r>
              <a:rPr lang="en-NZ" sz="3200" dirty="0"/>
              <a:t>to </a:t>
            </a:r>
            <a:r>
              <a:rPr lang="en-AU" sz="3200" dirty="0"/>
              <a:t>the </a:t>
            </a:r>
            <a:r>
              <a:rPr lang="en-NZ" sz="3200" dirty="0"/>
              <a:t>Web and HTTP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Learning Objectives</a:t>
            </a:r>
            <a:endParaRPr lang="ko-KR" altLang="en-US"/>
          </a:p>
        </p:txBody>
      </p:sp>
      <p:sp>
        <p:nvSpPr>
          <p:cNvPr id="3" name="Content Placeholder 2"/>
          <p:cNvSpPr>
            <a:spLocks noGrp="1"/>
          </p:cNvSpPr>
          <p:nvPr>
            <p:ph idx="1"/>
          </p:nvPr>
        </p:nvSpPr>
        <p:spPr/>
        <p:txBody>
          <a:bodyPr/>
          <a:lstStyle/>
          <a:p>
            <a:r>
              <a:rPr lang="en-US" altLang="ko-KR" dirty="0"/>
              <a:t>At the end of the lectures, you will be able to:</a:t>
            </a:r>
          </a:p>
          <a:p>
            <a:pPr lvl="1">
              <a:spcAft>
                <a:spcPts val="600"/>
              </a:spcAft>
            </a:pPr>
            <a:r>
              <a:rPr lang="en-GB" altLang="ko-KR" dirty="0"/>
              <a:t>Understand the concept of network applications</a:t>
            </a:r>
          </a:p>
          <a:p>
            <a:pPr lvl="1">
              <a:spcAft>
                <a:spcPts val="600"/>
              </a:spcAft>
            </a:pPr>
            <a:r>
              <a:rPr lang="en-GB" altLang="ko-KR" dirty="0"/>
              <a:t>Explain the role of HTTP in the operation of the Web</a:t>
            </a:r>
          </a:p>
          <a:p>
            <a:pPr lvl="1">
              <a:spcAft>
                <a:spcPts val="600"/>
              </a:spcAft>
            </a:pPr>
            <a:r>
              <a:rPr lang="en-GB" altLang="ko-KR" dirty="0"/>
              <a:t>Describe the HTTP message format</a:t>
            </a:r>
          </a:p>
          <a:p>
            <a:pPr lvl="1">
              <a:spcAft>
                <a:spcPts val="600"/>
              </a:spcAft>
            </a:pPr>
            <a:r>
              <a:rPr lang="en-GB" altLang="ko-KR" dirty="0"/>
              <a:t>Explain the difference between non-persistent and persistent connections </a:t>
            </a:r>
          </a:p>
          <a:p>
            <a:pPr lvl="1">
              <a:spcAft>
                <a:spcPts val="600"/>
              </a:spcAft>
            </a:pPr>
            <a:r>
              <a:rPr lang="en-GB" altLang="ko-KR" dirty="0"/>
              <a:t>Explain cookies</a:t>
            </a:r>
          </a:p>
          <a:p>
            <a:pPr lvl="1">
              <a:spcAft>
                <a:spcPts val="600"/>
              </a:spcAft>
            </a:pPr>
            <a:r>
              <a:rPr lang="en-GB" altLang="ko-KR" dirty="0"/>
              <a:t>Explain caching</a:t>
            </a:r>
            <a:endParaRPr lang="ko-KR" altLang="en-US" dirty="0"/>
          </a:p>
        </p:txBody>
      </p:sp>
      <p:sp>
        <p:nvSpPr>
          <p:cNvPr id="4" name="Slide Number Placeholder 3"/>
          <p:cNvSpPr>
            <a:spLocks noGrp="1"/>
          </p:cNvSpPr>
          <p:nvPr>
            <p:ph type="sldNum" sz="quarter" idx="11"/>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kern="1200">
                <a:solidFill>
                  <a:schemeClr val="tx1"/>
                </a:solidFill>
                <a:latin typeface="+mn-lt"/>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DACE9E11-39C8-4E20-894F-A4A883CCF6EF}" type="slidenum">
              <a:rPr lang="en-US" smtClean="0"/>
              <a:pPr>
                <a:defRPr/>
              </a:pPr>
              <a:t>2</a:t>
            </a:fld>
            <a:endParaRPr lang="en-US"/>
          </a:p>
        </p:txBody>
      </p:sp>
    </p:spTree>
    <p:extLst>
      <p:ext uri="{BB962C8B-B14F-4D97-AF65-F5344CB8AC3E}">
        <p14:creationId xmlns:p14="http://schemas.microsoft.com/office/powerpoint/2010/main" val="606395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Outline</a:t>
            </a:r>
          </a:p>
        </p:txBody>
      </p:sp>
      <p:sp>
        <p:nvSpPr>
          <p:cNvPr id="3" name="Content Placeholder 2"/>
          <p:cNvSpPr>
            <a:spLocks noGrp="1"/>
          </p:cNvSpPr>
          <p:nvPr>
            <p:ph idx="1"/>
          </p:nvPr>
        </p:nvSpPr>
        <p:spPr>
          <a:xfrm>
            <a:off x="457200" y="1143000"/>
            <a:ext cx="8229600" cy="5181600"/>
          </a:xfrm>
        </p:spPr>
        <p:txBody>
          <a:bodyPr/>
          <a:lstStyle/>
          <a:p>
            <a:pPr>
              <a:spcBef>
                <a:spcPts val="600"/>
              </a:spcBef>
              <a:spcAft>
                <a:spcPts val="600"/>
              </a:spcAft>
            </a:pPr>
            <a:r>
              <a:rPr lang="en-NZ" dirty="0"/>
              <a:t>Network applications</a:t>
            </a:r>
          </a:p>
          <a:p>
            <a:pPr>
              <a:spcBef>
                <a:spcPts val="600"/>
              </a:spcBef>
              <a:spcAft>
                <a:spcPts val="600"/>
              </a:spcAft>
            </a:pPr>
            <a:endParaRPr lang="en-NZ" dirty="0"/>
          </a:p>
          <a:p>
            <a:pPr>
              <a:spcBef>
                <a:spcPts val="600"/>
              </a:spcBef>
              <a:spcAft>
                <a:spcPts val="600"/>
              </a:spcAft>
            </a:pPr>
            <a:r>
              <a:rPr lang="en-NZ" dirty="0"/>
              <a:t>The Web </a:t>
            </a:r>
          </a:p>
          <a:p>
            <a:pPr>
              <a:spcBef>
                <a:spcPts val="600"/>
              </a:spcBef>
              <a:spcAft>
                <a:spcPts val="600"/>
              </a:spcAft>
            </a:pPr>
            <a:endParaRPr lang="en-NZ" dirty="0"/>
          </a:p>
          <a:p>
            <a:pPr>
              <a:spcBef>
                <a:spcPts val="600"/>
              </a:spcBef>
              <a:spcAft>
                <a:spcPts val="600"/>
              </a:spcAft>
            </a:pPr>
            <a:r>
              <a:rPr lang="en-NZ" dirty="0"/>
              <a:t>HTTP </a:t>
            </a:r>
          </a:p>
          <a:p>
            <a:pPr lvl="1">
              <a:spcBef>
                <a:spcPts val="600"/>
              </a:spcBef>
              <a:spcAft>
                <a:spcPts val="600"/>
              </a:spcAft>
            </a:pPr>
            <a:r>
              <a:rPr lang="en-US" altLang="en-US" dirty="0"/>
              <a:t>Non-persistent and persistent connections</a:t>
            </a:r>
          </a:p>
          <a:p>
            <a:pPr lvl="1">
              <a:spcBef>
                <a:spcPts val="600"/>
              </a:spcBef>
              <a:spcAft>
                <a:spcPts val="600"/>
              </a:spcAft>
            </a:pPr>
            <a:r>
              <a:rPr lang="en-US" altLang="en-US" dirty="0"/>
              <a:t>Messages</a:t>
            </a:r>
          </a:p>
          <a:p>
            <a:pPr lvl="1">
              <a:spcBef>
                <a:spcPts val="600"/>
              </a:spcBef>
              <a:spcAft>
                <a:spcPts val="600"/>
              </a:spcAft>
            </a:pPr>
            <a:r>
              <a:rPr lang="en-US" altLang="en-US" dirty="0"/>
              <a:t>Cookies</a:t>
            </a:r>
          </a:p>
          <a:p>
            <a:pPr lvl="1">
              <a:spcBef>
                <a:spcPts val="600"/>
              </a:spcBef>
              <a:spcAft>
                <a:spcPts val="600"/>
              </a:spcAft>
            </a:pPr>
            <a:r>
              <a:rPr lang="en-US" altLang="en-US" dirty="0"/>
              <a:t>Web caching</a:t>
            </a:r>
            <a:endParaRPr lang="en-NZ" dirty="0"/>
          </a:p>
          <a:p>
            <a:pPr>
              <a:spcBef>
                <a:spcPts val="600"/>
              </a:spcBef>
              <a:spcAft>
                <a:spcPts val="600"/>
              </a:spcAft>
            </a:pPr>
            <a:endParaRPr lang="en-NZ" dirty="0"/>
          </a:p>
        </p:txBody>
      </p:sp>
      <p:sp>
        <p:nvSpPr>
          <p:cNvPr id="5" name="Slide Number Placeholder 4"/>
          <p:cNvSpPr>
            <a:spLocks noGrp="1"/>
          </p:cNvSpPr>
          <p:nvPr>
            <p:ph type="sldNum" sz="quarter" idx="4"/>
          </p:nvPr>
        </p:nvSpPr>
        <p:spPr/>
        <p:txBody>
          <a:bodyPr/>
          <a:lstStyle/>
          <a:p>
            <a:fld id="{C7246C51-4319-4D09-89A9-525D5D0859C1}" type="slidenum">
              <a:rPr lang="en-US" altLang="en-US" smtClean="0"/>
              <a:pPr/>
              <a:t>3</a:t>
            </a:fld>
            <a:endParaRPr lang="en-US" altLang="en-US"/>
          </a:p>
        </p:txBody>
      </p:sp>
    </p:spTree>
    <p:extLst>
      <p:ext uri="{BB962C8B-B14F-4D97-AF65-F5344CB8AC3E}">
        <p14:creationId xmlns:p14="http://schemas.microsoft.com/office/powerpoint/2010/main" val="3079623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289A547-3874-F4B8-C53A-F7B2C50840FD}"/>
              </a:ext>
            </a:extLst>
          </p:cNvPr>
          <p:cNvSpPr>
            <a:spLocks noGrp="1"/>
          </p:cNvSpPr>
          <p:nvPr>
            <p:ph type="ctrTitle"/>
          </p:nvPr>
        </p:nvSpPr>
        <p:spPr/>
        <p:txBody>
          <a:bodyPr/>
          <a:lstStyle/>
          <a:p>
            <a:r>
              <a:rPr lang="en-AU" dirty="0"/>
              <a:t>Network Applications</a:t>
            </a:r>
          </a:p>
        </p:txBody>
      </p:sp>
      <p:sp>
        <p:nvSpPr>
          <p:cNvPr id="7" name="Subtitle 6">
            <a:extLst>
              <a:ext uri="{FF2B5EF4-FFF2-40B4-BE49-F238E27FC236}">
                <a16:creationId xmlns:a16="http://schemas.microsoft.com/office/drawing/2014/main" id="{898FDD86-8E32-D712-275A-58A252D8E29D}"/>
              </a:ext>
            </a:extLst>
          </p:cNvPr>
          <p:cNvSpPr>
            <a:spLocks noGrp="1"/>
          </p:cNvSpPr>
          <p:nvPr>
            <p:ph type="subTitle" idx="1"/>
          </p:nvPr>
        </p:nvSpPr>
        <p:spPr/>
        <p:txBody>
          <a:bodyPr/>
          <a:lstStyle/>
          <a:p>
            <a:endParaRPr lang="en-AU"/>
          </a:p>
        </p:txBody>
      </p:sp>
      <p:sp>
        <p:nvSpPr>
          <p:cNvPr id="5" name="Slide Number Placeholder 4">
            <a:extLst>
              <a:ext uri="{FF2B5EF4-FFF2-40B4-BE49-F238E27FC236}">
                <a16:creationId xmlns:a16="http://schemas.microsoft.com/office/drawing/2014/main" id="{0AED3AAC-C36D-474A-CAF3-2017C6619290}"/>
              </a:ext>
            </a:extLst>
          </p:cNvPr>
          <p:cNvSpPr>
            <a:spLocks noGrp="1"/>
          </p:cNvSpPr>
          <p:nvPr>
            <p:ph type="sldNum" sz="quarter" idx="4294967295"/>
          </p:nvPr>
        </p:nvSpPr>
        <p:spPr>
          <a:xfrm>
            <a:off x="7132638" y="6553200"/>
            <a:ext cx="2011362" cy="277813"/>
          </a:xfrm>
        </p:spPr>
        <p:txBody>
          <a:bodyPr/>
          <a:lstStyle/>
          <a:p>
            <a:fld id="{C7246C51-4319-4D09-89A9-525D5D0859C1}" type="slidenum">
              <a:rPr lang="en-US" altLang="en-US" smtClean="0"/>
              <a:pPr/>
              <a:t>4</a:t>
            </a:fld>
            <a:endParaRPr lang="en-US" altLang="en-US"/>
          </a:p>
        </p:txBody>
      </p:sp>
    </p:spTree>
    <p:extLst>
      <p:ext uri="{BB962C8B-B14F-4D97-AF65-F5344CB8AC3E}">
        <p14:creationId xmlns:p14="http://schemas.microsoft.com/office/powerpoint/2010/main" val="1913650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What is a network application?</a:t>
            </a:r>
          </a:p>
        </p:txBody>
      </p:sp>
      <p:sp>
        <p:nvSpPr>
          <p:cNvPr id="3" name="Content Placeholder 2"/>
          <p:cNvSpPr>
            <a:spLocks noGrp="1"/>
          </p:cNvSpPr>
          <p:nvPr>
            <p:ph sz="half" idx="1"/>
          </p:nvPr>
        </p:nvSpPr>
        <p:spPr>
          <a:xfrm>
            <a:off x="472440" y="1066800"/>
            <a:ext cx="3337559" cy="4648200"/>
          </a:xfrm>
        </p:spPr>
        <p:txBody>
          <a:bodyPr/>
          <a:lstStyle/>
          <a:p>
            <a:r>
              <a:rPr lang="en-NZ" sz="2800" dirty="0"/>
              <a:t>Programs that run on different end systems and communicate with each other over the network</a:t>
            </a:r>
          </a:p>
        </p:txBody>
      </p:sp>
      <p:sp>
        <p:nvSpPr>
          <p:cNvPr id="5" name="Slide Number Placeholder 4"/>
          <p:cNvSpPr>
            <a:spLocks noGrp="1"/>
          </p:cNvSpPr>
          <p:nvPr>
            <p:ph type="sldNum" sz="quarter" idx="12"/>
          </p:nvPr>
        </p:nvSpPr>
        <p:spPr/>
        <p:txBody>
          <a:bodyPr/>
          <a:lstStyle/>
          <a:p>
            <a:fld id="{C7246C51-4319-4D09-89A9-525D5D0859C1}" type="slidenum">
              <a:rPr lang="en-US" altLang="en-US" smtClean="0"/>
              <a:pPr/>
              <a:t>5</a:t>
            </a:fld>
            <a:endParaRPr lang="en-US" altLang="en-US"/>
          </a:p>
        </p:txBody>
      </p:sp>
      <p:pic>
        <p:nvPicPr>
          <p:cNvPr id="6" name="Picture 5">
            <a:extLst>
              <a:ext uri="{FF2B5EF4-FFF2-40B4-BE49-F238E27FC236}">
                <a16:creationId xmlns:a16="http://schemas.microsoft.com/office/drawing/2014/main" id="{D65D9F93-B015-E0C0-218E-110A9086653D}"/>
              </a:ext>
            </a:extLst>
          </p:cNvPr>
          <p:cNvPicPr>
            <a:picLocks noChangeAspect="1"/>
          </p:cNvPicPr>
          <p:nvPr/>
        </p:nvPicPr>
        <p:blipFill>
          <a:blip r:embed="rId3"/>
          <a:stretch>
            <a:fillRect/>
          </a:stretch>
        </p:blipFill>
        <p:spPr>
          <a:xfrm>
            <a:off x="3886200" y="1095042"/>
            <a:ext cx="4766733" cy="5381958"/>
          </a:xfrm>
          <a:prstGeom prst="rect">
            <a:avLst/>
          </a:prstGeom>
        </p:spPr>
      </p:pic>
      <p:sp>
        <p:nvSpPr>
          <p:cNvPr id="4" name="TextBox 7">
            <a:extLst>
              <a:ext uri="{FF2B5EF4-FFF2-40B4-BE49-F238E27FC236}">
                <a16:creationId xmlns:a16="http://schemas.microsoft.com/office/drawing/2014/main" id="{88619BAF-4EAA-E4C8-3C53-60C90F3521FC}"/>
              </a:ext>
            </a:extLst>
          </p:cNvPr>
          <p:cNvSpPr txBox="1"/>
          <p:nvPr/>
        </p:nvSpPr>
        <p:spPr>
          <a:xfrm>
            <a:off x="1143000" y="6113794"/>
            <a:ext cx="3718560" cy="600164"/>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3</a:t>
            </a:r>
            <a:r>
              <a:rPr lang="en-GB" sz="1100" baseline="30000" dirty="0"/>
              <a:t>rd</a:t>
            </a:r>
            <a:r>
              <a:rPr lang="en-GB" sz="1100" dirty="0"/>
              <a:t> edition, 2005, Figure 2.1.</a:t>
            </a:r>
          </a:p>
        </p:txBody>
      </p:sp>
    </p:spTree>
    <p:extLst>
      <p:ext uri="{BB962C8B-B14F-4D97-AF65-F5344CB8AC3E}">
        <p14:creationId xmlns:p14="http://schemas.microsoft.com/office/powerpoint/2010/main" val="4008323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63C24-B9ED-129F-B83B-8E81DAF1C9C3}"/>
              </a:ext>
            </a:extLst>
          </p:cNvPr>
          <p:cNvSpPr>
            <a:spLocks noGrp="1"/>
          </p:cNvSpPr>
          <p:nvPr>
            <p:ph type="title"/>
          </p:nvPr>
        </p:nvSpPr>
        <p:spPr/>
        <p:txBody>
          <a:bodyPr/>
          <a:lstStyle/>
          <a:p>
            <a:r>
              <a:rPr lang="en-GB" dirty="0"/>
              <a:t>Some Popular Network Applications</a:t>
            </a:r>
            <a:endParaRPr lang="en-AU" dirty="0"/>
          </a:p>
        </p:txBody>
      </p:sp>
      <p:sp>
        <p:nvSpPr>
          <p:cNvPr id="5" name="Slide Number Placeholder 4">
            <a:extLst>
              <a:ext uri="{FF2B5EF4-FFF2-40B4-BE49-F238E27FC236}">
                <a16:creationId xmlns:a16="http://schemas.microsoft.com/office/drawing/2014/main" id="{F2590A5E-5121-648D-2EA2-99FC35A475AA}"/>
              </a:ext>
            </a:extLst>
          </p:cNvPr>
          <p:cNvSpPr>
            <a:spLocks noGrp="1"/>
          </p:cNvSpPr>
          <p:nvPr>
            <p:ph type="sldNum" sz="quarter" idx="4"/>
          </p:nvPr>
        </p:nvSpPr>
        <p:spPr/>
        <p:txBody>
          <a:bodyPr/>
          <a:lstStyle/>
          <a:p>
            <a:fld id="{C7246C51-4319-4D09-89A9-525D5D0859C1}" type="slidenum">
              <a:rPr lang="en-US" altLang="en-US" smtClean="0"/>
              <a:pPr/>
              <a:t>6</a:t>
            </a:fld>
            <a:endParaRPr lang="en-US" altLang="en-US"/>
          </a:p>
        </p:txBody>
      </p:sp>
      <p:graphicFrame>
        <p:nvGraphicFramePr>
          <p:cNvPr id="9" name="Content Placeholder 8">
            <a:extLst>
              <a:ext uri="{FF2B5EF4-FFF2-40B4-BE49-F238E27FC236}">
                <a16:creationId xmlns:a16="http://schemas.microsoft.com/office/drawing/2014/main" id="{DFC8C0E4-C197-A934-7471-4247CE1AF95F}"/>
              </a:ext>
            </a:extLst>
          </p:cNvPr>
          <p:cNvGraphicFramePr>
            <a:graphicFrameLocks noGrp="1"/>
          </p:cNvGraphicFramePr>
          <p:nvPr>
            <p:ph idx="1"/>
            <p:extLst>
              <p:ext uri="{D42A27DB-BD31-4B8C-83A1-F6EECF244321}">
                <p14:modId xmlns:p14="http://schemas.microsoft.com/office/powerpoint/2010/main" val="3326679967"/>
              </p:ext>
            </p:extLst>
          </p:nvPr>
        </p:nvGraphicFramePr>
        <p:xfrm>
          <a:off x="151628" y="1295400"/>
          <a:ext cx="8763772" cy="518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92743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C12C16-EF13-87B4-6AB6-1F94DD9A10AD}"/>
              </a:ext>
            </a:extLst>
          </p:cNvPr>
          <p:cNvSpPr>
            <a:spLocks noGrp="1"/>
          </p:cNvSpPr>
          <p:nvPr>
            <p:ph type="title"/>
          </p:nvPr>
        </p:nvSpPr>
        <p:spPr/>
        <p:txBody>
          <a:bodyPr/>
          <a:lstStyle/>
          <a:p>
            <a:r>
              <a:rPr lang="en-GB" sz="3000" dirty="0"/>
              <a:t>Application processes, sockets, and underlying transport protocol</a:t>
            </a:r>
            <a:endParaRPr lang="en-AU" sz="3000" dirty="0"/>
          </a:p>
        </p:txBody>
      </p:sp>
      <p:sp>
        <p:nvSpPr>
          <p:cNvPr id="5" name="Slide Number Placeholder 4">
            <a:extLst>
              <a:ext uri="{FF2B5EF4-FFF2-40B4-BE49-F238E27FC236}">
                <a16:creationId xmlns:a16="http://schemas.microsoft.com/office/drawing/2014/main" id="{CC581596-79A9-3114-D8DD-B3AD4D74FD67}"/>
              </a:ext>
            </a:extLst>
          </p:cNvPr>
          <p:cNvSpPr>
            <a:spLocks noGrp="1"/>
          </p:cNvSpPr>
          <p:nvPr>
            <p:ph type="sldNum" sz="quarter" idx="4"/>
          </p:nvPr>
        </p:nvSpPr>
        <p:spPr/>
        <p:txBody>
          <a:bodyPr/>
          <a:lstStyle/>
          <a:p>
            <a:fld id="{C7246C51-4319-4D09-89A9-525D5D0859C1}" type="slidenum">
              <a:rPr lang="en-US" altLang="en-US" smtClean="0"/>
              <a:pPr/>
              <a:t>7</a:t>
            </a:fld>
            <a:endParaRPr lang="en-US" altLang="en-US"/>
          </a:p>
        </p:txBody>
      </p:sp>
      <p:pic>
        <p:nvPicPr>
          <p:cNvPr id="9" name="Picture 8">
            <a:extLst>
              <a:ext uri="{FF2B5EF4-FFF2-40B4-BE49-F238E27FC236}">
                <a16:creationId xmlns:a16="http://schemas.microsoft.com/office/drawing/2014/main" id="{9D0634D4-0184-9665-F5E5-163324218B6D}"/>
              </a:ext>
            </a:extLst>
          </p:cNvPr>
          <p:cNvPicPr>
            <a:picLocks noChangeAspect="1"/>
          </p:cNvPicPr>
          <p:nvPr/>
        </p:nvPicPr>
        <p:blipFill>
          <a:blip r:embed="rId3"/>
          <a:stretch>
            <a:fillRect/>
          </a:stretch>
        </p:blipFill>
        <p:spPr>
          <a:xfrm>
            <a:off x="133350" y="1347787"/>
            <a:ext cx="8877300" cy="4162425"/>
          </a:xfrm>
          <a:prstGeom prst="rect">
            <a:avLst/>
          </a:prstGeom>
        </p:spPr>
      </p:pic>
      <p:sp>
        <p:nvSpPr>
          <p:cNvPr id="2" name="TextBox 7">
            <a:extLst>
              <a:ext uri="{FF2B5EF4-FFF2-40B4-BE49-F238E27FC236}">
                <a16:creationId xmlns:a16="http://schemas.microsoft.com/office/drawing/2014/main" id="{F380B13B-5C39-9022-19C8-F60538D5D378}"/>
              </a:ext>
            </a:extLst>
          </p:cNvPr>
          <p:cNvSpPr txBox="1"/>
          <p:nvPr/>
        </p:nvSpPr>
        <p:spPr>
          <a:xfrm>
            <a:off x="2171700" y="6261449"/>
            <a:ext cx="4800600"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3</a:t>
            </a:r>
            <a:r>
              <a:rPr lang="en-GB" sz="1100" baseline="30000" dirty="0"/>
              <a:t>rd</a:t>
            </a:r>
            <a:r>
              <a:rPr lang="en-GB" sz="1100" dirty="0"/>
              <a:t> edition, 2005, Figure 2.3.</a:t>
            </a:r>
          </a:p>
        </p:txBody>
      </p:sp>
    </p:spTree>
    <p:extLst>
      <p:ext uri="{BB962C8B-B14F-4D97-AF65-F5344CB8AC3E}">
        <p14:creationId xmlns:p14="http://schemas.microsoft.com/office/powerpoint/2010/main" val="4281192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0056"/>
            <a:ext cx="9144000" cy="723900"/>
          </a:xfrm>
        </p:spPr>
        <p:txBody>
          <a:bodyPr/>
          <a:lstStyle/>
          <a:p>
            <a:r>
              <a:rPr lang="en-NZ" sz="3000" dirty="0"/>
              <a:t>Application-Layer Protocols</a:t>
            </a:r>
          </a:p>
        </p:txBody>
      </p:sp>
      <p:sp>
        <p:nvSpPr>
          <p:cNvPr id="3" name="Content Placeholder 2"/>
          <p:cNvSpPr>
            <a:spLocks noGrp="1"/>
          </p:cNvSpPr>
          <p:nvPr>
            <p:ph sz="half" idx="1"/>
          </p:nvPr>
        </p:nvSpPr>
        <p:spPr>
          <a:xfrm>
            <a:off x="490728" y="1066800"/>
            <a:ext cx="8305800" cy="2743200"/>
          </a:xfrm>
        </p:spPr>
        <p:txBody>
          <a:bodyPr/>
          <a:lstStyle/>
          <a:p>
            <a:pPr>
              <a:spcAft>
                <a:spcPts val="600"/>
              </a:spcAft>
            </a:pPr>
            <a:r>
              <a:rPr lang="en-GB" sz="2800" dirty="0"/>
              <a:t>An application-layer protocol defines how an application’s processes, running on different end systems, pass messages to each other.</a:t>
            </a:r>
          </a:p>
          <a:p>
            <a:pPr>
              <a:spcAft>
                <a:spcPts val="600"/>
              </a:spcAft>
            </a:pPr>
            <a:r>
              <a:rPr lang="en-GB" sz="2800" dirty="0"/>
              <a:t>An application-layer protocol is </a:t>
            </a:r>
            <a:r>
              <a:rPr lang="en-GB" sz="2800" dirty="0">
                <a:solidFill>
                  <a:srgbClr val="FF0000"/>
                </a:solidFill>
              </a:rPr>
              <a:t>only one piece (a big piece) of a network application</a:t>
            </a:r>
            <a:r>
              <a:rPr lang="en-GB" sz="2800" dirty="0"/>
              <a:t>.​</a:t>
            </a:r>
            <a:endParaRPr lang="en-NZ" sz="2800" dirty="0"/>
          </a:p>
        </p:txBody>
      </p:sp>
      <p:sp>
        <p:nvSpPr>
          <p:cNvPr id="5" name="Slide Number Placeholder 4"/>
          <p:cNvSpPr>
            <a:spLocks noGrp="1"/>
          </p:cNvSpPr>
          <p:nvPr>
            <p:ph type="sldNum" sz="quarter" idx="12"/>
          </p:nvPr>
        </p:nvSpPr>
        <p:spPr/>
        <p:txBody>
          <a:bodyPr/>
          <a:lstStyle/>
          <a:p>
            <a:fld id="{C7246C51-4319-4D09-89A9-525D5D0859C1}" type="slidenum">
              <a:rPr lang="en-US" altLang="en-US" smtClean="0"/>
              <a:pPr/>
              <a:t>8</a:t>
            </a:fld>
            <a:endParaRPr lang="en-US" altLang="en-US"/>
          </a:p>
        </p:txBody>
      </p:sp>
      <p:graphicFrame>
        <p:nvGraphicFramePr>
          <p:cNvPr id="6" name="Table 5"/>
          <p:cNvGraphicFramePr>
            <a:graphicFrameLocks noGrp="1"/>
          </p:cNvGraphicFramePr>
          <p:nvPr>
            <p:extLst>
              <p:ext uri="{D42A27DB-BD31-4B8C-83A1-F6EECF244321}">
                <p14:modId xmlns:p14="http://schemas.microsoft.com/office/powerpoint/2010/main" val="1147914532"/>
              </p:ext>
            </p:extLst>
          </p:nvPr>
        </p:nvGraphicFramePr>
        <p:xfrm>
          <a:off x="1524000" y="4267200"/>
          <a:ext cx="6096000" cy="1677876"/>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401404216"/>
                    </a:ext>
                  </a:extLst>
                </a:gridCol>
                <a:gridCol w="3048000">
                  <a:extLst>
                    <a:ext uri="{9D8B030D-6E8A-4147-A177-3AD203B41FA5}">
                      <a16:colId xmlns:a16="http://schemas.microsoft.com/office/drawing/2014/main" val="139166393"/>
                    </a:ext>
                  </a:extLst>
                </a:gridCol>
              </a:tblGrid>
              <a:tr h="559292">
                <a:tc>
                  <a:txBody>
                    <a:bodyPr/>
                    <a:lstStyle/>
                    <a:p>
                      <a:pPr algn="ctr"/>
                      <a:r>
                        <a:rPr lang="en-NZ" dirty="0">
                          <a:solidFill>
                            <a:schemeClr val="tx1"/>
                          </a:solidFill>
                        </a:rPr>
                        <a:t>Network application</a:t>
                      </a:r>
                    </a:p>
                  </a:txBody>
                  <a:tcPr anchor="ctr"/>
                </a:tc>
                <a:tc>
                  <a:txBody>
                    <a:bodyPr/>
                    <a:lstStyle/>
                    <a:p>
                      <a:pPr algn="ctr"/>
                      <a:r>
                        <a:rPr lang="en-NZ" dirty="0">
                          <a:solidFill>
                            <a:schemeClr val="tx1"/>
                          </a:solidFill>
                        </a:rPr>
                        <a:t>Application protocol</a:t>
                      </a:r>
                    </a:p>
                  </a:txBody>
                  <a:tcPr anchor="ctr"/>
                </a:tc>
                <a:extLst>
                  <a:ext uri="{0D108BD9-81ED-4DB2-BD59-A6C34878D82A}">
                    <a16:rowId xmlns:a16="http://schemas.microsoft.com/office/drawing/2014/main" val="4208436084"/>
                  </a:ext>
                </a:extLst>
              </a:tr>
              <a:tr h="5592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dirty="0">
                          <a:solidFill>
                            <a:schemeClr val="tx1"/>
                          </a:solidFill>
                        </a:rPr>
                        <a:t>Web</a:t>
                      </a:r>
                      <a:r>
                        <a:rPr lang="en-NZ" baseline="0" dirty="0">
                          <a:solidFill>
                            <a:schemeClr val="tx1"/>
                          </a:solidFill>
                        </a:rPr>
                        <a:t> application</a:t>
                      </a:r>
                      <a:endParaRPr lang="en-NZ"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dirty="0">
                          <a:solidFill>
                            <a:schemeClr val="tx1"/>
                          </a:solidFill>
                        </a:rPr>
                        <a:t>HTTP</a:t>
                      </a:r>
                    </a:p>
                  </a:txBody>
                  <a:tcPr anchor="ctr"/>
                </a:tc>
                <a:extLst>
                  <a:ext uri="{0D108BD9-81ED-4DB2-BD59-A6C34878D82A}">
                    <a16:rowId xmlns:a16="http://schemas.microsoft.com/office/drawing/2014/main" val="1858449304"/>
                  </a:ext>
                </a:extLst>
              </a:tr>
              <a:tr h="559292">
                <a:tc>
                  <a:txBody>
                    <a:bodyPr/>
                    <a:lstStyle/>
                    <a:p>
                      <a:pPr algn="ctr"/>
                      <a:r>
                        <a:rPr lang="en-NZ" dirty="0"/>
                        <a:t>Email</a:t>
                      </a:r>
                    </a:p>
                  </a:txBody>
                  <a:tcPr anchor="ctr"/>
                </a:tc>
                <a:tc>
                  <a:txBody>
                    <a:bodyPr/>
                    <a:lstStyle/>
                    <a:p>
                      <a:pPr algn="ctr"/>
                      <a:r>
                        <a:rPr lang="en-NZ" dirty="0"/>
                        <a:t>SMTP</a:t>
                      </a:r>
                    </a:p>
                  </a:txBody>
                  <a:tcPr anchor="ctr"/>
                </a:tc>
                <a:extLst>
                  <a:ext uri="{0D108BD9-81ED-4DB2-BD59-A6C34878D82A}">
                    <a16:rowId xmlns:a16="http://schemas.microsoft.com/office/drawing/2014/main" val="2359860302"/>
                  </a:ext>
                </a:extLst>
              </a:tr>
            </a:tbl>
          </a:graphicData>
        </a:graphic>
      </p:graphicFrame>
    </p:spTree>
    <p:extLst>
      <p:ext uri="{BB962C8B-B14F-4D97-AF65-F5344CB8AC3E}">
        <p14:creationId xmlns:p14="http://schemas.microsoft.com/office/powerpoint/2010/main" val="2571932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E6AD7-D9EF-C078-449B-0F01192BA710}"/>
              </a:ext>
            </a:extLst>
          </p:cNvPr>
          <p:cNvSpPr>
            <a:spLocks noGrp="1"/>
          </p:cNvSpPr>
          <p:nvPr>
            <p:ph type="title"/>
          </p:nvPr>
        </p:nvSpPr>
        <p:spPr/>
        <p:txBody>
          <a:bodyPr/>
          <a:lstStyle/>
          <a:p>
            <a:r>
              <a:rPr lang="en-AU" sz="3200" dirty="0"/>
              <a:t>Services an Application Needs from a Transport-Layer Protocol</a:t>
            </a:r>
          </a:p>
        </p:txBody>
      </p:sp>
      <p:sp>
        <p:nvSpPr>
          <p:cNvPr id="6" name="Content Placeholder 5">
            <a:extLst>
              <a:ext uri="{FF2B5EF4-FFF2-40B4-BE49-F238E27FC236}">
                <a16:creationId xmlns:a16="http://schemas.microsoft.com/office/drawing/2014/main" id="{ED4BEF5B-E0CF-B52E-5A55-F611288812D0}"/>
              </a:ext>
            </a:extLst>
          </p:cNvPr>
          <p:cNvSpPr>
            <a:spLocks noGrp="1"/>
          </p:cNvSpPr>
          <p:nvPr>
            <p:ph idx="1"/>
          </p:nvPr>
        </p:nvSpPr>
        <p:spPr>
          <a:xfrm>
            <a:off x="457200" y="1219200"/>
            <a:ext cx="8229600" cy="914400"/>
          </a:xfrm>
        </p:spPr>
        <p:txBody>
          <a:bodyPr/>
          <a:lstStyle/>
          <a:p>
            <a:pPr>
              <a:spcBef>
                <a:spcPts val="1200"/>
              </a:spcBef>
              <a:spcAft>
                <a:spcPts val="600"/>
              </a:spcAft>
            </a:pPr>
            <a:r>
              <a:rPr lang="en-AU" sz="3000" u="sng" dirty="0"/>
              <a:t>Reliable data transfer</a:t>
            </a:r>
          </a:p>
        </p:txBody>
      </p:sp>
      <p:sp>
        <p:nvSpPr>
          <p:cNvPr id="5" name="Slide Number Placeholder 4">
            <a:extLst>
              <a:ext uri="{FF2B5EF4-FFF2-40B4-BE49-F238E27FC236}">
                <a16:creationId xmlns:a16="http://schemas.microsoft.com/office/drawing/2014/main" id="{9979D71A-12BC-E027-71C3-8336771A02A1}"/>
              </a:ext>
            </a:extLst>
          </p:cNvPr>
          <p:cNvSpPr>
            <a:spLocks noGrp="1"/>
          </p:cNvSpPr>
          <p:nvPr>
            <p:ph type="sldNum" sz="quarter" idx="4"/>
          </p:nvPr>
        </p:nvSpPr>
        <p:spPr/>
        <p:txBody>
          <a:bodyPr/>
          <a:lstStyle/>
          <a:p>
            <a:fld id="{C7246C51-4319-4D09-89A9-525D5D0859C1}" type="slidenum">
              <a:rPr lang="en-US" altLang="en-US" smtClean="0"/>
              <a:pPr/>
              <a:t>9</a:t>
            </a:fld>
            <a:endParaRPr lang="en-US" altLang="en-US"/>
          </a:p>
        </p:txBody>
      </p:sp>
      <p:graphicFrame>
        <p:nvGraphicFramePr>
          <p:cNvPr id="3" name="Diagram 2">
            <a:extLst>
              <a:ext uri="{FF2B5EF4-FFF2-40B4-BE49-F238E27FC236}">
                <a16:creationId xmlns:a16="http://schemas.microsoft.com/office/drawing/2014/main" id="{D5E6C992-09D1-CB80-06E0-4820CABA3DAB}"/>
              </a:ext>
            </a:extLst>
          </p:cNvPr>
          <p:cNvGraphicFramePr/>
          <p:nvPr>
            <p:extLst>
              <p:ext uri="{D42A27DB-BD31-4B8C-83A1-F6EECF244321}">
                <p14:modId xmlns:p14="http://schemas.microsoft.com/office/powerpoint/2010/main" val="4275422625"/>
              </p:ext>
            </p:extLst>
          </p:nvPr>
        </p:nvGraphicFramePr>
        <p:xfrm>
          <a:off x="685800" y="2209800"/>
          <a:ext cx="7848600" cy="37902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02772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E6AD7-D9EF-C078-449B-0F01192BA710}"/>
              </a:ext>
            </a:extLst>
          </p:cNvPr>
          <p:cNvSpPr>
            <a:spLocks noGrp="1"/>
          </p:cNvSpPr>
          <p:nvPr>
            <p:ph type="title"/>
          </p:nvPr>
        </p:nvSpPr>
        <p:spPr/>
        <p:txBody>
          <a:bodyPr/>
          <a:lstStyle/>
          <a:p>
            <a:r>
              <a:rPr lang="en-AU" sz="3200" dirty="0"/>
              <a:t>Services an Application Needs from a Transport-Layer Protocol (cont.)</a:t>
            </a:r>
          </a:p>
        </p:txBody>
      </p:sp>
      <p:sp>
        <p:nvSpPr>
          <p:cNvPr id="6" name="Content Placeholder 5">
            <a:extLst>
              <a:ext uri="{FF2B5EF4-FFF2-40B4-BE49-F238E27FC236}">
                <a16:creationId xmlns:a16="http://schemas.microsoft.com/office/drawing/2014/main" id="{ED4BEF5B-E0CF-B52E-5A55-F611288812D0}"/>
              </a:ext>
            </a:extLst>
          </p:cNvPr>
          <p:cNvSpPr>
            <a:spLocks noGrp="1"/>
          </p:cNvSpPr>
          <p:nvPr>
            <p:ph idx="1"/>
          </p:nvPr>
        </p:nvSpPr>
        <p:spPr>
          <a:xfrm>
            <a:off x="457200" y="1219200"/>
            <a:ext cx="8229600" cy="914400"/>
          </a:xfrm>
        </p:spPr>
        <p:txBody>
          <a:bodyPr/>
          <a:lstStyle/>
          <a:p>
            <a:pPr>
              <a:spcBef>
                <a:spcPts val="1200"/>
              </a:spcBef>
              <a:spcAft>
                <a:spcPts val="600"/>
              </a:spcAft>
            </a:pPr>
            <a:r>
              <a:rPr lang="en-AU" sz="3000" u="sng" dirty="0"/>
              <a:t>Bandwidth</a:t>
            </a:r>
          </a:p>
        </p:txBody>
      </p:sp>
      <p:sp>
        <p:nvSpPr>
          <p:cNvPr id="5" name="Slide Number Placeholder 4">
            <a:extLst>
              <a:ext uri="{FF2B5EF4-FFF2-40B4-BE49-F238E27FC236}">
                <a16:creationId xmlns:a16="http://schemas.microsoft.com/office/drawing/2014/main" id="{9979D71A-12BC-E027-71C3-8336771A02A1}"/>
              </a:ext>
            </a:extLst>
          </p:cNvPr>
          <p:cNvSpPr>
            <a:spLocks noGrp="1"/>
          </p:cNvSpPr>
          <p:nvPr>
            <p:ph type="sldNum" sz="quarter" idx="4"/>
          </p:nvPr>
        </p:nvSpPr>
        <p:spPr/>
        <p:txBody>
          <a:bodyPr/>
          <a:lstStyle/>
          <a:p>
            <a:fld id="{C7246C51-4319-4D09-89A9-525D5D0859C1}" type="slidenum">
              <a:rPr lang="en-US" altLang="en-US" smtClean="0"/>
              <a:pPr/>
              <a:t>10</a:t>
            </a:fld>
            <a:endParaRPr lang="en-US" altLang="en-US"/>
          </a:p>
        </p:txBody>
      </p:sp>
      <p:graphicFrame>
        <p:nvGraphicFramePr>
          <p:cNvPr id="3" name="Diagram 2">
            <a:extLst>
              <a:ext uri="{FF2B5EF4-FFF2-40B4-BE49-F238E27FC236}">
                <a16:creationId xmlns:a16="http://schemas.microsoft.com/office/drawing/2014/main" id="{D5E6C992-09D1-CB80-06E0-4820CABA3DAB}"/>
              </a:ext>
            </a:extLst>
          </p:cNvPr>
          <p:cNvGraphicFramePr/>
          <p:nvPr>
            <p:extLst>
              <p:ext uri="{D42A27DB-BD31-4B8C-83A1-F6EECF244321}">
                <p14:modId xmlns:p14="http://schemas.microsoft.com/office/powerpoint/2010/main" val="3662114302"/>
              </p:ext>
            </p:extLst>
          </p:nvPr>
        </p:nvGraphicFramePr>
        <p:xfrm>
          <a:off x="685800" y="1981200"/>
          <a:ext cx="7848600" cy="40188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37985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E6AD7-D9EF-C078-449B-0F01192BA710}"/>
              </a:ext>
            </a:extLst>
          </p:cNvPr>
          <p:cNvSpPr>
            <a:spLocks noGrp="1"/>
          </p:cNvSpPr>
          <p:nvPr>
            <p:ph type="title"/>
          </p:nvPr>
        </p:nvSpPr>
        <p:spPr/>
        <p:txBody>
          <a:bodyPr/>
          <a:lstStyle/>
          <a:p>
            <a:r>
              <a:rPr lang="en-AU" sz="3200" dirty="0"/>
              <a:t>Services an Application Needs from a Transport-Layer Protocol (cont.)</a:t>
            </a:r>
          </a:p>
        </p:txBody>
      </p:sp>
      <p:sp>
        <p:nvSpPr>
          <p:cNvPr id="6" name="Content Placeholder 5">
            <a:extLst>
              <a:ext uri="{FF2B5EF4-FFF2-40B4-BE49-F238E27FC236}">
                <a16:creationId xmlns:a16="http://schemas.microsoft.com/office/drawing/2014/main" id="{ED4BEF5B-E0CF-B52E-5A55-F611288812D0}"/>
              </a:ext>
            </a:extLst>
          </p:cNvPr>
          <p:cNvSpPr>
            <a:spLocks noGrp="1"/>
          </p:cNvSpPr>
          <p:nvPr>
            <p:ph idx="1"/>
          </p:nvPr>
        </p:nvSpPr>
        <p:spPr>
          <a:xfrm>
            <a:off x="457200" y="1219200"/>
            <a:ext cx="8229600" cy="1219200"/>
          </a:xfrm>
        </p:spPr>
        <p:txBody>
          <a:bodyPr/>
          <a:lstStyle/>
          <a:p>
            <a:pPr>
              <a:spcBef>
                <a:spcPts val="1200"/>
              </a:spcBef>
              <a:spcAft>
                <a:spcPts val="600"/>
              </a:spcAft>
            </a:pPr>
            <a:r>
              <a:rPr lang="en-AU" sz="3000" u="sng" dirty="0"/>
              <a:t>Timing</a:t>
            </a:r>
          </a:p>
          <a:p>
            <a:pPr lvl="1">
              <a:spcBef>
                <a:spcPts val="1200"/>
              </a:spcBef>
              <a:spcAft>
                <a:spcPts val="600"/>
              </a:spcAft>
            </a:pPr>
            <a:r>
              <a:rPr lang="en-AU" sz="2500" dirty="0"/>
              <a:t>End-to-end delays</a:t>
            </a:r>
          </a:p>
        </p:txBody>
      </p:sp>
      <p:sp>
        <p:nvSpPr>
          <p:cNvPr id="5" name="Slide Number Placeholder 4">
            <a:extLst>
              <a:ext uri="{FF2B5EF4-FFF2-40B4-BE49-F238E27FC236}">
                <a16:creationId xmlns:a16="http://schemas.microsoft.com/office/drawing/2014/main" id="{9979D71A-12BC-E027-71C3-8336771A02A1}"/>
              </a:ext>
            </a:extLst>
          </p:cNvPr>
          <p:cNvSpPr>
            <a:spLocks noGrp="1"/>
          </p:cNvSpPr>
          <p:nvPr>
            <p:ph type="sldNum" sz="quarter" idx="4"/>
          </p:nvPr>
        </p:nvSpPr>
        <p:spPr/>
        <p:txBody>
          <a:bodyPr/>
          <a:lstStyle/>
          <a:p>
            <a:fld id="{C7246C51-4319-4D09-89A9-525D5D0859C1}" type="slidenum">
              <a:rPr lang="en-US" altLang="en-US" smtClean="0"/>
              <a:pPr/>
              <a:t>11</a:t>
            </a:fld>
            <a:endParaRPr lang="en-US" altLang="en-US"/>
          </a:p>
        </p:txBody>
      </p:sp>
      <p:graphicFrame>
        <p:nvGraphicFramePr>
          <p:cNvPr id="3" name="Diagram 2">
            <a:extLst>
              <a:ext uri="{FF2B5EF4-FFF2-40B4-BE49-F238E27FC236}">
                <a16:creationId xmlns:a16="http://schemas.microsoft.com/office/drawing/2014/main" id="{D5E6C992-09D1-CB80-06E0-4820CABA3DAB}"/>
              </a:ext>
            </a:extLst>
          </p:cNvPr>
          <p:cNvGraphicFramePr/>
          <p:nvPr>
            <p:extLst>
              <p:ext uri="{D42A27DB-BD31-4B8C-83A1-F6EECF244321}">
                <p14:modId xmlns:p14="http://schemas.microsoft.com/office/powerpoint/2010/main" val="1392308295"/>
              </p:ext>
            </p:extLst>
          </p:nvPr>
        </p:nvGraphicFramePr>
        <p:xfrm>
          <a:off x="685800" y="2534392"/>
          <a:ext cx="7848600" cy="37902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97551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84E1E-C1A9-4FB9-1EA7-15834A93D058}"/>
              </a:ext>
            </a:extLst>
          </p:cNvPr>
          <p:cNvSpPr>
            <a:spLocks noGrp="1"/>
          </p:cNvSpPr>
          <p:nvPr>
            <p:ph type="title"/>
          </p:nvPr>
        </p:nvSpPr>
        <p:spPr/>
        <p:txBody>
          <a:bodyPr/>
          <a:lstStyle/>
          <a:p>
            <a:r>
              <a:rPr lang="en-AU" sz="3400" dirty="0"/>
              <a:t>Services Provided by the Internet Transport Protocols</a:t>
            </a:r>
          </a:p>
        </p:txBody>
      </p:sp>
      <p:sp>
        <p:nvSpPr>
          <p:cNvPr id="4" name="Slide Number Placeholder 3">
            <a:extLst>
              <a:ext uri="{FF2B5EF4-FFF2-40B4-BE49-F238E27FC236}">
                <a16:creationId xmlns:a16="http://schemas.microsoft.com/office/drawing/2014/main" id="{2AEA0788-92AE-C0F7-820F-3F6A504D6C80}"/>
              </a:ext>
            </a:extLst>
          </p:cNvPr>
          <p:cNvSpPr>
            <a:spLocks noGrp="1"/>
          </p:cNvSpPr>
          <p:nvPr>
            <p:ph type="sldNum" sz="quarter" idx="4"/>
          </p:nvPr>
        </p:nvSpPr>
        <p:spPr/>
        <p:txBody>
          <a:bodyPr/>
          <a:lstStyle/>
          <a:p>
            <a:pPr>
              <a:defRPr/>
            </a:pPr>
            <a:fld id="{DACE9E11-39C8-4E20-894F-A4A883CCF6EF}" type="slidenum">
              <a:rPr lang="en-US" smtClean="0"/>
              <a:pPr>
                <a:defRPr/>
              </a:pPr>
              <a:t>12</a:t>
            </a:fld>
            <a:endParaRPr lang="en-US" dirty="0"/>
          </a:p>
        </p:txBody>
      </p:sp>
      <p:graphicFrame>
        <p:nvGraphicFramePr>
          <p:cNvPr id="5" name="Table 4">
            <a:extLst>
              <a:ext uri="{FF2B5EF4-FFF2-40B4-BE49-F238E27FC236}">
                <a16:creationId xmlns:a16="http://schemas.microsoft.com/office/drawing/2014/main" id="{410A6A9B-0C05-5035-7833-2218F529273B}"/>
              </a:ext>
            </a:extLst>
          </p:cNvPr>
          <p:cNvGraphicFramePr>
            <a:graphicFrameLocks noGrp="1"/>
          </p:cNvGraphicFramePr>
          <p:nvPr>
            <p:extLst>
              <p:ext uri="{D42A27DB-BD31-4B8C-83A1-F6EECF244321}">
                <p14:modId xmlns:p14="http://schemas.microsoft.com/office/powerpoint/2010/main" val="3159859814"/>
              </p:ext>
            </p:extLst>
          </p:nvPr>
        </p:nvGraphicFramePr>
        <p:xfrm>
          <a:off x="876300" y="1524000"/>
          <a:ext cx="7391400" cy="3230875"/>
        </p:xfrm>
        <a:graphic>
          <a:graphicData uri="http://schemas.openxmlformats.org/drawingml/2006/table">
            <a:tbl>
              <a:tblPr/>
              <a:tblGrid>
                <a:gridCol w="3695700">
                  <a:extLst>
                    <a:ext uri="{9D8B030D-6E8A-4147-A177-3AD203B41FA5}">
                      <a16:colId xmlns:a16="http://schemas.microsoft.com/office/drawing/2014/main" val="1301542661"/>
                    </a:ext>
                  </a:extLst>
                </a:gridCol>
                <a:gridCol w="3695700">
                  <a:extLst>
                    <a:ext uri="{9D8B030D-6E8A-4147-A177-3AD203B41FA5}">
                      <a16:colId xmlns:a16="http://schemas.microsoft.com/office/drawing/2014/main" val="1073073497"/>
                    </a:ext>
                  </a:extLst>
                </a:gridCol>
              </a:tblGrid>
              <a:tr h="478648">
                <a:tc>
                  <a:txBody>
                    <a:bodyPr/>
                    <a:lstStyle/>
                    <a:p>
                      <a:pPr algn="ctr" fontAlgn="base"/>
                      <a:r>
                        <a:rPr lang="en-NZ" sz="2000" b="1" i="0" dirty="0">
                          <a:solidFill>
                            <a:srgbClr val="000000"/>
                          </a:solidFill>
                          <a:effectLst/>
                          <a:latin typeface="Palatino Linotype" panose="02040502050505030304" pitchFamily="18" charset="0"/>
                        </a:rPr>
                        <a:t>TCP</a:t>
                      </a:r>
                      <a:r>
                        <a:rPr lang="en-NZ" sz="2000" b="1" i="0" dirty="0">
                          <a:solidFill>
                            <a:srgbClr val="FFFFFF"/>
                          </a:solidFill>
                          <a:effectLst/>
                          <a:latin typeface="Palatino Linotype" panose="02040502050505030304" pitchFamily="18" charset="0"/>
                        </a:rPr>
                        <a:t>​</a:t>
                      </a:r>
                      <a:endParaRPr lang="en-NZ" sz="2000" b="1" i="0" dirty="0">
                        <a:solidFill>
                          <a:srgbClr val="FFFFFF"/>
                        </a:solidFill>
                        <a:effectLst/>
                      </a:endParaRP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20739" cap="flat" cmpd="sng" algn="ctr">
                      <a:solidFill>
                        <a:srgbClr val="FFFFFF"/>
                      </a:solidFill>
                      <a:prstDash val="solid"/>
                      <a:round/>
                      <a:headEnd type="none" w="med" len="med"/>
                      <a:tailEnd type="none" w="med" len="med"/>
                    </a:lnB>
                    <a:solidFill>
                      <a:srgbClr val="BBE0E3"/>
                    </a:solidFill>
                  </a:tcPr>
                </a:tc>
                <a:tc>
                  <a:txBody>
                    <a:bodyPr/>
                    <a:lstStyle/>
                    <a:p>
                      <a:pPr algn="ctr" fontAlgn="base"/>
                      <a:r>
                        <a:rPr lang="en-NZ" sz="2000" b="1" i="0" dirty="0">
                          <a:solidFill>
                            <a:srgbClr val="000000"/>
                          </a:solidFill>
                          <a:effectLst/>
                          <a:latin typeface="Palatino Linotype" panose="02040502050505030304" pitchFamily="18" charset="0"/>
                        </a:rPr>
                        <a:t>UDP</a:t>
                      </a:r>
                      <a:r>
                        <a:rPr lang="en-NZ" sz="2000" b="1" i="0" dirty="0">
                          <a:solidFill>
                            <a:srgbClr val="FFFFFF"/>
                          </a:solidFill>
                          <a:effectLst/>
                          <a:latin typeface="Palatino Linotype" panose="02040502050505030304" pitchFamily="18" charset="0"/>
                        </a:rPr>
                        <a:t>​</a:t>
                      </a:r>
                      <a:endParaRPr lang="en-NZ" sz="2000" b="1" i="0" dirty="0">
                        <a:solidFill>
                          <a:srgbClr val="FFFFFF"/>
                        </a:solidFill>
                        <a:effectLst/>
                      </a:endParaRP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20739" cap="flat" cmpd="sng" algn="ctr">
                      <a:solidFill>
                        <a:srgbClr val="FFFFFF"/>
                      </a:solidFill>
                      <a:prstDash val="solid"/>
                      <a:round/>
                      <a:headEnd type="none" w="med" len="med"/>
                      <a:tailEnd type="none" w="med" len="med"/>
                    </a:lnB>
                    <a:solidFill>
                      <a:srgbClr val="BBE0E3"/>
                    </a:solidFill>
                  </a:tcPr>
                </a:tc>
                <a:extLst>
                  <a:ext uri="{0D108BD9-81ED-4DB2-BD59-A6C34878D82A}">
                    <a16:rowId xmlns:a16="http://schemas.microsoft.com/office/drawing/2014/main" val="2089445152"/>
                  </a:ext>
                </a:extLst>
              </a:tr>
              <a:tr h="478648">
                <a:tc>
                  <a:txBody>
                    <a:bodyPr/>
                    <a:lstStyle/>
                    <a:p>
                      <a:pPr algn="ctr" fontAlgn="base"/>
                      <a:r>
                        <a:rPr lang="en-NZ" sz="2000" b="0" i="0" dirty="0">
                          <a:solidFill>
                            <a:srgbClr val="000000"/>
                          </a:solidFill>
                          <a:effectLst/>
                          <a:latin typeface="Palatino Linotype" panose="02040502050505030304" pitchFamily="18" charset="0"/>
                        </a:rPr>
                        <a:t>Connection-oriented service​</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2073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tc>
                  <a:txBody>
                    <a:bodyPr/>
                    <a:lstStyle/>
                    <a:p>
                      <a:pPr algn="ctr" fontAlgn="base"/>
                      <a:r>
                        <a:rPr lang="en-NZ" sz="2000" b="0" i="0">
                          <a:solidFill>
                            <a:srgbClr val="000000"/>
                          </a:solidFill>
                          <a:effectLst/>
                          <a:latin typeface="Palatino Linotype" panose="02040502050505030304" pitchFamily="18" charset="0"/>
                        </a:rPr>
                        <a:t>Connectionless service​</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2073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extLst>
                  <a:ext uri="{0D108BD9-81ED-4DB2-BD59-A6C34878D82A}">
                    <a16:rowId xmlns:a16="http://schemas.microsoft.com/office/drawing/2014/main" val="2003318276"/>
                  </a:ext>
                </a:extLst>
              </a:tr>
              <a:tr h="478648">
                <a:tc>
                  <a:txBody>
                    <a:bodyPr/>
                    <a:lstStyle/>
                    <a:p>
                      <a:pPr algn="ctr" fontAlgn="base"/>
                      <a:r>
                        <a:rPr lang="en-NZ" sz="2000" b="0" i="0" dirty="0">
                          <a:solidFill>
                            <a:srgbClr val="000000"/>
                          </a:solidFill>
                          <a:effectLst/>
                          <a:latin typeface="Palatino Linotype" panose="02040502050505030304" pitchFamily="18" charset="0"/>
                        </a:rPr>
                        <a:t>Reliable transport service​</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F3F9FA"/>
                    </a:solidFill>
                  </a:tcPr>
                </a:tc>
                <a:tc>
                  <a:txBody>
                    <a:bodyPr/>
                    <a:lstStyle/>
                    <a:p>
                      <a:pPr algn="ctr" fontAlgn="base"/>
                      <a:r>
                        <a:rPr lang="en-NZ" sz="2000" b="0" i="1" dirty="0">
                          <a:solidFill>
                            <a:srgbClr val="000000"/>
                          </a:solidFill>
                          <a:effectLst/>
                          <a:latin typeface="Palatino Linotype" panose="02040502050505030304" pitchFamily="18" charset="0"/>
                        </a:rPr>
                        <a:t>Unreliable data transfer service </a:t>
                      </a:r>
                      <a:r>
                        <a:rPr lang="en-NZ" sz="2000" b="0" i="0" dirty="0">
                          <a:solidFill>
                            <a:srgbClr val="000000"/>
                          </a:solidFill>
                          <a:effectLst/>
                          <a:latin typeface="Palatino Linotype" panose="02040502050505030304" pitchFamily="18" charset="0"/>
                        </a:rPr>
                        <a:t>​</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F3F9FA"/>
                    </a:solidFill>
                  </a:tcPr>
                </a:tc>
                <a:extLst>
                  <a:ext uri="{0D108BD9-81ED-4DB2-BD59-A6C34878D82A}">
                    <a16:rowId xmlns:a16="http://schemas.microsoft.com/office/drawing/2014/main" val="2397754380"/>
                  </a:ext>
                </a:extLst>
              </a:tr>
              <a:tr h="478648">
                <a:tc>
                  <a:txBody>
                    <a:bodyPr/>
                    <a:lstStyle/>
                    <a:p>
                      <a:pPr algn="ctr" fontAlgn="base"/>
                      <a:r>
                        <a:rPr lang="en-GB" sz="2000" b="0" i="0" dirty="0">
                          <a:solidFill>
                            <a:srgbClr val="000000"/>
                          </a:solidFill>
                          <a:effectLst/>
                          <a:latin typeface="Palatino Linotype" panose="02040502050505030304" pitchFamily="18" charset="0"/>
                        </a:rPr>
                        <a:t>Congestion control </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tc>
                  <a:txBody>
                    <a:bodyPr/>
                    <a:lstStyle/>
                    <a:p>
                      <a:pPr algn="ctr" fontAlgn="base"/>
                      <a:r>
                        <a:rPr lang="en-NZ" sz="2000" b="0" i="1" dirty="0">
                          <a:solidFill>
                            <a:srgbClr val="000000"/>
                          </a:solidFill>
                          <a:effectLst/>
                          <a:latin typeface="Palatino Linotype" panose="02040502050505030304" pitchFamily="18" charset="0"/>
                        </a:rPr>
                        <a:t>No congestion control</a:t>
                      </a:r>
                      <a:r>
                        <a:rPr lang="en-NZ" sz="2000" b="0" i="0" dirty="0">
                          <a:solidFill>
                            <a:srgbClr val="000000"/>
                          </a:solidFill>
                          <a:effectLst/>
                          <a:latin typeface="Palatino Linotype" panose="02040502050505030304" pitchFamily="18" charset="0"/>
                        </a:rPr>
                        <a:t>​</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extLst>
                  <a:ext uri="{0D108BD9-81ED-4DB2-BD59-A6C34878D82A}">
                    <a16:rowId xmlns:a16="http://schemas.microsoft.com/office/drawing/2014/main" val="505041399"/>
                  </a:ext>
                </a:extLst>
              </a:tr>
              <a:tr h="478648">
                <a:tc>
                  <a:txBody>
                    <a:bodyPr/>
                    <a:lstStyle/>
                    <a:p>
                      <a:pPr algn="ctr" fontAlgn="base"/>
                      <a:r>
                        <a:rPr lang="en-NZ" sz="2000" b="0" i="0" dirty="0">
                          <a:solidFill>
                            <a:srgbClr val="000000"/>
                          </a:solidFill>
                          <a:effectLst/>
                          <a:latin typeface="Palatino Linotype" panose="02040502050505030304" pitchFamily="18" charset="0"/>
                        </a:rPr>
                        <a:t>Flow control​</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F3F9FA"/>
                    </a:solidFill>
                  </a:tcPr>
                </a:tc>
                <a:tc>
                  <a:txBody>
                    <a:bodyPr/>
                    <a:lstStyle/>
                    <a:p>
                      <a:pPr algn="ctr" fontAlgn="base"/>
                      <a:r>
                        <a:rPr lang="en-NZ" sz="2000" b="0" i="1" dirty="0">
                          <a:solidFill>
                            <a:srgbClr val="000000"/>
                          </a:solidFill>
                          <a:effectLst/>
                          <a:latin typeface="Palatino Linotype" panose="02040502050505030304" pitchFamily="18" charset="0"/>
                        </a:rPr>
                        <a:t>No flow control</a:t>
                      </a:r>
                      <a:r>
                        <a:rPr lang="en-NZ" sz="2000" b="0" i="0" dirty="0">
                          <a:solidFill>
                            <a:srgbClr val="000000"/>
                          </a:solidFill>
                          <a:effectLst/>
                          <a:latin typeface="Palatino Linotype" panose="02040502050505030304" pitchFamily="18" charset="0"/>
                        </a:rPr>
                        <a:t>​</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F3F9FA"/>
                    </a:solidFill>
                  </a:tcPr>
                </a:tc>
                <a:extLst>
                  <a:ext uri="{0D108BD9-81ED-4DB2-BD59-A6C34878D82A}">
                    <a16:rowId xmlns:a16="http://schemas.microsoft.com/office/drawing/2014/main" val="3473371884"/>
                  </a:ext>
                </a:extLst>
              </a:tr>
              <a:tr h="837635">
                <a:tc gridSpan="2">
                  <a:txBody>
                    <a:bodyPr/>
                    <a:lstStyle/>
                    <a:p>
                      <a:pPr algn="ctr" fontAlgn="base"/>
                      <a:r>
                        <a:rPr lang="en-NZ" sz="2000" b="0" i="1" dirty="0">
                          <a:solidFill>
                            <a:srgbClr val="000000"/>
                          </a:solidFill>
                          <a:effectLst/>
                          <a:latin typeface="Palatino Linotype" panose="02040502050505030304" pitchFamily="18" charset="0"/>
                        </a:rPr>
                        <a:t>No guarantee on the rate of delivery</a:t>
                      </a:r>
                      <a:endParaRPr lang="en-NZ" sz="2000" b="0" i="0" dirty="0">
                        <a:solidFill>
                          <a:srgbClr val="000000"/>
                        </a:solidFill>
                        <a:effectLst/>
                        <a:latin typeface="Palatino Linotype" panose="02040502050505030304" pitchFamily="18" charset="0"/>
                      </a:endParaRPr>
                    </a:p>
                    <a:p>
                      <a:pPr algn="ctr" fontAlgn="base"/>
                      <a:r>
                        <a:rPr lang="en-NZ" sz="2000" b="0" i="1" dirty="0">
                          <a:solidFill>
                            <a:srgbClr val="000000"/>
                          </a:solidFill>
                          <a:effectLst/>
                          <a:latin typeface="Palatino Linotype" panose="02040502050505030304" pitchFamily="18" charset="0"/>
                        </a:rPr>
                        <a:t>No guarantee on the delays</a:t>
                      </a:r>
                      <a:endParaRPr lang="en-NZ" sz="2000" b="0" i="0" dirty="0">
                        <a:solidFill>
                          <a:srgbClr val="000000"/>
                        </a:solidFill>
                        <a:effectLst/>
                        <a:latin typeface="Palatino Linotype" panose="02040502050505030304" pitchFamily="18" charset="0"/>
                      </a:endParaRP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tc hMerge="1">
                  <a:txBody>
                    <a:bodyPr/>
                    <a:lstStyle/>
                    <a:p>
                      <a:endParaRPr dirty="0"/>
                    </a:p>
                  </a:txBody>
                  <a:tcP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extLst>
                  <a:ext uri="{0D108BD9-81ED-4DB2-BD59-A6C34878D82A}">
                    <a16:rowId xmlns:a16="http://schemas.microsoft.com/office/drawing/2014/main" val="2570441750"/>
                  </a:ext>
                </a:extLst>
              </a:tr>
            </a:tbl>
          </a:graphicData>
        </a:graphic>
      </p:graphicFrame>
      <p:sp>
        <p:nvSpPr>
          <p:cNvPr id="6" name="Rectangle 1">
            <a:extLst>
              <a:ext uri="{FF2B5EF4-FFF2-40B4-BE49-F238E27FC236}">
                <a16:creationId xmlns:a16="http://schemas.microsoft.com/office/drawing/2014/main" id="{96242E68-9383-0569-F7DD-E62EB1A6F057}"/>
              </a:ext>
            </a:extLst>
          </p:cNvPr>
          <p:cNvSpPr>
            <a:spLocks noChangeArrowheads="1"/>
          </p:cNvSpPr>
          <p:nvPr/>
        </p:nvSpPr>
        <p:spPr bwMode="auto">
          <a:xfrm>
            <a:off x="2540000" y="1676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Wave 6">
            <a:extLst>
              <a:ext uri="{FF2B5EF4-FFF2-40B4-BE49-F238E27FC236}">
                <a16:creationId xmlns:a16="http://schemas.microsoft.com/office/drawing/2014/main" id="{59EF3C33-B379-6E9E-F662-A616425A614A}"/>
              </a:ext>
            </a:extLst>
          </p:cNvPr>
          <p:cNvSpPr/>
          <p:nvPr/>
        </p:nvSpPr>
        <p:spPr>
          <a:xfrm>
            <a:off x="1447800" y="5212080"/>
            <a:ext cx="6705600" cy="1136904"/>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NZ" sz="2400" dirty="0">
                <a:ln w="0"/>
                <a:solidFill>
                  <a:schemeClr val="tx1"/>
                </a:solidFill>
                <a:effectLst>
                  <a:outerShdw blurRad="38100" dist="19050" dir="2700000" algn="tl" rotWithShape="0">
                    <a:schemeClr val="dk1">
                      <a:alpha val="40000"/>
                    </a:schemeClr>
                  </a:outerShdw>
                </a:effectLst>
              </a:rPr>
              <a:t>The Internet has been hosting time-sensitive applications for many years!</a:t>
            </a:r>
          </a:p>
        </p:txBody>
      </p:sp>
    </p:spTree>
    <p:extLst>
      <p:ext uri="{BB962C8B-B14F-4D97-AF65-F5344CB8AC3E}">
        <p14:creationId xmlns:p14="http://schemas.microsoft.com/office/powerpoint/2010/main" val="1231296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DB402EF-65BB-A6C1-75D3-083DC94106C4}"/>
              </a:ext>
            </a:extLst>
          </p:cNvPr>
          <p:cNvSpPr>
            <a:spLocks noGrp="1"/>
          </p:cNvSpPr>
          <p:nvPr>
            <p:ph type="ctrTitle"/>
          </p:nvPr>
        </p:nvSpPr>
        <p:spPr/>
        <p:txBody>
          <a:bodyPr/>
          <a:lstStyle/>
          <a:p>
            <a:r>
              <a:rPr lang="en-AU" dirty="0"/>
              <a:t>The Web and HTTP</a:t>
            </a:r>
          </a:p>
        </p:txBody>
      </p:sp>
      <p:sp>
        <p:nvSpPr>
          <p:cNvPr id="7" name="Subtitle 6">
            <a:extLst>
              <a:ext uri="{FF2B5EF4-FFF2-40B4-BE49-F238E27FC236}">
                <a16:creationId xmlns:a16="http://schemas.microsoft.com/office/drawing/2014/main" id="{350A3ABC-7AA1-7206-94C8-7633D0D38732}"/>
              </a:ext>
            </a:extLst>
          </p:cNvPr>
          <p:cNvSpPr>
            <a:spLocks noGrp="1"/>
          </p:cNvSpPr>
          <p:nvPr>
            <p:ph type="subTitle" idx="1"/>
          </p:nvPr>
        </p:nvSpPr>
        <p:spPr/>
        <p:txBody>
          <a:bodyPr/>
          <a:lstStyle/>
          <a:p>
            <a:endParaRPr lang="en-AU"/>
          </a:p>
        </p:txBody>
      </p:sp>
      <p:sp>
        <p:nvSpPr>
          <p:cNvPr id="5" name="Slide Number Placeholder 4">
            <a:extLst>
              <a:ext uri="{FF2B5EF4-FFF2-40B4-BE49-F238E27FC236}">
                <a16:creationId xmlns:a16="http://schemas.microsoft.com/office/drawing/2014/main" id="{AB4B00A9-8F8C-3B1B-0892-5664EA13B060}"/>
              </a:ext>
            </a:extLst>
          </p:cNvPr>
          <p:cNvSpPr>
            <a:spLocks noGrp="1"/>
          </p:cNvSpPr>
          <p:nvPr>
            <p:ph type="sldNum" sz="quarter" idx="4294967295"/>
          </p:nvPr>
        </p:nvSpPr>
        <p:spPr>
          <a:xfrm>
            <a:off x="7132638" y="6553200"/>
            <a:ext cx="2011362" cy="277813"/>
          </a:xfrm>
        </p:spPr>
        <p:txBody>
          <a:bodyPr/>
          <a:lstStyle/>
          <a:p>
            <a:fld id="{C7246C51-4319-4D09-89A9-525D5D0859C1}" type="slidenum">
              <a:rPr lang="en-US" altLang="en-US" smtClean="0"/>
              <a:pPr/>
              <a:t>13</a:t>
            </a:fld>
            <a:endParaRPr lang="en-US" altLang="en-US"/>
          </a:p>
        </p:txBody>
      </p:sp>
    </p:spTree>
    <p:extLst>
      <p:ext uri="{BB962C8B-B14F-4D97-AF65-F5344CB8AC3E}">
        <p14:creationId xmlns:p14="http://schemas.microsoft.com/office/powerpoint/2010/main" val="3203167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A72F4-F1ED-4408-B73C-E07A7A84894F}"/>
              </a:ext>
            </a:extLst>
          </p:cNvPr>
          <p:cNvSpPr>
            <a:spLocks noGrp="1"/>
          </p:cNvSpPr>
          <p:nvPr>
            <p:ph type="title"/>
          </p:nvPr>
        </p:nvSpPr>
        <p:spPr>
          <a:xfrm>
            <a:off x="457200" y="38100"/>
            <a:ext cx="8229600" cy="723900"/>
          </a:xfrm>
        </p:spPr>
        <p:txBody>
          <a:bodyPr/>
          <a:lstStyle/>
          <a:p>
            <a:r>
              <a:rPr lang="en-AU" dirty="0"/>
              <a:t>World Wide Web</a:t>
            </a:r>
          </a:p>
        </p:txBody>
      </p:sp>
      <p:sp>
        <p:nvSpPr>
          <p:cNvPr id="3" name="Content Placeholder 2">
            <a:extLst>
              <a:ext uri="{FF2B5EF4-FFF2-40B4-BE49-F238E27FC236}">
                <a16:creationId xmlns:a16="http://schemas.microsoft.com/office/drawing/2014/main" id="{B122B521-3961-4C55-BFA5-E277760A7284}"/>
              </a:ext>
            </a:extLst>
          </p:cNvPr>
          <p:cNvSpPr>
            <a:spLocks noGrp="1"/>
          </p:cNvSpPr>
          <p:nvPr>
            <p:ph idx="1"/>
          </p:nvPr>
        </p:nvSpPr>
        <p:spPr>
          <a:xfrm>
            <a:off x="457200" y="990600"/>
            <a:ext cx="8305800" cy="3352800"/>
          </a:xfrm>
        </p:spPr>
        <p:txBody>
          <a:bodyPr/>
          <a:lstStyle/>
          <a:p>
            <a:r>
              <a:rPr lang="en-AU" sz="2600" dirty="0">
                <a:solidFill>
                  <a:srgbClr val="FF0000"/>
                </a:solidFill>
              </a:rPr>
              <a:t>The</a:t>
            </a:r>
            <a:r>
              <a:rPr lang="en-AU" sz="2600" dirty="0"/>
              <a:t> </a:t>
            </a:r>
            <a:r>
              <a:rPr lang="en-AU" sz="2600" dirty="0">
                <a:solidFill>
                  <a:srgbClr val="FF0000"/>
                </a:solidFill>
              </a:rPr>
              <a:t>World Wide Web</a:t>
            </a:r>
            <a:r>
              <a:rPr lang="en-AU" sz="2600" b="1" dirty="0"/>
              <a:t>, </a:t>
            </a:r>
            <a:r>
              <a:rPr lang="en-AU" sz="2600" dirty="0"/>
              <a:t>commonly known as </a:t>
            </a:r>
            <a:r>
              <a:rPr lang="en-AU" sz="2600" dirty="0">
                <a:solidFill>
                  <a:srgbClr val="FF0000"/>
                </a:solidFill>
              </a:rPr>
              <a:t>the Web</a:t>
            </a:r>
            <a:r>
              <a:rPr lang="en-AU" sz="2600" dirty="0"/>
              <a:t>, </a:t>
            </a:r>
            <a:r>
              <a:rPr lang="en-GB" sz="2600" dirty="0"/>
              <a:t>is a global collection of documents and other resources to be shared over the Internet.</a:t>
            </a:r>
          </a:p>
          <a:p>
            <a:endParaRPr lang="en-GB" sz="2600" dirty="0"/>
          </a:p>
          <a:p>
            <a:r>
              <a:rPr lang="en-GB" sz="2600" dirty="0"/>
              <a:t>Tim Berners-Lee, a British scientist, invented the World Wide Web (WWW) in 1989.</a:t>
            </a:r>
          </a:p>
        </p:txBody>
      </p:sp>
      <p:sp>
        <p:nvSpPr>
          <p:cNvPr id="5" name="Slide Number Placeholder 4">
            <a:extLst>
              <a:ext uri="{FF2B5EF4-FFF2-40B4-BE49-F238E27FC236}">
                <a16:creationId xmlns:a16="http://schemas.microsoft.com/office/drawing/2014/main" id="{7A53642A-0D20-BB22-A96A-C2439A1AE4B4}"/>
              </a:ext>
            </a:extLst>
          </p:cNvPr>
          <p:cNvSpPr>
            <a:spLocks noGrp="1"/>
          </p:cNvSpPr>
          <p:nvPr>
            <p:ph type="sldNum" sz="quarter" idx="11"/>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kern="1200">
                <a:solidFill>
                  <a:schemeClr val="tx1"/>
                </a:solidFill>
                <a:latin typeface="+mn-lt"/>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DACE9E11-39C8-4E20-894F-A4A883CCF6EF}" type="slidenum">
              <a:rPr lang="en-US" smtClean="0"/>
              <a:pPr>
                <a:defRPr/>
              </a:pPr>
              <a:t>14</a:t>
            </a:fld>
            <a:endParaRPr lang="en-US" dirty="0"/>
          </a:p>
        </p:txBody>
      </p:sp>
      <p:sp>
        <p:nvSpPr>
          <p:cNvPr id="13" name="TextBox 12">
            <a:extLst>
              <a:ext uri="{FF2B5EF4-FFF2-40B4-BE49-F238E27FC236}">
                <a16:creationId xmlns:a16="http://schemas.microsoft.com/office/drawing/2014/main" id="{F404B9DA-14CB-81BE-61A7-A1BBB1785E48}"/>
              </a:ext>
            </a:extLst>
          </p:cNvPr>
          <p:cNvSpPr txBox="1"/>
          <p:nvPr/>
        </p:nvSpPr>
        <p:spPr>
          <a:xfrm>
            <a:off x="2187363" y="6477000"/>
            <a:ext cx="4769274" cy="261610"/>
          </a:xfrm>
          <a:prstGeom prst="rect">
            <a:avLst/>
          </a:prstGeom>
          <a:noFill/>
        </p:spPr>
        <p:txBody>
          <a:bodyPr wrap="square">
            <a:spAutoFit/>
          </a:bodyPr>
          <a:lstStyle/>
          <a:p>
            <a:r>
              <a:rPr lang="en-AU" sz="1100" dirty="0"/>
              <a:t>Source: https://home.cern/science/computing/birth-web/short-history-web</a:t>
            </a:r>
          </a:p>
        </p:txBody>
      </p:sp>
      <p:pic>
        <p:nvPicPr>
          <p:cNvPr id="6" name="Picture 5">
            <a:extLst>
              <a:ext uri="{FF2B5EF4-FFF2-40B4-BE49-F238E27FC236}">
                <a16:creationId xmlns:a16="http://schemas.microsoft.com/office/drawing/2014/main" id="{A486B798-0772-06F1-0596-F18E4C270751}"/>
              </a:ext>
            </a:extLst>
          </p:cNvPr>
          <p:cNvPicPr>
            <a:picLocks noChangeAspect="1"/>
          </p:cNvPicPr>
          <p:nvPr/>
        </p:nvPicPr>
        <p:blipFill>
          <a:blip r:embed="rId3"/>
          <a:stretch>
            <a:fillRect/>
          </a:stretch>
        </p:blipFill>
        <p:spPr>
          <a:xfrm>
            <a:off x="1143000" y="3962400"/>
            <a:ext cx="3030811" cy="2062162"/>
          </a:xfrm>
          <a:prstGeom prst="rect">
            <a:avLst/>
          </a:prstGeom>
        </p:spPr>
      </p:pic>
      <p:pic>
        <p:nvPicPr>
          <p:cNvPr id="9" name="Picture 8">
            <a:extLst>
              <a:ext uri="{FF2B5EF4-FFF2-40B4-BE49-F238E27FC236}">
                <a16:creationId xmlns:a16="http://schemas.microsoft.com/office/drawing/2014/main" id="{E822AC6A-5630-A952-A362-05225D537359}"/>
              </a:ext>
            </a:extLst>
          </p:cNvPr>
          <p:cNvPicPr>
            <a:picLocks noChangeAspect="1"/>
          </p:cNvPicPr>
          <p:nvPr/>
        </p:nvPicPr>
        <p:blipFill>
          <a:blip r:embed="rId4"/>
          <a:stretch>
            <a:fillRect/>
          </a:stretch>
        </p:blipFill>
        <p:spPr>
          <a:xfrm>
            <a:off x="4970191" y="3962400"/>
            <a:ext cx="3127617" cy="2300287"/>
          </a:xfrm>
          <a:prstGeom prst="rect">
            <a:avLst/>
          </a:prstGeom>
        </p:spPr>
      </p:pic>
    </p:spTree>
    <p:extLst>
      <p:ext uri="{BB962C8B-B14F-4D97-AF65-F5344CB8AC3E}">
        <p14:creationId xmlns:p14="http://schemas.microsoft.com/office/powerpoint/2010/main" val="49231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579C40-27DB-7029-28DB-F0354F5EF66F}"/>
              </a:ext>
            </a:extLst>
          </p:cNvPr>
          <p:cNvSpPr>
            <a:spLocks noGrp="1"/>
          </p:cNvSpPr>
          <p:nvPr>
            <p:ph type="title"/>
          </p:nvPr>
        </p:nvSpPr>
        <p:spPr/>
        <p:txBody>
          <a:bodyPr/>
          <a:lstStyle/>
          <a:p>
            <a:r>
              <a:rPr lang="en-AU" dirty="0"/>
              <a:t>World Wide Web (cont.)</a:t>
            </a:r>
          </a:p>
        </p:txBody>
      </p:sp>
      <p:sp>
        <p:nvSpPr>
          <p:cNvPr id="59" name="Content Placeholder 58">
            <a:extLst>
              <a:ext uri="{FF2B5EF4-FFF2-40B4-BE49-F238E27FC236}">
                <a16:creationId xmlns:a16="http://schemas.microsoft.com/office/drawing/2014/main" id="{B48321E6-142D-8B8B-6A02-063FD48BCC69}"/>
              </a:ext>
            </a:extLst>
          </p:cNvPr>
          <p:cNvSpPr>
            <a:spLocks noGrp="1"/>
          </p:cNvSpPr>
          <p:nvPr>
            <p:ph idx="1"/>
          </p:nvPr>
        </p:nvSpPr>
        <p:spPr>
          <a:xfrm>
            <a:off x="457200" y="990600"/>
            <a:ext cx="8229600" cy="645993"/>
          </a:xfrm>
        </p:spPr>
        <p:txBody>
          <a:bodyPr/>
          <a:lstStyle/>
          <a:p>
            <a:r>
              <a:rPr lang="en-AU" sz="2800" dirty="0"/>
              <a:t>Architecture of the Web</a:t>
            </a:r>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15</a:t>
            </a:fld>
            <a:endParaRPr lang="en-US" dirty="0"/>
          </a:p>
        </p:txBody>
      </p:sp>
      <p:pic>
        <p:nvPicPr>
          <p:cNvPr id="11" name="Picture 10">
            <a:extLst>
              <a:ext uri="{FF2B5EF4-FFF2-40B4-BE49-F238E27FC236}">
                <a16:creationId xmlns:a16="http://schemas.microsoft.com/office/drawing/2014/main" id="{E158AEFA-004A-BF8A-9266-81BA3874C403}"/>
              </a:ext>
            </a:extLst>
          </p:cNvPr>
          <p:cNvPicPr>
            <a:picLocks noChangeAspect="1"/>
          </p:cNvPicPr>
          <p:nvPr/>
        </p:nvPicPr>
        <p:blipFill>
          <a:blip r:embed="rId3"/>
          <a:stretch>
            <a:fillRect/>
          </a:stretch>
        </p:blipFill>
        <p:spPr>
          <a:xfrm>
            <a:off x="344669" y="1768719"/>
            <a:ext cx="3312931" cy="2209800"/>
          </a:xfrm>
          <a:prstGeom prst="rect">
            <a:avLst/>
          </a:prstGeom>
        </p:spPr>
      </p:pic>
      <p:pic>
        <p:nvPicPr>
          <p:cNvPr id="15" name="Picture 14">
            <a:extLst>
              <a:ext uri="{FF2B5EF4-FFF2-40B4-BE49-F238E27FC236}">
                <a16:creationId xmlns:a16="http://schemas.microsoft.com/office/drawing/2014/main" id="{39421961-B6A8-F12A-E7AE-9A87669AD1EC}"/>
              </a:ext>
            </a:extLst>
          </p:cNvPr>
          <p:cNvPicPr>
            <a:picLocks noChangeAspect="1"/>
          </p:cNvPicPr>
          <p:nvPr/>
        </p:nvPicPr>
        <p:blipFill>
          <a:blip r:embed="rId4"/>
          <a:stretch>
            <a:fillRect/>
          </a:stretch>
        </p:blipFill>
        <p:spPr>
          <a:xfrm>
            <a:off x="381000" y="4740519"/>
            <a:ext cx="3276600" cy="1888881"/>
          </a:xfrm>
          <a:prstGeom prst="rect">
            <a:avLst/>
          </a:prstGeom>
        </p:spPr>
      </p:pic>
      <p:pic>
        <p:nvPicPr>
          <p:cNvPr id="18" name="Graphic 17" descr="Programmer male with solid fill">
            <a:extLst>
              <a:ext uri="{FF2B5EF4-FFF2-40B4-BE49-F238E27FC236}">
                <a16:creationId xmlns:a16="http://schemas.microsoft.com/office/drawing/2014/main" id="{AD32BC5A-4DAA-D75E-9915-4D7809B8694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24140" y="3777578"/>
            <a:ext cx="914400" cy="914400"/>
          </a:xfrm>
          <a:prstGeom prst="rect">
            <a:avLst/>
          </a:prstGeom>
        </p:spPr>
      </p:pic>
      <p:cxnSp>
        <p:nvCxnSpPr>
          <p:cNvPr id="20" name="Straight Connector 19">
            <a:extLst>
              <a:ext uri="{FF2B5EF4-FFF2-40B4-BE49-F238E27FC236}">
                <a16:creationId xmlns:a16="http://schemas.microsoft.com/office/drawing/2014/main" id="{41396DE1-E463-AB3D-EA18-94CD9BDC19B0}"/>
              </a:ext>
            </a:extLst>
          </p:cNvPr>
          <p:cNvCxnSpPr>
            <a:cxnSpLocks/>
          </p:cNvCxnSpPr>
          <p:nvPr/>
        </p:nvCxnSpPr>
        <p:spPr>
          <a:xfrm>
            <a:off x="3626221" y="3416750"/>
            <a:ext cx="552080" cy="434756"/>
          </a:xfrm>
          <a:prstGeom prst="line">
            <a:avLst/>
          </a:prstGeom>
          <a:ln w="19050">
            <a:solidFill>
              <a:schemeClr val="tx1">
                <a:lumMod val="85000"/>
                <a:lumOff val="1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0043FA3-1BF5-50C9-A1A2-5907B5762509}"/>
              </a:ext>
            </a:extLst>
          </p:cNvPr>
          <p:cNvCxnSpPr>
            <a:cxnSpLocks/>
          </p:cNvCxnSpPr>
          <p:nvPr/>
        </p:nvCxnSpPr>
        <p:spPr>
          <a:xfrm flipV="1">
            <a:off x="3733800" y="4740519"/>
            <a:ext cx="397570" cy="421698"/>
          </a:xfrm>
          <a:prstGeom prst="line">
            <a:avLst/>
          </a:prstGeom>
          <a:ln w="19050">
            <a:solidFill>
              <a:schemeClr val="tx1">
                <a:lumMod val="85000"/>
                <a:lumOff val="1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CE22335-27F3-5BFD-77CD-783485E895F0}"/>
              </a:ext>
            </a:extLst>
          </p:cNvPr>
          <p:cNvCxnSpPr>
            <a:cxnSpLocks/>
          </p:cNvCxnSpPr>
          <p:nvPr/>
        </p:nvCxnSpPr>
        <p:spPr>
          <a:xfrm flipV="1">
            <a:off x="5257074" y="2873619"/>
            <a:ext cx="1301518" cy="1181100"/>
          </a:xfrm>
          <a:prstGeom prst="straightConnector1">
            <a:avLst/>
          </a:prstGeom>
          <a:ln w="19050">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8" name="Graphic 27" descr="Server with solid fill">
            <a:extLst>
              <a:ext uri="{FF2B5EF4-FFF2-40B4-BE49-F238E27FC236}">
                <a16:creationId xmlns:a16="http://schemas.microsoft.com/office/drawing/2014/main" id="{5A754FFB-7521-EBFA-E885-FD85BAB34D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74765" y="2502350"/>
            <a:ext cx="914400" cy="914400"/>
          </a:xfrm>
          <a:prstGeom prst="rect">
            <a:avLst/>
          </a:prstGeom>
        </p:spPr>
      </p:pic>
      <p:sp>
        <p:nvSpPr>
          <p:cNvPr id="30" name="TextBox 29">
            <a:extLst>
              <a:ext uri="{FF2B5EF4-FFF2-40B4-BE49-F238E27FC236}">
                <a16:creationId xmlns:a16="http://schemas.microsoft.com/office/drawing/2014/main" id="{F681A01B-72B2-AD27-D149-B77191B295CB}"/>
              </a:ext>
            </a:extLst>
          </p:cNvPr>
          <p:cNvSpPr txBox="1"/>
          <p:nvPr/>
        </p:nvSpPr>
        <p:spPr>
          <a:xfrm>
            <a:off x="6477000" y="3440099"/>
            <a:ext cx="2107670" cy="369332"/>
          </a:xfrm>
          <a:prstGeom prst="rect">
            <a:avLst/>
          </a:prstGeom>
          <a:noFill/>
        </p:spPr>
        <p:txBody>
          <a:bodyPr wrap="square">
            <a:spAutoFit/>
          </a:bodyPr>
          <a:lstStyle/>
          <a:p>
            <a:r>
              <a:rPr lang="en-AU" dirty="0"/>
              <a:t>www.google.com</a:t>
            </a:r>
          </a:p>
        </p:txBody>
      </p:sp>
      <p:sp>
        <p:nvSpPr>
          <p:cNvPr id="32" name="TextBox 31">
            <a:extLst>
              <a:ext uri="{FF2B5EF4-FFF2-40B4-BE49-F238E27FC236}">
                <a16:creationId xmlns:a16="http://schemas.microsoft.com/office/drawing/2014/main" id="{EDDFB193-878F-CD84-839F-0CA0366CD9F4}"/>
              </a:ext>
            </a:extLst>
          </p:cNvPr>
          <p:cNvSpPr txBox="1"/>
          <p:nvPr/>
        </p:nvSpPr>
        <p:spPr>
          <a:xfrm>
            <a:off x="6193978" y="5908338"/>
            <a:ext cx="2522537" cy="369332"/>
          </a:xfrm>
          <a:prstGeom prst="rect">
            <a:avLst/>
          </a:prstGeom>
          <a:noFill/>
        </p:spPr>
        <p:txBody>
          <a:bodyPr wrap="square">
            <a:spAutoFit/>
          </a:bodyPr>
          <a:lstStyle/>
          <a:p>
            <a:r>
              <a:rPr lang="en-AU" dirty="0"/>
              <a:t>www.canterbury.ac.nz</a:t>
            </a:r>
          </a:p>
        </p:txBody>
      </p:sp>
      <p:pic>
        <p:nvPicPr>
          <p:cNvPr id="33" name="Graphic 32" descr="Server with solid fill">
            <a:extLst>
              <a:ext uri="{FF2B5EF4-FFF2-40B4-BE49-F238E27FC236}">
                <a16:creationId xmlns:a16="http://schemas.microsoft.com/office/drawing/2014/main" id="{B22A932E-9A6E-A82D-042C-CF1106E9FD9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74765" y="4969119"/>
            <a:ext cx="914400" cy="914400"/>
          </a:xfrm>
          <a:prstGeom prst="rect">
            <a:avLst/>
          </a:prstGeom>
        </p:spPr>
      </p:pic>
      <p:cxnSp>
        <p:nvCxnSpPr>
          <p:cNvPr id="34" name="Straight Arrow Connector 33">
            <a:extLst>
              <a:ext uri="{FF2B5EF4-FFF2-40B4-BE49-F238E27FC236}">
                <a16:creationId xmlns:a16="http://schemas.microsoft.com/office/drawing/2014/main" id="{7B73078B-3338-DA1F-5410-59047F76F7E0}"/>
              </a:ext>
            </a:extLst>
          </p:cNvPr>
          <p:cNvCxnSpPr>
            <a:cxnSpLocks/>
          </p:cNvCxnSpPr>
          <p:nvPr/>
        </p:nvCxnSpPr>
        <p:spPr>
          <a:xfrm flipH="1">
            <a:off x="5334000" y="3064119"/>
            <a:ext cx="1224592" cy="1138703"/>
          </a:xfrm>
          <a:prstGeom prst="straightConnector1">
            <a:avLst/>
          </a:prstGeom>
          <a:ln w="19050">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35D32951-590C-30CA-057B-BC733458B727}"/>
              </a:ext>
            </a:extLst>
          </p:cNvPr>
          <p:cNvSpPr txBox="1"/>
          <p:nvPr/>
        </p:nvSpPr>
        <p:spPr>
          <a:xfrm>
            <a:off x="6595812" y="2133018"/>
            <a:ext cx="1472306" cy="369332"/>
          </a:xfrm>
          <a:prstGeom prst="rect">
            <a:avLst/>
          </a:prstGeom>
          <a:noFill/>
        </p:spPr>
        <p:txBody>
          <a:bodyPr wrap="square">
            <a:spAutoFit/>
          </a:bodyPr>
          <a:lstStyle/>
          <a:p>
            <a:pPr algn="ctr"/>
            <a:r>
              <a:rPr lang="en-AU" dirty="0"/>
              <a:t>Web server</a:t>
            </a:r>
          </a:p>
        </p:txBody>
      </p:sp>
      <p:sp>
        <p:nvSpPr>
          <p:cNvPr id="39" name="TextBox 38">
            <a:extLst>
              <a:ext uri="{FF2B5EF4-FFF2-40B4-BE49-F238E27FC236}">
                <a16:creationId xmlns:a16="http://schemas.microsoft.com/office/drawing/2014/main" id="{A0E314F9-9119-C3A6-67E2-D1BDE9224A41}"/>
              </a:ext>
            </a:extLst>
          </p:cNvPr>
          <p:cNvSpPr txBox="1"/>
          <p:nvPr/>
        </p:nvSpPr>
        <p:spPr>
          <a:xfrm>
            <a:off x="3937726" y="4904587"/>
            <a:ext cx="1659467" cy="369332"/>
          </a:xfrm>
          <a:prstGeom prst="rect">
            <a:avLst/>
          </a:prstGeom>
          <a:noFill/>
        </p:spPr>
        <p:txBody>
          <a:bodyPr wrap="square">
            <a:spAutoFit/>
          </a:bodyPr>
          <a:lstStyle/>
          <a:p>
            <a:pPr algn="ctr"/>
            <a:r>
              <a:rPr lang="en-AU" dirty="0"/>
              <a:t>Web browser</a:t>
            </a:r>
          </a:p>
        </p:txBody>
      </p:sp>
      <p:sp>
        <p:nvSpPr>
          <p:cNvPr id="45" name="TextBox 44">
            <a:extLst>
              <a:ext uri="{FF2B5EF4-FFF2-40B4-BE49-F238E27FC236}">
                <a16:creationId xmlns:a16="http://schemas.microsoft.com/office/drawing/2014/main" id="{444CFF3B-9B16-A402-0426-0F55BC044D4D}"/>
              </a:ext>
            </a:extLst>
          </p:cNvPr>
          <p:cNvSpPr txBox="1"/>
          <p:nvPr/>
        </p:nvSpPr>
        <p:spPr>
          <a:xfrm rot="19109347">
            <a:off x="4610030" y="3085924"/>
            <a:ext cx="2221432" cy="369332"/>
          </a:xfrm>
          <a:prstGeom prst="rect">
            <a:avLst/>
          </a:prstGeom>
          <a:noFill/>
        </p:spPr>
        <p:txBody>
          <a:bodyPr wrap="square">
            <a:spAutoFit/>
          </a:bodyPr>
          <a:lstStyle/>
          <a:p>
            <a:pPr algn="ctr"/>
            <a:r>
              <a:rPr lang="en-AU" dirty="0"/>
              <a:t>HTTP request</a:t>
            </a:r>
          </a:p>
        </p:txBody>
      </p:sp>
      <p:sp>
        <p:nvSpPr>
          <p:cNvPr id="46" name="TextBox 45">
            <a:extLst>
              <a:ext uri="{FF2B5EF4-FFF2-40B4-BE49-F238E27FC236}">
                <a16:creationId xmlns:a16="http://schemas.microsoft.com/office/drawing/2014/main" id="{F78930DA-24B3-B51B-F373-86FC35014653}"/>
              </a:ext>
            </a:extLst>
          </p:cNvPr>
          <p:cNvSpPr txBox="1"/>
          <p:nvPr/>
        </p:nvSpPr>
        <p:spPr>
          <a:xfrm rot="19021136">
            <a:off x="5083262" y="3517691"/>
            <a:ext cx="2221432" cy="369332"/>
          </a:xfrm>
          <a:prstGeom prst="rect">
            <a:avLst/>
          </a:prstGeom>
          <a:noFill/>
        </p:spPr>
        <p:txBody>
          <a:bodyPr wrap="square">
            <a:spAutoFit/>
          </a:bodyPr>
          <a:lstStyle/>
          <a:p>
            <a:pPr algn="ctr"/>
            <a:r>
              <a:rPr lang="en-AU" dirty="0"/>
              <a:t>HTTP response</a:t>
            </a:r>
          </a:p>
        </p:txBody>
      </p:sp>
      <p:cxnSp>
        <p:nvCxnSpPr>
          <p:cNvPr id="47" name="Straight Arrow Connector 46">
            <a:extLst>
              <a:ext uri="{FF2B5EF4-FFF2-40B4-BE49-F238E27FC236}">
                <a16:creationId xmlns:a16="http://schemas.microsoft.com/office/drawing/2014/main" id="{2286D728-A287-7DE8-CA7B-CBE19344918F}"/>
              </a:ext>
            </a:extLst>
          </p:cNvPr>
          <p:cNvCxnSpPr>
            <a:cxnSpLocks/>
          </p:cNvCxnSpPr>
          <p:nvPr/>
        </p:nvCxnSpPr>
        <p:spPr>
          <a:xfrm>
            <a:off x="5410200" y="4711495"/>
            <a:ext cx="1464565" cy="724637"/>
          </a:xfrm>
          <a:prstGeom prst="straightConnector1">
            <a:avLst/>
          </a:prstGeom>
          <a:ln w="19050">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FC020E44-BC96-A642-AE4A-5B4E52282196}"/>
              </a:ext>
            </a:extLst>
          </p:cNvPr>
          <p:cNvCxnSpPr>
            <a:cxnSpLocks/>
          </p:cNvCxnSpPr>
          <p:nvPr/>
        </p:nvCxnSpPr>
        <p:spPr>
          <a:xfrm flipH="1" flipV="1">
            <a:off x="5334000" y="4798006"/>
            <a:ext cx="1447800" cy="728422"/>
          </a:xfrm>
          <a:prstGeom prst="straightConnector1">
            <a:avLst/>
          </a:prstGeom>
          <a:ln w="19050">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8AA97076-2128-2CA4-C8D9-06B914E77EB9}"/>
              </a:ext>
            </a:extLst>
          </p:cNvPr>
          <p:cNvSpPr txBox="1"/>
          <p:nvPr/>
        </p:nvSpPr>
        <p:spPr>
          <a:xfrm>
            <a:off x="1168582" y="1799689"/>
            <a:ext cx="1659467" cy="369332"/>
          </a:xfrm>
          <a:prstGeom prst="rect">
            <a:avLst/>
          </a:prstGeom>
          <a:noFill/>
        </p:spPr>
        <p:txBody>
          <a:bodyPr wrap="square">
            <a:spAutoFit/>
          </a:bodyPr>
          <a:lstStyle/>
          <a:p>
            <a:pPr algn="ctr"/>
            <a:r>
              <a:rPr lang="en-AU" dirty="0"/>
              <a:t>Web page</a:t>
            </a:r>
          </a:p>
        </p:txBody>
      </p:sp>
    </p:spTree>
    <p:extLst>
      <p:ext uri="{BB962C8B-B14F-4D97-AF65-F5344CB8AC3E}">
        <p14:creationId xmlns:p14="http://schemas.microsoft.com/office/powerpoint/2010/main" val="2639343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sz="3600" dirty="0"/>
              <a:t>HTTP Overview</a:t>
            </a:r>
            <a:endParaRPr lang="en-US" altLang="en-US" dirty="0"/>
          </a:p>
        </p:txBody>
      </p:sp>
      <p:sp>
        <p:nvSpPr>
          <p:cNvPr id="39939" name="Rectangle 3"/>
          <p:cNvSpPr>
            <a:spLocks noGrp="1" noChangeArrowheads="1"/>
          </p:cNvSpPr>
          <p:nvPr>
            <p:ph idx="1"/>
          </p:nvPr>
        </p:nvSpPr>
        <p:spPr>
          <a:xfrm>
            <a:off x="457200" y="990600"/>
            <a:ext cx="8229600" cy="1371599"/>
          </a:xfrm>
        </p:spPr>
        <p:txBody>
          <a:bodyPr/>
          <a:lstStyle/>
          <a:p>
            <a:r>
              <a:rPr lang="en-GB" sz="2800" dirty="0"/>
              <a:t>The </a:t>
            </a:r>
            <a:r>
              <a:rPr lang="en-GB" sz="2800" dirty="0">
                <a:solidFill>
                  <a:srgbClr val="FF0000"/>
                </a:solidFill>
              </a:rPr>
              <a:t>Hypertext Transfer Protocol (HTTP) </a:t>
            </a:r>
            <a:r>
              <a:rPr lang="en-GB" sz="2800" dirty="0"/>
              <a:t>is the foundation protocol of the Web</a:t>
            </a:r>
          </a:p>
        </p:txBody>
      </p:sp>
      <p:sp>
        <p:nvSpPr>
          <p:cNvPr id="27" name="Slide Number Placeholder 26"/>
          <p:cNvSpPr>
            <a:spLocks noGrp="1"/>
          </p:cNvSpPr>
          <p:nvPr>
            <p:ph type="sldNum" sz="quarter" idx="4"/>
          </p:nvPr>
        </p:nvSpPr>
        <p:spPr/>
        <p:txBody>
          <a:bodyPr/>
          <a:lstStyle/>
          <a:p>
            <a:fld id="{10AADADD-B213-4670-97EC-4326DD077B6D}" type="slidenum">
              <a:rPr lang="en-US" altLang="en-US"/>
              <a:pPr/>
              <a:t>16</a:t>
            </a:fld>
            <a:endParaRPr lang="en-US" altLang="en-US"/>
          </a:p>
        </p:txBody>
      </p:sp>
      <p:graphicFrame>
        <p:nvGraphicFramePr>
          <p:cNvPr id="2" name="Table 1">
            <a:extLst>
              <a:ext uri="{FF2B5EF4-FFF2-40B4-BE49-F238E27FC236}">
                <a16:creationId xmlns:a16="http://schemas.microsoft.com/office/drawing/2014/main" id="{B1D5642E-039F-A129-E516-3829FA58576A}"/>
              </a:ext>
            </a:extLst>
          </p:cNvPr>
          <p:cNvGraphicFramePr>
            <a:graphicFrameLocks noGrp="1"/>
          </p:cNvGraphicFramePr>
          <p:nvPr>
            <p:extLst>
              <p:ext uri="{D42A27DB-BD31-4B8C-83A1-F6EECF244321}">
                <p14:modId xmlns:p14="http://schemas.microsoft.com/office/powerpoint/2010/main" val="652023230"/>
              </p:ext>
            </p:extLst>
          </p:nvPr>
        </p:nvGraphicFramePr>
        <p:xfrm>
          <a:off x="457200" y="2590800"/>
          <a:ext cx="8153399" cy="3352799"/>
        </p:xfrm>
        <a:graphic>
          <a:graphicData uri="http://schemas.openxmlformats.org/drawingml/2006/table">
            <a:tbl>
              <a:tblPr/>
              <a:tblGrid>
                <a:gridCol w="1524000">
                  <a:extLst>
                    <a:ext uri="{9D8B030D-6E8A-4147-A177-3AD203B41FA5}">
                      <a16:colId xmlns:a16="http://schemas.microsoft.com/office/drawing/2014/main" val="834149504"/>
                    </a:ext>
                  </a:extLst>
                </a:gridCol>
                <a:gridCol w="1524000">
                  <a:extLst>
                    <a:ext uri="{9D8B030D-6E8A-4147-A177-3AD203B41FA5}">
                      <a16:colId xmlns:a16="http://schemas.microsoft.com/office/drawing/2014/main" val="4277367664"/>
                    </a:ext>
                  </a:extLst>
                </a:gridCol>
                <a:gridCol w="1905000">
                  <a:extLst>
                    <a:ext uri="{9D8B030D-6E8A-4147-A177-3AD203B41FA5}">
                      <a16:colId xmlns:a16="http://schemas.microsoft.com/office/drawing/2014/main" val="3907435815"/>
                    </a:ext>
                  </a:extLst>
                </a:gridCol>
                <a:gridCol w="3200399">
                  <a:extLst>
                    <a:ext uri="{9D8B030D-6E8A-4147-A177-3AD203B41FA5}">
                      <a16:colId xmlns:a16="http://schemas.microsoft.com/office/drawing/2014/main" val="1160229414"/>
                    </a:ext>
                  </a:extLst>
                </a:gridCol>
              </a:tblGrid>
              <a:tr h="638228">
                <a:tc>
                  <a:txBody>
                    <a:bodyPr/>
                    <a:lstStyle/>
                    <a:p>
                      <a:pPr algn="ctr" fontAlgn="base"/>
                      <a:r>
                        <a:rPr lang="en-AU" sz="1800" b="1" i="0" dirty="0">
                          <a:solidFill>
                            <a:schemeClr val="tx1"/>
                          </a:solidFill>
                          <a:effectLst/>
                          <a:highlight>
                            <a:srgbClr val="BBE0E3"/>
                          </a:highlight>
                          <a:latin typeface="Arial" panose="020B0604020202020204" pitchFamily="34" charset="0"/>
                          <a:cs typeface="Arial" panose="020B0604020202020204" pitchFamily="34" charset="0"/>
                        </a:rPr>
                        <a:t>Protocol​</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20739" cap="flat" cmpd="sng" algn="ctr">
                      <a:solidFill>
                        <a:srgbClr val="FFFFFF"/>
                      </a:solidFill>
                      <a:prstDash val="solid"/>
                      <a:round/>
                      <a:headEnd type="none" w="med" len="med"/>
                      <a:tailEnd type="none" w="med" len="med"/>
                    </a:lnB>
                    <a:solidFill>
                      <a:srgbClr val="BBE0E3"/>
                    </a:solidFill>
                  </a:tcPr>
                </a:tc>
                <a:tc>
                  <a:txBody>
                    <a:bodyPr/>
                    <a:lstStyle/>
                    <a:p>
                      <a:pPr algn="ctr" fontAlgn="base"/>
                      <a:r>
                        <a:rPr lang="en-AU" sz="1800" b="1" i="0" dirty="0">
                          <a:solidFill>
                            <a:schemeClr val="tx1"/>
                          </a:solidFill>
                          <a:effectLst/>
                          <a:highlight>
                            <a:srgbClr val="BBE0E3"/>
                          </a:highlight>
                          <a:latin typeface="Arial" panose="020B0604020202020204" pitchFamily="34" charset="0"/>
                          <a:cs typeface="Arial" panose="020B0604020202020204" pitchFamily="34" charset="0"/>
                        </a:rPr>
                        <a:t>Published​</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20739" cap="flat" cmpd="sng" algn="ctr">
                      <a:solidFill>
                        <a:srgbClr val="FFFFFF"/>
                      </a:solidFill>
                      <a:prstDash val="solid"/>
                      <a:round/>
                      <a:headEnd type="none" w="med" len="med"/>
                      <a:tailEnd type="none" w="med" len="med"/>
                    </a:lnB>
                    <a:solidFill>
                      <a:srgbClr val="BBE0E3"/>
                    </a:solidFill>
                  </a:tcPr>
                </a:tc>
                <a:tc>
                  <a:txBody>
                    <a:bodyPr/>
                    <a:lstStyle/>
                    <a:p>
                      <a:pPr algn="ctr" fontAlgn="base"/>
                      <a:r>
                        <a:rPr lang="en-AU" sz="1800" b="1" i="0" dirty="0">
                          <a:solidFill>
                            <a:schemeClr val="tx1"/>
                          </a:solidFill>
                          <a:effectLst/>
                          <a:highlight>
                            <a:srgbClr val="BBE0E3"/>
                          </a:highlight>
                          <a:latin typeface="Arial" panose="020B0604020202020204" pitchFamily="34" charset="0"/>
                          <a:cs typeface="Arial" panose="020B0604020202020204" pitchFamily="34" charset="0"/>
                        </a:rPr>
                        <a:t>Status​</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20739" cap="flat" cmpd="sng" algn="ctr">
                      <a:solidFill>
                        <a:srgbClr val="FFFFFF"/>
                      </a:solidFill>
                      <a:prstDash val="solid"/>
                      <a:round/>
                      <a:headEnd type="none" w="med" len="med"/>
                      <a:tailEnd type="none" w="med" len="med"/>
                    </a:lnB>
                    <a:solidFill>
                      <a:srgbClr val="BBE0E3"/>
                    </a:solidFill>
                  </a:tcPr>
                </a:tc>
                <a:tc>
                  <a:txBody>
                    <a:bodyPr/>
                    <a:lstStyle/>
                    <a:p>
                      <a:pPr algn="ctr" fontAlgn="base"/>
                      <a:r>
                        <a:rPr lang="en-AU" sz="1800" b="1" i="0" dirty="0">
                          <a:solidFill>
                            <a:schemeClr val="tx1"/>
                          </a:solidFill>
                          <a:effectLst/>
                          <a:highlight>
                            <a:srgbClr val="BBE0E3"/>
                          </a:highlight>
                          <a:latin typeface="Arial" panose="020B0604020202020204" pitchFamily="34" charset="0"/>
                          <a:cs typeface="Arial" panose="020B0604020202020204" pitchFamily="34" charset="0"/>
                        </a:rPr>
                        <a:t>RFC</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20739" cap="flat" cmpd="sng" algn="ctr">
                      <a:solidFill>
                        <a:srgbClr val="FFFFFF"/>
                      </a:solidFill>
                      <a:prstDash val="solid"/>
                      <a:round/>
                      <a:headEnd type="none" w="med" len="med"/>
                      <a:tailEnd type="none" w="med" len="med"/>
                    </a:lnB>
                    <a:solidFill>
                      <a:srgbClr val="BBE0E3"/>
                    </a:solidFill>
                  </a:tcPr>
                </a:tc>
                <a:extLst>
                  <a:ext uri="{0D108BD9-81ED-4DB2-BD59-A6C34878D82A}">
                    <a16:rowId xmlns:a16="http://schemas.microsoft.com/office/drawing/2014/main" val="1549396014"/>
                  </a:ext>
                </a:extLst>
              </a:tr>
              <a:tr h="638228">
                <a:tc>
                  <a:txBody>
                    <a:bodyPr/>
                    <a:lstStyle/>
                    <a:p>
                      <a:pPr algn="ctr" fontAlgn="base"/>
                      <a:r>
                        <a:rPr lang="en-AU" sz="1800" b="0" i="0" dirty="0">
                          <a:solidFill>
                            <a:srgbClr val="000000"/>
                          </a:solidFill>
                          <a:effectLst/>
                          <a:highlight>
                            <a:srgbClr val="F3F9FA"/>
                          </a:highlight>
                          <a:latin typeface="Arial" panose="020B0604020202020204" pitchFamily="34" charset="0"/>
                          <a:cs typeface="Arial" panose="020B0604020202020204" pitchFamily="34" charset="0"/>
                        </a:rPr>
                        <a:t>HTTP/1.0​</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2073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F3F9FA"/>
                    </a:solidFill>
                  </a:tcPr>
                </a:tc>
                <a:tc>
                  <a:txBody>
                    <a:bodyPr/>
                    <a:lstStyle/>
                    <a:p>
                      <a:pPr algn="ctr" fontAlgn="base"/>
                      <a:r>
                        <a:rPr lang="en-AU" sz="1800" b="0" i="0" dirty="0">
                          <a:solidFill>
                            <a:srgbClr val="000000"/>
                          </a:solidFill>
                          <a:effectLst/>
                          <a:highlight>
                            <a:srgbClr val="F3F9FA"/>
                          </a:highlight>
                          <a:latin typeface="Arial" panose="020B0604020202020204" pitchFamily="34" charset="0"/>
                          <a:cs typeface="Arial" panose="020B0604020202020204" pitchFamily="34" charset="0"/>
                        </a:rPr>
                        <a:t>1996</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2073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F3F9FA"/>
                    </a:solidFill>
                  </a:tcPr>
                </a:tc>
                <a:tc>
                  <a:txBody>
                    <a:bodyPr/>
                    <a:lstStyle/>
                    <a:p>
                      <a:pPr algn="ctr" fontAlgn="base"/>
                      <a:r>
                        <a:rPr lang="en-GB" sz="1800" b="0" i="0" dirty="0">
                          <a:solidFill>
                            <a:srgbClr val="000000"/>
                          </a:solidFill>
                          <a:effectLst/>
                          <a:highlight>
                            <a:srgbClr val="F3F9FA"/>
                          </a:highlight>
                          <a:latin typeface="Arial" panose="020B0604020202020204" pitchFamily="34" charset="0"/>
                          <a:cs typeface="Arial" panose="020B0604020202020204" pitchFamily="34" charset="0"/>
                        </a:rPr>
                        <a:t>Obsolete​</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2073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F3F9FA"/>
                    </a:solidFill>
                  </a:tcPr>
                </a:tc>
                <a:tc>
                  <a:txBody>
                    <a:bodyPr/>
                    <a:lstStyle/>
                    <a:p>
                      <a:pPr algn="ctr" fontAlgn="base"/>
                      <a:r>
                        <a:rPr lang="en-GB" sz="1800" b="0" i="0" dirty="0">
                          <a:solidFill>
                            <a:srgbClr val="000000"/>
                          </a:solidFill>
                          <a:effectLst/>
                          <a:highlight>
                            <a:srgbClr val="F3F9FA"/>
                          </a:highlight>
                          <a:latin typeface="Arial" panose="020B0604020202020204" pitchFamily="34" charset="0"/>
                          <a:cs typeface="Arial" panose="020B0604020202020204" pitchFamily="34" charset="0"/>
                        </a:rPr>
                        <a:t>RFC 1945</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2073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F3F9FA"/>
                    </a:solidFill>
                  </a:tcPr>
                </a:tc>
                <a:extLst>
                  <a:ext uri="{0D108BD9-81ED-4DB2-BD59-A6C34878D82A}">
                    <a16:rowId xmlns:a16="http://schemas.microsoft.com/office/drawing/2014/main" val="164064949"/>
                  </a:ext>
                </a:extLst>
              </a:tr>
              <a:tr h="799887">
                <a:tc>
                  <a:txBody>
                    <a:bodyPr/>
                    <a:lstStyle/>
                    <a:p>
                      <a:pPr algn="ctr" fontAlgn="base"/>
                      <a:r>
                        <a:rPr lang="en-AU" sz="1800" b="0" i="0" dirty="0">
                          <a:solidFill>
                            <a:srgbClr val="000000"/>
                          </a:solidFill>
                          <a:effectLst/>
                          <a:highlight>
                            <a:srgbClr val="E7F3F4"/>
                          </a:highlight>
                          <a:latin typeface="Arial" panose="020B0604020202020204" pitchFamily="34" charset="0"/>
                          <a:cs typeface="Arial" panose="020B0604020202020204" pitchFamily="34" charset="0"/>
                        </a:rPr>
                        <a:t>HTTP/1.1</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tc>
                  <a:txBody>
                    <a:bodyPr/>
                    <a:lstStyle/>
                    <a:p>
                      <a:pPr algn="ctr" fontAlgn="base"/>
                      <a:r>
                        <a:rPr lang="en-AU" sz="1800" b="0" i="0" dirty="0">
                          <a:solidFill>
                            <a:srgbClr val="000000"/>
                          </a:solidFill>
                          <a:effectLst/>
                          <a:highlight>
                            <a:srgbClr val="E7F3F4"/>
                          </a:highlight>
                          <a:latin typeface="Arial" panose="020B0604020202020204" pitchFamily="34" charset="0"/>
                          <a:cs typeface="Arial" panose="020B0604020202020204" pitchFamily="34" charset="0"/>
                        </a:rPr>
                        <a:t>1997</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tc>
                  <a:txBody>
                    <a:bodyPr/>
                    <a:lstStyle/>
                    <a:p>
                      <a:pPr algn="ctr" fontAlgn="base"/>
                      <a:r>
                        <a:rPr lang="en-GB" sz="1800" b="0" i="0" dirty="0">
                          <a:solidFill>
                            <a:srgbClr val="000000"/>
                          </a:solidFill>
                          <a:effectLst/>
                          <a:highlight>
                            <a:srgbClr val="E7F3F4"/>
                          </a:highlight>
                          <a:latin typeface="Arial" panose="020B0604020202020204" pitchFamily="34" charset="0"/>
                          <a:cs typeface="Arial" panose="020B0604020202020204" pitchFamily="34" charset="0"/>
                        </a:rPr>
                        <a:t>Standard</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tc>
                  <a:txBody>
                    <a:bodyPr/>
                    <a:lstStyle/>
                    <a:p>
                      <a:pPr algn="ctr" fontAlgn="base"/>
                      <a:r>
                        <a:rPr lang="en-GB" sz="1800" b="0" i="0" dirty="0">
                          <a:solidFill>
                            <a:srgbClr val="000000"/>
                          </a:solidFill>
                          <a:effectLst/>
                          <a:highlight>
                            <a:srgbClr val="E7F3F4"/>
                          </a:highlight>
                          <a:latin typeface="Arial" panose="020B0604020202020204" pitchFamily="34" charset="0"/>
                          <a:cs typeface="Arial" panose="020B0604020202020204" pitchFamily="34" charset="0"/>
                        </a:rPr>
                        <a:t>RFC 2068, 2616, 7230-7235</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extLst>
                  <a:ext uri="{0D108BD9-81ED-4DB2-BD59-A6C34878D82A}">
                    <a16:rowId xmlns:a16="http://schemas.microsoft.com/office/drawing/2014/main" val="4015176283"/>
                  </a:ext>
                </a:extLst>
              </a:tr>
              <a:tr h="638228">
                <a:tc>
                  <a:txBody>
                    <a:bodyPr/>
                    <a:lstStyle/>
                    <a:p>
                      <a:pPr algn="ctr" fontAlgn="base"/>
                      <a:r>
                        <a:rPr lang="en-AU" sz="1800" b="0" i="0" dirty="0">
                          <a:solidFill>
                            <a:srgbClr val="000000"/>
                          </a:solidFill>
                          <a:effectLst/>
                          <a:highlight>
                            <a:srgbClr val="F3F9FA"/>
                          </a:highlight>
                          <a:latin typeface="Arial" panose="020B0604020202020204" pitchFamily="34" charset="0"/>
                          <a:cs typeface="Arial" panose="020B0604020202020204" pitchFamily="34" charset="0"/>
                        </a:rPr>
                        <a:t>HTTP/2</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F3F9FA"/>
                    </a:solidFill>
                  </a:tcPr>
                </a:tc>
                <a:tc>
                  <a:txBody>
                    <a:bodyPr/>
                    <a:lstStyle/>
                    <a:p>
                      <a:pPr algn="ctr" fontAlgn="base"/>
                      <a:r>
                        <a:rPr lang="en-AU" sz="1800" b="0" i="0" dirty="0">
                          <a:solidFill>
                            <a:srgbClr val="000000"/>
                          </a:solidFill>
                          <a:effectLst/>
                          <a:highlight>
                            <a:srgbClr val="F3F9FA"/>
                          </a:highlight>
                          <a:latin typeface="Arial" panose="020B0604020202020204" pitchFamily="34" charset="0"/>
                          <a:cs typeface="Arial" panose="020B0604020202020204" pitchFamily="34" charset="0"/>
                        </a:rPr>
                        <a:t>2015</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F3F9FA"/>
                    </a:solidFill>
                  </a:tcPr>
                </a:tc>
                <a:tc>
                  <a:txBody>
                    <a:bodyPr/>
                    <a:lstStyle/>
                    <a:p>
                      <a:pPr algn="ctr" fontAlgn="base"/>
                      <a:r>
                        <a:rPr lang="en-GB" sz="1800" b="0" i="0" dirty="0">
                          <a:solidFill>
                            <a:srgbClr val="000000"/>
                          </a:solidFill>
                          <a:effectLst/>
                          <a:highlight>
                            <a:srgbClr val="F3F9FA"/>
                          </a:highlight>
                          <a:latin typeface="Arial" panose="020B0604020202020204" pitchFamily="34" charset="0"/>
                          <a:cs typeface="Arial" panose="020B0604020202020204" pitchFamily="34" charset="0"/>
                        </a:rPr>
                        <a:t>Standard</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F3F9FA"/>
                    </a:solidFill>
                  </a:tcPr>
                </a:tc>
                <a:tc>
                  <a:txBody>
                    <a:bodyPr/>
                    <a:lstStyle/>
                    <a:p>
                      <a:pPr algn="ctr" fontAlgn="base"/>
                      <a:r>
                        <a:rPr lang="en-GB" sz="1800" b="0" i="0" dirty="0">
                          <a:solidFill>
                            <a:srgbClr val="000000"/>
                          </a:solidFill>
                          <a:effectLst/>
                          <a:highlight>
                            <a:srgbClr val="F3F9FA"/>
                          </a:highlight>
                          <a:latin typeface="Arial" panose="020B0604020202020204" pitchFamily="34" charset="0"/>
                          <a:cs typeface="Arial" panose="020B0604020202020204" pitchFamily="34" charset="0"/>
                        </a:rPr>
                        <a:t>RFC 7540</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F3F9FA"/>
                    </a:solidFill>
                  </a:tcPr>
                </a:tc>
                <a:extLst>
                  <a:ext uri="{0D108BD9-81ED-4DB2-BD59-A6C34878D82A}">
                    <a16:rowId xmlns:a16="http://schemas.microsoft.com/office/drawing/2014/main" val="2547781977"/>
                  </a:ext>
                </a:extLst>
              </a:tr>
              <a:tr h="638228">
                <a:tc>
                  <a:txBody>
                    <a:bodyPr/>
                    <a:lstStyle/>
                    <a:p>
                      <a:pPr algn="ctr" fontAlgn="base"/>
                      <a:r>
                        <a:rPr lang="en-AU" sz="1800" b="0" i="0" dirty="0">
                          <a:solidFill>
                            <a:srgbClr val="000000"/>
                          </a:solidFill>
                          <a:effectLst/>
                          <a:highlight>
                            <a:srgbClr val="E7F3F4"/>
                          </a:highlight>
                          <a:latin typeface="Arial" panose="020B0604020202020204" pitchFamily="34" charset="0"/>
                          <a:cs typeface="Arial" panose="020B0604020202020204" pitchFamily="34" charset="0"/>
                        </a:rPr>
                        <a:t>HTTP/3</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tc>
                  <a:txBody>
                    <a:bodyPr/>
                    <a:lstStyle/>
                    <a:p>
                      <a:pPr algn="ctr" fontAlgn="base"/>
                      <a:r>
                        <a:rPr lang="en-AU" sz="1800" b="0" i="0" dirty="0">
                          <a:solidFill>
                            <a:srgbClr val="000000"/>
                          </a:solidFill>
                          <a:effectLst/>
                          <a:highlight>
                            <a:srgbClr val="E7F3F4"/>
                          </a:highlight>
                          <a:latin typeface="Arial" panose="020B0604020202020204" pitchFamily="34" charset="0"/>
                          <a:cs typeface="Arial" panose="020B0604020202020204" pitchFamily="34" charset="0"/>
                        </a:rPr>
                        <a:t>2022</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tc>
                  <a:txBody>
                    <a:bodyPr/>
                    <a:lstStyle/>
                    <a:p>
                      <a:pPr algn="ctr" fontAlgn="base"/>
                      <a:r>
                        <a:rPr lang="en-GB" sz="1800" b="0" i="0" dirty="0">
                          <a:solidFill>
                            <a:srgbClr val="000000"/>
                          </a:solidFill>
                          <a:effectLst/>
                          <a:highlight>
                            <a:srgbClr val="E7F3F4"/>
                          </a:highlight>
                          <a:latin typeface="Arial" panose="020B0604020202020204" pitchFamily="34" charset="0"/>
                          <a:cs typeface="Arial" panose="020B0604020202020204" pitchFamily="34" charset="0"/>
                        </a:rPr>
                        <a:t>Standard</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tc>
                  <a:txBody>
                    <a:bodyPr/>
                    <a:lstStyle/>
                    <a:p>
                      <a:pPr algn="ctr" fontAlgn="base"/>
                      <a:r>
                        <a:rPr lang="en-GB" sz="1800" b="0" i="0" dirty="0">
                          <a:solidFill>
                            <a:srgbClr val="000000"/>
                          </a:solidFill>
                          <a:effectLst/>
                          <a:highlight>
                            <a:srgbClr val="E7F3F4"/>
                          </a:highlight>
                          <a:latin typeface="Arial" panose="020B0604020202020204" pitchFamily="34" charset="0"/>
                          <a:cs typeface="Arial" panose="020B0604020202020204" pitchFamily="34" charset="0"/>
                        </a:rPr>
                        <a:t>RFC 9114</a:t>
                      </a:r>
                    </a:p>
                  </a:txBody>
                  <a:tcPr anchor="ctr">
                    <a:lnL w="6909" cap="flat" cmpd="sng" algn="ctr">
                      <a:solidFill>
                        <a:srgbClr val="FFFFFF"/>
                      </a:solidFill>
                      <a:prstDash val="solid"/>
                      <a:round/>
                      <a:headEnd type="none" w="med" len="med"/>
                      <a:tailEnd type="none" w="med" len="med"/>
                    </a:lnL>
                    <a:lnR w="6909" cap="flat" cmpd="sng" algn="ctr">
                      <a:solidFill>
                        <a:srgbClr val="FFFFFF"/>
                      </a:solidFill>
                      <a:prstDash val="solid"/>
                      <a:round/>
                      <a:headEnd type="none" w="med" len="med"/>
                      <a:tailEnd type="none" w="med" len="med"/>
                    </a:lnR>
                    <a:lnT w="6909" cap="flat" cmpd="sng" algn="ctr">
                      <a:solidFill>
                        <a:srgbClr val="FFFFFF"/>
                      </a:solidFill>
                      <a:prstDash val="solid"/>
                      <a:round/>
                      <a:headEnd type="none" w="med" len="med"/>
                      <a:tailEnd type="none" w="med" len="med"/>
                    </a:lnT>
                    <a:lnB w="6909" cap="flat" cmpd="sng" algn="ctr">
                      <a:solidFill>
                        <a:srgbClr val="FFFFFF"/>
                      </a:solidFill>
                      <a:prstDash val="solid"/>
                      <a:round/>
                      <a:headEnd type="none" w="med" len="med"/>
                      <a:tailEnd type="none" w="med" len="med"/>
                    </a:lnB>
                    <a:solidFill>
                      <a:srgbClr val="E7F3F4"/>
                    </a:solidFill>
                  </a:tcPr>
                </a:tc>
                <a:extLst>
                  <a:ext uri="{0D108BD9-81ED-4DB2-BD59-A6C34878D82A}">
                    <a16:rowId xmlns:a16="http://schemas.microsoft.com/office/drawing/2014/main" val="1090518387"/>
                  </a:ext>
                </a:extLst>
              </a:tr>
            </a:tbl>
          </a:graphicData>
        </a:graphic>
      </p:graphicFrame>
      <p:sp>
        <p:nvSpPr>
          <p:cNvPr id="3" name="Rectangle 1">
            <a:extLst>
              <a:ext uri="{FF2B5EF4-FFF2-40B4-BE49-F238E27FC236}">
                <a16:creationId xmlns:a16="http://schemas.microsoft.com/office/drawing/2014/main" id="{A9B3A840-D08D-1B81-078E-7BA2EBD3468F}"/>
              </a:ext>
            </a:extLst>
          </p:cNvPr>
          <p:cNvSpPr>
            <a:spLocks noChangeArrowheads="1"/>
          </p:cNvSpPr>
          <p:nvPr/>
        </p:nvSpPr>
        <p:spPr bwMode="auto">
          <a:xfrm>
            <a:off x="1838325"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4941A18D-7B9D-591A-E06C-C7EA079A4E40}"/>
              </a:ext>
            </a:extLst>
          </p:cNvPr>
          <p:cNvSpPr txBox="1"/>
          <p:nvPr/>
        </p:nvSpPr>
        <p:spPr>
          <a:xfrm>
            <a:off x="3086100" y="6509671"/>
            <a:ext cx="2971800" cy="267756"/>
          </a:xfrm>
          <a:prstGeom prst="rect">
            <a:avLst/>
          </a:prstGeom>
          <a:noFill/>
        </p:spPr>
        <p:txBody>
          <a:bodyPr wrap="square">
            <a:spAutoFit/>
          </a:bodyPr>
          <a:lstStyle/>
          <a:p>
            <a:r>
              <a:rPr lang="en-AU" sz="1100" dirty="0"/>
              <a:t>Source: https://en.wikipedia.org/wiki/HTTP</a:t>
            </a:r>
          </a:p>
        </p:txBody>
      </p:sp>
    </p:spTree>
    <p:extLst>
      <p:ext uri="{BB962C8B-B14F-4D97-AF65-F5344CB8AC3E}">
        <p14:creationId xmlns:p14="http://schemas.microsoft.com/office/powerpoint/2010/main" val="2151383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en-US" altLang="en-US" sz="3600" dirty="0"/>
              <a:t>HTTP Overview (cont.)</a:t>
            </a:r>
          </a:p>
        </p:txBody>
      </p:sp>
      <p:sp>
        <p:nvSpPr>
          <p:cNvPr id="112643" name="Rectangle 3"/>
          <p:cNvSpPr>
            <a:spLocks noGrp="1" noChangeArrowheads="1"/>
          </p:cNvSpPr>
          <p:nvPr>
            <p:ph idx="1"/>
          </p:nvPr>
        </p:nvSpPr>
        <p:spPr>
          <a:xfrm>
            <a:off x="457200" y="1219200"/>
            <a:ext cx="8229600" cy="2590800"/>
          </a:xfrm>
        </p:spPr>
        <p:txBody>
          <a:bodyPr/>
          <a:lstStyle/>
          <a:p>
            <a:pPr>
              <a:spcAft>
                <a:spcPts val="600"/>
              </a:spcAft>
            </a:pPr>
            <a:r>
              <a:rPr lang="en-US" altLang="en-US" sz="2400" dirty="0">
                <a:solidFill>
                  <a:srgbClr val="FF0000"/>
                </a:solidFill>
              </a:rPr>
              <a:t>A Web page</a:t>
            </a:r>
            <a:r>
              <a:rPr lang="en-US" altLang="en-US" sz="2400" dirty="0"/>
              <a:t> consists of </a:t>
            </a:r>
            <a:r>
              <a:rPr lang="en-US" altLang="en-US" sz="2400" dirty="0">
                <a:solidFill>
                  <a:srgbClr val="FF0000"/>
                </a:solidFill>
              </a:rPr>
              <a:t>objects</a:t>
            </a:r>
            <a:endParaRPr lang="en-US" altLang="en-US" sz="2400" dirty="0"/>
          </a:p>
          <a:p>
            <a:pPr>
              <a:spcAft>
                <a:spcPts val="600"/>
              </a:spcAft>
            </a:pPr>
            <a:r>
              <a:rPr lang="en-US" altLang="en-US" sz="2400" dirty="0"/>
              <a:t>An object is a file (e.g., an HTML file, a JPEG image)</a:t>
            </a:r>
          </a:p>
          <a:p>
            <a:pPr>
              <a:spcAft>
                <a:spcPts val="600"/>
              </a:spcAft>
            </a:pPr>
            <a:r>
              <a:rPr lang="en-US" altLang="en-US" sz="2400" dirty="0"/>
              <a:t>Most Web pages consist of a </a:t>
            </a:r>
            <a:r>
              <a:rPr lang="en-US" altLang="en-US" sz="2400" dirty="0">
                <a:solidFill>
                  <a:srgbClr val="FF0000"/>
                </a:solidFill>
              </a:rPr>
              <a:t>base HTML file</a:t>
            </a:r>
            <a:r>
              <a:rPr lang="en-US" altLang="en-US" sz="2400" dirty="0"/>
              <a:t> and several referenced objects</a:t>
            </a:r>
          </a:p>
          <a:p>
            <a:pPr>
              <a:spcAft>
                <a:spcPts val="600"/>
              </a:spcAft>
            </a:pPr>
            <a:r>
              <a:rPr lang="en-US" altLang="en-US" sz="2400" dirty="0"/>
              <a:t>Each object is addressable by a </a:t>
            </a:r>
            <a:r>
              <a:rPr lang="en-US" altLang="en-US" sz="2400" dirty="0">
                <a:solidFill>
                  <a:srgbClr val="FF0000"/>
                </a:solidFill>
              </a:rPr>
              <a:t>URL</a:t>
            </a:r>
          </a:p>
        </p:txBody>
      </p:sp>
      <p:sp>
        <p:nvSpPr>
          <p:cNvPr id="11" name="Slide Number Placeholder 10"/>
          <p:cNvSpPr>
            <a:spLocks noGrp="1"/>
          </p:cNvSpPr>
          <p:nvPr>
            <p:ph type="sldNum" sz="quarter" idx="4"/>
          </p:nvPr>
        </p:nvSpPr>
        <p:spPr>
          <a:prstGeom prst="rect">
            <a:avLst/>
          </a:prstGeom>
        </p:spPr>
        <p:txBody>
          <a:bodyPr/>
          <a:lstStyle/>
          <a:p>
            <a:fld id="{FC3F89B5-8BF1-4680-835C-A3ED98FE3CD8}" type="slidenum">
              <a:rPr lang="en-US" altLang="en-US"/>
              <a:pPr/>
              <a:t>17</a:t>
            </a:fld>
            <a:endParaRPr lang="en-US" altLang="en-US"/>
          </a:p>
        </p:txBody>
      </p:sp>
      <p:grpSp>
        <p:nvGrpSpPr>
          <p:cNvPr id="112650" name="Group 10"/>
          <p:cNvGrpSpPr>
            <a:grpSpLocks/>
          </p:cNvGrpSpPr>
          <p:nvPr/>
        </p:nvGrpSpPr>
        <p:grpSpPr bwMode="auto">
          <a:xfrm>
            <a:off x="1584323" y="4548717"/>
            <a:ext cx="5975353" cy="1073150"/>
            <a:chOff x="788" y="2955"/>
            <a:chExt cx="3764" cy="676"/>
          </a:xfrm>
        </p:grpSpPr>
        <p:sp>
          <p:nvSpPr>
            <p:cNvPr id="112645" name="Text Box 5"/>
            <p:cNvSpPr txBox="1">
              <a:spLocks noChangeArrowheads="1"/>
            </p:cNvSpPr>
            <p:nvPr/>
          </p:nvSpPr>
          <p:spPr bwMode="auto">
            <a:xfrm>
              <a:off x="788" y="2955"/>
              <a:ext cx="37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en-US" altLang="en-US" dirty="0">
                  <a:latin typeface="Courier New" panose="02070309020205020404" pitchFamily="49" charset="0"/>
                </a:rPr>
                <a:t>http://www.someschool.edu/someDept/pic.gif</a:t>
              </a:r>
            </a:p>
          </p:txBody>
        </p:sp>
        <p:sp>
          <p:nvSpPr>
            <p:cNvPr id="112646" name="AutoShape 6"/>
            <p:cNvSpPr>
              <a:spLocks/>
            </p:cNvSpPr>
            <p:nvPr/>
          </p:nvSpPr>
          <p:spPr bwMode="auto">
            <a:xfrm rot="16200000">
              <a:off x="2162" y="2628"/>
              <a:ext cx="102" cy="1344"/>
            </a:xfrm>
            <a:prstGeom prst="leftBrace">
              <a:avLst>
                <a:gd name="adj1" fmla="val 30453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2647" name="AutoShape 7"/>
            <p:cNvSpPr>
              <a:spLocks/>
            </p:cNvSpPr>
            <p:nvPr/>
          </p:nvSpPr>
          <p:spPr bwMode="auto">
            <a:xfrm rot="16200000">
              <a:off x="3701" y="2601"/>
              <a:ext cx="68" cy="1365"/>
            </a:xfrm>
            <a:prstGeom prst="leftBrace">
              <a:avLst>
                <a:gd name="adj1" fmla="val 30453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2648" name="Text Box 8"/>
            <p:cNvSpPr txBox="1">
              <a:spLocks noChangeArrowheads="1"/>
            </p:cNvSpPr>
            <p:nvPr/>
          </p:nvSpPr>
          <p:spPr bwMode="auto">
            <a:xfrm>
              <a:off x="1864" y="3343"/>
              <a:ext cx="102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en-US" altLang="en-US" dirty="0"/>
                <a:t>host name</a:t>
              </a:r>
              <a:endParaRPr lang="en-US" altLang="en-US" dirty="0">
                <a:latin typeface="Times New Roman" panose="02020603050405020304" pitchFamily="18" charset="0"/>
              </a:endParaRPr>
            </a:p>
          </p:txBody>
        </p:sp>
        <p:sp>
          <p:nvSpPr>
            <p:cNvPr id="112649" name="Text Box 9"/>
            <p:cNvSpPr txBox="1">
              <a:spLocks noChangeArrowheads="1"/>
            </p:cNvSpPr>
            <p:nvPr/>
          </p:nvSpPr>
          <p:spPr bwMode="auto">
            <a:xfrm>
              <a:off x="3374" y="3343"/>
              <a:ext cx="10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en-US" altLang="en-US" dirty="0"/>
                <a:t>path name</a:t>
              </a:r>
              <a:endParaRPr lang="en-US" altLang="en-US" dirty="0">
                <a:latin typeface="Times New Roman" panose="02020603050405020304" pitchFamily="18" charset="0"/>
              </a:endParaRPr>
            </a:p>
          </p:txBody>
        </p:sp>
      </p:grpSp>
    </p:spTree>
    <p:extLst>
      <p:ext uri="{BB962C8B-B14F-4D97-AF65-F5344CB8AC3E}">
        <p14:creationId xmlns:p14="http://schemas.microsoft.com/office/powerpoint/2010/main" val="2916358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F468E4-536E-6B90-9EBA-5AE7C16AC1C0}"/>
              </a:ext>
            </a:extLst>
          </p:cNvPr>
          <p:cNvSpPr>
            <a:spLocks noGrp="1"/>
          </p:cNvSpPr>
          <p:nvPr>
            <p:ph type="title"/>
          </p:nvPr>
        </p:nvSpPr>
        <p:spPr/>
        <p:txBody>
          <a:bodyPr/>
          <a:lstStyle/>
          <a:p>
            <a:r>
              <a:rPr lang="en-US" altLang="en-US" sz="3600" dirty="0"/>
              <a:t>HTTP Overview (cont.)</a:t>
            </a:r>
            <a:endParaRPr lang="en-AU" dirty="0"/>
          </a:p>
        </p:txBody>
      </p:sp>
      <p:sp>
        <p:nvSpPr>
          <p:cNvPr id="28" name="Content Placeholder 27">
            <a:extLst>
              <a:ext uri="{FF2B5EF4-FFF2-40B4-BE49-F238E27FC236}">
                <a16:creationId xmlns:a16="http://schemas.microsoft.com/office/drawing/2014/main" id="{19739332-6D5B-F269-EB12-4B012C1C760A}"/>
              </a:ext>
            </a:extLst>
          </p:cNvPr>
          <p:cNvSpPr>
            <a:spLocks noGrp="1"/>
          </p:cNvSpPr>
          <p:nvPr>
            <p:ph idx="1"/>
          </p:nvPr>
        </p:nvSpPr>
        <p:spPr>
          <a:xfrm>
            <a:off x="457200" y="990600"/>
            <a:ext cx="8229600" cy="1428473"/>
          </a:xfrm>
        </p:spPr>
        <p:txBody>
          <a:bodyPr/>
          <a:lstStyle/>
          <a:p>
            <a:pPr>
              <a:spcBef>
                <a:spcPts val="600"/>
              </a:spcBef>
              <a:spcAft>
                <a:spcPts val="600"/>
              </a:spcAft>
            </a:pPr>
            <a:r>
              <a:rPr lang="en-US" altLang="en-US" sz="2400" dirty="0"/>
              <a:t>Client/server model</a:t>
            </a:r>
          </a:p>
          <a:p>
            <a:pPr lvl="1">
              <a:spcBef>
                <a:spcPts val="600"/>
              </a:spcBef>
              <a:spcAft>
                <a:spcPts val="600"/>
              </a:spcAft>
            </a:pPr>
            <a:r>
              <a:rPr lang="en-US" altLang="en-US" sz="1800" i="1" dirty="0">
                <a:solidFill>
                  <a:schemeClr val="accent2"/>
                </a:solidFill>
              </a:rPr>
              <a:t>Client:</a:t>
            </a:r>
            <a:r>
              <a:rPr lang="en-US" altLang="en-US" sz="1800" dirty="0"/>
              <a:t> Web browser that requests, receives, and displays Web objects</a:t>
            </a:r>
          </a:p>
          <a:p>
            <a:pPr lvl="1">
              <a:spcBef>
                <a:spcPts val="600"/>
              </a:spcBef>
              <a:spcAft>
                <a:spcPts val="600"/>
              </a:spcAft>
            </a:pPr>
            <a:r>
              <a:rPr lang="en-US" altLang="en-US" sz="1800" i="1" dirty="0">
                <a:solidFill>
                  <a:schemeClr val="accent2"/>
                </a:solidFill>
              </a:rPr>
              <a:t>Server:</a:t>
            </a:r>
            <a:r>
              <a:rPr lang="en-US" altLang="en-US" sz="1800" dirty="0"/>
              <a:t> Web server that sends objects in response to requests</a:t>
            </a:r>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18</a:t>
            </a:fld>
            <a:endParaRPr lang="en-US" dirty="0"/>
          </a:p>
        </p:txBody>
      </p:sp>
      <p:grpSp>
        <p:nvGrpSpPr>
          <p:cNvPr id="29" name="Group 28">
            <a:extLst>
              <a:ext uri="{FF2B5EF4-FFF2-40B4-BE49-F238E27FC236}">
                <a16:creationId xmlns:a16="http://schemas.microsoft.com/office/drawing/2014/main" id="{26953CDF-AA8F-F96E-D479-8B6B73B2036F}"/>
              </a:ext>
            </a:extLst>
          </p:cNvPr>
          <p:cNvGrpSpPr/>
          <p:nvPr/>
        </p:nvGrpSpPr>
        <p:grpSpPr>
          <a:xfrm>
            <a:off x="2616334" y="2749998"/>
            <a:ext cx="4177955" cy="3925752"/>
            <a:chOff x="2591145" y="2188669"/>
            <a:chExt cx="4177955" cy="3925752"/>
          </a:xfrm>
        </p:grpSpPr>
        <p:graphicFrame>
          <p:nvGraphicFramePr>
            <p:cNvPr id="5" name="Object 6"/>
            <p:cNvGraphicFramePr>
              <a:graphicFrameLocks noChangeAspect="1"/>
            </p:cNvGraphicFramePr>
            <p:nvPr>
              <p:extLst>
                <p:ext uri="{D42A27DB-BD31-4B8C-83A1-F6EECF244321}">
                  <p14:modId xmlns:p14="http://schemas.microsoft.com/office/powerpoint/2010/main" val="1170865630"/>
                </p:ext>
              </p:extLst>
            </p:nvPr>
          </p:nvGraphicFramePr>
          <p:xfrm>
            <a:off x="2819400" y="2188669"/>
            <a:ext cx="752475" cy="596900"/>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5"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2188669"/>
                          <a:ext cx="752475"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7"/>
            <p:cNvSpPr txBox="1">
              <a:spLocks noChangeArrowheads="1"/>
            </p:cNvSpPr>
            <p:nvPr/>
          </p:nvSpPr>
          <p:spPr bwMode="auto">
            <a:xfrm>
              <a:off x="2591145" y="2785379"/>
              <a:ext cx="1208984"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1600" dirty="0"/>
                <a:t>PC running</a:t>
              </a:r>
            </a:p>
            <a:p>
              <a:pPr algn="ctr">
                <a:spcBef>
                  <a:spcPct val="0"/>
                </a:spcBef>
                <a:buClrTx/>
                <a:buSzTx/>
                <a:buFontTx/>
                <a:buNone/>
              </a:pPr>
              <a:r>
                <a:rPr lang="en-US" altLang="en-US" sz="1600" dirty="0">
                  <a:latin typeface="Times New Roman" panose="02020603050405020304" pitchFamily="18" charset="0"/>
                </a:rPr>
                <a:t>Edge</a:t>
              </a:r>
              <a:endParaRPr lang="en-US" altLang="en-US" dirty="0">
                <a:latin typeface="Times New Roman" panose="02020603050405020304" pitchFamily="18" charset="0"/>
              </a:endParaRPr>
            </a:p>
          </p:txBody>
        </p:sp>
        <p:graphicFrame>
          <p:nvGraphicFramePr>
            <p:cNvPr id="7" name="Object 8"/>
            <p:cNvGraphicFramePr>
              <a:graphicFrameLocks noChangeAspect="1"/>
            </p:cNvGraphicFramePr>
            <p:nvPr>
              <p:extLst>
                <p:ext uri="{D42A27DB-BD31-4B8C-83A1-F6EECF244321}">
                  <p14:modId xmlns:p14="http://schemas.microsoft.com/office/powerpoint/2010/main" val="3220687974"/>
                </p:ext>
              </p:extLst>
            </p:nvPr>
          </p:nvGraphicFramePr>
          <p:xfrm>
            <a:off x="2914650" y="4884244"/>
            <a:ext cx="752475" cy="596900"/>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7"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4650" y="4884244"/>
                          <a:ext cx="752475"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9"/>
            <p:cNvSpPr txBox="1">
              <a:spLocks noChangeArrowheads="1"/>
            </p:cNvSpPr>
            <p:nvPr/>
          </p:nvSpPr>
          <p:spPr bwMode="auto">
            <a:xfrm>
              <a:off x="5386388" y="4165107"/>
              <a:ext cx="1382712"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1600" dirty="0"/>
                <a:t>Server </a:t>
              </a:r>
            </a:p>
            <a:p>
              <a:pPr algn="ctr">
                <a:spcBef>
                  <a:spcPct val="0"/>
                </a:spcBef>
                <a:buClrTx/>
                <a:buSzTx/>
                <a:buFontTx/>
                <a:buNone/>
              </a:pPr>
              <a:r>
                <a:rPr lang="en-US" altLang="en-US" sz="1600" dirty="0"/>
                <a:t>running</a:t>
              </a:r>
            </a:p>
            <a:p>
              <a:pPr algn="ctr">
                <a:spcBef>
                  <a:spcPct val="0"/>
                </a:spcBef>
                <a:buClrTx/>
                <a:buSzTx/>
                <a:buFontTx/>
                <a:buNone/>
              </a:pPr>
              <a:r>
                <a:rPr lang="en-US" altLang="en-US" sz="1600" dirty="0"/>
                <a:t>Apache Web</a:t>
              </a:r>
            </a:p>
            <a:p>
              <a:pPr algn="ctr">
                <a:spcBef>
                  <a:spcPct val="0"/>
                </a:spcBef>
                <a:buClrTx/>
                <a:buSzTx/>
                <a:buFontTx/>
                <a:buNone/>
              </a:pPr>
              <a:r>
                <a:rPr lang="en-US" altLang="en-US" sz="1600" dirty="0"/>
                <a:t>server</a:t>
              </a:r>
              <a:endParaRPr lang="en-US" altLang="en-US" dirty="0">
                <a:latin typeface="Times New Roman" panose="02020603050405020304" pitchFamily="18" charset="0"/>
              </a:endParaRPr>
            </a:p>
          </p:txBody>
        </p:sp>
        <p:grpSp>
          <p:nvGrpSpPr>
            <p:cNvPr id="9" name="Group 10"/>
            <p:cNvGrpSpPr>
              <a:grpSpLocks/>
            </p:cNvGrpSpPr>
            <p:nvPr/>
          </p:nvGrpSpPr>
          <p:grpSpPr bwMode="auto">
            <a:xfrm>
              <a:off x="5805488" y="3053857"/>
              <a:ext cx="504825" cy="1071562"/>
              <a:chOff x="4180" y="783"/>
              <a:chExt cx="150" cy="307"/>
            </a:xfrm>
          </p:grpSpPr>
          <p:sp>
            <p:nvSpPr>
              <p:cNvPr id="10" name="AutoShape 11"/>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 name="Rectangle 12"/>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2" name="Rectangle 1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3" name="AutoShape 1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4" name="Line 15"/>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5" name="Line 16"/>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6" name="Rectangle 1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7" name="Rectangle 18"/>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sp>
          <p:nvSpPr>
            <p:cNvPr id="18" name="Line 19"/>
            <p:cNvSpPr>
              <a:spLocks noChangeShapeType="1"/>
            </p:cNvSpPr>
            <p:nvPr/>
          </p:nvSpPr>
          <p:spPr bwMode="auto">
            <a:xfrm>
              <a:off x="3638550" y="2461719"/>
              <a:ext cx="2085975" cy="96202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 name="Line 20"/>
            <p:cNvSpPr>
              <a:spLocks noChangeShapeType="1"/>
            </p:cNvSpPr>
            <p:nvPr/>
          </p:nvSpPr>
          <p:spPr bwMode="auto">
            <a:xfrm flipH="1" flipV="1">
              <a:off x="3695700" y="2661744"/>
              <a:ext cx="1971675" cy="90487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0" name="Line 21"/>
            <p:cNvSpPr>
              <a:spLocks noChangeShapeType="1"/>
            </p:cNvSpPr>
            <p:nvPr/>
          </p:nvSpPr>
          <p:spPr bwMode="auto">
            <a:xfrm flipV="1">
              <a:off x="3629025" y="3833319"/>
              <a:ext cx="2047875" cy="109537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1" name="Line 22"/>
            <p:cNvSpPr>
              <a:spLocks noChangeShapeType="1"/>
            </p:cNvSpPr>
            <p:nvPr/>
          </p:nvSpPr>
          <p:spPr bwMode="auto">
            <a:xfrm flipH="1">
              <a:off x="3705225" y="3957144"/>
              <a:ext cx="2047875" cy="113347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2" name="Text Box 23"/>
            <p:cNvSpPr txBox="1">
              <a:spLocks noChangeArrowheads="1"/>
            </p:cNvSpPr>
            <p:nvPr/>
          </p:nvSpPr>
          <p:spPr bwMode="auto">
            <a:xfrm>
              <a:off x="2686394" y="5529646"/>
              <a:ext cx="1208985"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1600" dirty="0"/>
                <a:t>PC running</a:t>
              </a:r>
            </a:p>
            <a:p>
              <a:pPr algn="ctr">
                <a:spcBef>
                  <a:spcPct val="0"/>
                </a:spcBef>
                <a:buClrTx/>
                <a:buSzTx/>
                <a:buFontTx/>
                <a:buNone/>
              </a:pPr>
              <a:r>
                <a:rPr lang="en-US" altLang="en-US" sz="1600" dirty="0"/>
                <a:t>Chrome</a:t>
              </a:r>
              <a:endParaRPr lang="en-US" altLang="en-US" dirty="0">
                <a:latin typeface="Times New Roman" panose="02020603050405020304" pitchFamily="18" charset="0"/>
              </a:endParaRPr>
            </a:p>
          </p:txBody>
        </p:sp>
        <p:sp>
          <p:nvSpPr>
            <p:cNvPr id="23" name="Text Box 24"/>
            <p:cNvSpPr txBox="1">
              <a:spLocks noChangeArrowheads="1"/>
            </p:cNvSpPr>
            <p:nvPr/>
          </p:nvSpPr>
          <p:spPr bwMode="auto">
            <a:xfrm rot="1422049">
              <a:off x="3992563" y="2622057"/>
              <a:ext cx="1509712"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1600">
                  <a:solidFill>
                    <a:srgbClr val="FF0000"/>
                  </a:solidFill>
                </a:rPr>
                <a:t>HTTP request</a:t>
              </a:r>
              <a:endParaRPr lang="en-US" altLang="en-US">
                <a:latin typeface="Times New Roman" panose="02020603050405020304" pitchFamily="18" charset="0"/>
              </a:endParaRPr>
            </a:p>
          </p:txBody>
        </p:sp>
        <p:sp>
          <p:nvSpPr>
            <p:cNvPr id="24" name="Text Box 25"/>
            <p:cNvSpPr txBox="1">
              <a:spLocks noChangeArrowheads="1"/>
            </p:cNvSpPr>
            <p:nvPr/>
          </p:nvSpPr>
          <p:spPr bwMode="auto">
            <a:xfrm rot="19907361">
              <a:off x="3783013" y="4117482"/>
              <a:ext cx="1509712"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1600">
                  <a:solidFill>
                    <a:srgbClr val="FF0000"/>
                  </a:solidFill>
                </a:rPr>
                <a:t>HTTP request</a:t>
              </a:r>
              <a:endParaRPr lang="en-US" altLang="en-US">
                <a:latin typeface="Times New Roman" panose="02020603050405020304" pitchFamily="18" charset="0"/>
              </a:endParaRPr>
            </a:p>
          </p:txBody>
        </p:sp>
        <p:sp>
          <p:nvSpPr>
            <p:cNvPr id="25" name="Text Box 26"/>
            <p:cNvSpPr txBox="1">
              <a:spLocks noChangeArrowheads="1"/>
            </p:cNvSpPr>
            <p:nvPr/>
          </p:nvSpPr>
          <p:spPr bwMode="auto">
            <a:xfrm rot="1411598">
              <a:off x="3805238" y="3069732"/>
              <a:ext cx="1620837"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1600">
                  <a:solidFill>
                    <a:srgbClr val="FF0000"/>
                  </a:solidFill>
                </a:rPr>
                <a:t>HTTP response</a:t>
              </a:r>
              <a:endParaRPr lang="en-US" altLang="en-US">
                <a:latin typeface="Times New Roman" panose="02020603050405020304" pitchFamily="18" charset="0"/>
              </a:endParaRPr>
            </a:p>
          </p:txBody>
        </p:sp>
        <p:sp>
          <p:nvSpPr>
            <p:cNvPr id="26" name="Text Box 28"/>
            <p:cNvSpPr txBox="1">
              <a:spLocks noChangeArrowheads="1"/>
            </p:cNvSpPr>
            <p:nvPr/>
          </p:nvSpPr>
          <p:spPr bwMode="auto">
            <a:xfrm rot="19862217">
              <a:off x="3986213" y="4450857"/>
              <a:ext cx="1620837"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1600">
                  <a:solidFill>
                    <a:srgbClr val="FF0000"/>
                  </a:solidFill>
                </a:rPr>
                <a:t>HTTP response</a:t>
              </a:r>
              <a:endParaRPr lang="en-US" altLang="en-US">
                <a:latin typeface="Times New Roman" panose="02020603050405020304" pitchFamily="18" charset="0"/>
              </a:endParaRPr>
            </a:p>
          </p:txBody>
        </p:sp>
      </p:grpSp>
      <p:sp>
        <p:nvSpPr>
          <p:cNvPr id="2" name="TextBox 7">
            <a:extLst>
              <a:ext uri="{FF2B5EF4-FFF2-40B4-BE49-F238E27FC236}">
                <a16:creationId xmlns:a16="http://schemas.microsoft.com/office/drawing/2014/main" id="{60FBA29A-4E72-ADD4-F784-93CA72F811F8}"/>
              </a:ext>
            </a:extLst>
          </p:cNvPr>
          <p:cNvSpPr txBox="1"/>
          <p:nvPr/>
        </p:nvSpPr>
        <p:spPr>
          <a:xfrm>
            <a:off x="3935202" y="6315403"/>
            <a:ext cx="4800600"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3</a:t>
            </a:r>
            <a:r>
              <a:rPr lang="en-GB" sz="1100" baseline="30000" dirty="0"/>
              <a:t>rd</a:t>
            </a:r>
            <a:r>
              <a:rPr lang="en-GB" sz="1100" dirty="0"/>
              <a:t> edition, 2005, Figure 2.6.</a:t>
            </a:r>
          </a:p>
        </p:txBody>
      </p:sp>
    </p:spTree>
    <p:extLst>
      <p:ext uri="{BB962C8B-B14F-4D97-AF65-F5344CB8AC3E}">
        <p14:creationId xmlns:p14="http://schemas.microsoft.com/office/powerpoint/2010/main" val="295135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dirty="0"/>
              <a:t>HTTP Overview (cont.)</a:t>
            </a:r>
          </a:p>
        </p:txBody>
      </p:sp>
      <p:sp>
        <p:nvSpPr>
          <p:cNvPr id="40963" name="Rectangle 3"/>
          <p:cNvSpPr>
            <a:spLocks noGrp="1" noChangeArrowheads="1"/>
          </p:cNvSpPr>
          <p:nvPr>
            <p:ph idx="1"/>
          </p:nvPr>
        </p:nvSpPr>
        <p:spPr>
          <a:xfrm>
            <a:off x="457200" y="990600"/>
            <a:ext cx="8229600" cy="1855994"/>
          </a:xfrm>
        </p:spPr>
        <p:txBody>
          <a:bodyPr/>
          <a:lstStyle/>
          <a:p>
            <a:pPr>
              <a:spcBef>
                <a:spcPts val="1200"/>
              </a:spcBef>
              <a:spcAft>
                <a:spcPts val="600"/>
              </a:spcAft>
            </a:pPr>
            <a:r>
              <a:rPr lang="en-US" altLang="en-US" sz="2800" dirty="0">
                <a:solidFill>
                  <a:srgbClr val="FF0000"/>
                </a:solidFill>
              </a:rPr>
              <a:t>HTTP is stateless</a:t>
            </a:r>
            <a:endParaRPr lang="en-US" altLang="en-US" sz="2800" dirty="0"/>
          </a:p>
          <a:p>
            <a:pPr lvl="1">
              <a:spcBef>
                <a:spcPts val="1200"/>
              </a:spcBef>
              <a:spcAft>
                <a:spcPts val="600"/>
              </a:spcAft>
            </a:pPr>
            <a:r>
              <a:rPr lang="en-GB" sz="2000" dirty="0"/>
              <a:t>An HTTP server can work without maintaining any information about past client requests.​</a:t>
            </a:r>
            <a:endParaRPr lang="en-US" altLang="en-US" sz="2800" dirty="0">
              <a:solidFill>
                <a:srgbClr val="FF0000"/>
              </a:solidFill>
            </a:endParaRPr>
          </a:p>
          <a:p>
            <a:pPr>
              <a:spcBef>
                <a:spcPts val="1200"/>
              </a:spcBef>
              <a:spcAft>
                <a:spcPts val="600"/>
              </a:spcAft>
            </a:pPr>
            <a:r>
              <a:rPr lang="en-US" altLang="en-US" sz="2800" dirty="0">
                <a:solidFill>
                  <a:srgbClr val="FF0000"/>
                </a:solidFill>
              </a:rPr>
              <a:t>HTTP uses TCP </a:t>
            </a:r>
            <a:r>
              <a:rPr lang="en-US" altLang="en-US" sz="2800" dirty="0"/>
              <a:t>(</a:t>
            </a:r>
            <a:r>
              <a:rPr lang="en-US" altLang="en-US" sz="2800" i="1" dirty="0"/>
              <a:t>HTTP/3 is an exception</a:t>
            </a:r>
            <a:r>
              <a:rPr lang="en-US" altLang="en-US" sz="2800" dirty="0"/>
              <a:t>)</a:t>
            </a:r>
          </a:p>
        </p:txBody>
      </p:sp>
      <p:sp>
        <p:nvSpPr>
          <p:cNvPr id="10" name="Slide Number Placeholder 9"/>
          <p:cNvSpPr>
            <a:spLocks noGrp="1"/>
          </p:cNvSpPr>
          <p:nvPr>
            <p:ph type="sldNum" sz="quarter" idx="4"/>
          </p:nvPr>
        </p:nvSpPr>
        <p:spPr/>
        <p:txBody>
          <a:bodyPr/>
          <a:lstStyle/>
          <a:p>
            <a:fld id="{F339EE66-0656-4CEF-8249-502F4C9E5E58}" type="slidenum">
              <a:rPr lang="en-US" altLang="en-US"/>
              <a:pPr/>
              <a:t>19</a:t>
            </a:fld>
            <a:endParaRPr lang="en-US" altLang="en-US"/>
          </a:p>
        </p:txBody>
      </p:sp>
      <p:grpSp>
        <p:nvGrpSpPr>
          <p:cNvPr id="7" name="Group 6">
            <a:extLst>
              <a:ext uri="{FF2B5EF4-FFF2-40B4-BE49-F238E27FC236}">
                <a16:creationId xmlns:a16="http://schemas.microsoft.com/office/drawing/2014/main" id="{E3C29DC3-A556-7BFE-FCA2-5441DB4EFEF6}"/>
              </a:ext>
            </a:extLst>
          </p:cNvPr>
          <p:cNvGrpSpPr/>
          <p:nvPr/>
        </p:nvGrpSpPr>
        <p:grpSpPr>
          <a:xfrm>
            <a:off x="975604" y="3259667"/>
            <a:ext cx="6034796" cy="3064933"/>
            <a:chOff x="975604" y="3259667"/>
            <a:chExt cx="6034796" cy="3064933"/>
          </a:xfrm>
        </p:grpSpPr>
        <p:grpSp>
          <p:nvGrpSpPr>
            <p:cNvPr id="6" name="Group 5">
              <a:extLst>
                <a:ext uri="{FF2B5EF4-FFF2-40B4-BE49-F238E27FC236}">
                  <a16:creationId xmlns:a16="http://schemas.microsoft.com/office/drawing/2014/main" id="{155B03C9-6EA3-91E3-ECB9-429A6D19A480}"/>
                </a:ext>
              </a:extLst>
            </p:cNvPr>
            <p:cNvGrpSpPr/>
            <p:nvPr/>
          </p:nvGrpSpPr>
          <p:grpSpPr>
            <a:xfrm>
              <a:off x="1927010" y="3259667"/>
              <a:ext cx="5083390" cy="3064933"/>
              <a:chOff x="1927010" y="3259667"/>
              <a:chExt cx="5083390" cy="3064933"/>
            </a:xfrm>
          </p:grpSpPr>
          <p:pic>
            <p:nvPicPr>
              <p:cNvPr id="3" name="Picture 2">
                <a:extLst>
                  <a:ext uri="{FF2B5EF4-FFF2-40B4-BE49-F238E27FC236}">
                    <a16:creationId xmlns:a16="http://schemas.microsoft.com/office/drawing/2014/main" id="{DE56F468-BE53-5B4B-8D16-5AB4D3F76FD1}"/>
                  </a:ext>
                </a:extLst>
              </p:cNvPr>
              <p:cNvPicPr>
                <a:picLocks noChangeAspect="1"/>
              </p:cNvPicPr>
              <p:nvPr/>
            </p:nvPicPr>
            <p:blipFill rotWithShape="1">
              <a:blip r:embed="rId3"/>
              <a:srcRect r="70163"/>
              <a:stretch/>
            </p:blipFill>
            <p:spPr>
              <a:xfrm>
                <a:off x="1927010" y="3259667"/>
                <a:ext cx="838199" cy="1039607"/>
              </a:xfrm>
              <a:prstGeom prst="rect">
                <a:avLst/>
              </a:prstGeom>
            </p:spPr>
          </p:pic>
          <p:cxnSp>
            <p:nvCxnSpPr>
              <p:cNvPr id="5" name="Straight Connector 4">
                <a:extLst>
                  <a:ext uri="{FF2B5EF4-FFF2-40B4-BE49-F238E27FC236}">
                    <a16:creationId xmlns:a16="http://schemas.microsoft.com/office/drawing/2014/main" id="{1AEC03CB-AE50-72D9-BED0-DA5402523182}"/>
                  </a:ext>
                </a:extLst>
              </p:cNvPr>
              <p:cNvCxnSpPr>
                <a:cxnSpLocks/>
              </p:cNvCxnSpPr>
              <p:nvPr/>
            </p:nvCxnSpPr>
            <p:spPr>
              <a:xfrm>
                <a:off x="2363042" y="4495800"/>
                <a:ext cx="0" cy="182880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2E8A2C1-06AE-65ED-63CF-A7D9F758F3E4}"/>
                  </a:ext>
                </a:extLst>
              </p:cNvPr>
              <p:cNvCxnSpPr>
                <a:cxnSpLocks/>
              </p:cNvCxnSpPr>
              <p:nvPr/>
            </p:nvCxnSpPr>
            <p:spPr>
              <a:xfrm>
                <a:off x="6708137" y="4495800"/>
                <a:ext cx="0" cy="182880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DED24A0-A438-BBA8-03F4-DA8C8570F40C}"/>
                  </a:ext>
                </a:extLst>
              </p:cNvPr>
              <p:cNvSpPr/>
              <p:nvPr/>
            </p:nvSpPr>
            <p:spPr>
              <a:xfrm>
                <a:off x="2079416" y="4724400"/>
                <a:ext cx="4876792" cy="533400"/>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rgbClr val="0070C0"/>
                    </a:solidFill>
                  </a:rPr>
                  <a:t>Establish a TCP connection</a:t>
                </a:r>
              </a:p>
            </p:txBody>
          </p:sp>
          <p:sp>
            <p:nvSpPr>
              <p:cNvPr id="11" name="Rectangle 10">
                <a:extLst>
                  <a:ext uri="{FF2B5EF4-FFF2-40B4-BE49-F238E27FC236}">
                    <a16:creationId xmlns:a16="http://schemas.microsoft.com/office/drawing/2014/main" id="{71FDE84B-BF5E-CB97-65E8-6648946E38BA}"/>
                  </a:ext>
                </a:extLst>
              </p:cNvPr>
              <p:cNvSpPr/>
              <p:nvPr/>
            </p:nvSpPr>
            <p:spPr>
              <a:xfrm>
                <a:off x="2079416" y="5638800"/>
                <a:ext cx="4876789" cy="533400"/>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rgbClr val="0070C0"/>
                    </a:solidFill>
                  </a:rPr>
                  <a:t>Exchange HTTP messages</a:t>
                </a:r>
              </a:p>
            </p:txBody>
          </p:sp>
          <p:pic>
            <p:nvPicPr>
              <p:cNvPr id="12" name="Picture 11">
                <a:extLst>
                  <a:ext uri="{FF2B5EF4-FFF2-40B4-BE49-F238E27FC236}">
                    <a16:creationId xmlns:a16="http://schemas.microsoft.com/office/drawing/2014/main" id="{71227107-CA99-E9C4-A095-9F725D10FA44}"/>
                  </a:ext>
                </a:extLst>
              </p:cNvPr>
              <p:cNvPicPr>
                <a:picLocks noChangeAspect="1"/>
              </p:cNvPicPr>
              <p:nvPr/>
            </p:nvPicPr>
            <p:blipFill rotWithShape="1">
              <a:blip r:embed="rId3"/>
              <a:srcRect l="78481"/>
              <a:stretch/>
            </p:blipFill>
            <p:spPr>
              <a:xfrm>
                <a:off x="6405875" y="3259667"/>
                <a:ext cx="604525" cy="1039607"/>
              </a:xfrm>
              <a:prstGeom prst="rect">
                <a:avLst/>
              </a:prstGeom>
            </p:spPr>
          </p:pic>
        </p:grpSp>
        <p:sp>
          <p:nvSpPr>
            <p:cNvPr id="2" name="TextBox 1">
              <a:extLst>
                <a:ext uri="{FF2B5EF4-FFF2-40B4-BE49-F238E27FC236}">
                  <a16:creationId xmlns:a16="http://schemas.microsoft.com/office/drawing/2014/main" id="{E1DF8E31-7B6E-0B55-438C-DC8C84004629}"/>
                </a:ext>
              </a:extLst>
            </p:cNvPr>
            <p:cNvSpPr txBox="1"/>
            <p:nvPr/>
          </p:nvSpPr>
          <p:spPr>
            <a:xfrm>
              <a:off x="975604" y="4806434"/>
              <a:ext cx="1066801" cy="369332"/>
            </a:xfrm>
            <a:prstGeom prst="rect">
              <a:avLst/>
            </a:prstGeom>
            <a:noFill/>
          </p:spPr>
          <p:txBody>
            <a:bodyPr wrap="square" rtlCol="0">
              <a:spAutoFit/>
            </a:bodyPr>
            <a:lstStyle/>
            <a:p>
              <a:r>
                <a:rPr lang="en-GB" dirty="0">
                  <a:solidFill>
                    <a:schemeClr val="bg2">
                      <a:lumMod val="75000"/>
                    </a:schemeClr>
                  </a:solidFill>
                </a:rPr>
                <a:t>Step 1</a:t>
              </a:r>
              <a:endParaRPr lang="en-AU" dirty="0">
                <a:solidFill>
                  <a:schemeClr val="bg2">
                    <a:lumMod val="75000"/>
                  </a:schemeClr>
                </a:solidFill>
              </a:endParaRPr>
            </a:p>
          </p:txBody>
        </p:sp>
        <p:sp>
          <p:nvSpPr>
            <p:cNvPr id="4" name="TextBox 3">
              <a:extLst>
                <a:ext uri="{FF2B5EF4-FFF2-40B4-BE49-F238E27FC236}">
                  <a16:creationId xmlns:a16="http://schemas.microsoft.com/office/drawing/2014/main" id="{22BD294F-ECF5-0227-A0EC-F9B2EB5FBA7A}"/>
                </a:ext>
              </a:extLst>
            </p:cNvPr>
            <p:cNvSpPr txBox="1"/>
            <p:nvPr/>
          </p:nvSpPr>
          <p:spPr>
            <a:xfrm>
              <a:off x="975604" y="5720834"/>
              <a:ext cx="1066801" cy="369332"/>
            </a:xfrm>
            <a:prstGeom prst="rect">
              <a:avLst/>
            </a:prstGeom>
            <a:noFill/>
          </p:spPr>
          <p:txBody>
            <a:bodyPr wrap="square" rtlCol="0">
              <a:spAutoFit/>
            </a:bodyPr>
            <a:lstStyle/>
            <a:p>
              <a:r>
                <a:rPr lang="en-GB" dirty="0">
                  <a:solidFill>
                    <a:schemeClr val="bg2">
                      <a:lumMod val="75000"/>
                    </a:schemeClr>
                  </a:solidFill>
                </a:rPr>
                <a:t>Step 2</a:t>
              </a:r>
              <a:endParaRPr lang="en-AU" dirty="0">
                <a:solidFill>
                  <a:schemeClr val="bg2">
                    <a:lumMod val="75000"/>
                  </a:schemeClr>
                </a:solidFill>
              </a:endParaRPr>
            </a:p>
          </p:txBody>
        </p:sp>
      </p:grpSp>
    </p:spTree>
    <p:extLst>
      <p:ext uri="{BB962C8B-B14F-4D97-AF65-F5344CB8AC3E}">
        <p14:creationId xmlns:p14="http://schemas.microsoft.com/office/powerpoint/2010/main" val="3159084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altLang="en-US" dirty="0"/>
              <a:t>HTTP Connections</a:t>
            </a:r>
          </a:p>
        </p:txBody>
      </p:sp>
      <p:graphicFrame>
        <p:nvGraphicFramePr>
          <p:cNvPr id="3" name="Content Placeholder 2">
            <a:extLst>
              <a:ext uri="{FF2B5EF4-FFF2-40B4-BE49-F238E27FC236}">
                <a16:creationId xmlns:a16="http://schemas.microsoft.com/office/drawing/2014/main" id="{FA68DAC0-7AFE-D134-5BD1-D58B748F57DE}"/>
              </a:ext>
            </a:extLst>
          </p:cNvPr>
          <p:cNvGraphicFramePr>
            <a:graphicFrameLocks noGrp="1"/>
          </p:cNvGraphicFramePr>
          <p:nvPr>
            <p:ph idx="1"/>
            <p:extLst>
              <p:ext uri="{D42A27DB-BD31-4B8C-83A1-F6EECF244321}">
                <p14:modId xmlns:p14="http://schemas.microsoft.com/office/powerpoint/2010/main" val="3259484717"/>
              </p:ext>
            </p:extLst>
          </p:nvPr>
        </p:nvGraphicFramePr>
        <p:xfrm>
          <a:off x="571500" y="1752600"/>
          <a:ext cx="8001000" cy="41729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p:cNvSpPr>
            <a:spLocks noGrp="1"/>
          </p:cNvSpPr>
          <p:nvPr>
            <p:ph type="sldNum" sz="quarter" idx="4"/>
          </p:nvPr>
        </p:nvSpPr>
        <p:spPr/>
        <p:txBody>
          <a:bodyPr/>
          <a:lstStyle/>
          <a:p>
            <a:fld id="{6E6C01FE-CE80-4853-83D4-9A301BDA5A3C}" type="slidenum">
              <a:rPr lang="en-US" altLang="en-US"/>
              <a:pPr/>
              <a:t>20</a:t>
            </a:fld>
            <a:endParaRPr lang="en-US" altLang="en-US"/>
          </a:p>
        </p:txBody>
      </p:sp>
    </p:spTree>
    <p:extLst>
      <p:ext uri="{BB962C8B-B14F-4D97-AF65-F5344CB8AC3E}">
        <p14:creationId xmlns:p14="http://schemas.microsoft.com/office/powerpoint/2010/main" val="531872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27B14-9F4E-F6AD-AC2C-CF53EAE23636}"/>
              </a:ext>
            </a:extLst>
          </p:cNvPr>
          <p:cNvSpPr>
            <a:spLocks noGrp="1"/>
          </p:cNvSpPr>
          <p:nvPr>
            <p:ph type="title"/>
          </p:nvPr>
        </p:nvSpPr>
        <p:spPr/>
        <p:txBody>
          <a:bodyPr/>
          <a:lstStyle/>
          <a:p>
            <a:r>
              <a:rPr lang="en-AU" dirty="0"/>
              <a:t>HTTP with Non-Persistent Connections</a:t>
            </a:r>
          </a:p>
        </p:txBody>
      </p:sp>
      <p:sp>
        <p:nvSpPr>
          <p:cNvPr id="3" name="Content Placeholder 2">
            <a:extLst>
              <a:ext uri="{FF2B5EF4-FFF2-40B4-BE49-F238E27FC236}">
                <a16:creationId xmlns:a16="http://schemas.microsoft.com/office/drawing/2014/main" id="{5C1A21F1-530F-0924-1258-EEC1495DE18B}"/>
              </a:ext>
            </a:extLst>
          </p:cNvPr>
          <p:cNvSpPr>
            <a:spLocks noGrp="1"/>
          </p:cNvSpPr>
          <p:nvPr>
            <p:ph idx="1"/>
          </p:nvPr>
        </p:nvSpPr>
        <p:spPr>
          <a:xfrm>
            <a:off x="457200" y="990600"/>
            <a:ext cx="8229600" cy="723900"/>
          </a:xfrm>
        </p:spPr>
        <p:txBody>
          <a:bodyPr/>
          <a:lstStyle/>
          <a:p>
            <a:pPr marL="0" indent="0">
              <a:buNone/>
            </a:pPr>
            <a:r>
              <a:rPr lang="en-US" sz="1800" b="0" i="0" u="none" strike="noStrike" dirty="0">
                <a:solidFill>
                  <a:srgbClr val="000000"/>
                </a:solidFill>
                <a:effectLst/>
                <a:latin typeface="Arial" panose="020B0604020202020204" pitchFamily="34" charset="0"/>
              </a:rPr>
              <a:t>Suppose user enters the URL </a:t>
            </a:r>
            <a:r>
              <a:rPr lang="en-US" sz="1800" b="0" i="0" u="none" strike="noStrike" dirty="0">
                <a:solidFill>
                  <a:srgbClr val="000000"/>
                </a:solidFill>
                <a:effectLst/>
                <a:latin typeface="Courier New" panose="02070309020205020404" pitchFamily="49" charset="0"/>
              </a:rPr>
              <a:t>www.someSchool.edu/someDepartment/home.index</a:t>
            </a:r>
            <a:r>
              <a:rPr lang="en-US" sz="1800" b="0" i="0" dirty="0">
                <a:solidFill>
                  <a:srgbClr val="000000"/>
                </a:solidFill>
                <a:effectLst/>
                <a:latin typeface="Courier New" panose="02070309020205020404" pitchFamily="49" charset="0"/>
              </a:rPr>
              <a:t>​</a:t>
            </a:r>
            <a:endParaRPr lang="en-AU" dirty="0"/>
          </a:p>
        </p:txBody>
      </p:sp>
      <p:sp>
        <p:nvSpPr>
          <p:cNvPr id="4" name="Slide Number Placeholder 3">
            <a:extLst>
              <a:ext uri="{FF2B5EF4-FFF2-40B4-BE49-F238E27FC236}">
                <a16:creationId xmlns:a16="http://schemas.microsoft.com/office/drawing/2014/main" id="{73960E00-7CA1-7D52-0B63-CEF630B27DAD}"/>
              </a:ext>
            </a:extLst>
          </p:cNvPr>
          <p:cNvSpPr>
            <a:spLocks noGrp="1"/>
          </p:cNvSpPr>
          <p:nvPr>
            <p:ph type="sldNum" sz="quarter" idx="4"/>
          </p:nvPr>
        </p:nvSpPr>
        <p:spPr/>
        <p:txBody>
          <a:bodyPr/>
          <a:lstStyle/>
          <a:p>
            <a:pPr>
              <a:defRPr/>
            </a:pPr>
            <a:fld id="{DACE9E11-39C8-4E20-894F-A4A883CCF6EF}" type="slidenum">
              <a:rPr lang="en-US" smtClean="0"/>
              <a:pPr>
                <a:defRPr/>
              </a:pPr>
              <a:t>21</a:t>
            </a:fld>
            <a:endParaRPr lang="en-US" dirty="0"/>
          </a:p>
        </p:txBody>
      </p:sp>
      <p:graphicFrame>
        <p:nvGraphicFramePr>
          <p:cNvPr id="7" name="Diagram 6">
            <a:extLst>
              <a:ext uri="{FF2B5EF4-FFF2-40B4-BE49-F238E27FC236}">
                <a16:creationId xmlns:a16="http://schemas.microsoft.com/office/drawing/2014/main" id="{4A490DCF-2D10-4699-E229-02847C0E51E4}"/>
              </a:ext>
            </a:extLst>
          </p:cNvPr>
          <p:cNvGraphicFramePr/>
          <p:nvPr>
            <p:extLst>
              <p:ext uri="{D42A27DB-BD31-4B8C-83A1-F6EECF244321}">
                <p14:modId xmlns:p14="http://schemas.microsoft.com/office/powerpoint/2010/main" val="1481353523"/>
              </p:ext>
            </p:extLst>
          </p:nvPr>
        </p:nvGraphicFramePr>
        <p:xfrm>
          <a:off x="381000" y="1887195"/>
          <a:ext cx="7543800" cy="46660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D379BBC2-86D8-7EC0-8D42-64D530FE90A3}"/>
              </a:ext>
            </a:extLst>
          </p:cNvPr>
          <p:cNvSpPr txBox="1"/>
          <p:nvPr/>
        </p:nvSpPr>
        <p:spPr>
          <a:xfrm>
            <a:off x="8055113" y="1887194"/>
            <a:ext cx="400110" cy="3572766"/>
          </a:xfrm>
          <a:prstGeom prst="rect">
            <a:avLst/>
          </a:prstGeom>
          <a:solidFill>
            <a:srgbClr val="FFC000"/>
          </a:solidFill>
        </p:spPr>
        <p:txBody>
          <a:bodyPr vert="eaVert" wrap="square" rtlCol="0" anchor="ctr">
            <a:spAutoFit/>
          </a:bodyPr>
          <a:lstStyle/>
          <a:p>
            <a:pPr algn="ctr"/>
            <a:r>
              <a:rPr lang="en-GB" sz="1400" i="1" dirty="0"/>
              <a:t>Repeat for each referenced JPEG object</a:t>
            </a:r>
            <a:endParaRPr lang="en-AU" sz="1400" i="1" dirty="0"/>
          </a:p>
        </p:txBody>
      </p:sp>
      <p:sp>
        <p:nvSpPr>
          <p:cNvPr id="5" name="Right Brace 4">
            <a:extLst>
              <a:ext uri="{FF2B5EF4-FFF2-40B4-BE49-F238E27FC236}">
                <a16:creationId xmlns:a16="http://schemas.microsoft.com/office/drawing/2014/main" id="{3989F057-71DE-D4A3-C49C-7775ACBBA03C}"/>
              </a:ext>
            </a:extLst>
          </p:cNvPr>
          <p:cNvSpPr/>
          <p:nvPr/>
        </p:nvSpPr>
        <p:spPr>
          <a:xfrm>
            <a:off x="7406560" y="2057400"/>
            <a:ext cx="435113" cy="3402560"/>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50100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3"/>
          <p:cNvSpPr>
            <a:spLocks noGrp="1" noChangeArrowheads="1"/>
          </p:cNvSpPr>
          <p:nvPr>
            <p:ph sz="half" idx="2"/>
          </p:nvPr>
        </p:nvSpPr>
        <p:spPr>
          <a:xfrm>
            <a:off x="457200" y="1066800"/>
            <a:ext cx="4040188" cy="5029200"/>
          </a:xfrm>
        </p:spPr>
        <p:txBody>
          <a:bodyPr/>
          <a:lstStyle/>
          <a:p>
            <a:pPr>
              <a:spcBef>
                <a:spcPts val="600"/>
              </a:spcBef>
              <a:spcAft>
                <a:spcPts val="600"/>
              </a:spcAft>
              <a:buFont typeface="ZapfDingbats" pitchFamily="82" charset="2"/>
              <a:buNone/>
            </a:pPr>
            <a:r>
              <a:rPr lang="en-US" altLang="en-US" sz="2400" u="sng" dirty="0">
                <a:solidFill>
                  <a:srgbClr val="FF0000"/>
                </a:solidFill>
              </a:rPr>
              <a:t>Definition of RTT (Round Trip Time)</a:t>
            </a:r>
            <a:endParaRPr lang="en-US" altLang="en-US" u="sng" dirty="0">
              <a:solidFill>
                <a:srgbClr val="FF0000"/>
              </a:solidFill>
            </a:endParaRPr>
          </a:p>
          <a:p>
            <a:pPr>
              <a:spcBef>
                <a:spcPts val="600"/>
              </a:spcBef>
              <a:spcAft>
                <a:spcPts val="600"/>
              </a:spcAft>
            </a:pPr>
            <a:r>
              <a:rPr lang="en-US" altLang="en-US" sz="2000" dirty="0"/>
              <a:t>time to send a small packet to travel from the client to the server and back to the client</a:t>
            </a:r>
          </a:p>
          <a:p>
            <a:pPr>
              <a:spcBef>
                <a:spcPts val="600"/>
              </a:spcBef>
              <a:spcAft>
                <a:spcPts val="600"/>
              </a:spcAft>
              <a:buFont typeface="ZapfDingbats" pitchFamily="82" charset="2"/>
              <a:buNone/>
            </a:pPr>
            <a:endParaRPr lang="en-US" altLang="en-US" sz="2400" u="sng" dirty="0">
              <a:solidFill>
                <a:srgbClr val="FF0000"/>
              </a:solidFill>
            </a:endParaRPr>
          </a:p>
          <a:p>
            <a:pPr>
              <a:spcBef>
                <a:spcPts val="600"/>
              </a:spcBef>
              <a:spcAft>
                <a:spcPts val="600"/>
              </a:spcAft>
              <a:buFont typeface="ZapfDingbats" pitchFamily="82" charset="2"/>
              <a:buNone/>
            </a:pPr>
            <a:r>
              <a:rPr lang="en-US" altLang="en-US" sz="2400" u="sng" dirty="0">
                <a:solidFill>
                  <a:srgbClr val="FF0000"/>
                </a:solidFill>
              </a:rPr>
              <a:t>Response time</a:t>
            </a:r>
            <a:endParaRPr lang="en-US" altLang="en-US" sz="2400" dirty="0"/>
          </a:p>
          <a:p>
            <a:pPr>
              <a:spcBef>
                <a:spcPts val="600"/>
              </a:spcBef>
              <a:spcAft>
                <a:spcPts val="600"/>
              </a:spcAft>
            </a:pPr>
            <a:r>
              <a:rPr lang="en-US" altLang="en-US" sz="2000" dirty="0"/>
              <a:t>one RTT to initiate a TCP connection</a:t>
            </a:r>
          </a:p>
          <a:p>
            <a:pPr>
              <a:spcBef>
                <a:spcPts val="600"/>
              </a:spcBef>
              <a:spcAft>
                <a:spcPts val="600"/>
              </a:spcAft>
            </a:pPr>
            <a:r>
              <a:rPr lang="en-US" altLang="en-US" sz="2000" dirty="0"/>
              <a:t>one RTT for HTTP request and response</a:t>
            </a:r>
          </a:p>
          <a:p>
            <a:pPr>
              <a:spcBef>
                <a:spcPts val="600"/>
              </a:spcBef>
              <a:spcAft>
                <a:spcPts val="600"/>
              </a:spcAft>
            </a:pPr>
            <a:r>
              <a:rPr lang="en-US" altLang="en-US" sz="2000" dirty="0"/>
              <a:t>file transmission time</a:t>
            </a:r>
          </a:p>
        </p:txBody>
      </p:sp>
      <p:sp>
        <p:nvSpPr>
          <p:cNvPr id="114690" name="Rectangle 2"/>
          <p:cNvSpPr>
            <a:spLocks noGrp="1" noChangeArrowheads="1"/>
          </p:cNvSpPr>
          <p:nvPr>
            <p:ph type="title"/>
          </p:nvPr>
        </p:nvSpPr>
        <p:spPr/>
        <p:txBody>
          <a:bodyPr/>
          <a:lstStyle/>
          <a:p>
            <a:r>
              <a:rPr lang="en-US" altLang="en-US" dirty="0"/>
              <a:t>Response Time Modeling</a:t>
            </a:r>
          </a:p>
        </p:txBody>
      </p:sp>
      <p:sp>
        <p:nvSpPr>
          <p:cNvPr id="36" name="Slide Number Placeholder 35"/>
          <p:cNvSpPr>
            <a:spLocks noGrp="1"/>
          </p:cNvSpPr>
          <p:nvPr>
            <p:ph type="sldNum" sz="quarter" idx="10"/>
          </p:nvPr>
        </p:nvSpPr>
        <p:spPr/>
        <p:txBody>
          <a:bodyPr/>
          <a:lstStyle/>
          <a:p>
            <a:fld id="{BB107069-AB17-4591-AC00-45D79D08A9B7}" type="slidenum">
              <a:rPr lang="en-US" altLang="en-US"/>
              <a:pPr/>
              <a:t>22</a:t>
            </a:fld>
            <a:endParaRPr lang="en-US" altLang="en-US"/>
          </a:p>
        </p:txBody>
      </p:sp>
      <p:grpSp>
        <p:nvGrpSpPr>
          <p:cNvPr id="114728" name="Group 40"/>
          <p:cNvGrpSpPr>
            <a:grpSpLocks/>
          </p:cNvGrpSpPr>
          <p:nvPr/>
        </p:nvGrpSpPr>
        <p:grpSpPr bwMode="auto">
          <a:xfrm>
            <a:off x="4584700" y="1260475"/>
            <a:ext cx="4225925" cy="4413250"/>
            <a:chOff x="2888" y="794"/>
            <a:chExt cx="2662" cy="2780"/>
          </a:xfrm>
        </p:grpSpPr>
        <p:sp>
          <p:nvSpPr>
            <p:cNvPr id="114724" name="Text Box 36"/>
            <p:cNvSpPr txBox="1">
              <a:spLocks noChangeArrowheads="1"/>
            </p:cNvSpPr>
            <p:nvPr/>
          </p:nvSpPr>
          <p:spPr bwMode="auto">
            <a:xfrm>
              <a:off x="3296" y="2794"/>
              <a:ext cx="551"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en-US" altLang="en-US" sz="1600" dirty="0">
                  <a:solidFill>
                    <a:srgbClr val="FF0000"/>
                  </a:solidFill>
                  <a:latin typeface="Times New Roman" panose="02020603050405020304" pitchFamily="18" charset="0"/>
                </a:rPr>
                <a:t>File</a:t>
              </a:r>
            </a:p>
            <a:p>
              <a:pPr>
                <a:spcBef>
                  <a:spcPct val="0"/>
                </a:spcBef>
                <a:buClrTx/>
                <a:buSzTx/>
                <a:buFontTx/>
                <a:buNone/>
              </a:pPr>
              <a:r>
                <a:rPr lang="en-US" altLang="en-US" sz="1600" dirty="0">
                  <a:solidFill>
                    <a:srgbClr val="FF0000"/>
                  </a:solidFill>
                  <a:latin typeface="Times New Roman" panose="02020603050405020304" pitchFamily="18" charset="0"/>
                </a:rPr>
                <a:t>received</a:t>
              </a:r>
              <a:endParaRPr lang="en-US" altLang="en-US" sz="1600" dirty="0">
                <a:latin typeface="Times New Roman" panose="02020603050405020304" pitchFamily="18" charset="0"/>
              </a:endParaRPr>
            </a:p>
          </p:txBody>
        </p:sp>
        <p:graphicFrame>
          <p:nvGraphicFramePr>
            <p:cNvPr id="114693" name="Object 5"/>
            <p:cNvGraphicFramePr>
              <a:graphicFrameLocks noChangeAspect="1"/>
            </p:cNvGraphicFramePr>
            <p:nvPr/>
          </p:nvGraphicFramePr>
          <p:xfrm>
            <a:off x="3587" y="1049"/>
            <a:ext cx="474" cy="376"/>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114693"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7" y="1049"/>
                          <a:ext cx="474"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4694" name="Group 6"/>
            <p:cNvGrpSpPr>
              <a:grpSpLocks/>
            </p:cNvGrpSpPr>
            <p:nvPr/>
          </p:nvGrpSpPr>
          <p:grpSpPr bwMode="auto">
            <a:xfrm>
              <a:off x="4783" y="794"/>
              <a:ext cx="318" cy="675"/>
              <a:chOff x="4180" y="783"/>
              <a:chExt cx="150" cy="307"/>
            </a:xfrm>
          </p:grpSpPr>
          <p:sp>
            <p:nvSpPr>
              <p:cNvPr id="114695" name="AutoShape 7"/>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696" name="Rectangle 8"/>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697" name="Rectangle 9"/>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698" name="AutoShape 1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699" name="Line 11"/>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00" name="Line 12"/>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01" name="Rectangle 13"/>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02" name="Rectangle 14"/>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sp>
          <p:nvSpPr>
            <p:cNvPr id="114703" name="Line 15"/>
            <p:cNvSpPr>
              <a:spLocks noChangeShapeType="1"/>
            </p:cNvSpPr>
            <p:nvPr/>
          </p:nvSpPr>
          <p:spPr bwMode="auto">
            <a:xfrm>
              <a:off x="3846" y="1569"/>
              <a:ext cx="0" cy="1784"/>
            </a:xfrm>
            <a:prstGeom prst="line">
              <a:avLst/>
            </a:prstGeom>
            <a:noFill/>
            <a:ln w="9525">
              <a:solidFill>
                <a:srgbClr val="FF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04" name="Line 16"/>
            <p:cNvSpPr>
              <a:spLocks noChangeShapeType="1"/>
            </p:cNvSpPr>
            <p:nvPr/>
          </p:nvSpPr>
          <p:spPr bwMode="auto">
            <a:xfrm>
              <a:off x="4911" y="1565"/>
              <a:ext cx="0" cy="1815"/>
            </a:xfrm>
            <a:prstGeom prst="line">
              <a:avLst/>
            </a:prstGeom>
            <a:noFill/>
            <a:ln w="9525">
              <a:solidFill>
                <a:srgbClr val="FF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05" name="Line 17"/>
            <p:cNvSpPr>
              <a:spLocks noChangeShapeType="1"/>
            </p:cNvSpPr>
            <p:nvPr/>
          </p:nvSpPr>
          <p:spPr bwMode="auto">
            <a:xfrm>
              <a:off x="3855" y="1715"/>
              <a:ext cx="1061" cy="24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06" name="Line 18"/>
            <p:cNvSpPr>
              <a:spLocks noChangeShapeType="1"/>
            </p:cNvSpPr>
            <p:nvPr/>
          </p:nvSpPr>
          <p:spPr bwMode="auto">
            <a:xfrm flipH="1">
              <a:off x="3846" y="1991"/>
              <a:ext cx="1054" cy="2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07" name="Line 19"/>
            <p:cNvSpPr>
              <a:spLocks noChangeShapeType="1"/>
            </p:cNvSpPr>
            <p:nvPr/>
          </p:nvSpPr>
          <p:spPr bwMode="auto">
            <a:xfrm>
              <a:off x="3851" y="2311"/>
              <a:ext cx="1061" cy="24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08" name="Line 20"/>
            <p:cNvSpPr>
              <a:spLocks noChangeShapeType="1"/>
            </p:cNvSpPr>
            <p:nvPr/>
          </p:nvSpPr>
          <p:spPr bwMode="auto">
            <a:xfrm flipH="1">
              <a:off x="3861" y="2615"/>
              <a:ext cx="1054" cy="239"/>
            </a:xfrm>
            <a:prstGeom prst="line">
              <a:avLst/>
            </a:prstGeom>
            <a:noFill/>
            <a:ln w="1270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09" name="AutoShape 21"/>
            <p:cNvSpPr>
              <a:spLocks/>
            </p:cNvSpPr>
            <p:nvPr/>
          </p:nvSpPr>
          <p:spPr bwMode="auto">
            <a:xfrm>
              <a:off x="4961" y="2562"/>
              <a:ext cx="47" cy="115"/>
            </a:xfrm>
            <a:prstGeom prst="rightBrace">
              <a:avLst>
                <a:gd name="adj1" fmla="val 2039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10" name="Text Box 22"/>
            <p:cNvSpPr txBox="1">
              <a:spLocks noChangeArrowheads="1"/>
            </p:cNvSpPr>
            <p:nvPr/>
          </p:nvSpPr>
          <p:spPr bwMode="auto">
            <a:xfrm>
              <a:off x="4980" y="2369"/>
              <a:ext cx="57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en-US" altLang="en-US" sz="1600" dirty="0">
                  <a:solidFill>
                    <a:srgbClr val="FF0000"/>
                  </a:solidFill>
                  <a:latin typeface="Times New Roman" panose="02020603050405020304" pitchFamily="18" charset="0"/>
                </a:rPr>
                <a:t>Time to </a:t>
              </a:r>
            </a:p>
            <a:p>
              <a:pPr>
                <a:spcBef>
                  <a:spcPct val="0"/>
                </a:spcBef>
                <a:buClrTx/>
                <a:buSzTx/>
                <a:buFontTx/>
                <a:buNone/>
              </a:pPr>
              <a:r>
                <a:rPr lang="en-US" altLang="en-US" sz="1600" dirty="0">
                  <a:solidFill>
                    <a:srgbClr val="FF0000"/>
                  </a:solidFill>
                  <a:latin typeface="Times New Roman" panose="02020603050405020304" pitchFamily="18" charset="0"/>
                </a:rPr>
                <a:t>transmit </a:t>
              </a:r>
            </a:p>
            <a:p>
              <a:pPr>
                <a:spcBef>
                  <a:spcPct val="0"/>
                </a:spcBef>
                <a:buClrTx/>
                <a:buSzTx/>
                <a:buFontTx/>
                <a:buNone/>
              </a:pPr>
              <a:r>
                <a:rPr lang="en-US" altLang="en-US" sz="1600" dirty="0">
                  <a:solidFill>
                    <a:srgbClr val="FF0000"/>
                  </a:solidFill>
                  <a:latin typeface="Times New Roman" panose="02020603050405020304" pitchFamily="18" charset="0"/>
                </a:rPr>
                <a:t>the file</a:t>
              </a:r>
              <a:endParaRPr lang="en-US" altLang="en-US" sz="1600" dirty="0">
                <a:latin typeface="Times New Roman" panose="02020603050405020304" pitchFamily="18" charset="0"/>
              </a:endParaRPr>
            </a:p>
          </p:txBody>
        </p:sp>
        <p:sp>
          <p:nvSpPr>
            <p:cNvPr id="114711" name="Line 23"/>
            <p:cNvSpPr>
              <a:spLocks noChangeShapeType="1"/>
            </p:cNvSpPr>
            <p:nvPr/>
          </p:nvSpPr>
          <p:spPr bwMode="auto">
            <a:xfrm flipV="1">
              <a:off x="3623" y="1700"/>
              <a:ext cx="223" cy="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12" name="Text Box 24"/>
            <p:cNvSpPr txBox="1">
              <a:spLocks noChangeArrowheads="1"/>
            </p:cNvSpPr>
            <p:nvPr/>
          </p:nvSpPr>
          <p:spPr bwMode="auto">
            <a:xfrm>
              <a:off x="2888" y="1516"/>
              <a:ext cx="841"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en-US" altLang="en-US" sz="1600" dirty="0">
                  <a:solidFill>
                    <a:srgbClr val="FF0000"/>
                  </a:solidFill>
                  <a:latin typeface="Times New Roman" panose="02020603050405020304" pitchFamily="18" charset="0"/>
                </a:rPr>
                <a:t>Initiate a TCP</a:t>
              </a:r>
            </a:p>
            <a:p>
              <a:pPr>
                <a:spcBef>
                  <a:spcPct val="0"/>
                </a:spcBef>
                <a:buClrTx/>
                <a:buSzTx/>
                <a:buFontTx/>
                <a:buNone/>
              </a:pPr>
              <a:r>
                <a:rPr lang="en-US" altLang="en-US" sz="1600" dirty="0">
                  <a:solidFill>
                    <a:srgbClr val="FF0000"/>
                  </a:solidFill>
                  <a:latin typeface="Times New Roman" panose="02020603050405020304" pitchFamily="18" charset="0"/>
                </a:rPr>
                <a:t>connection</a:t>
              </a:r>
              <a:endParaRPr lang="en-US" altLang="en-US" sz="1600" dirty="0">
                <a:latin typeface="Times New Roman" panose="02020603050405020304" pitchFamily="18" charset="0"/>
              </a:endParaRPr>
            </a:p>
          </p:txBody>
        </p:sp>
        <p:sp>
          <p:nvSpPr>
            <p:cNvPr id="114713" name="AutoShape 25"/>
            <p:cNvSpPr>
              <a:spLocks/>
            </p:cNvSpPr>
            <p:nvPr/>
          </p:nvSpPr>
          <p:spPr bwMode="auto">
            <a:xfrm>
              <a:off x="3685" y="1731"/>
              <a:ext cx="81" cy="506"/>
            </a:xfrm>
            <a:prstGeom prst="leftBrace">
              <a:avLst>
                <a:gd name="adj1" fmla="val 5205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14" name="Text Box 26"/>
            <p:cNvSpPr txBox="1">
              <a:spLocks noChangeArrowheads="1"/>
            </p:cNvSpPr>
            <p:nvPr/>
          </p:nvSpPr>
          <p:spPr bwMode="auto">
            <a:xfrm>
              <a:off x="3381" y="1862"/>
              <a:ext cx="35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en-US" altLang="en-US" sz="1600">
                  <a:latin typeface="Times New Roman" panose="02020603050405020304" pitchFamily="18" charset="0"/>
                </a:rPr>
                <a:t>RTT</a:t>
              </a:r>
            </a:p>
          </p:txBody>
        </p:sp>
        <p:sp>
          <p:nvSpPr>
            <p:cNvPr id="114715" name="Line 27"/>
            <p:cNvSpPr>
              <a:spLocks noChangeShapeType="1"/>
            </p:cNvSpPr>
            <p:nvPr/>
          </p:nvSpPr>
          <p:spPr bwMode="auto">
            <a:xfrm>
              <a:off x="3631" y="2269"/>
              <a:ext cx="22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16" name="Text Box 28"/>
            <p:cNvSpPr txBox="1">
              <a:spLocks noChangeArrowheads="1"/>
            </p:cNvSpPr>
            <p:nvPr/>
          </p:nvSpPr>
          <p:spPr bwMode="auto">
            <a:xfrm>
              <a:off x="3158" y="2078"/>
              <a:ext cx="53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en-US" altLang="en-US" sz="1600" dirty="0">
                  <a:solidFill>
                    <a:srgbClr val="FF0000"/>
                  </a:solidFill>
                  <a:latin typeface="Times New Roman" panose="02020603050405020304" pitchFamily="18" charset="0"/>
                </a:rPr>
                <a:t>Request</a:t>
              </a:r>
            </a:p>
            <a:p>
              <a:pPr>
                <a:spcBef>
                  <a:spcPct val="0"/>
                </a:spcBef>
                <a:buClrTx/>
                <a:buSzTx/>
                <a:buFontTx/>
                <a:buNone/>
              </a:pPr>
              <a:r>
                <a:rPr lang="en-US" altLang="en-US" sz="1600" dirty="0">
                  <a:solidFill>
                    <a:srgbClr val="FF0000"/>
                  </a:solidFill>
                  <a:latin typeface="Times New Roman" panose="02020603050405020304" pitchFamily="18" charset="0"/>
                </a:rPr>
                <a:t>file</a:t>
              </a:r>
              <a:endParaRPr lang="en-US" altLang="en-US" sz="1600" dirty="0">
                <a:latin typeface="Times New Roman" panose="02020603050405020304" pitchFamily="18" charset="0"/>
              </a:endParaRPr>
            </a:p>
          </p:txBody>
        </p:sp>
        <p:sp>
          <p:nvSpPr>
            <p:cNvPr id="114717" name="AutoShape 29"/>
            <p:cNvSpPr>
              <a:spLocks/>
            </p:cNvSpPr>
            <p:nvPr/>
          </p:nvSpPr>
          <p:spPr bwMode="auto">
            <a:xfrm>
              <a:off x="3689" y="2304"/>
              <a:ext cx="81" cy="506"/>
            </a:xfrm>
            <a:prstGeom prst="leftBrace">
              <a:avLst>
                <a:gd name="adj1" fmla="val 5205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18" name="Text Box 30"/>
            <p:cNvSpPr txBox="1">
              <a:spLocks noChangeArrowheads="1"/>
            </p:cNvSpPr>
            <p:nvPr/>
          </p:nvSpPr>
          <p:spPr bwMode="auto">
            <a:xfrm>
              <a:off x="3393" y="2443"/>
              <a:ext cx="35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en-US" altLang="en-US" sz="1600">
                  <a:latin typeface="Times New Roman" panose="02020603050405020304" pitchFamily="18" charset="0"/>
                </a:rPr>
                <a:t>RTT</a:t>
              </a:r>
            </a:p>
          </p:txBody>
        </p:sp>
        <p:sp>
          <p:nvSpPr>
            <p:cNvPr id="114723" name="Line 35"/>
            <p:cNvSpPr>
              <a:spLocks noChangeShapeType="1"/>
            </p:cNvSpPr>
            <p:nvPr/>
          </p:nvSpPr>
          <p:spPr bwMode="auto">
            <a:xfrm flipH="1" flipV="1">
              <a:off x="3631" y="2889"/>
              <a:ext cx="223" cy="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725" name="Text Box 37"/>
            <p:cNvSpPr txBox="1">
              <a:spLocks noChangeArrowheads="1"/>
            </p:cNvSpPr>
            <p:nvPr/>
          </p:nvSpPr>
          <p:spPr bwMode="auto">
            <a:xfrm>
              <a:off x="3704" y="3362"/>
              <a:ext cx="34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en-US" altLang="en-US" sz="1600">
                  <a:latin typeface="Times New Roman" panose="02020603050405020304" pitchFamily="18" charset="0"/>
                </a:rPr>
                <a:t>time</a:t>
              </a:r>
            </a:p>
          </p:txBody>
        </p:sp>
        <p:sp>
          <p:nvSpPr>
            <p:cNvPr id="114726" name="Text Box 38"/>
            <p:cNvSpPr txBox="1">
              <a:spLocks noChangeArrowheads="1"/>
            </p:cNvSpPr>
            <p:nvPr/>
          </p:nvSpPr>
          <p:spPr bwMode="auto">
            <a:xfrm>
              <a:off x="4761" y="3351"/>
              <a:ext cx="34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en-US" altLang="en-US" sz="1600">
                  <a:latin typeface="Times New Roman" panose="02020603050405020304" pitchFamily="18" charset="0"/>
                </a:rPr>
                <a:t>time</a:t>
              </a:r>
            </a:p>
          </p:txBody>
        </p:sp>
      </p:grpSp>
      <p:sp>
        <p:nvSpPr>
          <p:cNvPr id="2" name="TextBox 7">
            <a:extLst>
              <a:ext uri="{FF2B5EF4-FFF2-40B4-BE49-F238E27FC236}">
                <a16:creationId xmlns:a16="http://schemas.microsoft.com/office/drawing/2014/main" id="{C5EB08E0-5464-6288-E9F3-3A6B602A6BCF}"/>
              </a:ext>
            </a:extLst>
          </p:cNvPr>
          <p:cNvSpPr txBox="1"/>
          <p:nvPr/>
        </p:nvSpPr>
        <p:spPr>
          <a:xfrm>
            <a:off x="4419600" y="5968782"/>
            <a:ext cx="4626505"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3</a:t>
            </a:r>
            <a:r>
              <a:rPr lang="en-GB" sz="1100" baseline="30000" dirty="0"/>
              <a:t>rd</a:t>
            </a:r>
            <a:r>
              <a:rPr lang="en-GB" sz="1100" dirty="0"/>
              <a:t> edition, 2005, Figure 2.7.</a:t>
            </a:r>
          </a:p>
        </p:txBody>
      </p:sp>
    </p:spTree>
    <p:extLst>
      <p:ext uri="{BB962C8B-B14F-4D97-AF65-F5344CB8AC3E}">
        <p14:creationId xmlns:p14="http://schemas.microsoft.com/office/powerpoint/2010/main" val="3189658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p:cNvSpPr>
            <a:spLocks noGrp="1" noChangeArrowheads="1"/>
          </p:cNvSpPr>
          <p:nvPr>
            <p:ph sz="half" idx="2"/>
          </p:nvPr>
        </p:nvSpPr>
        <p:spPr/>
        <p:txBody>
          <a:bodyPr/>
          <a:lstStyle/>
          <a:p>
            <a:pPr>
              <a:spcBef>
                <a:spcPts val="600"/>
              </a:spcBef>
              <a:spcAft>
                <a:spcPts val="600"/>
              </a:spcAft>
              <a:buFont typeface="ZapfDingbats" pitchFamily="82" charset="2"/>
              <a:buNone/>
            </a:pPr>
            <a:r>
              <a:rPr lang="en-US" altLang="en-US" sz="2200" u="sng" dirty="0">
                <a:solidFill>
                  <a:srgbClr val="FF0000"/>
                </a:solidFill>
              </a:rPr>
              <a:t>Non-persistent HTTP</a:t>
            </a:r>
            <a:endParaRPr lang="en-US" altLang="en-US" sz="2200" dirty="0"/>
          </a:p>
          <a:p>
            <a:pPr>
              <a:spcBef>
                <a:spcPts val="600"/>
              </a:spcBef>
              <a:spcAft>
                <a:spcPts val="600"/>
              </a:spcAft>
            </a:pPr>
            <a:r>
              <a:rPr lang="en-US" altLang="en-US" sz="2000" dirty="0"/>
              <a:t>require 2 RTTs per object</a:t>
            </a:r>
          </a:p>
          <a:p>
            <a:pPr>
              <a:spcBef>
                <a:spcPts val="600"/>
              </a:spcBef>
              <a:spcAft>
                <a:spcPts val="600"/>
              </a:spcAft>
            </a:pPr>
            <a:r>
              <a:rPr lang="en-US" altLang="en-US" sz="2000" dirty="0"/>
              <a:t>resources are allocated for each TCP connection – a burden for the server especially.</a:t>
            </a:r>
            <a:endParaRPr lang="en-US" altLang="en-US" sz="2000" i="1" dirty="0"/>
          </a:p>
          <a:p>
            <a:pPr>
              <a:spcBef>
                <a:spcPts val="600"/>
              </a:spcBef>
              <a:spcAft>
                <a:spcPts val="600"/>
              </a:spcAft>
              <a:buFont typeface="ZapfDingbats" pitchFamily="82" charset="2"/>
              <a:buNone/>
            </a:pPr>
            <a:r>
              <a:rPr lang="en-US" altLang="en-US" sz="2200" u="sng" dirty="0">
                <a:solidFill>
                  <a:srgbClr val="FF0000"/>
                </a:solidFill>
              </a:rPr>
              <a:t>Persistent HTTP</a:t>
            </a:r>
            <a:endParaRPr lang="en-US" altLang="en-US" sz="2200" dirty="0"/>
          </a:p>
          <a:p>
            <a:pPr>
              <a:spcBef>
                <a:spcPts val="600"/>
              </a:spcBef>
              <a:spcAft>
                <a:spcPts val="600"/>
              </a:spcAft>
            </a:pPr>
            <a:r>
              <a:rPr lang="en-US" altLang="en-US" sz="2000" dirty="0"/>
              <a:t>the server leaves connection open after sending a response</a:t>
            </a:r>
          </a:p>
          <a:p>
            <a:pPr>
              <a:spcBef>
                <a:spcPts val="600"/>
              </a:spcBef>
              <a:spcAft>
                <a:spcPts val="600"/>
              </a:spcAft>
            </a:pPr>
            <a:r>
              <a:rPr lang="en-US" altLang="en-US" sz="2000" dirty="0"/>
              <a:t>subsequent HTTP messages  between the same client and server are sent over the same connection</a:t>
            </a:r>
          </a:p>
          <a:p>
            <a:pPr>
              <a:spcBef>
                <a:spcPts val="600"/>
              </a:spcBef>
              <a:spcAft>
                <a:spcPts val="600"/>
              </a:spcAft>
            </a:pPr>
            <a:endParaRPr lang="en-US" altLang="en-US" sz="2000" dirty="0"/>
          </a:p>
        </p:txBody>
      </p:sp>
      <p:sp>
        <p:nvSpPr>
          <p:cNvPr id="72706" name="Rectangle 2"/>
          <p:cNvSpPr>
            <a:spLocks noGrp="1" noChangeArrowheads="1"/>
          </p:cNvSpPr>
          <p:nvPr>
            <p:ph type="title"/>
          </p:nvPr>
        </p:nvSpPr>
        <p:spPr/>
        <p:txBody>
          <a:bodyPr/>
          <a:lstStyle/>
          <a:p>
            <a:r>
              <a:rPr lang="en-US" altLang="en-US" sz="3200"/>
              <a:t>Persistent HTTP</a:t>
            </a:r>
            <a:endParaRPr lang="en-US" altLang="en-US"/>
          </a:p>
        </p:txBody>
      </p:sp>
      <p:sp>
        <p:nvSpPr>
          <p:cNvPr id="6" name="Slide Number Placeholder 5"/>
          <p:cNvSpPr>
            <a:spLocks noGrp="1"/>
          </p:cNvSpPr>
          <p:nvPr>
            <p:ph type="sldNum" sz="quarter" idx="10"/>
          </p:nvPr>
        </p:nvSpPr>
        <p:spPr/>
        <p:txBody>
          <a:bodyPr/>
          <a:lstStyle/>
          <a:p>
            <a:fld id="{745A7CAA-2A17-4DA4-BB8A-EF75E4B612C7}" type="slidenum">
              <a:rPr lang="en-US" altLang="en-US"/>
              <a:pPr/>
              <a:t>23</a:t>
            </a:fld>
            <a:endParaRPr lang="en-US" altLang="en-US"/>
          </a:p>
        </p:txBody>
      </p:sp>
      <p:grpSp>
        <p:nvGrpSpPr>
          <p:cNvPr id="16" name="Group 15"/>
          <p:cNvGrpSpPr/>
          <p:nvPr/>
        </p:nvGrpSpPr>
        <p:grpSpPr>
          <a:xfrm>
            <a:off x="5565376" y="1066800"/>
            <a:ext cx="1844470" cy="2344175"/>
            <a:chOff x="727313" y="4145538"/>
            <a:chExt cx="1844470" cy="2344175"/>
          </a:xfrm>
        </p:grpSpPr>
        <p:cxnSp>
          <p:nvCxnSpPr>
            <p:cNvPr id="5" name="Straight Arrow Connector 4"/>
            <p:cNvCxnSpPr/>
            <p:nvPr/>
          </p:nvCxnSpPr>
          <p:spPr>
            <a:xfrm>
              <a:off x="762000" y="4432313"/>
              <a:ext cx="0" cy="20574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7" name="Straight Arrow Connector 6"/>
            <p:cNvCxnSpPr/>
            <p:nvPr/>
          </p:nvCxnSpPr>
          <p:spPr>
            <a:xfrm>
              <a:off x="2529682" y="4432313"/>
              <a:ext cx="0" cy="20574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8" name="Straight Arrow Connector 7"/>
            <p:cNvCxnSpPr/>
            <p:nvPr/>
          </p:nvCxnSpPr>
          <p:spPr>
            <a:xfrm>
              <a:off x="762000" y="4660913"/>
              <a:ext cx="1779874" cy="244029"/>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9" name="Straight Arrow Connector 8"/>
            <p:cNvCxnSpPr/>
            <p:nvPr/>
          </p:nvCxnSpPr>
          <p:spPr>
            <a:xfrm flipH="1">
              <a:off x="792480" y="5018908"/>
              <a:ext cx="1645920" cy="21031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0" name="Straight Arrow Connector 9"/>
            <p:cNvCxnSpPr/>
            <p:nvPr/>
          </p:nvCxnSpPr>
          <p:spPr>
            <a:xfrm flipH="1">
              <a:off x="768096" y="5962670"/>
              <a:ext cx="1767682" cy="38100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1" name="Straight Arrow Connector 10"/>
            <p:cNvCxnSpPr/>
            <p:nvPr/>
          </p:nvCxnSpPr>
          <p:spPr>
            <a:xfrm>
              <a:off x="792480" y="5602227"/>
              <a:ext cx="1737202" cy="21440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 name="Left-Right Arrow 1"/>
            <p:cNvSpPr/>
            <p:nvPr/>
          </p:nvSpPr>
          <p:spPr>
            <a:xfrm>
              <a:off x="838200" y="4495800"/>
              <a:ext cx="1600200" cy="762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5" name="Left-Right Arrow 14"/>
            <p:cNvSpPr/>
            <p:nvPr/>
          </p:nvSpPr>
          <p:spPr>
            <a:xfrm>
              <a:off x="838200" y="5452837"/>
              <a:ext cx="1600200" cy="762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4" name="TextBox 13"/>
            <p:cNvSpPr txBox="1"/>
            <p:nvPr/>
          </p:nvSpPr>
          <p:spPr>
            <a:xfrm>
              <a:off x="749809" y="4145538"/>
              <a:ext cx="1821974" cy="369332"/>
            </a:xfrm>
            <a:prstGeom prst="rect">
              <a:avLst/>
            </a:prstGeom>
            <a:noFill/>
          </p:spPr>
          <p:txBody>
            <a:bodyPr wrap="none" rtlCol="0">
              <a:spAutoFit/>
            </a:bodyPr>
            <a:lstStyle/>
            <a:p>
              <a:r>
                <a:rPr lang="en-NZ" dirty="0"/>
                <a:t>TCP connection</a:t>
              </a:r>
            </a:p>
          </p:txBody>
        </p:sp>
        <p:sp>
          <p:nvSpPr>
            <p:cNvPr id="26" name="TextBox 25"/>
            <p:cNvSpPr txBox="1"/>
            <p:nvPr/>
          </p:nvSpPr>
          <p:spPr>
            <a:xfrm>
              <a:off x="727313" y="5151541"/>
              <a:ext cx="1821974" cy="369332"/>
            </a:xfrm>
            <a:prstGeom prst="rect">
              <a:avLst/>
            </a:prstGeom>
            <a:noFill/>
          </p:spPr>
          <p:txBody>
            <a:bodyPr wrap="none" rtlCol="0">
              <a:spAutoFit/>
            </a:bodyPr>
            <a:lstStyle/>
            <a:p>
              <a:r>
                <a:rPr lang="en-NZ" dirty="0"/>
                <a:t>TCP connection</a:t>
              </a:r>
            </a:p>
          </p:txBody>
        </p:sp>
      </p:grpSp>
      <p:grpSp>
        <p:nvGrpSpPr>
          <p:cNvPr id="25" name="Group 24"/>
          <p:cNvGrpSpPr/>
          <p:nvPr/>
        </p:nvGrpSpPr>
        <p:grpSpPr>
          <a:xfrm>
            <a:off x="5559859" y="3810000"/>
            <a:ext cx="1833007" cy="2381903"/>
            <a:chOff x="5646785" y="3876015"/>
            <a:chExt cx="1833007" cy="2381903"/>
          </a:xfrm>
        </p:grpSpPr>
        <p:cxnSp>
          <p:nvCxnSpPr>
            <p:cNvPr id="17" name="Straight Arrow Connector 16"/>
            <p:cNvCxnSpPr/>
            <p:nvPr/>
          </p:nvCxnSpPr>
          <p:spPr>
            <a:xfrm>
              <a:off x="5699918" y="4200518"/>
              <a:ext cx="0" cy="20574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8" name="Straight Arrow Connector 17"/>
            <p:cNvCxnSpPr/>
            <p:nvPr/>
          </p:nvCxnSpPr>
          <p:spPr>
            <a:xfrm>
              <a:off x="7467600" y="4200518"/>
              <a:ext cx="0" cy="20574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9" name="Straight Arrow Connector 18"/>
            <p:cNvCxnSpPr/>
            <p:nvPr/>
          </p:nvCxnSpPr>
          <p:spPr>
            <a:xfrm>
              <a:off x="5699918" y="4429118"/>
              <a:ext cx="1779874" cy="244029"/>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0" name="Straight Arrow Connector 19"/>
            <p:cNvCxnSpPr/>
            <p:nvPr/>
          </p:nvCxnSpPr>
          <p:spPr>
            <a:xfrm flipH="1">
              <a:off x="5730398" y="4787113"/>
              <a:ext cx="1645920" cy="21031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1" name="Straight Arrow Connector 20"/>
            <p:cNvCxnSpPr/>
            <p:nvPr/>
          </p:nvCxnSpPr>
          <p:spPr>
            <a:xfrm flipH="1">
              <a:off x="5706014" y="5730875"/>
              <a:ext cx="1767682" cy="38100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2" name="Straight Arrow Connector 21"/>
            <p:cNvCxnSpPr/>
            <p:nvPr/>
          </p:nvCxnSpPr>
          <p:spPr>
            <a:xfrm>
              <a:off x="5730398" y="5370432"/>
              <a:ext cx="1737202" cy="21440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3" name="Left-Right Arrow 22"/>
            <p:cNvSpPr/>
            <p:nvPr/>
          </p:nvSpPr>
          <p:spPr>
            <a:xfrm>
              <a:off x="5776118" y="4264005"/>
              <a:ext cx="1600200" cy="762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7" name="TextBox 26"/>
            <p:cNvSpPr txBox="1"/>
            <p:nvPr/>
          </p:nvSpPr>
          <p:spPr>
            <a:xfrm>
              <a:off x="5646785" y="3876015"/>
              <a:ext cx="1821974" cy="369332"/>
            </a:xfrm>
            <a:prstGeom prst="rect">
              <a:avLst/>
            </a:prstGeom>
            <a:noFill/>
          </p:spPr>
          <p:txBody>
            <a:bodyPr wrap="none" rtlCol="0">
              <a:spAutoFit/>
            </a:bodyPr>
            <a:lstStyle/>
            <a:p>
              <a:r>
                <a:rPr lang="en-NZ" dirty="0"/>
                <a:t>TCP connection</a:t>
              </a:r>
            </a:p>
          </p:txBody>
        </p:sp>
      </p:grpSp>
    </p:spTree>
    <p:extLst>
      <p:ext uri="{BB962C8B-B14F-4D97-AF65-F5344CB8AC3E}">
        <p14:creationId xmlns:p14="http://schemas.microsoft.com/office/powerpoint/2010/main" val="135957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B829FC-8E03-F38A-51D7-176C3398298A}"/>
              </a:ext>
            </a:extLst>
          </p:cNvPr>
          <p:cNvSpPr>
            <a:spLocks noGrp="1"/>
          </p:cNvSpPr>
          <p:nvPr>
            <p:ph sz="half" idx="2"/>
          </p:nvPr>
        </p:nvSpPr>
        <p:spPr/>
        <p:txBody>
          <a:bodyPr/>
          <a:lstStyle/>
          <a:p>
            <a:pPr>
              <a:spcAft>
                <a:spcPts val="600"/>
              </a:spcAft>
              <a:buFont typeface="ZapfDingbats" pitchFamily="82" charset="2"/>
              <a:buNone/>
            </a:pPr>
            <a:r>
              <a:rPr lang="en-US" altLang="en-US" sz="2200" u="sng" kern="0" dirty="0">
                <a:solidFill>
                  <a:srgbClr val="FF0000"/>
                </a:solidFill>
              </a:rPr>
              <a:t>Persistent without pipelining</a:t>
            </a:r>
            <a:endParaRPr lang="en-US" altLang="en-US" sz="2200" kern="0" dirty="0"/>
          </a:p>
          <a:p>
            <a:pPr>
              <a:spcAft>
                <a:spcPts val="600"/>
              </a:spcAft>
            </a:pPr>
            <a:r>
              <a:rPr lang="en-US" altLang="en-US" sz="2000" dirty="0"/>
              <a:t>t</a:t>
            </a:r>
            <a:r>
              <a:rPr lang="en-US" altLang="en-US" sz="2000" kern="0" dirty="0"/>
              <a:t>he client issues new request only when previous response has been received</a:t>
            </a:r>
          </a:p>
          <a:p>
            <a:pPr>
              <a:spcAft>
                <a:spcPts val="600"/>
              </a:spcAft>
            </a:pPr>
            <a:r>
              <a:rPr lang="en-US" altLang="en-US" sz="2000" kern="0" dirty="0"/>
              <a:t>one RTT for each referenced object</a:t>
            </a:r>
          </a:p>
          <a:p>
            <a:pPr>
              <a:spcAft>
                <a:spcPts val="600"/>
              </a:spcAft>
            </a:pPr>
            <a:endParaRPr lang="en-US" altLang="en-US" sz="2400" kern="0" dirty="0"/>
          </a:p>
          <a:p>
            <a:pPr>
              <a:spcAft>
                <a:spcPts val="600"/>
              </a:spcAft>
            </a:pPr>
            <a:endParaRPr lang="en-US" altLang="en-US" sz="2400" kern="0" dirty="0"/>
          </a:p>
          <a:p>
            <a:pPr>
              <a:spcAft>
                <a:spcPts val="600"/>
              </a:spcAft>
              <a:buFont typeface="ZapfDingbats" pitchFamily="82" charset="2"/>
              <a:buNone/>
            </a:pPr>
            <a:r>
              <a:rPr lang="en-US" altLang="en-US" sz="2200" u="sng" kern="0" dirty="0">
                <a:solidFill>
                  <a:srgbClr val="FF0000"/>
                </a:solidFill>
              </a:rPr>
              <a:t>Persistent with pipelining</a:t>
            </a:r>
            <a:endParaRPr lang="en-US" altLang="en-US" sz="2200" kern="0" dirty="0"/>
          </a:p>
          <a:p>
            <a:pPr>
              <a:spcAft>
                <a:spcPts val="600"/>
              </a:spcAft>
            </a:pPr>
            <a:r>
              <a:rPr lang="en-US" altLang="en-US" sz="2000" kern="0" dirty="0"/>
              <a:t>default in HTTP/1.1</a:t>
            </a:r>
          </a:p>
          <a:p>
            <a:pPr>
              <a:spcAft>
                <a:spcPts val="600"/>
              </a:spcAft>
            </a:pPr>
            <a:r>
              <a:rPr lang="en-US" altLang="en-US" sz="2000" dirty="0"/>
              <a:t>the </a:t>
            </a:r>
            <a:r>
              <a:rPr lang="en-US" altLang="en-US" sz="2000" kern="0" dirty="0"/>
              <a:t>client sends requests as soon as it encounters a referenced object</a:t>
            </a:r>
            <a:endParaRPr lang="en-US" altLang="en-US" sz="2400" kern="0" dirty="0"/>
          </a:p>
          <a:p>
            <a:pPr>
              <a:spcAft>
                <a:spcPts val="600"/>
              </a:spcAft>
            </a:pPr>
            <a:endParaRPr lang="en-AU" dirty="0"/>
          </a:p>
        </p:txBody>
      </p:sp>
      <p:sp>
        <p:nvSpPr>
          <p:cNvPr id="2" name="Title 1"/>
          <p:cNvSpPr>
            <a:spLocks noGrp="1"/>
          </p:cNvSpPr>
          <p:nvPr>
            <p:ph type="title"/>
          </p:nvPr>
        </p:nvSpPr>
        <p:spPr/>
        <p:txBody>
          <a:bodyPr/>
          <a:lstStyle/>
          <a:p>
            <a:r>
              <a:rPr lang="en-NZ" dirty="0"/>
              <a:t>Persistent HTTP (cont.)</a:t>
            </a:r>
          </a:p>
        </p:txBody>
      </p:sp>
      <p:sp>
        <p:nvSpPr>
          <p:cNvPr id="5" name="Slide Number Placeholder 4"/>
          <p:cNvSpPr>
            <a:spLocks noGrp="1"/>
          </p:cNvSpPr>
          <p:nvPr>
            <p:ph type="sldNum" sz="quarter" idx="10"/>
          </p:nvPr>
        </p:nvSpPr>
        <p:spPr/>
        <p:txBody>
          <a:bodyPr/>
          <a:lstStyle/>
          <a:p>
            <a:fld id="{C7246C51-4319-4D09-89A9-525D5D0859C1}" type="slidenum">
              <a:rPr lang="en-US" altLang="en-US" smtClean="0"/>
              <a:pPr/>
              <a:t>24</a:t>
            </a:fld>
            <a:endParaRPr lang="en-US" altLang="en-US"/>
          </a:p>
        </p:txBody>
      </p:sp>
      <p:grpSp>
        <p:nvGrpSpPr>
          <p:cNvPr id="31" name="Group 30"/>
          <p:cNvGrpSpPr/>
          <p:nvPr/>
        </p:nvGrpSpPr>
        <p:grpSpPr>
          <a:xfrm>
            <a:off x="5791200" y="1066800"/>
            <a:ext cx="1840262" cy="2384775"/>
            <a:chOff x="958880" y="4362711"/>
            <a:chExt cx="1840262" cy="2384775"/>
          </a:xfrm>
        </p:grpSpPr>
        <p:cxnSp>
          <p:nvCxnSpPr>
            <p:cNvPr id="4" name="Straight Arrow Connector 3"/>
            <p:cNvCxnSpPr/>
            <p:nvPr/>
          </p:nvCxnSpPr>
          <p:spPr>
            <a:xfrm>
              <a:off x="1013172" y="4690086"/>
              <a:ext cx="0" cy="20574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8" name="Straight Arrow Connector 7"/>
            <p:cNvCxnSpPr/>
            <p:nvPr/>
          </p:nvCxnSpPr>
          <p:spPr>
            <a:xfrm>
              <a:off x="2780854" y="4690086"/>
              <a:ext cx="0" cy="20574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0" name="Straight Arrow Connector 9"/>
            <p:cNvCxnSpPr/>
            <p:nvPr/>
          </p:nvCxnSpPr>
          <p:spPr>
            <a:xfrm>
              <a:off x="1013172" y="4918686"/>
              <a:ext cx="1767682" cy="40189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1" name="Straight Arrow Connector 10"/>
            <p:cNvCxnSpPr/>
            <p:nvPr/>
          </p:nvCxnSpPr>
          <p:spPr>
            <a:xfrm flipH="1">
              <a:off x="1013172" y="5385720"/>
              <a:ext cx="1767682" cy="38100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5" name="Straight Arrow Connector 14"/>
            <p:cNvCxnSpPr/>
            <p:nvPr/>
          </p:nvCxnSpPr>
          <p:spPr>
            <a:xfrm flipH="1">
              <a:off x="1031460" y="6180903"/>
              <a:ext cx="1767682" cy="38100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6" name="Straight Arrow Connector 15"/>
            <p:cNvCxnSpPr/>
            <p:nvPr/>
          </p:nvCxnSpPr>
          <p:spPr>
            <a:xfrm>
              <a:off x="1031460" y="5867649"/>
              <a:ext cx="1749394" cy="174522"/>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7" name="Left-Right Arrow 26"/>
            <p:cNvSpPr/>
            <p:nvPr/>
          </p:nvSpPr>
          <p:spPr>
            <a:xfrm>
              <a:off x="1088213" y="4750701"/>
              <a:ext cx="1600200" cy="762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8" name="TextBox 27"/>
            <p:cNvSpPr txBox="1"/>
            <p:nvPr/>
          </p:nvSpPr>
          <p:spPr>
            <a:xfrm>
              <a:off x="958880" y="4362711"/>
              <a:ext cx="1821974" cy="369332"/>
            </a:xfrm>
            <a:prstGeom prst="rect">
              <a:avLst/>
            </a:prstGeom>
            <a:noFill/>
          </p:spPr>
          <p:txBody>
            <a:bodyPr wrap="none" rtlCol="0">
              <a:spAutoFit/>
            </a:bodyPr>
            <a:lstStyle/>
            <a:p>
              <a:r>
                <a:rPr lang="en-NZ" dirty="0"/>
                <a:t>TCP connection</a:t>
              </a:r>
            </a:p>
          </p:txBody>
        </p:sp>
      </p:grpSp>
      <p:grpSp>
        <p:nvGrpSpPr>
          <p:cNvPr id="32" name="Group 31"/>
          <p:cNvGrpSpPr/>
          <p:nvPr/>
        </p:nvGrpSpPr>
        <p:grpSpPr>
          <a:xfrm>
            <a:off x="5824442" y="4155447"/>
            <a:ext cx="1846357" cy="2321553"/>
            <a:chOff x="4706843" y="4425933"/>
            <a:chExt cx="1846357" cy="2321553"/>
          </a:xfrm>
        </p:grpSpPr>
        <p:cxnSp>
          <p:nvCxnSpPr>
            <p:cNvPr id="19" name="Straight Arrow Connector 18"/>
            <p:cNvCxnSpPr/>
            <p:nvPr/>
          </p:nvCxnSpPr>
          <p:spPr>
            <a:xfrm>
              <a:off x="4785518" y="4690086"/>
              <a:ext cx="0" cy="20574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0" name="Straight Arrow Connector 19"/>
            <p:cNvCxnSpPr/>
            <p:nvPr/>
          </p:nvCxnSpPr>
          <p:spPr>
            <a:xfrm>
              <a:off x="6553200" y="4690086"/>
              <a:ext cx="0" cy="20574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1" name="Straight Arrow Connector 20"/>
            <p:cNvCxnSpPr/>
            <p:nvPr/>
          </p:nvCxnSpPr>
          <p:spPr>
            <a:xfrm>
              <a:off x="4785518" y="4918686"/>
              <a:ext cx="1767682" cy="40189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2" name="Straight Arrow Connector 21"/>
            <p:cNvCxnSpPr/>
            <p:nvPr/>
          </p:nvCxnSpPr>
          <p:spPr>
            <a:xfrm flipH="1">
              <a:off x="4785518" y="5385720"/>
              <a:ext cx="1767682" cy="38100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3" name="Straight Arrow Connector 22"/>
            <p:cNvCxnSpPr/>
            <p:nvPr/>
          </p:nvCxnSpPr>
          <p:spPr>
            <a:xfrm flipH="1">
              <a:off x="4785517" y="5536548"/>
              <a:ext cx="1767682" cy="38100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4" name="Straight Arrow Connector 23"/>
            <p:cNvCxnSpPr/>
            <p:nvPr/>
          </p:nvCxnSpPr>
          <p:spPr>
            <a:xfrm>
              <a:off x="4785517" y="5117434"/>
              <a:ext cx="1758539" cy="35554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9" name="Left-Right Arrow 28"/>
            <p:cNvSpPr/>
            <p:nvPr/>
          </p:nvSpPr>
          <p:spPr>
            <a:xfrm>
              <a:off x="4836176" y="4813923"/>
              <a:ext cx="1600200" cy="762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30" name="TextBox 29"/>
            <p:cNvSpPr txBox="1"/>
            <p:nvPr/>
          </p:nvSpPr>
          <p:spPr>
            <a:xfrm>
              <a:off x="4706843" y="4425933"/>
              <a:ext cx="1821974" cy="369332"/>
            </a:xfrm>
            <a:prstGeom prst="rect">
              <a:avLst/>
            </a:prstGeom>
            <a:noFill/>
          </p:spPr>
          <p:txBody>
            <a:bodyPr wrap="none" rtlCol="0">
              <a:spAutoFit/>
            </a:bodyPr>
            <a:lstStyle/>
            <a:p>
              <a:r>
                <a:rPr lang="en-NZ" dirty="0"/>
                <a:t>TCP connection</a:t>
              </a:r>
            </a:p>
          </p:txBody>
        </p:sp>
      </p:grpSp>
    </p:spTree>
    <p:extLst>
      <p:ext uri="{BB962C8B-B14F-4D97-AF65-F5344CB8AC3E}">
        <p14:creationId xmlns:p14="http://schemas.microsoft.com/office/powerpoint/2010/main" val="2021608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4294967295"/>
          </p:nvPr>
        </p:nvSpPr>
        <p:spPr>
          <a:xfrm>
            <a:off x="8305800" y="6400800"/>
            <a:ext cx="457200" cy="457200"/>
          </a:xfrm>
          <a:prstGeom prst="rect">
            <a:avLst/>
          </a:prstGeom>
        </p:spPr>
        <p:txBody>
          <a:bodyPr/>
          <a:lstStyle/>
          <a:p>
            <a:fld id="{02C9D48C-9A2E-4596-B688-6E9CA75CC82B}" type="slidenum">
              <a:rPr lang="en-US" altLang="en-US"/>
              <a:pPr/>
              <a:t>25</a:t>
            </a:fld>
            <a:endParaRPr lang="en-US" altLang="en-US"/>
          </a:p>
        </p:txBody>
      </p:sp>
      <p:sp>
        <p:nvSpPr>
          <p:cNvPr id="44034" name="Rectangle 2"/>
          <p:cNvSpPr>
            <a:spLocks noGrp="1" noChangeArrowheads="1"/>
          </p:cNvSpPr>
          <p:nvPr>
            <p:ph type="title"/>
          </p:nvPr>
        </p:nvSpPr>
        <p:spPr/>
        <p:txBody>
          <a:bodyPr/>
          <a:lstStyle/>
          <a:p>
            <a:r>
              <a:rPr lang="en-US" altLang="en-US" sz="3600"/>
              <a:t>HTTP request message</a:t>
            </a:r>
            <a:endParaRPr lang="en-US" altLang="en-US"/>
          </a:p>
        </p:txBody>
      </p:sp>
      <p:sp>
        <p:nvSpPr>
          <p:cNvPr id="44035" name="Rectangle 3"/>
          <p:cNvSpPr>
            <a:spLocks noGrp="1" noChangeArrowheads="1"/>
          </p:cNvSpPr>
          <p:nvPr>
            <p:ph type="body" idx="1"/>
          </p:nvPr>
        </p:nvSpPr>
        <p:spPr/>
        <p:txBody>
          <a:bodyPr/>
          <a:lstStyle/>
          <a:p>
            <a:r>
              <a:rPr lang="en-US" altLang="en-US" sz="2400" dirty="0">
                <a:solidFill>
                  <a:srgbClr val="FF0000"/>
                </a:solidFill>
              </a:rPr>
              <a:t>HTTP request message:</a:t>
            </a:r>
            <a:endParaRPr lang="en-US" altLang="en-US" sz="2400" dirty="0"/>
          </a:p>
        </p:txBody>
      </p:sp>
      <p:sp>
        <p:nvSpPr>
          <p:cNvPr id="44036" name="Text Box 4"/>
          <p:cNvSpPr txBox="1">
            <a:spLocks noChangeArrowheads="1"/>
          </p:cNvSpPr>
          <p:nvPr/>
        </p:nvSpPr>
        <p:spPr bwMode="auto">
          <a:xfrm>
            <a:off x="2895600" y="2511132"/>
            <a:ext cx="4955203" cy="22159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en-US" altLang="en-US" sz="2000" b="1" dirty="0">
                <a:latin typeface="Courier New" panose="02070309020205020404" pitchFamily="49" charset="0"/>
              </a:rPr>
              <a:t>GET /</a:t>
            </a:r>
            <a:r>
              <a:rPr lang="en-US" altLang="en-US" sz="2000" b="1" dirty="0" err="1">
                <a:latin typeface="Courier New" panose="02070309020205020404" pitchFamily="49" charset="0"/>
              </a:rPr>
              <a:t>somedir</a:t>
            </a:r>
            <a:r>
              <a:rPr lang="en-US" altLang="en-US" sz="2000" b="1" dirty="0">
                <a:latin typeface="Courier New" panose="02070309020205020404" pitchFamily="49" charset="0"/>
              </a:rPr>
              <a:t>/page.html HTTP/1.1</a:t>
            </a:r>
          </a:p>
          <a:p>
            <a:pPr>
              <a:spcBef>
                <a:spcPct val="0"/>
              </a:spcBef>
              <a:buClrTx/>
              <a:buSzTx/>
              <a:buFontTx/>
              <a:buNone/>
            </a:pPr>
            <a:r>
              <a:rPr lang="en-US" altLang="en-US" sz="2000" b="1" dirty="0">
                <a:latin typeface="Courier New" panose="02070309020205020404" pitchFamily="49" charset="0"/>
              </a:rPr>
              <a:t>Host: www.someschool.edu </a:t>
            </a:r>
          </a:p>
          <a:p>
            <a:pPr>
              <a:spcBef>
                <a:spcPct val="0"/>
              </a:spcBef>
              <a:buClrTx/>
              <a:buSzTx/>
              <a:buFontTx/>
              <a:buNone/>
            </a:pPr>
            <a:r>
              <a:rPr lang="en-US" altLang="en-US" sz="2000" b="1" dirty="0">
                <a:latin typeface="Courier New" panose="02070309020205020404" pitchFamily="49" charset="0"/>
              </a:rPr>
              <a:t>User-agent: Mozilla/4.0</a:t>
            </a:r>
          </a:p>
          <a:p>
            <a:pPr>
              <a:spcBef>
                <a:spcPct val="0"/>
              </a:spcBef>
              <a:buClrTx/>
              <a:buSzTx/>
              <a:buFontTx/>
              <a:buNone/>
            </a:pPr>
            <a:r>
              <a:rPr lang="en-US" altLang="en-US" sz="2000" b="1" dirty="0">
                <a:latin typeface="Courier New" panose="02070309020205020404" pitchFamily="49" charset="0"/>
              </a:rPr>
              <a:t>Connection: close </a:t>
            </a:r>
          </a:p>
          <a:p>
            <a:pPr>
              <a:spcBef>
                <a:spcPct val="0"/>
              </a:spcBef>
              <a:buClrTx/>
              <a:buSzTx/>
              <a:buFontTx/>
              <a:buNone/>
            </a:pPr>
            <a:r>
              <a:rPr lang="en-US" altLang="en-US" sz="2000" b="1" dirty="0" err="1">
                <a:latin typeface="Courier New" panose="02070309020205020404" pitchFamily="49" charset="0"/>
              </a:rPr>
              <a:t>Accept-language:fr</a:t>
            </a:r>
            <a:r>
              <a:rPr lang="en-US" altLang="en-US" sz="2000" b="1" dirty="0">
                <a:latin typeface="Courier New" panose="02070309020205020404" pitchFamily="49" charset="0"/>
              </a:rPr>
              <a:t> </a:t>
            </a:r>
          </a:p>
          <a:p>
            <a:pPr>
              <a:spcBef>
                <a:spcPct val="0"/>
              </a:spcBef>
              <a:buClrTx/>
              <a:buSzTx/>
              <a:buFontTx/>
              <a:buNone/>
            </a:pPr>
            <a:endParaRPr lang="en-US" altLang="en-US" dirty="0">
              <a:latin typeface="Times New Roman" panose="02020603050405020304" pitchFamily="18" charset="0"/>
            </a:endParaRPr>
          </a:p>
          <a:p>
            <a:pPr>
              <a:spcBef>
                <a:spcPct val="0"/>
              </a:spcBef>
              <a:buClrTx/>
              <a:buSzTx/>
              <a:buFontTx/>
              <a:buNone/>
            </a:pPr>
            <a:r>
              <a:rPr lang="en-US" altLang="en-US" sz="2000" dirty="0">
                <a:latin typeface="Arial" panose="020B0604020202020204" pitchFamily="34" charset="0"/>
              </a:rPr>
              <a:t>(Entity body)</a:t>
            </a:r>
            <a:endParaRPr lang="en-US" altLang="en-US" dirty="0">
              <a:latin typeface="Times New Roman" panose="02020603050405020304" pitchFamily="18" charset="0"/>
            </a:endParaRPr>
          </a:p>
        </p:txBody>
      </p:sp>
      <p:sp>
        <p:nvSpPr>
          <p:cNvPr id="44037" name="Text Box 5"/>
          <p:cNvSpPr txBox="1">
            <a:spLocks noChangeArrowheads="1"/>
          </p:cNvSpPr>
          <p:nvPr/>
        </p:nvSpPr>
        <p:spPr bwMode="auto">
          <a:xfrm>
            <a:off x="169863" y="2169820"/>
            <a:ext cx="2270125"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2000" dirty="0">
                <a:solidFill>
                  <a:schemeClr val="accent2"/>
                </a:solidFill>
              </a:rPr>
              <a:t>request line</a:t>
            </a:r>
          </a:p>
          <a:p>
            <a:pPr algn="ctr">
              <a:spcBef>
                <a:spcPct val="0"/>
              </a:spcBef>
              <a:buClrTx/>
              <a:buSzTx/>
              <a:buFontTx/>
              <a:buNone/>
            </a:pPr>
            <a:r>
              <a:rPr lang="en-US" altLang="en-US" sz="2000" dirty="0">
                <a:solidFill>
                  <a:schemeClr val="accent2"/>
                </a:solidFill>
              </a:rPr>
              <a:t>(GET, POST, </a:t>
            </a:r>
          </a:p>
          <a:p>
            <a:pPr algn="ctr">
              <a:spcBef>
                <a:spcPct val="0"/>
              </a:spcBef>
              <a:buClrTx/>
              <a:buSzTx/>
              <a:buFontTx/>
              <a:buNone/>
            </a:pPr>
            <a:r>
              <a:rPr lang="en-US" altLang="en-US" sz="2000" dirty="0">
                <a:solidFill>
                  <a:schemeClr val="accent2"/>
                </a:solidFill>
              </a:rPr>
              <a:t>HEAD commands)</a:t>
            </a:r>
            <a:endParaRPr lang="en-US" altLang="en-US" dirty="0">
              <a:latin typeface="Times New Roman" panose="02020603050405020304" pitchFamily="18" charset="0"/>
            </a:endParaRPr>
          </a:p>
        </p:txBody>
      </p:sp>
      <p:sp>
        <p:nvSpPr>
          <p:cNvPr id="44038" name="Line 6"/>
          <p:cNvSpPr>
            <a:spLocks noChangeShapeType="1"/>
          </p:cNvSpPr>
          <p:nvPr/>
        </p:nvSpPr>
        <p:spPr bwMode="auto">
          <a:xfrm>
            <a:off x="2009775" y="2380957"/>
            <a:ext cx="923925" cy="257175"/>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4039" name="Freeform 7"/>
          <p:cNvSpPr>
            <a:spLocks/>
          </p:cNvSpPr>
          <p:nvPr/>
        </p:nvSpPr>
        <p:spPr bwMode="auto">
          <a:xfrm>
            <a:off x="2914650" y="2819107"/>
            <a:ext cx="227013" cy="1311275"/>
          </a:xfrm>
          <a:custGeom>
            <a:avLst/>
            <a:gdLst>
              <a:gd name="T0" fmla="*/ 122 w 150"/>
              <a:gd name="T1" fmla="*/ 6 h 924"/>
              <a:gd name="T2" fmla="*/ 0 w 150"/>
              <a:gd name="T3" fmla="*/ 0 h 924"/>
              <a:gd name="T4" fmla="*/ 0 w 150"/>
              <a:gd name="T5" fmla="*/ 924 h 924"/>
              <a:gd name="T6" fmla="*/ 150 w 150"/>
              <a:gd name="T7" fmla="*/ 918 h 924"/>
            </a:gdLst>
            <a:ahLst/>
            <a:cxnLst>
              <a:cxn ang="0">
                <a:pos x="T0" y="T1"/>
              </a:cxn>
              <a:cxn ang="0">
                <a:pos x="T2" y="T3"/>
              </a:cxn>
              <a:cxn ang="0">
                <a:pos x="T4" y="T5"/>
              </a:cxn>
              <a:cxn ang="0">
                <a:pos x="T6" y="T7"/>
              </a:cxn>
            </a:cxnLst>
            <a:rect l="0" t="0" r="r" b="b"/>
            <a:pathLst>
              <a:path w="150" h="924">
                <a:moveTo>
                  <a:pt x="122" y="6"/>
                </a:moveTo>
                <a:lnTo>
                  <a:pt x="0" y="0"/>
                </a:lnTo>
                <a:lnTo>
                  <a:pt x="0" y="924"/>
                </a:lnTo>
                <a:lnTo>
                  <a:pt x="150" y="918"/>
                </a:lnTo>
              </a:path>
            </a:pathLst>
          </a:custGeom>
          <a:noFill/>
          <a:ln w="190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4040" name="Text Box 8"/>
          <p:cNvSpPr txBox="1">
            <a:spLocks noChangeArrowheads="1"/>
          </p:cNvSpPr>
          <p:nvPr/>
        </p:nvSpPr>
        <p:spPr bwMode="auto">
          <a:xfrm>
            <a:off x="1909763" y="3322345"/>
            <a:ext cx="1011237"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spcBef>
                <a:spcPct val="0"/>
              </a:spcBef>
              <a:buClrTx/>
              <a:buSzTx/>
              <a:buFontTx/>
              <a:buNone/>
            </a:pPr>
            <a:r>
              <a:rPr lang="en-US" altLang="en-US" sz="2000">
                <a:solidFill>
                  <a:schemeClr val="accent2"/>
                </a:solidFill>
              </a:rPr>
              <a:t>header</a:t>
            </a:r>
          </a:p>
          <a:p>
            <a:pPr algn="r">
              <a:spcBef>
                <a:spcPct val="0"/>
              </a:spcBef>
              <a:buClrTx/>
              <a:buSzTx/>
              <a:buFontTx/>
              <a:buNone/>
            </a:pPr>
            <a:r>
              <a:rPr lang="en-US" altLang="en-US" sz="2000">
                <a:solidFill>
                  <a:schemeClr val="accent2"/>
                </a:solidFill>
              </a:rPr>
              <a:t> lines</a:t>
            </a:r>
            <a:endParaRPr lang="en-US" altLang="en-US">
              <a:latin typeface="Times New Roman" panose="02020603050405020304" pitchFamily="18" charset="0"/>
            </a:endParaRPr>
          </a:p>
        </p:txBody>
      </p:sp>
      <p:sp>
        <p:nvSpPr>
          <p:cNvPr id="44042" name="Line 10"/>
          <p:cNvSpPr>
            <a:spLocks noChangeShapeType="1"/>
          </p:cNvSpPr>
          <p:nvPr/>
        </p:nvSpPr>
        <p:spPr bwMode="auto">
          <a:xfrm flipV="1">
            <a:off x="2133600" y="4260557"/>
            <a:ext cx="1008063" cy="38735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4043" name="Text Box 11"/>
          <p:cNvSpPr txBox="1">
            <a:spLocks noChangeArrowheads="1"/>
          </p:cNvSpPr>
          <p:nvPr/>
        </p:nvSpPr>
        <p:spPr bwMode="auto">
          <a:xfrm>
            <a:off x="270921" y="4390732"/>
            <a:ext cx="2048959"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2000" dirty="0">
                <a:solidFill>
                  <a:schemeClr val="accent2"/>
                </a:solidFill>
              </a:rPr>
              <a:t>Carriage return, </a:t>
            </a:r>
          </a:p>
          <a:p>
            <a:pPr algn="ctr">
              <a:spcBef>
                <a:spcPct val="0"/>
              </a:spcBef>
              <a:buClrTx/>
              <a:buSzTx/>
              <a:buFontTx/>
              <a:buNone/>
            </a:pPr>
            <a:r>
              <a:rPr lang="en-US" altLang="en-US" sz="2000" dirty="0">
                <a:solidFill>
                  <a:schemeClr val="accent2"/>
                </a:solidFill>
              </a:rPr>
              <a:t>blank line</a:t>
            </a:r>
          </a:p>
        </p:txBody>
      </p:sp>
      <p:sp>
        <p:nvSpPr>
          <p:cNvPr id="2" name="Rectangle 1"/>
          <p:cNvSpPr/>
          <p:nvPr/>
        </p:nvSpPr>
        <p:spPr>
          <a:xfrm>
            <a:off x="2933700" y="2819107"/>
            <a:ext cx="3895725" cy="357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 name="Oval Callout 3"/>
          <p:cNvSpPr/>
          <p:nvPr/>
        </p:nvSpPr>
        <p:spPr>
          <a:xfrm>
            <a:off x="6175610" y="3401719"/>
            <a:ext cx="2819400" cy="728663"/>
          </a:xfrm>
          <a:prstGeom prst="wedgeEllipseCallout">
            <a:avLst>
              <a:gd name="adj1" fmla="val -68532"/>
              <a:gd name="adj2" fmla="val -176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err="1">
                <a:ln w="0"/>
                <a:solidFill>
                  <a:schemeClr val="tx1"/>
                </a:solidFill>
                <a:effectLst>
                  <a:outerShdw blurRad="38100" dist="19050" dir="2700000" algn="tl" rotWithShape="0">
                    <a:schemeClr val="dk1">
                      <a:alpha val="40000"/>
                    </a:schemeClr>
                  </a:outerShdw>
                </a:effectLst>
              </a:rPr>
              <a:t>Nonpersistent</a:t>
            </a:r>
            <a:r>
              <a:rPr lang="en-NZ" dirty="0">
                <a:ln w="0"/>
                <a:solidFill>
                  <a:schemeClr val="tx1"/>
                </a:solidFill>
                <a:effectLst>
                  <a:outerShdw blurRad="38100" dist="19050" dir="2700000" algn="tl" rotWithShape="0">
                    <a:schemeClr val="dk1">
                      <a:alpha val="40000"/>
                    </a:schemeClr>
                  </a:outerShdw>
                </a:effectLst>
              </a:rPr>
              <a:t> connections</a:t>
            </a:r>
          </a:p>
        </p:txBody>
      </p:sp>
      <p:sp>
        <p:nvSpPr>
          <p:cNvPr id="15" name="Text Box 5"/>
          <p:cNvSpPr txBox="1">
            <a:spLocks noChangeArrowheads="1"/>
          </p:cNvSpPr>
          <p:nvPr/>
        </p:nvSpPr>
        <p:spPr bwMode="auto">
          <a:xfrm>
            <a:off x="5548485" y="1232798"/>
            <a:ext cx="1231556"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2000" dirty="0">
                <a:solidFill>
                  <a:schemeClr val="accent2"/>
                </a:solidFill>
              </a:rPr>
              <a:t>URL field</a:t>
            </a:r>
            <a:endParaRPr lang="en-US" altLang="en-US" dirty="0">
              <a:latin typeface="Times New Roman" panose="02020603050405020304" pitchFamily="18" charset="0"/>
            </a:endParaRPr>
          </a:p>
        </p:txBody>
      </p:sp>
      <p:sp>
        <p:nvSpPr>
          <p:cNvPr id="16" name="Line 6"/>
          <p:cNvSpPr>
            <a:spLocks noChangeShapeType="1"/>
          </p:cNvSpPr>
          <p:nvPr/>
        </p:nvSpPr>
        <p:spPr bwMode="auto">
          <a:xfrm flipH="1">
            <a:off x="5334000" y="1632909"/>
            <a:ext cx="533399" cy="878224"/>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7" name="Text Box 5"/>
          <p:cNvSpPr txBox="1">
            <a:spLocks noChangeArrowheads="1"/>
          </p:cNvSpPr>
          <p:nvPr/>
        </p:nvSpPr>
        <p:spPr bwMode="auto">
          <a:xfrm>
            <a:off x="6658552" y="1612312"/>
            <a:ext cx="2291205"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2000" dirty="0">
                <a:solidFill>
                  <a:schemeClr val="accent2"/>
                </a:solidFill>
              </a:rPr>
              <a:t>HTTP version field</a:t>
            </a:r>
            <a:endParaRPr lang="en-US" altLang="en-US" dirty="0">
              <a:latin typeface="Times New Roman" panose="02020603050405020304" pitchFamily="18" charset="0"/>
            </a:endParaRPr>
          </a:p>
        </p:txBody>
      </p:sp>
      <p:sp>
        <p:nvSpPr>
          <p:cNvPr id="18" name="Line 6"/>
          <p:cNvSpPr>
            <a:spLocks noChangeShapeType="1"/>
          </p:cNvSpPr>
          <p:nvPr/>
        </p:nvSpPr>
        <p:spPr bwMode="auto">
          <a:xfrm flipH="1">
            <a:off x="7162799" y="1941845"/>
            <a:ext cx="489744" cy="569286"/>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Tree>
    <p:extLst>
      <p:ext uri="{BB962C8B-B14F-4D97-AF65-F5344CB8AC3E}">
        <p14:creationId xmlns:p14="http://schemas.microsoft.com/office/powerpoint/2010/main" val="2231031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056"/>
            <a:ext cx="8229600" cy="1068480"/>
          </a:xfrm>
        </p:spPr>
        <p:txBody>
          <a:bodyPr/>
          <a:lstStyle/>
          <a:p>
            <a:r>
              <a:rPr lang="en-NZ" sz="2400" dirty="0"/>
              <a:t>HTTP Request Message - Accept-Language Header</a:t>
            </a:r>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26</a:t>
            </a:fld>
            <a:endParaRPr lang="en-US" dirty="0"/>
          </a:p>
        </p:txBody>
      </p:sp>
      <p:sp>
        <p:nvSpPr>
          <p:cNvPr id="7" name="Rectangle 3"/>
          <p:cNvSpPr>
            <a:spLocks noGrp="1" noChangeArrowheads="1"/>
          </p:cNvSpPr>
          <p:nvPr>
            <p:ph idx="1"/>
          </p:nvPr>
        </p:nvSpPr>
        <p:spPr bwMode="auto">
          <a:xfrm>
            <a:off x="677863" y="1138536"/>
            <a:ext cx="83058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spcBef>
                <a:spcPct val="0"/>
              </a:spcBef>
              <a:buClrTx/>
              <a:buNone/>
            </a:pPr>
            <a:r>
              <a:rPr lang="en-US" altLang="en-US" sz="2000" b="1" dirty="0">
                <a:solidFill>
                  <a:srgbClr val="000000"/>
                </a:solidFill>
                <a:latin typeface="Times New Roman" panose="02020603050405020304" pitchFamily="18" charset="0"/>
                <a:cs typeface="Times New Roman" panose="02020603050405020304" pitchFamily="18" charset="0"/>
              </a:rPr>
              <a:t>Accept-Language: </a:t>
            </a:r>
            <a:r>
              <a:rPr lang="en-US" altLang="en-US" sz="2000" dirty="0">
                <a:solidFill>
                  <a:srgbClr val="000000"/>
                </a:solidFill>
                <a:latin typeface="Times New Roman" panose="02020603050405020304" pitchFamily="18" charset="0"/>
                <a:cs typeface="Times New Roman" panose="02020603050405020304" pitchFamily="18" charset="0"/>
              </a:rPr>
              <a:t>&lt;language-range&gt;[;q=&lt;weight&gt;], &lt;language-range&gt;[;q=&lt;weight&gt;],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Each language-range MAY be given an associated quality value which represents an estimate of the user's preference for the languages specified by that range. The quality value defaults to "q=1".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For example,</a:t>
            </a:r>
            <a:endParaRPr kumimoji="0" lang="en-US" altLang="en-US" sz="2000" b="0" i="0" u="none" strike="noStrike" cap="none" normalizeH="0" baseline="0" dirty="0">
              <a:ln>
                <a:noFill/>
              </a:ln>
              <a:solidFill>
                <a:srgbClr val="000000"/>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Arial Unicode MS"/>
              </a:rPr>
              <a:t>Accept-Language: da, </a:t>
            </a:r>
            <a:r>
              <a:rPr kumimoji="0" lang="en-US" altLang="en-US" sz="2000" b="0" i="0" u="none" strike="noStrike" cap="none" normalizeH="0" baseline="0" dirty="0" err="1">
                <a:ln>
                  <a:noFill/>
                </a:ln>
                <a:solidFill>
                  <a:srgbClr val="000000"/>
                </a:solidFill>
                <a:effectLst/>
                <a:latin typeface="Arial Unicode MS"/>
              </a:rPr>
              <a:t>en-gb;q</a:t>
            </a:r>
            <a:r>
              <a:rPr kumimoji="0" lang="en-US" altLang="en-US" sz="2000" b="0" i="0" u="none" strike="noStrike" cap="none" normalizeH="0" baseline="0" dirty="0">
                <a:ln>
                  <a:noFill/>
                </a:ln>
                <a:solidFill>
                  <a:srgbClr val="000000"/>
                </a:solidFill>
                <a:effectLst/>
                <a:latin typeface="Arial Unicode MS"/>
              </a:rPr>
              <a:t>=0.8, </a:t>
            </a:r>
            <a:r>
              <a:rPr kumimoji="0" lang="en-US" altLang="en-US" sz="2000" b="0" i="0" u="none" strike="noStrike" cap="none" normalizeH="0" baseline="0" dirty="0" err="1">
                <a:ln>
                  <a:noFill/>
                </a:ln>
                <a:solidFill>
                  <a:srgbClr val="000000"/>
                </a:solidFill>
                <a:effectLst/>
                <a:latin typeface="Arial Unicode MS"/>
              </a:rPr>
              <a:t>en;q</a:t>
            </a:r>
            <a:r>
              <a:rPr kumimoji="0" lang="en-US" altLang="en-US" sz="2000" b="0" i="0" u="none" strike="noStrike" cap="none" normalizeH="0" baseline="0" dirty="0">
                <a:ln>
                  <a:noFill/>
                </a:ln>
                <a:solidFill>
                  <a:srgbClr val="000000"/>
                </a:solidFill>
                <a:effectLst/>
                <a:latin typeface="Arial Unicode MS"/>
              </a:rPr>
              <a:t>=0.7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would mean: "</a:t>
            </a:r>
            <a:r>
              <a:rPr kumimoji="0" lang="en-US" altLang="en-US"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 prefer Danish, but will accept British English and other types of English</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729050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General format of a request message</a:t>
            </a:r>
          </a:p>
        </p:txBody>
      </p:sp>
      <p:sp>
        <p:nvSpPr>
          <p:cNvPr id="5" name="Slide Number Placeholder 4"/>
          <p:cNvSpPr>
            <a:spLocks noGrp="1"/>
          </p:cNvSpPr>
          <p:nvPr>
            <p:ph type="sldNum" sz="quarter" idx="12"/>
          </p:nvPr>
        </p:nvSpPr>
        <p:spPr/>
        <p:txBody>
          <a:bodyPr/>
          <a:lstStyle/>
          <a:p>
            <a:fld id="{C7246C51-4319-4D09-89A9-525D5D0859C1}" type="slidenum">
              <a:rPr lang="en-US" altLang="en-US" smtClean="0"/>
              <a:pPr/>
              <a:t>27</a:t>
            </a:fld>
            <a:endParaRPr lang="en-US" altLang="en-US"/>
          </a:p>
        </p:txBody>
      </p:sp>
      <p:sp>
        <p:nvSpPr>
          <p:cNvPr id="7" name="Rectangle 6"/>
          <p:cNvSpPr/>
          <p:nvPr/>
        </p:nvSpPr>
        <p:spPr>
          <a:xfrm>
            <a:off x="1606296" y="1271986"/>
            <a:ext cx="1447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method</a:t>
            </a:r>
          </a:p>
        </p:txBody>
      </p:sp>
      <p:sp>
        <p:nvSpPr>
          <p:cNvPr id="8" name="Rectangle 7"/>
          <p:cNvSpPr/>
          <p:nvPr/>
        </p:nvSpPr>
        <p:spPr>
          <a:xfrm>
            <a:off x="3054096" y="1271986"/>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sp</a:t>
            </a:r>
            <a:endParaRPr lang="en-NZ" dirty="0">
              <a:solidFill>
                <a:schemeClr val="tx1"/>
              </a:solidFill>
            </a:endParaRPr>
          </a:p>
        </p:txBody>
      </p:sp>
      <p:sp>
        <p:nvSpPr>
          <p:cNvPr id="9" name="Rectangle 8"/>
          <p:cNvSpPr/>
          <p:nvPr/>
        </p:nvSpPr>
        <p:spPr>
          <a:xfrm>
            <a:off x="3358896" y="1271986"/>
            <a:ext cx="1447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URL</a:t>
            </a:r>
          </a:p>
        </p:txBody>
      </p:sp>
      <p:sp>
        <p:nvSpPr>
          <p:cNvPr id="10" name="Rectangle 9"/>
          <p:cNvSpPr/>
          <p:nvPr/>
        </p:nvSpPr>
        <p:spPr>
          <a:xfrm>
            <a:off x="4806696" y="1271986"/>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sp</a:t>
            </a:r>
            <a:endParaRPr lang="en-NZ" dirty="0">
              <a:solidFill>
                <a:schemeClr val="tx1"/>
              </a:solidFill>
            </a:endParaRPr>
          </a:p>
        </p:txBody>
      </p:sp>
      <p:sp>
        <p:nvSpPr>
          <p:cNvPr id="11" name="Rectangle 10"/>
          <p:cNvSpPr/>
          <p:nvPr/>
        </p:nvSpPr>
        <p:spPr>
          <a:xfrm>
            <a:off x="5111496" y="1271986"/>
            <a:ext cx="1447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Version</a:t>
            </a:r>
          </a:p>
        </p:txBody>
      </p:sp>
      <p:sp>
        <p:nvSpPr>
          <p:cNvPr id="12" name="Rectangle 11"/>
          <p:cNvSpPr/>
          <p:nvPr/>
        </p:nvSpPr>
        <p:spPr>
          <a:xfrm>
            <a:off x="6559296" y="1271986"/>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cr</a:t>
            </a:r>
            <a:endParaRPr lang="en-NZ" dirty="0">
              <a:solidFill>
                <a:schemeClr val="tx1"/>
              </a:solidFill>
            </a:endParaRPr>
          </a:p>
        </p:txBody>
      </p:sp>
      <p:sp>
        <p:nvSpPr>
          <p:cNvPr id="13" name="Rectangle 12"/>
          <p:cNvSpPr/>
          <p:nvPr/>
        </p:nvSpPr>
        <p:spPr>
          <a:xfrm>
            <a:off x="6842760" y="1271986"/>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a:solidFill>
                  <a:schemeClr val="tx1"/>
                </a:solidFill>
              </a:rPr>
              <a:t>lf</a:t>
            </a:r>
          </a:p>
        </p:txBody>
      </p:sp>
      <p:sp>
        <p:nvSpPr>
          <p:cNvPr id="14" name="Rectangle 13"/>
          <p:cNvSpPr/>
          <p:nvPr/>
        </p:nvSpPr>
        <p:spPr>
          <a:xfrm>
            <a:off x="1606296" y="1890730"/>
            <a:ext cx="2667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Header field name:</a:t>
            </a:r>
          </a:p>
        </p:txBody>
      </p:sp>
      <p:sp>
        <p:nvSpPr>
          <p:cNvPr id="16" name="Rectangle 15"/>
          <p:cNvSpPr/>
          <p:nvPr/>
        </p:nvSpPr>
        <p:spPr>
          <a:xfrm>
            <a:off x="4578096" y="1890730"/>
            <a:ext cx="106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value</a:t>
            </a:r>
          </a:p>
        </p:txBody>
      </p:sp>
      <p:sp>
        <p:nvSpPr>
          <p:cNvPr id="19" name="Rectangle 18"/>
          <p:cNvSpPr/>
          <p:nvPr/>
        </p:nvSpPr>
        <p:spPr>
          <a:xfrm>
            <a:off x="1606296" y="2509474"/>
            <a:ext cx="4626864" cy="81991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NZ"/>
          </a:p>
        </p:txBody>
      </p:sp>
      <p:sp>
        <p:nvSpPr>
          <p:cNvPr id="20" name="Rectangle 19"/>
          <p:cNvSpPr/>
          <p:nvPr/>
        </p:nvSpPr>
        <p:spPr>
          <a:xfrm>
            <a:off x="1606296" y="3338530"/>
            <a:ext cx="2667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Header field name:</a:t>
            </a:r>
          </a:p>
        </p:txBody>
      </p:sp>
      <p:sp>
        <p:nvSpPr>
          <p:cNvPr id="22" name="Rectangle 21"/>
          <p:cNvSpPr/>
          <p:nvPr/>
        </p:nvSpPr>
        <p:spPr>
          <a:xfrm>
            <a:off x="4578096" y="3338530"/>
            <a:ext cx="106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value</a:t>
            </a:r>
          </a:p>
        </p:txBody>
      </p:sp>
      <p:sp>
        <p:nvSpPr>
          <p:cNvPr id="27" name="Rectangle 26"/>
          <p:cNvSpPr/>
          <p:nvPr/>
        </p:nvSpPr>
        <p:spPr>
          <a:xfrm>
            <a:off x="1606296" y="4596568"/>
            <a:ext cx="7391400" cy="147601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NZ"/>
          </a:p>
        </p:txBody>
      </p:sp>
      <p:cxnSp>
        <p:nvCxnSpPr>
          <p:cNvPr id="29" name="Straight Connector 28"/>
          <p:cNvCxnSpPr/>
          <p:nvPr/>
        </p:nvCxnSpPr>
        <p:spPr>
          <a:xfrm flipV="1">
            <a:off x="1377696" y="2795986"/>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1377696" y="2939980"/>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6042660" y="2722786"/>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6042660" y="2866780"/>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1415796" y="5191024"/>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1415796" y="5335018"/>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8769096" y="5047030"/>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8769096" y="5191024"/>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5660136" y="1885027"/>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cr</a:t>
            </a:r>
            <a:endParaRPr lang="en-NZ" dirty="0">
              <a:solidFill>
                <a:schemeClr val="tx1"/>
              </a:solidFill>
            </a:endParaRPr>
          </a:p>
        </p:txBody>
      </p:sp>
      <p:sp>
        <p:nvSpPr>
          <p:cNvPr id="38" name="Rectangle 37"/>
          <p:cNvSpPr/>
          <p:nvPr/>
        </p:nvSpPr>
        <p:spPr>
          <a:xfrm>
            <a:off x="5943600" y="1885027"/>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a:solidFill>
                  <a:schemeClr val="tx1"/>
                </a:solidFill>
              </a:rPr>
              <a:t>lf</a:t>
            </a:r>
          </a:p>
        </p:txBody>
      </p:sp>
      <p:sp>
        <p:nvSpPr>
          <p:cNvPr id="39" name="Rectangle 38"/>
          <p:cNvSpPr/>
          <p:nvPr/>
        </p:nvSpPr>
        <p:spPr>
          <a:xfrm>
            <a:off x="5635752" y="3352591"/>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cr</a:t>
            </a:r>
            <a:endParaRPr lang="en-NZ" dirty="0">
              <a:solidFill>
                <a:schemeClr val="tx1"/>
              </a:solidFill>
            </a:endParaRPr>
          </a:p>
        </p:txBody>
      </p:sp>
      <p:sp>
        <p:nvSpPr>
          <p:cNvPr id="40" name="Rectangle 39"/>
          <p:cNvSpPr/>
          <p:nvPr/>
        </p:nvSpPr>
        <p:spPr>
          <a:xfrm>
            <a:off x="5919216" y="3352591"/>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a:solidFill>
                  <a:schemeClr val="tx1"/>
                </a:solidFill>
              </a:rPr>
              <a:t>lf</a:t>
            </a:r>
          </a:p>
        </p:txBody>
      </p:sp>
      <p:sp>
        <p:nvSpPr>
          <p:cNvPr id="41" name="Rectangle 40"/>
          <p:cNvSpPr/>
          <p:nvPr/>
        </p:nvSpPr>
        <p:spPr>
          <a:xfrm>
            <a:off x="1621536" y="3959977"/>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cr</a:t>
            </a:r>
            <a:endParaRPr lang="en-NZ" dirty="0">
              <a:solidFill>
                <a:schemeClr val="tx1"/>
              </a:solidFill>
            </a:endParaRPr>
          </a:p>
        </p:txBody>
      </p:sp>
      <p:sp>
        <p:nvSpPr>
          <p:cNvPr id="42" name="Rectangle 41"/>
          <p:cNvSpPr/>
          <p:nvPr/>
        </p:nvSpPr>
        <p:spPr>
          <a:xfrm>
            <a:off x="1905000" y="3959977"/>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a:solidFill>
                  <a:schemeClr val="tx1"/>
                </a:solidFill>
              </a:rPr>
              <a:t>lf</a:t>
            </a:r>
          </a:p>
        </p:txBody>
      </p:sp>
      <p:sp>
        <p:nvSpPr>
          <p:cNvPr id="43" name="Rectangle 42"/>
          <p:cNvSpPr/>
          <p:nvPr/>
        </p:nvSpPr>
        <p:spPr>
          <a:xfrm>
            <a:off x="4262628" y="1876669"/>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sp</a:t>
            </a:r>
            <a:endParaRPr lang="en-NZ" dirty="0">
              <a:solidFill>
                <a:schemeClr val="tx1"/>
              </a:solidFill>
            </a:endParaRPr>
          </a:p>
        </p:txBody>
      </p:sp>
      <p:sp>
        <p:nvSpPr>
          <p:cNvPr id="44" name="Rectangle 43"/>
          <p:cNvSpPr/>
          <p:nvPr/>
        </p:nvSpPr>
        <p:spPr>
          <a:xfrm>
            <a:off x="4282440" y="3338530"/>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sp</a:t>
            </a:r>
            <a:endParaRPr lang="en-NZ" dirty="0">
              <a:solidFill>
                <a:schemeClr val="tx1"/>
              </a:solidFill>
            </a:endParaRPr>
          </a:p>
        </p:txBody>
      </p:sp>
      <p:sp>
        <p:nvSpPr>
          <p:cNvPr id="45" name="TextBox 44"/>
          <p:cNvSpPr txBox="1"/>
          <p:nvPr/>
        </p:nvSpPr>
        <p:spPr>
          <a:xfrm>
            <a:off x="19594" y="1343366"/>
            <a:ext cx="1467068" cy="369332"/>
          </a:xfrm>
          <a:prstGeom prst="rect">
            <a:avLst/>
          </a:prstGeom>
          <a:noFill/>
        </p:spPr>
        <p:txBody>
          <a:bodyPr wrap="none" rtlCol="0">
            <a:spAutoFit/>
          </a:bodyPr>
          <a:lstStyle/>
          <a:p>
            <a:r>
              <a:rPr lang="en-NZ" dirty="0"/>
              <a:t>Request line</a:t>
            </a:r>
          </a:p>
        </p:txBody>
      </p:sp>
      <p:sp>
        <p:nvSpPr>
          <p:cNvPr id="46" name="TextBox 45"/>
          <p:cNvSpPr txBox="1"/>
          <p:nvPr/>
        </p:nvSpPr>
        <p:spPr>
          <a:xfrm>
            <a:off x="2935136" y="2682114"/>
            <a:ext cx="1479892" cy="369332"/>
          </a:xfrm>
          <a:prstGeom prst="rect">
            <a:avLst/>
          </a:prstGeom>
          <a:noFill/>
        </p:spPr>
        <p:txBody>
          <a:bodyPr wrap="none" rtlCol="0">
            <a:spAutoFit/>
          </a:bodyPr>
          <a:lstStyle/>
          <a:p>
            <a:r>
              <a:rPr lang="en-NZ" dirty="0"/>
              <a:t>Header lines</a:t>
            </a:r>
          </a:p>
        </p:txBody>
      </p:sp>
      <p:sp>
        <p:nvSpPr>
          <p:cNvPr id="47" name="TextBox 46"/>
          <p:cNvSpPr txBox="1"/>
          <p:nvPr/>
        </p:nvSpPr>
        <p:spPr>
          <a:xfrm>
            <a:off x="290658" y="4109674"/>
            <a:ext cx="1184940" cy="369332"/>
          </a:xfrm>
          <a:prstGeom prst="rect">
            <a:avLst/>
          </a:prstGeom>
          <a:noFill/>
        </p:spPr>
        <p:txBody>
          <a:bodyPr wrap="none" rtlCol="0">
            <a:spAutoFit/>
          </a:bodyPr>
          <a:lstStyle/>
          <a:p>
            <a:r>
              <a:rPr lang="en-NZ" dirty="0"/>
              <a:t>Blank line</a:t>
            </a:r>
          </a:p>
        </p:txBody>
      </p:sp>
      <p:sp>
        <p:nvSpPr>
          <p:cNvPr id="48" name="TextBox 47"/>
          <p:cNvSpPr txBox="1"/>
          <p:nvPr/>
        </p:nvSpPr>
        <p:spPr>
          <a:xfrm>
            <a:off x="3082612" y="5182321"/>
            <a:ext cx="1326004" cy="369332"/>
          </a:xfrm>
          <a:prstGeom prst="rect">
            <a:avLst/>
          </a:prstGeom>
          <a:noFill/>
        </p:spPr>
        <p:txBody>
          <a:bodyPr wrap="none" rtlCol="0">
            <a:spAutoFit/>
          </a:bodyPr>
          <a:lstStyle/>
          <a:p>
            <a:r>
              <a:rPr lang="en-NZ" dirty="0"/>
              <a:t>Entity body</a:t>
            </a:r>
          </a:p>
        </p:txBody>
      </p:sp>
      <p:sp>
        <p:nvSpPr>
          <p:cNvPr id="3" name="TextBox 2">
            <a:extLst>
              <a:ext uri="{FF2B5EF4-FFF2-40B4-BE49-F238E27FC236}">
                <a16:creationId xmlns:a16="http://schemas.microsoft.com/office/drawing/2014/main" id="{C4A54D73-35EC-87E7-72A0-F7006AC10E20}"/>
              </a:ext>
            </a:extLst>
          </p:cNvPr>
          <p:cNvSpPr txBox="1"/>
          <p:nvPr/>
        </p:nvSpPr>
        <p:spPr>
          <a:xfrm>
            <a:off x="30635" y="2866780"/>
            <a:ext cx="1479892" cy="369332"/>
          </a:xfrm>
          <a:prstGeom prst="rect">
            <a:avLst/>
          </a:prstGeom>
          <a:noFill/>
        </p:spPr>
        <p:txBody>
          <a:bodyPr wrap="none" rtlCol="0">
            <a:spAutoFit/>
          </a:bodyPr>
          <a:lstStyle/>
          <a:p>
            <a:r>
              <a:rPr lang="en-NZ" dirty="0"/>
              <a:t>Header lines</a:t>
            </a:r>
          </a:p>
        </p:txBody>
      </p:sp>
      <p:sp>
        <p:nvSpPr>
          <p:cNvPr id="4" name="Oval Callout 3">
            <a:extLst>
              <a:ext uri="{FF2B5EF4-FFF2-40B4-BE49-F238E27FC236}">
                <a16:creationId xmlns:a16="http://schemas.microsoft.com/office/drawing/2014/main" id="{FF7D5F7E-0F98-FB7F-F070-4D4945D5CBFA}"/>
              </a:ext>
            </a:extLst>
          </p:cNvPr>
          <p:cNvSpPr/>
          <p:nvPr/>
        </p:nvSpPr>
        <p:spPr>
          <a:xfrm>
            <a:off x="117348" y="5809768"/>
            <a:ext cx="3276600" cy="1048232"/>
          </a:xfrm>
          <a:prstGeom prst="wedgeEllipseCallout">
            <a:avLst>
              <a:gd name="adj1" fmla="val 33909"/>
              <a:gd name="adj2" fmla="val -7674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Empty for GET but it is used with POST (filling a form);</a:t>
            </a:r>
          </a:p>
        </p:txBody>
      </p:sp>
      <p:sp>
        <p:nvSpPr>
          <p:cNvPr id="6" name="Oval Callout 5">
            <a:extLst>
              <a:ext uri="{FF2B5EF4-FFF2-40B4-BE49-F238E27FC236}">
                <a16:creationId xmlns:a16="http://schemas.microsoft.com/office/drawing/2014/main" id="{63A15A4E-7EC6-8449-50F5-FD4683F8C6EE}"/>
              </a:ext>
            </a:extLst>
          </p:cNvPr>
          <p:cNvSpPr/>
          <p:nvPr/>
        </p:nvSpPr>
        <p:spPr>
          <a:xfrm>
            <a:off x="6306312" y="2401630"/>
            <a:ext cx="3048000" cy="1668963"/>
          </a:xfrm>
          <a:prstGeom prst="wedgeEllipseCallout">
            <a:avLst>
              <a:gd name="adj1" fmla="val -53234"/>
              <a:gd name="adj2" fmla="val -2410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NZ" dirty="0">
                <a:solidFill>
                  <a:schemeClr val="tx1"/>
                </a:solidFill>
              </a:rPr>
              <a:t>Order is not significant, but it is good to send fields containing control data first.</a:t>
            </a:r>
          </a:p>
        </p:txBody>
      </p:sp>
      <p:sp>
        <p:nvSpPr>
          <p:cNvPr id="15" name="Oval Callout 14">
            <a:extLst>
              <a:ext uri="{FF2B5EF4-FFF2-40B4-BE49-F238E27FC236}">
                <a16:creationId xmlns:a16="http://schemas.microsoft.com/office/drawing/2014/main" id="{86BF4117-983A-8B6F-4896-08C25C7DF229}"/>
              </a:ext>
            </a:extLst>
          </p:cNvPr>
          <p:cNvSpPr/>
          <p:nvPr/>
        </p:nvSpPr>
        <p:spPr>
          <a:xfrm>
            <a:off x="4876800" y="5076032"/>
            <a:ext cx="3276600" cy="1828800"/>
          </a:xfrm>
          <a:prstGeom prst="wedgeEllipseCallout">
            <a:avLst>
              <a:gd name="adj1" fmla="val -77076"/>
              <a:gd name="adj2" fmla="val -919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An empty line to indicate the end of the header section</a:t>
            </a:r>
          </a:p>
        </p:txBody>
      </p:sp>
    </p:spTree>
    <p:extLst>
      <p:ext uri="{BB962C8B-B14F-4D97-AF65-F5344CB8AC3E}">
        <p14:creationId xmlns:p14="http://schemas.microsoft.com/office/powerpoint/2010/main" val="793356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663D4-0E8F-BADA-7C0C-B850B1BC5800}"/>
              </a:ext>
            </a:extLst>
          </p:cNvPr>
          <p:cNvSpPr>
            <a:spLocks noGrp="1"/>
          </p:cNvSpPr>
          <p:nvPr>
            <p:ph type="title"/>
          </p:nvPr>
        </p:nvSpPr>
        <p:spPr>
          <a:xfrm>
            <a:off x="0" y="70056"/>
            <a:ext cx="9144000" cy="723900"/>
          </a:xfrm>
        </p:spPr>
        <p:txBody>
          <a:bodyPr/>
          <a:lstStyle/>
          <a:p>
            <a:r>
              <a:rPr lang="en-US" altLang="en-US" sz="3000" dirty="0"/>
              <a:t>HTTP Request Message – Request Methods</a:t>
            </a:r>
            <a:endParaRPr lang="en-AU" sz="3000" dirty="0"/>
          </a:p>
        </p:txBody>
      </p:sp>
      <p:sp>
        <p:nvSpPr>
          <p:cNvPr id="3" name="Content Placeholder 2">
            <a:extLst>
              <a:ext uri="{FF2B5EF4-FFF2-40B4-BE49-F238E27FC236}">
                <a16:creationId xmlns:a16="http://schemas.microsoft.com/office/drawing/2014/main" id="{CA234A96-43DA-C440-C1ED-2BD5D1E9CAEE}"/>
              </a:ext>
            </a:extLst>
          </p:cNvPr>
          <p:cNvSpPr>
            <a:spLocks noGrp="1"/>
          </p:cNvSpPr>
          <p:nvPr>
            <p:ph idx="1"/>
          </p:nvPr>
        </p:nvSpPr>
        <p:spPr>
          <a:xfrm>
            <a:off x="457200" y="990600"/>
            <a:ext cx="8229600" cy="685800"/>
          </a:xfrm>
        </p:spPr>
        <p:txBody>
          <a:bodyPr/>
          <a:lstStyle/>
          <a:p>
            <a:r>
              <a:rPr lang="en-GB" sz="2400" dirty="0"/>
              <a:t>Some built-in HTTP request methods</a:t>
            </a:r>
            <a:endParaRPr lang="en-AU" sz="2400" dirty="0"/>
          </a:p>
        </p:txBody>
      </p:sp>
      <p:sp>
        <p:nvSpPr>
          <p:cNvPr id="4" name="Slide Number Placeholder 3">
            <a:extLst>
              <a:ext uri="{FF2B5EF4-FFF2-40B4-BE49-F238E27FC236}">
                <a16:creationId xmlns:a16="http://schemas.microsoft.com/office/drawing/2014/main" id="{61C301A2-5993-D59E-6124-869E7CAA0633}"/>
              </a:ext>
            </a:extLst>
          </p:cNvPr>
          <p:cNvSpPr>
            <a:spLocks noGrp="1"/>
          </p:cNvSpPr>
          <p:nvPr>
            <p:ph type="sldNum" sz="quarter" idx="4"/>
          </p:nvPr>
        </p:nvSpPr>
        <p:spPr/>
        <p:txBody>
          <a:bodyPr/>
          <a:lstStyle/>
          <a:p>
            <a:pPr>
              <a:defRPr/>
            </a:pPr>
            <a:fld id="{DACE9E11-39C8-4E20-894F-A4A883CCF6EF}" type="slidenum">
              <a:rPr lang="en-US" smtClean="0"/>
              <a:pPr>
                <a:defRPr/>
              </a:pPr>
              <a:t>28</a:t>
            </a:fld>
            <a:endParaRPr lang="en-US" dirty="0"/>
          </a:p>
        </p:txBody>
      </p:sp>
      <p:pic>
        <p:nvPicPr>
          <p:cNvPr id="6" name="Picture 5">
            <a:extLst>
              <a:ext uri="{FF2B5EF4-FFF2-40B4-BE49-F238E27FC236}">
                <a16:creationId xmlns:a16="http://schemas.microsoft.com/office/drawing/2014/main" id="{F5AA6AF6-A91B-ABB0-6E69-754E9391EE1F}"/>
              </a:ext>
            </a:extLst>
          </p:cNvPr>
          <p:cNvPicPr>
            <a:picLocks noChangeAspect="1"/>
          </p:cNvPicPr>
          <p:nvPr/>
        </p:nvPicPr>
        <p:blipFill>
          <a:blip r:embed="rId3"/>
          <a:stretch>
            <a:fillRect/>
          </a:stretch>
        </p:blipFill>
        <p:spPr>
          <a:xfrm>
            <a:off x="1940733" y="1873044"/>
            <a:ext cx="5262534" cy="3806179"/>
          </a:xfrm>
          <a:prstGeom prst="rect">
            <a:avLst/>
          </a:prstGeom>
        </p:spPr>
      </p:pic>
      <p:sp>
        <p:nvSpPr>
          <p:cNvPr id="7" name="TextBox 7">
            <a:extLst>
              <a:ext uri="{FF2B5EF4-FFF2-40B4-BE49-F238E27FC236}">
                <a16:creationId xmlns:a16="http://schemas.microsoft.com/office/drawing/2014/main" id="{70728FFB-B8A0-22FD-8E4F-915AF35294BA}"/>
              </a:ext>
            </a:extLst>
          </p:cNvPr>
          <p:cNvSpPr txBox="1"/>
          <p:nvPr/>
        </p:nvSpPr>
        <p:spPr>
          <a:xfrm>
            <a:off x="1143000" y="6422395"/>
            <a:ext cx="6858000" cy="261610"/>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GB" sz="1100" dirty="0"/>
              <a:t>Source: Andrew S. Tanenbaum &amp; David J. Wetherall, Computer Networks, 5th edition, 2010, Figure 7-37. </a:t>
            </a:r>
            <a:endParaRPr lang="en-AU" sz="1100" dirty="0"/>
          </a:p>
        </p:txBody>
      </p:sp>
    </p:spTree>
    <p:extLst>
      <p:ext uri="{BB962C8B-B14F-4D97-AF65-F5344CB8AC3E}">
        <p14:creationId xmlns:p14="http://schemas.microsoft.com/office/powerpoint/2010/main" val="5832912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4294967295"/>
          </p:nvPr>
        </p:nvSpPr>
        <p:spPr>
          <a:xfrm>
            <a:off x="8305800" y="6400800"/>
            <a:ext cx="457200" cy="457200"/>
          </a:xfrm>
          <a:prstGeom prst="rect">
            <a:avLst/>
          </a:prstGeom>
        </p:spPr>
        <p:txBody>
          <a:bodyPr/>
          <a:lstStyle/>
          <a:p>
            <a:fld id="{4CD0C497-AA37-4315-893F-02FA739D9762}" type="slidenum">
              <a:rPr lang="en-US" altLang="en-US"/>
              <a:pPr/>
              <a:t>29</a:t>
            </a:fld>
            <a:endParaRPr lang="en-US" altLang="en-US"/>
          </a:p>
        </p:txBody>
      </p:sp>
      <p:sp>
        <p:nvSpPr>
          <p:cNvPr id="45058" name="Rectangle 2"/>
          <p:cNvSpPr>
            <a:spLocks noGrp="1" noChangeArrowheads="1"/>
          </p:cNvSpPr>
          <p:nvPr>
            <p:ph type="title"/>
          </p:nvPr>
        </p:nvSpPr>
        <p:spPr/>
        <p:txBody>
          <a:bodyPr/>
          <a:lstStyle/>
          <a:p>
            <a:r>
              <a:rPr lang="en-US" altLang="en-US" sz="3600"/>
              <a:t>HTTP response message</a:t>
            </a:r>
            <a:endParaRPr lang="en-US" altLang="en-US"/>
          </a:p>
        </p:txBody>
      </p:sp>
      <p:sp>
        <p:nvSpPr>
          <p:cNvPr id="45060" name="Text Box 4"/>
          <p:cNvSpPr txBox="1">
            <a:spLocks noChangeArrowheads="1"/>
          </p:cNvSpPr>
          <p:nvPr/>
        </p:nvSpPr>
        <p:spPr bwMode="auto">
          <a:xfrm>
            <a:off x="3181350" y="1987550"/>
            <a:ext cx="5822950" cy="283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en-US" altLang="en-US" sz="2000" b="1">
                <a:latin typeface="Courier New" panose="02070309020205020404" pitchFamily="49" charset="0"/>
              </a:rPr>
              <a:t>HTTP/1.1 200 OK </a:t>
            </a:r>
          </a:p>
          <a:p>
            <a:pPr>
              <a:spcBef>
                <a:spcPct val="0"/>
              </a:spcBef>
              <a:buClrTx/>
              <a:buSzTx/>
              <a:buFontTx/>
              <a:buNone/>
            </a:pPr>
            <a:r>
              <a:rPr lang="en-US" altLang="en-US" sz="2000" b="1">
                <a:latin typeface="Courier New" panose="02070309020205020404" pitchFamily="49" charset="0"/>
              </a:rPr>
              <a:t>Connection close</a:t>
            </a:r>
          </a:p>
          <a:p>
            <a:pPr>
              <a:spcBef>
                <a:spcPct val="0"/>
              </a:spcBef>
              <a:buClrTx/>
              <a:buSzTx/>
              <a:buFontTx/>
              <a:buNone/>
            </a:pPr>
            <a:r>
              <a:rPr lang="en-US" altLang="en-US" sz="2000" b="1">
                <a:latin typeface="Courier New" panose="02070309020205020404" pitchFamily="49" charset="0"/>
              </a:rPr>
              <a:t>Date: Thu, 06 Aug 1998 12:00:15 GMT </a:t>
            </a:r>
          </a:p>
          <a:p>
            <a:pPr>
              <a:spcBef>
                <a:spcPct val="0"/>
              </a:spcBef>
              <a:buClrTx/>
              <a:buSzTx/>
              <a:buFontTx/>
              <a:buNone/>
            </a:pPr>
            <a:r>
              <a:rPr lang="en-US" altLang="en-US" sz="2000" b="1">
                <a:latin typeface="Courier New" panose="02070309020205020404" pitchFamily="49" charset="0"/>
              </a:rPr>
              <a:t>Server: Apache/1.3.0 (Unix) </a:t>
            </a:r>
          </a:p>
          <a:p>
            <a:pPr>
              <a:spcBef>
                <a:spcPct val="0"/>
              </a:spcBef>
              <a:buClrTx/>
              <a:buSzTx/>
              <a:buFontTx/>
              <a:buNone/>
            </a:pPr>
            <a:r>
              <a:rPr lang="en-US" altLang="en-US" sz="2000" b="1">
                <a:latin typeface="Courier New" panose="02070309020205020404" pitchFamily="49" charset="0"/>
              </a:rPr>
              <a:t>Last-Modified: Mon, 22 Jun 1998 …... </a:t>
            </a:r>
          </a:p>
          <a:p>
            <a:pPr>
              <a:spcBef>
                <a:spcPct val="0"/>
              </a:spcBef>
              <a:buClrTx/>
              <a:buSzTx/>
              <a:buFontTx/>
              <a:buNone/>
            </a:pPr>
            <a:r>
              <a:rPr lang="en-US" altLang="en-US" sz="2000" b="1">
                <a:latin typeface="Courier New" panose="02070309020205020404" pitchFamily="49" charset="0"/>
              </a:rPr>
              <a:t>Content-Length: 6821 </a:t>
            </a:r>
          </a:p>
          <a:p>
            <a:pPr>
              <a:spcBef>
                <a:spcPct val="0"/>
              </a:spcBef>
              <a:buClrTx/>
              <a:buSzTx/>
              <a:buFontTx/>
              <a:buNone/>
            </a:pPr>
            <a:r>
              <a:rPr lang="en-US" altLang="en-US" sz="2000" b="1">
                <a:latin typeface="Courier New" panose="02070309020205020404" pitchFamily="49" charset="0"/>
              </a:rPr>
              <a:t>Content-Type: text/html</a:t>
            </a:r>
          </a:p>
          <a:p>
            <a:pPr>
              <a:spcBef>
                <a:spcPct val="0"/>
              </a:spcBef>
              <a:buClrTx/>
              <a:buSzTx/>
              <a:buFontTx/>
              <a:buNone/>
            </a:pPr>
            <a:r>
              <a:rPr lang="en-US" altLang="en-US" sz="2000" b="1">
                <a:latin typeface="Courier New" panose="02070309020205020404" pitchFamily="49" charset="0"/>
              </a:rPr>
              <a:t> </a:t>
            </a:r>
          </a:p>
          <a:p>
            <a:pPr>
              <a:spcBef>
                <a:spcPct val="0"/>
              </a:spcBef>
              <a:buClrTx/>
              <a:buSzTx/>
              <a:buFontTx/>
              <a:buNone/>
            </a:pPr>
            <a:r>
              <a:rPr lang="en-US" altLang="en-US" sz="2000" b="1">
                <a:latin typeface="Courier New" panose="02070309020205020404" pitchFamily="49" charset="0"/>
              </a:rPr>
              <a:t>data data data data data ... </a:t>
            </a:r>
          </a:p>
        </p:txBody>
      </p:sp>
      <p:sp>
        <p:nvSpPr>
          <p:cNvPr id="45061" name="Text Box 5"/>
          <p:cNvSpPr txBox="1">
            <a:spLocks noChangeArrowheads="1"/>
          </p:cNvSpPr>
          <p:nvPr/>
        </p:nvSpPr>
        <p:spPr bwMode="auto">
          <a:xfrm>
            <a:off x="871934" y="1408113"/>
            <a:ext cx="1664495"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2000" dirty="0">
                <a:solidFill>
                  <a:schemeClr val="accent2"/>
                </a:solidFill>
              </a:rPr>
              <a:t>status line</a:t>
            </a:r>
          </a:p>
          <a:p>
            <a:pPr algn="ctr">
              <a:spcBef>
                <a:spcPct val="0"/>
              </a:spcBef>
              <a:buClrTx/>
              <a:buSzTx/>
              <a:buFontTx/>
              <a:buNone/>
            </a:pPr>
            <a:r>
              <a:rPr lang="en-US" altLang="en-US" sz="2000" dirty="0">
                <a:solidFill>
                  <a:schemeClr val="accent2"/>
                </a:solidFill>
              </a:rPr>
              <a:t>(protocol </a:t>
            </a:r>
            <a:r>
              <a:rPr lang="en-US" altLang="en-US" sz="2000" dirty="0" err="1">
                <a:solidFill>
                  <a:schemeClr val="accent2"/>
                </a:solidFill>
              </a:rPr>
              <a:t>ver</a:t>
            </a:r>
            <a:r>
              <a:rPr lang="en-US" altLang="en-US" sz="2000" dirty="0">
                <a:solidFill>
                  <a:schemeClr val="accent2"/>
                </a:solidFill>
              </a:rPr>
              <a:t>,</a:t>
            </a:r>
          </a:p>
          <a:p>
            <a:pPr algn="ctr">
              <a:spcBef>
                <a:spcPct val="0"/>
              </a:spcBef>
              <a:buClrTx/>
              <a:buSzTx/>
              <a:buFontTx/>
              <a:buNone/>
            </a:pPr>
            <a:r>
              <a:rPr lang="en-US" altLang="en-US" sz="2000" dirty="0">
                <a:solidFill>
                  <a:schemeClr val="accent2"/>
                </a:solidFill>
              </a:rPr>
              <a:t>status code,</a:t>
            </a:r>
          </a:p>
          <a:p>
            <a:pPr algn="ctr">
              <a:spcBef>
                <a:spcPct val="0"/>
              </a:spcBef>
              <a:buClrTx/>
              <a:buSzTx/>
              <a:buFontTx/>
              <a:buNone/>
            </a:pPr>
            <a:r>
              <a:rPr lang="en-US" altLang="en-US" sz="2000" dirty="0">
                <a:solidFill>
                  <a:schemeClr val="accent2"/>
                </a:solidFill>
              </a:rPr>
              <a:t>status msg.)</a:t>
            </a:r>
            <a:endParaRPr lang="en-US" altLang="en-US" dirty="0">
              <a:latin typeface="Times New Roman" panose="02020603050405020304" pitchFamily="18" charset="0"/>
            </a:endParaRPr>
          </a:p>
        </p:txBody>
      </p:sp>
      <p:sp>
        <p:nvSpPr>
          <p:cNvPr id="45062" name="Line 6"/>
          <p:cNvSpPr>
            <a:spLocks noChangeShapeType="1"/>
          </p:cNvSpPr>
          <p:nvPr/>
        </p:nvSpPr>
        <p:spPr bwMode="auto">
          <a:xfrm>
            <a:off x="2295525" y="1914525"/>
            <a:ext cx="923925" cy="257175"/>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5063" name="Freeform 7"/>
          <p:cNvSpPr>
            <a:spLocks/>
          </p:cNvSpPr>
          <p:nvPr/>
        </p:nvSpPr>
        <p:spPr bwMode="auto">
          <a:xfrm>
            <a:off x="3095625" y="2349500"/>
            <a:ext cx="257175" cy="1858963"/>
          </a:xfrm>
          <a:custGeom>
            <a:avLst/>
            <a:gdLst>
              <a:gd name="T0" fmla="*/ 132 w 162"/>
              <a:gd name="T1" fmla="*/ 9 h 1428"/>
              <a:gd name="T2" fmla="*/ 0 w 162"/>
              <a:gd name="T3" fmla="*/ 0 h 1428"/>
              <a:gd name="T4" fmla="*/ 0 w 162"/>
              <a:gd name="T5" fmla="*/ 1428 h 1428"/>
              <a:gd name="T6" fmla="*/ 162 w 162"/>
              <a:gd name="T7" fmla="*/ 1425 h 1428"/>
            </a:gdLst>
            <a:ahLst/>
            <a:cxnLst>
              <a:cxn ang="0">
                <a:pos x="T0" y="T1"/>
              </a:cxn>
              <a:cxn ang="0">
                <a:pos x="T2" y="T3"/>
              </a:cxn>
              <a:cxn ang="0">
                <a:pos x="T4" y="T5"/>
              </a:cxn>
              <a:cxn ang="0">
                <a:pos x="T6" y="T7"/>
              </a:cxn>
            </a:cxnLst>
            <a:rect l="0" t="0" r="r" b="b"/>
            <a:pathLst>
              <a:path w="162" h="1428">
                <a:moveTo>
                  <a:pt x="132" y="9"/>
                </a:moveTo>
                <a:lnTo>
                  <a:pt x="0" y="0"/>
                </a:lnTo>
                <a:lnTo>
                  <a:pt x="0" y="1428"/>
                </a:lnTo>
                <a:lnTo>
                  <a:pt x="162" y="1425"/>
                </a:lnTo>
              </a:path>
            </a:pathLst>
          </a:custGeom>
          <a:noFill/>
          <a:ln w="190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5064" name="Text Box 8"/>
          <p:cNvSpPr txBox="1">
            <a:spLocks noChangeArrowheads="1"/>
          </p:cNvSpPr>
          <p:nvPr/>
        </p:nvSpPr>
        <p:spPr bwMode="auto">
          <a:xfrm>
            <a:off x="2005013" y="3017838"/>
            <a:ext cx="1011237"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spcBef>
                <a:spcPct val="0"/>
              </a:spcBef>
              <a:buClrTx/>
              <a:buSzTx/>
              <a:buFontTx/>
              <a:buNone/>
            </a:pPr>
            <a:r>
              <a:rPr lang="en-US" altLang="en-US" sz="2000">
                <a:solidFill>
                  <a:schemeClr val="accent2"/>
                </a:solidFill>
              </a:rPr>
              <a:t>header</a:t>
            </a:r>
          </a:p>
          <a:p>
            <a:pPr algn="r">
              <a:spcBef>
                <a:spcPct val="0"/>
              </a:spcBef>
              <a:buClrTx/>
              <a:buSzTx/>
              <a:buFontTx/>
              <a:buNone/>
            </a:pPr>
            <a:r>
              <a:rPr lang="en-US" altLang="en-US" sz="2000">
                <a:solidFill>
                  <a:schemeClr val="accent2"/>
                </a:solidFill>
              </a:rPr>
              <a:t> lines</a:t>
            </a:r>
            <a:endParaRPr lang="en-US" altLang="en-US">
              <a:latin typeface="Times New Roman" panose="02020603050405020304" pitchFamily="18" charset="0"/>
            </a:endParaRPr>
          </a:p>
        </p:txBody>
      </p:sp>
      <p:sp>
        <p:nvSpPr>
          <p:cNvPr id="45065" name="Line 9"/>
          <p:cNvSpPr>
            <a:spLocks noChangeShapeType="1"/>
          </p:cNvSpPr>
          <p:nvPr/>
        </p:nvSpPr>
        <p:spPr bwMode="auto">
          <a:xfrm flipV="1">
            <a:off x="2214562" y="4694237"/>
            <a:ext cx="923925" cy="257175"/>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5066" name="Text Box 10"/>
          <p:cNvSpPr txBox="1">
            <a:spLocks noChangeArrowheads="1"/>
          </p:cNvSpPr>
          <p:nvPr/>
        </p:nvSpPr>
        <p:spPr bwMode="auto">
          <a:xfrm>
            <a:off x="859742" y="4638675"/>
            <a:ext cx="1406525"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2000" dirty="0">
                <a:solidFill>
                  <a:schemeClr val="accent2"/>
                </a:solidFill>
              </a:rPr>
              <a:t>data, e.g., </a:t>
            </a:r>
          </a:p>
          <a:p>
            <a:pPr algn="ctr">
              <a:spcBef>
                <a:spcPct val="0"/>
              </a:spcBef>
              <a:buClrTx/>
              <a:buSzTx/>
              <a:buFontTx/>
              <a:buNone/>
            </a:pPr>
            <a:r>
              <a:rPr lang="en-US" altLang="en-US" sz="2000" dirty="0">
                <a:solidFill>
                  <a:schemeClr val="accent2"/>
                </a:solidFill>
              </a:rPr>
              <a:t>requested</a:t>
            </a:r>
          </a:p>
          <a:p>
            <a:pPr algn="ctr">
              <a:spcBef>
                <a:spcPct val="0"/>
              </a:spcBef>
              <a:buClrTx/>
              <a:buSzTx/>
              <a:buFontTx/>
              <a:buNone/>
            </a:pPr>
            <a:r>
              <a:rPr lang="en-US" altLang="en-US" sz="2000" dirty="0">
                <a:solidFill>
                  <a:schemeClr val="accent2"/>
                </a:solidFill>
              </a:rPr>
              <a:t>HTML file</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7757346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General format of a response message</a:t>
            </a:r>
          </a:p>
        </p:txBody>
      </p:sp>
      <p:sp>
        <p:nvSpPr>
          <p:cNvPr id="5" name="Slide Number Placeholder 4"/>
          <p:cNvSpPr>
            <a:spLocks noGrp="1"/>
          </p:cNvSpPr>
          <p:nvPr>
            <p:ph type="sldNum" sz="quarter" idx="12"/>
          </p:nvPr>
        </p:nvSpPr>
        <p:spPr/>
        <p:txBody>
          <a:bodyPr/>
          <a:lstStyle/>
          <a:p>
            <a:fld id="{C7246C51-4319-4D09-89A9-525D5D0859C1}" type="slidenum">
              <a:rPr lang="en-US" altLang="en-US" smtClean="0"/>
              <a:pPr/>
              <a:t>30</a:t>
            </a:fld>
            <a:endParaRPr lang="en-US" altLang="en-US"/>
          </a:p>
        </p:txBody>
      </p:sp>
      <p:sp>
        <p:nvSpPr>
          <p:cNvPr id="7" name="Rectangle 6"/>
          <p:cNvSpPr/>
          <p:nvPr/>
        </p:nvSpPr>
        <p:spPr>
          <a:xfrm>
            <a:off x="1143000" y="1295400"/>
            <a:ext cx="1447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version</a:t>
            </a:r>
          </a:p>
        </p:txBody>
      </p:sp>
      <p:sp>
        <p:nvSpPr>
          <p:cNvPr id="8" name="Rectangle 7"/>
          <p:cNvSpPr/>
          <p:nvPr/>
        </p:nvSpPr>
        <p:spPr>
          <a:xfrm>
            <a:off x="2590800" y="1295400"/>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sp</a:t>
            </a:r>
            <a:endParaRPr lang="en-NZ" dirty="0">
              <a:solidFill>
                <a:schemeClr val="tx1"/>
              </a:solidFill>
            </a:endParaRPr>
          </a:p>
        </p:txBody>
      </p:sp>
      <p:sp>
        <p:nvSpPr>
          <p:cNvPr id="9" name="Rectangle 8"/>
          <p:cNvSpPr/>
          <p:nvPr/>
        </p:nvSpPr>
        <p:spPr>
          <a:xfrm>
            <a:off x="2895600" y="1295400"/>
            <a:ext cx="1447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Status code</a:t>
            </a:r>
          </a:p>
        </p:txBody>
      </p:sp>
      <p:sp>
        <p:nvSpPr>
          <p:cNvPr id="10" name="Rectangle 9"/>
          <p:cNvSpPr/>
          <p:nvPr/>
        </p:nvSpPr>
        <p:spPr>
          <a:xfrm>
            <a:off x="4343400" y="1295400"/>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sp</a:t>
            </a:r>
            <a:endParaRPr lang="en-NZ" dirty="0">
              <a:solidFill>
                <a:schemeClr val="tx1"/>
              </a:solidFill>
            </a:endParaRPr>
          </a:p>
        </p:txBody>
      </p:sp>
      <p:sp>
        <p:nvSpPr>
          <p:cNvPr id="11" name="Rectangle 10"/>
          <p:cNvSpPr/>
          <p:nvPr/>
        </p:nvSpPr>
        <p:spPr>
          <a:xfrm>
            <a:off x="4648200" y="1295400"/>
            <a:ext cx="1447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phrase</a:t>
            </a:r>
          </a:p>
        </p:txBody>
      </p:sp>
      <p:sp>
        <p:nvSpPr>
          <p:cNvPr id="12" name="Rectangle 11"/>
          <p:cNvSpPr/>
          <p:nvPr/>
        </p:nvSpPr>
        <p:spPr>
          <a:xfrm>
            <a:off x="6096000" y="1295400"/>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cr</a:t>
            </a:r>
            <a:endParaRPr lang="en-NZ" dirty="0">
              <a:solidFill>
                <a:schemeClr val="tx1"/>
              </a:solidFill>
            </a:endParaRPr>
          </a:p>
        </p:txBody>
      </p:sp>
      <p:sp>
        <p:nvSpPr>
          <p:cNvPr id="13" name="Rectangle 12"/>
          <p:cNvSpPr/>
          <p:nvPr/>
        </p:nvSpPr>
        <p:spPr>
          <a:xfrm>
            <a:off x="6379464" y="1295400"/>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a:solidFill>
                  <a:schemeClr val="tx1"/>
                </a:solidFill>
              </a:rPr>
              <a:t>lf</a:t>
            </a:r>
          </a:p>
        </p:txBody>
      </p:sp>
      <p:sp>
        <p:nvSpPr>
          <p:cNvPr id="14" name="Rectangle 13"/>
          <p:cNvSpPr/>
          <p:nvPr/>
        </p:nvSpPr>
        <p:spPr>
          <a:xfrm>
            <a:off x="1143000" y="1914144"/>
            <a:ext cx="2667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Header field name:</a:t>
            </a:r>
          </a:p>
        </p:txBody>
      </p:sp>
      <p:sp>
        <p:nvSpPr>
          <p:cNvPr id="16" name="Rectangle 15"/>
          <p:cNvSpPr/>
          <p:nvPr/>
        </p:nvSpPr>
        <p:spPr>
          <a:xfrm>
            <a:off x="4114800" y="1914144"/>
            <a:ext cx="106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value</a:t>
            </a:r>
          </a:p>
        </p:txBody>
      </p:sp>
      <p:sp>
        <p:nvSpPr>
          <p:cNvPr id="19" name="Rectangle 18"/>
          <p:cNvSpPr/>
          <p:nvPr/>
        </p:nvSpPr>
        <p:spPr>
          <a:xfrm>
            <a:off x="1143000" y="2532888"/>
            <a:ext cx="4626864" cy="81991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NZ"/>
          </a:p>
        </p:txBody>
      </p:sp>
      <p:sp>
        <p:nvSpPr>
          <p:cNvPr id="20" name="Rectangle 19"/>
          <p:cNvSpPr/>
          <p:nvPr/>
        </p:nvSpPr>
        <p:spPr>
          <a:xfrm>
            <a:off x="1143000" y="3361944"/>
            <a:ext cx="2667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Header field name:</a:t>
            </a:r>
          </a:p>
        </p:txBody>
      </p:sp>
      <p:sp>
        <p:nvSpPr>
          <p:cNvPr id="22" name="Rectangle 21"/>
          <p:cNvSpPr/>
          <p:nvPr/>
        </p:nvSpPr>
        <p:spPr>
          <a:xfrm>
            <a:off x="4114800" y="3361944"/>
            <a:ext cx="106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value</a:t>
            </a:r>
          </a:p>
        </p:txBody>
      </p:sp>
      <p:sp>
        <p:nvSpPr>
          <p:cNvPr id="27" name="Rectangle 26"/>
          <p:cNvSpPr/>
          <p:nvPr/>
        </p:nvSpPr>
        <p:spPr>
          <a:xfrm>
            <a:off x="1143000" y="4619982"/>
            <a:ext cx="7391400" cy="147601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NZ"/>
          </a:p>
        </p:txBody>
      </p:sp>
      <p:cxnSp>
        <p:nvCxnSpPr>
          <p:cNvPr id="29" name="Straight Connector 28"/>
          <p:cNvCxnSpPr/>
          <p:nvPr/>
        </p:nvCxnSpPr>
        <p:spPr>
          <a:xfrm flipV="1">
            <a:off x="914400" y="2819400"/>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914400" y="2963394"/>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5579364" y="2746200"/>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579364" y="2890194"/>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952500" y="5214438"/>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952500" y="5358432"/>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8305800" y="5070444"/>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8305800" y="5214438"/>
            <a:ext cx="381000" cy="2286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5196840" y="1908441"/>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cr</a:t>
            </a:r>
            <a:endParaRPr lang="en-NZ" dirty="0">
              <a:solidFill>
                <a:schemeClr val="tx1"/>
              </a:solidFill>
            </a:endParaRPr>
          </a:p>
        </p:txBody>
      </p:sp>
      <p:sp>
        <p:nvSpPr>
          <p:cNvPr id="38" name="Rectangle 37"/>
          <p:cNvSpPr/>
          <p:nvPr/>
        </p:nvSpPr>
        <p:spPr>
          <a:xfrm>
            <a:off x="5480304" y="1908441"/>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a:solidFill>
                  <a:schemeClr val="tx1"/>
                </a:solidFill>
              </a:rPr>
              <a:t>lf</a:t>
            </a:r>
          </a:p>
        </p:txBody>
      </p:sp>
      <p:sp>
        <p:nvSpPr>
          <p:cNvPr id="39" name="Rectangle 38"/>
          <p:cNvSpPr/>
          <p:nvPr/>
        </p:nvSpPr>
        <p:spPr>
          <a:xfrm>
            <a:off x="5172456" y="3376005"/>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cr</a:t>
            </a:r>
            <a:endParaRPr lang="en-NZ" dirty="0">
              <a:solidFill>
                <a:schemeClr val="tx1"/>
              </a:solidFill>
            </a:endParaRPr>
          </a:p>
        </p:txBody>
      </p:sp>
      <p:sp>
        <p:nvSpPr>
          <p:cNvPr id="40" name="Rectangle 39"/>
          <p:cNvSpPr/>
          <p:nvPr/>
        </p:nvSpPr>
        <p:spPr>
          <a:xfrm>
            <a:off x="5455920" y="3376005"/>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a:solidFill>
                  <a:schemeClr val="tx1"/>
                </a:solidFill>
              </a:rPr>
              <a:t>lf</a:t>
            </a:r>
          </a:p>
        </p:txBody>
      </p:sp>
      <p:sp>
        <p:nvSpPr>
          <p:cNvPr id="41" name="Rectangle 40"/>
          <p:cNvSpPr/>
          <p:nvPr/>
        </p:nvSpPr>
        <p:spPr>
          <a:xfrm>
            <a:off x="1158240" y="3983391"/>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cr</a:t>
            </a:r>
            <a:endParaRPr lang="en-NZ" dirty="0">
              <a:solidFill>
                <a:schemeClr val="tx1"/>
              </a:solidFill>
            </a:endParaRPr>
          </a:p>
        </p:txBody>
      </p:sp>
      <p:sp>
        <p:nvSpPr>
          <p:cNvPr id="42" name="Rectangle 41"/>
          <p:cNvSpPr/>
          <p:nvPr/>
        </p:nvSpPr>
        <p:spPr>
          <a:xfrm>
            <a:off x="1441704" y="3983391"/>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a:solidFill>
                  <a:schemeClr val="tx1"/>
                </a:solidFill>
              </a:rPr>
              <a:t>lf</a:t>
            </a:r>
          </a:p>
        </p:txBody>
      </p:sp>
      <p:sp>
        <p:nvSpPr>
          <p:cNvPr id="43" name="Rectangle 42"/>
          <p:cNvSpPr/>
          <p:nvPr/>
        </p:nvSpPr>
        <p:spPr>
          <a:xfrm>
            <a:off x="3799332" y="1900083"/>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sp</a:t>
            </a:r>
            <a:endParaRPr lang="en-NZ" dirty="0">
              <a:solidFill>
                <a:schemeClr val="tx1"/>
              </a:solidFill>
            </a:endParaRPr>
          </a:p>
        </p:txBody>
      </p:sp>
      <p:sp>
        <p:nvSpPr>
          <p:cNvPr id="44" name="Rectangle 43"/>
          <p:cNvSpPr/>
          <p:nvPr/>
        </p:nvSpPr>
        <p:spPr>
          <a:xfrm>
            <a:off x="3819144" y="3361944"/>
            <a:ext cx="304800"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Z" dirty="0" err="1">
                <a:solidFill>
                  <a:schemeClr val="tx1"/>
                </a:solidFill>
              </a:rPr>
              <a:t>sp</a:t>
            </a:r>
            <a:endParaRPr lang="en-NZ" dirty="0">
              <a:solidFill>
                <a:schemeClr val="tx1"/>
              </a:solidFill>
            </a:endParaRPr>
          </a:p>
        </p:txBody>
      </p:sp>
      <p:sp>
        <p:nvSpPr>
          <p:cNvPr id="45" name="TextBox 44"/>
          <p:cNvSpPr txBox="1"/>
          <p:nvPr/>
        </p:nvSpPr>
        <p:spPr>
          <a:xfrm>
            <a:off x="-36582" y="1384006"/>
            <a:ext cx="1261884" cy="369332"/>
          </a:xfrm>
          <a:prstGeom prst="rect">
            <a:avLst/>
          </a:prstGeom>
          <a:noFill/>
        </p:spPr>
        <p:txBody>
          <a:bodyPr wrap="none" rtlCol="0">
            <a:spAutoFit/>
          </a:bodyPr>
          <a:lstStyle/>
          <a:p>
            <a:r>
              <a:rPr lang="en-NZ" dirty="0"/>
              <a:t>Status line</a:t>
            </a:r>
          </a:p>
        </p:txBody>
      </p:sp>
      <p:sp>
        <p:nvSpPr>
          <p:cNvPr id="46" name="TextBox 45"/>
          <p:cNvSpPr txBox="1"/>
          <p:nvPr/>
        </p:nvSpPr>
        <p:spPr>
          <a:xfrm>
            <a:off x="2471840" y="2705528"/>
            <a:ext cx="1479892" cy="369332"/>
          </a:xfrm>
          <a:prstGeom prst="rect">
            <a:avLst/>
          </a:prstGeom>
          <a:noFill/>
        </p:spPr>
        <p:txBody>
          <a:bodyPr wrap="none" rtlCol="0">
            <a:spAutoFit/>
          </a:bodyPr>
          <a:lstStyle/>
          <a:p>
            <a:r>
              <a:rPr lang="en-NZ" dirty="0"/>
              <a:t>Header lines</a:t>
            </a:r>
          </a:p>
        </p:txBody>
      </p:sp>
      <p:sp>
        <p:nvSpPr>
          <p:cNvPr id="47" name="TextBox 46"/>
          <p:cNvSpPr txBox="1"/>
          <p:nvPr/>
        </p:nvSpPr>
        <p:spPr>
          <a:xfrm>
            <a:off x="2624240" y="4123420"/>
            <a:ext cx="1184940" cy="369332"/>
          </a:xfrm>
          <a:prstGeom prst="rect">
            <a:avLst/>
          </a:prstGeom>
          <a:noFill/>
        </p:spPr>
        <p:txBody>
          <a:bodyPr wrap="none" rtlCol="0">
            <a:spAutoFit/>
          </a:bodyPr>
          <a:lstStyle/>
          <a:p>
            <a:r>
              <a:rPr lang="en-NZ" dirty="0"/>
              <a:t>Blank line</a:t>
            </a:r>
          </a:p>
        </p:txBody>
      </p:sp>
      <p:sp>
        <p:nvSpPr>
          <p:cNvPr id="48" name="TextBox 47"/>
          <p:cNvSpPr txBox="1"/>
          <p:nvPr/>
        </p:nvSpPr>
        <p:spPr>
          <a:xfrm>
            <a:off x="2619316" y="5205735"/>
            <a:ext cx="1326004" cy="369332"/>
          </a:xfrm>
          <a:prstGeom prst="rect">
            <a:avLst/>
          </a:prstGeom>
          <a:noFill/>
        </p:spPr>
        <p:txBody>
          <a:bodyPr wrap="none" rtlCol="0">
            <a:spAutoFit/>
          </a:bodyPr>
          <a:lstStyle/>
          <a:p>
            <a:r>
              <a:rPr lang="en-NZ" dirty="0"/>
              <a:t>Entity body</a:t>
            </a:r>
          </a:p>
        </p:txBody>
      </p:sp>
    </p:spTree>
    <p:extLst>
      <p:ext uri="{BB962C8B-B14F-4D97-AF65-F5344CB8AC3E}">
        <p14:creationId xmlns:p14="http://schemas.microsoft.com/office/powerpoint/2010/main" val="1501447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en-US" sz="3600" dirty="0"/>
              <a:t>HTTP Response </a:t>
            </a:r>
            <a:r>
              <a:rPr lang="en-US" altLang="en-US" dirty="0"/>
              <a:t>S</a:t>
            </a:r>
            <a:r>
              <a:rPr lang="en-US" altLang="en-US" sz="3600" dirty="0"/>
              <a:t>tatus </a:t>
            </a:r>
            <a:r>
              <a:rPr lang="en-US" altLang="en-US" dirty="0"/>
              <a:t>C</a:t>
            </a:r>
            <a:r>
              <a:rPr lang="en-US" altLang="en-US" sz="3600" dirty="0"/>
              <a:t>odes</a:t>
            </a:r>
            <a:endParaRPr lang="en-US" altLang="en-US" dirty="0"/>
          </a:p>
        </p:txBody>
      </p:sp>
      <p:sp>
        <p:nvSpPr>
          <p:cNvPr id="47107" name="Rectangle 3"/>
          <p:cNvSpPr>
            <a:spLocks noGrp="1" noChangeArrowheads="1"/>
          </p:cNvSpPr>
          <p:nvPr>
            <p:ph idx="1"/>
          </p:nvPr>
        </p:nvSpPr>
        <p:spPr/>
        <p:txBody>
          <a:bodyPr/>
          <a:lstStyle/>
          <a:p>
            <a:pPr>
              <a:spcAft>
                <a:spcPts val="600"/>
              </a:spcAft>
              <a:buFont typeface="ZapfDingbats" pitchFamily="82" charset="2"/>
              <a:buNone/>
            </a:pPr>
            <a:r>
              <a:rPr lang="en-US" altLang="en-US" sz="2400" b="1" dirty="0">
                <a:solidFill>
                  <a:srgbClr val="FF0000"/>
                </a:solidFill>
                <a:latin typeface="Courier New" panose="02070309020205020404" pitchFamily="49" charset="0"/>
              </a:rPr>
              <a:t>200 OK</a:t>
            </a:r>
            <a:endParaRPr lang="en-US" altLang="en-US" sz="2400" dirty="0"/>
          </a:p>
          <a:p>
            <a:pPr lvl="1">
              <a:spcAft>
                <a:spcPts val="600"/>
              </a:spcAft>
            </a:pPr>
            <a:r>
              <a:rPr lang="en-US" altLang="en-US" sz="2000" dirty="0"/>
              <a:t>request succeeded and requested object is returned in the response</a:t>
            </a:r>
          </a:p>
          <a:p>
            <a:pPr>
              <a:spcAft>
                <a:spcPts val="600"/>
              </a:spcAft>
              <a:buFont typeface="ZapfDingbats" pitchFamily="82" charset="2"/>
              <a:buNone/>
            </a:pPr>
            <a:r>
              <a:rPr lang="en-US" altLang="en-US" sz="2400" b="1" dirty="0">
                <a:solidFill>
                  <a:srgbClr val="FF0000"/>
                </a:solidFill>
                <a:latin typeface="Courier New" panose="02070309020205020404" pitchFamily="49" charset="0"/>
              </a:rPr>
              <a:t>301 Moved Permanently</a:t>
            </a:r>
            <a:endParaRPr lang="en-US" altLang="en-US" sz="2400" dirty="0"/>
          </a:p>
          <a:p>
            <a:pPr lvl="1">
              <a:spcAft>
                <a:spcPts val="600"/>
              </a:spcAft>
            </a:pPr>
            <a:r>
              <a:rPr lang="en-US" altLang="en-US" sz="2000" dirty="0"/>
              <a:t>requested object has been permanently moved; the new location is specified in the response message (Location:)</a:t>
            </a:r>
          </a:p>
          <a:p>
            <a:pPr>
              <a:spcAft>
                <a:spcPts val="600"/>
              </a:spcAft>
              <a:buFont typeface="ZapfDingbats" pitchFamily="82" charset="2"/>
              <a:buNone/>
            </a:pPr>
            <a:r>
              <a:rPr lang="en-US" altLang="en-US" sz="2400" b="1" dirty="0">
                <a:solidFill>
                  <a:srgbClr val="FF0000"/>
                </a:solidFill>
                <a:latin typeface="Courier New" panose="02070309020205020404" pitchFamily="49" charset="0"/>
              </a:rPr>
              <a:t>400 Bad Request</a:t>
            </a:r>
            <a:endParaRPr lang="en-US" altLang="en-US" sz="2400" dirty="0"/>
          </a:p>
          <a:p>
            <a:pPr lvl="1">
              <a:spcAft>
                <a:spcPts val="600"/>
              </a:spcAft>
            </a:pPr>
            <a:r>
              <a:rPr lang="en-US" altLang="en-US" sz="2000" dirty="0"/>
              <a:t>request not understood by the server</a:t>
            </a:r>
          </a:p>
          <a:p>
            <a:pPr>
              <a:spcAft>
                <a:spcPts val="600"/>
              </a:spcAft>
              <a:buFont typeface="ZapfDingbats" pitchFamily="82" charset="2"/>
              <a:buNone/>
            </a:pPr>
            <a:r>
              <a:rPr lang="en-US" altLang="en-US" sz="2400" b="1" dirty="0">
                <a:solidFill>
                  <a:srgbClr val="FF0000"/>
                </a:solidFill>
                <a:latin typeface="Courier New" panose="02070309020205020404" pitchFamily="49" charset="0"/>
              </a:rPr>
              <a:t>404 Not Found</a:t>
            </a:r>
            <a:endParaRPr lang="en-US" altLang="en-US" sz="2400" dirty="0"/>
          </a:p>
          <a:p>
            <a:pPr lvl="1">
              <a:spcAft>
                <a:spcPts val="600"/>
              </a:spcAft>
            </a:pPr>
            <a:r>
              <a:rPr lang="en-US" altLang="en-US" sz="2000" dirty="0"/>
              <a:t>requested document not found on the server</a:t>
            </a:r>
          </a:p>
          <a:p>
            <a:pPr>
              <a:spcAft>
                <a:spcPts val="600"/>
              </a:spcAft>
              <a:buFont typeface="ZapfDingbats" pitchFamily="82" charset="2"/>
              <a:buNone/>
            </a:pPr>
            <a:r>
              <a:rPr lang="en-US" altLang="en-US" sz="2400" b="1" dirty="0">
                <a:solidFill>
                  <a:srgbClr val="FF0000"/>
                </a:solidFill>
                <a:latin typeface="Courier New" panose="02070309020205020404" pitchFamily="49" charset="0"/>
              </a:rPr>
              <a:t>505 HTTP Version Not Supported</a:t>
            </a:r>
          </a:p>
          <a:p>
            <a:pPr lvl="1">
              <a:spcAft>
                <a:spcPts val="600"/>
              </a:spcAft>
            </a:pPr>
            <a:r>
              <a:rPr lang="en-GB" sz="2000" dirty="0"/>
              <a:t>requested HTTP protocol version is not supported by the server</a:t>
            </a:r>
            <a:endParaRPr lang="en-US" altLang="en-US" sz="2000" dirty="0"/>
          </a:p>
        </p:txBody>
      </p:sp>
      <p:sp>
        <p:nvSpPr>
          <p:cNvPr id="6" name="Slide Number Placeholder 5"/>
          <p:cNvSpPr>
            <a:spLocks noGrp="1"/>
          </p:cNvSpPr>
          <p:nvPr>
            <p:ph type="sldNum" sz="quarter" idx="4"/>
          </p:nvPr>
        </p:nvSpPr>
        <p:spPr/>
        <p:txBody>
          <a:bodyPr/>
          <a:lstStyle/>
          <a:p>
            <a:fld id="{3275A2B8-1555-43FE-8166-AA8AA4656B0A}" type="slidenum">
              <a:rPr lang="en-US" altLang="en-US"/>
              <a:pPr/>
              <a:t>31</a:t>
            </a:fld>
            <a:endParaRPr lang="en-US" altLang="en-US"/>
          </a:p>
        </p:txBody>
      </p:sp>
    </p:spTree>
    <p:extLst>
      <p:ext uri="{BB962C8B-B14F-4D97-AF65-F5344CB8AC3E}">
        <p14:creationId xmlns:p14="http://schemas.microsoft.com/office/powerpoint/2010/main" val="2721716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3"/>
          <p:cNvSpPr>
            <a:spLocks noGrp="1" noChangeArrowheads="1"/>
          </p:cNvSpPr>
          <p:nvPr>
            <p:ph idx="1"/>
          </p:nvPr>
        </p:nvSpPr>
        <p:spPr>
          <a:xfrm>
            <a:off x="457200" y="990599"/>
            <a:ext cx="8229600" cy="1584593"/>
          </a:xfrm>
        </p:spPr>
        <p:txBody>
          <a:bodyPr/>
          <a:lstStyle/>
          <a:p>
            <a:pPr>
              <a:lnSpc>
                <a:spcPct val="150000"/>
              </a:lnSpc>
              <a:spcBef>
                <a:spcPts val="1200"/>
              </a:spcBef>
              <a:spcAft>
                <a:spcPts val="600"/>
              </a:spcAft>
            </a:pPr>
            <a:r>
              <a:rPr lang="en-US" altLang="en-US" sz="2600" dirty="0"/>
              <a:t>Many major Web sites use cookies to identify users</a:t>
            </a:r>
          </a:p>
          <a:p>
            <a:pPr lvl="1">
              <a:lnSpc>
                <a:spcPct val="150000"/>
              </a:lnSpc>
              <a:spcBef>
                <a:spcPts val="1200"/>
              </a:spcBef>
              <a:spcAft>
                <a:spcPts val="600"/>
              </a:spcAft>
            </a:pPr>
            <a:r>
              <a:rPr lang="en-US" altLang="en-US" sz="2000" dirty="0"/>
              <a:t>                     Online shopping</a:t>
            </a:r>
          </a:p>
        </p:txBody>
      </p:sp>
      <p:pic>
        <p:nvPicPr>
          <p:cNvPr id="11" name="Picture 10">
            <a:extLst>
              <a:ext uri="{FF2B5EF4-FFF2-40B4-BE49-F238E27FC236}">
                <a16:creationId xmlns:a16="http://schemas.microsoft.com/office/drawing/2014/main" id="{BC7A9841-94AF-D62F-B23B-1CD61BB85EE5}"/>
              </a:ext>
            </a:extLst>
          </p:cNvPr>
          <p:cNvPicPr>
            <a:picLocks noChangeAspect="1"/>
          </p:cNvPicPr>
          <p:nvPr/>
        </p:nvPicPr>
        <p:blipFill>
          <a:blip r:embed="rId3"/>
          <a:stretch>
            <a:fillRect/>
          </a:stretch>
        </p:blipFill>
        <p:spPr>
          <a:xfrm>
            <a:off x="1524000" y="1524000"/>
            <a:ext cx="1070909" cy="1162050"/>
          </a:xfrm>
          <a:prstGeom prst="rect">
            <a:avLst/>
          </a:prstGeom>
        </p:spPr>
      </p:pic>
      <p:sp>
        <p:nvSpPr>
          <p:cNvPr id="121858" name="Rectangle 2"/>
          <p:cNvSpPr>
            <a:spLocks noGrp="1" noChangeArrowheads="1"/>
          </p:cNvSpPr>
          <p:nvPr>
            <p:ph type="title"/>
          </p:nvPr>
        </p:nvSpPr>
        <p:spPr/>
        <p:txBody>
          <a:bodyPr/>
          <a:lstStyle/>
          <a:p>
            <a:r>
              <a:rPr lang="en-US" altLang="en-US" dirty="0"/>
              <a:t>User-Server Interaction: Cookies </a:t>
            </a:r>
            <a:br>
              <a:rPr lang="en-US" altLang="en-US" dirty="0"/>
            </a:br>
            <a:r>
              <a:rPr lang="en-US" altLang="en-US" sz="3000" dirty="0"/>
              <a:t>[RFC 2109] </a:t>
            </a:r>
          </a:p>
        </p:txBody>
      </p:sp>
      <p:sp>
        <p:nvSpPr>
          <p:cNvPr id="6" name="Slide Number Placeholder 5"/>
          <p:cNvSpPr>
            <a:spLocks noGrp="1"/>
          </p:cNvSpPr>
          <p:nvPr>
            <p:ph type="sldNum" sz="quarter" idx="4"/>
          </p:nvPr>
        </p:nvSpPr>
        <p:spPr/>
        <p:txBody>
          <a:bodyPr/>
          <a:lstStyle/>
          <a:p>
            <a:fld id="{14C57758-E293-4427-97FC-C3366F2D6BB4}" type="slidenum">
              <a:rPr lang="en-US" altLang="en-US"/>
              <a:pPr/>
              <a:t>32</a:t>
            </a:fld>
            <a:endParaRPr lang="en-US" altLang="en-US"/>
          </a:p>
        </p:txBody>
      </p:sp>
      <p:graphicFrame>
        <p:nvGraphicFramePr>
          <p:cNvPr id="13" name="Diagram 12">
            <a:extLst>
              <a:ext uri="{FF2B5EF4-FFF2-40B4-BE49-F238E27FC236}">
                <a16:creationId xmlns:a16="http://schemas.microsoft.com/office/drawing/2014/main" id="{75A31D64-4E92-CD08-E04A-7AB6A3EF4594}"/>
              </a:ext>
            </a:extLst>
          </p:cNvPr>
          <p:cNvGraphicFramePr/>
          <p:nvPr>
            <p:extLst>
              <p:ext uri="{D42A27DB-BD31-4B8C-83A1-F6EECF244321}">
                <p14:modId xmlns:p14="http://schemas.microsoft.com/office/powerpoint/2010/main" val="244693374"/>
              </p:ext>
            </p:extLst>
          </p:nvPr>
        </p:nvGraphicFramePr>
        <p:xfrm>
          <a:off x="842309" y="2997736"/>
          <a:ext cx="7162800" cy="3429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202036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Number Placeholder 57"/>
          <p:cNvSpPr>
            <a:spLocks noGrp="1"/>
          </p:cNvSpPr>
          <p:nvPr>
            <p:ph type="sldNum" sz="quarter" idx="12"/>
          </p:nvPr>
        </p:nvSpPr>
        <p:spPr/>
        <p:txBody>
          <a:bodyPr/>
          <a:lstStyle/>
          <a:p>
            <a:fld id="{D11122A7-D1F7-4F98-8710-03C607A91358}" type="slidenum">
              <a:rPr lang="en-US" altLang="en-US"/>
              <a:pPr/>
              <a:t>33</a:t>
            </a:fld>
            <a:endParaRPr lang="en-US" altLang="en-US"/>
          </a:p>
        </p:txBody>
      </p:sp>
      <p:sp>
        <p:nvSpPr>
          <p:cNvPr id="50178" name="Rectangle 2"/>
          <p:cNvSpPr>
            <a:spLocks noGrp="1" noChangeArrowheads="1"/>
          </p:cNvSpPr>
          <p:nvPr>
            <p:ph type="title"/>
          </p:nvPr>
        </p:nvSpPr>
        <p:spPr>
          <a:xfrm>
            <a:off x="200025" y="70056"/>
            <a:ext cx="8783638" cy="723900"/>
          </a:xfrm>
        </p:spPr>
        <p:txBody>
          <a:bodyPr/>
          <a:lstStyle/>
          <a:p>
            <a:r>
              <a:rPr lang="en-US" altLang="en-US" dirty="0"/>
              <a:t>User-Server Interaction: Cookies (cont.)</a:t>
            </a:r>
          </a:p>
        </p:txBody>
      </p:sp>
      <p:sp>
        <p:nvSpPr>
          <p:cNvPr id="4" name="TextBox 7">
            <a:extLst>
              <a:ext uri="{FF2B5EF4-FFF2-40B4-BE49-F238E27FC236}">
                <a16:creationId xmlns:a16="http://schemas.microsoft.com/office/drawing/2014/main" id="{65525E7F-B61F-6C0E-810F-919AE44F9A35}"/>
              </a:ext>
            </a:extLst>
          </p:cNvPr>
          <p:cNvSpPr txBox="1"/>
          <p:nvPr/>
        </p:nvSpPr>
        <p:spPr>
          <a:xfrm>
            <a:off x="2258747" y="6350913"/>
            <a:ext cx="5056453"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 8</a:t>
            </a:r>
            <a:r>
              <a:rPr lang="en-GB" sz="1100" baseline="30000" dirty="0"/>
              <a:t>th</a:t>
            </a:r>
            <a:r>
              <a:rPr lang="en-GB" sz="1100" dirty="0"/>
              <a:t> edition, 2021, Figure 2.10</a:t>
            </a:r>
            <a:endParaRPr lang="en-GB" sz="1100" dirty="0">
              <a:highlight>
                <a:srgbClr val="FFFF00"/>
              </a:highlight>
            </a:endParaRPr>
          </a:p>
        </p:txBody>
      </p:sp>
      <p:pic>
        <p:nvPicPr>
          <p:cNvPr id="5" name="Picture 4">
            <a:extLst>
              <a:ext uri="{FF2B5EF4-FFF2-40B4-BE49-F238E27FC236}">
                <a16:creationId xmlns:a16="http://schemas.microsoft.com/office/drawing/2014/main" id="{969F61EB-E794-4454-2C8C-CB6087F716FA}"/>
              </a:ext>
            </a:extLst>
          </p:cNvPr>
          <p:cNvPicPr>
            <a:picLocks noChangeAspect="1"/>
          </p:cNvPicPr>
          <p:nvPr/>
        </p:nvPicPr>
        <p:blipFill>
          <a:blip r:embed="rId3"/>
          <a:stretch>
            <a:fillRect/>
          </a:stretch>
        </p:blipFill>
        <p:spPr>
          <a:xfrm>
            <a:off x="1338524" y="935599"/>
            <a:ext cx="6466951" cy="5330277"/>
          </a:xfrm>
          <a:prstGeom prst="rect">
            <a:avLst/>
          </a:prstGeom>
        </p:spPr>
      </p:pic>
      <p:pic>
        <p:nvPicPr>
          <p:cNvPr id="8" name="Picture 7">
            <a:extLst>
              <a:ext uri="{FF2B5EF4-FFF2-40B4-BE49-F238E27FC236}">
                <a16:creationId xmlns:a16="http://schemas.microsoft.com/office/drawing/2014/main" id="{D027E488-A970-5152-D9B5-77D2ACA2E212}"/>
              </a:ext>
            </a:extLst>
          </p:cNvPr>
          <p:cNvPicPr>
            <a:picLocks noChangeAspect="1"/>
          </p:cNvPicPr>
          <p:nvPr/>
        </p:nvPicPr>
        <p:blipFill>
          <a:blip r:embed="rId4"/>
          <a:stretch>
            <a:fillRect/>
          </a:stretch>
        </p:blipFill>
        <p:spPr>
          <a:xfrm>
            <a:off x="6959237" y="910296"/>
            <a:ext cx="1509712" cy="895086"/>
          </a:xfrm>
          <a:prstGeom prst="rect">
            <a:avLst/>
          </a:prstGeom>
        </p:spPr>
      </p:pic>
    </p:spTree>
    <p:extLst>
      <p:ext uri="{BB962C8B-B14F-4D97-AF65-F5344CB8AC3E}">
        <p14:creationId xmlns:p14="http://schemas.microsoft.com/office/powerpoint/2010/main" val="20181176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0836A-2318-1CC1-6DA5-148EB3110B7B}"/>
              </a:ext>
            </a:extLst>
          </p:cNvPr>
          <p:cNvSpPr>
            <a:spLocks noGrp="1"/>
          </p:cNvSpPr>
          <p:nvPr>
            <p:ph type="title"/>
          </p:nvPr>
        </p:nvSpPr>
        <p:spPr/>
        <p:txBody>
          <a:bodyPr/>
          <a:lstStyle/>
          <a:p>
            <a:r>
              <a:rPr lang="en-AU" dirty="0"/>
              <a:t>Caching</a:t>
            </a:r>
          </a:p>
        </p:txBody>
      </p:sp>
      <p:sp>
        <p:nvSpPr>
          <p:cNvPr id="9" name="Content Placeholder 8">
            <a:extLst>
              <a:ext uri="{FF2B5EF4-FFF2-40B4-BE49-F238E27FC236}">
                <a16:creationId xmlns:a16="http://schemas.microsoft.com/office/drawing/2014/main" id="{FE5B31E9-953C-B64C-5C37-FC8BF258D4FD}"/>
              </a:ext>
            </a:extLst>
          </p:cNvPr>
          <p:cNvSpPr>
            <a:spLocks noGrp="1"/>
          </p:cNvSpPr>
          <p:nvPr>
            <p:ph idx="1"/>
          </p:nvPr>
        </p:nvSpPr>
        <p:spPr>
          <a:xfrm>
            <a:off x="457200" y="990600"/>
            <a:ext cx="8229600" cy="1447800"/>
          </a:xfrm>
        </p:spPr>
        <p:txBody>
          <a:bodyPr/>
          <a:lstStyle/>
          <a:p>
            <a:r>
              <a:rPr lang="en-GB" altLang="en-US" sz="2600" dirty="0">
                <a:latin typeface="Arial" panose="020B0604020202020204" pitchFamily="34" charset="0"/>
                <a:cs typeface="Arial" panose="020B0604020202020204" pitchFamily="34" charset="0"/>
              </a:rPr>
              <a:t>A </a:t>
            </a:r>
            <a:r>
              <a:rPr lang="en-GB" altLang="en-US" sz="2600" dirty="0">
                <a:solidFill>
                  <a:srgbClr val="FF0000"/>
                </a:solidFill>
                <a:latin typeface="Arial" panose="020B0604020202020204" pitchFamily="34" charset="0"/>
                <a:cs typeface="Arial" panose="020B0604020202020204" pitchFamily="34" charset="0"/>
              </a:rPr>
              <a:t>Web cache</a:t>
            </a:r>
            <a:r>
              <a:rPr lang="en-GB" altLang="en-US" sz="2600" dirty="0">
                <a:latin typeface="Arial" panose="020B0604020202020204" pitchFamily="34" charset="0"/>
                <a:cs typeface="Arial" panose="020B0604020202020204" pitchFamily="34" charset="0"/>
              </a:rPr>
              <a:t>, also called a </a:t>
            </a:r>
            <a:r>
              <a:rPr lang="en-GB" altLang="en-US" sz="2600" dirty="0">
                <a:solidFill>
                  <a:srgbClr val="FF0000"/>
                </a:solidFill>
                <a:latin typeface="Arial" panose="020B0604020202020204" pitchFamily="34" charset="0"/>
                <a:cs typeface="Arial" panose="020B0604020202020204" pitchFamily="34" charset="0"/>
              </a:rPr>
              <a:t>proxy server</a:t>
            </a:r>
            <a:r>
              <a:rPr lang="en-GB" altLang="en-US" sz="2600" dirty="0">
                <a:latin typeface="Arial" panose="020B0604020202020204" pitchFamily="34" charset="0"/>
                <a:cs typeface="Arial" panose="020B0604020202020204" pitchFamily="34" charset="0"/>
              </a:rPr>
              <a:t>, is a network entity that satisfies HTTP requests on behalf of an origin Web server.</a:t>
            </a:r>
            <a:endParaRPr lang="en-US" altLang="en-US" sz="26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8A0151D9-827E-79B5-9A6B-525BA308F21C}"/>
              </a:ext>
            </a:extLst>
          </p:cNvPr>
          <p:cNvSpPr>
            <a:spLocks noGrp="1"/>
          </p:cNvSpPr>
          <p:nvPr>
            <p:ph type="sldNum" sz="quarter" idx="4"/>
          </p:nvPr>
        </p:nvSpPr>
        <p:spPr/>
        <p:txBody>
          <a:bodyPr/>
          <a:lstStyle/>
          <a:p>
            <a:fld id="{C7246C51-4319-4D09-89A9-525D5D0859C1}" type="slidenum">
              <a:rPr lang="en-US" altLang="en-US" smtClean="0"/>
              <a:pPr/>
              <a:t>34</a:t>
            </a:fld>
            <a:endParaRPr lang="en-US" altLang="en-US"/>
          </a:p>
        </p:txBody>
      </p:sp>
      <p:sp>
        <p:nvSpPr>
          <p:cNvPr id="8" name="TextBox 7">
            <a:extLst>
              <a:ext uri="{FF2B5EF4-FFF2-40B4-BE49-F238E27FC236}">
                <a16:creationId xmlns:a16="http://schemas.microsoft.com/office/drawing/2014/main" id="{2648A16D-D1D6-5AC7-BA88-433C8FABB098}"/>
              </a:ext>
            </a:extLst>
          </p:cNvPr>
          <p:cNvSpPr txBox="1"/>
          <p:nvPr/>
        </p:nvSpPr>
        <p:spPr>
          <a:xfrm>
            <a:off x="883920" y="6357057"/>
            <a:ext cx="5053149"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3</a:t>
            </a:r>
            <a:r>
              <a:rPr lang="en-GB" sz="1100" baseline="30000" dirty="0"/>
              <a:t>rd</a:t>
            </a:r>
            <a:r>
              <a:rPr lang="en-GB" sz="1100" dirty="0"/>
              <a:t> edition, 2005, Figure 2.10.</a:t>
            </a:r>
          </a:p>
        </p:txBody>
      </p:sp>
      <p:pic>
        <p:nvPicPr>
          <p:cNvPr id="4" name="Picture 3">
            <a:extLst>
              <a:ext uri="{FF2B5EF4-FFF2-40B4-BE49-F238E27FC236}">
                <a16:creationId xmlns:a16="http://schemas.microsoft.com/office/drawing/2014/main" id="{9D9ED414-1771-8045-3CB7-1C782178E986}"/>
              </a:ext>
            </a:extLst>
          </p:cNvPr>
          <p:cNvPicPr>
            <a:picLocks noChangeAspect="1"/>
          </p:cNvPicPr>
          <p:nvPr/>
        </p:nvPicPr>
        <p:blipFill>
          <a:blip r:embed="rId3"/>
          <a:stretch>
            <a:fillRect/>
          </a:stretch>
        </p:blipFill>
        <p:spPr>
          <a:xfrm>
            <a:off x="629131" y="2600397"/>
            <a:ext cx="5155602" cy="3594663"/>
          </a:xfrm>
          <a:prstGeom prst="rect">
            <a:avLst/>
          </a:prstGeom>
        </p:spPr>
      </p:pic>
      <p:sp>
        <p:nvSpPr>
          <p:cNvPr id="10" name="TextBox 9">
            <a:extLst>
              <a:ext uri="{FF2B5EF4-FFF2-40B4-BE49-F238E27FC236}">
                <a16:creationId xmlns:a16="http://schemas.microsoft.com/office/drawing/2014/main" id="{C5616B3F-4321-68FC-56E9-7F0A03EC8564}"/>
              </a:ext>
            </a:extLst>
          </p:cNvPr>
          <p:cNvSpPr txBox="1"/>
          <p:nvPr/>
        </p:nvSpPr>
        <p:spPr>
          <a:xfrm>
            <a:off x="5937069" y="3169167"/>
            <a:ext cx="3046594" cy="2308324"/>
          </a:xfrm>
          <a:prstGeom prst="rect">
            <a:avLst/>
          </a:prstGeom>
          <a:noFill/>
        </p:spPr>
        <p:txBody>
          <a:bodyPr wrap="square">
            <a:spAutoFit/>
          </a:bodyPr>
          <a:lstStyle/>
          <a:p>
            <a:r>
              <a:rPr lang="en-GB" sz="1600" dirty="0">
                <a:solidFill>
                  <a:srgbClr val="FF0000"/>
                </a:solidFill>
              </a:rPr>
              <a:t>A cache is both a server and a client</a:t>
            </a:r>
            <a:r>
              <a:rPr lang="en-GB" sz="1600" dirty="0"/>
              <a:t> at the same time. </a:t>
            </a:r>
          </a:p>
          <a:p>
            <a:pPr marL="285750" indent="-285750">
              <a:buFont typeface="Arial" panose="020B0604020202020204" pitchFamily="34" charset="0"/>
              <a:buChar char="•"/>
            </a:pPr>
            <a:r>
              <a:rPr lang="en-GB" sz="1600" dirty="0"/>
              <a:t>When it receives requests from and sends responses to a browser, it is a server. </a:t>
            </a:r>
          </a:p>
          <a:p>
            <a:pPr marL="285750" indent="-285750">
              <a:buFont typeface="Arial" panose="020B0604020202020204" pitchFamily="34" charset="0"/>
              <a:buChar char="•"/>
            </a:pPr>
            <a:r>
              <a:rPr lang="en-GB" sz="1600" dirty="0"/>
              <a:t>When it sends requests to and receives responses from an origin server, it is a client.</a:t>
            </a:r>
            <a:endParaRPr lang="en-AU" sz="1600" dirty="0"/>
          </a:p>
        </p:txBody>
      </p:sp>
    </p:spTree>
    <p:extLst>
      <p:ext uri="{BB962C8B-B14F-4D97-AF65-F5344CB8AC3E}">
        <p14:creationId xmlns:p14="http://schemas.microsoft.com/office/powerpoint/2010/main" val="158379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5" name="Rectangle 3"/>
          <p:cNvSpPr>
            <a:spLocks noGrp="1" noChangeArrowheads="1"/>
          </p:cNvSpPr>
          <p:nvPr>
            <p:ph sz="half" idx="2"/>
          </p:nvPr>
        </p:nvSpPr>
        <p:spPr/>
        <p:txBody>
          <a:bodyPr/>
          <a:lstStyle/>
          <a:p>
            <a:pPr>
              <a:spcBef>
                <a:spcPts val="1200"/>
              </a:spcBef>
              <a:spcAft>
                <a:spcPts val="600"/>
              </a:spcAft>
              <a:buFont typeface="ZapfDingbats" pitchFamily="82" charset="2"/>
              <a:buNone/>
            </a:pPr>
            <a:r>
              <a:rPr lang="en-US" altLang="en-US" sz="2800" u="sng" dirty="0">
                <a:solidFill>
                  <a:srgbClr val="FF0000"/>
                </a:solidFill>
              </a:rPr>
              <a:t>Why caching?</a:t>
            </a:r>
            <a:endParaRPr lang="en-US" altLang="en-US" sz="2800" dirty="0"/>
          </a:p>
          <a:p>
            <a:pPr>
              <a:spcBef>
                <a:spcPts val="1200"/>
              </a:spcBef>
              <a:spcAft>
                <a:spcPts val="600"/>
              </a:spcAft>
            </a:pPr>
            <a:r>
              <a:rPr lang="en-US" altLang="en-US" sz="2200" dirty="0"/>
              <a:t>Reduce the response time for a client request</a:t>
            </a:r>
          </a:p>
          <a:p>
            <a:pPr>
              <a:spcBef>
                <a:spcPts val="1200"/>
              </a:spcBef>
              <a:spcAft>
                <a:spcPts val="600"/>
              </a:spcAft>
            </a:pPr>
            <a:r>
              <a:rPr lang="en-US" altLang="en-US" sz="2200" dirty="0"/>
              <a:t>Reduce traffic on an institution’s access link to the Internet</a:t>
            </a:r>
          </a:p>
          <a:p>
            <a:pPr>
              <a:spcBef>
                <a:spcPts val="1200"/>
              </a:spcBef>
              <a:spcAft>
                <a:spcPts val="600"/>
              </a:spcAft>
            </a:pPr>
            <a:r>
              <a:rPr lang="en-US" altLang="en-US" sz="2200" dirty="0"/>
              <a:t>Lower bandwidth costs</a:t>
            </a:r>
          </a:p>
          <a:p>
            <a:pPr>
              <a:spcBef>
                <a:spcPts val="1200"/>
              </a:spcBef>
              <a:spcAft>
                <a:spcPts val="600"/>
              </a:spcAft>
            </a:pPr>
            <a:endParaRPr lang="en-US" altLang="en-US" sz="2000" dirty="0"/>
          </a:p>
        </p:txBody>
      </p:sp>
      <p:sp>
        <p:nvSpPr>
          <p:cNvPr id="172034" name="Rectangle 2"/>
          <p:cNvSpPr>
            <a:spLocks noGrp="1" noChangeArrowheads="1"/>
          </p:cNvSpPr>
          <p:nvPr>
            <p:ph type="title"/>
          </p:nvPr>
        </p:nvSpPr>
        <p:spPr/>
        <p:txBody>
          <a:bodyPr/>
          <a:lstStyle/>
          <a:p>
            <a:r>
              <a:rPr lang="en-US" altLang="en-US" dirty="0"/>
              <a:t>Caching (cont.)</a:t>
            </a:r>
          </a:p>
        </p:txBody>
      </p:sp>
      <p:sp>
        <p:nvSpPr>
          <p:cNvPr id="6" name="Slide Number Placeholder 5"/>
          <p:cNvSpPr>
            <a:spLocks noGrp="1"/>
          </p:cNvSpPr>
          <p:nvPr>
            <p:ph type="sldNum" sz="quarter" idx="10"/>
          </p:nvPr>
        </p:nvSpPr>
        <p:spPr/>
        <p:txBody>
          <a:bodyPr/>
          <a:lstStyle/>
          <a:p>
            <a:fld id="{BA7F5D2F-8823-42F3-9991-CFD0E999BC76}" type="slidenum">
              <a:rPr lang="en-US" altLang="en-US"/>
              <a:pPr/>
              <a:t>35</a:t>
            </a:fld>
            <a:endParaRPr lang="en-US" altLang="en-US"/>
          </a:p>
        </p:txBody>
      </p:sp>
      <p:sp>
        <p:nvSpPr>
          <p:cNvPr id="102" name="Line 2"/>
          <p:cNvSpPr>
            <a:spLocks noChangeShapeType="1"/>
          </p:cNvSpPr>
          <p:nvPr/>
        </p:nvSpPr>
        <p:spPr bwMode="auto">
          <a:xfrm>
            <a:off x="5262562" y="2211387"/>
            <a:ext cx="285750" cy="1143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103" name="Group 5"/>
          <p:cNvGrpSpPr>
            <a:grpSpLocks/>
          </p:cNvGrpSpPr>
          <p:nvPr/>
        </p:nvGrpSpPr>
        <p:grpSpPr bwMode="auto">
          <a:xfrm>
            <a:off x="5073650" y="1833562"/>
            <a:ext cx="184150" cy="542925"/>
            <a:chOff x="4180" y="783"/>
            <a:chExt cx="150" cy="307"/>
          </a:xfrm>
        </p:grpSpPr>
        <p:sp>
          <p:nvSpPr>
            <p:cNvPr id="104" name="AutoShape 6"/>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05" name="Rectangle 7"/>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06" name="Rectangle 8"/>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07" name="AutoShape 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08" name="Line 10"/>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09" name="Line 11"/>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0" name="Rectangle 12"/>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1" name="Rectangle 13"/>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nvGrpSpPr>
          <p:cNvPr id="112" name="Group 14"/>
          <p:cNvGrpSpPr>
            <a:grpSpLocks/>
          </p:cNvGrpSpPr>
          <p:nvPr/>
        </p:nvGrpSpPr>
        <p:grpSpPr bwMode="auto">
          <a:xfrm>
            <a:off x="5997575" y="1290637"/>
            <a:ext cx="184150" cy="542925"/>
            <a:chOff x="4180" y="783"/>
            <a:chExt cx="150" cy="307"/>
          </a:xfrm>
        </p:grpSpPr>
        <p:sp>
          <p:nvSpPr>
            <p:cNvPr id="113" name="AutoShape 15"/>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4" name="Rectangle 16"/>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5" name="Rectangle 17"/>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6" name="AutoShape 1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7" name="Line 19"/>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8" name="Line 20"/>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9" name="Rectangle 21"/>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20" name="Rectangle 22"/>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nvGrpSpPr>
          <p:cNvPr id="121" name="Group 23"/>
          <p:cNvGrpSpPr>
            <a:grpSpLocks/>
          </p:cNvGrpSpPr>
          <p:nvPr/>
        </p:nvGrpSpPr>
        <p:grpSpPr bwMode="auto">
          <a:xfrm>
            <a:off x="6673850" y="1319212"/>
            <a:ext cx="184150" cy="542925"/>
            <a:chOff x="4180" y="783"/>
            <a:chExt cx="150" cy="307"/>
          </a:xfrm>
        </p:grpSpPr>
        <p:sp>
          <p:nvSpPr>
            <p:cNvPr id="122" name="AutoShape 24"/>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23" name="Rectangle 25"/>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24" name="Rectangle 26"/>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25" name="AutoShape 2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26" name="Line 28"/>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27" name="Line 29"/>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28" name="Rectangle 30"/>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29" name="Rectangle 31"/>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nvGrpSpPr>
          <p:cNvPr id="130" name="Group 32"/>
          <p:cNvGrpSpPr>
            <a:grpSpLocks/>
          </p:cNvGrpSpPr>
          <p:nvPr/>
        </p:nvGrpSpPr>
        <p:grpSpPr bwMode="auto">
          <a:xfrm>
            <a:off x="7254875" y="1500187"/>
            <a:ext cx="184150" cy="542925"/>
            <a:chOff x="4180" y="783"/>
            <a:chExt cx="150" cy="307"/>
          </a:xfrm>
        </p:grpSpPr>
        <p:sp>
          <p:nvSpPr>
            <p:cNvPr id="131" name="AutoShape 33"/>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32" name="Rectangle 34"/>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33" name="Rectangle 35"/>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34" name="AutoShape 3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35" name="Line 37"/>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36" name="Line 38"/>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37" name="Rectangle 39"/>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38" name="Rectangle 40"/>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nvGrpSpPr>
          <p:cNvPr id="139" name="Group 41"/>
          <p:cNvGrpSpPr>
            <a:grpSpLocks/>
          </p:cNvGrpSpPr>
          <p:nvPr/>
        </p:nvGrpSpPr>
        <p:grpSpPr bwMode="auto">
          <a:xfrm>
            <a:off x="7569200" y="2290762"/>
            <a:ext cx="184150" cy="542925"/>
            <a:chOff x="4180" y="783"/>
            <a:chExt cx="150" cy="307"/>
          </a:xfrm>
        </p:grpSpPr>
        <p:sp>
          <p:nvSpPr>
            <p:cNvPr id="140" name="AutoShape 42"/>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41" name="Rectangle 43"/>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42" name="Rectangle 44"/>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43" name="AutoShape 4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44" name="Line 46"/>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45" name="Line 47"/>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46" name="Rectangle 48"/>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47" name="Rectangle 49"/>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sp>
        <p:nvSpPr>
          <p:cNvPr id="148" name="Line 51"/>
          <p:cNvSpPr>
            <a:spLocks noChangeShapeType="1"/>
          </p:cNvSpPr>
          <p:nvPr/>
        </p:nvSpPr>
        <p:spPr bwMode="auto">
          <a:xfrm>
            <a:off x="6072187" y="1830387"/>
            <a:ext cx="66675" cy="276225"/>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49" name="Line 52"/>
          <p:cNvSpPr>
            <a:spLocks noChangeShapeType="1"/>
          </p:cNvSpPr>
          <p:nvPr/>
        </p:nvSpPr>
        <p:spPr bwMode="auto">
          <a:xfrm flipH="1">
            <a:off x="6700837" y="1868487"/>
            <a:ext cx="9525" cy="238125"/>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50" name="Line 53"/>
          <p:cNvSpPr>
            <a:spLocks noChangeShapeType="1"/>
          </p:cNvSpPr>
          <p:nvPr/>
        </p:nvSpPr>
        <p:spPr bwMode="auto">
          <a:xfrm flipH="1">
            <a:off x="7158037" y="2030412"/>
            <a:ext cx="133350" cy="20955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51" name="Line 54"/>
          <p:cNvSpPr>
            <a:spLocks noChangeShapeType="1"/>
          </p:cNvSpPr>
          <p:nvPr/>
        </p:nvSpPr>
        <p:spPr bwMode="auto">
          <a:xfrm flipH="1" flipV="1">
            <a:off x="7319962" y="2792412"/>
            <a:ext cx="247650"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52" name="Freeform 151"/>
          <p:cNvSpPr>
            <a:spLocks/>
          </p:cNvSpPr>
          <p:nvPr/>
        </p:nvSpPr>
        <p:spPr bwMode="auto">
          <a:xfrm>
            <a:off x="5357812" y="1824037"/>
            <a:ext cx="2174875" cy="158115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153" name="Group 152"/>
          <p:cNvGrpSpPr>
            <a:grpSpLocks/>
          </p:cNvGrpSpPr>
          <p:nvPr/>
        </p:nvGrpSpPr>
        <p:grpSpPr bwMode="auto">
          <a:xfrm>
            <a:off x="6340475" y="3025775"/>
            <a:ext cx="501650" cy="233362"/>
            <a:chOff x="3600" y="219"/>
            <a:chExt cx="360" cy="175"/>
          </a:xfrm>
        </p:grpSpPr>
        <p:sp>
          <p:nvSpPr>
            <p:cNvPr id="154" name="Oval 15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55" name="Line 58"/>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56" name="Line 59"/>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57" name="Rectangle 156"/>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en-US" altLang="en-US">
                <a:latin typeface="Times New Roman" panose="02020603050405020304" pitchFamily="18" charset="0"/>
              </a:endParaRPr>
            </a:p>
          </p:txBody>
        </p:sp>
        <p:sp>
          <p:nvSpPr>
            <p:cNvPr id="158" name="Oval 15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159" name="Group 158"/>
            <p:cNvGrpSpPr>
              <a:grpSpLocks/>
            </p:cNvGrpSpPr>
            <p:nvPr/>
          </p:nvGrpSpPr>
          <p:grpSpPr bwMode="auto">
            <a:xfrm>
              <a:off x="3686" y="244"/>
              <a:ext cx="177" cy="66"/>
              <a:chOff x="2848" y="848"/>
              <a:chExt cx="140" cy="98"/>
            </a:xfrm>
          </p:grpSpPr>
          <p:sp>
            <p:nvSpPr>
              <p:cNvPr id="164" name="Line 6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65" name="Line 6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66" name="Line 6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nvGrpSpPr>
            <p:cNvPr id="160" name="Group 66"/>
            <p:cNvGrpSpPr>
              <a:grpSpLocks/>
            </p:cNvGrpSpPr>
            <p:nvPr/>
          </p:nvGrpSpPr>
          <p:grpSpPr bwMode="auto">
            <a:xfrm flipV="1">
              <a:off x="3686" y="243"/>
              <a:ext cx="177" cy="66"/>
              <a:chOff x="2848" y="848"/>
              <a:chExt cx="140" cy="98"/>
            </a:xfrm>
          </p:grpSpPr>
          <p:sp>
            <p:nvSpPr>
              <p:cNvPr id="161" name="Line 6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62" name="Line 6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63" name="Line 6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sp>
        <p:nvSpPr>
          <p:cNvPr id="167" name="Text Box 70"/>
          <p:cNvSpPr txBox="1">
            <a:spLocks noChangeArrowheads="1"/>
          </p:cNvSpPr>
          <p:nvPr/>
        </p:nvSpPr>
        <p:spPr bwMode="auto">
          <a:xfrm>
            <a:off x="6068102" y="2380341"/>
            <a:ext cx="881973"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1600" dirty="0"/>
              <a:t>Internet</a:t>
            </a:r>
            <a:endParaRPr lang="en-US" altLang="en-US" dirty="0">
              <a:solidFill>
                <a:schemeClr val="accent2"/>
              </a:solidFill>
              <a:latin typeface="Times New Roman" panose="02020603050405020304" pitchFamily="18" charset="0"/>
            </a:endParaRPr>
          </a:p>
        </p:txBody>
      </p:sp>
      <p:sp>
        <p:nvSpPr>
          <p:cNvPr id="168" name="Freeform 167"/>
          <p:cNvSpPr>
            <a:spLocks/>
          </p:cNvSpPr>
          <p:nvPr/>
        </p:nvSpPr>
        <p:spPr bwMode="auto">
          <a:xfrm>
            <a:off x="4927600" y="4194175"/>
            <a:ext cx="2965450" cy="1390650"/>
          </a:xfrm>
          <a:custGeom>
            <a:avLst/>
            <a:gdLst>
              <a:gd name="T0" fmla="*/ 31 w 1868"/>
              <a:gd name="T1" fmla="*/ 327 h 876"/>
              <a:gd name="T2" fmla="*/ 103 w 1868"/>
              <a:gd name="T3" fmla="*/ 137 h 876"/>
              <a:gd name="T4" fmla="*/ 649 w 1868"/>
              <a:gd name="T5" fmla="*/ 17 h 876"/>
              <a:gd name="T6" fmla="*/ 1141 w 1868"/>
              <a:gd name="T7" fmla="*/ 35 h 876"/>
              <a:gd name="T8" fmla="*/ 1763 w 1868"/>
              <a:gd name="T9" fmla="*/ 121 h 876"/>
              <a:gd name="T10" fmla="*/ 1774 w 1868"/>
              <a:gd name="T11" fmla="*/ 741 h 876"/>
              <a:gd name="T12" fmla="*/ 1369 w 1868"/>
              <a:gd name="T13" fmla="*/ 845 h 876"/>
              <a:gd name="T14" fmla="*/ 781 w 1868"/>
              <a:gd name="T15" fmla="*/ 851 h 876"/>
              <a:gd name="T16" fmla="*/ 447 w 1868"/>
              <a:gd name="T17" fmla="*/ 847 h 876"/>
              <a:gd name="T18" fmla="*/ 168 w 1868"/>
              <a:gd name="T19" fmla="*/ 676 h 876"/>
              <a:gd name="T20" fmla="*/ 31 w 1868"/>
              <a:gd name="T21" fmla="*/ 327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68" h="876">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aphicFrame>
        <p:nvGraphicFramePr>
          <p:cNvPr id="169" name="Object 168"/>
          <p:cNvGraphicFramePr>
            <a:graphicFrameLocks noChangeAspect="1"/>
          </p:cNvGraphicFramePr>
          <p:nvPr/>
        </p:nvGraphicFramePr>
        <p:xfrm>
          <a:off x="5175250" y="4938712"/>
          <a:ext cx="444500" cy="357188"/>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169" name="Object 1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5250" y="4938712"/>
                        <a:ext cx="444500" cy="357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0" name="Object 169"/>
          <p:cNvGraphicFramePr>
            <a:graphicFrameLocks noChangeAspect="1"/>
          </p:cNvGraphicFramePr>
          <p:nvPr/>
        </p:nvGraphicFramePr>
        <p:xfrm>
          <a:off x="5680075" y="4938712"/>
          <a:ext cx="444500" cy="357188"/>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170" name="Object 1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0075" y="4938712"/>
                        <a:ext cx="444500" cy="357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1" name="Object 170"/>
          <p:cNvGraphicFramePr>
            <a:graphicFrameLocks noChangeAspect="1"/>
          </p:cNvGraphicFramePr>
          <p:nvPr/>
        </p:nvGraphicFramePr>
        <p:xfrm>
          <a:off x="6213475" y="4929187"/>
          <a:ext cx="444500" cy="357188"/>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171" name="Object 1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3475" y="4929187"/>
                        <a:ext cx="444500" cy="357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2" name="Object 171"/>
          <p:cNvGraphicFramePr>
            <a:graphicFrameLocks noChangeAspect="1"/>
          </p:cNvGraphicFramePr>
          <p:nvPr/>
        </p:nvGraphicFramePr>
        <p:xfrm>
          <a:off x="6727825" y="4938712"/>
          <a:ext cx="444500" cy="357188"/>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172" name="Object 1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7825" y="4938712"/>
                        <a:ext cx="444500" cy="357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3" name="Line 76"/>
          <p:cNvSpPr>
            <a:spLocks noChangeShapeType="1"/>
          </p:cNvSpPr>
          <p:nvPr/>
        </p:nvSpPr>
        <p:spPr bwMode="auto">
          <a:xfrm flipV="1">
            <a:off x="5367337" y="4727575"/>
            <a:ext cx="1557338" cy="127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74" name="Line 77"/>
          <p:cNvSpPr>
            <a:spLocks noChangeShapeType="1"/>
          </p:cNvSpPr>
          <p:nvPr/>
        </p:nvSpPr>
        <p:spPr bwMode="auto">
          <a:xfrm>
            <a:off x="5376862" y="4740275"/>
            <a:ext cx="0" cy="1952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75" name="Line 78"/>
          <p:cNvSpPr>
            <a:spLocks noChangeShapeType="1"/>
          </p:cNvSpPr>
          <p:nvPr/>
        </p:nvSpPr>
        <p:spPr bwMode="auto">
          <a:xfrm>
            <a:off x="5886450" y="4749800"/>
            <a:ext cx="0" cy="1952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76" name="Line 79"/>
          <p:cNvSpPr>
            <a:spLocks noChangeShapeType="1"/>
          </p:cNvSpPr>
          <p:nvPr/>
        </p:nvSpPr>
        <p:spPr bwMode="auto">
          <a:xfrm>
            <a:off x="6424612" y="4745037"/>
            <a:ext cx="0" cy="1952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77" name="Line 80"/>
          <p:cNvSpPr>
            <a:spLocks noChangeShapeType="1"/>
          </p:cNvSpPr>
          <p:nvPr/>
        </p:nvSpPr>
        <p:spPr bwMode="auto">
          <a:xfrm>
            <a:off x="6924675" y="4745037"/>
            <a:ext cx="0" cy="2238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178" name="Group 177"/>
          <p:cNvGrpSpPr>
            <a:grpSpLocks/>
          </p:cNvGrpSpPr>
          <p:nvPr/>
        </p:nvGrpSpPr>
        <p:grpSpPr bwMode="auto">
          <a:xfrm>
            <a:off x="6340475" y="4316412"/>
            <a:ext cx="501650" cy="233363"/>
            <a:chOff x="3600" y="219"/>
            <a:chExt cx="360" cy="175"/>
          </a:xfrm>
        </p:grpSpPr>
        <p:sp>
          <p:nvSpPr>
            <p:cNvPr id="179" name="Oval 17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80" name="Line 83"/>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81" name="Line 84"/>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82" name="Rectangle 18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en-US" altLang="en-US">
                <a:latin typeface="Times New Roman" panose="02020603050405020304" pitchFamily="18" charset="0"/>
              </a:endParaRPr>
            </a:p>
          </p:txBody>
        </p:sp>
        <p:sp>
          <p:nvSpPr>
            <p:cNvPr id="183" name="Oval 18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184" name="Group 183"/>
            <p:cNvGrpSpPr>
              <a:grpSpLocks/>
            </p:cNvGrpSpPr>
            <p:nvPr/>
          </p:nvGrpSpPr>
          <p:grpSpPr bwMode="auto">
            <a:xfrm>
              <a:off x="3686" y="244"/>
              <a:ext cx="177" cy="66"/>
              <a:chOff x="2848" y="848"/>
              <a:chExt cx="140" cy="98"/>
            </a:xfrm>
          </p:grpSpPr>
          <p:sp>
            <p:nvSpPr>
              <p:cNvPr id="189" name="Line 8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0" name="Line 8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1" name="Line 9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nvGrpSpPr>
            <p:cNvPr id="185" name="Group 91"/>
            <p:cNvGrpSpPr>
              <a:grpSpLocks/>
            </p:cNvGrpSpPr>
            <p:nvPr/>
          </p:nvGrpSpPr>
          <p:grpSpPr bwMode="auto">
            <a:xfrm flipV="1">
              <a:off x="3686" y="243"/>
              <a:ext cx="177" cy="66"/>
              <a:chOff x="2848" y="848"/>
              <a:chExt cx="140" cy="98"/>
            </a:xfrm>
          </p:grpSpPr>
          <p:sp>
            <p:nvSpPr>
              <p:cNvPr id="186" name="Line 9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87" name="Line 9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88" name="Line 9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sp>
        <p:nvSpPr>
          <p:cNvPr id="192" name="Line 95"/>
          <p:cNvSpPr>
            <a:spLocks noChangeShapeType="1"/>
          </p:cNvSpPr>
          <p:nvPr/>
        </p:nvSpPr>
        <p:spPr bwMode="auto">
          <a:xfrm>
            <a:off x="6586537" y="3268662"/>
            <a:ext cx="0" cy="10620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3" name="Line 96"/>
          <p:cNvSpPr>
            <a:spLocks noChangeShapeType="1"/>
          </p:cNvSpPr>
          <p:nvPr/>
        </p:nvSpPr>
        <p:spPr bwMode="auto">
          <a:xfrm>
            <a:off x="6591300" y="4554537"/>
            <a:ext cx="0" cy="1666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4" name="Text Box 97"/>
          <p:cNvSpPr txBox="1">
            <a:spLocks noChangeArrowheads="1"/>
          </p:cNvSpPr>
          <p:nvPr/>
        </p:nvSpPr>
        <p:spPr bwMode="auto">
          <a:xfrm>
            <a:off x="4942964" y="4081462"/>
            <a:ext cx="1221809"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1600" dirty="0"/>
              <a:t>Institutional</a:t>
            </a:r>
          </a:p>
          <a:p>
            <a:pPr algn="ctr">
              <a:spcBef>
                <a:spcPct val="0"/>
              </a:spcBef>
              <a:buClrTx/>
              <a:buSzTx/>
              <a:buFontTx/>
              <a:buNone/>
            </a:pPr>
            <a:r>
              <a:rPr lang="en-US" altLang="en-US" sz="1600" dirty="0"/>
              <a:t>network</a:t>
            </a:r>
            <a:endParaRPr lang="en-US" altLang="en-US" dirty="0">
              <a:solidFill>
                <a:schemeClr val="accent2"/>
              </a:solidFill>
              <a:latin typeface="Times New Roman" panose="02020603050405020304" pitchFamily="18" charset="0"/>
            </a:endParaRPr>
          </a:p>
        </p:txBody>
      </p:sp>
      <p:grpSp>
        <p:nvGrpSpPr>
          <p:cNvPr id="195" name="Group 194"/>
          <p:cNvGrpSpPr/>
          <p:nvPr/>
        </p:nvGrpSpPr>
        <p:grpSpPr>
          <a:xfrm>
            <a:off x="6924675" y="4694238"/>
            <a:ext cx="702198" cy="695325"/>
            <a:chOff x="4614863" y="4470401"/>
            <a:chExt cx="702198" cy="695325"/>
          </a:xfrm>
        </p:grpSpPr>
        <p:grpSp>
          <p:nvGrpSpPr>
            <p:cNvPr id="196" name="Group 82"/>
            <p:cNvGrpSpPr>
              <a:grpSpLocks/>
            </p:cNvGrpSpPr>
            <p:nvPr/>
          </p:nvGrpSpPr>
          <p:grpSpPr bwMode="auto">
            <a:xfrm>
              <a:off x="4969399" y="4470401"/>
              <a:ext cx="347662" cy="695325"/>
              <a:chOff x="4730" y="2897"/>
              <a:chExt cx="219" cy="438"/>
            </a:xfrm>
          </p:grpSpPr>
          <p:sp>
            <p:nvSpPr>
              <p:cNvPr id="198" name="Freeform 83"/>
              <p:cNvSpPr>
                <a:spLocks/>
              </p:cNvSpPr>
              <p:nvPr/>
            </p:nvSpPr>
            <p:spPr bwMode="auto">
              <a:xfrm>
                <a:off x="4730" y="2897"/>
                <a:ext cx="219" cy="438"/>
              </a:xfrm>
              <a:custGeom>
                <a:avLst/>
                <a:gdLst>
                  <a:gd name="T0" fmla="*/ 16 w 219"/>
                  <a:gd name="T1" fmla="*/ 109 h 438"/>
                  <a:gd name="T2" fmla="*/ 94 w 219"/>
                  <a:gd name="T3" fmla="*/ 7 h 438"/>
                  <a:gd name="T4" fmla="*/ 178 w 219"/>
                  <a:gd name="T5" fmla="*/ 67 h 438"/>
                  <a:gd name="T6" fmla="*/ 196 w 219"/>
                  <a:gd name="T7" fmla="*/ 379 h 438"/>
                  <a:gd name="T8" fmla="*/ 40 w 219"/>
                  <a:gd name="T9" fmla="*/ 421 h 438"/>
                  <a:gd name="T10" fmla="*/ 4 w 219"/>
                  <a:gd name="T11" fmla="*/ 313 h 438"/>
                  <a:gd name="T12" fmla="*/ 16 w 219"/>
                  <a:gd name="T13" fmla="*/ 109 h 438"/>
                </a:gdLst>
                <a:ahLst/>
                <a:cxnLst>
                  <a:cxn ang="0">
                    <a:pos x="T0" y="T1"/>
                  </a:cxn>
                  <a:cxn ang="0">
                    <a:pos x="T2" y="T3"/>
                  </a:cxn>
                  <a:cxn ang="0">
                    <a:pos x="T4" y="T5"/>
                  </a:cxn>
                  <a:cxn ang="0">
                    <a:pos x="T6" y="T7"/>
                  </a:cxn>
                  <a:cxn ang="0">
                    <a:pos x="T8" y="T9"/>
                  </a:cxn>
                  <a:cxn ang="0">
                    <a:pos x="T10" y="T11"/>
                  </a:cxn>
                  <a:cxn ang="0">
                    <a:pos x="T12" y="T13"/>
                  </a:cxn>
                </a:cxnLst>
                <a:rect l="0" t="0" r="r" b="b"/>
                <a:pathLst>
                  <a:path w="219" h="438">
                    <a:moveTo>
                      <a:pt x="16" y="109"/>
                    </a:moveTo>
                    <a:cubicBezTo>
                      <a:pt x="31" y="58"/>
                      <a:pt x="67" y="14"/>
                      <a:pt x="94" y="7"/>
                    </a:cubicBezTo>
                    <a:cubicBezTo>
                      <a:pt x="121" y="0"/>
                      <a:pt x="161" y="5"/>
                      <a:pt x="178" y="67"/>
                    </a:cubicBezTo>
                    <a:cubicBezTo>
                      <a:pt x="195" y="129"/>
                      <a:pt x="219" y="320"/>
                      <a:pt x="196" y="379"/>
                    </a:cubicBezTo>
                    <a:cubicBezTo>
                      <a:pt x="173" y="438"/>
                      <a:pt x="72" y="432"/>
                      <a:pt x="40" y="421"/>
                    </a:cubicBezTo>
                    <a:cubicBezTo>
                      <a:pt x="8" y="410"/>
                      <a:pt x="8" y="365"/>
                      <a:pt x="4" y="313"/>
                    </a:cubicBezTo>
                    <a:cubicBezTo>
                      <a:pt x="0" y="261"/>
                      <a:pt x="1" y="160"/>
                      <a:pt x="16" y="109"/>
                    </a:cubicBezTo>
                    <a:close/>
                  </a:path>
                </a:pathLst>
              </a:cu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199" name="Group 84"/>
              <p:cNvGrpSpPr>
                <a:grpSpLocks/>
              </p:cNvGrpSpPr>
              <p:nvPr/>
            </p:nvGrpSpPr>
            <p:grpSpPr bwMode="auto">
              <a:xfrm>
                <a:off x="4771" y="2948"/>
                <a:ext cx="116" cy="342"/>
                <a:chOff x="4180" y="783"/>
                <a:chExt cx="150" cy="307"/>
              </a:xfrm>
            </p:grpSpPr>
            <p:sp>
              <p:nvSpPr>
                <p:cNvPr id="200" name="AutoShape 85"/>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01" name="Rectangle 86"/>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02" name="Rectangle 87"/>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03" name="AutoShape 8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04" name="Line 89"/>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05" name="Line 90"/>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06" name="Rectangle 91"/>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07" name="Rectangle 92"/>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cxnSp>
          <p:nvCxnSpPr>
            <p:cNvPr id="197" name="Straight Connector 196"/>
            <p:cNvCxnSpPr/>
            <p:nvPr/>
          </p:nvCxnSpPr>
          <p:spPr>
            <a:xfrm>
              <a:off x="4614863" y="4497388"/>
              <a:ext cx="458808" cy="0"/>
            </a:xfrm>
            <a:prstGeom prst="line">
              <a:avLst/>
            </a:prstGeom>
          </p:spPr>
          <p:style>
            <a:lnRef idx="3">
              <a:schemeClr val="accent4"/>
            </a:lnRef>
            <a:fillRef idx="0">
              <a:schemeClr val="accent4"/>
            </a:fillRef>
            <a:effectRef idx="2">
              <a:schemeClr val="accent4"/>
            </a:effectRef>
            <a:fontRef idx="minor">
              <a:schemeClr val="tx1"/>
            </a:fontRef>
          </p:style>
        </p:cxnSp>
      </p:grpSp>
      <p:sp>
        <p:nvSpPr>
          <p:cNvPr id="4" name="Text Box 70">
            <a:extLst>
              <a:ext uri="{FF2B5EF4-FFF2-40B4-BE49-F238E27FC236}">
                <a16:creationId xmlns:a16="http://schemas.microsoft.com/office/drawing/2014/main" id="{498C1E26-31C3-088F-FBAA-47346D0AE4E4}"/>
              </a:ext>
            </a:extLst>
          </p:cNvPr>
          <p:cNvSpPr txBox="1">
            <a:spLocks noChangeArrowheads="1"/>
          </p:cNvSpPr>
          <p:nvPr/>
        </p:nvSpPr>
        <p:spPr bwMode="auto">
          <a:xfrm>
            <a:off x="7113597" y="1009083"/>
            <a:ext cx="1462260"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1600" dirty="0"/>
              <a:t>Origin servers</a:t>
            </a:r>
            <a:endParaRPr lang="en-US" altLang="en-US" dirty="0">
              <a:solidFill>
                <a:schemeClr val="accent2"/>
              </a:solidFill>
              <a:latin typeface="Times New Roman" panose="02020603050405020304" pitchFamily="18" charset="0"/>
            </a:endParaRPr>
          </a:p>
        </p:txBody>
      </p:sp>
      <p:sp>
        <p:nvSpPr>
          <p:cNvPr id="5" name="Text Box 97">
            <a:extLst>
              <a:ext uri="{FF2B5EF4-FFF2-40B4-BE49-F238E27FC236}">
                <a16:creationId xmlns:a16="http://schemas.microsoft.com/office/drawing/2014/main" id="{00CF6392-3547-C28E-4E18-D6416DEA25FF}"/>
              </a:ext>
            </a:extLst>
          </p:cNvPr>
          <p:cNvSpPr txBox="1">
            <a:spLocks noChangeArrowheads="1"/>
          </p:cNvSpPr>
          <p:nvPr/>
        </p:nvSpPr>
        <p:spPr bwMode="auto">
          <a:xfrm>
            <a:off x="6654541" y="5368088"/>
            <a:ext cx="1826142"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1600" dirty="0">
                <a:solidFill>
                  <a:schemeClr val="tx1">
                    <a:lumMod val="85000"/>
                    <a:lumOff val="15000"/>
                  </a:schemeClr>
                </a:solidFill>
                <a:latin typeface="Arial" panose="020B0604020202020204" pitchFamily="34" charset="0"/>
                <a:cs typeface="Arial" panose="020B0604020202020204" pitchFamily="34" charset="0"/>
              </a:rPr>
              <a:t>Institutional cache</a:t>
            </a:r>
          </a:p>
        </p:txBody>
      </p:sp>
      <p:sp>
        <p:nvSpPr>
          <p:cNvPr id="3" name="TextBox 7">
            <a:extLst>
              <a:ext uri="{FF2B5EF4-FFF2-40B4-BE49-F238E27FC236}">
                <a16:creationId xmlns:a16="http://schemas.microsoft.com/office/drawing/2014/main" id="{9C4699E8-C5F8-015F-52EE-7230EC7145F8}"/>
              </a:ext>
            </a:extLst>
          </p:cNvPr>
          <p:cNvSpPr txBox="1"/>
          <p:nvPr/>
        </p:nvSpPr>
        <p:spPr>
          <a:xfrm>
            <a:off x="4267900" y="6074676"/>
            <a:ext cx="4800600"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3</a:t>
            </a:r>
            <a:r>
              <a:rPr lang="en-GB" sz="1100" baseline="30000" dirty="0"/>
              <a:t>rd</a:t>
            </a:r>
            <a:r>
              <a:rPr lang="en-GB" sz="1100" dirty="0"/>
              <a:t> edition, 2005, Figure 2.12.</a:t>
            </a:r>
          </a:p>
        </p:txBody>
      </p:sp>
    </p:spTree>
    <p:extLst>
      <p:ext uri="{BB962C8B-B14F-4D97-AF65-F5344CB8AC3E}">
        <p14:creationId xmlns:p14="http://schemas.microsoft.com/office/powerpoint/2010/main" val="11532427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p:cNvSpPr>
            <a:spLocks noGrp="1"/>
          </p:cNvSpPr>
          <p:nvPr>
            <p:ph type="sldNum" sz="quarter" idx="12"/>
          </p:nvPr>
        </p:nvSpPr>
        <p:spPr/>
        <p:txBody>
          <a:bodyPr/>
          <a:lstStyle/>
          <a:p>
            <a:fld id="{A8C2378B-973E-474C-9525-1B445465A3C1}" type="slidenum">
              <a:rPr lang="en-US" altLang="en-US"/>
              <a:pPr/>
              <a:t>36</a:t>
            </a:fld>
            <a:endParaRPr lang="en-US" altLang="en-US" dirty="0"/>
          </a:p>
        </p:txBody>
      </p:sp>
      <p:sp>
        <p:nvSpPr>
          <p:cNvPr id="51202" name="Rectangle 2"/>
          <p:cNvSpPr>
            <a:spLocks noGrp="1" noChangeArrowheads="1"/>
          </p:cNvSpPr>
          <p:nvPr>
            <p:ph type="title"/>
          </p:nvPr>
        </p:nvSpPr>
        <p:spPr>
          <a:xfrm>
            <a:off x="342900" y="-36512"/>
            <a:ext cx="7962900" cy="1143000"/>
          </a:xfrm>
        </p:spPr>
        <p:txBody>
          <a:bodyPr/>
          <a:lstStyle/>
          <a:p>
            <a:r>
              <a:rPr lang="en-US" altLang="en-US" sz="3200" dirty="0"/>
              <a:t>Conditional GET</a:t>
            </a:r>
            <a:endParaRPr lang="en-US" altLang="en-US" dirty="0"/>
          </a:p>
        </p:txBody>
      </p:sp>
      <p:sp>
        <p:nvSpPr>
          <p:cNvPr id="51203" name="Rectangle 3"/>
          <p:cNvSpPr>
            <a:spLocks noGrp="1" noChangeArrowheads="1"/>
          </p:cNvSpPr>
          <p:nvPr>
            <p:ph type="body" sz="half" idx="1"/>
          </p:nvPr>
        </p:nvSpPr>
        <p:spPr>
          <a:xfrm>
            <a:off x="0" y="1590675"/>
            <a:ext cx="4044950" cy="4305300"/>
          </a:xfrm>
        </p:spPr>
        <p:txBody>
          <a:bodyPr/>
          <a:lstStyle/>
          <a:p>
            <a:r>
              <a:rPr lang="en-US" altLang="en-US" sz="2000" dirty="0">
                <a:solidFill>
                  <a:srgbClr val="FF0000"/>
                </a:solidFill>
              </a:rPr>
              <a:t>Goal:</a:t>
            </a:r>
            <a:r>
              <a:rPr lang="en-US" altLang="en-US" sz="2000" dirty="0"/>
              <a:t> don’t send object if cache has up-to-date cached version</a:t>
            </a:r>
          </a:p>
          <a:p>
            <a:r>
              <a:rPr lang="en-US" altLang="en-US" sz="2000" dirty="0"/>
              <a:t>cache: specify date of cached copy in HTTP request</a:t>
            </a:r>
          </a:p>
          <a:p>
            <a:pPr lvl="1">
              <a:buFont typeface="ZapfDingbats" pitchFamily="82" charset="2"/>
              <a:buNone/>
            </a:pPr>
            <a:r>
              <a:rPr lang="en-US" altLang="en-US" sz="1800" b="1" dirty="0">
                <a:latin typeface="Courier New" panose="02070309020205020404" pitchFamily="49" charset="0"/>
              </a:rPr>
              <a:t>If-modified-since: &lt;date&gt;</a:t>
            </a:r>
          </a:p>
          <a:p>
            <a:r>
              <a:rPr lang="en-US" altLang="en-US" sz="2000" dirty="0"/>
              <a:t>server: response contains no object if cached copy is up-to-date: </a:t>
            </a:r>
          </a:p>
          <a:p>
            <a:pPr lvl="1">
              <a:buFont typeface="ZapfDingbats" pitchFamily="82" charset="2"/>
              <a:buNone/>
            </a:pPr>
            <a:r>
              <a:rPr lang="en-US" altLang="en-US" sz="1800" b="1" dirty="0">
                <a:latin typeface="Courier New" panose="02070309020205020404" pitchFamily="49" charset="0"/>
              </a:rPr>
              <a:t>HTTP/1.0 304 Not Modified</a:t>
            </a:r>
            <a:endParaRPr lang="en-US" altLang="en-US" sz="2000" dirty="0"/>
          </a:p>
        </p:txBody>
      </p:sp>
      <p:sp>
        <p:nvSpPr>
          <p:cNvPr id="51204" name="Line 4"/>
          <p:cNvSpPr>
            <a:spLocks noChangeShapeType="1"/>
          </p:cNvSpPr>
          <p:nvPr/>
        </p:nvSpPr>
        <p:spPr bwMode="auto">
          <a:xfrm>
            <a:off x="4276725" y="2114550"/>
            <a:ext cx="3305175" cy="3810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51205" name="Text Box 5"/>
          <p:cNvSpPr txBox="1">
            <a:spLocks noChangeArrowheads="1"/>
          </p:cNvSpPr>
          <p:nvPr/>
        </p:nvSpPr>
        <p:spPr bwMode="auto">
          <a:xfrm>
            <a:off x="3868738" y="1436688"/>
            <a:ext cx="996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u="sng"/>
              <a:t>cache</a:t>
            </a:r>
            <a:endParaRPr lang="en-US" altLang="en-US">
              <a:latin typeface="Times New Roman" panose="02020603050405020304" pitchFamily="18" charset="0"/>
            </a:endParaRPr>
          </a:p>
        </p:txBody>
      </p:sp>
      <p:sp>
        <p:nvSpPr>
          <p:cNvPr id="51206" name="Text Box 6"/>
          <p:cNvSpPr txBox="1">
            <a:spLocks noChangeArrowheads="1"/>
          </p:cNvSpPr>
          <p:nvPr/>
        </p:nvSpPr>
        <p:spPr bwMode="auto">
          <a:xfrm>
            <a:off x="7321550" y="1408113"/>
            <a:ext cx="1104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u="sng"/>
              <a:t>server</a:t>
            </a:r>
            <a:endParaRPr lang="en-US" altLang="en-US">
              <a:latin typeface="Times New Roman" panose="02020603050405020304" pitchFamily="18" charset="0"/>
            </a:endParaRPr>
          </a:p>
        </p:txBody>
      </p:sp>
      <p:sp>
        <p:nvSpPr>
          <p:cNvPr id="51208" name="Text Box 8"/>
          <p:cNvSpPr txBox="1">
            <a:spLocks noChangeArrowheads="1"/>
          </p:cNvSpPr>
          <p:nvPr/>
        </p:nvSpPr>
        <p:spPr bwMode="auto">
          <a:xfrm>
            <a:off x="4583113" y="1998663"/>
            <a:ext cx="2681287" cy="8651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0"/>
              </a:spcBef>
              <a:buClrTx/>
              <a:buSzTx/>
              <a:buFontTx/>
              <a:buNone/>
            </a:pPr>
            <a:r>
              <a:rPr lang="en-US" altLang="en-US" sz="1800"/>
              <a:t>HTTP request msg</a:t>
            </a:r>
          </a:p>
          <a:p>
            <a:pPr algn="ctr">
              <a:spcBef>
                <a:spcPct val="0"/>
              </a:spcBef>
              <a:buClrTx/>
              <a:buSzTx/>
              <a:buFontTx/>
              <a:buNone/>
            </a:pPr>
            <a:r>
              <a:rPr lang="en-US" altLang="en-US" sz="1600" b="1">
                <a:latin typeface="Courier New" panose="02070309020205020404" pitchFamily="49" charset="0"/>
              </a:rPr>
              <a:t>If-modified-since: &lt;date&gt;</a:t>
            </a:r>
            <a:endParaRPr lang="en-US" altLang="en-US" sz="2000" b="1">
              <a:latin typeface="Courier New" panose="02070309020205020404" pitchFamily="49" charset="0"/>
            </a:endParaRPr>
          </a:p>
        </p:txBody>
      </p:sp>
      <p:sp>
        <p:nvSpPr>
          <p:cNvPr id="51209" name="Line 9"/>
          <p:cNvSpPr>
            <a:spLocks noChangeShapeType="1"/>
          </p:cNvSpPr>
          <p:nvPr/>
        </p:nvSpPr>
        <p:spPr bwMode="auto">
          <a:xfrm flipH="1">
            <a:off x="4295775" y="3105150"/>
            <a:ext cx="3305175" cy="3810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51230" name="Group 30"/>
          <p:cNvGrpSpPr>
            <a:grpSpLocks/>
          </p:cNvGrpSpPr>
          <p:nvPr/>
        </p:nvGrpSpPr>
        <p:grpSpPr bwMode="auto">
          <a:xfrm>
            <a:off x="4564063" y="3098800"/>
            <a:ext cx="2643187" cy="865188"/>
            <a:chOff x="2698" y="2036"/>
            <a:chExt cx="1665" cy="545"/>
          </a:xfrm>
        </p:grpSpPr>
        <p:sp>
          <p:nvSpPr>
            <p:cNvPr id="51210" name="Rectangle 10"/>
            <p:cNvSpPr>
              <a:spLocks noChangeArrowheads="1"/>
            </p:cNvSpPr>
            <p:nvPr/>
          </p:nvSpPr>
          <p:spPr bwMode="auto">
            <a:xfrm>
              <a:off x="2760" y="2071"/>
              <a:ext cx="1578" cy="46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51211" name="Text Box 11"/>
            <p:cNvSpPr txBox="1">
              <a:spLocks noChangeArrowheads="1"/>
            </p:cNvSpPr>
            <p:nvPr/>
          </p:nvSpPr>
          <p:spPr bwMode="auto">
            <a:xfrm>
              <a:off x="2698" y="2036"/>
              <a:ext cx="1665" cy="54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0"/>
                </a:spcBef>
                <a:buClrTx/>
                <a:buSzTx/>
                <a:buFontTx/>
                <a:buNone/>
              </a:pPr>
              <a:r>
                <a:rPr lang="en-US" altLang="en-US" sz="1800" dirty="0"/>
                <a:t>HTTP response</a:t>
              </a:r>
            </a:p>
            <a:p>
              <a:pPr algn="ctr">
                <a:spcBef>
                  <a:spcPct val="0"/>
                </a:spcBef>
                <a:buClrTx/>
                <a:buSzTx/>
                <a:buFontTx/>
                <a:buNone/>
              </a:pPr>
              <a:r>
                <a:rPr lang="en-US" altLang="en-US" sz="1600" b="1" dirty="0">
                  <a:latin typeface="Courier New" panose="02070309020205020404" pitchFamily="49" charset="0"/>
                </a:rPr>
                <a:t>HTTP/1.0 </a:t>
              </a:r>
            </a:p>
            <a:p>
              <a:pPr algn="ctr">
                <a:spcBef>
                  <a:spcPct val="0"/>
                </a:spcBef>
                <a:buClrTx/>
                <a:buSzTx/>
                <a:buFontTx/>
                <a:buNone/>
              </a:pPr>
              <a:r>
                <a:rPr lang="en-US" altLang="en-US" sz="1600" b="1" dirty="0">
                  <a:latin typeface="Courier New" panose="02070309020205020404" pitchFamily="49" charset="0"/>
                </a:rPr>
                <a:t>304 Not Modified</a:t>
              </a:r>
              <a:endParaRPr lang="en-US" altLang="en-US" sz="2000" b="1" dirty="0">
                <a:latin typeface="Courier New" panose="02070309020205020404" pitchFamily="49" charset="0"/>
              </a:endParaRPr>
            </a:p>
          </p:txBody>
        </p:sp>
      </p:grpSp>
      <p:sp>
        <p:nvSpPr>
          <p:cNvPr id="51228" name="Text Box 28"/>
          <p:cNvSpPr txBox="1">
            <a:spLocks noChangeArrowheads="1"/>
          </p:cNvSpPr>
          <p:nvPr/>
        </p:nvSpPr>
        <p:spPr bwMode="auto">
          <a:xfrm>
            <a:off x="7585075" y="2360613"/>
            <a:ext cx="1223963"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2000">
                <a:solidFill>
                  <a:schemeClr val="accent2"/>
                </a:solidFill>
              </a:rPr>
              <a:t>object </a:t>
            </a:r>
          </a:p>
          <a:p>
            <a:pPr algn="ctr">
              <a:spcBef>
                <a:spcPct val="0"/>
              </a:spcBef>
              <a:buClrTx/>
              <a:buSzTx/>
              <a:buFontTx/>
              <a:buNone/>
            </a:pPr>
            <a:r>
              <a:rPr lang="en-US" altLang="en-US" sz="2000">
                <a:solidFill>
                  <a:schemeClr val="accent2"/>
                </a:solidFill>
              </a:rPr>
              <a:t>not </a:t>
            </a:r>
          </a:p>
          <a:p>
            <a:pPr algn="ctr">
              <a:spcBef>
                <a:spcPct val="0"/>
              </a:spcBef>
              <a:buClrTx/>
              <a:buSzTx/>
              <a:buFontTx/>
              <a:buNone/>
            </a:pPr>
            <a:r>
              <a:rPr lang="en-US" altLang="en-US" sz="2000">
                <a:solidFill>
                  <a:schemeClr val="accent2"/>
                </a:solidFill>
              </a:rPr>
              <a:t>modified</a:t>
            </a:r>
            <a:endParaRPr lang="en-US" altLang="en-US">
              <a:latin typeface="Times New Roman" panose="02020603050405020304" pitchFamily="18" charset="0"/>
            </a:endParaRPr>
          </a:p>
        </p:txBody>
      </p:sp>
      <p:sp>
        <p:nvSpPr>
          <p:cNvPr id="51231" name="Line 31"/>
          <p:cNvSpPr>
            <a:spLocks noChangeShapeType="1"/>
          </p:cNvSpPr>
          <p:nvPr/>
        </p:nvSpPr>
        <p:spPr bwMode="auto">
          <a:xfrm>
            <a:off x="4400550" y="4171950"/>
            <a:ext cx="3905250"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51232" name="Line 32"/>
          <p:cNvSpPr>
            <a:spLocks noChangeShapeType="1"/>
          </p:cNvSpPr>
          <p:nvPr/>
        </p:nvSpPr>
        <p:spPr bwMode="auto">
          <a:xfrm>
            <a:off x="4343400" y="4467225"/>
            <a:ext cx="3305175" cy="3810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51234" name="Text Box 34"/>
          <p:cNvSpPr txBox="1">
            <a:spLocks noChangeArrowheads="1"/>
          </p:cNvSpPr>
          <p:nvPr/>
        </p:nvSpPr>
        <p:spPr bwMode="auto">
          <a:xfrm>
            <a:off x="4587875" y="4351338"/>
            <a:ext cx="2681288" cy="8651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0"/>
              </a:spcBef>
              <a:buClrTx/>
              <a:buSzTx/>
              <a:buFontTx/>
              <a:buNone/>
            </a:pPr>
            <a:r>
              <a:rPr lang="en-US" altLang="en-US" sz="1800"/>
              <a:t>HTTP request msg</a:t>
            </a:r>
          </a:p>
          <a:p>
            <a:pPr algn="ctr">
              <a:spcBef>
                <a:spcPct val="0"/>
              </a:spcBef>
              <a:buClrTx/>
              <a:buSzTx/>
              <a:buFontTx/>
              <a:buNone/>
            </a:pPr>
            <a:r>
              <a:rPr lang="en-US" altLang="en-US" sz="1600" b="1">
                <a:latin typeface="Courier New" panose="02070309020205020404" pitchFamily="49" charset="0"/>
              </a:rPr>
              <a:t>If-modified-since: &lt;date&gt;</a:t>
            </a:r>
            <a:endParaRPr lang="en-US" altLang="en-US" sz="2000" b="1">
              <a:latin typeface="Courier New" panose="02070309020205020404" pitchFamily="49" charset="0"/>
            </a:endParaRPr>
          </a:p>
        </p:txBody>
      </p:sp>
      <p:sp>
        <p:nvSpPr>
          <p:cNvPr id="51235" name="Line 35"/>
          <p:cNvSpPr>
            <a:spLocks noChangeShapeType="1"/>
          </p:cNvSpPr>
          <p:nvPr/>
        </p:nvSpPr>
        <p:spPr bwMode="auto">
          <a:xfrm flipH="1">
            <a:off x="4362450" y="5457825"/>
            <a:ext cx="3305175" cy="3810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51238" name="Text Box 38"/>
          <p:cNvSpPr txBox="1">
            <a:spLocks noChangeArrowheads="1"/>
          </p:cNvSpPr>
          <p:nvPr/>
        </p:nvSpPr>
        <p:spPr bwMode="auto">
          <a:xfrm>
            <a:off x="4606925" y="5402263"/>
            <a:ext cx="2643188" cy="92551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0"/>
              </a:spcBef>
              <a:buClrTx/>
              <a:buSzTx/>
              <a:buFontTx/>
              <a:buNone/>
            </a:pPr>
            <a:r>
              <a:rPr lang="en-US" altLang="en-US" sz="1800" dirty="0"/>
              <a:t>HTTP response</a:t>
            </a:r>
          </a:p>
          <a:p>
            <a:pPr algn="ctr">
              <a:spcBef>
                <a:spcPct val="0"/>
              </a:spcBef>
              <a:buClrTx/>
              <a:buSzTx/>
              <a:buFontTx/>
              <a:buNone/>
            </a:pPr>
            <a:r>
              <a:rPr lang="en-US" altLang="en-US" sz="1600" b="1" dirty="0">
                <a:latin typeface="Courier New" panose="02070309020205020404" pitchFamily="49" charset="0"/>
              </a:rPr>
              <a:t>HTTP/1.0 200 OK</a:t>
            </a:r>
          </a:p>
          <a:p>
            <a:pPr algn="ctr">
              <a:spcBef>
                <a:spcPct val="0"/>
              </a:spcBef>
              <a:buClrTx/>
              <a:buSzTx/>
              <a:buFontTx/>
              <a:buNone/>
            </a:pPr>
            <a:r>
              <a:rPr lang="en-US" altLang="en-US" sz="2000" b="1" dirty="0">
                <a:latin typeface="Courier New" panose="02070309020205020404" pitchFamily="49" charset="0"/>
              </a:rPr>
              <a:t>&lt;data&gt;</a:t>
            </a:r>
          </a:p>
        </p:txBody>
      </p:sp>
      <p:sp>
        <p:nvSpPr>
          <p:cNvPr id="51239" name="Text Box 39"/>
          <p:cNvSpPr txBox="1">
            <a:spLocks noChangeArrowheads="1"/>
          </p:cNvSpPr>
          <p:nvPr/>
        </p:nvSpPr>
        <p:spPr bwMode="auto">
          <a:xfrm>
            <a:off x="7651750" y="4808538"/>
            <a:ext cx="1223963"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sz="2000">
                <a:solidFill>
                  <a:schemeClr val="accent2"/>
                </a:solidFill>
              </a:rPr>
              <a:t>object </a:t>
            </a:r>
          </a:p>
          <a:p>
            <a:pPr algn="ctr">
              <a:spcBef>
                <a:spcPct val="0"/>
              </a:spcBef>
              <a:buClrTx/>
              <a:buSzTx/>
              <a:buFontTx/>
              <a:buNone/>
            </a:pPr>
            <a:r>
              <a:rPr lang="en-US" altLang="en-US" sz="2000">
                <a:solidFill>
                  <a:schemeClr val="accent2"/>
                </a:solidFill>
              </a:rPr>
              <a:t>modified</a:t>
            </a:r>
            <a:endParaRPr lang="en-US" altLang="en-US">
              <a:latin typeface="Times New Roman" panose="02020603050405020304" pitchFamily="18" charset="0"/>
            </a:endParaRPr>
          </a:p>
        </p:txBody>
      </p:sp>
    </p:spTree>
    <p:extLst>
      <p:ext uri="{BB962C8B-B14F-4D97-AF65-F5344CB8AC3E}">
        <p14:creationId xmlns:p14="http://schemas.microsoft.com/office/powerpoint/2010/main" val="9036227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a:t>References</a:t>
            </a:r>
          </a:p>
        </p:txBody>
      </p:sp>
      <p:sp>
        <p:nvSpPr>
          <p:cNvPr id="3" name="Content Placeholder 2"/>
          <p:cNvSpPr>
            <a:spLocks noGrp="1"/>
          </p:cNvSpPr>
          <p:nvPr>
            <p:ph idx="1"/>
          </p:nvPr>
        </p:nvSpPr>
        <p:spPr/>
        <p:txBody>
          <a:bodyPr/>
          <a:lstStyle/>
          <a:p>
            <a:pPr>
              <a:spcBef>
                <a:spcPts val="600"/>
              </a:spcBef>
              <a:spcAft>
                <a:spcPts val="600"/>
              </a:spcAft>
            </a:pPr>
            <a:r>
              <a:rPr lang="en-GB" sz="2600" dirty="0"/>
              <a:t>James F. Kurose &amp; Keith W. Ross, Computer networking: a top-down approach featuring the Internet, Addison Wesley, 3</a:t>
            </a:r>
            <a:r>
              <a:rPr lang="en-GB" sz="2600" baseline="30000" dirty="0"/>
              <a:t>rd</a:t>
            </a:r>
            <a:r>
              <a:rPr lang="en-GB" sz="2600" dirty="0"/>
              <a:t> edition, 2005. ​</a:t>
            </a:r>
          </a:p>
          <a:p>
            <a:pPr lvl="1">
              <a:spcBef>
                <a:spcPts val="600"/>
              </a:spcBef>
              <a:spcAft>
                <a:spcPts val="600"/>
              </a:spcAft>
            </a:pPr>
            <a:r>
              <a:rPr lang="en-GB" sz="2100" dirty="0"/>
              <a:t>Chapter 2 Application Layer </a:t>
            </a:r>
            <a:r>
              <a:rPr lang="en-GB" sz="2100"/>
              <a:t>(2.1, 2.2)</a:t>
            </a:r>
            <a:endParaRPr lang="en-GB" sz="2600" dirty="0"/>
          </a:p>
          <a:p>
            <a:pPr>
              <a:spcBef>
                <a:spcPts val="600"/>
              </a:spcBef>
              <a:spcAft>
                <a:spcPts val="600"/>
              </a:spcAft>
            </a:pPr>
            <a:r>
              <a:rPr lang="en-GB" sz="2600" dirty="0"/>
              <a:t>William Stallings, Data and Computer Communications, Pearson, 10</a:t>
            </a:r>
            <a:r>
              <a:rPr lang="en-GB" sz="2600" baseline="30000" dirty="0"/>
              <a:t>th</a:t>
            </a:r>
            <a:r>
              <a:rPr lang="en-GB" sz="2600" dirty="0"/>
              <a:t> edition, 2013. </a:t>
            </a:r>
          </a:p>
          <a:p>
            <a:pPr lvl="1">
              <a:spcBef>
                <a:spcPts val="600"/>
              </a:spcBef>
              <a:spcAft>
                <a:spcPts val="600"/>
              </a:spcAft>
            </a:pPr>
            <a:r>
              <a:rPr lang="en-GB" sz="2100" dirty="0"/>
              <a:t>Chapter 24 Electronic Mail, DNS, and HTTP (24.3)</a:t>
            </a:r>
          </a:p>
          <a:p>
            <a:pPr>
              <a:spcBef>
                <a:spcPts val="600"/>
              </a:spcBef>
              <a:spcAft>
                <a:spcPts val="600"/>
              </a:spcAft>
            </a:pPr>
            <a:r>
              <a:rPr lang="en-GB" sz="2600" dirty="0"/>
              <a:t>Andrew S. Tanenbaum &amp; David J. Wetherall, Computer Networks, Prentice Hall, 5</a:t>
            </a:r>
            <a:r>
              <a:rPr lang="en-GB" sz="2600" baseline="30000" dirty="0"/>
              <a:t>th</a:t>
            </a:r>
            <a:r>
              <a:rPr lang="en-GB" sz="2600" dirty="0"/>
              <a:t> edition, 2010.</a:t>
            </a:r>
          </a:p>
          <a:p>
            <a:pPr lvl="1">
              <a:spcBef>
                <a:spcPts val="600"/>
              </a:spcBef>
              <a:spcAft>
                <a:spcPts val="600"/>
              </a:spcAft>
            </a:pPr>
            <a:r>
              <a:rPr lang="en-GB" sz="2100" dirty="0"/>
              <a:t>Chapter 7 The Application Layer (7.3)</a:t>
            </a:r>
            <a:endParaRPr lang="en-NZ" sz="2100"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37</a:t>
            </a:fld>
            <a:endParaRPr lang="en-US"/>
          </a:p>
        </p:txBody>
      </p:sp>
    </p:spTree>
    <p:extLst>
      <p:ext uri="{BB962C8B-B14F-4D97-AF65-F5344CB8AC3E}">
        <p14:creationId xmlns:p14="http://schemas.microsoft.com/office/powerpoint/2010/main" val="28521108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a:t>Acknowledgements</a:t>
            </a:r>
          </a:p>
        </p:txBody>
      </p:sp>
      <p:sp>
        <p:nvSpPr>
          <p:cNvPr id="3" name="Content Placeholder 2"/>
          <p:cNvSpPr>
            <a:spLocks noGrp="1"/>
          </p:cNvSpPr>
          <p:nvPr>
            <p:ph idx="1"/>
          </p:nvPr>
        </p:nvSpPr>
        <p:spPr/>
        <p:txBody>
          <a:bodyPr/>
          <a:lstStyle/>
          <a:p>
            <a:pPr>
              <a:spcBef>
                <a:spcPts val="600"/>
              </a:spcBef>
              <a:spcAft>
                <a:spcPts val="600"/>
              </a:spcAft>
            </a:pPr>
            <a:r>
              <a:rPr lang="en-NZ" sz="3000" dirty="0"/>
              <a:t>Lecture notes are developed based on slides from the following three sources:</a:t>
            </a:r>
          </a:p>
          <a:p>
            <a:pPr lvl="1">
              <a:spcBef>
                <a:spcPts val="600"/>
              </a:spcBef>
              <a:spcAft>
                <a:spcPts val="600"/>
              </a:spcAft>
            </a:pPr>
            <a:r>
              <a:rPr lang="en-NZ" dirty="0"/>
              <a:t>Dr </a:t>
            </a:r>
            <a:r>
              <a:rPr lang="en-NZ"/>
              <a:t>Mengmeng Ge’s </a:t>
            </a:r>
            <a:r>
              <a:rPr lang="en-NZ" dirty="0"/>
              <a:t>lecture notes for COSC264, University of Canterbury, 2023</a:t>
            </a:r>
          </a:p>
          <a:p>
            <a:pPr lvl="1">
              <a:spcBef>
                <a:spcPts val="600"/>
              </a:spcBef>
              <a:spcAft>
                <a:spcPts val="600"/>
              </a:spcAft>
            </a:pPr>
            <a:r>
              <a:rPr lang="en-NZ" dirty="0"/>
              <a:t>Assoc Prof Dan Kim’s lecture notes for COSC264, University of Canterbury, 2017</a:t>
            </a:r>
          </a:p>
          <a:p>
            <a:pPr lvl="1">
              <a:spcBef>
                <a:spcPts val="600"/>
              </a:spcBef>
              <a:spcAft>
                <a:spcPts val="600"/>
              </a:spcAft>
            </a:pPr>
            <a:r>
              <a:rPr lang="en-NZ" dirty="0"/>
              <a:t>Prof Aleksandar Kuzmanovic’s lecture notes for CS340, Northwestern University, 2005, </a:t>
            </a:r>
            <a:r>
              <a:rPr lang="en-NZ" dirty="0">
                <a:hlinkClick r:id="rId2"/>
              </a:rPr>
              <a:t>https://users.cs.northwestern.edu/~akuzma/classes/CS340-w05/lecture_notes.htm</a:t>
            </a:r>
            <a:endParaRPr lang="en-NZ" dirty="0"/>
          </a:p>
          <a:p>
            <a:pPr lvl="1">
              <a:spcBef>
                <a:spcPts val="600"/>
              </a:spcBef>
              <a:spcAft>
                <a:spcPts val="600"/>
              </a:spcAft>
            </a:pPr>
            <a:endParaRPr lang="en-NZ"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38</a:t>
            </a:fld>
            <a:endParaRPr lang="en-US"/>
          </a:p>
        </p:txBody>
      </p:sp>
    </p:spTree>
    <p:extLst>
      <p:ext uri="{BB962C8B-B14F-4D97-AF65-F5344CB8AC3E}">
        <p14:creationId xmlns:p14="http://schemas.microsoft.com/office/powerpoint/2010/main" val="3611239117"/>
      </p:ext>
    </p:extLst>
  </p:cSld>
  <p:clrMapOvr>
    <a:masterClrMapping/>
  </p:clrMapOvr>
</p:sld>
</file>

<file path=ppt/theme/theme1.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Palatino Linotype"/>
        <a:ea typeface=""/>
        <a:cs typeface="Arial"/>
      </a:majorFont>
      <a:minorFont>
        <a:latin typeface="Palatino Linotype"/>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16314</TotalTime>
  <Words>3770</Words>
  <Application>Microsoft Macintosh PowerPoint</Application>
  <PresentationFormat>On-screen Show (4:3)</PresentationFormat>
  <Paragraphs>532</Paragraphs>
  <Slides>38</Slides>
  <Notes>26</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51" baseType="lpstr">
      <vt:lpstr>Arial Unicode MS</vt:lpstr>
      <vt:lpstr>Google Sans</vt:lpstr>
      <vt:lpstr>Inter</vt:lpstr>
      <vt:lpstr>sourcesans-regular</vt:lpstr>
      <vt:lpstr>ZapfDingbats</vt:lpstr>
      <vt:lpstr>Arial</vt:lpstr>
      <vt:lpstr>Calibri</vt:lpstr>
      <vt:lpstr>Courier New</vt:lpstr>
      <vt:lpstr>Palatino Linotype</vt:lpstr>
      <vt:lpstr>Times New Roman</vt:lpstr>
      <vt:lpstr>Wingdings</vt:lpstr>
      <vt:lpstr>1_Default Design</vt:lpstr>
      <vt:lpstr>Clip</vt:lpstr>
      <vt:lpstr>Application Protocols:  Introduction to the Web and HTTP</vt:lpstr>
      <vt:lpstr>Learning Objectives</vt:lpstr>
      <vt:lpstr>Outline</vt:lpstr>
      <vt:lpstr>Network Applications</vt:lpstr>
      <vt:lpstr>What is a network application?</vt:lpstr>
      <vt:lpstr>Some Popular Network Applications</vt:lpstr>
      <vt:lpstr>Application processes, sockets, and underlying transport protocol</vt:lpstr>
      <vt:lpstr>Application-Layer Protocols</vt:lpstr>
      <vt:lpstr>Services an Application Needs from a Transport-Layer Protocol</vt:lpstr>
      <vt:lpstr>Services an Application Needs from a Transport-Layer Protocol (cont.)</vt:lpstr>
      <vt:lpstr>Services an Application Needs from a Transport-Layer Protocol (cont.)</vt:lpstr>
      <vt:lpstr>Services Provided by the Internet Transport Protocols</vt:lpstr>
      <vt:lpstr>The Web and HTTP</vt:lpstr>
      <vt:lpstr>World Wide Web</vt:lpstr>
      <vt:lpstr>World Wide Web (cont.)</vt:lpstr>
      <vt:lpstr>HTTP Overview</vt:lpstr>
      <vt:lpstr>HTTP Overview (cont.)</vt:lpstr>
      <vt:lpstr>HTTP Overview (cont.)</vt:lpstr>
      <vt:lpstr>HTTP Overview (cont.)</vt:lpstr>
      <vt:lpstr>HTTP Connections</vt:lpstr>
      <vt:lpstr>HTTP with Non-Persistent Connections</vt:lpstr>
      <vt:lpstr>Response Time Modeling</vt:lpstr>
      <vt:lpstr>Persistent HTTP</vt:lpstr>
      <vt:lpstr>Persistent HTTP (cont.)</vt:lpstr>
      <vt:lpstr>HTTP request message</vt:lpstr>
      <vt:lpstr>HTTP Request Message - Accept-Language Header</vt:lpstr>
      <vt:lpstr>General format of a request message</vt:lpstr>
      <vt:lpstr>HTTP Request Message – Request Methods</vt:lpstr>
      <vt:lpstr>HTTP response message</vt:lpstr>
      <vt:lpstr>General format of a response message</vt:lpstr>
      <vt:lpstr>HTTP Response Status Codes</vt:lpstr>
      <vt:lpstr>User-Server Interaction: Cookies  [RFC 2109] </vt:lpstr>
      <vt:lpstr>User-Server Interaction: Cookies (cont.)</vt:lpstr>
      <vt:lpstr>Caching</vt:lpstr>
      <vt:lpstr>Caching (cont.)</vt:lpstr>
      <vt:lpstr>Conditional GET</vt:lpstr>
      <vt:lpstr>References</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ds</dc:creator>
  <cp:lastModifiedBy>Barry Wu</cp:lastModifiedBy>
  <cp:revision>568</cp:revision>
  <cp:lastPrinted>2015-10-13T01:37:47Z</cp:lastPrinted>
  <dcterms:created xsi:type="dcterms:W3CDTF">1601-01-01T00:00:00Z</dcterms:created>
  <dcterms:modified xsi:type="dcterms:W3CDTF">2025-10-13T00:48:17Z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MSIP_Label_d2b2326c-f811-4ccc-abcb-1b955c303c2e_Enabled">
    <vt:lpwstr>true</vt:lpwstr>
  </property>
  <property fmtid="{D5CDD505-2E9C-101B-9397-08002B2CF9AE}" pid="4" name="MSIP_Label_d2b2326c-f811-4ccc-abcb-1b955c303c2e_SetDate">
    <vt:lpwstr>2025-06-12T02:16:24Z</vt:lpwstr>
  </property>
  <property fmtid="{D5CDD505-2E9C-101B-9397-08002B2CF9AE}" pid="5" name="MSIP_Label_d2b2326c-f811-4ccc-abcb-1b955c303c2e_Method">
    <vt:lpwstr>Standard</vt:lpwstr>
  </property>
  <property fmtid="{D5CDD505-2E9C-101B-9397-08002B2CF9AE}" pid="6" name="MSIP_Label_d2b2326c-f811-4ccc-abcb-1b955c303c2e_Name">
    <vt:lpwstr>In-Confidence</vt:lpwstr>
  </property>
  <property fmtid="{D5CDD505-2E9C-101B-9397-08002B2CF9AE}" pid="7" name="MSIP_Label_d2b2326c-f811-4ccc-abcb-1b955c303c2e_SiteId">
    <vt:lpwstr>dc781727-710e-4855-bc4c-690266a1b551</vt:lpwstr>
  </property>
  <property fmtid="{D5CDD505-2E9C-101B-9397-08002B2CF9AE}" pid="8" name="MSIP_Label_d2b2326c-f811-4ccc-abcb-1b955c303c2e_ActionId">
    <vt:lpwstr>7887ceaf-8a75-405f-a9b9-1530a0c677db</vt:lpwstr>
  </property>
  <property fmtid="{D5CDD505-2E9C-101B-9397-08002B2CF9AE}" pid="9" name="MSIP_Label_d2b2326c-f811-4ccc-abcb-1b955c303c2e_ContentBits">
    <vt:lpwstr>2</vt:lpwstr>
  </property>
  <property fmtid="{D5CDD505-2E9C-101B-9397-08002B2CF9AE}" pid="10" name="MSIP_Label_d2b2326c-f811-4ccc-abcb-1b955c303c2e_Tag">
    <vt:lpwstr>50, 3, 0, 1</vt:lpwstr>
  </property>
  <property fmtid="{D5CDD505-2E9C-101B-9397-08002B2CF9AE}" pid="11" name="ClassificationContentMarkingFooterLocations">
    <vt:lpwstr>1_Default Design:3</vt:lpwstr>
  </property>
  <property fmtid="{D5CDD505-2E9C-101B-9397-08002B2CF9AE}" pid="12" name="ClassificationContentMarkingFooterText">
    <vt:lpwstr>In-Confidence</vt:lpwstr>
  </property>
</Properties>
</file>