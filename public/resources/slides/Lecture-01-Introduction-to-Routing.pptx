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1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0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8" r:id="rId1"/>
  </p:sldMasterIdLst>
  <p:notesMasterIdLst>
    <p:notesMasterId r:id="rId82"/>
  </p:notesMasterIdLst>
  <p:handoutMasterIdLst>
    <p:handoutMasterId r:id="rId83"/>
  </p:handoutMasterIdLst>
  <p:sldIdLst>
    <p:sldId id="263" r:id="rId2"/>
    <p:sldId id="632" r:id="rId3"/>
    <p:sldId id="265" r:id="rId4"/>
    <p:sldId id="633" r:id="rId5"/>
    <p:sldId id="382" r:id="rId6"/>
    <p:sldId id="442" r:id="rId7"/>
    <p:sldId id="383" r:id="rId8"/>
    <p:sldId id="634" r:id="rId9"/>
    <p:sldId id="446" r:id="rId10"/>
    <p:sldId id="449" r:id="rId11"/>
    <p:sldId id="447" r:id="rId12"/>
    <p:sldId id="635" r:id="rId13"/>
    <p:sldId id="268" r:id="rId14"/>
    <p:sldId id="681" r:id="rId15"/>
    <p:sldId id="372" r:id="rId16"/>
    <p:sldId id="476" r:id="rId17"/>
    <p:sldId id="470" r:id="rId18"/>
    <p:sldId id="386" r:id="rId19"/>
    <p:sldId id="636" r:id="rId20"/>
    <p:sldId id="641" r:id="rId21"/>
    <p:sldId id="637" r:id="rId22"/>
    <p:sldId id="272" r:id="rId23"/>
    <p:sldId id="373" r:id="rId24"/>
    <p:sldId id="638" r:id="rId25"/>
    <p:sldId id="275" r:id="rId26"/>
    <p:sldId id="276" r:id="rId27"/>
    <p:sldId id="277" r:id="rId28"/>
    <p:sldId id="455" r:id="rId29"/>
    <p:sldId id="486" r:id="rId30"/>
    <p:sldId id="278" r:id="rId31"/>
    <p:sldId id="359" r:id="rId32"/>
    <p:sldId id="36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491" r:id="rId41"/>
    <p:sldId id="492" r:id="rId42"/>
    <p:sldId id="417" r:id="rId43"/>
    <p:sldId id="645" r:id="rId44"/>
    <p:sldId id="646" r:id="rId45"/>
    <p:sldId id="647" r:id="rId46"/>
    <p:sldId id="448" r:id="rId47"/>
    <p:sldId id="643" r:id="rId48"/>
    <p:sldId id="689" r:id="rId49"/>
    <p:sldId id="690" r:id="rId50"/>
    <p:sldId id="691" r:id="rId51"/>
    <p:sldId id="692" r:id="rId52"/>
    <p:sldId id="451" r:id="rId53"/>
    <p:sldId id="452" r:id="rId54"/>
    <p:sldId id="693" r:id="rId55"/>
    <p:sldId id="453" r:id="rId56"/>
    <p:sldId id="694" r:id="rId57"/>
    <p:sldId id="695" r:id="rId58"/>
    <p:sldId id="696" r:id="rId59"/>
    <p:sldId id="697" r:id="rId60"/>
    <p:sldId id="463" r:id="rId61"/>
    <p:sldId id="698" r:id="rId62"/>
    <p:sldId id="699" r:id="rId63"/>
    <p:sldId id="477" r:id="rId64"/>
    <p:sldId id="478" r:id="rId65"/>
    <p:sldId id="480" r:id="rId66"/>
    <p:sldId id="700" r:id="rId67"/>
    <p:sldId id="701" r:id="rId68"/>
    <p:sldId id="482" r:id="rId69"/>
    <p:sldId id="489" r:id="rId70"/>
    <p:sldId id="490" r:id="rId71"/>
    <p:sldId id="488" r:id="rId72"/>
    <p:sldId id="483" r:id="rId73"/>
    <p:sldId id="485" r:id="rId74"/>
    <p:sldId id="644" r:id="rId75"/>
    <p:sldId id="522" r:id="rId76"/>
    <p:sldId id="680" r:id="rId77"/>
    <p:sldId id="679" r:id="rId78"/>
    <p:sldId id="473" r:id="rId79"/>
    <p:sldId id="457" r:id="rId80"/>
    <p:sldId id="524" r:id="rId81"/>
  </p:sldIdLst>
  <p:sldSz cx="9144000" cy="6858000" type="screen4x3"/>
  <p:notesSz cx="9945688" cy="6858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F0000"/>
    <a:srgbClr val="008080"/>
    <a:srgbClr val="99CCFF"/>
    <a:srgbClr val="FF0066"/>
    <a:srgbClr val="800000"/>
    <a:srgbClr val="CC0000"/>
    <a:srgbClr val="FF00FF"/>
    <a:srgbClr val="FF3399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912D90-D376-487B-A6AF-EEA6B4D56049}" v="39" dt="2024-09-11T08:01:13.7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059" autoAdjust="0"/>
    <p:restoredTop sz="89644" autoAdjust="0"/>
  </p:normalViewPr>
  <p:slideViewPr>
    <p:cSldViewPr>
      <p:cViewPr varScale="1">
        <p:scale>
          <a:sx n="67" d="100"/>
          <a:sy n="67" d="100"/>
        </p:scale>
        <p:origin x="1768" y="168"/>
      </p:cViewPr>
      <p:guideLst>
        <p:guide orient="horz" pos="2160"/>
        <p:guide pos="2880"/>
      </p:guideLst>
    </p:cSldViewPr>
  </p:slideViewPr>
  <p:outlineViewPr>
    <p:cViewPr>
      <p:scale>
        <a:sx n="20" d="100"/>
        <a:sy n="20" d="100"/>
      </p:scale>
      <p:origin x="0" y="-5344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89" Type="http://schemas.microsoft.com/office/2015/10/relationships/revisionInfo" Target="revisionInfo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handoutMaster" Target="handoutMasters/handoutMaster1.xml"/><Relationship Id="rId88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Relationship Id="rId19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ngmeng Ge" userId="bb5bc401-97cb-4caf-9857-8ff441375414" providerId="ADAL" clId="{0802E168-C7C2-484F-8BF2-1996FC172327}"/>
    <pc:docChg chg="undo redo custSel addSld delSld modSld sldOrd">
      <pc:chgData name="Mengmeng Ge" userId="bb5bc401-97cb-4caf-9857-8ff441375414" providerId="ADAL" clId="{0802E168-C7C2-484F-8BF2-1996FC172327}" dt="2024-08-07T03:47:07.464" v="5215" actId="20577"/>
      <pc:docMkLst>
        <pc:docMk/>
      </pc:docMkLst>
      <pc:sldChg chg="modNotesTx">
        <pc:chgData name="Mengmeng Ge" userId="bb5bc401-97cb-4caf-9857-8ff441375414" providerId="ADAL" clId="{0802E168-C7C2-484F-8BF2-1996FC172327}" dt="2024-07-18T03:47:15.265" v="422" actId="20577"/>
        <pc:sldMkLst>
          <pc:docMk/>
          <pc:sldMk cId="2407445697" sldId="268"/>
        </pc:sldMkLst>
      </pc:sldChg>
      <pc:sldChg chg="modAnim modNotesTx">
        <pc:chgData name="Mengmeng Ge" userId="bb5bc401-97cb-4caf-9857-8ff441375414" providerId="ADAL" clId="{0802E168-C7C2-484F-8BF2-1996FC172327}" dt="2024-07-18T03:49:57.146" v="429" actId="20577"/>
        <pc:sldMkLst>
          <pc:docMk/>
          <pc:sldMk cId="2561407808" sldId="372"/>
        </pc:sldMkLst>
      </pc:sldChg>
      <pc:sldChg chg="modNotesTx">
        <pc:chgData name="Mengmeng Ge" userId="bb5bc401-97cb-4caf-9857-8ff441375414" providerId="ADAL" clId="{0802E168-C7C2-484F-8BF2-1996FC172327}" dt="2024-07-18T04:50:07.341" v="481"/>
        <pc:sldMkLst>
          <pc:docMk/>
          <pc:sldMk cId="3214976280" sldId="373"/>
        </pc:sldMkLst>
      </pc:sldChg>
      <pc:sldChg chg="modAnim modNotesTx">
        <pc:chgData name="Mengmeng Ge" userId="bb5bc401-97cb-4caf-9857-8ff441375414" providerId="ADAL" clId="{0802E168-C7C2-484F-8BF2-1996FC172327}" dt="2024-07-18T03:48:49.096" v="425"/>
        <pc:sldMkLst>
          <pc:docMk/>
          <pc:sldMk cId="2453576192" sldId="382"/>
        </pc:sldMkLst>
      </pc:sldChg>
      <pc:sldChg chg="modSp ord">
        <pc:chgData name="Mengmeng Ge" userId="bb5bc401-97cb-4caf-9857-8ff441375414" providerId="ADAL" clId="{0802E168-C7C2-484F-8BF2-1996FC172327}" dt="2024-07-18T03:07:19.481" v="204"/>
        <pc:sldMkLst>
          <pc:docMk/>
          <pc:sldMk cId="2848846644" sldId="383"/>
        </pc:sldMkLst>
        <pc:spChg chg="mod">
          <ac:chgData name="Mengmeng Ge" userId="bb5bc401-97cb-4caf-9857-8ff441375414" providerId="ADAL" clId="{0802E168-C7C2-484F-8BF2-1996FC172327}" dt="2024-07-18T03:03:32.458" v="202" actId="207"/>
          <ac:spMkLst>
            <pc:docMk/>
            <pc:sldMk cId="2848846644" sldId="383"/>
            <ac:spMk id="922627" creationId="{00000000-0000-0000-0000-000000000000}"/>
          </ac:spMkLst>
        </pc:spChg>
      </pc:sldChg>
      <pc:sldChg chg="modSp mod modAnim">
        <pc:chgData name="Mengmeng Ge" userId="bb5bc401-97cb-4caf-9857-8ff441375414" providerId="ADAL" clId="{0802E168-C7C2-484F-8BF2-1996FC172327}" dt="2024-07-18T03:56:00.284" v="447" actId="207"/>
        <pc:sldMkLst>
          <pc:docMk/>
          <pc:sldMk cId="3012323868" sldId="386"/>
        </pc:sldMkLst>
        <pc:spChg chg="mod">
          <ac:chgData name="Mengmeng Ge" userId="bb5bc401-97cb-4caf-9857-8ff441375414" providerId="ADAL" clId="{0802E168-C7C2-484F-8BF2-1996FC172327}" dt="2024-07-18T03:56:00.284" v="447" actId="207"/>
          <ac:spMkLst>
            <pc:docMk/>
            <pc:sldMk cId="3012323868" sldId="386"/>
            <ac:spMk id="3" creationId="{00000000-0000-0000-0000-000000000000}"/>
          </ac:spMkLst>
        </pc:spChg>
      </pc:sldChg>
      <pc:sldChg chg="ord modNotesTx">
        <pc:chgData name="Mengmeng Ge" userId="bb5bc401-97cb-4caf-9857-8ff441375414" providerId="ADAL" clId="{0802E168-C7C2-484F-8BF2-1996FC172327}" dt="2024-07-18T03:07:47.675" v="209" actId="20577"/>
        <pc:sldMkLst>
          <pc:docMk/>
          <pc:sldMk cId="3880581246" sldId="442"/>
        </pc:sldMkLst>
      </pc:sldChg>
      <pc:sldChg chg="modNotesTx">
        <pc:chgData name="Mengmeng Ge" userId="bb5bc401-97cb-4caf-9857-8ff441375414" providerId="ADAL" clId="{0802E168-C7C2-484F-8BF2-1996FC172327}" dt="2024-07-18T03:23:43.250" v="213" actId="20577"/>
        <pc:sldMkLst>
          <pc:docMk/>
          <pc:sldMk cId="3994028291" sldId="446"/>
        </pc:sldMkLst>
      </pc:sldChg>
      <pc:sldChg chg="ord modNotesTx">
        <pc:chgData name="Mengmeng Ge" userId="bb5bc401-97cb-4caf-9857-8ff441375414" providerId="ADAL" clId="{0802E168-C7C2-484F-8BF2-1996FC172327}" dt="2024-07-18T03:30:07.016" v="294"/>
        <pc:sldMkLst>
          <pc:docMk/>
          <pc:sldMk cId="1952204243" sldId="447"/>
        </pc:sldMkLst>
      </pc:sldChg>
      <pc:sldChg chg="addSp modSp mod modAnim">
        <pc:chgData name="Mengmeng Ge" userId="bb5bc401-97cb-4caf-9857-8ff441375414" providerId="ADAL" clId="{0802E168-C7C2-484F-8BF2-1996FC172327}" dt="2024-07-18T03:49:02.946" v="426"/>
        <pc:sldMkLst>
          <pc:docMk/>
          <pc:sldMk cId="1677138566" sldId="449"/>
        </pc:sldMkLst>
        <pc:spChg chg="mod">
          <ac:chgData name="Mengmeng Ge" userId="bb5bc401-97cb-4caf-9857-8ff441375414" providerId="ADAL" clId="{0802E168-C7C2-484F-8BF2-1996FC172327}" dt="2024-07-18T03:30:41.384" v="297" actId="948"/>
          <ac:spMkLst>
            <pc:docMk/>
            <pc:sldMk cId="1677138566" sldId="449"/>
            <ac:spMk id="945155" creationId="{00000000-0000-0000-0000-000000000000}"/>
          </ac:spMkLst>
        </pc:spChg>
        <pc:grpChg chg="add mod">
          <ac:chgData name="Mengmeng Ge" userId="bb5bc401-97cb-4caf-9857-8ff441375414" providerId="ADAL" clId="{0802E168-C7C2-484F-8BF2-1996FC172327}" dt="2024-07-18T03:32:06.344" v="308" actId="1037"/>
          <ac:grpSpMkLst>
            <pc:docMk/>
            <pc:sldMk cId="1677138566" sldId="449"/>
            <ac:grpSpMk id="4" creationId="{CF4162D1-62E8-5107-26DB-798F95D820FC}"/>
          </ac:grpSpMkLst>
        </pc:grpChg>
        <pc:graphicFrameChg chg="mod">
          <ac:chgData name="Mengmeng Ge" userId="bb5bc401-97cb-4caf-9857-8ff441375414" providerId="ADAL" clId="{0802E168-C7C2-484F-8BF2-1996FC172327}" dt="2024-07-18T03:32:03.609" v="303" actId="164"/>
          <ac:graphicFrameMkLst>
            <pc:docMk/>
            <pc:sldMk cId="1677138566" sldId="449"/>
            <ac:graphicFrameMk id="27" creationId="{00000000-0000-0000-0000-000000000000}"/>
          </ac:graphicFrameMkLst>
        </pc:graphicFrameChg>
        <pc:cxnChg chg="mod">
          <ac:chgData name="Mengmeng Ge" userId="bb5bc401-97cb-4caf-9857-8ff441375414" providerId="ADAL" clId="{0802E168-C7C2-484F-8BF2-1996FC172327}" dt="2024-07-18T03:32:03.609" v="303" actId="164"/>
          <ac:cxnSpMkLst>
            <pc:docMk/>
            <pc:sldMk cId="1677138566" sldId="449"/>
            <ac:cxnSpMk id="3" creationId="{00000000-0000-0000-0000-000000000000}"/>
          </ac:cxnSpMkLst>
        </pc:cxnChg>
        <pc:cxnChg chg="mod">
          <ac:chgData name="Mengmeng Ge" userId="bb5bc401-97cb-4caf-9857-8ff441375414" providerId="ADAL" clId="{0802E168-C7C2-484F-8BF2-1996FC172327}" dt="2024-07-18T03:32:03.609" v="303" actId="164"/>
          <ac:cxnSpMkLst>
            <pc:docMk/>
            <pc:sldMk cId="1677138566" sldId="449"/>
            <ac:cxnSpMk id="8" creationId="{00000000-0000-0000-0000-000000000000}"/>
          </ac:cxnSpMkLst>
        </pc:cxnChg>
      </pc:sldChg>
      <pc:sldChg chg="addSp delSp modSp mod ord chgLayout modNotesTx">
        <pc:chgData name="Mengmeng Ge" userId="bb5bc401-97cb-4caf-9857-8ff441375414" providerId="ADAL" clId="{0802E168-C7C2-484F-8BF2-1996FC172327}" dt="2024-07-30T01:16:56.242" v="1188" actId="20577"/>
        <pc:sldMkLst>
          <pc:docMk/>
          <pc:sldMk cId="239993365" sldId="450"/>
        </pc:sldMkLst>
        <pc:spChg chg="add mod">
          <ac:chgData name="Mengmeng Ge" userId="bb5bc401-97cb-4caf-9857-8ff441375414" providerId="ADAL" clId="{0802E168-C7C2-484F-8BF2-1996FC172327}" dt="2024-07-30T01:08:40.964" v="892"/>
          <ac:spMkLst>
            <pc:docMk/>
            <pc:sldMk cId="239993365" sldId="450"/>
            <ac:spMk id="2" creationId="{723ECD76-9A8A-F37A-A5E5-8F7DEF374F6A}"/>
          </ac:spMkLst>
        </pc:spChg>
        <pc:spChg chg="del">
          <ac:chgData name="Mengmeng Ge" userId="bb5bc401-97cb-4caf-9857-8ff441375414" providerId="ADAL" clId="{0802E168-C7C2-484F-8BF2-1996FC172327}" dt="2024-07-30T01:08:40.614" v="891" actId="478"/>
          <ac:spMkLst>
            <pc:docMk/>
            <pc:sldMk cId="239993365" sldId="450"/>
            <ac:spMk id="5" creationId="{00000000-0000-0000-0000-000000000000}"/>
          </ac:spMkLst>
        </pc:spChg>
        <pc:spChg chg="mod ord">
          <ac:chgData name="Mengmeng Ge" userId="bb5bc401-97cb-4caf-9857-8ff441375414" providerId="ADAL" clId="{0802E168-C7C2-484F-8BF2-1996FC172327}" dt="2024-07-30T01:08:50.757" v="893" actId="700"/>
          <ac:spMkLst>
            <pc:docMk/>
            <pc:sldMk cId="239993365" sldId="450"/>
            <ac:spMk id="650242" creationId="{00000000-0000-0000-0000-000000000000}"/>
          </ac:spMkLst>
        </pc:spChg>
        <pc:spChg chg="mod ord">
          <ac:chgData name="Mengmeng Ge" userId="bb5bc401-97cb-4caf-9857-8ff441375414" providerId="ADAL" clId="{0802E168-C7C2-484F-8BF2-1996FC172327}" dt="2024-07-30T01:16:56.242" v="1188" actId="20577"/>
          <ac:spMkLst>
            <pc:docMk/>
            <pc:sldMk cId="239993365" sldId="450"/>
            <ac:spMk id="650243" creationId="{00000000-0000-0000-0000-000000000000}"/>
          </ac:spMkLst>
        </pc:spChg>
      </pc:sldChg>
      <pc:sldChg chg="modSp mod ord chgLayout modNotesTx">
        <pc:chgData name="Mengmeng Ge" userId="bb5bc401-97cb-4caf-9857-8ff441375414" providerId="ADAL" clId="{0802E168-C7C2-484F-8BF2-1996FC172327}" dt="2024-07-30T01:36:47.389" v="1600" actId="20577"/>
        <pc:sldMkLst>
          <pc:docMk/>
          <pc:sldMk cId="2625037030" sldId="451"/>
        </pc:sldMkLst>
        <pc:spChg chg="mod ord">
          <ac:chgData name="Mengmeng Ge" userId="bb5bc401-97cb-4caf-9857-8ff441375414" providerId="ADAL" clId="{0802E168-C7C2-484F-8BF2-1996FC172327}" dt="2024-07-30T01:08:54.891" v="894" actId="700"/>
          <ac:spMkLst>
            <pc:docMk/>
            <pc:sldMk cId="2625037030" sldId="451"/>
            <ac:spMk id="7" creationId="{00000000-0000-0000-0000-000000000000}"/>
          </ac:spMkLst>
        </pc:spChg>
        <pc:spChg chg="mod ord">
          <ac:chgData name="Mengmeng Ge" userId="bb5bc401-97cb-4caf-9857-8ff441375414" providerId="ADAL" clId="{0802E168-C7C2-484F-8BF2-1996FC172327}" dt="2024-07-30T01:17:10.508" v="1189"/>
          <ac:spMkLst>
            <pc:docMk/>
            <pc:sldMk cId="2625037030" sldId="451"/>
            <ac:spMk id="651266" creationId="{00000000-0000-0000-0000-000000000000}"/>
          </ac:spMkLst>
        </pc:spChg>
        <pc:spChg chg="mod ord">
          <ac:chgData name="Mengmeng Ge" userId="bb5bc401-97cb-4caf-9857-8ff441375414" providerId="ADAL" clId="{0802E168-C7C2-484F-8BF2-1996FC172327}" dt="2024-07-30T01:36:47.389" v="1600" actId="20577"/>
          <ac:spMkLst>
            <pc:docMk/>
            <pc:sldMk cId="2625037030" sldId="451"/>
            <ac:spMk id="651267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19:27.340" v="1339" actId="1076"/>
          <ac:spMkLst>
            <pc:docMk/>
            <pc:sldMk cId="2625037030" sldId="451"/>
            <ac:spMk id="65126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24:47.670" v="1379" actId="207"/>
          <ac:spMkLst>
            <pc:docMk/>
            <pc:sldMk cId="2625037030" sldId="451"/>
            <ac:spMk id="651269" creationId="{00000000-0000-0000-0000-000000000000}"/>
          </ac:spMkLst>
        </pc:spChg>
      </pc:sldChg>
      <pc:sldChg chg="modSp del mod ord">
        <pc:chgData name="Mengmeng Ge" userId="bb5bc401-97cb-4caf-9857-8ff441375414" providerId="ADAL" clId="{0802E168-C7C2-484F-8BF2-1996FC172327}" dt="2024-07-30T00:50:16.387" v="715" actId="47"/>
        <pc:sldMkLst>
          <pc:docMk/>
          <pc:sldMk cId="3455687642" sldId="452"/>
        </pc:sldMkLst>
        <pc:spChg chg="mod">
          <ac:chgData name="Mengmeng Ge" userId="bb5bc401-97cb-4caf-9857-8ff441375414" providerId="ADAL" clId="{0802E168-C7C2-484F-8BF2-1996FC172327}" dt="2024-07-30T00:50:04.609" v="710" actId="21"/>
          <ac:spMkLst>
            <pc:docMk/>
            <pc:sldMk cId="3455687642" sldId="452"/>
            <ac:spMk id="652291" creationId="{00000000-0000-0000-0000-000000000000}"/>
          </ac:spMkLst>
        </pc:spChg>
      </pc:sldChg>
      <pc:sldChg chg="delSp del">
        <pc:chgData name="Mengmeng Ge" userId="bb5bc401-97cb-4caf-9857-8ff441375414" providerId="ADAL" clId="{0802E168-C7C2-484F-8BF2-1996FC172327}" dt="2024-07-30T02:52:17.961" v="2067" actId="47"/>
        <pc:sldMkLst>
          <pc:docMk/>
          <pc:sldMk cId="231986442" sldId="453"/>
        </pc:sldMkLst>
        <pc:spChg chg="del">
          <ac:chgData name="Mengmeng Ge" userId="bb5bc401-97cb-4caf-9857-8ff441375414" providerId="ADAL" clId="{0802E168-C7C2-484F-8BF2-1996FC172327}" dt="2024-07-30T02:39:42.102" v="1966" actId="21"/>
          <ac:spMkLst>
            <pc:docMk/>
            <pc:sldMk cId="231986442" sldId="453"/>
            <ac:spMk id="653480" creationId="{00000000-0000-0000-0000-000000000000}"/>
          </ac:spMkLst>
        </pc:spChg>
        <pc:spChg chg="del">
          <ac:chgData name="Mengmeng Ge" userId="bb5bc401-97cb-4caf-9857-8ff441375414" providerId="ADAL" clId="{0802E168-C7C2-484F-8BF2-1996FC172327}" dt="2024-07-30T02:39:42.102" v="1966" actId="21"/>
          <ac:spMkLst>
            <pc:docMk/>
            <pc:sldMk cId="231986442" sldId="453"/>
            <ac:spMk id="653482" creationId="{00000000-0000-0000-0000-000000000000}"/>
          </ac:spMkLst>
        </pc:spChg>
        <pc:grpChg chg="del">
          <ac:chgData name="Mengmeng Ge" userId="bb5bc401-97cb-4caf-9857-8ff441375414" providerId="ADAL" clId="{0802E168-C7C2-484F-8BF2-1996FC172327}" dt="2024-07-30T01:39:09.833" v="1673" actId="21"/>
          <ac:grpSpMkLst>
            <pc:docMk/>
            <pc:sldMk cId="231986442" sldId="453"/>
            <ac:grpSpMk id="653437" creationId="{00000000-0000-0000-0000-000000000000}"/>
          </ac:grpSpMkLst>
        </pc:grpChg>
      </pc:sldChg>
      <pc:sldChg chg="addSp delSp modSp mod modClrScheme chgLayout modNotesTx">
        <pc:chgData name="Mengmeng Ge" userId="bb5bc401-97cb-4caf-9857-8ff441375414" providerId="ADAL" clId="{0802E168-C7C2-484F-8BF2-1996FC172327}" dt="2024-07-31T03:10:12.881" v="4015" actId="20577"/>
        <pc:sldMkLst>
          <pc:docMk/>
          <pc:sldMk cId="1773404930" sldId="454"/>
        </pc:sldMkLst>
        <pc:spChg chg="mod">
          <ac:chgData name="Mengmeng Ge" userId="bb5bc401-97cb-4caf-9857-8ff441375414" providerId="ADAL" clId="{0802E168-C7C2-484F-8BF2-1996FC172327}" dt="2024-07-31T03:10:12.881" v="4015" actId="20577"/>
          <ac:spMkLst>
            <pc:docMk/>
            <pc:sldMk cId="1773404930" sldId="454"/>
            <ac:spMk id="2" creationId="{00000000-0000-0000-0000-000000000000}"/>
          </ac:spMkLst>
        </pc:spChg>
        <pc:spChg chg="add mod ord">
          <ac:chgData name="Mengmeng Ge" userId="bb5bc401-97cb-4caf-9857-8ff441375414" providerId="ADAL" clId="{0802E168-C7C2-484F-8BF2-1996FC172327}" dt="2024-07-31T00:35:27.559" v="2604" actId="20577"/>
          <ac:spMkLst>
            <pc:docMk/>
            <pc:sldMk cId="1773404930" sldId="454"/>
            <ac:spMk id="3" creationId="{519272E4-D00D-5B9B-21F8-58EFA4FB9D51}"/>
          </ac:spMkLst>
        </pc:spChg>
        <pc:spChg chg="add del mod ord">
          <ac:chgData name="Mengmeng Ge" userId="bb5bc401-97cb-4caf-9857-8ff441375414" providerId="ADAL" clId="{0802E168-C7C2-484F-8BF2-1996FC172327}" dt="2024-07-30T02:59:52.302" v="2138" actId="700"/>
          <ac:spMkLst>
            <pc:docMk/>
            <pc:sldMk cId="1773404930" sldId="454"/>
            <ac:spMk id="3" creationId="{C6EE444F-3239-7B62-1F8D-5C8D9CAE6FFB}"/>
          </ac:spMkLst>
        </pc:spChg>
        <pc:spChg chg="add mod ord">
          <ac:chgData name="Mengmeng Ge" userId="bb5bc401-97cb-4caf-9857-8ff441375414" providerId="ADAL" clId="{0802E168-C7C2-484F-8BF2-1996FC172327}" dt="2024-07-30T05:19:50.779" v="2511" actId="20577"/>
          <ac:spMkLst>
            <pc:docMk/>
            <pc:sldMk cId="1773404930" sldId="454"/>
            <ac:spMk id="4" creationId="{1ADEEA55-24AB-9954-F3D7-613E8E185513}"/>
          </ac:spMkLst>
        </pc:spChg>
        <pc:spChg chg="add del mod ord">
          <ac:chgData name="Mengmeng Ge" userId="bb5bc401-97cb-4caf-9857-8ff441375414" providerId="ADAL" clId="{0802E168-C7C2-484F-8BF2-1996FC172327}" dt="2024-07-30T03:00:00.209" v="2140" actId="478"/>
          <ac:spMkLst>
            <pc:docMk/>
            <pc:sldMk cId="1773404930" sldId="454"/>
            <ac:spMk id="4" creationId="{79B30BEF-73E5-546A-491D-55BEEEC37B55}"/>
          </ac:spMkLst>
        </pc:spChg>
        <pc:spChg chg="mod ord">
          <ac:chgData name="Mengmeng Ge" userId="bb5bc401-97cb-4caf-9857-8ff441375414" providerId="ADAL" clId="{0802E168-C7C2-484F-8BF2-1996FC172327}" dt="2024-07-30T05:00:31.451" v="2197" actId="700"/>
          <ac:spMkLst>
            <pc:docMk/>
            <pc:sldMk cId="1773404930" sldId="454"/>
            <ac:spMk id="43" creationId="{00000000-0000-0000-0000-000000000000}"/>
          </ac:spMkLst>
        </pc:spChg>
        <pc:spChg chg="mod ord">
          <ac:chgData name="Mengmeng Ge" userId="bb5bc401-97cb-4caf-9857-8ff441375414" providerId="ADAL" clId="{0802E168-C7C2-484F-8BF2-1996FC172327}" dt="2024-07-30T05:00:31.451" v="2197" actId="700"/>
          <ac:spMkLst>
            <pc:docMk/>
            <pc:sldMk cId="1773404930" sldId="454"/>
            <ac:spMk id="654338" creationId="{00000000-0000-0000-0000-000000000000}"/>
          </ac:spMkLst>
        </pc:spChg>
        <pc:spChg chg="add del mod">
          <ac:chgData name="Mengmeng Ge" userId="bb5bc401-97cb-4caf-9857-8ff441375414" providerId="ADAL" clId="{0802E168-C7C2-484F-8BF2-1996FC172327}" dt="2024-07-30T05:00:35.284" v="2199" actId="478"/>
          <ac:spMkLst>
            <pc:docMk/>
            <pc:sldMk cId="1773404930" sldId="454"/>
            <ac:spMk id="654339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6:19.645" v="2495" actId="1036"/>
          <ac:spMkLst>
            <pc:docMk/>
            <pc:sldMk cId="1773404930" sldId="454"/>
            <ac:spMk id="65434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5:56.596" v="2482" actId="1076"/>
          <ac:spMkLst>
            <pc:docMk/>
            <pc:sldMk cId="1773404930" sldId="454"/>
            <ac:spMk id="65434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5:56.596" v="2482" actId="1076"/>
          <ac:spMkLst>
            <pc:docMk/>
            <pc:sldMk cId="1773404930" sldId="454"/>
            <ac:spMk id="654343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5:56.596" v="2482" actId="1076"/>
          <ac:spMkLst>
            <pc:docMk/>
            <pc:sldMk cId="1773404930" sldId="454"/>
            <ac:spMk id="654344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5:56.596" v="2482" actId="1076"/>
          <ac:spMkLst>
            <pc:docMk/>
            <pc:sldMk cId="1773404930" sldId="454"/>
            <ac:spMk id="65434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5:56.596" v="2482" actId="1076"/>
          <ac:spMkLst>
            <pc:docMk/>
            <pc:sldMk cId="1773404930" sldId="454"/>
            <ac:spMk id="654346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5:56.596" v="2482" actId="1076"/>
          <ac:spMkLst>
            <pc:docMk/>
            <pc:sldMk cId="1773404930" sldId="454"/>
            <ac:spMk id="654347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5:56.596" v="2482" actId="1076"/>
          <ac:spMkLst>
            <pc:docMk/>
            <pc:sldMk cId="1773404930" sldId="454"/>
            <ac:spMk id="65434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5:56.596" v="2482" actId="1076"/>
          <ac:spMkLst>
            <pc:docMk/>
            <pc:sldMk cId="1773404930" sldId="454"/>
            <ac:spMk id="654349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5:56.596" v="2482" actId="1076"/>
          <ac:spMkLst>
            <pc:docMk/>
            <pc:sldMk cId="1773404930" sldId="454"/>
            <ac:spMk id="65435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5:56.596" v="2482" actId="1076"/>
          <ac:spMkLst>
            <pc:docMk/>
            <pc:sldMk cId="1773404930" sldId="454"/>
            <ac:spMk id="65435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5:56.596" v="2482" actId="1076"/>
          <ac:spMkLst>
            <pc:docMk/>
            <pc:sldMk cId="1773404930" sldId="454"/>
            <ac:spMk id="654353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5:56.596" v="2482" actId="1076"/>
          <ac:spMkLst>
            <pc:docMk/>
            <pc:sldMk cId="1773404930" sldId="454"/>
            <ac:spMk id="65435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5:56.596" v="2482" actId="1076"/>
          <ac:spMkLst>
            <pc:docMk/>
            <pc:sldMk cId="1773404930" sldId="454"/>
            <ac:spMk id="654356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5:56.596" v="2482" actId="1076"/>
          <ac:spMkLst>
            <pc:docMk/>
            <pc:sldMk cId="1773404930" sldId="454"/>
            <ac:spMk id="654357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5:56.596" v="2482" actId="1076"/>
          <ac:spMkLst>
            <pc:docMk/>
            <pc:sldMk cId="1773404930" sldId="454"/>
            <ac:spMk id="65435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5:56.596" v="2482" actId="1076"/>
          <ac:spMkLst>
            <pc:docMk/>
            <pc:sldMk cId="1773404930" sldId="454"/>
            <ac:spMk id="654359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5:56.596" v="2482" actId="1076"/>
          <ac:spMkLst>
            <pc:docMk/>
            <pc:sldMk cId="1773404930" sldId="454"/>
            <ac:spMk id="654361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5:56.596" v="2482" actId="1076"/>
          <ac:spMkLst>
            <pc:docMk/>
            <pc:sldMk cId="1773404930" sldId="454"/>
            <ac:spMk id="65436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5:56.596" v="2482" actId="1076"/>
          <ac:spMkLst>
            <pc:docMk/>
            <pc:sldMk cId="1773404930" sldId="454"/>
            <ac:spMk id="654363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5:56.596" v="2482" actId="1076"/>
          <ac:spMkLst>
            <pc:docMk/>
            <pc:sldMk cId="1773404930" sldId="454"/>
            <ac:spMk id="654364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5:56.596" v="2482" actId="1076"/>
          <ac:spMkLst>
            <pc:docMk/>
            <pc:sldMk cId="1773404930" sldId="454"/>
            <ac:spMk id="65436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5:56.596" v="2482" actId="1076"/>
          <ac:spMkLst>
            <pc:docMk/>
            <pc:sldMk cId="1773404930" sldId="454"/>
            <ac:spMk id="654367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5:56.596" v="2482" actId="1076"/>
          <ac:spMkLst>
            <pc:docMk/>
            <pc:sldMk cId="1773404930" sldId="454"/>
            <ac:spMk id="65436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5:56.596" v="2482" actId="1076"/>
          <ac:spMkLst>
            <pc:docMk/>
            <pc:sldMk cId="1773404930" sldId="454"/>
            <ac:spMk id="654369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5:56.596" v="2482" actId="1076"/>
          <ac:spMkLst>
            <pc:docMk/>
            <pc:sldMk cId="1773404930" sldId="454"/>
            <ac:spMk id="65437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5:56.596" v="2482" actId="1076"/>
          <ac:spMkLst>
            <pc:docMk/>
            <pc:sldMk cId="1773404930" sldId="454"/>
            <ac:spMk id="654371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5:56.596" v="2482" actId="1076"/>
          <ac:spMkLst>
            <pc:docMk/>
            <pc:sldMk cId="1773404930" sldId="454"/>
            <ac:spMk id="654373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5:56.596" v="2482" actId="1076"/>
          <ac:spMkLst>
            <pc:docMk/>
            <pc:sldMk cId="1773404930" sldId="454"/>
            <ac:spMk id="654374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5:56.596" v="2482" actId="1076"/>
          <ac:spMkLst>
            <pc:docMk/>
            <pc:sldMk cId="1773404930" sldId="454"/>
            <ac:spMk id="65437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5:56.596" v="2482" actId="1076"/>
          <ac:spMkLst>
            <pc:docMk/>
            <pc:sldMk cId="1773404930" sldId="454"/>
            <ac:spMk id="654376" creationId="{00000000-0000-0000-0000-000000000000}"/>
          </ac:spMkLst>
        </pc:spChg>
        <pc:spChg chg="del mod">
          <ac:chgData name="Mengmeng Ge" userId="bb5bc401-97cb-4caf-9857-8ff441375414" providerId="ADAL" clId="{0802E168-C7C2-484F-8BF2-1996FC172327}" dt="2024-07-30T05:05:41.798" v="2333" actId="478"/>
          <ac:spMkLst>
            <pc:docMk/>
            <pc:sldMk cId="1773404930" sldId="454"/>
            <ac:spMk id="654377" creationId="{00000000-0000-0000-0000-000000000000}"/>
          </ac:spMkLst>
        </pc:spChg>
        <pc:grpChg chg="mod">
          <ac:chgData name="Mengmeng Ge" userId="bb5bc401-97cb-4caf-9857-8ff441375414" providerId="ADAL" clId="{0802E168-C7C2-484F-8BF2-1996FC172327}" dt="2024-07-30T05:15:56.596" v="2482" actId="1076"/>
          <ac:grpSpMkLst>
            <pc:docMk/>
            <pc:sldMk cId="1773404930" sldId="454"/>
            <ac:grpSpMk id="654341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0T05:15:56.596" v="2482" actId="1076"/>
          <ac:grpSpMkLst>
            <pc:docMk/>
            <pc:sldMk cId="1773404930" sldId="454"/>
            <ac:grpSpMk id="654351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0T05:15:56.596" v="2482" actId="1076"/>
          <ac:grpSpMkLst>
            <pc:docMk/>
            <pc:sldMk cId="1773404930" sldId="454"/>
            <ac:grpSpMk id="654354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0T05:15:56.596" v="2482" actId="1076"/>
          <ac:grpSpMkLst>
            <pc:docMk/>
            <pc:sldMk cId="1773404930" sldId="454"/>
            <ac:grpSpMk id="654360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0T05:15:56.596" v="2482" actId="1076"/>
          <ac:grpSpMkLst>
            <pc:docMk/>
            <pc:sldMk cId="1773404930" sldId="454"/>
            <ac:grpSpMk id="654366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0T05:15:56.596" v="2482" actId="1076"/>
          <ac:grpSpMkLst>
            <pc:docMk/>
            <pc:sldMk cId="1773404930" sldId="454"/>
            <ac:grpSpMk id="654372" creationId="{00000000-0000-0000-0000-000000000000}"/>
          </ac:grpSpMkLst>
        </pc:grpChg>
      </pc:sldChg>
      <pc:sldChg chg="modSp mod">
        <pc:chgData name="Mengmeng Ge" userId="bb5bc401-97cb-4caf-9857-8ff441375414" providerId="ADAL" clId="{0802E168-C7C2-484F-8BF2-1996FC172327}" dt="2024-07-30T00:37:09.845" v="572" actId="20577"/>
        <pc:sldMkLst>
          <pc:docMk/>
          <pc:sldMk cId="2852110861" sldId="457"/>
        </pc:sldMkLst>
        <pc:spChg chg="mod">
          <ac:chgData name="Mengmeng Ge" userId="bb5bc401-97cb-4caf-9857-8ff441375414" providerId="ADAL" clId="{0802E168-C7C2-484F-8BF2-1996FC172327}" dt="2024-07-30T00:37:09.845" v="572" actId="20577"/>
          <ac:spMkLst>
            <pc:docMk/>
            <pc:sldMk cId="2852110861" sldId="457"/>
            <ac:spMk id="3" creationId="{00000000-0000-0000-0000-000000000000}"/>
          </ac:spMkLst>
        </pc:spChg>
      </pc:sldChg>
      <pc:sldChg chg="modSp mod">
        <pc:chgData name="Mengmeng Ge" userId="bb5bc401-97cb-4caf-9857-8ff441375414" providerId="ADAL" clId="{0802E168-C7C2-484F-8BF2-1996FC172327}" dt="2024-07-18T04:52:06.651" v="482" actId="20577"/>
        <pc:sldMkLst>
          <pc:docMk/>
          <pc:sldMk cId="2758486911" sldId="459"/>
        </pc:sldMkLst>
        <pc:spChg chg="mod">
          <ac:chgData name="Mengmeng Ge" userId="bb5bc401-97cb-4caf-9857-8ff441375414" providerId="ADAL" clId="{0802E168-C7C2-484F-8BF2-1996FC172327}" dt="2024-07-18T04:52:06.651" v="482" actId="20577"/>
          <ac:spMkLst>
            <pc:docMk/>
            <pc:sldMk cId="2758486911" sldId="459"/>
            <ac:spMk id="648195" creationId="{00000000-0000-0000-0000-000000000000}"/>
          </ac:spMkLst>
        </pc:spChg>
      </pc:sldChg>
      <pc:sldChg chg="addSp delSp modSp mod modClrScheme chgLayout">
        <pc:chgData name="Mengmeng Ge" userId="bb5bc401-97cb-4caf-9857-8ff441375414" providerId="ADAL" clId="{0802E168-C7C2-484F-8BF2-1996FC172327}" dt="2024-07-30T01:29:04.795" v="1457" actId="20577"/>
        <pc:sldMkLst>
          <pc:docMk/>
          <pc:sldMk cId="1826315325" sldId="461"/>
        </pc:sldMkLst>
        <pc:spChg chg="mod ord">
          <ac:chgData name="Mengmeng Ge" userId="bb5bc401-97cb-4caf-9857-8ff441375414" providerId="ADAL" clId="{0802E168-C7C2-484F-8BF2-1996FC172327}" dt="2024-07-30T01:26:08.186" v="1393" actId="700"/>
          <ac:spMkLst>
            <pc:docMk/>
            <pc:sldMk cId="1826315325" sldId="461"/>
            <ac:spMk id="2" creationId="{00000000-0000-0000-0000-000000000000}"/>
          </ac:spMkLst>
        </pc:spChg>
        <pc:spChg chg="add del mod ord">
          <ac:chgData name="Mengmeng Ge" userId="bb5bc401-97cb-4caf-9857-8ff441375414" providerId="ADAL" clId="{0802E168-C7C2-484F-8BF2-1996FC172327}" dt="2024-07-30T01:26:21.464" v="1400" actId="478"/>
          <ac:spMkLst>
            <pc:docMk/>
            <pc:sldMk cId="1826315325" sldId="461"/>
            <ac:spMk id="3" creationId="{51DF2ADF-FB0C-8DFD-2B78-1E8DDCCC2972}"/>
          </ac:spMkLst>
        </pc:spChg>
        <pc:spChg chg="mod ord">
          <ac:chgData name="Mengmeng Ge" userId="bb5bc401-97cb-4caf-9857-8ff441375414" providerId="ADAL" clId="{0802E168-C7C2-484F-8BF2-1996FC172327}" dt="2024-07-30T01:26:08.186" v="1393" actId="700"/>
          <ac:spMkLst>
            <pc:docMk/>
            <pc:sldMk cId="1826315325" sldId="461"/>
            <ac:spMk id="5" creationId="{00000000-0000-0000-0000-000000000000}"/>
          </ac:spMkLst>
        </pc:spChg>
        <pc:spChg chg="add del mod">
          <ac:chgData name="Mengmeng Ge" userId="bb5bc401-97cb-4caf-9857-8ff441375414" providerId="ADAL" clId="{0802E168-C7C2-484F-8BF2-1996FC172327}" dt="2024-07-30T01:29:04.795" v="1457" actId="20577"/>
          <ac:spMkLst>
            <pc:docMk/>
            <pc:sldMk cId="1826315325" sldId="461"/>
            <ac:spMk id="7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28:33.349" v="1437" actId="1036"/>
          <ac:spMkLst>
            <pc:docMk/>
            <pc:sldMk cId="1826315325" sldId="461"/>
            <ac:spMk id="8" creationId="{00000000-0000-0000-0000-000000000000}"/>
          </ac:spMkLst>
        </pc:spChg>
      </pc:sldChg>
      <pc:sldChg chg="addSp delSp modSp mod modClrScheme delAnim modAnim chgLayout modNotesTx">
        <pc:chgData name="Mengmeng Ge" userId="bb5bc401-97cb-4caf-9857-8ff441375414" providerId="ADAL" clId="{0802E168-C7C2-484F-8BF2-1996FC172327}" dt="2024-07-31T03:10:42.751" v="4019" actId="20577"/>
        <pc:sldMkLst>
          <pc:docMk/>
          <pc:sldMk cId="3986360022" sldId="462"/>
        </pc:sldMkLst>
        <pc:spChg chg="add del mod ord">
          <ac:chgData name="Mengmeng Ge" userId="bb5bc401-97cb-4caf-9857-8ff441375414" providerId="ADAL" clId="{0802E168-C7C2-484F-8BF2-1996FC172327}" dt="2024-07-31T01:19:34.332" v="3249" actId="478"/>
          <ac:spMkLst>
            <pc:docMk/>
            <pc:sldMk cId="3986360022" sldId="462"/>
            <ac:spMk id="2" creationId="{5848C6F1-EC8C-DD72-3FA0-1F41CC35CB87}"/>
          </ac:spMkLst>
        </pc:spChg>
        <pc:spChg chg="add mod ord">
          <ac:chgData name="Mengmeng Ge" userId="bb5bc401-97cb-4caf-9857-8ff441375414" providerId="ADAL" clId="{0802E168-C7C2-484F-8BF2-1996FC172327}" dt="2024-07-31T03:10:42.751" v="4019" actId="20577"/>
          <ac:spMkLst>
            <pc:docMk/>
            <pc:sldMk cId="3986360022" sldId="462"/>
            <ac:spMk id="3" creationId="{ACD6B35A-EEE0-D95E-F10D-E792DDACAC90}"/>
          </ac:spMkLst>
        </pc:spChg>
        <pc:spChg chg="add mod">
          <ac:chgData name="Mengmeng Ge" userId="bb5bc401-97cb-4caf-9857-8ff441375414" providerId="ADAL" clId="{0802E168-C7C2-484F-8BF2-1996FC172327}" dt="2024-07-31T02:59:34.147" v="3762" actId="1035"/>
          <ac:spMkLst>
            <pc:docMk/>
            <pc:sldMk cId="3986360022" sldId="462"/>
            <ac:spMk id="5" creationId="{DE1B94EB-5870-8D69-B96A-9BF850697F0F}"/>
          </ac:spMkLst>
        </pc:spChg>
        <pc:spChg chg="add mod">
          <ac:chgData name="Mengmeng Ge" userId="bb5bc401-97cb-4caf-9857-8ff441375414" providerId="ADAL" clId="{0802E168-C7C2-484F-8BF2-1996FC172327}" dt="2024-07-31T02:59:34.147" v="3762" actId="1035"/>
          <ac:spMkLst>
            <pc:docMk/>
            <pc:sldMk cId="3986360022" sldId="462"/>
            <ac:spMk id="6" creationId="{0869F5C5-333E-148A-B0C1-38E8B75F4053}"/>
          </ac:spMkLst>
        </pc:spChg>
        <pc:spChg chg="add mod">
          <ac:chgData name="Mengmeng Ge" userId="bb5bc401-97cb-4caf-9857-8ff441375414" providerId="ADAL" clId="{0802E168-C7C2-484F-8BF2-1996FC172327}" dt="2024-07-31T02:59:34.147" v="3762" actId="1035"/>
          <ac:spMkLst>
            <pc:docMk/>
            <pc:sldMk cId="3986360022" sldId="462"/>
            <ac:spMk id="7" creationId="{F0ADC20D-3F2C-1D09-8778-776F033C863C}"/>
          </ac:spMkLst>
        </pc:spChg>
        <pc:spChg chg="add del mod">
          <ac:chgData name="Mengmeng Ge" userId="bb5bc401-97cb-4caf-9857-8ff441375414" providerId="ADAL" clId="{0802E168-C7C2-484F-8BF2-1996FC172327}" dt="2024-07-31T02:59:50.175" v="3798" actId="478"/>
          <ac:spMkLst>
            <pc:docMk/>
            <pc:sldMk cId="3986360022" sldId="462"/>
            <ac:spMk id="8" creationId="{A0DCB27F-AED8-1FDA-CFD4-966851EE630D}"/>
          </ac:spMkLst>
        </pc:spChg>
        <pc:spChg chg="add mod">
          <ac:chgData name="Mengmeng Ge" userId="bb5bc401-97cb-4caf-9857-8ff441375414" providerId="ADAL" clId="{0802E168-C7C2-484F-8BF2-1996FC172327}" dt="2024-07-31T02:59:34.147" v="3762" actId="1035"/>
          <ac:spMkLst>
            <pc:docMk/>
            <pc:sldMk cId="3986360022" sldId="462"/>
            <ac:spMk id="9" creationId="{86B48CBD-3887-E072-F78C-2DA04480067F}"/>
          </ac:spMkLst>
        </pc:spChg>
        <pc:spChg chg="add mod">
          <ac:chgData name="Mengmeng Ge" userId="bb5bc401-97cb-4caf-9857-8ff441375414" providerId="ADAL" clId="{0802E168-C7C2-484F-8BF2-1996FC172327}" dt="2024-07-31T02:59:34.147" v="3762" actId="1035"/>
          <ac:spMkLst>
            <pc:docMk/>
            <pc:sldMk cId="3986360022" sldId="462"/>
            <ac:spMk id="10" creationId="{A64F5FE2-AA4B-7C70-98B1-DB8FBE910FD4}"/>
          </ac:spMkLst>
        </pc:spChg>
        <pc:spChg chg="add mod">
          <ac:chgData name="Mengmeng Ge" userId="bb5bc401-97cb-4caf-9857-8ff441375414" providerId="ADAL" clId="{0802E168-C7C2-484F-8BF2-1996FC172327}" dt="2024-07-31T02:59:34.147" v="3762" actId="1035"/>
          <ac:spMkLst>
            <pc:docMk/>
            <pc:sldMk cId="3986360022" sldId="462"/>
            <ac:spMk id="11" creationId="{1967872F-27D7-BC33-8D06-C0EECEA86DB5}"/>
          </ac:spMkLst>
        </pc:spChg>
        <pc:spChg chg="add mod">
          <ac:chgData name="Mengmeng Ge" userId="bb5bc401-97cb-4caf-9857-8ff441375414" providerId="ADAL" clId="{0802E168-C7C2-484F-8BF2-1996FC172327}" dt="2024-07-31T02:59:12.837" v="3757"/>
          <ac:spMkLst>
            <pc:docMk/>
            <pc:sldMk cId="3986360022" sldId="462"/>
            <ac:spMk id="13" creationId="{44248F9C-E0F9-A245-1639-9576F37DE976}"/>
          </ac:spMkLst>
        </pc:spChg>
        <pc:spChg chg="add mod">
          <ac:chgData name="Mengmeng Ge" userId="bb5bc401-97cb-4caf-9857-8ff441375414" providerId="ADAL" clId="{0802E168-C7C2-484F-8BF2-1996FC172327}" dt="2024-07-31T02:59:12.837" v="3757"/>
          <ac:spMkLst>
            <pc:docMk/>
            <pc:sldMk cId="3986360022" sldId="462"/>
            <ac:spMk id="14" creationId="{FE0E115C-0B40-6C2F-D080-ABD03A462B9D}"/>
          </ac:spMkLst>
        </pc:spChg>
        <pc:spChg chg="add mod">
          <ac:chgData name="Mengmeng Ge" userId="bb5bc401-97cb-4caf-9857-8ff441375414" providerId="ADAL" clId="{0802E168-C7C2-484F-8BF2-1996FC172327}" dt="2024-07-31T02:59:12.837" v="3757"/>
          <ac:spMkLst>
            <pc:docMk/>
            <pc:sldMk cId="3986360022" sldId="462"/>
            <ac:spMk id="15" creationId="{21545C29-012E-82AA-302B-117B2A009C06}"/>
          </ac:spMkLst>
        </pc:spChg>
        <pc:spChg chg="add mod">
          <ac:chgData name="Mengmeng Ge" userId="bb5bc401-97cb-4caf-9857-8ff441375414" providerId="ADAL" clId="{0802E168-C7C2-484F-8BF2-1996FC172327}" dt="2024-07-31T02:59:30.474" v="3759" actId="1076"/>
          <ac:spMkLst>
            <pc:docMk/>
            <pc:sldMk cId="3986360022" sldId="462"/>
            <ac:spMk id="16" creationId="{3411B8AE-A70B-5489-677F-E04A04083DD0}"/>
          </ac:spMkLst>
        </pc:spChg>
        <pc:spChg chg="add mod">
          <ac:chgData name="Mengmeng Ge" userId="bb5bc401-97cb-4caf-9857-8ff441375414" providerId="ADAL" clId="{0802E168-C7C2-484F-8BF2-1996FC172327}" dt="2024-07-31T02:59:30.474" v="3759" actId="1076"/>
          <ac:spMkLst>
            <pc:docMk/>
            <pc:sldMk cId="3986360022" sldId="462"/>
            <ac:spMk id="17" creationId="{39EDB541-0234-6320-0629-1EFE4E1A3E6D}"/>
          </ac:spMkLst>
        </pc:spChg>
        <pc:spChg chg="add del mod">
          <ac:chgData name="Mengmeng Ge" userId="bb5bc401-97cb-4caf-9857-8ff441375414" providerId="ADAL" clId="{0802E168-C7C2-484F-8BF2-1996FC172327}" dt="2024-07-31T02:59:41.513" v="3763" actId="478"/>
          <ac:spMkLst>
            <pc:docMk/>
            <pc:sldMk cId="3986360022" sldId="462"/>
            <ac:spMk id="18" creationId="{BBFD9C23-5DBD-1BA2-AF21-CE0D3E85C90F}"/>
          </ac:spMkLst>
        </pc:spChg>
        <pc:spChg chg="add mod">
          <ac:chgData name="Mengmeng Ge" userId="bb5bc401-97cb-4caf-9857-8ff441375414" providerId="ADAL" clId="{0802E168-C7C2-484F-8BF2-1996FC172327}" dt="2024-07-31T02:59:58.286" v="3800" actId="1038"/>
          <ac:spMkLst>
            <pc:docMk/>
            <pc:sldMk cId="3986360022" sldId="462"/>
            <ac:spMk id="19" creationId="{43879FC1-93C5-3D32-7E54-C4424C86F9F3}"/>
          </ac:spMkLst>
        </pc:spChg>
        <pc:spChg chg="mod ord">
          <ac:chgData name="Mengmeng Ge" userId="bb5bc401-97cb-4caf-9857-8ff441375414" providerId="ADAL" clId="{0802E168-C7C2-484F-8BF2-1996FC172327}" dt="2024-07-31T01:54:15.875" v="3252" actId="700"/>
          <ac:spMkLst>
            <pc:docMk/>
            <pc:sldMk cId="3986360022" sldId="462"/>
            <ac:spMk id="41" creationId="{00000000-0000-0000-0000-000000000000}"/>
          </ac:spMkLst>
        </pc:spChg>
        <pc:spChg chg="del mod">
          <ac:chgData name="Mengmeng Ge" userId="bb5bc401-97cb-4caf-9857-8ff441375414" providerId="ADAL" clId="{0802E168-C7C2-484F-8BF2-1996FC172327}" dt="2024-07-31T01:54:26.271" v="3257" actId="478"/>
          <ac:spMkLst>
            <pc:docMk/>
            <pc:sldMk cId="3986360022" sldId="462"/>
            <ac:spMk id="42" creationId="{00000000-0000-0000-0000-000000000000}"/>
          </ac:spMkLst>
        </pc:spChg>
        <pc:spChg chg="mod ord">
          <ac:chgData name="Mengmeng Ge" userId="bb5bc401-97cb-4caf-9857-8ff441375414" providerId="ADAL" clId="{0802E168-C7C2-484F-8BF2-1996FC172327}" dt="2024-07-31T01:54:15.875" v="3252" actId="700"/>
          <ac:spMkLst>
            <pc:docMk/>
            <pc:sldMk cId="3986360022" sldId="462"/>
            <ac:spMk id="655362" creationId="{00000000-0000-0000-0000-000000000000}"/>
          </ac:spMkLst>
        </pc:spChg>
        <pc:spChg chg="del mod">
          <ac:chgData name="Mengmeng Ge" userId="bb5bc401-97cb-4caf-9857-8ff441375414" providerId="ADAL" clId="{0802E168-C7C2-484F-8BF2-1996FC172327}" dt="2024-07-31T01:54:20.842" v="3254" actId="478"/>
          <ac:spMkLst>
            <pc:docMk/>
            <pc:sldMk cId="3986360022" sldId="462"/>
            <ac:spMk id="655363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1:54:36.860" v="3261" actId="1037"/>
          <ac:spMkLst>
            <pc:docMk/>
            <pc:sldMk cId="3986360022" sldId="462"/>
            <ac:spMk id="65536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1:54:36.860" v="3261" actId="1037"/>
          <ac:spMkLst>
            <pc:docMk/>
            <pc:sldMk cId="3986360022" sldId="462"/>
            <ac:spMk id="655366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1:54:36.860" v="3261" actId="1037"/>
          <ac:spMkLst>
            <pc:docMk/>
            <pc:sldMk cId="3986360022" sldId="462"/>
            <ac:spMk id="655367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1:54:36.860" v="3261" actId="1037"/>
          <ac:spMkLst>
            <pc:docMk/>
            <pc:sldMk cId="3986360022" sldId="462"/>
            <ac:spMk id="65536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1:54:36.860" v="3261" actId="1037"/>
          <ac:spMkLst>
            <pc:docMk/>
            <pc:sldMk cId="3986360022" sldId="462"/>
            <ac:spMk id="655369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1:54:36.860" v="3261" actId="1037"/>
          <ac:spMkLst>
            <pc:docMk/>
            <pc:sldMk cId="3986360022" sldId="462"/>
            <ac:spMk id="65537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1:54:36.860" v="3261" actId="1037"/>
          <ac:spMkLst>
            <pc:docMk/>
            <pc:sldMk cId="3986360022" sldId="462"/>
            <ac:spMk id="655371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1:54:36.860" v="3261" actId="1037"/>
          <ac:spMkLst>
            <pc:docMk/>
            <pc:sldMk cId="3986360022" sldId="462"/>
            <ac:spMk id="65537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1:54:36.860" v="3261" actId="1037"/>
          <ac:spMkLst>
            <pc:docMk/>
            <pc:sldMk cId="3986360022" sldId="462"/>
            <ac:spMk id="655373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1:54:36.860" v="3261" actId="1037"/>
          <ac:spMkLst>
            <pc:docMk/>
            <pc:sldMk cId="3986360022" sldId="462"/>
            <ac:spMk id="65537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1:54:36.860" v="3261" actId="1037"/>
          <ac:spMkLst>
            <pc:docMk/>
            <pc:sldMk cId="3986360022" sldId="462"/>
            <ac:spMk id="655376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1:54:36.860" v="3261" actId="1037"/>
          <ac:spMkLst>
            <pc:docMk/>
            <pc:sldMk cId="3986360022" sldId="462"/>
            <ac:spMk id="65537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1:54:36.860" v="3261" actId="1037"/>
          <ac:spMkLst>
            <pc:docMk/>
            <pc:sldMk cId="3986360022" sldId="462"/>
            <ac:spMk id="655379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1:54:36.860" v="3261" actId="1037"/>
          <ac:spMkLst>
            <pc:docMk/>
            <pc:sldMk cId="3986360022" sldId="462"/>
            <ac:spMk id="65538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1:54:36.860" v="3261" actId="1037"/>
          <ac:spMkLst>
            <pc:docMk/>
            <pc:sldMk cId="3986360022" sldId="462"/>
            <ac:spMk id="655381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1:54:36.860" v="3261" actId="1037"/>
          <ac:spMkLst>
            <pc:docMk/>
            <pc:sldMk cId="3986360022" sldId="462"/>
            <ac:spMk id="65538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1:54:36.860" v="3261" actId="1037"/>
          <ac:spMkLst>
            <pc:docMk/>
            <pc:sldMk cId="3986360022" sldId="462"/>
            <ac:spMk id="655384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1:54:36.860" v="3261" actId="1037"/>
          <ac:spMkLst>
            <pc:docMk/>
            <pc:sldMk cId="3986360022" sldId="462"/>
            <ac:spMk id="65538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1:54:36.860" v="3261" actId="1037"/>
          <ac:spMkLst>
            <pc:docMk/>
            <pc:sldMk cId="3986360022" sldId="462"/>
            <ac:spMk id="655386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1:54:36.860" v="3261" actId="1037"/>
          <ac:spMkLst>
            <pc:docMk/>
            <pc:sldMk cId="3986360022" sldId="462"/>
            <ac:spMk id="655387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1:54:36.860" v="3261" actId="1037"/>
          <ac:spMkLst>
            <pc:docMk/>
            <pc:sldMk cId="3986360022" sldId="462"/>
            <ac:spMk id="65538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1:54:36.860" v="3261" actId="1037"/>
          <ac:spMkLst>
            <pc:docMk/>
            <pc:sldMk cId="3986360022" sldId="462"/>
            <ac:spMk id="65539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1:54:36.860" v="3261" actId="1037"/>
          <ac:spMkLst>
            <pc:docMk/>
            <pc:sldMk cId="3986360022" sldId="462"/>
            <ac:spMk id="655391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1:54:36.860" v="3261" actId="1037"/>
          <ac:spMkLst>
            <pc:docMk/>
            <pc:sldMk cId="3986360022" sldId="462"/>
            <ac:spMk id="65539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1:54:36.860" v="3261" actId="1037"/>
          <ac:spMkLst>
            <pc:docMk/>
            <pc:sldMk cId="3986360022" sldId="462"/>
            <ac:spMk id="655393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1:54:36.860" v="3261" actId="1037"/>
          <ac:spMkLst>
            <pc:docMk/>
            <pc:sldMk cId="3986360022" sldId="462"/>
            <ac:spMk id="655394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1:54:36.860" v="3261" actId="1037"/>
          <ac:spMkLst>
            <pc:docMk/>
            <pc:sldMk cId="3986360022" sldId="462"/>
            <ac:spMk id="655396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1:54:36.860" v="3261" actId="1037"/>
          <ac:spMkLst>
            <pc:docMk/>
            <pc:sldMk cId="3986360022" sldId="462"/>
            <ac:spMk id="655397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1:54:36.860" v="3261" actId="1037"/>
          <ac:spMkLst>
            <pc:docMk/>
            <pc:sldMk cId="3986360022" sldId="462"/>
            <ac:spMk id="65539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1:54:36.860" v="3261" actId="1037"/>
          <ac:spMkLst>
            <pc:docMk/>
            <pc:sldMk cId="3986360022" sldId="462"/>
            <ac:spMk id="655399" creationId="{00000000-0000-0000-0000-000000000000}"/>
          </ac:spMkLst>
        </pc:spChg>
        <pc:grpChg chg="mod">
          <ac:chgData name="Mengmeng Ge" userId="bb5bc401-97cb-4caf-9857-8ff441375414" providerId="ADAL" clId="{0802E168-C7C2-484F-8BF2-1996FC172327}" dt="2024-07-31T01:54:36.860" v="3261" actId="1037"/>
          <ac:grpSpMkLst>
            <pc:docMk/>
            <pc:sldMk cId="3986360022" sldId="462"/>
            <ac:grpSpMk id="655364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1T01:54:36.860" v="3261" actId="1037"/>
          <ac:grpSpMkLst>
            <pc:docMk/>
            <pc:sldMk cId="3986360022" sldId="462"/>
            <ac:grpSpMk id="655374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1T01:54:36.860" v="3261" actId="1037"/>
          <ac:grpSpMkLst>
            <pc:docMk/>
            <pc:sldMk cId="3986360022" sldId="462"/>
            <ac:grpSpMk id="655377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1T01:54:36.860" v="3261" actId="1037"/>
          <ac:grpSpMkLst>
            <pc:docMk/>
            <pc:sldMk cId="3986360022" sldId="462"/>
            <ac:grpSpMk id="655383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1T01:54:36.860" v="3261" actId="1037"/>
          <ac:grpSpMkLst>
            <pc:docMk/>
            <pc:sldMk cId="3986360022" sldId="462"/>
            <ac:grpSpMk id="655389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1T01:54:36.860" v="3261" actId="1037"/>
          <ac:grpSpMkLst>
            <pc:docMk/>
            <pc:sldMk cId="3986360022" sldId="462"/>
            <ac:grpSpMk id="655395" creationId="{00000000-0000-0000-0000-000000000000}"/>
          </ac:grpSpMkLst>
        </pc:grpChg>
        <pc:graphicFrameChg chg="add mod modGraphic">
          <ac:chgData name="Mengmeng Ge" userId="bb5bc401-97cb-4caf-9857-8ff441375414" providerId="ADAL" clId="{0802E168-C7C2-484F-8BF2-1996FC172327}" dt="2024-07-31T02:59:34.147" v="3762" actId="1035"/>
          <ac:graphicFrameMkLst>
            <pc:docMk/>
            <pc:sldMk cId="3986360022" sldId="462"/>
            <ac:graphicFrameMk id="4" creationId="{28748ADD-1FE1-20E6-2EB5-35A727ACEA26}"/>
          </ac:graphicFrameMkLst>
        </pc:graphicFrameChg>
        <pc:graphicFrameChg chg="add mod modGraphic">
          <ac:chgData name="Mengmeng Ge" userId="bb5bc401-97cb-4caf-9857-8ff441375414" providerId="ADAL" clId="{0802E168-C7C2-484F-8BF2-1996FC172327}" dt="2024-07-31T02:59:34.147" v="3762" actId="1035"/>
          <ac:graphicFrameMkLst>
            <pc:docMk/>
            <pc:sldMk cId="3986360022" sldId="462"/>
            <ac:graphicFrameMk id="12" creationId="{79D71902-D3F7-2108-354D-4D236C312825}"/>
          </ac:graphicFrameMkLst>
        </pc:graphicFrameChg>
        <pc:graphicFrameChg chg="del mod modGraphic">
          <ac:chgData name="Mengmeng Ge" userId="bb5bc401-97cb-4caf-9857-8ff441375414" providerId="ADAL" clId="{0802E168-C7C2-484F-8BF2-1996FC172327}" dt="2024-07-31T02:22:26.273" v="3391" actId="478"/>
          <ac:graphicFrameMkLst>
            <pc:docMk/>
            <pc:sldMk cId="3986360022" sldId="462"/>
            <ac:graphicFrameMk id="43" creationId="{00000000-0000-0000-0000-000000000000}"/>
          </ac:graphicFrameMkLst>
        </pc:graphicFrameChg>
      </pc:sldChg>
      <pc:sldChg chg="del">
        <pc:chgData name="Mengmeng Ge" userId="bb5bc401-97cb-4caf-9857-8ff441375414" providerId="ADAL" clId="{0802E168-C7C2-484F-8BF2-1996FC172327}" dt="2024-07-30T05:25:33.451" v="2601" actId="47"/>
        <pc:sldMkLst>
          <pc:docMk/>
          <pc:sldMk cId="2267607002" sldId="463"/>
        </pc:sldMkLst>
      </pc:sldChg>
      <pc:sldChg chg="del">
        <pc:chgData name="Mengmeng Ge" userId="bb5bc401-97cb-4caf-9857-8ff441375414" providerId="ADAL" clId="{0802E168-C7C2-484F-8BF2-1996FC172327}" dt="2024-07-31T03:34:14.120" v="4129" actId="47"/>
        <pc:sldMkLst>
          <pc:docMk/>
          <pc:sldMk cId="2347216921" sldId="465"/>
        </pc:sldMkLst>
      </pc:sldChg>
      <pc:sldChg chg="del">
        <pc:chgData name="Mengmeng Ge" userId="bb5bc401-97cb-4caf-9857-8ff441375414" providerId="ADAL" clId="{0802E168-C7C2-484F-8BF2-1996FC172327}" dt="2024-07-30T01:36:29.162" v="1596" actId="47"/>
        <pc:sldMkLst>
          <pc:docMk/>
          <pc:sldMk cId="3509167200" sldId="468"/>
        </pc:sldMkLst>
      </pc:sldChg>
      <pc:sldChg chg="addSp delSp modSp mod modClrScheme delAnim modAnim chgLayout modNotesTx">
        <pc:chgData name="Mengmeng Ge" userId="bb5bc401-97cb-4caf-9857-8ff441375414" providerId="ADAL" clId="{0802E168-C7C2-484F-8BF2-1996FC172327}" dt="2024-07-31T03:00:27.369" v="3814" actId="1038"/>
        <pc:sldMkLst>
          <pc:docMk/>
          <pc:sldMk cId="3385233370" sldId="474"/>
        </pc:sldMkLst>
        <pc:spChg chg="add mod ord">
          <ac:chgData name="Mengmeng Ge" userId="bb5bc401-97cb-4caf-9857-8ff441375414" providerId="ADAL" clId="{0802E168-C7C2-484F-8BF2-1996FC172327}" dt="2024-07-31T02:23:48.900" v="3460" actId="20577"/>
          <ac:spMkLst>
            <pc:docMk/>
            <pc:sldMk cId="3385233370" sldId="474"/>
            <ac:spMk id="2" creationId="{1B0AE624-6F57-6D57-F04D-AA0EED9285E9}"/>
          </ac:spMkLst>
        </pc:spChg>
        <pc:spChg chg="del mod">
          <ac:chgData name="Mengmeng Ge" userId="bb5bc401-97cb-4caf-9857-8ff441375414" providerId="ADAL" clId="{0802E168-C7C2-484F-8BF2-1996FC172327}" dt="2024-07-31T02:57:15.645" v="3743" actId="478"/>
          <ac:spMkLst>
            <pc:docMk/>
            <pc:sldMk cId="3385233370" sldId="474"/>
            <ac:spMk id="5" creationId="{00000000-0000-0000-0000-000000000000}"/>
          </ac:spMkLst>
        </pc:spChg>
        <pc:spChg chg="del mod">
          <ac:chgData name="Mengmeng Ge" userId="bb5bc401-97cb-4caf-9857-8ff441375414" providerId="ADAL" clId="{0802E168-C7C2-484F-8BF2-1996FC172327}" dt="2024-07-31T00:45:14.075" v="2714" actId="478"/>
          <ac:spMkLst>
            <pc:docMk/>
            <pc:sldMk cId="3385233370" sldId="474"/>
            <ac:spMk id="8" creationId="{00000000-0000-0000-0000-000000000000}"/>
          </ac:spMkLst>
        </pc:spChg>
        <pc:spChg chg="del mod ord topLvl">
          <ac:chgData name="Mengmeng Ge" userId="bb5bc401-97cb-4caf-9857-8ff441375414" providerId="ADAL" clId="{0802E168-C7C2-484F-8BF2-1996FC172327}" dt="2024-07-31T00:49:19.199" v="2816" actId="478"/>
          <ac:spMkLst>
            <pc:docMk/>
            <pc:sldMk cId="3385233370" sldId="474"/>
            <ac:spMk id="10" creationId="{00000000-0000-0000-0000-000000000000}"/>
          </ac:spMkLst>
        </pc:spChg>
        <pc:spChg chg="add del mod">
          <ac:chgData name="Mengmeng Ge" userId="bb5bc401-97cb-4caf-9857-8ff441375414" providerId="ADAL" clId="{0802E168-C7C2-484F-8BF2-1996FC172327}" dt="2024-07-31T00:45:06.452" v="2709" actId="478"/>
          <ac:spMkLst>
            <pc:docMk/>
            <pc:sldMk cId="3385233370" sldId="474"/>
            <ac:spMk id="12" creationId="{87E86F0E-520C-D8D9-7DF1-8B26DB8EB534}"/>
          </ac:spMkLst>
        </pc:spChg>
        <pc:spChg chg="add mod">
          <ac:chgData name="Mengmeng Ge" userId="bb5bc401-97cb-4caf-9857-8ff441375414" providerId="ADAL" clId="{0802E168-C7C2-484F-8BF2-1996FC172327}" dt="2024-07-31T00:51:10.953" v="2858" actId="1035"/>
          <ac:spMkLst>
            <pc:docMk/>
            <pc:sldMk cId="3385233370" sldId="474"/>
            <ac:spMk id="13" creationId="{07F2D568-6A86-00FC-C418-B999ADEFB509}"/>
          </ac:spMkLst>
        </pc:spChg>
        <pc:spChg chg="add mod">
          <ac:chgData name="Mengmeng Ge" userId="bb5bc401-97cb-4caf-9857-8ff441375414" providerId="ADAL" clId="{0802E168-C7C2-484F-8BF2-1996FC172327}" dt="2024-07-31T00:51:10.953" v="2858" actId="1035"/>
          <ac:spMkLst>
            <pc:docMk/>
            <pc:sldMk cId="3385233370" sldId="474"/>
            <ac:spMk id="14" creationId="{0C57D4EA-083B-7325-71D9-2AA0F4620338}"/>
          </ac:spMkLst>
        </pc:spChg>
        <pc:spChg chg="add mod">
          <ac:chgData name="Mengmeng Ge" userId="bb5bc401-97cb-4caf-9857-8ff441375414" providerId="ADAL" clId="{0802E168-C7C2-484F-8BF2-1996FC172327}" dt="2024-07-31T00:51:10.953" v="2858" actId="1035"/>
          <ac:spMkLst>
            <pc:docMk/>
            <pc:sldMk cId="3385233370" sldId="474"/>
            <ac:spMk id="15" creationId="{77036CD0-917A-C624-D459-3C8AA0936890}"/>
          </ac:spMkLst>
        </pc:spChg>
        <pc:spChg chg="add mod">
          <ac:chgData name="Mengmeng Ge" userId="bb5bc401-97cb-4caf-9857-8ff441375414" providerId="ADAL" clId="{0802E168-C7C2-484F-8BF2-1996FC172327}" dt="2024-07-31T00:51:10.953" v="2858" actId="1035"/>
          <ac:spMkLst>
            <pc:docMk/>
            <pc:sldMk cId="3385233370" sldId="474"/>
            <ac:spMk id="17" creationId="{37AE19B2-FF88-FD8A-CD5C-0CEE3762A4E0}"/>
          </ac:spMkLst>
        </pc:spChg>
        <pc:spChg chg="add mod">
          <ac:chgData name="Mengmeng Ge" userId="bb5bc401-97cb-4caf-9857-8ff441375414" providerId="ADAL" clId="{0802E168-C7C2-484F-8BF2-1996FC172327}" dt="2024-07-31T00:51:10.953" v="2858" actId="1035"/>
          <ac:spMkLst>
            <pc:docMk/>
            <pc:sldMk cId="3385233370" sldId="474"/>
            <ac:spMk id="18" creationId="{89433A5A-84C9-9854-35F8-7776DA0CF8FD}"/>
          </ac:spMkLst>
        </pc:spChg>
        <pc:spChg chg="add mod">
          <ac:chgData name="Mengmeng Ge" userId="bb5bc401-97cb-4caf-9857-8ff441375414" providerId="ADAL" clId="{0802E168-C7C2-484F-8BF2-1996FC172327}" dt="2024-07-31T00:51:10.953" v="2858" actId="1035"/>
          <ac:spMkLst>
            <pc:docMk/>
            <pc:sldMk cId="3385233370" sldId="474"/>
            <ac:spMk id="19" creationId="{C6B4992E-CDF8-5364-078F-E279A9EF6076}"/>
          </ac:spMkLst>
        </pc:spChg>
        <pc:spChg chg="add del mod">
          <ac:chgData name="Mengmeng Ge" userId="bb5bc401-97cb-4caf-9857-8ff441375414" providerId="ADAL" clId="{0802E168-C7C2-484F-8BF2-1996FC172327}" dt="2024-07-31T00:49:02.986" v="2808" actId="478"/>
          <ac:spMkLst>
            <pc:docMk/>
            <pc:sldMk cId="3385233370" sldId="474"/>
            <ac:spMk id="21" creationId="{2D528A6E-49B7-8608-D6EA-CDDF17DE5BDB}"/>
          </ac:spMkLst>
        </pc:spChg>
        <pc:spChg chg="add mod ord">
          <ac:chgData name="Mengmeng Ge" userId="bb5bc401-97cb-4caf-9857-8ff441375414" providerId="ADAL" clId="{0802E168-C7C2-484F-8BF2-1996FC172327}" dt="2024-07-31T01:07:31.957" v="3119" actId="14100"/>
          <ac:spMkLst>
            <pc:docMk/>
            <pc:sldMk cId="3385233370" sldId="474"/>
            <ac:spMk id="22" creationId="{2A9DE029-B804-4DED-E1DA-87AC5D78B192}"/>
          </ac:spMkLst>
        </pc:spChg>
        <pc:spChg chg="add mod">
          <ac:chgData name="Mengmeng Ge" userId="bb5bc401-97cb-4caf-9857-8ff441375414" providerId="ADAL" clId="{0802E168-C7C2-484F-8BF2-1996FC172327}" dt="2024-07-31T02:55:02.226" v="3727" actId="1037"/>
          <ac:spMkLst>
            <pc:docMk/>
            <pc:sldMk cId="3385233370" sldId="474"/>
            <ac:spMk id="24" creationId="{A12CF43C-51A9-FB2E-ADFF-FE5D9D6CC68E}"/>
          </ac:spMkLst>
        </pc:spChg>
        <pc:spChg chg="add mod">
          <ac:chgData name="Mengmeng Ge" userId="bb5bc401-97cb-4caf-9857-8ff441375414" providerId="ADAL" clId="{0802E168-C7C2-484F-8BF2-1996FC172327}" dt="2024-07-31T02:55:02.226" v="3727" actId="1037"/>
          <ac:spMkLst>
            <pc:docMk/>
            <pc:sldMk cId="3385233370" sldId="474"/>
            <ac:spMk id="25" creationId="{A1515147-B524-3E1D-914E-5B12B239CB30}"/>
          </ac:spMkLst>
        </pc:spChg>
        <pc:spChg chg="add mod">
          <ac:chgData name="Mengmeng Ge" userId="bb5bc401-97cb-4caf-9857-8ff441375414" providerId="ADAL" clId="{0802E168-C7C2-484F-8BF2-1996FC172327}" dt="2024-07-31T03:00:27.369" v="3814" actId="1038"/>
          <ac:spMkLst>
            <pc:docMk/>
            <pc:sldMk cId="3385233370" sldId="474"/>
            <ac:spMk id="27" creationId="{15697130-CD46-E6B6-3674-433E68A98C21}"/>
          </ac:spMkLst>
        </pc:spChg>
        <pc:spChg chg="mod ord">
          <ac:chgData name="Mengmeng Ge" userId="bb5bc401-97cb-4caf-9857-8ff441375414" providerId="ADAL" clId="{0802E168-C7C2-484F-8BF2-1996FC172327}" dt="2024-07-30T05:18:45.418" v="2496" actId="700"/>
          <ac:spMkLst>
            <pc:docMk/>
            <pc:sldMk cId="3385233370" sldId="474"/>
            <ac:spMk id="41" creationId="{00000000-0000-0000-0000-000000000000}"/>
          </ac:spMkLst>
        </pc:spChg>
        <pc:spChg chg="del mod topLvl">
          <ac:chgData name="Mengmeng Ge" userId="bb5bc401-97cb-4caf-9857-8ff441375414" providerId="ADAL" clId="{0802E168-C7C2-484F-8BF2-1996FC172327}" dt="2024-07-31T00:44:56.943" v="2708" actId="478"/>
          <ac:spMkLst>
            <pc:docMk/>
            <pc:sldMk cId="3385233370" sldId="474"/>
            <ac:spMk id="87" creationId="{00000000-0000-0000-0000-000000000000}"/>
          </ac:spMkLst>
        </pc:spChg>
        <pc:spChg chg="mod ord">
          <ac:chgData name="Mengmeng Ge" userId="bb5bc401-97cb-4caf-9857-8ff441375414" providerId="ADAL" clId="{0802E168-C7C2-484F-8BF2-1996FC172327}" dt="2024-07-30T05:18:45.418" v="2496" actId="700"/>
          <ac:spMkLst>
            <pc:docMk/>
            <pc:sldMk cId="3385233370" sldId="474"/>
            <ac:spMk id="655362" creationId="{00000000-0000-0000-0000-000000000000}"/>
          </ac:spMkLst>
        </pc:spChg>
        <pc:spChg chg="del mod">
          <ac:chgData name="Mengmeng Ge" userId="bb5bc401-97cb-4caf-9857-8ff441375414" providerId="ADAL" clId="{0802E168-C7C2-484F-8BF2-1996FC172327}" dt="2024-07-30T05:18:50.698" v="2498" actId="478"/>
          <ac:spMkLst>
            <pc:docMk/>
            <pc:sldMk cId="3385233370" sldId="474"/>
            <ac:spMk id="655363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3:01.032" v="2444" actId="1076"/>
          <ac:spMkLst>
            <pc:docMk/>
            <pc:sldMk cId="3385233370" sldId="474"/>
            <ac:spMk id="65536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3:01.032" v="2444" actId="1076"/>
          <ac:spMkLst>
            <pc:docMk/>
            <pc:sldMk cId="3385233370" sldId="474"/>
            <ac:spMk id="655366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3:01.032" v="2444" actId="1076"/>
          <ac:spMkLst>
            <pc:docMk/>
            <pc:sldMk cId="3385233370" sldId="474"/>
            <ac:spMk id="655367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3:01.032" v="2444" actId="1076"/>
          <ac:spMkLst>
            <pc:docMk/>
            <pc:sldMk cId="3385233370" sldId="474"/>
            <ac:spMk id="65536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3:01.032" v="2444" actId="1076"/>
          <ac:spMkLst>
            <pc:docMk/>
            <pc:sldMk cId="3385233370" sldId="474"/>
            <ac:spMk id="655369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3:01.032" v="2444" actId="1076"/>
          <ac:spMkLst>
            <pc:docMk/>
            <pc:sldMk cId="3385233370" sldId="474"/>
            <ac:spMk id="65537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3:01.032" v="2444" actId="1076"/>
          <ac:spMkLst>
            <pc:docMk/>
            <pc:sldMk cId="3385233370" sldId="474"/>
            <ac:spMk id="655371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3:01.032" v="2444" actId="1076"/>
          <ac:spMkLst>
            <pc:docMk/>
            <pc:sldMk cId="3385233370" sldId="474"/>
            <ac:spMk id="65537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3:01.032" v="2444" actId="1076"/>
          <ac:spMkLst>
            <pc:docMk/>
            <pc:sldMk cId="3385233370" sldId="474"/>
            <ac:spMk id="655373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3:01.032" v="2444" actId="1076"/>
          <ac:spMkLst>
            <pc:docMk/>
            <pc:sldMk cId="3385233370" sldId="474"/>
            <ac:spMk id="65537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3:01.032" v="2444" actId="1076"/>
          <ac:spMkLst>
            <pc:docMk/>
            <pc:sldMk cId="3385233370" sldId="474"/>
            <ac:spMk id="655376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3:01.032" v="2444" actId="1076"/>
          <ac:spMkLst>
            <pc:docMk/>
            <pc:sldMk cId="3385233370" sldId="474"/>
            <ac:spMk id="65537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3:01.032" v="2444" actId="1076"/>
          <ac:spMkLst>
            <pc:docMk/>
            <pc:sldMk cId="3385233370" sldId="474"/>
            <ac:spMk id="655379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3:01.032" v="2444" actId="1076"/>
          <ac:spMkLst>
            <pc:docMk/>
            <pc:sldMk cId="3385233370" sldId="474"/>
            <ac:spMk id="65538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3:01.032" v="2444" actId="1076"/>
          <ac:spMkLst>
            <pc:docMk/>
            <pc:sldMk cId="3385233370" sldId="474"/>
            <ac:spMk id="655381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3:01.032" v="2444" actId="1076"/>
          <ac:spMkLst>
            <pc:docMk/>
            <pc:sldMk cId="3385233370" sldId="474"/>
            <ac:spMk id="65538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3:01.032" v="2444" actId="1076"/>
          <ac:spMkLst>
            <pc:docMk/>
            <pc:sldMk cId="3385233370" sldId="474"/>
            <ac:spMk id="655384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3:01.032" v="2444" actId="1076"/>
          <ac:spMkLst>
            <pc:docMk/>
            <pc:sldMk cId="3385233370" sldId="474"/>
            <ac:spMk id="65538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3:01.032" v="2444" actId="1076"/>
          <ac:spMkLst>
            <pc:docMk/>
            <pc:sldMk cId="3385233370" sldId="474"/>
            <ac:spMk id="655386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3:01.032" v="2444" actId="1076"/>
          <ac:spMkLst>
            <pc:docMk/>
            <pc:sldMk cId="3385233370" sldId="474"/>
            <ac:spMk id="655387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3:01.032" v="2444" actId="1076"/>
          <ac:spMkLst>
            <pc:docMk/>
            <pc:sldMk cId="3385233370" sldId="474"/>
            <ac:spMk id="65538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3:01.032" v="2444" actId="1076"/>
          <ac:spMkLst>
            <pc:docMk/>
            <pc:sldMk cId="3385233370" sldId="474"/>
            <ac:spMk id="65539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3:01.032" v="2444" actId="1076"/>
          <ac:spMkLst>
            <pc:docMk/>
            <pc:sldMk cId="3385233370" sldId="474"/>
            <ac:spMk id="655391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3:01.032" v="2444" actId="1076"/>
          <ac:spMkLst>
            <pc:docMk/>
            <pc:sldMk cId="3385233370" sldId="474"/>
            <ac:spMk id="65539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3:01.032" v="2444" actId="1076"/>
          <ac:spMkLst>
            <pc:docMk/>
            <pc:sldMk cId="3385233370" sldId="474"/>
            <ac:spMk id="655393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3:01.032" v="2444" actId="1076"/>
          <ac:spMkLst>
            <pc:docMk/>
            <pc:sldMk cId="3385233370" sldId="474"/>
            <ac:spMk id="655394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3:01.032" v="2444" actId="1076"/>
          <ac:spMkLst>
            <pc:docMk/>
            <pc:sldMk cId="3385233370" sldId="474"/>
            <ac:spMk id="655396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3:01.032" v="2444" actId="1076"/>
          <ac:spMkLst>
            <pc:docMk/>
            <pc:sldMk cId="3385233370" sldId="474"/>
            <ac:spMk id="655397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3:01.032" v="2444" actId="1076"/>
          <ac:spMkLst>
            <pc:docMk/>
            <pc:sldMk cId="3385233370" sldId="474"/>
            <ac:spMk id="65539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5:13:01.032" v="2444" actId="1076"/>
          <ac:spMkLst>
            <pc:docMk/>
            <pc:sldMk cId="3385233370" sldId="474"/>
            <ac:spMk id="655399" creationId="{00000000-0000-0000-0000-000000000000}"/>
          </ac:spMkLst>
        </pc:spChg>
        <pc:grpChg chg="del mod">
          <ac:chgData name="Mengmeng Ge" userId="bb5bc401-97cb-4caf-9857-8ff441375414" providerId="ADAL" clId="{0802E168-C7C2-484F-8BF2-1996FC172327}" dt="2024-07-31T00:45:08.857" v="2710" actId="478"/>
          <ac:grpSpMkLst>
            <pc:docMk/>
            <pc:sldMk cId="3385233370" sldId="474"/>
            <ac:grpSpMk id="9" creationId="{00000000-0000-0000-0000-000000000000}"/>
          </ac:grpSpMkLst>
        </pc:grpChg>
        <pc:grpChg chg="del mod">
          <ac:chgData name="Mengmeng Ge" userId="bb5bc401-97cb-4caf-9857-8ff441375414" providerId="ADAL" clId="{0802E168-C7C2-484F-8BF2-1996FC172327}" dt="2024-07-31T00:41:23.213" v="2633" actId="165"/>
          <ac:grpSpMkLst>
            <pc:docMk/>
            <pc:sldMk cId="3385233370" sldId="474"/>
            <ac:grpSpMk id="11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0T05:13:01.032" v="2444" actId="1076"/>
          <ac:grpSpMkLst>
            <pc:docMk/>
            <pc:sldMk cId="3385233370" sldId="474"/>
            <ac:grpSpMk id="655364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0T05:13:01.032" v="2444" actId="1076"/>
          <ac:grpSpMkLst>
            <pc:docMk/>
            <pc:sldMk cId="3385233370" sldId="474"/>
            <ac:grpSpMk id="655374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0T05:13:01.032" v="2444" actId="1076"/>
          <ac:grpSpMkLst>
            <pc:docMk/>
            <pc:sldMk cId="3385233370" sldId="474"/>
            <ac:grpSpMk id="655377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0T05:13:01.032" v="2444" actId="1076"/>
          <ac:grpSpMkLst>
            <pc:docMk/>
            <pc:sldMk cId="3385233370" sldId="474"/>
            <ac:grpSpMk id="655383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0T05:13:01.032" v="2444" actId="1076"/>
          <ac:grpSpMkLst>
            <pc:docMk/>
            <pc:sldMk cId="3385233370" sldId="474"/>
            <ac:grpSpMk id="655389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0T05:13:01.032" v="2444" actId="1076"/>
          <ac:grpSpMkLst>
            <pc:docMk/>
            <pc:sldMk cId="3385233370" sldId="474"/>
            <ac:grpSpMk id="655395" creationId="{00000000-0000-0000-0000-000000000000}"/>
          </ac:grpSpMkLst>
        </pc:grpChg>
        <pc:graphicFrameChg chg="mod modGraphic">
          <ac:chgData name="Mengmeng Ge" userId="bb5bc401-97cb-4caf-9857-8ff441375414" providerId="ADAL" clId="{0802E168-C7C2-484F-8BF2-1996FC172327}" dt="2024-07-31T01:58:25.944" v="3297" actId="113"/>
          <ac:graphicFrameMkLst>
            <pc:docMk/>
            <pc:sldMk cId="3385233370" sldId="474"/>
            <ac:graphicFrameMk id="4" creationId="{00000000-0000-0000-0000-000000000000}"/>
          </ac:graphicFrameMkLst>
        </pc:graphicFrameChg>
        <pc:graphicFrameChg chg="del mod modGraphic">
          <ac:chgData name="Mengmeng Ge" userId="bb5bc401-97cb-4caf-9857-8ff441375414" providerId="ADAL" clId="{0802E168-C7C2-484F-8BF2-1996FC172327}" dt="2024-07-31T00:45:11.143" v="2712" actId="478"/>
          <ac:graphicFrameMkLst>
            <pc:docMk/>
            <pc:sldMk cId="3385233370" sldId="474"/>
            <ac:graphicFrameMk id="6" creationId="{00000000-0000-0000-0000-000000000000}"/>
          </ac:graphicFrameMkLst>
        </pc:graphicFrameChg>
        <pc:graphicFrameChg chg="add del mod modGraphic">
          <ac:chgData name="Mengmeng Ge" userId="bb5bc401-97cb-4caf-9857-8ff441375414" providerId="ADAL" clId="{0802E168-C7C2-484F-8BF2-1996FC172327}" dt="2024-07-31T01:00:20.930" v="3008" actId="478"/>
          <ac:graphicFrameMkLst>
            <pc:docMk/>
            <pc:sldMk cId="3385233370" sldId="474"/>
            <ac:graphicFrameMk id="16" creationId="{31BB9A93-971B-8F7D-D20E-B0A223AFCFD4}"/>
          </ac:graphicFrameMkLst>
        </pc:graphicFrameChg>
        <pc:graphicFrameChg chg="add mod modGraphic">
          <ac:chgData name="Mengmeng Ge" userId="bb5bc401-97cb-4caf-9857-8ff441375414" providerId="ADAL" clId="{0802E168-C7C2-484F-8BF2-1996FC172327}" dt="2024-07-31T01:58:29.276" v="3298" actId="113"/>
          <ac:graphicFrameMkLst>
            <pc:docMk/>
            <pc:sldMk cId="3385233370" sldId="474"/>
            <ac:graphicFrameMk id="23" creationId="{43A18683-89CB-1C2F-CA6F-19F75F8A8D5B}"/>
          </ac:graphicFrameMkLst>
        </pc:graphicFrameChg>
        <pc:graphicFrameChg chg="del mod">
          <ac:chgData name="Mengmeng Ge" userId="bb5bc401-97cb-4caf-9857-8ff441375414" providerId="ADAL" clId="{0802E168-C7C2-484F-8BF2-1996FC172327}" dt="2024-07-31T00:45:13.311" v="2713" actId="478"/>
          <ac:graphicFrameMkLst>
            <pc:docMk/>
            <pc:sldMk cId="3385233370" sldId="474"/>
            <ac:graphicFrameMk id="83" creationId="{00000000-0000-0000-0000-000000000000}"/>
          </ac:graphicFrameMkLst>
        </pc:graphicFrameChg>
      </pc:sldChg>
      <pc:sldChg chg="delSp del mod delAnim">
        <pc:chgData name="Mengmeng Ge" userId="bb5bc401-97cb-4caf-9857-8ff441375414" providerId="ADAL" clId="{0802E168-C7C2-484F-8BF2-1996FC172327}" dt="2024-07-31T01:11:48.560" v="3189" actId="47"/>
        <pc:sldMkLst>
          <pc:docMk/>
          <pc:sldMk cId="1772696957" sldId="475"/>
        </pc:sldMkLst>
        <pc:spChg chg="del">
          <ac:chgData name="Mengmeng Ge" userId="bb5bc401-97cb-4caf-9857-8ff441375414" providerId="ADAL" clId="{0802E168-C7C2-484F-8BF2-1996FC172327}" dt="2024-07-31T01:10:12.006" v="3159" actId="21"/>
          <ac:spMkLst>
            <pc:docMk/>
            <pc:sldMk cId="1772696957" sldId="475"/>
            <ac:spMk id="84" creationId="{00000000-0000-0000-0000-000000000000}"/>
          </ac:spMkLst>
        </pc:spChg>
      </pc:sldChg>
      <pc:sldChg chg="addSp delSp modSp modAnim modNotesTx">
        <pc:chgData name="Mengmeng Ge" userId="bb5bc401-97cb-4caf-9857-8ff441375414" providerId="ADAL" clId="{0802E168-C7C2-484F-8BF2-1996FC172327}" dt="2024-07-18T03:52:57.684" v="442"/>
        <pc:sldMkLst>
          <pc:docMk/>
          <pc:sldMk cId="2520481457" sldId="476"/>
        </pc:sldMkLst>
        <pc:spChg chg="mod topLvl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24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25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26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27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28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35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36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37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38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39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40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1:09.903" v="431" actId="164"/>
          <ac:spMkLst>
            <pc:docMk/>
            <pc:sldMk cId="2520481457" sldId="476"/>
            <ac:spMk id="41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1:09.903" v="431" actId="164"/>
          <ac:spMkLst>
            <pc:docMk/>
            <pc:sldMk cId="2520481457" sldId="476"/>
            <ac:spMk id="42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1:09.903" v="431" actId="164"/>
          <ac:spMkLst>
            <pc:docMk/>
            <pc:sldMk cId="2520481457" sldId="476"/>
            <ac:spMk id="43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44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45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46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1:09.903" v="431" actId="164"/>
          <ac:spMkLst>
            <pc:docMk/>
            <pc:sldMk cId="2520481457" sldId="476"/>
            <ac:spMk id="47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1:09.903" v="431" actId="164"/>
          <ac:spMkLst>
            <pc:docMk/>
            <pc:sldMk cId="2520481457" sldId="476"/>
            <ac:spMk id="48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1:09.903" v="431" actId="164"/>
          <ac:spMkLst>
            <pc:docMk/>
            <pc:sldMk cId="2520481457" sldId="476"/>
            <ac:spMk id="49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1:25.370" v="433" actId="164"/>
          <ac:spMkLst>
            <pc:docMk/>
            <pc:sldMk cId="2520481457" sldId="476"/>
            <ac:spMk id="50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51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52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53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54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55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56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57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58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59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60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61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1:09.903" v="431" actId="164"/>
          <ac:spMkLst>
            <pc:docMk/>
            <pc:sldMk cId="2520481457" sldId="476"/>
            <ac:spMk id="62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1:09.903" v="431" actId="164"/>
          <ac:spMkLst>
            <pc:docMk/>
            <pc:sldMk cId="2520481457" sldId="476"/>
            <ac:spMk id="63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64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65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66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67" creationId="{00000000-0000-0000-0000-000000000000}"/>
          </ac:spMkLst>
        </pc:spChg>
        <pc:spChg chg="mod topLvl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6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74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7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76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77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7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79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8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81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8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83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84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8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86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87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8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89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9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91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9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93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94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9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96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97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9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99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0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01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0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03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04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0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06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07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0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09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1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11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1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13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16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17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1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19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2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21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2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23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24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2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26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29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3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31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3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33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34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3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36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37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3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39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4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43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44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4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46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47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4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49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5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51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5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5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56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57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5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59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6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61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6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63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64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6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6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69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7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71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7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73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74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7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76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77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7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81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8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83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84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8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18T03:50:50.458" v="430" actId="165"/>
          <ac:spMkLst>
            <pc:docMk/>
            <pc:sldMk cId="2520481457" sldId="476"/>
            <ac:spMk id="186" creationId="{00000000-0000-0000-0000-000000000000}"/>
          </ac:spMkLst>
        </pc:spChg>
        <pc:grpChg chg="add mod">
          <ac:chgData name="Mengmeng Ge" userId="bb5bc401-97cb-4caf-9857-8ff441375414" providerId="ADAL" clId="{0802E168-C7C2-484F-8BF2-1996FC172327}" dt="2024-07-18T03:51:25.370" v="433" actId="164"/>
          <ac:grpSpMkLst>
            <pc:docMk/>
            <pc:sldMk cId="2520481457" sldId="476"/>
            <ac:grpSpMk id="3" creationId="{6452D983-1AAF-CFEF-F524-4E8506F0EBBC}"/>
          </ac:grpSpMkLst>
        </pc:grpChg>
        <pc:grpChg chg="add mod">
          <ac:chgData name="Mengmeng Ge" userId="bb5bc401-97cb-4caf-9857-8ff441375414" providerId="ADAL" clId="{0802E168-C7C2-484F-8BF2-1996FC172327}" dt="2024-07-18T03:51:25.370" v="433" actId="164"/>
          <ac:grpSpMkLst>
            <pc:docMk/>
            <pc:sldMk cId="2520481457" sldId="476"/>
            <ac:grpSpMk id="6" creationId="{493B23B6-E32A-0E32-BB55-1470A49A2BAD}"/>
          </ac:grpSpMkLst>
        </pc:grpChg>
        <pc:grpChg chg="del">
          <ac:chgData name="Mengmeng Ge" userId="bb5bc401-97cb-4caf-9857-8ff441375414" providerId="ADAL" clId="{0802E168-C7C2-484F-8BF2-1996FC172327}" dt="2024-07-18T03:50:50.458" v="430" actId="165"/>
          <ac:grpSpMkLst>
            <pc:docMk/>
            <pc:sldMk cId="2520481457" sldId="476"/>
            <ac:grpSpMk id="23" creationId="{00000000-0000-0000-0000-000000000000}"/>
          </ac:grpSpMkLst>
        </pc:grpChg>
        <pc:grpChg chg="mod topLvl">
          <ac:chgData name="Mengmeng Ge" userId="bb5bc401-97cb-4caf-9857-8ff441375414" providerId="ADAL" clId="{0802E168-C7C2-484F-8BF2-1996FC172327}" dt="2024-07-18T03:50:50.458" v="430" actId="165"/>
          <ac:grpSpMkLst>
            <pc:docMk/>
            <pc:sldMk cId="2520481457" sldId="476"/>
            <ac:grpSpMk id="29" creationId="{00000000-0000-0000-0000-000000000000}"/>
          </ac:grpSpMkLst>
        </pc:grpChg>
        <pc:grpChg chg="mod topLvl">
          <ac:chgData name="Mengmeng Ge" userId="bb5bc401-97cb-4caf-9857-8ff441375414" providerId="ADAL" clId="{0802E168-C7C2-484F-8BF2-1996FC172327}" dt="2024-07-18T03:50:50.458" v="430" actId="165"/>
          <ac:grpSpMkLst>
            <pc:docMk/>
            <pc:sldMk cId="2520481457" sldId="476"/>
            <ac:grpSpMk id="30" creationId="{00000000-0000-0000-0000-000000000000}"/>
          </ac:grpSpMkLst>
        </pc:grpChg>
        <pc:grpChg chg="mod topLvl">
          <ac:chgData name="Mengmeng Ge" userId="bb5bc401-97cb-4caf-9857-8ff441375414" providerId="ADAL" clId="{0802E168-C7C2-484F-8BF2-1996FC172327}" dt="2024-07-18T03:50:50.458" v="430" actId="165"/>
          <ac:grpSpMkLst>
            <pc:docMk/>
            <pc:sldMk cId="2520481457" sldId="476"/>
            <ac:grpSpMk id="31" creationId="{00000000-0000-0000-0000-000000000000}"/>
          </ac:grpSpMkLst>
        </pc:grpChg>
        <pc:grpChg chg="mod topLvl">
          <ac:chgData name="Mengmeng Ge" userId="bb5bc401-97cb-4caf-9857-8ff441375414" providerId="ADAL" clId="{0802E168-C7C2-484F-8BF2-1996FC172327}" dt="2024-07-18T03:50:50.458" v="430" actId="165"/>
          <ac:grpSpMkLst>
            <pc:docMk/>
            <pc:sldMk cId="2520481457" sldId="476"/>
            <ac:grpSpMk id="32" creationId="{00000000-0000-0000-0000-000000000000}"/>
          </ac:grpSpMkLst>
        </pc:grpChg>
        <pc:grpChg chg="mod topLvl">
          <ac:chgData name="Mengmeng Ge" userId="bb5bc401-97cb-4caf-9857-8ff441375414" providerId="ADAL" clId="{0802E168-C7C2-484F-8BF2-1996FC172327}" dt="2024-07-18T03:50:50.458" v="430" actId="165"/>
          <ac:grpSpMkLst>
            <pc:docMk/>
            <pc:sldMk cId="2520481457" sldId="476"/>
            <ac:grpSpMk id="33" creationId="{00000000-0000-0000-0000-000000000000}"/>
          </ac:grpSpMkLst>
        </pc:grpChg>
        <pc:grpChg chg="mod topLvl">
          <ac:chgData name="Mengmeng Ge" userId="bb5bc401-97cb-4caf-9857-8ff441375414" providerId="ADAL" clId="{0802E168-C7C2-484F-8BF2-1996FC172327}" dt="2024-07-18T03:50:50.458" v="430" actId="165"/>
          <ac:grpSpMkLst>
            <pc:docMk/>
            <pc:sldMk cId="2520481457" sldId="476"/>
            <ac:grpSpMk id="34" creationId="{00000000-0000-0000-0000-000000000000}"/>
          </ac:grpSpMkLst>
        </pc:grpChg>
        <pc:grpChg chg="mod topLvl">
          <ac:chgData name="Mengmeng Ge" userId="bb5bc401-97cb-4caf-9857-8ff441375414" providerId="ADAL" clId="{0802E168-C7C2-484F-8BF2-1996FC172327}" dt="2024-07-18T03:50:50.458" v="430" actId="165"/>
          <ac:grpSpMkLst>
            <pc:docMk/>
            <pc:sldMk cId="2520481457" sldId="476"/>
            <ac:grpSpMk id="69" creationId="{00000000-0000-0000-0000-000000000000}"/>
          </ac:grpSpMkLst>
        </pc:grpChg>
        <pc:grpChg chg="mod topLvl">
          <ac:chgData name="Mengmeng Ge" userId="bb5bc401-97cb-4caf-9857-8ff441375414" providerId="ADAL" clId="{0802E168-C7C2-484F-8BF2-1996FC172327}" dt="2024-07-18T03:50:50.458" v="430" actId="165"/>
          <ac:grpSpMkLst>
            <pc:docMk/>
            <pc:sldMk cId="2520481457" sldId="476"/>
            <ac:grpSpMk id="70" creationId="{00000000-0000-0000-0000-000000000000}"/>
          </ac:grpSpMkLst>
        </pc:grpChg>
        <pc:grpChg chg="mod topLvl">
          <ac:chgData name="Mengmeng Ge" userId="bb5bc401-97cb-4caf-9857-8ff441375414" providerId="ADAL" clId="{0802E168-C7C2-484F-8BF2-1996FC172327}" dt="2024-07-18T03:50:50.458" v="430" actId="165"/>
          <ac:grpSpMkLst>
            <pc:docMk/>
            <pc:sldMk cId="2520481457" sldId="476"/>
            <ac:grpSpMk id="71" creationId="{00000000-0000-0000-0000-000000000000}"/>
          </ac:grpSpMkLst>
        </pc:grpChg>
        <pc:grpChg chg="mod topLvl">
          <ac:chgData name="Mengmeng Ge" userId="bb5bc401-97cb-4caf-9857-8ff441375414" providerId="ADAL" clId="{0802E168-C7C2-484F-8BF2-1996FC172327}" dt="2024-07-18T03:50:50.458" v="430" actId="165"/>
          <ac:grpSpMkLst>
            <pc:docMk/>
            <pc:sldMk cId="2520481457" sldId="476"/>
            <ac:grpSpMk id="72" creationId="{00000000-0000-0000-0000-000000000000}"/>
          </ac:grpSpMkLst>
        </pc:grpChg>
        <pc:grpChg chg="mod topLvl">
          <ac:chgData name="Mengmeng Ge" userId="bb5bc401-97cb-4caf-9857-8ff441375414" providerId="ADAL" clId="{0802E168-C7C2-484F-8BF2-1996FC172327}" dt="2024-07-18T03:50:50.458" v="430" actId="165"/>
          <ac:grpSpMkLst>
            <pc:docMk/>
            <pc:sldMk cId="2520481457" sldId="476"/>
            <ac:grpSpMk id="73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18T03:50:50.458" v="430" actId="165"/>
          <ac:grpSpMkLst>
            <pc:docMk/>
            <pc:sldMk cId="2520481457" sldId="476"/>
            <ac:grpSpMk id="114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18T03:50:50.458" v="430" actId="165"/>
          <ac:grpSpMkLst>
            <pc:docMk/>
            <pc:sldMk cId="2520481457" sldId="476"/>
            <ac:grpSpMk id="115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18T03:50:50.458" v="430" actId="165"/>
          <ac:grpSpMkLst>
            <pc:docMk/>
            <pc:sldMk cId="2520481457" sldId="476"/>
            <ac:grpSpMk id="127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18T03:50:50.458" v="430" actId="165"/>
          <ac:grpSpMkLst>
            <pc:docMk/>
            <pc:sldMk cId="2520481457" sldId="476"/>
            <ac:grpSpMk id="128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18T03:50:50.458" v="430" actId="165"/>
          <ac:grpSpMkLst>
            <pc:docMk/>
            <pc:sldMk cId="2520481457" sldId="476"/>
            <ac:grpSpMk id="140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18T03:50:50.458" v="430" actId="165"/>
          <ac:grpSpMkLst>
            <pc:docMk/>
            <pc:sldMk cId="2520481457" sldId="476"/>
            <ac:grpSpMk id="141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18T03:50:50.458" v="430" actId="165"/>
          <ac:grpSpMkLst>
            <pc:docMk/>
            <pc:sldMk cId="2520481457" sldId="476"/>
            <ac:grpSpMk id="153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18T03:50:50.458" v="430" actId="165"/>
          <ac:grpSpMkLst>
            <pc:docMk/>
            <pc:sldMk cId="2520481457" sldId="476"/>
            <ac:grpSpMk id="154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18T03:50:50.458" v="430" actId="165"/>
          <ac:grpSpMkLst>
            <pc:docMk/>
            <pc:sldMk cId="2520481457" sldId="476"/>
            <ac:grpSpMk id="166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18T03:50:50.458" v="430" actId="165"/>
          <ac:grpSpMkLst>
            <pc:docMk/>
            <pc:sldMk cId="2520481457" sldId="476"/>
            <ac:grpSpMk id="167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18T03:50:50.458" v="430" actId="165"/>
          <ac:grpSpMkLst>
            <pc:docMk/>
            <pc:sldMk cId="2520481457" sldId="476"/>
            <ac:grpSpMk id="179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18T03:50:50.458" v="430" actId="165"/>
          <ac:grpSpMkLst>
            <pc:docMk/>
            <pc:sldMk cId="2520481457" sldId="476"/>
            <ac:grpSpMk id="180" creationId="{00000000-0000-0000-0000-000000000000}"/>
          </ac:grpSpMkLst>
        </pc:grpChg>
      </pc:sldChg>
      <pc:sldChg chg="del">
        <pc:chgData name="Mengmeng Ge" userId="bb5bc401-97cb-4caf-9857-8ff441375414" providerId="ADAL" clId="{0802E168-C7C2-484F-8BF2-1996FC172327}" dt="2024-07-31T02:25:01.986" v="3475" actId="47"/>
        <pc:sldMkLst>
          <pc:docMk/>
          <pc:sldMk cId="267526936" sldId="477"/>
        </pc:sldMkLst>
      </pc:sldChg>
      <pc:sldChg chg="modSp del mod">
        <pc:chgData name="Mengmeng Ge" userId="bb5bc401-97cb-4caf-9857-8ff441375414" providerId="ADAL" clId="{0802E168-C7C2-484F-8BF2-1996FC172327}" dt="2024-07-31T02:53:29.637" v="3705" actId="47"/>
        <pc:sldMkLst>
          <pc:docMk/>
          <pc:sldMk cId="798298770" sldId="478"/>
        </pc:sldMkLst>
        <pc:spChg chg="mod">
          <ac:chgData name="Mengmeng Ge" userId="bb5bc401-97cb-4caf-9857-8ff441375414" providerId="ADAL" clId="{0802E168-C7C2-484F-8BF2-1996FC172327}" dt="2024-07-31T02:30:38.669" v="3546" actId="21"/>
          <ac:spMkLst>
            <pc:docMk/>
            <pc:sldMk cId="798298770" sldId="478"/>
            <ac:spMk id="42" creationId="{00000000-0000-0000-0000-000000000000}"/>
          </ac:spMkLst>
        </pc:spChg>
      </pc:sldChg>
      <pc:sldChg chg="modSp del mod">
        <pc:chgData name="Mengmeng Ge" userId="bb5bc401-97cb-4caf-9857-8ff441375414" providerId="ADAL" clId="{0802E168-C7C2-484F-8BF2-1996FC172327}" dt="2024-07-31T03:06:20.494" v="3951" actId="47"/>
        <pc:sldMkLst>
          <pc:docMk/>
          <pc:sldMk cId="3807626455" sldId="479"/>
        </pc:sldMkLst>
        <pc:graphicFrameChg chg="mod modGraphic">
          <ac:chgData name="Mengmeng Ge" userId="bb5bc401-97cb-4caf-9857-8ff441375414" providerId="ADAL" clId="{0802E168-C7C2-484F-8BF2-1996FC172327}" dt="2024-07-31T02:53:36.337" v="3707" actId="1076"/>
          <ac:graphicFrameMkLst>
            <pc:docMk/>
            <pc:sldMk cId="3807626455" sldId="479"/>
            <ac:graphicFrameMk id="43" creationId="{00000000-0000-0000-0000-000000000000}"/>
          </ac:graphicFrameMkLst>
        </pc:graphicFrameChg>
      </pc:sldChg>
      <pc:sldChg chg="del">
        <pc:chgData name="Mengmeng Ge" userId="bb5bc401-97cb-4caf-9857-8ff441375414" providerId="ADAL" clId="{0802E168-C7C2-484F-8BF2-1996FC172327}" dt="2024-07-31T03:16:45.192" v="4070" actId="47"/>
        <pc:sldMkLst>
          <pc:docMk/>
          <pc:sldMk cId="2097809783" sldId="480"/>
        </pc:sldMkLst>
      </pc:sldChg>
      <pc:sldChg chg="addSp delSp modSp mod modClrScheme chgLayout">
        <pc:chgData name="Mengmeng Ge" userId="bb5bc401-97cb-4caf-9857-8ff441375414" providerId="ADAL" clId="{0802E168-C7C2-484F-8BF2-1996FC172327}" dt="2024-07-31T03:33:58.519" v="4128" actId="1036"/>
        <pc:sldMkLst>
          <pc:docMk/>
          <pc:sldMk cId="3835396368" sldId="481"/>
        </pc:sldMkLst>
        <pc:spChg chg="mod ord">
          <ac:chgData name="Mengmeng Ge" userId="bb5bc401-97cb-4caf-9857-8ff441375414" providerId="ADAL" clId="{0802E168-C7C2-484F-8BF2-1996FC172327}" dt="2024-07-31T03:33:02.917" v="4107" actId="700"/>
          <ac:spMkLst>
            <pc:docMk/>
            <pc:sldMk cId="3835396368" sldId="481"/>
            <ac:spMk id="2" creationId="{00000000-0000-0000-0000-000000000000}"/>
          </ac:spMkLst>
        </pc:spChg>
        <pc:spChg chg="mod ord">
          <ac:chgData name="Mengmeng Ge" userId="bb5bc401-97cb-4caf-9857-8ff441375414" providerId="ADAL" clId="{0802E168-C7C2-484F-8BF2-1996FC172327}" dt="2024-07-31T03:33:02.917" v="4107" actId="700"/>
          <ac:spMkLst>
            <pc:docMk/>
            <pc:sldMk cId="3835396368" sldId="481"/>
            <ac:spMk id="3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3:33:58.519" v="4128" actId="1036"/>
          <ac:spMkLst>
            <pc:docMk/>
            <pc:sldMk cId="3835396368" sldId="481"/>
            <ac:spMk id="6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3:33:58.519" v="4128" actId="1036"/>
          <ac:spMkLst>
            <pc:docMk/>
            <pc:sldMk cId="3835396368" sldId="481"/>
            <ac:spMk id="7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3:33:58.519" v="4128" actId="1036"/>
          <ac:spMkLst>
            <pc:docMk/>
            <pc:sldMk cId="3835396368" sldId="481"/>
            <ac:spMk id="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3:33:58.519" v="4128" actId="1036"/>
          <ac:spMkLst>
            <pc:docMk/>
            <pc:sldMk cId="3835396368" sldId="481"/>
            <ac:spMk id="9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3:33:58.519" v="4128" actId="1036"/>
          <ac:spMkLst>
            <pc:docMk/>
            <pc:sldMk cId="3835396368" sldId="481"/>
            <ac:spMk id="1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3:33:58.519" v="4128" actId="1036"/>
          <ac:spMkLst>
            <pc:docMk/>
            <pc:sldMk cId="3835396368" sldId="481"/>
            <ac:spMk id="11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3:33:58.519" v="4128" actId="1036"/>
          <ac:spMkLst>
            <pc:docMk/>
            <pc:sldMk cId="3835396368" sldId="481"/>
            <ac:spMk id="1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3:33:58.519" v="4128" actId="1036"/>
          <ac:spMkLst>
            <pc:docMk/>
            <pc:sldMk cId="3835396368" sldId="481"/>
            <ac:spMk id="13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3:33:58.519" v="4128" actId="1036"/>
          <ac:spMkLst>
            <pc:docMk/>
            <pc:sldMk cId="3835396368" sldId="481"/>
            <ac:spMk id="14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3:33:58.519" v="4128" actId="1036"/>
          <ac:spMkLst>
            <pc:docMk/>
            <pc:sldMk cId="3835396368" sldId="481"/>
            <ac:spMk id="1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3:33:58.519" v="4128" actId="1036"/>
          <ac:spMkLst>
            <pc:docMk/>
            <pc:sldMk cId="3835396368" sldId="481"/>
            <ac:spMk id="16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3:33:58.519" v="4128" actId="1036"/>
          <ac:spMkLst>
            <pc:docMk/>
            <pc:sldMk cId="3835396368" sldId="481"/>
            <ac:spMk id="19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3:33:58.519" v="4128" actId="1036"/>
          <ac:spMkLst>
            <pc:docMk/>
            <pc:sldMk cId="3835396368" sldId="481"/>
            <ac:spMk id="2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3:33:58.519" v="4128" actId="1036"/>
          <ac:spMkLst>
            <pc:docMk/>
            <pc:sldMk cId="3835396368" sldId="481"/>
            <ac:spMk id="2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3:33:58.519" v="4128" actId="1036"/>
          <ac:spMkLst>
            <pc:docMk/>
            <pc:sldMk cId="3835396368" sldId="481"/>
            <ac:spMk id="23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3:33:58.519" v="4128" actId="1036"/>
          <ac:spMkLst>
            <pc:docMk/>
            <pc:sldMk cId="3835396368" sldId="481"/>
            <ac:spMk id="24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3:33:58.519" v="4128" actId="1036"/>
          <ac:spMkLst>
            <pc:docMk/>
            <pc:sldMk cId="3835396368" sldId="481"/>
            <ac:spMk id="2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3:33:58.519" v="4128" actId="1036"/>
          <ac:spMkLst>
            <pc:docMk/>
            <pc:sldMk cId="3835396368" sldId="481"/>
            <ac:spMk id="26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3:33:58.519" v="4128" actId="1036"/>
          <ac:spMkLst>
            <pc:docMk/>
            <pc:sldMk cId="3835396368" sldId="481"/>
            <ac:spMk id="27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3:33:58.519" v="4128" actId="1036"/>
          <ac:spMkLst>
            <pc:docMk/>
            <pc:sldMk cId="3835396368" sldId="481"/>
            <ac:spMk id="29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3:33:58.519" v="4128" actId="1036"/>
          <ac:spMkLst>
            <pc:docMk/>
            <pc:sldMk cId="3835396368" sldId="481"/>
            <ac:spMk id="3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3:33:58.519" v="4128" actId="1036"/>
          <ac:spMkLst>
            <pc:docMk/>
            <pc:sldMk cId="3835396368" sldId="481"/>
            <ac:spMk id="31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3:33:58.519" v="4128" actId="1036"/>
          <ac:spMkLst>
            <pc:docMk/>
            <pc:sldMk cId="3835396368" sldId="481"/>
            <ac:spMk id="3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3:33:58.519" v="4128" actId="1036"/>
          <ac:spMkLst>
            <pc:docMk/>
            <pc:sldMk cId="3835396368" sldId="481"/>
            <ac:spMk id="33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3:33:58.519" v="4128" actId="1036"/>
          <ac:spMkLst>
            <pc:docMk/>
            <pc:sldMk cId="3835396368" sldId="481"/>
            <ac:spMk id="34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3:33:58.519" v="4128" actId="1036"/>
          <ac:spMkLst>
            <pc:docMk/>
            <pc:sldMk cId="3835396368" sldId="481"/>
            <ac:spMk id="3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3:33:58.519" v="4128" actId="1036"/>
          <ac:spMkLst>
            <pc:docMk/>
            <pc:sldMk cId="3835396368" sldId="481"/>
            <ac:spMk id="37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3:33:58.519" v="4128" actId="1036"/>
          <ac:spMkLst>
            <pc:docMk/>
            <pc:sldMk cId="3835396368" sldId="481"/>
            <ac:spMk id="3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3:33:58.519" v="4128" actId="1036"/>
          <ac:spMkLst>
            <pc:docMk/>
            <pc:sldMk cId="3835396368" sldId="481"/>
            <ac:spMk id="39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3:33:58.519" v="4128" actId="1036"/>
          <ac:spMkLst>
            <pc:docMk/>
            <pc:sldMk cId="3835396368" sldId="481"/>
            <ac:spMk id="4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3:33:53.236" v="4122" actId="20577"/>
          <ac:spMkLst>
            <pc:docMk/>
            <pc:sldMk cId="3835396368" sldId="481"/>
            <ac:spMk id="41" creationId="{00000000-0000-0000-0000-000000000000}"/>
          </ac:spMkLst>
        </pc:spChg>
        <pc:spChg chg="add del mod">
          <ac:chgData name="Mengmeng Ge" userId="bb5bc401-97cb-4caf-9857-8ff441375414" providerId="ADAL" clId="{0802E168-C7C2-484F-8BF2-1996FC172327}" dt="2024-07-31T03:33:11.872" v="4109" actId="478"/>
          <ac:spMkLst>
            <pc:docMk/>
            <pc:sldMk cId="3835396368" sldId="481"/>
            <ac:spMk id="43" creationId="{8837FE41-B097-CC70-A21C-6211B147E8D0}"/>
          </ac:spMkLst>
        </pc:spChg>
        <pc:spChg chg="add mod ord">
          <ac:chgData name="Mengmeng Ge" userId="bb5bc401-97cb-4caf-9857-8ff441375414" providerId="ADAL" clId="{0802E168-C7C2-484F-8BF2-1996FC172327}" dt="2024-07-31T03:33:38.667" v="4121" actId="207"/>
          <ac:spMkLst>
            <pc:docMk/>
            <pc:sldMk cId="3835396368" sldId="481"/>
            <ac:spMk id="44" creationId="{A3C483A8-AD4B-ED7A-AF27-92056F704C2D}"/>
          </ac:spMkLst>
        </pc:spChg>
        <pc:grpChg chg="mod">
          <ac:chgData name="Mengmeng Ge" userId="bb5bc401-97cb-4caf-9857-8ff441375414" providerId="ADAL" clId="{0802E168-C7C2-484F-8BF2-1996FC172327}" dt="2024-07-31T03:33:58.519" v="4128" actId="1036"/>
          <ac:grpSpMkLst>
            <pc:docMk/>
            <pc:sldMk cId="3835396368" sldId="481"/>
            <ac:grpSpMk id="4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1T03:33:58.519" v="4128" actId="1036"/>
          <ac:grpSpMkLst>
            <pc:docMk/>
            <pc:sldMk cId="3835396368" sldId="481"/>
            <ac:grpSpMk id="5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1T03:33:58.519" v="4128" actId="1036"/>
          <ac:grpSpMkLst>
            <pc:docMk/>
            <pc:sldMk cId="3835396368" sldId="481"/>
            <ac:grpSpMk id="17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1T03:33:58.519" v="4128" actId="1036"/>
          <ac:grpSpMkLst>
            <pc:docMk/>
            <pc:sldMk cId="3835396368" sldId="481"/>
            <ac:grpSpMk id="18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1T03:33:58.519" v="4128" actId="1036"/>
          <ac:grpSpMkLst>
            <pc:docMk/>
            <pc:sldMk cId="3835396368" sldId="481"/>
            <ac:grpSpMk id="21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1T03:33:58.519" v="4128" actId="1036"/>
          <ac:grpSpMkLst>
            <pc:docMk/>
            <pc:sldMk cId="3835396368" sldId="481"/>
            <ac:grpSpMk id="28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1T03:33:58.519" v="4128" actId="1036"/>
          <ac:grpSpMkLst>
            <pc:docMk/>
            <pc:sldMk cId="3835396368" sldId="481"/>
            <ac:grpSpMk id="36" creationId="{00000000-0000-0000-0000-000000000000}"/>
          </ac:grpSpMkLst>
        </pc:grpChg>
      </pc:sldChg>
      <pc:sldChg chg="del">
        <pc:chgData name="Mengmeng Ge" userId="bb5bc401-97cb-4caf-9857-8ff441375414" providerId="ADAL" clId="{0802E168-C7C2-484F-8BF2-1996FC172327}" dt="2024-07-31T03:34:14.568" v="4130" actId="47"/>
        <pc:sldMkLst>
          <pc:docMk/>
          <pc:sldMk cId="369506936" sldId="482"/>
        </pc:sldMkLst>
      </pc:sldChg>
      <pc:sldChg chg="del">
        <pc:chgData name="Mengmeng Ge" userId="bb5bc401-97cb-4caf-9857-8ff441375414" providerId="ADAL" clId="{0802E168-C7C2-484F-8BF2-1996FC172327}" dt="2024-07-31T03:34:18.768" v="4134" actId="47"/>
        <pc:sldMkLst>
          <pc:docMk/>
          <pc:sldMk cId="755086858" sldId="483"/>
        </pc:sldMkLst>
      </pc:sldChg>
      <pc:sldChg chg="del">
        <pc:chgData name="Mengmeng Ge" userId="bb5bc401-97cb-4caf-9857-8ff441375414" providerId="ADAL" clId="{0802E168-C7C2-484F-8BF2-1996FC172327}" dt="2024-07-31T03:34:17.093" v="4133" actId="47"/>
        <pc:sldMkLst>
          <pc:docMk/>
          <pc:sldMk cId="1664973576" sldId="488"/>
        </pc:sldMkLst>
      </pc:sldChg>
      <pc:sldChg chg="del">
        <pc:chgData name="Mengmeng Ge" userId="bb5bc401-97cb-4caf-9857-8ff441375414" providerId="ADAL" clId="{0802E168-C7C2-484F-8BF2-1996FC172327}" dt="2024-07-31T03:34:15.421" v="4131" actId="47"/>
        <pc:sldMkLst>
          <pc:docMk/>
          <pc:sldMk cId="3925549890" sldId="489"/>
        </pc:sldMkLst>
      </pc:sldChg>
      <pc:sldChg chg="del">
        <pc:chgData name="Mengmeng Ge" userId="bb5bc401-97cb-4caf-9857-8ff441375414" providerId="ADAL" clId="{0802E168-C7C2-484F-8BF2-1996FC172327}" dt="2024-07-31T03:34:16.151" v="4132" actId="47"/>
        <pc:sldMkLst>
          <pc:docMk/>
          <pc:sldMk cId="3910503822" sldId="490"/>
        </pc:sldMkLst>
      </pc:sldChg>
      <pc:sldChg chg="addSp modSp del mod ord">
        <pc:chgData name="Mengmeng Ge" userId="bb5bc401-97cb-4caf-9857-8ff441375414" providerId="ADAL" clId="{0802E168-C7C2-484F-8BF2-1996FC172327}" dt="2024-07-30T01:29:37.270" v="1458" actId="47"/>
        <pc:sldMkLst>
          <pc:docMk/>
          <pc:sldMk cId="3918731618" sldId="504"/>
        </pc:sldMkLst>
        <pc:spChg chg="add mod">
          <ac:chgData name="Mengmeng Ge" userId="bb5bc401-97cb-4caf-9857-8ff441375414" providerId="ADAL" clId="{0802E168-C7C2-484F-8BF2-1996FC172327}" dt="2024-07-30T01:25:17.230" v="1384" actId="1036"/>
          <ac:spMkLst>
            <pc:docMk/>
            <pc:sldMk cId="3918731618" sldId="504"/>
            <ac:spMk id="3" creationId="{EC4B95CB-BFC9-F822-EA9B-03E36F820A7A}"/>
          </ac:spMkLst>
        </pc:spChg>
        <pc:spChg chg="mod">
          <ac:chgData name="Mengmeng Ge" userId="bb5bc401-97cb-4caf-9857-8ff441375414" providerId="ADAL" clId="{0802E168-C7C2-484F-8BF2-1996FC172327}" dt="2024-07-30T01:25:22.342" v="1385" actId="1076"/>
          <ac:spMkLst>
            <pc:docMk/>
            <pc:sldMk cId="3918731618" sldId="504"/>
            <ac:spMk id="4" creationId="{BDA69B4E-396D-E6F1-F846-08E33B279FF0}"/>
          </ac:spMkLst>
        </pc:spChg>
      </pc:sldChg>
      <pc:sldChg chg="modSp mod modNotesTx">
        <pc:chgData name="Mengmeng Ge" userId="bb5bc401-97cb-4caf-9857-8ff441375414" providerId="ADAL" clId="{0802E168-C7C2-484F-8BF2-1996FC172327}" dt="2024-07-30T01:01:00.435" v="840" actId="255"/>
        <pc:sldMkLst>
          <pc:docMk/>
          <pc:sldMk cId="673057446" sldId="521"/>
        </pc:sldMkLst>
        <pc:spChg chg="mod">
          <ac:chgData name="Mengmeng Ge" userId="bb5bc401-97cb-4caf-9857-8ff441375414" providerId="ADAL" clId="{0802E168-C7C2-484F-8BF2-1996FC172327}" dt="2024-07-30T01:01:00.435" v="840" actId="255"/>
          <ac:spMkLst>
            <pc:docMk/>
            <pc:sldMk cId="673057446" sldId="521"/>
            <ac:spMk id="65229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0:49:35.579" v="709" actId="255"/>
          <ac:spMkLst>
            <pc:docMk/>
            <pc:sldMk cId="673057446" sldId="521"/>
            <ac:spMk id="652291" creationId="{00000000-0000-0000-0000-000000000000}"/>
          </ac:spMkLst>
        </pc:spChg>
      </pc:sldChg>
      <pc:sldChg chg="addSp delSp modSp mod modClrScheme chgLayout modNotesTx">
        <pc:chgData name="Mengmeng Ge" userId="bb5bc401-97cb-4caf-9857-8ff441375414" providerId="ADAL" clId="{0802E168-C7C2-484F-8BF2-1996FC172327}" dt="2024-07-31T04:16:56.949" v="5194" actId="1036"/>
        <pc:sldMkLst>
          <pc:docMk/>
          <pc:sldMk cId="3112333954" sldId="522"/>
        </pc:sldMkLst>
        <pc:spChg chg="add del mod">
          <ac:chgData name="Mengmeng Ge" userId="bb5bc401-97cb-4caf-9857-8ff441375414" providerId="ADAL" clId="{0802E168-C7C2-484F-8BF2-1996FC172327}" dt="2024-07-31T03:40:11.252" v="4141" actId="478"/>
          <ac:spMkLst>
            <pc:docMk/>
            <pc:sldMk cId="3112333954" sldId="522"/>
            <ac:spMk id="3" creationId="{6370F42F-46F7-4224-AC4D-6845F4393987}"/>
          </ac:spMkLst>
        </pc:spChg>
        <pc:spChg chg="add del mod">
          <ac:chgData name="Mengmeng Ge" userId="bb5bc401-97cb-4caf-9857-8ff441375414" providerId="ADAL" clId="{0802E168-C7C2-484F-8BF2-1996FC172327}" dt="2024-07-31T04:11:00.794" v="5120" actId="12084"/>
          <ac:spMkLst>
            <pc:docMk/>
            <pc:sldMk cId="3112333954" sldId="522"/>
            <ac:spMk id="5" creationId="{8058124E-4E55-461D-CB4B-B1DB0A2FC113}"/>
          </ac:spMkLst>
        </pc:spChg>
        <pc:spChg chg="mod ord">
          <ac:chgData name="Mengmeng Ge" userId="bb5bc401-97cb-4caf-9857-8ff441375414" providerId="ADAL" clId="{0802E168-C7C2-484F-8BF2-1996FC172327}" dt="2024-07-31T04:04:06.362" v="5009" actId="700"/>
          <ac:spMkLst>
            <pc:docMk/>
            <pc:sldMk cId="3112333954" sldId="522"/>
            <ac:spMk id="6" creationId="{00000000-0000-0000-0000-000000000000}"/>
          </ac:spMkLst>
        </pc:spChg>
        <pc:spChg chg="mod ord">
          <ac:chgData name="Mengmeng Ge" userId="bb5bc401-97cb-4caf-9857-8ff441375414" providerId="ADAL" clId="{0802E168-C7C2-484F-8BF2-1996FC172327}" dt="2024-07-31T04:04:15.043" v="5012" actId="14100"/>
          <ac:spMkLst>
            <pc:docMk/>
            <pc:sldMk cId="3112333954" sldId="522"/>
            <ac:spMk id="656386" creationId="{00000000-0000-0000-0000-000000000000}"/>
          </ac:spMkLst>
        </pc:spChg>
        <pc:spChg chg="mod ord">
          <ac:chgData name="Mengmeng Ge" userId="bb5bc401-97cb-4caf-9857-8ff441375414" providerId="ADAL" clId="{0802E168-C7C2-484F-8BF2-1996FC172327}" dt="2024-07-31T04:16:56.949" v="5194" actId="1036"/>
          <ac:spMkLst>
            <pc:docMk/>
            <pc:sldMk cId="3112333954" sldId="522"/>
            <ac:spMk id="656387" creationId="{00000000-0000-0000-0000-000000000000}"/>
          </ac:spMkLst>
        </pc:spChg>
        <pc:spChg chg="del">
          <ac:chgData name="Mengmeng Ge" userId="bb5bc401-97cb-4caf-9857-8ff441375414" providerId="ADAL" clId="{0802E168-C7C2-484F-8BF2-1996FC172327}" dt="2024-07-31T03:40:08.819" v="4140" actId="478"/>
          <ac:spMkLst>
            <pc:docMk/>
            <pc:sldMk cId="3112333954" sldId="522"/>
            <ac:spMk id="656388" creationId="{00000000-0000-0000-0000-000000000000}"/>
          </ac:spMkLst>
        </pc:spChg>
        <pc:graphicFrameChg chg="add mod">
          <ac:chgData name="Mengmeng Ge" userId="bb5bc401-97cb-4caf-9857-8ff441375414" providerId="ADAL" clId="{0802E168-C7C2-484F-8BF2-1996FC172327}" dt="2024-07-31T04:08:07.906" v="5067" actId="12084"/>
          <ac:graphicFrameMkLst>
            <pc:docMk/>
            <pc:sldMk cId="3112333954" sldId="522"/>
            <ac:graphicFrameMk id="7" creationId="{860F0542-0BE6-8256-89FA-C7C59C2C8FE1}"/>
          </ac:graphicFrameMkLst>
        </pc:graphicFrameChg>
        <pc:graphicFrameChg chg="add mod">
          <ac:chgData name="Mengmeng Ge" userId="bb5bc401-97cb-4caf-9857-8ff441375414" providerId="ADAL" clId="{0802E168-C7C2-484F-8BF2-1996FC172327}" dt="2024-07-31T04:08:18.639" v="5069" actId="12084"/>
          <ac:graphicFrameMkLst>
            <pc:docMk/>
            <pc:sldMk cId="3112333954" sldId="522"/>
            <ac:graphicFrameMk id="8" creationId="{FAD922EE-21DC-5C84-5FBC-DE87D6B8DF66}"/>
          </ac:graphicFrameMkLst>
        </pc:graphicFrameChg>
        <pc:graphicFrameChg chg="add mod">
          <ac:chgData name="Mengmeng Ge" userId="bb5bc401-97cb-4caf-9857-8ff441375414" providerId="ADAL" clId="{0802E168-C7C2-484F-8BF2-1996FC172327}" dt="2024-07-31T04:08:53.635" v="5092" actId="12084"/>
          <ac:graphicFrameMkLst>
            <pc:docMk/>
            <pc:sldMk cId="3112333954" sldId="522"/>
            <ac:graphicFrameMk id="9" creationId="{FEC837E3-5920-94D8-8E6B-D3252A6DE8CC}"/>
          </ac:graphicFrameMkLst>
        </pc:graphicFrameChg>
        <pc:graphicFrameChg chg="add mod">
          <ac:chgData name="Mengmeng Ge" userId="bb5bc401-97cb-4caf-9857-8ff441375414" providerId="ADAL" clId="{0802E168-C7C2-484F-8BF2-1996FC172327}" dt="2024-07-31T04:09:39.330" v="5094" actId="12084"/>
          <ac:graphicFrameMkLst>
            <pc:docMk/>
            <pc:sldMk cId="3112333954" sldId="522"/>
            <ac:graphicFrameMk id="10" creationId="{ACE08B52-5E8A-28E7-099D-CC7A2420AA39}"/>
          </ac:graphicFrameMkLst>
        </pc:graphicFrameChg>
        <pc:graphicFrameChg chg="add mod">
          <ac:chgData name="Mengmeng Ge" userId="bb5bc401-97cb-4caf-9857-8ff441375414" providerId="ADAL" clId="{0802E168-C7C2-484F-8BF2-1996FC172327}" dt="2024-07-31T04:10:11.335" v="5108" actId="12084"/>
          <ac:graphicFrameMkLst>
            <pc:docMk/>
            <pc:sldMk cId="3112333954" sldId="522"/>
            <ac:graphicFrameMk id="11" creationId="{6A4C7EEE-F3D9-9D35-CB4B-EB14C4ADF4E3}"/>
          </ac:graphicFrameMkLst>
        </pc:graphicFrameChg>
        <pc:graphicFrameChg chg="add mod">
          <ac:chgData name="Mengmeng Ge" userId="bb5bc401-97cb-4caf-9857-8ff441375414" providerId="ADAL" clId="{0802E168-C7C2-484F-8BF2-1996FC172327}" dt="2024-07-31T04:10:33.586" v="5113" actId="12084"/>
          <ac:graphicFrameMkLst>
            <pc:docMk/>
            <pc:sldMk cId="3112333954" sldId="522"/>
            <ac:graphicFrameMk id="12" creationId="{EFD2526D-DBF0-0504-CD02-3724F0B20A84}"/>
          </ac:graphicFrameMkLst>
        </pc:graphicFrameChg>
        <pc:graphicFrameChg chg="add mod modGraphic">
          <ac:chgData name="Mengmeng Ge" userId="bb5bc401-97cb-4caf-9857-8ff441375414" providerId="ADAL" clId="{0802E168-C7C2-484F-8BF2-1996FC172327}" dt="2024-07-31T04:12:10.731" v="5151" actId="1076"/>
          <ac:graphicFrameMkLst>
            <pc:docMk/>
            <pc:sldMk cId="3112333954" sldId="522"/>
            <ac:graphicFrameMk id="13" creationId="{49B85CD5-F5BB-C8A5-B6CD-FC4D5DEC07E3}"/>
          </ac:graphicFrameMkLst>
        </pc:graphicFrameChg>
      </pc:sldChg>
      <pc:sldChg chg="modSp mod">
        <pc:chgData name="Mengmeng Ge" userId="bb5bc401-97cb-4caf-9857-8ff441375414" providerId="ADAL" clId="{0802E168-C7C2-484F-8BF2-1996FC172327}" dt="2024-07-18T04:55:31.451" v="540" actId="20577"/>
        <pc:sldMkLst>
          <pc:docMk/>
          <pc:sldMk cId="606395498" sldId="632"/>
        </pc:sldMkLst>
        <pc:spChg chg="mod">
          <ac:chgData name="Mengmeng Ge" userId="bb5bc401-97cb-4caf-9857-8ff441375414" providerId="ADAL" clId="{0802E168-C7C2-484F-8BF2-1996FC172327}" dt="2024-07-18T04:55:31.451" v="540" actId="20577"/>
          <ac:spMkLst>
            <pc:docMk/>
            <pc:sldMk cId="606395498" sldId="632"/>
            <ac:spMk id="3" creationId="{00000000-0000-0000-0000-000000000000}"/>
          </ac:spMkLst>
        </pc:spChg>
      </pc:sldChg>
      <pc:sldChg chg="modNotesTx">
        <pc:chgData name="Mengmeng Ge" userId="bb5bc401-97cb-4caf-9857-8ff441375414" providerId="ADAL" clId="{0802E168-C7C2-484F-8BF2-1996FC172327}" dt="2024-07-18T03:25:58.007" v="216" actId="6549"/>
        <pc:sldMkLst>
          <pc:docMk/>
          <pc:sldMk cId="645886108" sldId="634"/>
        </pc:sldMkLst>
      </pc:sldChg>
      <pc:sldChg chg="modAnim modNotesTx">
        <pc:chgData name="Mengmeng Ge" userId="bb5bc401-97cb-4caf-9857-8ff441375414" providerId="ADAL" clId="{0802E168-C7C2-484F-8BF2-1996FC172327}" dt="2024-07-18T03:49:15.609" v="427"/>
        <pc:sldMkLst>
          <pc:docMk/>
          <pc:sldMk cId="3653929728" sldId="635"/>
        </pc:sldMkLst>
      </pc:sldChg>
      <pc:sldChg chg="modSp mod modNotesTx">
        <pc:chgData name="Mengmeng Ge" userId="bb5bc401-97cb-4caf-9857-8ff441375414" providerId="ADAL" clId="{0802E168-C7C2-484F-8BF2-1996FC172327}" dt="2024-08-07T03:47:07.464" v="5215" actId="20577"/>
        <pc:sldMkLst>
          <pc:docMk/>
          <pc:sldMk cId="3156054951" sldId="636"/>
        </pc:sldMkLst>
        <pc:spChg chg="mod">
          <ac:chgData name="Mengmeng Ge" userId="bb5bc401-97cb-4caf-9857-8ff441375414" providerId="ADAL" clId="{0802E168-C7C2-484F-8BF2-1996FC172327}" dt="2024-07-30T03:06:25.175" v="2166" actId="20577"/>
          <ac:spMkLst>
            <pc:docMk/>
            <pc:sldMk cId="3156054951" sldId="636"/>
            <ac:spMk id="2" creationId="{7B2A9527-F42F-A84B-201F-373ED41C694F}"/>
          </ac:spMkLst>
        </pc:spChg>
        <pc:graphicFrameChg chg="mod modGraphic">
          <ac:chgData name="Mengmeng Ge" userId="bb5bc401-97cb-4caf-9857-8ff441375414" providerId="ADAL" clId="{0802E168-C7C2-484F-8BF2-1996FC172327}" dt="2024-08-07T03:47:07.464" v="5215" actId="20577"/>
          <ac:graphicFrameMkLst>
            <pc:docMk/>
            <pc:sldMk cId="3156054951" sldId="636"/>
            <ac:graphicFrameMk id="5" creationId="{B3D20CAC-6B17-9FF5-F4B0-6D0B2DD7B56C}"/>
          </ac:graphicFrameMkLst>
        </pc:graphicFrameChg>
      </pc:sldChg>
      <pc:sldChg chg="del modNotesTx">
        <pc:chgData name="Mengmeng Ge" userId="bb5bc401-97cb-4caf-9857-8ff441375414" providerId="ADAL" clId="{0802E168-C7C2-484F-8BF2-1996FC172327}" dt="2024-07-18T04:42:42.226" v="456" actId="47"/>
        <pc:sldMkLst>
          <pc:docMk/>
          <pc:sldMk cId="2195417244" sldId="639"/>
        </pc:sldMkLst>
      </pc:sldChg>
      <pc:sldChg chg="modNotesTx">
        <pc:chgData name="Mengmeng Ge" userId="bb5bc401-97cb-4caf-9857-8ff441375414" providerId="ADAL" clId="{0802E168-C7C2-484F-8BF2-1996FC172327}" dt="2024-07-18T04:46:09.336" v="478" actId="20577"/>
        <pc:sldMkLst>
          <pc:docMk/>
          <pc:sldMk cId="331954586" sldId="641"/>
        </pc:sldMkLst>
      </pc:sldChg>
      <pc:sldChg chg="del">
        <pc:chgData name="Mengmeng Ge" userId="bb5bc401-97cb-4caf-9857-8ff441375414" providerId="ADAL" clId="{0802E168-C7C2-484F-8BF2-1996FC172327}" dt="2024-07-30T01:53:45.648" v="1840" actId="47"/>
        <pc:sldMkLst>
          <pc:docMk/>
          <pc:sldMk cId="4042920328" sldId="653"/>
        </pc:sldMkLst>
      </pc:sldChg>
      <pc:sldChg chg="del">
        <pc:chgData name="Mengmeng Ge" userId="bb5bc401-97cb-4caf-9857-8ff441375414" providerId="ADAL" clId="{0802E168-C7C2-484F-8BF2-1996FC172327}" dt="2024-07-30T01:53:46.766" v="1841" actId="47"/>
        <pc:sldMkLst>
          <pc:docMk/>
          <pc:sldMk cId="443505391" sldId="654"/>
        </pc:sldMkLst>
      </pc:sldChg>
      <pc:sldChg chg="del">
        <pc:chgData name="Mengmeng Ge" userId="bb5bc401-97cb-4caf-9857-8ff441375414" providerId="ADAL" clId="{0802E168-C7C2-484F-8BF2-1996FC172327}" dt="2024-07-30T01:53:47.051" v="1842" actId="47"/>
        <pc:sldMkLst>
          <pc:docMk/>
          <pc:sldMk cId="3793429471" sldId="655"/>
        </pc:sldMkLst>
      </pc:sldChg>
      <pc:sldChg chg="del">
        <pc:chgData name="Mengmeng Ge" userId="bb5bc401-97cb-4caf-9857-8ff441375414" providerId="ADAL" clId="{0802E168-C7C2-484F-8BF2-1996FC172327}" dt="2024-07-30T01:53:47.346" v="1843" actId="47"/>
        <pc:sldMkLst>
          <pc:docMk/>
          <pc:sldMk cId="1397166904" sldId="656"/>
        </pc:sldMkLst>
      </pc:sldChg>
      <pc:sldChg chg="del">
        <pc:chgData name="Mengmeng Ge" userId="bb5bc401-97cb-4caf-9857-8ff441375414" providerId="ADAL" clId="{0802E168-C7C2-484F-8BF2-1996FC172327}" dt="2024-07-30T01:53:47.716" v="1844" actId="47"/>
        <pc:sldMkLst>
          <pc:docMk/>
          <pc:sldMk cId="3810885056" sldId="657"/>
        </pc:sldMkLst>
      </pc:sldChg>
      <pc:sldChg chg="del">
        <pc:chgData name="Mengmeng Ge" userId="bb5bc401-97cb-4caf-9857-8ff441375414" providerId="ADAL" clId="{0802E168-C7C2-484F-8BF2-1996FC172327}" dt="2024-07-30T01:53:48.055" v="1845" actId="47"/>
        <pc:sldMkLst>
          <pc:docMk/>
          <pc:sldMk cId="3284530174" sldId="658"/>
        </pc:sldMkLst>
      </pc:sldChg>
      <pc:sldChg chg="del">
        <pc:chgData name="Mengmeng Ge" userId="bb5bc401-97cb-4caf-9857-8ff441375414" providerId="ADAL" clId="{0802E168-C7C2-484F-8BF2-1996FC172327}" dt="2024-07-30T01:53:48.735" v="1846" actId="47"/>
        <pc:sldMkLst>
          <pc:docMk/>
          <pc:sldMk cId="3038409008" sldId="659"/>
        </pc:sldMkLst>
      </pc:sldChg>
      <pc:sldChg chg="del">
        <pc:chgData name="Mengmeng Ge" userId="bb5bc401-97cb-4caf-9857-8ff441375414" providerId="ADAL" clId="{0802E168-C7C2-484F-8BF2-1996FC172327}" dt="2024-07-30T01:53:49.421" v="1847" actId="47"/>
        <pc:sldMkLst>
          <pc:docMk/>
          <pc:sldMk cId="2739249737" sldId="660"/>
        </pc:sldMkLst>
      </pc:sldChg>
      <pc:sldChg chg="del">
        <pc:chgData name="Mengmeng Ge" userId="bb5bc401-97cb-4caf-9857-8ff441375414" providerId="ADAL" clId="{0802E168-C7C2-484F-8BF2-1996FC172327}" dt="2024-07-30T03:01:35.693" v="2150" actId="47"/>
        <pc:sldMkLst>
          <pc:docMk/>
          <pc:sldMk cId="4230311057" sldId="664"/>
        </pc:sldMkLst>
      </pc:sldChg>
      <pc:sldChg chg="del">
        <pc:chgData name="Mengmeng Ge" userId="bb5bc401-97cb-4caf-9857-8ff441375414" providerId="ADAL" clId="{0802E168-C7C2-484F-8BF2-1996FC172327}" dt="2024-07-30T03:01:34.691" v="2149" actId="47"/>
        <pc:sldMkLst>
          <pc:docMk/>
          <pc:sldMk cId="1874266009" sldId="665"/>
        </pc:sldMkLst>
      </pc:sldChg>
      <pc:sldChg chg="modSp mod ord modNotesTx">
        <pc:chgData name="Mengmeng Ge" userId="bb5bc401-97cb-4caf-9857-8ff441375414" providerId="ADAL" clId="{0802E168-C7C2-484F-8BF2-1996FC172327}" dt="2024-07-31T01:18:46.179" v="3221" actId="20577"/>
        <pc:sldMkLst>
          <pc:docMk/>
          <pc:sldMk cId="3721559959" sldId="666"/>
        </pc:sldMkLst>
        <pc:spChg chg="mod">
          <ac:chgData name="Mengmeng Ge" userId="bb5bc401-97cb-4caf-9857-8ff441375414" providerId="ADAL" clId="{0802E168-C7C2-484F-8BF2-1996FC172327}" dt="2024-07-30T03:01:41.061" v="2151" actId="20577"/>
          <ac:spMkLst>
            <pc:docMk/>
            <pc:sldMk cId="3721559959" sldId="666"/>
            <ac:spMk id="2" creationId="{A4A5D551-1B29-C09E-1F17-D132BA26698D}"/>
          </ac:spMkLst>
        </pc:spChg>
      </pc:sldChg>
      <pc:sldChg chg="delSp modSp mod delAnim chgLayout modNotesTx">
        <pc:chgData name="Mengmeng Ge" userId="bb5bc401-97cb-4caf-9857-8ff441375414" providerId="ADAL" clId="{0802E168-C7C2-484F-8BF2-1996FC172327}" dt="2024-07-30T01:08:24.473" v="889" actId="14100"/>
        <pc:sldMkLst>
          <pc:docMk/>
          <pc:sldMk cId="904133760" sldId="667"/>
        </pc:sldMkLst>
        <pc:spChg chg="del mod">
          <ac:chgData name="Mengmeng Ge" userId="bb5bc401-97cb-4caf-9857-8ff441375414" providerId="ADAL" clId="{0802E168-C7C2-484F-8BF2-1996FC172327}" dt="2024-07-30T00:58:21.333" v="828" actId="478"/>
          <ac:spMkLst>
            <pc:docMk/>
            <pc:sldMk cId="904133760" sldId="667"/>
            <ac:spMk id="5" creationId="{00000000-0000-0000-0000-000000000000}"/>
          </ac:spMkLst>
        </pc:spChg>
        <pc:spChg chg="mod ord">
          <ac:chgData name="Mengmeng Ge" userId="bb5bc401-97cb-4caf-9857-8ff441375414" providerId="ADAL" clId="{0802E168-C7C2-484F-8BF2-1996FC172327}" dt="2024-07-30T01:07:56.788" v="860"/>
          <ac:spMkLst>
            <pc:docMk/>
            <pc:sldMk cId="904133760" sldId="667"/>
            <ac:spMk id="648194" creationId="{00000000-0000-0000-0000-000000000000}"/>
          </ac:spMkLst>
        </pc:spChg>
        <pc:spChg chg="mod ord">
          <ac:chgData name="Mengmeng Ge" userId="bb5bc401-97cb-4caf-9857-8ff441375414" providerId="ADAL" clId="{0802E168-C7C2-484F-8BF2-1996FC172327}" dt="2024-07-30T01:08:24.473" v="889" actId="14100"/>
          <ac:spMkLst>
            <pc:docMk/>
            <pc:sldMk cId="904133760" sldId="667"/>
            <ac:spMk id="648195" creationId="{00000000-0000-0000-0000-000000000000}"/>
          </ac:spMkLst>
        </pc:spChg>
      </pc:sldChg>
      <pc:sldChg chg="addSp delSp modSp mod ord modClrScheme chgLayout">
        <pc:chgData name="Mengmeng Ge" userId="bb5bc401-97cb-4caf-9857-8ff441375414" providerId="ADAL" clId="{0802E168-C7C2-484F-8BF2-1996FC172327}" dt="2024-07-30T01:35:38.232" v="1595" actId="1076"/>
        <pc:sldMkLst>
          <pc:docMk/>
          <pc:sldMk cId="261330586" sldId="668"/>
        </pc:sldMkLst>
        <pc:spChg chg="add del mod ord">
          <ac:chgData name="Mengmeng Ge" userId="bb5bc401-97cb-4caf-9857-8ff441375414" providerId="ADAL" clId="{0802E168-C7C2-484F-8BF2-1996FC172327}" dt="2024-07-30T01:30:15.461" v="1487" actId="478"/>
          <ac:spMkLst>
            <pc:docMk/>
            <pc:sldMk cId="261330586" sldId="668"/>
            <ac:spMk id="2" creationId="{21243CED-9A9E-861B-1141-663F4B9E931C}"/>
          </ac:spMkLst>
        </pc:spChg>
        <pc:spChg chg="add mod ord">
          <ac:chgData name="Mengmeng Ge" userId="bb5bc401-97cb-4caf-9857-8ff441375414" providerId="ADAL" clId="{0802E168-C7C2-484F-8BF2-1996FC172327}" dt="2024-07-30T01:35:30.377" v="1592" actId="1036"/>
          <ac:spMkLst>
            <pc:docMk/>
            <pc:sldMk cId="261330586" sldId="668"/>
            <ac:spMk id="3" creationId="{BA4ADA0B-2B5F-5F5D-176E-D2F69E3FB79D}"/>
          </ac:spMkLst>
        </pc:spChg>
        <pc:spChg chg="del">
          <ac:chgData name="Mengmeng Ge" userId="bb5bc401-97cb-4caf-9857-8ff441375414" providerId="ADAL" clId="{0802E168-C7C2-484F-8BF2-1996FC172327}" dt="2024-07-30T01:29:45.892" v="1459" actId="478"/>
          <ac:spMkLst>
            <pc:docMk/>
            <pc:sldMk cId="261330586" sldId="668"/>
            <ac:spMk id="4" creationId="{00000000-0000-0000-0000-000000000000}"/>
          </ac:spMkLst>
        </pc:spChg>
        <pc:spChg chg="del">
          <ac:chgData name="Mengmeng Ge" userId="bb5bc401-97cb-4caf-9857-8ff441375414" providerId="ADAL" clId="{0802E168-C7C2-484F-8BF2-1996FC172327}" dt="2024-07-30T01:29:47.354" v="1460" actId="478"/>
          <ac:spMkLst>
            <pc:docMk/>
            <pc:sldMk cId="261330586" sldId="668"/>
            <ac:spMk id="5" creationId="{00000000-0000-0000-0000-000000000000}"/>
          </ac:spMkLst>
        </pc:spChg>
        <pc:spChg chg="del">
          <ac:chgData name="Mengmeng Ge" userId="bb5bc401-97cb-4caf-9857-8ff441375414" providerId="ADAL" clId="{0802E168-C7C2-484F-8BF2-1996FC172327}" dt="2024-07-30T01:29:49.276" v="1461" actId="478"/>
          <ac:spMkLst>
            <pc:docMk/>
            <pc:sldMk cId="261330586" sldId="668"/>
            <ac:spMk id="7" creationId="{00000000-0000-0000-0000-000000000000}"/>
          </ac:spMkLst>
        </pc:spChg>
        <pc:spChg chg="mod ord">
          <ac:chgData name="Mengmeng Ge" userId="bb5bc401-97cb-4caf-9857-8ff441375414" providerId="ADAL" clId="{0802E168-C7C2-484F-8BF2-1996FC172327}" dt="2024-07-30T01:33:39.928" v="1506" actId="700"/>
          <ac:spMkLst>
            <pc:docMk/>
            <pc:sldMk cId="261330586" sldId="668"/>
            <ac:spMk id="78" creationId="{00000000-0000-0000-0000-000000000000}"/>
          </ac:spMkLst>
        </pc:spChg>
        <pc:spChg chg="mod ord">
          <ac:chgData name="Mengmeng Ge" userId="bb5bc401-97cb-4caf-9857-8ff441375414" providerId="ADAL" clId="{0802E168-C7C2-484F-8BF2-1996FC172327}" dt="2024-07-30T01:33:39.928" v="1506" actId="700"/>
          <ac:spMkLst>
            <pc:docMk/>
            <pc:sldMk cId="261330586" sldId="668"/>
            <ac:spMk id="64921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2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21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2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23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24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2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26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27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2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29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3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31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3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33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34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3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36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37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3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39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4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41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4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43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44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4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46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47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4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49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5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51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5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53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54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5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56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57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5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59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6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6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63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6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66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6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69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71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7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74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7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77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7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79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8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81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8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83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84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8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86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87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2.892" v="1593" actId="1076"/>
          <ac:spMkLst>
            <pc:docMk/>
            <pc:sldMk cId="261330586" sldId="668"/>
            <ac:spMk id="64928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5.602" v="1594" actId="1076"/>
          <ac:spMkLst>
            <pc:docMk/>
            <pc:sldMk cId="261330586" sldId="668"/>
            <ac:spMk id="649289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1:35:38.232" v="1595" actId="1076"/>
          <ac:spMkLst>
            <pc:docMk/>
            <pc:sldMk cId="261330586" sldId="668"/>
            <ac:spMk id="649290" creationId="{00000000-0000-0000-0000-000000000000}"/>
          </ac:spMkLst>
        </pc:spChg>
        <pc:spChg chg="del">
          <ac:chgData name="Mengmeng Ge" userId="bb5bc401-97cb-4caf-9857-8ff441375414" providerId="ADAL" clId="{0802E168-C7C2-484F-8BF2-1996FC172327}" dt="2024-07-30T01:32:25.055" v="1498" actId="478"/>
          <ac:spMkLst>
            <pc:docMk/>
            <pc:sldMk cId="261330586" sldId="668"/>
            <ac:spMk id="649291" creationId="{00000000-0000-0000-0000-000000000000}"/>
          </ac:spMkLst>
        </pc:spChg>
        <pc:spChg chg="del mod">
          <ac:chgData name="Mengmeng Ge" userId="bb5bc401-97cb-4caf-9857-8ff441375414" providerId="ADAL" clId="{0802E168-C7C2-484F-8BF2-1996FC172327}" dt="2024-07-30T01:34:18.452" v="1549" actId="478"/>
          <ac:spMkLst>
            <pc:docMk/>
            <pc:sldMk cId="261330586" sldId="668"/>
            <ac:spMk id="649292" creationId="{00000000-0000-0000-0000-000000000000}"/>
          </ac:spMkLst>
        </pc:spChg>
        <pc:grpChg chg="mod">
          <ac:chgData name="Mengmeng Ge" userId="bb5bc401-97cb-4caf-9857-8ff441375414" providerId="ADAL" clId="{0802E168-C7C2-484F-8BF2-1996FC172327}" dt="2024-07-30T01:35:32.892" v="1593" actId="1076"/>
          <ac:grpSpMkLst>
            <pc:docMk/>
            <pc:sldMk cId="261330586" sldId="668"/>
            <ac:grpSpMk id="649219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0T01:35:32.892" v="1593" actId="1076"/>
          <ac:grpSpMkLst>
            <pc:docMk/>
            <pc:sldMk cId="261330586" sldId="668"/>
            <ac:grpSpMk id="649261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0T01:35:32.892" v="1593" actId="1076"/>
          <ac:grpSpMkLst>
            <pc:docMk/>
            <pc:sldMk cId="261330586" sldId="668"/>
            <ac:grpSpMk id="649264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0T01:35:32.892" v="1593" actId="1076"/>
          <ac:grpSpMkLst>
            <pc:docMk/>
            <pc:sldMk cId="261330586" sldId="668"/>
            <ac:grpSpMk id="649267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0T01:35:32.892" v="1593" actId="1076"/>
          <ac:grpSpMkLst>
            <pc:docMk/>
            <pc:sldMk cId="261330586" sldId="668"/>
            <ac:grpSpMk id="649270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0T01:35:32.892" v="1593" actId="1076"/>
          <ac:grpSpMkLst>
            <pc:docMk/>
            <pc:sldMk cId="261330586" sldId="668"/>
            <ac:grpSpMk id="649273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0T01:35:32.892" v="1593" actId="1076"/>
          <ac:grpSpMkLst>
            <pc:docMk/>
            <pc:sldMk cId="261330586" sldId="668"/>
            <ac:grpSpMk id="649276" creationId="{00000000-0000-0000-0000-000000000000}"/>
          </ac:grpSpMkLst>
        </pc:grpChg>
        <pc:cxnChg chg="del mod">
          <ac:chgData name="Mengmeng Ge" userId="bb5bc401-97cb-4caf-9857-8ff441375414" providerId="ADAL" clId="{0802E168-C7C2-484F-8BF2-1996FC172327}" dt="2024-07-30T01:32:27.460" v="1499" actId="478"/>
          <ac:cxnSpMkLst>
            <pc:docMk/>
            <pc:sldMk cId="261330586" sldId="668"/>
            <ac:cxnSpMk id="9" creationId="{00000000-0000-0000-0000-000000000000}"/>
          </ac:cxnSpMkLst>
        </pc:cxnChg>
      </pc:sldChg>
      <pc:sldChg chg="modSp del mod">
        <pc:chgData name="Mengmeng Ge" userId="bb5bc401-97cb-4caf-9857-8ff441375414" providerId="ADAL" clId="{0802E168-C7C2-484F-8BF2-1996FC172327}" dt="2024-07-31T01:11:53.168" v="3190" actId="47"/>
        <pc:sldMkLst>
          <pc:docMk/>
          <pc:sldMk cId="4000154965" sldId="669"/>
        </pc:sldMkLst>
        <pc:spChg chg="mod">
          <ac:chgData name="Mengmeng Ge" userId="bb5bc401-97cb-4caf-9857-8ff441375414" providerId="ADAL" clId="{0802E168-C7C2-484F-8BF2-1996FC172327}" dt="2024-07-30T05:15:20.517" v="2478" actId="255"/>
          <ac:spMkLst>
            <pc:docMk/>
            <pc:sldMk cId="4000154965" sldId="669"/>
            <ac:spMk id="65536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1T00:54:16.394" v="2865" actId="21"/>
          <ac:spMkLst>
            <pc:docMk/>
            <pc:sldMk cId="4000154965" sldId="669"/>
            <ac:spMk id="655363" creationId="{00000000-0000-0000-0000-000000000000}"/>
          </ac:spMkLst>
        </pc:spChg>
      </pc:sldChg>
      <pc:sldChg chg="del">
        <pc:chgData name="Mengmeng Ge" userId="bb5bc401-97cb-4caf-9857-8ff441375414" providerId="ADAL" clId="{0802E168-C7C2-484F-8BF2-1996FC172327}" dt="2024-07-30T05:26:04.669" v="2602" actId="47"/>
        <pc:sldMkLst>
          <pc:docMk/>
          <pc:sldMk cId="2344215628" sldId="670"/>
        </pc:sldMkLst>
      </pc:sldChg>
      <pc:sldChg chg="addSp delSp modSp new mod delAnim modAnim">
        <pc:chgData name="Mengmeng Ge" userId="bb5bc401-97cb-4caf-9857-8ff441375414" providerId="ADAL" clId="{0802E168-C7C2-484F-8BF2-1996FC172327}" dt="2024-07-30T02:35:42.411" v="1883" actId="1076"/>
        <pc:sldMkLst>
          <pc:docMk/>
          <pc:sldMk cId="930362832" sldId="671"/>
        </pc:sldMkLst>
        <pc:spChg chg="mod">
          <ac:chgData name="Mengmeng Ge" userId="bb5bc401-97cb-4caf-9857-8ff441375414" providerId="ADAL" clId="{0802E168-C7C2-484F-8BF2-1996FC172327}" dt="2024-07-30T01:38:04.299" v="1614" actId="20577"/>
          <ac:spMkLst>
            <pc:docMk/>
            <pc:sldMk cId="930362832" sldId="671"/>
            <ac:spMk id="2" creationId="{CE48134E-ED36-37E4-2F2C-41346A2B3ED1}"/>
          </ac:spMkLst>
        </pc:spChg>
        <pc:spChg chg="del">
          <ac:chgData name="Mengmeng Ge" userId="bb5bc401-97cb-4caf-9857-8ff441375414" providerId="ADAL" clId="{0802E168-C7C2-484F-8BF2-1996FC172327}" dt="2024-07-30T01:38:23.732" v="1616" actId="478"/>
          <ac:spMkLst>
            <pc:docMk/>
            <pc:sldMk cId="930362832" sldId="671"/>
            <ac:spMk id="3" creationId="{7F15978B-83F4-31EB-7666-5F68E6F8B58A}"/>
          </ac:spMkLst>
        </pc:spChg>
        <pc:spChg chg="mod">
          <ac:chgData name="Mengmeng Ge" userId="bb5bc401-97cb-4caf-9857-8ff441375414" providerId="ADAL" clId="{0802E168-C7C2-484F-8BF2-1996FC172327}" dt="2024-07-30T01:47:31.807" v="1773" actId="1035"/>
          <ac:spMkLst>
            <pc:docMk/>
            <pc:sldMk cId="930362832" sldId="671"/>
            <ac:spMk id="6" creationId="{DB8A09F9-90FA-EB89-972B-9B7D3D0C55BD}"/>
          </ac:spMkLst>
        </pc:spChg>
        <pc:spChg chg="mod">
          <ac:chgData name="Mengmeng Ge" userId="bb5bc401-97cb-4caf-9857-8ff441375414" providerId="ADAL" clId="{0802E168-C7C2-484F-8BF2-1996FC172327}" dt="2024-07-30T01:47:31.807" v="1773" actId="1035"/>
          <ac:spMkLst>
            <pc:docMk/>
            <pc:sldMk cId="930362832" sldId="671"/>
            <ac:spMk id="7" creationId="{D6395F23-0A5E-5391-2B46-203FA3617FB1}"/>
          </ac:spMkLst>
        </pc:spChg>
        <pc:spChg chg="mod">
          <ac:chgData name="Mengmeng Ge" userId="bb5bc401-97cb-4caf-9857-8ff441375414" providerId="ADAL" clId="{0802E168-C7C2-484F-8BF2-1996FC172327}" dt="2024-07-30T01:47:31.807" v="1773" actId="1035"/>
          <ac:spMkLst>
            <pc:docMk/>
            <pc:sldMk cId="930362832" sldId="671"/>
            <ac:spMk id="8" creationId="{07DA96A4-2B8E-B8D6-D0D9-0B50185B362C}"/>
          </ac:spMkLst>
        </pc:spChg>
        <pc:spChg chg="mod">
          <ac:chgData name="Mengmeng Ge" userId="bb5bc401-97cb-4caf-9857-8ff441375414" providerId="ADAL" clId="{0802E168-C7C2-484F-8BF2-1996FC172327}" dt="2024-07-30T01:47:31.807" v="1773" actId="1035"/>
          <ac:spMkLst>
            <pc:docMk/>
            <pc:sldMk cId="930362832" sldId="671"/>
            <ac:spMk id="9" creationId="{22F5CB8C-D631-00FE-894B-0C418B08390F}"/>
          </ac:spMkLst>
        </pc:spChg>
        <pc:spChg chg="mod">
          <ac:chgData name="Mengmeng Ge" userId="bb5bc401-97cb-4caf-9857-8ff441375414" providerId="ADAL" clId="{0802E168-C7C2-484F-8BF2-1996FC172327}" dt="2024-07-30T01:47:31.807" v="1773" actId="1035"/>
          <ac:spMkLst>
            <pc:docMk/>
            <pc:sldMk cId="930362832" sldId="671"/>
            <ac:spMk id="10" creationId="{1632B244-FE03-5E94-E688-AC093E4A8E83}"/>
          </ac:spMkLst>
        </pc:spChg>
        <pc:spChg chg="mod">
          <ac:chgData name="Mengmeng Ge" userId="bb5bc401-97cb-4caf-9857-8ff441375414" providerId="ADAL" clId="{0802E168-C7C2-484F-8BF2-1996FC172327}" dt="2024-07-30T01:47:31.807" v="1773" actId="1035"/>
          <ac:spMkLst>
            <pc:docMk/>
            <pc:sldMk cId="930362832" sldId="671"/>
            <ac:spMk id="11" creationId="{5FDF67F6-FFA6-C6A1-48CF-3CF4E8652D5B}"/>
          </ac:spMkLst>
        </pc:spChg>
        <pc:spChg chg="mod">
          <ac:chgData name="Mengmeng Ge" userId="bb5bc401-97cb-4caf-9857-8ff441375414" providerId="ADAL" clId="{0802E168-C7C2-484F-8BF2-1996FC172327}" dt="2024-07-30T01:47:31.807" v="1773" actId="1035"/>
          <ac:spMkLst>
            <pc:docMk/>
            <pc:sldMk cId="930362832" sldId="671"/>
            <ac:spMk id="12" creationId="{356FAED8-5086-5F0E-A985-04028FB49A1D}"/>
          </ac:spMkLst>
        </pc:spChg>
        <pc:spChg chg="mod">
          <ac:chgData name="Mengmeng Ge" userId="bb5bc401-97cb-4caf-9857-8ff441375414" providerId="ADAL" clId="{0802E168-C7C2-484F-8BF2-1996FC172327}" dt="2024-07-30T01:47:31.807" v="1773" actId="1035"/>
          <ac:spMkLst>
            <pc:docMk/>
            <pc:sldMk cId="930362832" sldId="671"/>
            <ac:spMk id="13" creationId="{ECEC6B8B-B56A-D99D-654E-4FB49A2CB258}"/>
          </ac:spMkLst>
        </pc:spChg>
        <pc:spChg chg="mod">
          <ac:chgData name="Mengmeng Ge" userId="bb5bc401-97cb-4caf-9857-8ff441375414" providerId="ADAL" clId="{0802E168-C7C2-484F-8BF2-1996FC172327}" dt="2024-07-30T01:47:31.807" v="1773" actId="1035"/>
          <ac:spMkLst>
            <pc:docMk/>
            <pc:sldMk cId="930362832" sldId="671"/>
            <ac:spMk id="14" creationId="{28E448DA-086A-C015-1160-C17236C5C77F}"/>
          </ac:spMkLst>
        </pc:spChg>
        <pc:spChg chg="mod">
          <ac:chgData name="Mengmeng Ge" userId="bb5bc401-97cb-4caf-9857-8ff441375414" providerId="ADAL" clId="{0802E168-C7C2-484F-8BF2-1996FC172327}" dt="2024-07-30T01:47:31.807" v="1773" actId="1035"/>
          <ac:spMkLst>
            <pc:docMk/>
            <pc:sldMk cId="930362832" sldId="671"/>
            <ac:spMk id="15" creationId="{760D53C1-6F50-D048-A6F6-AF8AA2C1EB8E}"/>
          </ac:spMkLst>
        </pc:spChg>
        <pc:spChg chg="mod">
          <ac:chgData name="Mengmeng Ge" userId="bb5bc401-97cb-4caf-9857-8ff441375414" providerId="ADAL" clId="{0802E168-C7C2-484F-8BF2-1996FC172327}" dt="2024-07-30T01:47:31.807" v="1773" actId="1035"/>
          <ac:spMkLst>
            <pc:docMk/>
            <pc:sldMk cId="930362832" sldId="671"/>
            <ac:spMk id="16" creationId="{C4A6FBA7-4149-27F6-5C82-916067623F65}"/>
          </ac:spMkLst>
        </pc:spChg>
        <pc:spChg chg="mod">
          <ac:chgData name="Mengmeng Ge" userId="bb5bc401-97cb-4caf-9857-8ff441375414" providerId="ADAL" clId="{0802E168-C7C2-484F-8BF2-1996FC172327}" dt="2024-07-30T01:47:31.807" v="1773" actId="1035"/>
          <ac:spMkLst>
            <pc:docMk/>
            <pc:sldMk cId="930362832" sldId="671"/>
            <ac:spMk id="17" creationId="{0BDD751A-3969-565E-7828-0565B417D399}"/>
          </ac:spMkLst>
        </pc:spChg>
        <pc:spChg chg="mod">
          <ac:chgData name="Mengmeng Ge" userId="bb5bc401-97cb-4caf-9857-8ff441375414" providerId="ADAL" clId="{0802E168-C7C2-484F-8BF2-1996FC172327}" dt="2024-07-30T01:47:31.807" v="1773" actId="1035"/>
          <ac:spMkLst>
            <pc:docMk/>
            <pc:sldMk cId="930362832" sldId="671"/>
            <ac:spMk id="18" creationId="{0B5AB736-8B2C-510D-7757-BF896F2ABD79}"/>
          </ac:spMkLst>
        </pc:spChg>
        <pc:spChg chg="mod">
          <ac:chgData name="Mengmeng Ge" userId="bb5bc401-97cb-4caf-9857-8ff441375414" providerId="ADAL" clId="{0802E168-C7C2-484F-8BF2-1996FC172327}" dt="2024-07-30T01:47:31.807" v="1773" actId="1035"/>
          <ac:spMkLst>
            <pc:docMk/>
            <pc:sldMk cId="930362832" sldId="671"/>
            <ac:spMk id="19" creationId="{E1B7BDD2-E607-13AB-1A90-FFBD704283CF}"/>
          </ac:spMkLst>
        </pc:spChg>
        <pc:spChg chg="mod">
          <ac:chgData name="Mengmeng Ge" userId="bb5bc401-97cb-4caf-9857-8ff441375414" providerId="ADAL" clId="{0802E168-C7C2-484F-8BF2-1996FC172327}" dt="2024-07-30T01:47:31.807" v="1773" actId="1035"/>
          <ac:spMkLst>
            <pc:docMk/>
            <pc:sldMk cId="930362832" sldId="671"/>
            <ac:spMk id="20" creationId="{E9D2A86F-E603-675D-3B6C-C4292B33F4AC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21" creationId="{A097CFAA-26D2-64CA-A344-A2D458514642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22" creationId="{9CA4E454-5D1A-6158-061C-744C3FF056D7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23" creationId="{7C459D3D-8374-F0B7-F43A-B6098FAA7946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24" creationId="{1DCB7AF1-4A35-01B9-7164-ABD269F68B2B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25" creationId="{C888D832-6A4B-569B-99FD-2685C2FCC1B4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26" creationId="{62ED877F-00CC-B9B6-FD6A-3A5F7E2E03DA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27" creationId="{5A8EA3B6-972C-253E-38B8-2D871B490262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28" creationId="{17AA0133-6414-4234-6344-16E0A2D165AE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29" creationId="{0DBC93B7-3A24-15D1-E495-EBE32385AB41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30" creationId="{55E6A5CF-77B5-888A-1C5D-F586F67583B9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31" creationId="{01F4C3AD-DBA3-2450-F752-24BB7163F39D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32" creationId="{1FC07CD5-9885-AA91-646F-95F8B764D014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33" creationId="{FE30195C-3A01-69C1-37AC-CA334F549637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34" creationId="{275EFA50-F1AE-A57D-7576-B83EA70110CD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35" creationId="{C4A7E869-CBD1-28F4-9A05-27F84ACAF9E6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36" creationId="{E6CB9111-AABD-916F-7998-1948573EADA1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37" creationId="{C8E04375-7A22-86E8-2CBE-649FD670A43E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38" creationId="{318D00D5-F949-F08D-991D-24E39B9390AD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39" creationId="{AC8F4C8A-2D31-58DC-11C2-86FF6AF64E72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40" creationId="{0425A267-8362-D6F2-9B51-88DF5DFF8400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41" creationId="{D31309CD-817E-ADD4-AD3C-75BE932F9128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42" creationId="{8963F36B-3184-824A-C2CE-C32A439AAAE9}"/>
          </ac:spMkLst>
        </pc:spChg>
        <pc:spChg chg="add mod">
          <ac:chgData name="Mengmeng Ge" userId="bb5bc401-97cb-4caf-9857-8ff441375414" providerId="ADAL" clId="{0802E168-C7C2-484F-8BF2-1996FC172327}" dt="2024-07-30T01:43:31.994" v="1736" actId="1037"/>
          <ac:spMkLst>
            <pc:docMk/>
            <pc:sldMk cId="930362832" sldId="671"/>
            <ac:spMk id="43" creationId="{5158ECD6-D76F-4594-9C84-BB7622E9BC7A}"/>
          </ac:spMkLst>
        </pc:spChg>
        <pc:spChg chg="add del mod">
          <ac:chgData name="Mengmeng Ge" userId="bb5bc401-97cb-4caf-9857-8ff441375414" providerId="ADAL" clId="{0802E168-C7C2-484F-8BF2-1996FC172327}" dt="2024-07-30T01:38:31.637" v="1618" actId="478"/>
          <ac:spMkLst>
            <pc:docMk/>
            <pc:sldMk cId="930362832" sldId="671"/>
            <ac:spMk id="44" creationId="{FA0750B6-BEA7-71EC-94A3-0C8593558E55}"/>
          </ac:spMkLst>
        </pc:spChg>
        <pc:spChg chg="add del mod">
          <ac:chgData name="Mengmeng Ge" userId="bb5bc401-97cb-4caf-9857-8ff441375414" providerId="ADAL" clId="{0802E168-C7C2-484F-8BF2-1996FC172327}" dt="2024-07-30T01:38:34.491" v="1619" actId="478"/>
          <ac:spMkLst>
            <pc:docMk/>
            <pc:sldMk cId="930362832" sldId="671"/>
            <ac:spMk id="45" creationId="{A332A074-D969-1474-9921-BF9293E2BC2D}"/>
          </ac:spMkLst>
        </pc:spChg>
        <pc:spChg chg="add del mod">
          <ac:chgData name="Mengmeng Ge" userId="bb5bc401-97cb-4caf-9857-8ff441375414" providerId="ADAL" clId="{0802E168-C7C2-484F-8BF2-1996FC172327}" dt="2024-07-30T01:39:30.128" v="1676" actId="478"/>
          <ac:spMkLst>
            <pc:docMk/>
            <pc:sldMk cId="930362832" sldId="671"/>
            <ac:spMk id="46" creationId="{E392F993-7338-591B-5F9F-BA0B20B80CDA}"/>
          </ac:spMkLst>
        </pc:spChg>
        <pc:spChg chg="add del mod">
          <ac:chgData name="Mengmeng Ge" userId="bb5bc401-97cb-4caf-9857-8ff441375414" providerId="ADAL" clId="{0802E168-C7C2-484F-8BF2-1996FC172327}" dt="2024-07-30T01:38:25.908" v="1617" actId="478"/>
          <ac:spMkLst>
            <pc:docMk/>
            <pc:sldMk cId="930362832" sldId="671"/>
            <ac:spMk id="47" creationId="{49157698-0964-128A-AB8D-29C8FCCB23FB}"/>
          </ac:spMkLst>
        </pc:spChg>
        <pc:spChg chg="add mod">
          <ac:chgData name="Mengmeng Ge" userId="bb5bc401-97cb-4caf-9857-8ff441375414" providerId="ADAL" clId="{0802E168-C7C2-484F-8BF2-1996FC172327}" dt="2024-07-30T01:43:31.994" v="1736" actId="1037"/>
          <ac:spMkLst>
            <pc:docMk/>
            <pc:sldMk cId="930362832" sldId="671"/>
            <ac:spMk id="48" creationId="{E3A6E9C3-F149-CAB2-0387-213FABDCC0E2}"/>
          </ac:spMkLst>
        </pc:spChg>
        <pc:spChg chg="add mod">
          <ac:chgData name="Mengmeng Ge" userId="bb5bc401-97cb-4caf-9857-8ff441375414" providerId="ADAL" clId="{0802E168-C7C2-484F-8BF2-1996FC172327}" dt="2024-07-30T01:43:31.994" v="1736" actId="1037"/>
          <ac:spMkLst>
            <pc:docMk/>
            <pc:sldMk cId="930362832" sldId="671"/>
            <ac:spMk id="49" creationId="{199869C7-590F-1A55-26B6-25E621881F65}"/>
          </ac:spMkLst>
        </pc:spChg>
        <pc:spChg chg="add mod">
          <ac:chgData name="Mengmeng Ge" userId="bb5bc401-97cb-4caf-9857-8ff441375414" providerId="ADAL" clId="{0802E168-C7C2-484F-8BF2-1996FC172327}" dt="2024-07-30T01:43:31.994" v="1736" actId="1037"/>
          <ac:spMkLst>
            <pc:docMk/>
            <pc:sldMk cId="930362832" sldId="671"/>
            <ac:spMk id="50" creationId="{6CCE3D6E-797F-7778-6910-AD7E3B68082B}"/>
          </ac:spMkLst>
        </pc:spChg>
        <pc:spChg chg="add mod">
          <ac:chgData name="Mengmeng Ge" userId="bb5bc401-97cb-4caf-9857-8ff441375414" providerId="ADAL" clId="{0802E168-C7C2-484F-8BF2-1996FC172327}" dt="2024-07-30T01:43:31.994" v="1736" actId="1037"/>
          <ac:spMkLst>
            <pc:docMk/>
            <pc:sldMk cId="930362832" sldId="671"/>
            <ac:spMk id="51" creationId="{154814A2-C5CE-0C48-B05E-EFD7F93DB3BB}"/>
          </ac:spMkLst>
        </pc:spChg>
        <pc:spChg chg="add mod">
          <ac:chgData name="Mengmeng Ge" userId="bb5bc401-97cb-4caf-9857-8ff441375414" providerId="ADAL" clId="{0802E168-C7C2-484F-8BF2-1996FC172327}" dt="2024-07-30T01:43:31.994" v="1736" actId="1037"/>
          <ac:spMkLst>
            <pc:docMk/>
            <pc:sldMk cId="930362832" sldId="671"/>
            <ac:spMk id="52" creationId="{CD42FF5B-6F1A-F1EC-DC3B-AEDAC337BC0D}"/>
          </ac:spMkLst>
        </pc:spChg>
        <pc:spChg chg="add mod">
          <ac:chgData name="Mengmeng Ge" userId="bb5bc401-97cb-4caf-9857-8ff441375414" providerId="ADAL" clId="{0802E168-C7C2-484F-8BF2-1996FC172327}" dt="2024-07-30T01:43:31.994" v="1736" actId="1037"/>
          <ac:spMkLst>
            <pc:docMk/>
            <pc:sldMk cId="930362832" sldId="671"/>
            <ac:spMk id="53" creationId="{C73AD1EF-E4A3-36B7-77F1-438B88A3EEC0}"/>
          </ac:spMkLst>
        </pc:spChg>
        <pc:spChg chg="add mod">
          <ac:chgData name="Mengmeng Ge" userId="bb5bc401-97cb-4caf-9857-8ff441375414" providerId="ADAL" clId="{0802E168-C7C2-484F-8BF2-1996FC172327}" dt="2024-07-30T01:49:01.489" v="1794" actId="1076"/>
          <ac:spMkLst>
            <pc:docMk/>
            <pc:sldMk cId="930362832" sldId="671"/>
            <ac:spMk id="54" creationId="{D264A499-23B3-C7B3-8DE3-38A72A9E58AD}"/>
          </ac:spMkLst>
        </pc:spChg>
        <pc:spChg chg="add mod">
          <ac:chgData name="Mengmeng Ge" userId="bb5bc401-97cb-4caf-9857-8ff441375414" providerId="ADAL" clId="{0802E168-C7C2-484F-8BF2-1996FC172327}" dt="2024-07-30T01:43:31.994" v="1736" actId="1037"/>
          <ac:spMkLst>
            <pc:docMk/>
            <pc:sldMk cId="930362832" sldId="671"/>
            <ac:spMk id="55" creationId="{51531E5E-4805-0512-7965-750B9FB554EE}"/>
          </ac:spMkLst>
        </pc:spChg>
        <pc:spChg chg="add mod">
          <ac:chgData name="Mengmeng Ge" userId="bb5bc401-97cb-4caf-9857-8ff441375414" providerId="ADAL" clId="{0802E168-C7C2-484F-8BF2-1996FC172327}" dt="2024-07-30T01:43:31.994" v="1736" actId="1037"/>
          <ac:spMkLst>
            <pc:docMk/>
            <pc:sldMk cId="930362832" sldId="671"/>
            <ac:spMk id="56" creationId="{A63C4119-7A60-8797-73CA-4747710672BF}"/>
          </ac:spMkLst>
        </pc:spChg>
        <pc:spChg chg="add mod">
          <ac:chgData name="Mengmeng Ge" userId="bb5bc401-97cb-4caf-9857-8ff441375414" providerId="ADAL" clId="{0802E168-C7C2-484F-8BF2-1996FC172327}" dt="2024-07-30T01:43:31.994" v="1736" actId="1037"/>
          <ac:spMkLst>
            <pc:docMk/>
            <pc:sldMk cId="930362832" sldId="671"/>
            <ac:spMk id="57" creationId="{66ABF0DE-830A-9B50-A575-5C35BC4203DB}"/>
          </ac:spMkLst>
        </pc:spChg>
        <pc:spChg chg="add mod">
          <ac:chgData name="Mengmeng Ge" userId="bb5bc401-97cb-4caf-9857-8ff441375414" providerId="ADAL" clId="{0802E168-C7C2-484F-8BF2-1996FC172327}" dt="2024-07-30T01:44:57.373" v="1747" actId="1035"/>
          <ac:spMkLst>
            <pc:docMk/>
            <pc:sldMk cId="930362832" sldId="671"/>
            <ac:spMk id="58" creationId="{E38EF05F-7A66-E3DC-561C-70C79A6647E0}"/>
          </ac:spMkLst>
        </pc:spChg>
        <pc:spChg chg="add mod">
          <ac:chgData name="Mengmeng Ge" userId="bb5bc401-97cb-4caf-9857-8ff441375414" providerId="ADAL" clId="{0802E168-C7C2-484F-8BF2-1996FC172327}" dt="2024-07-30T01:45:07.429" v="1751" actId="1076"/>
          <ac:spMkLst>
            <pc:docMk/>
            <pc:sldMk cId="930362832" sldId="671"/>
            <ac:spMk id="59" creationId="{D15AAF8E-C7C2-F92B-650E-87C5FF443157}"/>
          </ac:spMkLst>
        </pc:spChg>
        <pc:spChg chg="add mod">
          <ac:chgData name="Mengmeng Ge" userId="bb5bc401-97cb-4caf-9857-8ff441375414" providerId="ADAL" clId="{0802E168-C7C2-484F-8BF2-1996FC172327}" dt="2024-07-30T01:44:57.373" v="1747" actId="1035"/>
          <ac:spMkLst>
            <pc:docMk/>
            <pc:sldMk cId="930362832" sldId="671"/>
            <ac:spMk id="60" creationId="{D0C30D55-1084-CB28-D15B-F44B337ECD64}"/>
          </ac:spMkLst>
        </pc:spChg>
        <pc:spChg chg="add mod">
          <ac:chgData name="Mengmeng Ge" userId="bb5bc401-97cb-4caf-9857-8ff441375414" providerId="ADAL" clId="{0802E168-C7C2-484F-8BF2-1996FC172327}" dt="2024-07-30T01:43:31.994" v="1736" actId="1037"/>
          <ac:spMkLst>
            <pc:docMk/>
            <pc:sldMk cId="930362832" sldId="671"/>
            <ac:spMk id="61" creationId="{14F48C2E-0353-3E46-474F-002D20666EAF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2" creationId="{254F926A-2136-05BA-A5E8-B6E6F5710291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3" creationId="{4DDA34E2-4799-D52E-EE4D-BAD4FB16E52E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376" creationId="{F40CCDA5-BB4F-AC06-E14E-23958BDDE367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377" creationId="{2E12C794-D34A-D873-769F-08CEBB43726E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378" creationId="{A0C94306-4E34-2A48-21E9-1A8AC3390F7A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379" creationId="{F27866C9-AE65-E841-1DE8-B970C896FA99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380" creationId="{400C8A07-BCBE-BCF0-E564-753AA7AC5BF1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381" creationId="{195AA7FB-358B-B4F3-E77F-20A2D4060550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382" creationId="{F317A74A-CD9F-543C-F57C-A059041F3C57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383" creationId="{98D52B9E-7A31-983C-CF4A-469F0A7E54A6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384" creationId="{51B889CF-3B16-4DED-5C02-26A1460BE6AA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385" creationId="{C0D438E0-5A96-C37F-8450-271883765E8A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386" creationId="{6EBC108D-6B45-3237-8070-65C0CECF3EE0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387" creationId="{3EBEC87E-B28D-0DB5-97FA-73E69A3EFF65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388" creationId="{9BEF6B3A-17A8-34CD-F23E-0C9FB3AD446E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389" creationId="{BA02E210-AC99-D62D-BF27-57A19872A260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390" creationId="{6568A650-2363-C8BE-29A4-4D54B045C119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391" creationId="{C0E6ADA1-BAEA-A567-8B3C-61023227C3AF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392" creationId="{EB30538E-093E-5583-E274-87C224168ADB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393" creationId="{41F54218-0AAD-9C2D-3FB6-A37B7D563C0B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394" creationId="{6FB78DDB-3254-BA64-7DA1-65737ACE696D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395" creationId="{CFCA691C-FBCF-F2E1-8518-6FB28FBF8645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396" creationId="{37166352-09D2-98F5-D541-0671C97BE8C3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397" creationId="{8600DD1A-6FCE-1F4C-1948-CED7411EF366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398" creationId="{761A506F-797D-AC62-C536-11E801F2C983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399" creationId="{709B26B8-A46E-5C0E-D024-976929C8873E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400" creationId="{34EB1783-17A1-0D42-3E97-41AB4E4C0CA8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401" creationId="{B777EE76-C4BF-C622-DCF2-9F4154C2EAF2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402" creationId="{3A3551D0-CB84-07E3-8817-CDFA96197787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403" creationId="{7E22A3C3-84E6-D1C6-3200-E5B632F5A571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404" creationId="{0C299BC3-06F2-214E-32EF-E0AF175EA11A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405" creationId="{102C1FFC-F1ED-4CBD-364A-468C99C49583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406" creationId="{D561F11D-0ED5-39EB-392E-F29BA5467656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407" creationId="{5A9A7528-9C16-2C90-BEE7-F29E7A3C9B85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408" creationId="{B17F48F5-C7FA-4156-6941-DA966D9A495B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409" creationId="{B75D2EE5-2234-477A-AB94-E656171833E1}"/>
          </ac:spMkLst>
        </pc:spChg>
        <pc:spChg chg="add mod">
          <ac:chgData name="Mengmeng Ge" userId="bb5bc401-97cb-4caf-9857-8ff441375414" providerId="ADAL" clId="{0802E168-C7C2-484F-8BF2-1996FC172327}" dt="2024-07-30T01:43:31.994" v="1736" actId="1037"/>
          <ac:spMkLst>
            <pc:docMk/>
            <pc:sldMk cId="930362832" sldId="671"/>
            <ac:spMk id="653410" creationId="{4D01E3F9-7BF4-43EE-E887-9CDDE86EF0B4}"/>
          </ac:spMkLst>
        </pc:spChg>
        <pc:spChg chg="add mod">
          <ac:chgData name="Mengmeng Ge" userId="bb5bc401-97cb-4caf-9857-8ff441375414" providerId="ADAL" clId="{0802E168-C7C2-484F-8BF2-1996FC172327}" dt="2024-07-30T01:43:31.994" v="1736" actId="1037"/>
          <ac:spMkLst>
            <pc:docMk/>
            <pc:sldMk cId="930362832" sldId="671"/>
            <ac:spMk id="653411" creationId="{9B6AEA2E-2CB2-E225-657C-8D626B85D1CA}"/>
          </ac:spMkLst>
        </pc:spChg>
        <pc:spChg chg="add mod">
          <ac:chgData name="Mengmeng Ge" userId="bb5bc401-97cb-4caf-9857-8ff441375414" providerId="ADAL" clId="{0802E168-C7C2-484F-8BF2-1996FC172327}" dt="2024-07-30T01:43:31.994" v="1736" actId="1037"/>
          <ac:spMkLst>
            <pc:docMk/>
            <pc:sldMk cId="930362832" sldId="671"/>
            <ac:spMk id="653412" creationId="{D24ECFF9-4A97-F745-8BA1-26F07F6F86C2}"/>
          </ac:spMkLst>
        </pc:spChg>
        <pc:spChg chg="add mod">
          <ac:chgData name="Mengmeng Ge" userId="bb5bc401-97cb-4caf-9857-8ff441375414" providerId="ADAL" clId="{0802E168-C7C2-484F-8BF2-1996FC172327}" dt="2024-07-30T01:43:31.994" v="1736" actId="1037"/>
          <ac:spMkLst>
            <pc:docMk/>
            <pc:sldMk cId="930362832" sldId="671"/>
            <ac:spMk id="653413" creationId="{C0C7E545-0C3F-D201-FE78-DFED40DF9808}"/>
          </ac:spMkLst>
        </pc:spChg>
        <pc:spChg chg="add mod">
          <ac:chgData name="Mengmeng Ge" userId="bb5bc401-97cb-4caf-9857-8ff441375414" providerId="ADAL" clId="{0802E168-C7C2-484F-8BF2-1996FC172327}" dt="2024-07-30T01:50:13.246" v="1814" actId="1035"/>
          <ac:spMkLst>
            <pc:docMk/>
            <pc:sldMk cId="930362832" sldId="671"/>
            <ac:spMk id="653414" creationId="{9E49A025-93F5-D251-061C-784F123BAA89}"/>
          </ac:spMkLst>
        </pc:spChg>
        <pc:spChg chg="add mod">
          <ac:chgData name="Mengmeng Ge" userId="bb5bc401-97cb-4caf-9857-8ff441375414" providerId="ADAL" clId="{0802E168-C7C2-484F-8BF2-1996FC172327}" dt="2024-07-30T01:51:30.627" v="1833" actId="1076"/>
          <ac:spMkLst>
            <pc:docMk/>
            <pc:sldMk cId="930362832" sldId="671"/>
            <ac:spMk id="653415" creationId="{BF44D6A1-CE76-C9EC-358A-38E17D4844A2}"/>
          </ac:spMkLst>
        </pc:spChg>
        <pc:spChg chg="add mod">
          <ac:chgData name="Mengmeng Ge" userId="bb5bc401-97cb-4caf-9857-8ff441375414" providerId="ADAL" clId="{0802E168-C7C2-484F-8BF2-1996FC172327}" dt="2024-07-30T01:50:13.246" v="1814" actId="1035"/>
          <ac:spMkLst>
            <pc:docMk/>
            <pc:sldMk cId="930362832" sldId="671"/>
            <ac:spMk id="653416" creationId="{349D5FBC-F010-7FB7-0718-EB96559E9881}"/>
          </ac:spMkLst>
        </pc:spChg>
        <pc:spChg chg="add mod">
          <ac:chgData name="Mengmeng Ge" userId="bb5bc401-97cb-4caf-9857-8ff441375414" providerId="ADAL" clId="{0802E168-C7C2-484F-8BF2-1996FC172327}" dt="2024-07-30T01:46:05.129" v="1761" actId="1035"/>
          <ac:spMkLst>
            <pc:docMk/>
            <pc:sldMk cId="930362832" sldId="671"/>
            <ac:spMk id="653417" creationId="{CE1CF328-B2B6-BEFE-A736-3858D414B4F5}"/>
          </ac:spMkLst>
        </pc:spChg>
        <pc:spChg chg="add mod">
          <ac:chgData name="Mengmeng Ge" userId="bb5bc401-97cb-4caf-9857-8ff441375414" providerId="ADAL" clId="{0802E168-C7C2-484F-8BF2-1996FC172327}" dt="2024-07-30T01:45:37.116" v="1756" actId="1035"/>
          <ac:spMkLst>
            <pc:docMk/>
            <pc:sldMk cId="930362832" sldId="671"/>
            <ac:spMk id="653418" creationId="{6C989A6C-95B1-B47F-F33C-E6BF0FD4B1EC}"/>
          </ac:spMkLst>
        </pc:spChg>
        <pc:spChg chg="add mod">
          <ac:chgData name="Mengmeng Ge" userId="bb5bc401-97cb-4caf-9857-8ff441375414" providerId="ADAL" clId="{0802E168-C7C2-484F-8BF2-1996FC172327}" dt="2024-07-30T01:50:51.527" v="1823" actId="1076"/>
          <ac:spMkLst>
            <pc:docMk/>
            <pc:sldMk cId="930362832" sldId="671"/>
            <ac:spMk id="653419" creationId="{7208D380-38C8-C136-8962-1C92F2FD927A}"/>
          </ac:spMkLst>
        </pc:spChg>
        <pc:spChg chg="add mod">
          <ac:chgData name="Mengmeng Ge" userId="bb5bc401-97cb-4caf-9857-8ff441375414" providerId="ADAL" clId="{0802E168-C7C2-484F-8BF2-1996FC172327}" dt="2024-07-30T01:50:44.002" v="1821" actId="1076"/>
          <ac:spMkLst>
            <pc:docMk/>
            <pc:sldMk cId="930362832" sldId="671"/>
            <ac:spMk id="653420" creationId="{FD9668A8-DA60-5D1B-034A-032EF1EE5E83}"/>
          </ac:spMkLst>
        </pc:spChg>
        <pc:spChg chg="add mod">
          <ac:chgData name="Mengmeng Ge" userId="bb5bc401-97cb-4caf-9857-8ff441375414" providerId="ADAL" clId="{0802E168-C7C2-484F-8BF2-1996FC172327}" dt="2024-07-30T01:50:48.358" v="1822" actId="1076"/>
          <ac:spMkLst>
            <pc:docMk/>
            <pc:sldMk cId="930362832" sldId="671"/>
            <ac:spMk id="653421" creationId="{1B102FF3-72D7-60B1-B078-0CD915985706}"/>
          </ac:spMkLst>
        </pc:spChg>
        <pc:spChg chg="add mod">
          <ac:chgData name="Mengmeng Ge" userId="bb5bc401-97cb-4caf-9857-8ff441375414" providerId="ADAL" clId="{0802E168-C7C2-484F-8BF2-1996FC172327}" dt="2024-07-30T01:43:31.994" v="1736" actId="1037"/>
          <ac:spMkLst>
            <pc:docMk/>
            <pc:sldMk cId="930362832" sldId="671"/>
            <ac:spMk id="653422" creationId="{AC0E11D7-6DBD-B0F0-914B-4246B0857D91}"/>
          </ac:spMkLst>
        </pc:spChg>
        <pc:spChg chg="add mod">
          <ac:chgData name="Mengmeng Ge" userId="bb5bc401-97cb-4caf-9857-8ff441375414" providerId="ADAL" clId="{0802E168-C7C2-484F-8BF2-1996FC172327}" dt="2024-07-30T01:43:31.994" v="1736" actId="1037"/>
          <ac:spMkLst>
            <pc:docMk/>
            <pc:sldMk cId="930362832" sldId="671"/>
            <ac:spMk id="653423" creationId="{A91A8395-9E97-9339-C072-9672F21A4999}"/>
          </ac:spMkLst>
        </pc:spChg>
        <pc:spChg chg="add mod">
          <ac:chgData name="Mengmeng Ge" userId="bb5bc401-97cb-4caf-9857-8ff441375414" providerId="ADAL" clId="{0802E168-C7C2-484F-8BF2-1996FC172327}" dt="2024-07-30T01:45:40.091" v="1757" actId="20577"/>
          <ac:spMkLst>
            <pc:docMk/>
            <pc:sldMk cId="930362832" sldId="671"/>
            <ac:spMk id="653424" creationId="{7E4B0152-8257-959A-5D22-CC9A8AC6C132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425" creationId="{24D96556-F2EA-4AF8-B0C1-B4B481CD458B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426" creationId="{759526B8-1AD4-3E0C-14C3-88505B330105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427" creationId="{08451504-1A65-FF48-4692-6BE22AC477B0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428" creationId="{CBF70AE6-D4A7-81CA-3F96-CA71D419E92E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429" creationId="{1CF9A60D-69D0-200E-4C97-46DD0B8865A2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430" creationId="{36180A4A-332C-F5ED-3327-0761AEAEE5EA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431" creationId="{32F1A26A-CEED-8FFB-AFB1-7F7FE097981B}"/>
          </ac:spMkLst>
        </pc:spChg>
        <pc:spChg chg="add del mod">
          <ac:chgData name="Mengmeng Ge" userId="bb5bc401-97cb-4caf-9857-8ff441375414" providerId="ADAL" clId="{0802E168-C7C2-484F-8BF2-1996FC172327}" dt="2024-07-30T01:54:34.115" v="1849" actId="478"/>
          <ac:spMkLst>
            <pc:docMk/>
            <pc:sldMk cId="930362832" sldId="671"/>
            <ac:spMk id="653432" creationId="{A6C2ABFB-9CFB-77BD-26C8-5F43FB6DD55B}"/>
          </ac:spMkLst>
        </pc:spChg>
        <pc:spChg chg="add del mod">
          <ac:chgData name="Mengmeng Ge" userId="bb5bc401-97cb-4caf-9857-8ff441375414" providerId="ADAL" clId="{0802E168-C7C2-484F-8BF2-1996FC172327}" dt="2024-07-30T01:48:04.614" v="1779" actId="478"/>
          <ac:spMkLst>
            <pc:docMk/>
            <pc:sldMk cId="930362832" sldId="671"/>
            <ac:spMk id="653433" creationId="{E9CCAFC2-CD47-1492-3409-7191C9A2E89A}"/>
          </ac:spMkLst>
        </pc:spChg>
        <pc:spChg chg="add del mod">
          <ac:chgData name="Mengmeng Ge" userId="bb5bc401-97cb-4caf-9857-8ff441375414" providerId="ADAL" clId="{0802E168-C7C2-484F-8BF2-1996FC172327}" dt="2024-07-30T01:48:03.496" v="1778" actId="478"/>
          <ac:spMkLst>
            <pc:docMk/>
            <pc:sldMk cId="930362832" sldId="671"/>
            <ac:spMk id="653434" creationId="{C6CE1563-C035-46A1-49A2-95D068F59730}"/>
          </ac:spMkLst>
        </pc:spChg>
        <pc:spChg chg="add del mod">
          <ac:chgData name="Mengmeng Ge" userId="bb5bc401-97cb-4caf-9857-8ff441375414" providerId="ADAL" clId="{0802E168-C7C2-484F-8BF2-1996FC172327}" dt="2024-07-30T01:48:05.855" v="1780" actId="478"/>
          <ac:spMkLst>
            <pc:docMk/>
            <pc:sldMk cId="930362832" sldId="671"/>
            <ac:spMk id="653435" creationId="{F3269B79-85D0-612D-0361-EA6766423832}"/>
          </ac:spMkLst>
        </pc:spChg>
        <pc:spChg chg="add del mod">
          <ac:chgData name="Mengmeng Ge" userId="bb5bc401-97cb-4caf-9857-8ff441375414" providerId="ADAL" clId="{0802E168-C7C2-484F-8BF2-1996FC172327}" dt="2024-07-30T01:42:52.626" v="1711" actId="478"/>
          <ac:spMkLst>
            <pc:docMk/>
            <pc:sldMk cId="930362832" sldId="671"/>
            <ac:spMk id="653436" creationId="{E174955A-2372-4C98-387E-F1ED0AF36C4B}"/>
          </ac:spMkLst>
        </pc:spChg>
        <pc:spChg chg="mod">
          <ac:chgData name="Mengmeng Ge" userId="bb5bc401-97cb-4caf-9857-8ff441375414" providerId="ADAL" clId="{0802E168-C7C2-484F-8BF2-1996FC172327}" dt="2024-07-30T02:35:39.889" v="1882" actId="1076"/>
          <ac:spMkLst>
            <pc:docMk/>
            <pc:sldMk cId="930362832" sldId="671"/>
            <ac:spMk id="65343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2:35:39.889" v="1882" actId="1076"/>
          <ac:spMkLst>
            <pc:docMk/>
            <pc:sldMk cId="930362832" sldId="671"/>
            <ac:spMk id="65344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2:35:39.889" v="1882" actId="1076"/>
          <ac:spMkLst>
            <pc:docMk/>
            <pc:sldMk cId="930362832" sldId="671"/>
            <ac:spMk id="653441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2:35:39.889" v="1882" actId="1076"/>
          <ac:spMkLst>
            <pc:docMk/>
            <pc:sldMk cId="930362832" sldId="671"/>
            <ac:spMk id="65344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2:35:39.889" v="1882" actId="1076"/>
          <ac:spMkLst>
            <pc:docMk/>
            <pc:sldMk cId="930362832" sldId="671"/>
            <ac:spMk id="653443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2:35:39.889" v="1882" actId="1076"/>
          <ac:spMkLst>
            <pc:docMk/>
            <pc:sldMk cId="930362832" sldId="671"/>
            <ac:spMk id="653444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2:35:39.889" v="1882" actId="1076"/>
          <ac:spMkLst>
            <pc:docMk/>
            <pc:sldMk cId="930362832" sldId="671"/>
            <ac:spMk id="65344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2:35:39.889" v="1882" actId="1076"/>
          <ac:spMkLst>
            <pc:docMk/>
            <pc:sldMk cId="930362832" sldId="671"/>
            <ac:spMk id="653446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2:35:39.889" v="1882" actId="1076"/>
          <ac:spMkLst>
            <pc:docMk/>
            <pc:sldMk cId="930362832" sldId="671"/>
            <ac:spMk id="653447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2:35:39.889" v="1882" actId="1076"/>
          <ac:spMkLst>
            <pc:docMk/>
            <pc:sldMk cId="930362832" sldId="671"/>
            <ac:spMk id="653449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2:35:39.889" v="1882" actId="1076"/>
          <ac:spMkLst>
            <pc:docMk/>
            <pc:sldMk cId="930362832" sldId="671"/>
            <ac:spMk id="65345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2:35:39.889" v="1882" actId="1076"/>
          <ac:spMkLst>
            <pc:docMk/>
            <pc:sldMk cId="930362832" sldId="671"/>
            <ac:spMk id="65345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2:35:39.889" v="1882" actId="1076"/>
          <ac:spMkLst>
            <pc:docMk/>
            <pc:sldMk cId="930362832" sldId="671"/>
            <ac:spMk id="653453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2:35:39.889" v="1882" actId="1076"/>
          <ac:spMkLst>
            <pc:docMk/>
            <pc:sldMk cId="930362832" sldId="671"/>
            <ac:spMk id="653454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2:35:39.889" v="1882" actId="1076"/>
          <ac:spMkLst>
            <pc:docMk/>
            <pc:sldMk cId="930362832" sldId="671"/>
            <ac:spMk id="65345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2:35:39.889" v="1882" actId="1076"/>
          <ac:spMkLst>
            <pc:docMk/>
            <pc:sldMk cId="930362832" sldId="671"/>
            <ac:spMk id="653456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2:35:39.889" v="1882" actId="1076"/>
          <ac:spMkLst>
            <pc:docMk/>
            <pc:sldMk cId="930362832" sldId="671"/>
            <ac:spMk id="65345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2:35:39.889" v="1882" actId="1076"/>
          <ac:spMkLst>
            <pc:docMk/>
            <pc:sldMk cId="930362832" sldId="671"/>
            <ac:spMk id="653459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2:35:39.889" v="1882" actId="1076"/>
          <ac:spMkLst>
            <pc:docMk/>
            <pc:sldMk cId="930362832" sldId="671"/>
            <ac:spMk id="65346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2:35:39.889" v="1882" actId="1076"/>
          <ac:spMkLst>
            <pc:docMk/>
            <pc:sldMk cId="930362832" sldId="671"/>
            <ac:spMk id="653461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2:35:39.889" v="1882" actId="1076"/>
          <ac:spMkLst>
            <pc:docMk/>
            <pc:sldMk cId="930362832" sldId="671"/>
            <ac:spMk id="65346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2:35:39.889" v="1882" actId="1076"/>
          <ac:spMkLst>
            <pc:docMk/>
            <pc:sldMk cId="930362832" sldId="671"/>
            <ac:spMk id="653464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2:35:39.889" v="1882" actId="1076"/>
          <ac:spMkLst>
            <pc:docMk/>
            <pc:sldMk cId="930362832" sldId="671"/>
            <ac:spMk id="653465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2:35:39.889" v="1882" actId="1076"/>
          <ac:spMkLst>
            <pc:docMk/>
            <pc:sldMk cId="930362832" sldId="671"/>
            <ac:spMk id="653466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2:35:39.889" v="1882" actId="1076"/>
          <ac:spMkLst>
            <pc:docMk/>
            <pc:sldMk cId="930362832" sldId="671"/>
            <ac:spMk id="653467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2:35:39.889" v="1882" actId="1076"/>
          <ac:spMkLst>
            <pc:docMk/>
            <pc:sldMk cId="930362832" sldId="671"/>
            <ac:spMk id="653468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2:35:39.889" v="1882" actId="1076"/>
          <ac:spMkLst>
            <pc:docMk/>
            <pc:sldMk cId="930362832" sldId="671"/>
            <ac:spMk id="653470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2:35:39.889" v="1882" actId="1076"/>
          <ac:spMkLst>
            <pc:docMk/>
            <pc:sldMk cId="930362832" sldId="671"/>
            <ac:spMk id="653471" creationId="{00000000-0000-0000-0000-000000000000}"/>
          </ac:spMkLst>
        </pc:spChg>
        <pc:spChg chg="add del mod">
          <ac:chgData name="Mengmeng Ge" userId="bb5bc401-97cb-4caf-9857-8ff441375414" providerId="ADAL" clId="{0802E168-C7C2-484F-8BF2-1996FC172327}" dt="2024-07-30T01:42:53.614" v="1712" actId="478"/>
          <ac:spMkLst>
            <pc:docMk/>
            <pc:sldMk cId="930362832" sldId="671"/>
            <ac:spMk id="653472" creationId="{6F4415E5-6B86-087E-0EC4-ABEF05848252}"/>
          </ac:spMkLst>
        </pc:spChg>
        <pc:spChg chg="add mod">
          <ac:chgData name="Mengmeng Ge" userId="bb5bc401-97cb-4caf-9857-8ff441375414" providerId="ADAL" clId="{0802E168-C7C2-484F-8BF2-1996FC172327}" dt="2024-07-30T01:44:10.594" v="1743" actId="1076"/>
          <ac:spMkLst>
            <pc:docMk/>
            <pc:sldMk cId="930362832" sldId="671"/>
            <ac:spMk id="653473" creationId="{91BE29BA-226D-8327-C151-F9208E7B04A6}"/>
          </ac:spMkLst>
        </pc:spChg>
        <pc:spChg chg="add mod">
          <ac:chgData name="Mengmeng Ge" userId="bb5bc401-97cb-4caf-9857-8ff441375414" providerId="ADAL" clId="{0802E168-C7C2-484F-8BF2-1996FC172327}" dt="2024-07-30T01:44:15.929" v="1745" actId="20577"/>
          <ac:spMkLst>
            <pc:docMk/>
            <pc:sldMk cId="930362832" sldId="671"/>
            <ac:spMk id="653474" creationId="{D8ADCEE9-8533-0DA1-2134-62A0150188C3}"/>
          </ac:spMkLst>
        </pc:spChg>
        <pc:spChg chg="add mod">
          <ac:chgData name="Mengmeng Ge" userId="bb5bc401-97cb-4caf-9857-8ff441375414" providerId="ADAL" clId="{0802E168-C7C2-484F-8BF2-1996FC172327}" dt="2024-07-30T01:43:31.994" v="1736" actId="1037"/>
          <ac:spMkLst>
            <pc:docMk/>
            <pc:sldMk cId="930362832" sldId="671"/>
            <ac:spMk id="653475" creationId="{5A0A9342-7AEE-2F87-D922-8A1DAC839D33}"/>
          </ac:spMkLst>
        </pc:spChg>
        <pc:spChg chg="add mod">
          <ac:chgData name="Mengmeng Ge" userId="bb5bc401-97cb-4caf-9857-8ff441375414" providerId="ADAL" clId="{0802E168-C7C2-484F-8BF2-1996FC172327}" dt="2024-07-30T01:43:31.994" v="1736" actId="1037"/>
          <ac:spMkLst>
            <pc:docMk/>
            <pc:sldMk cId="930362832" sldId="671"/>
            <ac:spMk id="653476" creationId="{AB4FB40A-E117-48B5-D767-8E91D3542113}"/>
          </ac:spMkLst>
        </pc:spChg>
        <pc:spChg chg="add del mod">
          <ac:chgData name="Mengmeng Ge" userId="bb5bc401-97cb-4caf-9857-8ff441375414" providerId="ADAL" clId="{0802E168-C7C2-484F-8BF2-1996FC172327}" dt="2024-07-30T01:44:22.546" v="1746" actId="478"/>
          <ac:spMkLst>
            <pc:docMk/>
            <pc:sldMk cId="930362832" sldId="671"/>
            <ac:spMk id="653477" creationId="{956FDD8E-4E49-D672-9860-F74427A7D163}"/>
          </ac:spMkLst>
        </pc:spChg>
        <pc:spChg chg="add del mod">
          <ac:chgData name="Mengmeng Ge" userId="bb5bc401-97cb-4caf-9857-8ff441375414" providerId="ADAL" clId="{0802E168-C7C2-484F-8BF2-1996FC172327}" dt="2024-07-30T01:42:50.078" v="1709" actId="478"/>
          <ac:spMkLst>
            <pc:docMk/>
            <pc:sldMk cId="930362832" sldId="671"/>
            <ac:spMk id="653478" creationId="{7468C43F-BF43-A45E-B792-ABF7030D9CA8}"/>
          </ac:spMkLst>
        </pc:spChg>
        <pc:spChg chg="add del mod">
          <ac:chgData name="Mengmeng Ge" userId="bb5bc401-97cb-4caf-9857-8ff441375414" providerId="ADAL" clId="{0802E168-C7C2-484F-8BF2-1996FC172327}" dt="2024-07-30T01:42:51.490" v="1710" actId="478"/>
          <ac:spMkLst>
            <pc:docMk/>
            <pc:sldMk cId="930362832" sldId="671"/>
            <ac:spMk id="653479" creationId="{172EACD6-DC40-F112-AD9B-C3F28FAC89D3}"/>
          </ac:spMkLst>
        </pc:spChg>
        <pc:spChg chg="add del mod">
          <ac:chgData name="Mengmeng Ge" userId="bb5bc401-97cb-4caf-9857-8ff441375414" providerId="ADAL" clId="{0802E168-C7C2-484F-8BF2-1996FC172327}" dt="2024-07-30T01:42:07.423" v="1694" actId="478"/>
          <ac:spMkLst>
            <pc:docMk/>
            <pc:sldMk cId="930362832" sldId="671"/>
            <ac:spMk id="653480" creationId="{65A77E74-A764-9825-5528-E6CE22A8028D}"/>
          </ac:spMkLst>
        </pc:spChg>
        <pc:spChg chg="add del mod">
          <ac:chgData name="Mengmeng Ge" userId="bb5bc401-97cb-4caf-9857-8ff441375414" providerId="ADAL" clId="{0802E168-C7C2-484F-8BF2-1996FC172327}" dt="2024-07-30T01:42:09.238" v="1695" actId="478"/>
          <ac:spMkLst>
            <pc:docMk/>
            <pc:sldMk cId="930362832" sldId="671"/>
            <ac:spMk id="653481" creationId="{E1040FA2-5D46-6923-3C4B-11F0870B88F6}"/>
          </ac:spMkLst>
        </pc:spChg>
        <pc:spChg chg="add del mod">
          <ac:chgData name="Mengmeng Ge" userId="bb5bc401-97cb-4caf-9857-8ff441375414" providerId="ADAL" clId="{0802E168-C7C2-484F-8BF2-1996FC172327}" dt="2024-07-30T01:42:47.807" v="1708" actId="478"/>
          <ac:spMkLst>
            <pc:docMk/>
            <pc:sldMk cId="930362832" sldId="671"/>
            <ac:spMk id="653482" creationId="{838DFC40-6997-E663-D7BC-C9252FE769C1}"/>
          </ac:spMkLst>
        </pc:spChg>
        <pc:spChg chg="add mod ord">
          <ac:chgData name="Mengmeng Ge" userId="bb5bc401-97cb-4caf-9857-8ff441375414" providerId="ADAL" clId="{0802E168-C7C2-484F-8BF2-1996FC172327}" dt="2024-07-30T01:55:58.924" v="1870" actId="14100"/>
          <ac:spMkLst>
            <pc:docMk/>
            <pc:sldMk cId="930362832" sldId="671"/>
            <ac:spMk id="653483" creationId="{B75E3A50-E2E4-EAA1-6A18-7DB858299C1F}"/>
          </ac:spMkLst>
        </pc:spChg>
        <pc:spChg chg="add mod ord">
          <ac:chgData name="Mengmeng Ge" userId="bb5bc401-97cb-4caf-9857-8ff441375414" providerId="ADAL" clId="{0802E168-C7C2-484F-8BF2-1996FC172327}" dt="2024-07-30T01:56:04.897" v="1871" actId="14100"/>
          <ac:spMkLst>
            <pc:docMk/>
            <pc:sldMk cId="930362832" sldId="671"/>
            <ac:spMk id="653484" creationId="{114B9B8E-9EB2-085D-83EE-E573BCED0592}"/>
          </ac:spMkLst>
        </pc:spChg>
        <pc:spChg chg="add mod ord">
          <ac:chgData name="Mengmeng Ge" userId="bb5bc401-97cb-4caf-9857-8ff441375414" providerId="ADAL" clId="{0802E168-C7C2-484F-8BF2-1996FC172327}" dt="2024-07-30T01:56:09.465" v="1872" actId="14100"/>
          <ac:spMkLst>
            <pc:docMk/>
            <pc:sldMk cId="930362832" sldId="671"/>
            <ac:spMk id="653485" creationId="{E9CE8018-74FA-9D45-228E-01754079551F}"/>
          </ac:spMkLst>
        </pc:spChg>
        <pc:spChg chg="add mod">
          <ac:chgData name="Mengmeng Ge" userId="bb5bc401-97cb-4caf-9857-8ff441375414" providerId="ADAL" clId="{0802E168-C7C2-484F-8BF2-1996FC172327}" dt="2024-07-30T02:35:42.411" v="1883" actId="1076"/>
          <ac:spMkLst>
            <pc:docMk/>
            <pc:sldMk cId="930362832" sldId="671"/>
            <ac:spMk id="653486" creationId="{CD9A93C6-AE6B-7469-9CA5-139186CA0598}"/>
          </ac:spMkLst>
        </pc:spChg>
        <pc:grpChg chg="add mod">
          <ac:chgData name="Mengmeng Ge" userId="bb5bc401-97cb-4caf-9857-8ff441375414" providerId="ADAL" clId="{0802E168-C7C2-484F-8BF2-1996FC172327}" dt="2024-07-30T01:47:31.807" v="1773" actId="1035"/>
          <ac:grpSpMkLst>
            <pc:docMk/>
            <pc:sldMk cId="930362832" sldId="671"/>
            <ac:grpSpMk id="5" creationId="{629CE07C-7DE3-4259-8384-49FDA17E5C0E}"/>
          </ac:grpSpMkLst>
        </pc:grpChg>
        <pc:grpChg chg="add mod">
          <ac:chgData name="Mengmeng Ge" userId="bb5bc401-97cb-4caf-9857-8ff441375414" providerId="ADAL" clId="{0802E168-C7C2-484F-8BF2-1996FC172327}" dt="2024-07-30T02:35:39.889" v="1882" actId="1076"/>
          <ac:grpSpMkLst>
            <pc:docMk/>
            <pc:sldMk cId="930362832" sldId="671"/>
            <ac:grpSpMk id="653437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0T02:35:39.889" v="1882" actId="1076"/>
          <ac:grpSpMkLst>
            <pc:docMk/>
            <pc:sldMk cId="930362832" sldId="671"/>
            <ac:grpSpMk id="653439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0T02:35:39.889" v="1882" actId="1076"/>
          <ac:grpSpMkLst>
            <pc:docMk/>
            <pc:sldMk cId="930362832" sldId="671"/>
            <ac:grpSpMk id="653448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0T02:35:39.889" v="1882" actId="1076"/>
          <ac:grpSpMkLst>
            <pc:docMk/>
            <pc:sldMk cId="930362832" sldId="671"/>
            <ac:grpSpMk id="653451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0T02:35:39.889" v="1882" actId="1076"/>
          <ac:grpSpMkLst>
            <pc:docMk/>
            <pc:sldMk cId="930362832" sldId="671"/>
            <ac:grpSpMk id="653457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0T02:35:39.889" v="1882" actId="1076"/>
          <ac:grpSpMkLst>
            <pc:docMk/>
            <pc:sldMk cId="930362832" sldId="671"/>
            <ac:grpSpMk id="653463" creationId="{00000000-0000-0000-0000-000000000000}"/>
          </ac:grpSpMkLst>
        </pc:grpChg>
        <pc:grpChg chg="mod">
          <ac:chgData name="Mengmeng Ge" userId="bb5bc401-97cb-4caf-9857-8ff441375414" providerId="ADAL" clId="{0802E168-C7C2-484F-8BF2-1996FC172327}" dt="2024-07-30T02:35:39.889" v="1882" actId="1076"/>
          <ac:grpSpMkLst>
            <pc:docMk/>
            <pc:sldMk cId="930362832" sldId="671"/>
            <ac:grpSpMk id="653469" creationId="{00000000-0000-0000-0000-000000000000}"/>
          </ac:grpSpMkLst>
        </pc:grpChg>
      </pc:sldChg>
      <pc:sldChg chg="new del">
        <pc:chgData name="Mengmeng Ge" userId="bb5bc401-97cb-4caf-9857-8ff441375414" providerId="ADAL" clId="{0802E168-C7C2-484F-8BF2-1996FC172327}" dt="2024-07-30T01:53:21.670" v="1838" actId="680"/>
        <pc:sldMkLst>
          <pc:docMk/>
          <pc:sldMk cId="835042119" sldId="672"/>
        </pc:sldMkLst>
      </pc:sldChg>
      <pc:sldChg chg="addSp modSp add mod modNotesTx">
        <pc:chgData name="Mengmeng Ge" userId="bb5bc401-97cb-4caf-9857-8ff441375414" providerId="ADAL" clId="{0802E168-C7C2-484F-8BF2-1996FC172327}" dt="2024-07-30T02:59:00.133" v="2134" actId="1076"/>
        <pc:sldMkLst>
          <pc:docMk/>
          <pc:sldMk cId="2458842059" sldId="672"/>
        </pc:sldMkLst>
        <pc:spChg chg="mod">
          <ac:chgData name="Mengmeng Ge" userId="bb5bc401-97cb-4caf-9857-8ff441375414" providerId="ADAL" clId="{0802E168-C7C2-484F-8BF2-1996FC172327}" dt="2024-07-30T02:47:19.982" v="2061" actId="14100"/>
          <ac:spMkLst>
            <pc:docMk/>
            <pc:sldMk cId="2458842059" sldId="672"/>
            <ac:spMk id="2" creationId="{CE48134E-ED36-37E4-2F2C-41346A2B3ED1}"/>
          </ac:spMkLst>
        </pc:spChg>
        <pc:spChg chg="add mod">
          <ac:chgData name="Mengmeng Ge" userId="bb5bc401-97cb-4caf-9857-8ff441375414" providerId="ADAL" clId="{0802E168-C7C2-484F-8BF2-1996FC172327}" dt="2024-07-30T02:58:17.972" v="2121" actId="14100"/>
          <ac:spMkLst>
            <pc:docMk/>
            <pc:sldMk cId="2458842059" sldId="672"/>
            <ac:spMk id="3" creationId="{E8CCC431-2FB2-1383-6872-FFD4C5D23767}"/>
          </ac:spMkLst>
        </pc:spChg>
        <pc:spChg chg="mod">
          <ac:chgData name="Mengmeng Ge" userId="bb5bc401-97cb-4caf-9857-8ff441375414" providerId="ADAL" clId="{0802E168-C7C2-484F-8BF2-1996FC172327}" dt="2024-07-30T02:51:23.322" v="2066" actId="1076"/>
          <ac:spMkLst>
            <pc:docMk/>
            <pc:sldMk cId="2458842059" sldId="672"/>
            <ac:spMk id="26" creationId="{62ED877F-00CC-B9B6-FD6A-3A5F7E2E03DA}"/>
          </ac:spMkLst>
        </pc:spChg>
        <pc:spChg chg="add mod">
          <ac:chgData name="Mengmeng Ge" userId="bb5bc401-97cb-4caf-9857-8ff441375414" providerId="ADAL" clId="{0802E168-C7C2-484F-8BF2-1996FC172327}" dt="2024-07-30T02:58:14.079" v="2120" actId="14100"/>
          <ac:spMkLst>
            <pc:docMk/>
            <pc:sldMk cId="2458842059" sldId="672"/>
            <ac:spMk id="44" creationId="{74807821-C8B7-8FCD-1DD4-7E3096712663}"/>
          </ac:spMkLst>
        </pc:spChg>
        <pc:spChg chg="add mod">
          <ac:chgData name="Mengmeng Ge" userId="bb5bc401-97cb-4caf-9857-8ff441375414" providerId="ADAL" clId="{0802E168-C7C2-484F-8BF2-1996FC172327}" dt="2024-07-30T02:58:32.280" v="2126" actId="14100"/>
          <ac:spMkLst>
            <pc:docMk/>
            <pc:sldMk cId="2458842059" sldId="672"/>
            <ac:spMk id="45" creationId="{649202BC-DB0F-74D6-718D-72BAB03D3E84}"/>
          </ac:spMkLst>
        </pc:spChg>
        <pc:spChg chg="add mod">
          <ac:chgData name="Mengmeng Ge" userId="bb5bc401-97cb-4caf-9857-8ff441375414" providerId="ADAL" clId="{0802E168-C7C2-484F-8BF2-1996FC172327}" dt="2024-07-30T02:58:40.333" v="2129" actId="14100"/>
          <ac:spMkLst>
            <pc:docMk/>
            <pc:sldMk cId="2458842059" sldId="672"/>
            <ac:spMk id="46" creationId="{3E58679B-67E2-36E4-89E0-CA9B7B552BA2}"/>
          </ac:spMkLst>
        </pc:spChg>
        <pc:spChg chg="add mod">
          <ac:chgData name="Mengmeng Ge" userId="bb5bc401-97cb-4caf-9857-8ff441375414" providerId="ADAL" clId="{0802E168-C7C2-484F-8BF2-1996FC172327}" dt="2024-07-30T02:58:46.285" v="2130"/>
          <ac:spMkLst>
            <pc:docMk/>
            <pc:sldMk cId="2458842059" sldId="672"/>
            <ac:spMk id="47" creationId="{4AF1ACCD-5D62-C3C7-0297-91F0A880204A}"/>
          </ac:spMkLst>
        </pc:spChg>
        <pc:spChg chg="add mod">
          <ac:chgData name="Mengmeng Ge" userId="bb5bc401-97cb-4caf-9857-8ff441375414" providerId="ADAL" clId="{0802E168-C7C2-484F-8BF2-1996FC172327}" dt="2024-07-30T02:58:55.626" v="2132" actId="1076"/>
          <ac:spMkLst>
            <pc:docMk/>
            <pc:sldMk cId="2458842059" sldId="672"/>
            <ac:spMk id="653433" creationId="{C5325132-C9E9-2F45-4F78-9BBCF3301C53}"/>
          </ac:spMkLst>
        </pc:spChg>
        <pc:spChg chg="add mod">
          <ac:chgData name="Mengmeng Ge" userId="bb5bc401-97cb-4caf-9857-8ff441375414" providerId="ADAL" clId="{0802E168-C7C2-484F-8BF2-1996FC172327}" dt="2024-07-30T02:59:00.133" v="2134" actId="1076"/>
          <ac:spMkLst>
            <pc:docMk/>
            <pc:sldMk cId="2458842059" sldId="672"/>
            <ac:spMk id="653434" creationId="{718B51B5-FE8B-62C4-7F80-97391E34FF8F}"/>
          </ac:spMkLst>
        </pc:spChg>
      </pc:sldChg>
      <pc:sldChg chg="addSp delSp modSp add mod">
        <pc:chgData name="Mengmeng Ge" userId="bb5bc401-97cb-4caf-9857-8ff441375414" providerId="ADAL" clId="{0802E168-C7C2-484F-8BF2-1996FC172327}" dt="2024-07-30T02:57:13.952" v="2115" actId="208"/>
        <pc:sldMkLst>
          <pc:docMk/>
          <pc:sldMk cId="367667272" sldId="673"/>
        </pc:sldMkLst>
        <pc:spChg chg="mod">
          <ac:chgData name="Mengmeng Ge" userId="bb5bc401-97cb-4caf-9857-8ff441375414" providerId="ADAL" clId="{0802E168-C7C2-484F-8BF2-1996FC172327}" dt="2024-07-30T02:47:02.977" v="2050" actId="14100"/>
          <ac:spMkLst>
            <pc:docMk/>
            <pc:sldMk cId="367667272" sldId="673"/>
            <ac:spMk id="2" creationId="{CE48134E-ED36-37E4-2F2C-41346A2B3ED1}"/>
          </ac:spMkLst>
        </pc:spChg>
        <pc:spChg chg="add mod">
          <ac:chgData name="Mengmeng Ge" userId="bb5bc401-97cb-4caf-9857-8ff441375414" providerId="ADAL" clId="{0802E168-C7C2-484F-8BF2-1996FC172327}" dt="2024-07-30T02:55:57.323" v="2089" actId="1035"/>
          <ac:spMkLst>
            <pc:docMk/>
            <pc:sldMk cId="367667272" sldId="673"/>
            <ac:spMk id="3" creationId="{A8296477-7B24-7D5C-7DF8-A9B9DF8E11CD}"/>
          </ac:spMkLst>
        </pc:spChg>
        <pc:spChg chg="del">
          <ac:chgData name="Mengmeng Ge" userId="bb5bc401-97cb-4caf-9857-8ff441375414" providerId="ADAL" clId="{0802E168-C7C2-484F-8BF2-1996FC172327}" dt="2024-07-30T02:36:21.390" v="1884" actId="478"/>
          <ac:spMkLst>
            <pc:docMk/>
            <pc:sldMk cId="367667272" sldId="673"/>
            <ac:spMk id="21" creationId="{A097CFAA-26D2-64CA-A344-A2D458514642}"/>
          </ac:spMkLst>
        </pc:spChg>
        <pc:spChg chg="del">
          <ac:chgData name="Mengmeng Ge" userId="bb5bc401-97cb-4caf-9857-8ff441375414" providerId="ADAL" clId="{0802E168-C7C2-484F-8BF2-1996FC172327}" dt="2024-07-30T02:36:21.390" v="1884" actId="478"/>
          <ac:spMkLst>
            <pc:docMk/>
            <pc:sldMk cId="367667272" sldId="673"/>
            <ac:spMk id="22" creationId="{9CA4E454-5D1A-6158-061C-744C3FF056D7}"/>
          </ac:spMkLst>
        </pc:spChg>
        <pc:spChg chg="del">
          <ac:chgData name="Mengmeng Ge" userId="bb5bc401-97cb-4caf-9857-8ff441375414" providerId="ADAL" clId="{0802E168-C7C2-484F-8BF2-1996FC172327}" dt="2024-07-30T02:36:21.390" v="1884" actId="478"/>
          <ac:spMkLst>
            <pc:docMk/>
            <pc:sldMk cId="367667272" sldId="673"/>
            <ac:spMk id="23" creationId="{7C459D3D-8374-F0B7-F43A-B6098FAA7946}"/>
          </ac:spMkLst>
        </pc:spChg>
        <pc:spChg chg="del">
          <ac:chgData name="Mengmeng Ge" userId="bb5bc401-97cb-4caf-9857-8ff441375414" providerId="ADAL" clId="{0802E168-C7C2-484F-8BF2-1996FC172327}" dt="2024-07-30T02:36:21.390" v="1884" actId="478"/>
          <ac:spMkLst>
            <pc:docMk/>
            <pc:sldMk cId="367667272" sldId="673"/>
            <ac:spMk id="24" creationId="{1DCB7AF1-4A35-01B9-7164-ABD269F68B2B}"/>
          </ac:spMkLst>
        </pc:spChg>
        <pc:spChg chg="del">
          <ac:chgData name="Mengmeng Ge" userId="bb5bc401-97cb-4caf-9857-8ff441375414" providerId="ADAL" clId="{0802E168-C7C2-484F-8BF2-1996FC172327}" dt="2024-07-30T02:36:21.390" v="1884" actId="478"/>
          <ac:spMkLst>
            <pc:docMk/>
            <pc:sldMk cId="367667272" sldId="673"/>
            <ac:spMk id="25" creationId="{C888D832-6A4B-569B-99FD-2685C2FCC1B4}"/>
          </ac:spMkLst>
        </pc:spChg>
        <pc:spChg chg="del">
          <ac:chgData name="Mengmeng Ge" userId="bb5bc401-97cb-4caf-9857-8ff441375414" providerId="ADAL" clId="{0802E168-C7C2-484F-8BF2-1996FC172327}" dt="2024-07-30T02:36:21.390" v="1884" actId="478"/>
          <ac:spMkLst>
            <pc:docMk/>
            <pc:sldMk cId="367667272" sldId="673"/>
            <ac:spMk id="26" creationId="{62ED877F-00CC-B9B6-FD6A-3A5F7E2E03DA}"/>
          </ac:spMkLst>
        </pc:spChg>
        <pc:spChg chg="del">
          <ac:chgData name="Mengmeng Ge" userId="bb5bc401-97cb-4caf-9857-8ff441375414" providerId="ADAL" clId="{0802E168-C7C2-484F-8BF2-1996FC172327}" dt="2024-07-30T02:36:21.390" v="1884" actId="478"/>
          <ac:spMkLst>
            <pc:docMk/>
            <pc:sldMk cId="367667272" sldId="673"/>
            <ac:spMk id="27" creationId="{5A8EA3B6-972C-253E-38B8-2D871B490262}"/>
          </ac:spMkLst>
        </pc:spChg>
        <pc:spChg chg="del">
          <ac:chgData name="Mengmeng Ge" userId="bb5bc401-97cb-4caf-9857-8ff441375414" providerId="ADAL" clId="{0802E168-C7C2-484F-8BF2-1996FC172327}" dt="2024-07-30T02:36:21.390" v="1884" actId="478"/>
          <ac:spMkLst>
            <pc:docMk/>
            <pc:sldMk cId="367667272" sldId="673"/>
            <ac:spMk id="28" creationId="{17AA0133-6414-4234-6344-16E0A2D165AE}"/>
          </ac:spMkLst>
        </pc:spChg>
        <pc:spChg chg="del">
          <ac:chgData name="Mengmeng Ge" userId="bb5bc401-97cb-4caf-9857-8ff441375414" providerId="ADAL" clId="{0802E168-C7C2-484F-8BF2-1996FC172327}" dt="2024-07-30T02:36:21.390" v="1884" actId="478"/>
          <ac:spMkLst>
            <pc:docMk/>
            <pc:sldMk cId="367667272" sldId="673"/>
            <ac:spMk id="29" creationId="{0DBC93B7-3A24-15D1-E495-EBE32385AB41}"/>
          </ac:spMkLst>
        </pc:spChg>
        <pc:spChg chg="del">
          <ac:chgData name="Mengmeng Ge" userId="bb5bc401-97cb-4caf-9857-8ff441375414" providerId="ADAL" clId="{0802E168-C7C2-484F-8BF2-1996FC172327}" dt="2024-07-30T02:36:21.390" v="1884" actId="478"/>
          <ac:spMkLst>
            <pc:docMk/>
            <pc:sldMk cId="367667272" sldId="673"/>
            <ac:spMk id="41" creationId="{D31309CD-817E-ADD4-AD3C-75BE932F9128}"/>
          </ac:spMkLst>
        </pc:spChg>
        <pc:spChg chg="del">
          <ac:chgData name="Mengmeng Ge" userId="bb5bc401-97cb-4caf-9857-8ff441375414" providerId="ADAL" clId="{0802E168-C7C2-484F-8BF2-1996FC172327}" dt="2024-07-30T02:36:21.390" v="1884" actId="478"/>
          <ac:spMkLst>
            <pc:docMk/>
            <pc:sldMk cId="367667272" sldId="673"/>
            <ac:spMk id="42" creationId="{8963F36B-3184-824A-C2CE-C32A439AAAE9}"/>
          </ac:spMkLst>
        </pc:spChg>
        <pc:spChg chg="add mod">
          <ac:chgData name="Mengmeng Ge" userId="bb5bc401-97cb-4caf-9857-8ff441375414" providerId="ADAL" clId="{0802E168-C7C2-484F-8BF2-1996FC172327}" dt="2024-07-30T02:55:34.374" v="2086" actId="208"/>
          <ac:spMkLst>
            <pc:docMk/>
            <pc:sldMk cId="367667272" sldId="673"/>
            <ac:spMk id="44" creationId="{22D5500C-B281-895E-8365-C412669ED178}"/>
          </ac:spMkLst>
        </pc:spChg>
        <pc:spChg chg="add mod">
          <ac:chgData name="Mengmeng Ge" userId="bb5bc401-97cb-4caf-9857-8ff441375414" providerId="ADAL" clId="{0802E168-C7C2-484F-8BF2-1996FC172327}" dt="2024-07-30T02:56:15.022" v="2106" actId="1036"/>
          <ac:spMkLst>
            <pc:docMk/>
            <pc:sldMk cId="367667272" sldId="673"/>
            <ac:spMk id="45" creationId="{22B8D5F2-1461-3177-6CD2-1036DEA02D19}"/>
          </ac:spMkLst>
        </pc:spChg>
        <pc:spChg chg="add mod">
          <ac:chgData name="Mengmeng Ge" userId="bb5bc401-97cb-4caf-9857-8ff441375414" providerId="ADAL" clId="{0802E168-C7C2-484F-8BF2-1996FC172327}" dt="2024-07-30T02:45:06.720" v="2038" actId="14100"/>
          <ac:spMkLst>
            <pc:docMk/>
            <pc:sldMk cId="367667272" sldId="673"/>
            <ac:spMk id="46" creationId="{83164A83-698C-5802-2B27-63F55504EE19}"/>
          </ac:spMkLst>
        </pc:spChg>
        <pc:spChg chg="add mod">
          <ac:chgData name="Mengmeng Ge" userId="bb5bc401-97cb-4caf-9857-8ff441375414" providerId="ADAL" clId="{0802E168-C7C2-484F-8BF2-1996FC172327}" dt="2024-07-30T02:44:44.745" v="2028" actId="14100"/>
          <ac:spMkLst>
            <pc:docMk/>
            <pc:sldMk cId="367667272" sldId="673"/>
            <ac:spMk id="47" creationId="{6C21C8C7-64E3-419C-0D1F-E6A8F4C7C4DD}"/>
          </ac:spMkLst>
        </pc:spChg>
        <pc:spChg chg="del">
          <ac:chgData name="Mengmeng Ge" userId="bb5bc401-97cb-4caf-9857-8ff441375414" providerId="ADAL" clId="{0802E168-C7C2-484F-8BF2-1996FC172327}" dt="2024-07-30T02:36:21.390" v="1884" actId="478"/>
          <ac:spMkLst>
            <pc:docMk/>
            <pc:sldMk cId="367667272" sldId="673"/>
            <ac:spMk id="653383" creationId="{98D52B9E-7A31-983C-CF4A-469F0A7E54A6}"/>
          </ac:spMkLst>
        </pc:spChg>
        <pc:spChg chg="del">
          <ac:chgData name="Mengmeng Ge" userId="bb5bc401-97cb-4caf-9857-8ff441375414" providerId="ADAL" clId="{0802E168-C7C2-484F-8BF2-1996FC172327}" dt="2024-07-30T02:36:21.390" v="1884" actId="478"/>
          <ac:spMkLst>
            <pc:docMk/>
            <pc:sldMk cId="367667272" sldId="673"/>
            <ac:spMk id="653384" creationId="{51B889CF-3B16-4DED-5C02-26A1460BE6AA}"/>
          </ac:spMkLst>
        </pc:spChg>
        <pc:spChg chg="del">
          <ac:chgData name="Mengmeng Ge" userId="bb5bc401-97cb-4caf-9857-8ff441375414" providerId="ADAL" clId="{0802E168-C7C2-484F-8BF2-1996FC172327}" dt="2024-07-30T02:36:21.390" v="1884" actId="478"/>
          <ac:spMkLst>
            <pc:docMk/>
            <pc:sldMk cId="367667272" sldId="673"/>
            <ac:spMk id="653385" creationId="{C0D438E0-5A96-C37F-8450-271883765E8A}"/>
          </ac:spMkLst>
        </pc:spChg>
        <pc:spChg chg="del">
          <ac:chgData name="Mengmeng Ge" userId="bb5bc401-97cb-4caf-9857-8ff441375414" providerId="ADAL" clId="{0802E168-C7C2-484F-8BF2-1996FC172327}" dt="2024-07-30T02:36:21.390" v="1884" actId="478"/>
          <ac:spMkLst>
            <pc:docMk/>
            <pc:sldMk cId="367667272" sldId="673"/>
            <ac:spMk id="653386" creationId="{6EBC108D-6B45-3237-8070-65C0CECF3EE0}"/>
          </ac:spMkLst>
        </pc:spChg>
        <pc:spChg chg="del">
          <ac:chgData name="Mengmeng Ge" userId="bb5bc401-97cb-4caf-9857-8ff441375414" providerId="ADAL" clId="{0802E168-C7C2-484F-8BF2-1996FC172327}" dt="2024-07-30T02:36:21.390" v="1884" actId="478"/>
          <ac:spMkLst>
            <pc:docMk/>
            <pc:sldMk cId="367667272" sldId="673"/>
            <ac:spMk id="653387" creationId="{3EBEC87E-B28D-0DB5-97FA-73E69A3EFF65}"/>
          </ac:spMkLst>
        </pc:spChg>
        <pc:spChg chg="del">
          <ac:chgData name="Mengmeng Ge" userId="bb5bc401-97cb-4caf-9857-8ff441375414" providerId="ADAL" clId="{0802E168-C7C2-484F-8BF2-1996FC172327}" dt="2024-07-30T02:36:21.390" v="1884" actId="478"/>
          <ac:spMkLst>
            <pc:docMk/>
            <pc:sldMk cId="367667272" sldId="673"/>
            <ac:spMk id="653388" creationId="{9BEF6B3A-17A8-34CD-F23E-0C9FB3AD446E}"/>
          </ac:spMkLst>
        </pc:spChg>
        <pc:spChg chg="del">
          <ac:chgData name="Mengmeng Ge" userId="bb5bc401-97cb-4caf-9857-8ff441375414" providerId="ADAL" clId="{0802E168-C7C2-484F-8BF2-1996FC172327}" dt="2024-07-30T02:36:21.390" v="1884" actId="478"/>
          <ac:spMkLst>
            <pc:docMk/>
            <pc:sldMk cId="367667272" sldId="673"/>
            <ac:spMk id="653389" creationId="{BA02E210-AC99-D62D-BF27-57A19872A260}"/>
          </ac:spMkLst>
        </pc:spChg>
        <pc:spChg chg="del">
          <ac:chgData name="Mengmeng Ge" userId="bb5bc401-97cb-4caf-9857-8ff441375414" providerId="ADAL" clId="{0802E168-C7C2-484F-8BF2-1996FC172327}" dt="2024-07-30T02:36:21.390" v="1884" actId="478"/>
          <ac:spMkLst>
            <pc:docMk/>
            <pc:sldMk cId="367667272" sldId="673"/>
            <ac:spMk id="653390" creationId="{6568A650-2363-C8BE-29A4-4D54B045C119}"/>
          </ac:spMkLst>
        </pc:spChg>
        <pc:spChg chg="del">
          <ac:chgData name="Mengmeng Ge" userId="bb5bc401-97cb-4caf-9857-8ff441375414" providerId="ADAL" clId="{0802E168-C7C2-484F-8BF2-1996FC172327}" dt="2024-07-30T02:36:21.390" v="1884" actId="478"/>
          <ac:spMkLst>
            <pc:docMk/>
            <pc:sldMk cId="367667272" sldId="673"/>
            <ac:spMk id="653391" creationId="{C0E6ADA1-BAEA-A567-8B3C-61023227C3AF}"/>
          </ac:spMkLst>
        </pc:spChg>
        <pc:spChg chg="del">
          <ac:chgData name="Mengmeng Ge" userId="bb5bc401-97cb-4caf-9857-8ff441375414" providerId="ADAL" clId="{0802E168-C7C2-484F-8BF2-1996FC172327}" dt="2024-07-30T02:36:25.871" v="1885" actId="478"/>
          <ac:spMkLst>
            <pc:docMk/>
            <pc:sldMk cId="367667272" sldId="673"/>
            <ac:spMk id="653392" creationId="{EB30538E-093E-5583-E274-87C224168ADB}"/>
          </ac:spMkLst>
        </pc:spChg>
        <pc:spChg chg="del">
          <ac:chgData name="Mengmeng Ge" userId="bb5bc401-97cb-4caf-9857-8ff441375414" providerId="ADAL" clId="{0802E168-C7C2-484F-8BF2-1996FC172327}" dt="2024-07-30T02:36:21.390" v="1884" actId="478"/>
          <ac:spMkLst>
            <pc:docMk/>
            <pc:sldMk cId="367667272" sldId="673"/>
            <ac:spMk id="653393" creationId="{41F54218-0AAD-9C2D-3FB6-A37B7D563C0B}"/>
          </ac:spMkLst>
        </pc:spChg>
        <pc:spChg chg="del">
          <ac:chgData name="Mengmeng Ge" userId="bb5bc401-97cb-4caf-9857-8ff441375414" providerId="ADAL" clId="{0802E168-C7C2-484F-8BF2-1996FC172327}" dt="2024-07-30T02:36:21.390" v="1884" actId="478"/>
          <ac:spMkLst>
            <pc:docMk/>
            <pc:sldMk cId="367667272" sldId="673"/>
            <ac:spMk id="653394" creationId="{6FB78DDB-3254-BA64-7DA1-65737ACE696D}"/>
          </ac:spMkLst>
        </pc:spChg>
        <pc:spChg chg="del">
          <ac:chgData name="Mengmeng Ge" userId="bb5bc401-97cb-4caf-9857-8ff441375414" providerId="ADAL" clId="{0802E168-C7C2-484F-8BF2-1996FC172327}" dt="2024-07-30T02:36:21.390" v="1884" actId="478"/>
          <ac:spMkLst>
            <pc:docMk/>
            <pc:sldMk cId="367667272" sldId="673"/>
            <ac:spMk id="653395" creationId="{CFCA691C-FBCF-F2E1-8518-6FB28FBF8645}"/>
          </ac:spMkLst>
        </pc:spChg>
        <pc:spChg chg="del">
          <ac:chgData name="Mengmeng Ge" userId="bb5bc401-97cb-4caf-9857-8ff441375414" providerId="ADAL" clId="{0802E168-C7C2-484F-8BF2-1996FC172327}" dt="2024-07-30T02:36:21.390" v="1884" actId="478"/>
          <ac:spMkLst>
            <pc:docMk/>
            <pc:sldMk cId="367667272" sldId="673"/>
            <ac:spMk id="653396" creationId="{37166352-09D2-98F5-D541-0671C97BE8C3}"/>
          </ac:spMkLst>
        </pc:spChg>
        <pc:spChg chg="del">
          <ac:chgData name="Mengmeng Ge" userId="bb5bc401-97cb-4caf-9857-8ff441375414" providerId="ADAL" clId="{0802E168-C7C2-484F-8BF2-1996FC172327}" dt="2024-07-30T02:36:25.871" v="1885" actId="478"/>
          <ac:spMkLst>
            <pc:docMk/>
            <pc:sldMk cId="367667272" sldId="673"/>
            <ac:spMk id="653397" creationId="{8600DD1A-6FCE-1F4C-1948-CED7411EF366}"/>
          </ac:spMkLst>
        </pc:spChg>
        <pc:spChg chg="del">
          <ac:chgData name="Mengmeng Ge" userId="bb5bc401-97cb-4caf-9857-8ff441375414" providerId="ADAL" clId="{0802E168-C7C2-484F-8BF2-1996FC172327}" dt="2024-07-30T02:36:21.390" v="1884" actId="478"/>
          <ac:spMkLst>
            <pc:docMk/>
            <pc:sldMk cId="367667272" sldId="673"/>
            <ac:spMk id="653398" creationId="{761A506F-797D-AC62-C536-11E801F2C983}"/>
          </ac:spMkLst>
        </pc:spChg>
        <pc:spChg chg="del">
          <ac:chgData name="Mengmeng Ge" userId="bb5bc401-97cb-4caf-9857-8ff441375414" providerId="ADAL" clId="{0802E168-C7C2-484F-8BF2-1996FC172327}" dt="2024-07-30T02:36:21.390" v="1884" actId="478"/>
          <ac:spMkLst>
            <pc:docMk/>
            <pc:sldMk cId="367667272" sldId="673"/>
            <ac:spMk id="653399" creationId="{709B26B8-A46E-5C0E-D024-976929C8873E}"/>
          </ac:spMkLst>
        </pc:spChg>
        <pc:spChg chg="del">
          <ac:chgData name="Mengmeng Ge" userId="bb5bc401-97cb-4caf-9857-8ff441375414" providerId="ADAL" clId="{0802E168-C7C2-484F-8BF2-1996FC172327}" dt="2024-07-30T02:36:21.390" v="1884" actId="478"/>
          <ac:spMkLst>
            <pc:docMk/>
            <pc:sldMk cId="367667272" sldId="673"/>
            <ac:spMk id="653400" creationId="{34EB1783-17A1-0D42-3E97-41AB4E4C0CA8}"/>
          </ac:spMkLst>
        </pc:spChg>
        <pc:spChg chg="mod">
          <ac:chgData name="Mengmeng Ge" userId="bb5bc401-97cb-4caf-9857-8ff441375414" providerId="ADAL" clId="{0802E168-C7C2-484F-8BF2-1996FC172327}" dt="2024-07-30T02:44:48.771" v="2030" actId="1076"/>
          <ac:spMkLst>
            <pc:docMk/>
            <pc:sldMk cId="367667272" sldId="673"/>
            <ac:spMk id="653420" creationId="{FD9668A8-DA60-5D1B-034A-032EF1EE5E83}"/>
          </ac:spMkLst>
        </pc:spChg>
        <pc:spChg chg="mod">
          <ac:chgData name="Mengmeng Ge" userId="bb5bc401-97cb-4caf-9857-8ff441375414" providerId="ADAL" clId="{0802E168-C7C2-484F-8BF2-1996FC172327}" dt="2024-07-30T02:37:00.106" v="1892" actId="14100"/>
          <ac:spMkLst>
            <pc:docMk/>
            <pc:sldMk cId="367667272" sldId="673"/>
            <ac:spMk id="653425" creationId="{24D96556-F2EA-4AF8-B0C1-B4B481CD458B}"/>
          </ac:spMkLst>
        </pc:spChg>
        <pc:spChg chg="del">
          <ac:chgData name="Mengmeng Ge" userId="bb5bc401-97cb-4caf-9857-8ff441375414" providerId="ADAL" clId="{0802E168-C7C2-484F-8BF2-1996FC172327}" dt="2024-07-30T02:36:21.390" v="1884" actId="478"/>
          <ac:spMkLst>
            <pc:docMk/>
            <pc:sldMk cId="367667272" sldId="673"/>
            <ac:spMk id="653429" creationId="{1CF9A60D-69D0-200E-4C97-46DD0B8865A2}"/>
          </ac:spMkLst>
        </pc:spChg>
        <pc:spChg chg="del">
          <ac:chgData name="Mengmeng Ge" userId="bb5bc401-97cb-4caf-9857-8ff441375414" providerId="ADAL" clId="{0802E168-C7C2-484F-8BF2-1996FC172327}" dt="2024-07-30T02:36:27.677" v="1886" actId="478"/>
          <ac:spMkLst>
            <pc:docMk/>
            <pc:sldMk cId="367667272" sldId="673"/>
            <ac:spMk id="653430" creationId="{36180A4A-332C-F5ED-3327-0761AEAEE5EA}"/>
          </ac:spMkLst>
        </pc:spChg>
        <pc:spChg chg="del">
          <ac:chgData name="Mengmeng Ge" userId="bb5bc401-97cb-4caf-9857-8ff441375414" providerId="ADAL" clId="{0802E168-C7C2-484F-8BF2-1996FC172327}" dt="2024-07-30T02:36:21.390" v="1884" actId="478"/>
          <ac:spMkLst>
            <pc:docMk/>
            <pc:sldMk cId="367667272" sldId="673"/>
            <ac:spMk id="653431" creationId="{32F1A26A-CEED-8FFB-AFB1-7F7FE097981B}"/>
          </ac:spMkLst>
        </pc:spChg>
        <pc:spChg chg="del">
          <ac:chgData name="Mengmeng Ge" userId="bb5bc401-97cb-4caf-9857-8ff441375414" providerId="ADAL" clId="{0802E168-C7C2-484F-8BF2-1996FC172327}" dt="2024-07-30T02:36:21.390" v="1884" actId="478"/>
          <ac:spMkLst>
            <pc:docMk/>
            <pc:sldMk cId="367667272" sldId="673"/>
            <ac:spMk id="653432" creationId="{A6C2ABFB-9CFB-77BD-26C8-5F43FB6DD55B}"/>
          </ac:spMkLst>
        </pc:spChg>
        <pc:spChg chg="add mod">
          <ac:chgData name="Mengmeng Ge" userId="bb5bc401-97cb-4caf-9857-8ff441375414" providerId="ADAL" clId="{0802E168-C7C2-484F-8BF2-1996FC172327}" dt="2024-07-30T02:44:40.151" v="2026" actId="1076"/>
          <ac:spMkLst>
            <pc:docMk/>
            <pc:sldMk cId="367667272" sldId="673"/>
            <ac:spMk id="653433" creationId="{305DAAA9-E393-8156-6E59-E6BD04C00AC0}"/>
          </ac:spMkLst>
        </pc:spChg>
        <pc:spChg chg="add mod">
          <ac:chgData name="Mengmeng Ge" userId="bb5bc401-97cb-4caf-9857-8ff441375414" providerId="ADAL" clId="{0802E168-C7C2-484F-8BF2-1996FC172327}" dt="2024-07-30T02:44:51.952" v="2036" actId="1038"/>
          <ac:spMkLst>
            <pc:docMk/>
            <pc:sldMk cId="367667272" sldId="673"/>
            <ac:spMk id="653434" creationId="{E95156D1-800F-549F-A5DA-9CE87A5AE78A}"/>
          </ac:spMkLst>
        </pc:spChg>
        <pc:spChg chg="add mod">
          <ac:chgData name="Mengmeng Ge" userId="bb5bc401-97cb-4caf-9857-8ff441375414" providerId="ADAL" clId="{0802E168-C7C2-484F-8BF2-1996FC172327}" dt="2024-07-30T02:54:06.875" v="2070" actId="1076"/>
          <ac:spMkLst>
            <pc:docMk/>
            <pc:sldMk cId="367667272" sldId="673"/>
            <ac:spMk id="653435" creationId="{70D1A9C8-A44E-8AD6-DA50-0874808D0504}"/>
          </ac:spMkLst>
        </pc:spChg>
        <pc:spChg chg="add mod">
          <ac:chgData name="Mengmeng Ge" userId="bb5bc401-97cb-4caf-9857-8ff441375414" providerId="ADAL" clId="{0802E168-C7C2-484F-8BF2-1996FC172327}" dt="2024-07-30T02:55:41.567" v="2087" actId="208"/>
          <ac:spMkLst>
            <pc:docMk/>
            <pc:sldMk cId="367667272" sldId="673"/>
            <ac:spMk id="653436" creationId="{E44117F3-76EC-3FB9-F85D-51ED7CCB7A89}"/>
          </ac:spMkLst>
        </pc:spChg>
        <pc:spChg chg="add mod">
          <ac:chgData name="Mengmeng Ge" userId="bb5bc401-97cb-4caf-9857-8ff441375414" providerId="ADAL" clId="{0802E168-C7C2-484F-8BF2-1996FC172327}" dt="2024-07-30T02:54:33.709" v="2075" actId="14100"/>
          <ac:spMkLst>
            <pc:docMk/>
            <pc:sldMk cId="367667272" sldId="673"/>
            <ac:spMk id="653472" creationId="{F783B4FA-1213-4BF9-FAAE-5DF278CDB6F7}"/>
          </ac:spMkLst>
        </pc:spChg>
        <pc:spChg chg="add mod">
          <ac:chgData name="Mengmeng Ge" userId="bb5bc401-97cb-4caf-9857-8ff441375414" providerId="ADAL" clId="{0802E168-C7C2-484F-8BF2-1996FC172327}" dt="2024-07-30T02:54:40.683" v="2078" actId="14100"/>
          <ac:spMkLst>
            <pc:docMk/>
            <pc:sldMk cId="367667272" sldId="673"/>
            <ac:spMk id="653477" creationId="{FFC12115-FCB7-4634-B02C-F2E14BC366A9}"/>
          </ac:spMkLst>
        </pc:spChg>
        <pc:spChg chg="add mod">
          <ac:chgData name="Mengmeng Ge" userId="bb5bc401-97cb-4caf-9857-8ff441375414" providerId="ADAL" clId="{0802E168-C7C2-484F-8BF2-1996FC172327}" dt="2024-07-30T02:55:06.861" v="2085" actId="14100"/>
          <ac:spMkLst>
            <pc:docMk/>
            <pc:sldMk cId="367667272" sldId="673"/>
            <ac:spMk id="653478" creationId="{F6620FB7-7292-6C7F-0ECE-CCB0BE9E6F0A}"/>
          </ac:spMkLst>
        </pc:spChg>
        <pc:spChg chg="add mod">
          <ac:chgData name="Mengmeng Ge" userId="bb5bc401-97cb-4caf-9857-8ff441375414" providerId="ADAL" clId="{0802E168-C7C2-484F-8BF2-1996FC172327}" dt="2024-07-30T02:55:01.905" v="2084" actId="14100"/>
          <ac:spMkLst>
            <pc:docMk/>
            <pc:sldMk cId="367667272" sldId="673"/>
            <ac:spMk id="653479" creationId="{087042BD-9A13-6BA9-B5D3-9A814A5D6E0C}"/>
          </ac:spMkLst>
        </pc:spChg>
        <pc:spChg chg="add mod">
          <ac:chgData name="Mengmeng Ge" userId="bb5bc401-97cb-4caf-9857-8ff441375414" providerId="ADAL" clId="{0802E168-C7C2-484F-8BF2-1996FC172327}" dt="2024-07-30T02:56:15.022" v="2106" actId="1036"/>
          <ac:spMkLst>
            <pc:docMk/>
            <pc:sldMk cId="367667272" sldId="673"/>
            <ac:spMk id="653480" creationId="{00000000-0000-0000-0000-000000000000}"/>
          </ac:spMkLst>
        </pc:spChg>
        <pc:spChg chg="add mod">
          <ac:chgData name="Mengmeng Ge" userId="bb5bc401-97cb-4caf-9857-8ff441375414" providerId="ADAL" clId="{0802E168-C7C2-484F-8BF2-1996FC172327}" dt="2024-07-30T02:57:13.952" v="2115" actId="208"/>
          <ac:spMkLst>
            <pc:docMk/>
            <pc:sldMk cId="367667272" sldId="673"/>
            <ac:spMk id="653481" creationId="{90C8BB5C-8011-ADCB-6286-7B9A42E052D7}"/>
          </ac:spMkLst>
        </pc:spChg>
        <pc:spChg chg="add del mod">
          <ac:chgData name="Mengmeng Ge" userId="bb5bc401-97cb-4caf-9857-8ff441375414" providerId="ADAL" clId="{0802E168-C7C2-484F-8BF2-1996FC172327}" dt="2024-07-30T02:43:50.464" v="2022" actId="478"/>
          <ac:spMkLst>
            <pc:docMk/>
            <pc:sldMk cId="367667272" sldId="673"/>
            <ac:spMk id="653482" creationId="{00000000-0000-0000-0000-000000000000}"/>
          </ac:spMkLst>
        </pc:spChg>
        <pc:spChg chg="mod">
          <ac:chgData name="Mengmeng Ge" userId="bb5bc401-97cb-4caf-9857-8ff441375414" providerId="ADAL" clId="{0802E168-C7C2-484F-8BF2-1996FC172327}" dt="2024-07-30T02:36:31.949" v="1887" actId="14100"/>
          <ac:spMkLst>
            <pc:docMk/>
            <pc:sldMk cId="367667272" sldId="673"/>
            <ac:spMk id="653483" creationId="{B75E3A50-E2E4-EAA1-6A18-7DB858299C1F}"/>
          </ac:spMkLst>
        </pc:spChg>
        <pc:spChg chg="mod">
          <ac:chgData name="Mengmeng Ge" userId="bb5bc401-97cb-4caf-9857-8ff441375414" providerId="ADAL" clId="{0802E168-C7C2-484F-8BF2-1996FC172327}" dt="2024-07-30T02:37:06.211" v="1893" actId="14100"/>
          <ac:spMkLst>
            <pc:docMk/>
            <pc:sldMk cId="367667272" sldId="673"/>
            <ac:spMk id="653484" creationId="{114B9B8E-9EB2-085D-83EE-E573BCED0592}"/>
          </ac:spMkLst>
        </pc:spChg>
        <pc:spChg chg="mod">
          <ac:chgData name="Mengmeng Ge" userId="bb5bc401-97cb-4caf-9857-8ff441375414" providerId="ADAL" clId="{0802E168-C7C2-484F-8BF2-1996FC172327}" dt="2024-07-30T02:36:40.065" v="1889" actId="14100"/>
          <ac:spMkLst>
            <pc:docMk/>
            <pc:sldMk cId="367667272" sldId="673"/>
            <ac:spMk id="653485" creationId="{E9CE8018-74FA-9D45-228E-01754079551F}"/>
          </ac:spMkLst>
        </pc:spChg>
      </pc:sldChg>
      <pc:sldChg chg="addSp delSp modSp add mod delAnim modAnim modNotesTx">
        <pc:chgData name="Mengmeng Ge" userId="bb5bc401-97cb-4caf-9857-8ff441375414" providerId="ADAL" clId="{0802E168-C7C2-484F-8BF2-1996FC172327}" dt="2024-07-31T03:10:35.890" v="4017" actId="20577"/>
        <pc:sldMkLst>
          <pc:docMk/>
          <pc:sldMk cId="3822974861" sldId="674"/>
        </pc:sldMkLst>
        <pc:spChg chg="mod">
          <ac:chgData name="Mengmeng Ge" userId="bb5bc401-97cb-4caf-9857-8ff441375414" providerId="ADAL" clId="{0802E168-C7C2-484F-8BF2-1996FC172327}" dt="2024-07-31T03:10:35.890" v="4017" actId="20577"/>
          <ac:spMkLst>
            <pc:docMk/>
            <pc:sldMk cId="3822974861" sldId="674"/>
            <ac:spMk id="2" creationId="{1B0AE624-6F57-6D57-F04D-AA0EED9285E9}"/>
          </ac:spMkLst>
        </pc:spChg>
        <pc:spChg chg="del mod">
          <ac:chgData name="Mengmeng Ge" userId="bb5bc401-97cb-4caf-9857-8ff441375414" providerId="ADAL" clId="{0802E168-C7C2-484F-8BF2-1996FC172327}" dt="2024-07-31T01:02:55.484" v="3041" actId="478"/>
          <ac:spMkLst>
            <pc:docMk/>
            <pc:sldMk cId="3822974861" sldId="674"/>
            <ac:spMk id="5" creationId="{00000000-0000-0000-0000-000000000000}"/>
          </ac:spMkLst>
        </pc:spChg>
        <pc:spChg chg="add mod">
          <ac:chgData name="Mengmeng Ge" userId="bb5bc401-97cb-4caf-9857-8ff441375414" providerId="ADAL" clId="{0802E168-C7C2-484F-8BF2-1996FC172327}" dt="2024-07-31T02:56:10.086" v="3734" actId="1076"/>
          <ac:spMkLst>
            <pc:docMk/>
            <pc:sldMk cId="3822974861" sldId="674"/>
            <ac:spMk id="7" creationId="{8B941202-3A56-9D36-FA58-34A13C64A8CB}"/>
          </ac:spMkLst>
        </pc:spChg>
        <pc:spChg chg="add mod">
          <ac:chgData name="Mengmeng Ge" userId="bb5bc401-97cb-4caf-9857-8ff441375414" providerId="ADAL" clId="{0802E168-C7C2-484F-8BF2-1996FC172327}" dt="2024-07-31T02:56:10.086" v="3734" actId="1076"/>
          <ac:spMkLst>
            <pc:docMk/>
            <pc:sldMk cId="3822974861" sldId="674"/>
            <ac:spMk id="8" creationId="{D38CB699-2C0F-4C7E-4D44-F20E224E15F8}"/>
          </ac:spMkLst>
        </pc:spChg>
        <pc:spChg chg="add mod">
          <ac:chgData name="Mengmeng Ge" userId="bb5bc401-97cb-4caf-9857-8ff441375414" providerId="ADAL" clId="{0802E168-C7C2-484F-8BF2-1996FC172327}" dt="2024-07-31T02:57:51.289" v="3756" actId="1037"/>
          <ac:spMkLst>
            <pc:docMk/>
            <pc:sldMk cId="3822974861" sldId="674"/>
            <ac:spMk id="9" creationId="{3A20D37C-AFF4-5AD8-F4EB-E1D357292DC6}"/>
          </ac:spMkLst>
        </pc:spChg>
        <pc:spChg chg="add mod">
          <ac:chgData name="Mengmeng Ge" userId="bb5bc401-97cb-4caf-9857-8ff441375414" providerId="ADAL" clId="{0802E168-C7C2-484F-8BF2-1996FC172327}" dt="2024-07-31T03:00:16.443" v="3807" actId="1038"/>
          <ac:spMkLst>
            <pc:docMk/>
            <pc:sldMk cId="3822974861" sldId="674"/>
            <ac:spMk id="10" creationId="{3CCFE06A-88B8-62FF-32B3-CF14FD973030}"/>
          </ac:spMkLst>
        </pc:spChg>
        <pc:spChg chg="add del mod">
          <ac:chgData name="Mengmeng Ge" userId="bb5bc401-97cb-4caf-9857-8ff441375414" providerId="ADAL" clId="{0802E168-C7C2-484F-8BF2-1996FC172327}" dt="2024-07-31T02:57:03.698" v="3742" actId="478"/>
          <ac:spMkLst>
            <pc:docMk/>
            <pc:sldMk cId="3822974861" sldId="674"/>
            <ac:spMk id="11" creationId="{62FBAAB4-F2BA-2F2B-5FF3-713C8C619CB4}"/>
          </ac:spMkLst>
        </pc:spChg>
        <pc:spChg chg="mod">
          <ac:chgData name="Mengmeng Ge" userId="bb5bc401-97cb-4caf-9857-8ff441375414" providerId="ADAL" clId="{0802E168-C7C2-484F-8BF2-1996FC172327}" dt="2024-07-31T03:00:35.129" v="3818" actId="1037"/>
          <ac:spMkLst>
            <pc:docMk/>
            <pc:sldMk cId="3822974861" sldId="674"/>
            <ac:spMk id="13" creationId="{07F2D568-6A86-00FC-C418-B999ADEFB509}"/>
          </ac:spMkLst>
        </pc:spChg>
        <pc:spChg chg="mod">
          <ac:chgData name="Mengmeng Ge" userId="bb5bc401-97cb-4caf-9857-8ff441375414" providerId="ADAL" clId="{0802E168-C7C2-484F-8BF2-1996FC172327}" dt="2024-07-31T03:00:35.129" v="3818" actId="1037"/>
          <ac:spMkLst>
            <pc:docMk/>
            <pc:sldMk cId="3822974861" sldId="674"/>
            <ac:spMk id="14" creationId="{0C57D4EA-083B-7325-71D9-2AA0F4620338}"/>
          </ac:spMkLst>
        </pc:spChg>
        <pc:spChg chg="mod">
          <ac:chgData name="Mengmeng Ge" userId="bb5bc401-97cb-4caf-9857-8ff441375414" providerId="ADAL" clId="{0802E168-C7C2-484F-8BF2-1996FC172327}" dt="2024-07-31T03:00:35.129" v="3818" actId="1037"/>
          <ac:spMkLst>
            <pc:docMk/>
            <pc:sldMk cId="3822974861" sldId="674"/>
            <ac:spMk id="15" creationId="{77036CD0-917A-C624-D459-3C8AA0936890}"/>
          </ac:spMkLst>
        </pc:spChg>
        <pc:spChg chg="mod">
          <ac:chgData name="Mengmeng Ge" userId="bb5bc401-97cb-4caf-9857-8ff441375414" providerId="ADAL" clId="{0802E168-C7C2-484F-8BF2-1996FC172327}" dt="2024-07-31T02:55:57.364" v="3732" actId="1035"/>
          <ac:spMkLst>
            <pc:docMk/>
            <pc:sldMk cId="3822974861" sldId="674"/>
            <ac:spMk id="17" creationId="{37AE19B2-FF88-FD8A-CD5C-0CEE3762A4E0}"/>
          </ac:spMkLst>
        </pc:spChg>
        <pc:spChg chg="mod">
          <ac:chgData name="Mengmeng Ge" userId="bb5bc401-97cb-4caf-9857-8ff441375414" providerId="ADAL" clId="{0802E168-C7C2-484F-8BF2-1996FC172327}" dt="2024-07-31T02:55:57.364" v="3732" actId="1035"/>
          <ac:spMkLst>
            <pc:docMk/>
            <pc:sldMk cId="3822974861" sldId="674"/>
            <ac:spMk id="18" creationId="{89433A5A-84C9-9854-35F8-7776DA0CF8FD}"/>
          </ac:spMkLst>
        </pc:spChg>
        <pc:spChg chg="mod">
          <ac:chgData name="Mengmeng Ge" userId="bb5bc401-97cb-4caf-9857-8ff441375414" providerId="ADAL" clId="{0802E168-C7C2-484F-8BF2-1996FC172327}" dt="2024-07-31T02:55:57.364" v="3732" actId="1035"/>
          <ac:spMkLst>
            <pc:docMk/>
            <pc:sldMk cId="3822974861" sldId="674"/>
            <ac:spMk id="19" creationId="{C6B4992E-CDF8-5364-078F-E279A9EF6076}"/>
          </ac:spMkLst>
        </pc:spChg>
        <pc:spChg chg="mod ord">
          <ac:chgData name="Mengmeng Ge" userId="bb5bc401-97cb-4caf-9857-8ff441375414" providerId="ADAL" clId="{0802E168-C7C2-484F-8BF2-1996FC172327}" dt="2024-07-31T02:55:57.364" v="3732" actId="1035"/>
          <ac:spMkLst>
            <pc:docMk/>
            <pc:sldMk cId="3822974861" sldId="674"/>
            <ac:spMk id="22" creationId="{2A9DE029-B804-4DED-E1DA-87AC5D78B192}"/>
          </ac:spMkLst>
        </pc:spChg>
        <pc:spChg chg="add mod">
          <ac:chgData name="Mengmeng Ge" userId="bb5bc401-97cb-4caf-9857-8ff441375414" providerId="ADAL" clId="{0802E168-C7C2-484F-8BF2-1996FC172327}" dt="2024-07-31T02:56:25.149" v="3735" actId="14100"/>
          <ac:spMkLst>
            <pc:docMk/>
            <pc:sldMk cId="3822974861" sldId="674"/>
            <ac:spMk id="84" creationId="{00000000-0000-0000-0000-000000000000}"/>
          </ac:spMkLst>
        </pc:spChg>
        <pc:graphicFrameChg chg="add mod ord modGraphic">
          <ac:chgData name="Mengmeng Ge" userId="bb5bc401-97cb-4caf-9857-8ff441375414" providerId="ADAL" clId="{0802E168-C7C2-484F-8BF2-1996FC172327}" dt="2024-07-31T03:00:35.129" v="3818" actId="1037"/>
          <ac:graphicFrameMkLst>
            <pc:docMk/>
            <pc:sldMk cId="3822974861" sldId="674"/>
            <ac:graphicFrameMk id="3" creationId="{0416C354-1756-2E23-8F66-D31562725DAA}"/>
          </ac:graphicFrameMkLst>
        </pc:graphicFrameChg>
        <pc:graphicFrameChg chg="del mod">
          <ac:chgData name="Mengmeng Ge" userId="bb5bc401-97cb-4caf-9857-8ff441375414" providerId="ADAL" clId="{0802E168-C7C2-484F-8BF2-1996FC172327}" dt="2024-07-31T01:01:45.990" v="3019" actId="478"/>
          <ac:graphicFrameMkLst>
            <pc:docMk/>
            <pc:sldMk cId="3822974861" sldId="674"/>
            <ac:graphicFrameMk id="4" creationId="{00000000-0000-0000-0000-000000000000}"/>
          </ac:graphicFrameMkLst>
        </pc:graphicFrameChg>
        <pc:graphicFrameChg chg="add mod modGraphic">
          <ac:chgData name="Mengmeng Ge" userId="bb5bc401-97cb-4caf-9857-8ff441375414" providerId="ADAL" clId="{0802E168-C7C2-484F-8BF2-1996FC172327}" dt="2024-07-31T02:55:57.364" v="3732" actId="1035"/>
          <ac:graphicFrameMkLst>
            <pc:docMk/>
            <pc:sldMk cId="3822974861" sldId="674"/>
            <ac:graphicFrameMk id="6" creationId="{95311C3A-5DD3-A2FF-C3BC-843ACF3661FA}"/>
          </ac:graphicFrameMkLst>
        </pc:graphicFrameChg>
        <pc:graphicFrameChg chg="del mod">
          <ac:chgData name="Mengmeng Ge" userId="bb5bc401-97cb-4caf-9857-8ff441375414" providerId="ADAL" clId="{0802E168-C7C2-484F-8BF2-1996FC172327}" dt="2024-07-31T01:02:19.028" v="3023" actId="478"/>
          <ac:graphicFrameMkLst>
            <pc:docMk/>
            <pc:sldMk cId="3822974861" sldId="674"/>
            <ac:graphicFrameMk id="16" creationId="{31BB9A93-971B-8F7D-D20E-B0A223AFCFD4}"/>
          </ac:graphicFrameMkLst>
        </pc:graphicFrameChg>
      </pc:sldChg>
      <pc:sldChg chg="addSp delSp modSp add mod delAnim modNotesTx">
        <pc:chgData name="Mengmeng Ge" userId="bb5bc401-97cb-4caf-9857-8ff441375414" providerId="ADAL" clId="{0802E168-C7C2-484F-8BF2-1996FC172327}" dt="2024-07-31T03:16:11.900" v="4069" actId="20577"/>
        <pc:sldMkLst>
          <pc:docMk/>
          <pc:sldMk cId="1458070992" sldId="675"/>
        </pc:sldMkLst>
        <pc:spChg chg="add mod">
          <ac:chgData name="Mengmeng Ge" userId="bb5bc401-97cb-4caf-9857-8ff441375414" providerId="ADAL" clId="{0802E168-C7C2-484F-8BF2-1996FC172327}" dt="2024-07-31T03:01:07.911" v="3838" actId="1076"/>
          <ac:spMkLst>
            <pc:docMk/>
            <pc:sldMk cId="1458070992" sldId="675"/>
            <ac:spMk id="2" creationId="{CB6AF372-56AF-3EB0-1F4F-A89BD70F35B1}"/>
          </ac:spMkLst>
        </pc:spChg>
        <pc:spChg chg="mod">
          <ac:chgData name="Mengmeng Ge" userId="bb5bc401-97cb-4caf-9857-8ff441375414" providerId="ADAL" clId="{0802E168-C7C2-484F-8BF2-1996FC172327}" dt="2024-07-31T03:10:47.978" v="4021" actId="20577"/>
          <ac:spMkLst>
            <pc:docMk/>
            <pc:sldMk cId="1458070992" sldId="675"/>
            <ac:spMk id="3" creationId="{ACD6B35A-EEE0-D95E-F10D-E792DDACAC90}"/>
          </ac:spMkLst>
        </pc:spChg>
        <pc:spChg chg="mod">
          <ac:chgData name="Mengmeng Ge" userId="bb5bc401-97cb-4caf-9857-8ff441375414" providerId="ADAL" clId="{0802E168-C7C2-484F-8BF2-1996FC172327}" dt="2024-07-31T03:01:01.256" v="3836" actId="1035"/>
          <ac:spMkLst>
            <pc:docMk/>
            <pc:sldMk cId="1458070992" sldId="675"/>
            <ac:spMk id="5" creationId="{DE1B94EB-5870-8D69-B96A-9BF850697F0F}"/>
          </ac:spMkLst>
        </pc:spChg>
        <pc:spChg chg="mod">
          <ac:chgData name="Mengmeng Ge" userId="bb5bc401-97cb-4caf-9857-8ff441375414" providerId="ADAL" clId="{0802E168-C7C2-484F-8BF2-1996FC172327}" dt="2024-07-31T03:00:55.355" v="3831" actId="1035"/>
          <ac:spMkLst>
            <pc:docMk/>
            <pc:sldMk cId="1458070992" sldId="675"/>
            <ac:spMk id="6" creationId="{0869F5C5-333E-148A-B0C1-38E8B75F4053}"/>
          </ac:spMkLst>
        </pc:spChg>
        <pc:spChg chg="mod">
          <ac:chgData name="Mengmeng Ge" userId="bb5bc401-97cb-4caf-9857-8ff441375414" providerId="ADAL" clId="{0802E168-C7C2-484F-8BF2-1996FC172327}" dt="2024-07-31T03:00:55.355" v="3831" actId="1035"/>
          <ac:spMkLst>
            <pc:docMk/>
            <pc:sldMk cId="1458070992" sldId="675"/>
            <ac:spMk id="7" creationId="{F0ADC20D-3F2C-1D09-8778-776F033C863C}"/>
          </ac:spMkLst>
        </pc:spChg>
        <pc:spChg chg="del">
          <ac:chgData name="Mengmeng Ge" userId="bb5bc401-97cb-4caf-9857-8ff441375414" providerId="ADAL" clId="{0802E168-C7C2-484F-8BF2-1996FC172327}" dt="2024-07-31T02:36:07.048" v="3672" actId="478"/>
          <ac:spMkLst>
            <pc:docMk/>
            <pc:sldMk cId="1458070992" sldId="675"/>
            <ac:spMk id="8" creationId="{A0DCB27F-AED8-1FDA-CFD4-966851EE630D}"/>
          </ac:spMkLst>
        </pc:spChg>
        <pc:spChg chg="mod">
          <ac:chgData name="Mengmeng Ge" userId="bb5bc401-97cb-4caf-9857-8ff441375414" providerId="ADAL" clId="{0802E168-C7C2-484F-8BF2-1996FC172327}" dt="2024-07-31T03:01:40.207" v="3845" actId="1037"/>
          <ac:spMkLst>
            <pc:docMk/>
            <pc:sldMk cId="1458070992" sldId="675"/>
            <ac:spMk id="9" creationId="{86B48CBD-3887-E072-F78C-2DA04480067F}"/>
          </ac:spMkLst>
        </pc:spChg>
        <pc:spChg chg="mod">
          <ac:chgData name="Mengmeng Ge" userId="bb5bc401-97cb-4caf-9857-8ff441375414" providerId="ADAL" clId="{0802E168-C7C2-484F-8BF2-1996FC172327}" dt="2024-07-31T03:01:40.207" v="3845" actId="1037"/>
          <ac:spMkLst>
            <pc:docMk/>
            <pc:sldMk cId="1458070992" sldId="675"/>
            <ac:spMk id="10" creationId="{A64F5FE2-AA4B-7C70-98B1-DB8FBE910FD4}"/>
          </ac:spMkLst>
        </pc:spChg>
        <pc:spChg chg="mod">
          <ac:chgData name="Mengmeng Ge" userId="bb5bc401-97cb-4caf-9857-8ff441375414" providerId="ADAL" clId="{0802E168-C7C2-484F-8BF2-1996FC172327}" dt="2024-07-31T03:01:40.207" v="3845" actId="1037"/>
          <ac:spMkLst>
            <pc:docMk/>
            <pc:sldMk cId="1458070992" sldId="675"/>
            <ac:spMk id="11" creationId="{1967872F-27D7-BC33-8D06-C0EECEA86DB5}"/>
          </ac:spMkLst>
        </pc:spChg>
        <pc:spChg chg="add mod">
          <ac:chgData name="Mengmeng Ge" userId="bb5bc401-97cb-4caf-9857-8ff441375414" providerId="ADAL" clId="{0802E168-C7C2-484F-8BF2-1996FC172327}" dt="2024-07-31T03:01:07.911" v="3838" actId="1076"/>
          <ac:spMkLst>
            <pc:docMk/>
            <pc:sldMk cId="1458070992" sldId="675"/>
            <ac:spMk id="13" creationId="{718B82B4-455C-46AA-D30E-7A883D2D9650}"/>
          </ac:spMkLst>
        </pc:spChg>
        <pc:spChg chg="add mod">
          <ac:chgData name="Mengmeng Ge" userId="bb5bc401-97cb-4caf-9857-8ff441375414" providerId="ADAL" clId="{0802E168-C7C2-484F-8BF2-1996FC172327}" dt="2024-07-31T03:01:07.911" v="3838" actId="1076"/>
          <ac:spMkLst>
            <pc:docMk/>
            <pc:sldMk cId="1458070992" sldId="675"/>
            <ac:spMk id="14" creationId="{A33AEA13-A955-682F-56F3-2AA475D3CA62}"/>
          </ac:spMkLst>
        </pc:spChg>
        <pc:spChg chg="add mod">
          <ac:chgData name="Mengmeng Ge" userId="bb5bc401-97cb-4caf-9857-8ff441375414" providerId="ADAL" clId="{0802E168-C7C2-484F-8BF2-1996FC172327}" dt="2024-07-31T03:01:12.395" v="3843" actId="1037"/>
          <ac:spMkLst>
            <pc:docMk/>
            <pc:sldMk cId="1458070992" sldId="675"/>
            <ac:spMk id="15" creationId="{84D743C1-E3F7-25F2-0461-C84D8EFAF996}"/>
          </ac:spMkLst>
        </pc:spChg>
        <pc:spChg chg="mod">
          <ac:chgData name="Mengmeng Ge" userId="bb5bc401-97cb-4caf-9857-8ff441375414" providerId="ADAL" clId="{0802E168-C7C2-484F-8BF2-1996FC172327}" dt="2024-07-31T02:26:27.613" v="3518" actId="20577"/>
          <ac:spMkLst>
            <pc:docMk/>
            <pc:sldMk cId="1458070992" sldId="675"/>
            <ac:spMk id="655362" creationId="{00000000-0000-0000-0000-000000000000}"/>
          </ac:spMkLst>
        </pc:spChg>
        <pc:graphicFrameChg chg="mod modGraphic">
          <ac:chgData name="Mengmeng Ge" userId="bb5bc401-97cb-4caf-9857-8ff441375414" providerId="ADAL" clId="{0802E168-C7C2-484F-8BF2-1996FC172327}" dt="2024-07-31T03:04:56.685" v="3947" actId="207"/>
          <ac:graphicFrameMkLst>
            <pc:docMk/>
            <pc:sldMk cId="1458070992" sldId="675"/>
            <ac:graphicFrameMk id="4" creationId="{28748ADD-1FE1-20E6-2EB5-35A727ACEA26}"/>
          </ac:graphicFrameMkLst>
        </pc:graphicFrameChg>
        <pc:graphicFrameChg chg="mod modGraphic">
          <ac:chgData name="Mengmeng Ge" userId="bb5bc401-97cb-4caf-9857-8ff441375414" providerId="ADAL" clId="{0802E168-C7C2-484F-8BF2-1996FC172327}" dt="2024-07-31T03:05:06.853" v="3948" actId="207"/>
          <ac:graphicFrameMkLst>
            <pc:docMk/>
            <pc:sldMk cId="1458070992" sldId="675"/>
            <ac:graphicFrameMk id="12" creationId="{79D71902-D3F7-2108-354D-4D236C312825}"/>
          </ac:graphicFrameMkLst>
        </pc:graphicFrameChg>
      </pc:sldChg>
      <pc:sldChg chg="modSp add mod modNotesTx">
        <pc:chgData name="Mengmeng Ge" userId="bb5bc401-97cb-4caf-9857-8ff441375414" providerId="ADAL" clId="{0802E168-C7C2-484F-8BF2-1996FC172327}" dt="2024-07-31T03:14:23.394" v="4068" actId="20577"/>
        <pc:sldMkLst>
          <pc:docMk/>
          <pc:sldMk cId="2724010280" sldId="676"/>
        </pc:sldMkLst>
        <pc:spChg chg="mod">
          <ac:chgData name="Mengmeng Ge" userId="bb5bc401-97cb-4caf-9857-8ff441375414" providerId="ADAL" clId="{0802E168-C7C2-484F-8BF2-1996FC172327}" dt="2024-07-31T03:10:52.157" v="4023" actId="20577"/>
          <ac:spMkLst>
            <pc:docMk/>
            <pc:sldMk cId="2724010280" sldId="676"/>
            <ac:spMk id="3" creationId="{ACD6B35A-EEE0-D95E-F10D-E792DDACAC90}"/>
          </ac:spMkLst>
        </pc:spChg>
        <pc:spChg chg="mod">
          <ac:chgData name="Mengmeng Ge" userId="bb5bc401-97cb-4caf-9857-8ff441375414" providerId="ADAL" clId="{0802E168-C7C2-484F-8BF2-1996FC172327}" dt="2024-07-31T03:04:20.292" v="3940" actId="1038"/>
          <ac:spMkLst>
            <pc:docMk/>
            <pc:sldMk cId="2724010280" sldId="676"/>
            <ac:spMk id="5" creationId="{DE1B94EB-5870-8D69-B96A-9BF850697F0F}"/>
          </ac:spMkLst>
        </pc:spChg>
        <pc:spChg chg="mod">
          <ac:chgData name="Mengmeng Ge" userId="bb5bc401-97cb-4caf-9857-8ff441375414" providerId="ADAL" clId="{0802E168-C7C2-484F-8BF2-1996FC172327}" dt="2024-07-31T03:04:20.292" v="3940" actId="1038"/>
          <ac:spMkLst>
            <pc:docMk/>
            <pc:sldMk cId="2724010280" sldId="676"/>
            <ac:spMk id="6" creationId="{0869F5C5-333E-148A-B0C1-38E8B75F4053}"/>
          </ac:spMkLst>
        </pc:spChg>
        <pc:spChg chg="mod">
          <ac:chgData name="Mengmeng Ge" userId="bb5bc401-97cb-4caf-9857-8ff441375414" providerId="ADAL" clId="{0802E168-C7C2-484F-8BF2-1996FC172327}" dt="2024-07-31T03:04:20.292" v="3940" actId="1038"/>
          <ac:spMkLst>
            <pc:docMk/>
            <pc:sldMk cId="2724010280" sldId="676"/>
            <ac:spMk id="7" creationId="{F0ADC20D-3F2C-1D09-8778-776F033C863C}"/>
          </ac:spMkLst>
        </pc:spChg>
        <pc:spChg chg="mod">
          <ac:chgData name="Mengmeng Ge" userId="bb5bc401-97cb-4caf-9857-8ff441375414" providerId="ADAL" clId="{0802E168-C7C2-484F-8BF2-1996FC172327}" dt="2024-07-31T03:03:55.537" v="3933" actId="20577"/>
          <ac:spMkLst>
            <pc:docMk/>
            <pc:sldMk cId="2724010280" sldId="676"/>
            <ac:spMk id="9" creationId="{86B48CBD-3887-E072-F78C-2DA04480067F}"/>
          </ac:spMkLst>
        </pc:spChg>
        <pc:spChg chg="mod">
          <ac:chgData name="Mengmeng Ge" userId="bb5bc401-97cb-4caf-9857-8ff441375414" providerId="ADAL" clId="{0802E168-C7C2-484F-8BF2-1996FC172327}" dt="2024-07-31T03:03:48.670" v="3927" actId="20577"/>
          <ac:spMkLst>
            <pc:docMk/>
            <pc:sldMk cId="2724010280" sldId="676"/>
            <ac:spMk id="14" creationId="{A33AEA13-A955-682F-56F3-2AA475D3CA62}"/>
          </ac:spMkLst>
        </pc:spChg>
        <pc:spChg chg="mod">
          <ac:chgData name="Mengmeng Ge" userId="bb5bc401-97cb-4caf-9857-8ff441375414" providerId="ADAL" clId="{0802E168-C7C2-484F-8BF2-1996FC172327}" dt="2024-07-31T03:03:43.128" v="3925" actId="20577"/>
          <ac:spMkLst>
            <pc:docMk/>
            <pc:sldMk cId="2724010280" sldId="676"/>
            <ac:spMk id="15" creationId="{84D743C1-E3F7-25F2-0461-C84D8EFAF996}"/>
          </ac:spMkLst>
        </pc:spChg>
        <pc:graphicFrameChg chg="mod modGraphic">
          <ac:chgData name="Mengmeng Ge" userId="bb5bc401-97cb-4caf-9857-8ff441375414" providerId="ADAL" clId="{0802E168-C7C2-484F-8BF2-1996FC172327}" dt="2024-07-31T03:04:20.292" v="3940" actId="1038"/>
          <ac:graphicFrameMkLst>
            <pc:docMk/>
            <pc:sldMk cId="2724010280" sldId="676"/>
            <ac:graphicFrameMk id="4" creationId="{28748ADD-1FE1-20E6-2EB5-35A727ACEA26}"/>
          </ac:graphicFrameMkLst>
        </pc:graphicFrameChg>
        <pc:graphicFrameChg chg="modGraphic">
          <ac:chgData name="Mengmeng Ge" userId="bb5bc401-97cb-4caf-9857-8ff441375414" providerId="ADAL" clId="{0802E168-C7C2-484F-8BF2-1996FC172327}" dt="2024-07-31T03:05:16.911" v="3949" actId="207"/>
          <ac:graphicFrameMkLst>
            <pc:docMk/>
            <pc:sldMk cId="2724010280" sldId="676"/>
            <ac:graphicFrameMk id="12" creationId="{79D71902-D3F7-2108-354D-4D236C312825}"/>
          </ac:graphicFrameMkLst>
        </pc:graphicFrameChg>
      </pc:sldChg>
      <pc:sldChg chg="modSp add mod modNotesTx">
        <pc:chgData name="Mengmeng Ge" userId="bb5bc401-97cb-4caf-9857-8ff441375414" providerId="ADAL" clId="{0802E168-C7C2-484F-8BF2-1996FC172327}" dt="2024-07-31T03:14:11.110" v="4067" actId="20577"/>
        <pc:sldMkLst>
          <pc:docMk/>
          <pc:sldMk cId="993584076" sldId="677"/>
        </pc:sldMkLst>
        <pc:spChg chg="mod">
          <ac:chgData name="Mengmeng Ge" userId="bb5bc401-97cb-4caf-9857-8ff441375414" providerId="ADAL" clId="{0802E168-C7C2-484F-8BF2-1996FC172327}" dt="2024-07-31T03:13:45.407" v="4066" actId="20577"/>
          <ac:spMkLst>
            <pc:docMk/>
            <pc:sldMk cId="993584076" sldId="677"/>
            <ac:spMk id="3" creationId="{ACD6B35A-EEE0-D95E-F10D-E792DDACAC90}"/>
          </ac:spMkLst>
        </pc:spChg>
        <pc:spChg chg="mod">
          <ac:chgData name="Mengmeng Ge" userId="bb5bc401-97cb-4caf-9857-8ff441375414" providerId="ADAL" clId="{0802E168-C7C2-484F-8BF2-1996FC172327}" dt="2024-07-31T03:11:27.723" v="4033" actId="20577"/>
          <ac:spMkLst>
            <pc:docMk/>
            <pc:sldMk cId="993584076" sldId="677"/>
            <ac:spMk id="5" creationId="{DE1B94EB-5870-8D69-B96A-9BF850697F0F}"/>
          </ac:spMkLst>
        </pc:spChg>
        <pc:spChg chg="mod">
          <ac:chgData name="Mengmeng Ge" userId="bb5bc401-97cb-4caf-9857-8ff441375414" providerId="ADAL" clId="{0802E168-C7C2-484F-8BF2-1996FC172327}" dt="2024-07-31T03:11:29.676" v="4035" actId="20577"/>
          <ac:spMkLst>
            <pc:docMk/>
            <pc:sldMk cId="993584076" sldId="677"/>
            <ac:spMk id="9" creationId="{86B48CBD-3887-E072-F78C-2DA04480067F}"/>
          </ac:spMkLst>
        </pc:spChg>
        <pc:spChg chg="mod">
          <ac:chgData name="Mengmeng Ge" userId="bb5bc401-97cb-4caf-9857-8ff441375414" providerId="ADAL" clId="{0802E168-C7C2-484F-8BF2-1996FC172327}" dt="2024-07-31T03:11:38.456" v="4039" actId="20577"/>
          <ac:spMkLst>
            <pc:docMk/>
            <pc:sldMk cId="993584076" sldId="677"/>
            <ac:spMk id="14" creationId="{A33AEA13-A955-682F-56F3-2AA475D3CA62}"/>
          </ac:spMkLst>
        </pc:spChg>
        <pc:spChg chg="mod">
          <ac:chgData name="Mengmeng Ge" userId="bb5bc401-97cb-4caf-9857-8ff441375414" providerId="ADAL" clId="{0802E168-C7C2-484F-8BF2-1996FC172327}" dt="2024-07-31T03:11:34.518" v="4037" actId="20577"/>
          <ac:spMkLst>
            <pc:docMk/>
            <pc:sldMk cId="993584076" sldId="677"/>
            <ac:spMk id="15" creationId="{84D743C1-E3F7-25F2-0461-C84D8EFAF996}"/>
          </ac:spMkLst>
        </pc:spChg>
        <pc:graphicFrameChg chg="modGraphic">
          <ac:chgData name="Mengmeng Ge" userId="bb5bc401-97cb-4caf-9857-8ff441375414" providerId="ADAL" clId="{0802E168-C7C2-484F-8BF2-1996FC172327}" dt="2024-07-31T03:11:16.777" v="4029" actId="20577"/>
          <ac:graphicFrameMkLst>
            <pc:docMk/>
            <pc:sldMk cId="993584076" sldId="677"/>
            <ac:graphicFrameMk id="4" creationId="{28748ADD-1FE1-20E6-2EB5-35A727ACEA26}"/>
          </ac:graphicFrameMkLst>
        </pc:graphicFrameChg>
        <pc:graphicFrameChg chg="mod modGraphic">
          <ac:chgData name="Mengmeng Ge" userId="bb5bc401-97cb-4caf-9857-8ff441375414" providerId="ADAL" clId="{0802E168-C7C2-484F-8BF2-1996FC172327}" dt="2024-07-31T03:12:07.334" v="4043" actId="20577"/>
          <ac:graphicFrameMkLst>
            <pc:docMk/>
            <pc:sldMk cId="993584076" sldId="677"/>
            <ac:graphicFrameMk id="12" creationId="{79D71902-D3F7-2108-354D-4D236C312825}"/>
          </ac:graphicFrameMkLst>
        </pc:graphicFrameChg>
      </pc:sldChg>
      <pc:sldChg chg="modSp add del mod">
        <pc:chgData name="Mengmeng Ge" userId="bb5bc401-97cb-4caf-9857-8ff441375414" providerId="ADAL" clId="{0802E168-C7C2-484F-8BF2-1996FC172327}" dt="2024-07-31T03:50:22.322" v="4748" actId="47"/>
        <pc:sldMkLst>
          <pc:docMk/>
          <pc:sldMk cId="3595479286" sldId="678"/>
        </pc:sldMkLst>
        <pc:spChg chg="mod">
          <ac:chgData name="Mengmeng Ge" userId="bb5bc401-97cb-4caf-9857-8ff441375414" providerId="ADAL" clId="{0802E168-C7C2-484F-8BF2-1996FC172327}" dt="2024-07-31T03:50:15.823" v="4743" actId="21"/>
          <ac:spMkLst>
            <pc:docMk/>
            <pc:sldMk cId="3595479286" sldId="678"/>
            <ac:spMk id="656388" creationId="{00000000-0000-0000-0000-000000000000}"/>
          </ac:spMkLst>
        </pc:spChg>
      </pc:sldChg>
      <pc:sldChg chg="addSp delSp modSp add mod modNotesTx">
        <pc:chgData name="Mengmeng Ge" userId="bb5bc401-97cb-4caf-9857-8ff441375414" providerId="ADAL" clId="{0802E168-C7C2-484F-8BF2-1996FC172327}" dt="2024-07-31T04:17:43.498" v="5200" actId="207"/>
        <pc:sldMkLst>
          <pc:docMk/>
          <pc:sldMk cId="445368471" sldId="679"/>
        </pc:sldMkLst>
        <pc:spChg chg="add del mod">
          <ac:chgData name="Mengmeng Ge" userId="bb5bc401-97cb-4caf-9857-8ff441375414" providerId="ADAL" clId="{0802E168-C7C2-484F-8BF2-1996FC172327}" dt="2024-07-31T04:17:27.863" v="5195" actId="12084"/>
          <ac:spMkLst>
            <pc:docMk/>
            <pc:sldMk cId="445368471" sldId="679"/>
            <ac:spMk id="3" creationId="{3F23A991-094C-6B1C-B9D6-9E658A442475}"/>
          </ac:spMkLst>
        </pc:spChg>
        <pc:spChg chg="mod">
          <ac:chgData name="Mengmeng Ge" userId="bb5bc401-97cb-4caf-9857-8ff441375414" providerId="ADAL" clId="{0802E168-C7C2-484F-8BF2-1996FC172327}" dt="2024-07-31T04:16:42.836" v="5190" actId="14100"/>
          <ac:spMkLst>
            <pc:docMk/>
            <pc:sldMk cId="445368471" sldId="679"/>
            <ac:spMk id="656387" creationId="{00000000-0000-0000-0000-000000000000}"/>
          </ac:spMkLst>
        </pc:spChg>
        <pc:graphicFrameChg chg="add mod modGraphic">
          <ac:chgData name="Mengmeng Ge" userId="bb5bc401-97cb-4caf-9857-8ff441375414" providerId="ADAL" clId="{0802E168-C7C2-484F-8BF2-1996FC172327}" dt="2024-07-31T04:17:43.498" v="5200" actId="207"/>
          <ac:graphicFrameMkLst>
            <pc:docMk/>
            <pc:sldMk cId="445368471" sldId="679"/>
            <ac:graphicFrameMk id="4" creationId="{ABF601EA-9C20-C013-7153-5C8E0B03B6A8}"/>
          </ac:graphicFrameMkLst>
        </pc:graphicFrameChg>
      </pc:sldChg>
      <pc:sldChg chg="addSp delSp modSp add mod chgLayout modNotesTx">
        <pc:chgData name="Mengmeng Ge" userId="bb5bc401-97cb-4caf-9857-8ff441375414" providerId="ADAL" clId="{0802E168-C7C2-484F-8BF2-1996FC172327}" dt="2024-07-31T04:15:38.651" v="5187" actId="1076"/>
        <pc:sldMkLst>
          <pc:docMk/>
          <pc:sldMk cId="2152730267" sldId="680"/>
        </pc:sldMkLst>
        <pc:spChg chg="mod ord">
          <ac:chgData name="Mengmeng Ge" userId="bb5bc401-97cb-4caf-9857-8ff441375414" providerId="ADAL" clId="{0802E168-C7C2-484F-8BF2-1996FC172327}" dt="2024-07-31T04:06:00.954" v="5034" actId="700"/>
          <ac:spMkLst>
            <pc:docMk/>
            <pc:sldMk cId="2152730267" sldId="680"/>
            <ac:spMk id="6" creationId="{00000000-0000-0000-0000-000000000000}"/>
          </ac:spMkLst>
        </pc:spChg>
        <pc:spChg chg="mod ord">
          <ac:chgData name="Mengmeng Ge" userId="bb5bc401-97cb-4caf-9857-8ff441375414" providerId="ADAL" clId="{0802E168-C7C2-484F-8BF2-1996FC172327}" dt="2024-07-31T04:06:07.496" v="5036" actId="14100"/>
          <ac:spMkLst>
            <pc:docMk/>
            <pc:sldMk cId="2152730267" sldId="680"/>
            <ac:spMk id="656386" creationId="{00000000-0000-0000-0000-000000000000}"/>
          </ac:spMkLst>
        </pc:spChg>
        <pc:spChg chg="add del mod ord">
          <ac:chgData name="Mengmeng Ge" userId="bb5bc401-97cb-4caf-9857-8ff441375414" providerId="ADAL" clId="{0802E168-C7C2-484F-8BF2-1996FC172327}" dt="2024-07-31T04:15:01.094" v="5179" actId="12084"/>
          <ac:spMkLst>
            <pc:docMk/>
            <pc:sldMk cId="2152730267" sldId="680"/>
            <ac:spMk id="656387" creationId="{00000000-0000-0000-0000-000000000000}"/>
          </ac:spMkLst>
        </pc:spChg>
        <pc:graphicFrameChg chg="add mod modGraphic">
          <ac:chgData name="Mengmeng Ge" userId="bb5bc401-97cb-4caf-9857-8ff441375414" providerId="ADAL" clId="{0802E168-C7C2-484F-8BF2-1996FC172327}" dt="2024-07-31T04:14:14.945" v="5175" actId="12084"/>
          <ac:graphicFrameMkLst>
            <pc:docMk/>
            <pc:sldMk cId="2152730267" sldId="680"/>
            <ac:graphicFrameMk id="2" creationId="{ADD9BF96-E778-9674-60FE-06BA3CCB1CB4}"/>
          </ac:graphicFrameMkLst>
        </pc:graphicFrameChg>
        <pc:graphicFrameChg chg="add mod modGraphic">
          <ac:chgData name="Mengmeng Ge" userId="bb5bc401-97cb-4caf-9857-8ff441375414" providerId="ADAL" clId="{0802E168-C7C2-484F-8BF2-1996FC172327}" dt="2024-07-31T04:15:38.651" v="5187" actId="1076"/>
          <ac:graphicFrameMkLst>
            <pc:docMk/>
            <pc:sldMk cId="2152730267" sldId="680"/>
            <ac:graphicFrameMk id="3" creationId="{596D925C-E9FB-3F7F-6330-C7B10497D160}"/>
          </ac:graphicFrameMkLst>
        </pc:graphicFrameChg>
      </pc:sldChg>
      <pc:sldChg chg="add del">
        <pc:chgData name="Mengmeng Ge" userId="bb5bc401-97cb-4caf-9857-8ff441375414" providerId="ADAL" clId="{0802E168-C7C2-484F-8BF2-1996FC172327}" dt="2024-07-31T04:16:02.357" v="5188" actId="47"/>
        <pc:sldMkLst>
          <pc:docMk/>
          <pc:sldMk cId="811373068" sldId="681"/>
        </pc:sldMkLst>
      </pc:sldChg>
      <pc:sldMasterChg chg="delSldLayout">
        <pc:chgData name="Mengmeng Ge" userId="bb5bc401-97cb-4caf-9857-8ff441375414" providerId="ADAL" clId="{0802E168-C7C2-484F-8BF2-1996FC172327}" dt="2024-07-31T03:50:22.322" v="4748" actId="47"/>
        <pc:sldMasterMkLst>
          <pc:docMk/>
          <pc:sldMasterMk cId="3806536233" sldId="2147483718"/>
        </pc:sldMasterMkLst>
        <pc:sldLayoutChg chg="del">
          <pc:chgData name="Mengmeng Ge" userId="bb5bc401-97cb-4caf-9857-8ff441375414" providerId="ADAL" clId="{0802E168-C7C2-484F-8BF2-1996FC172327}" dt="2024-07-31T03:50:22.322" v="4748" actId="47"/>
          <pc:sldLayoutMkLst>
            <pc:docMk/>
            <pc:sldMasterMk cId="3806536233" sldId="2147483718"/>
            <pc:sldLayoutMk cId="2907471910" sldId="2147483729"/>
          </pc:sldLayoutMkLst>
        </pc:sldLayoutChg>
        <pc:sldLayoutChg chg="del">
          <pc:chgData name="Mengmeng Ge" userId="bb5bc401-97cb-4caf-9857-8ff441375414" providerId="ADAL" clId="{0802E168-C7C2-484F-8BF2-1996FC172327}" dt="2024-07-30T02:52:17.961" v="2067" actId="47"/>
          <pc:sldLayoutMkLst>
            <pc:docMk/>
            <pc:sldMasterMk cId="3806536233" sldId="2147483718"/>
            <pc:sldLayoutMk cId="2310214260" sldId="2147483730"/>
          </pc:sldLayoutMkLst>
        </pc:sldLayoutChg>
      </pc:sldMasterChg>
    </pc:docChg>
  </pc:docChgLst>
  <pc:docChgLst>
    <pc:chgData name="Mengmeng Ge" userId="bb5bc401-97cb-4caf-9857-8ff441375414" providerId="ADAL" clId="{6142BD3E-30B7-4E26-9D10-FE5BE4FA2F7A}"/>
    <pc:docChg chg="undo custSel addSld delSld modSld sldOrd">
      <pc:chgData name="Mengmeng Ge" userId="bb5bc401-97cb-4caf-9857-8ff441375414" providerId="ADAL" clId="{6142BD3E-30B7-4E26-9D10-FE5BE4FA2F7A}" dt="2024-04-16T06:04:41.148" v="707" actId="20577"/>
      <pc:docMkLst>
        <pc:docMk/>
      </pc:docMkLst>
      <pc:sldChg chg="modSp mod modNotesTx">
        <pc:chgData name="Mengmeng Ge" userId="bb5bc401-97cb-4caf-9857-8ff441375414" providerId="ADAL" clId="{6142BD3E-30B7-4E26-9D10-FE5BE4FA2F7A}" dt="2024-04-15T23:37:38.695" v="65" actId="20577"/>
        <pc:sldMkLst>
          <pc:docMk/>
          <pc:sldMk cId="0" sldId="263"/>
        </pc:sldMkLst>
        <pc:spChg chg="mod">
          <ac:chgData name="Mengmeng Ge" userId="bb5bc401-97cb-4caf-9857-8ff441375414" providerId="ADAL" clId="{6142BD3E-30B7-4E26-9D10-FE5BE4FA2F7A}" dt="2024-04-15T23:37:22.687" v="64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Mengmeng Ge" userId="bb5bc401-97cb-4caf-9857-8ff441375414" providerId="ADAL" clId="{6142BD3E-30B7-4E26-9D10-FE5BE4FA2F7A}" dt="2024-04-16T05:10:46.102" v="705" actId="14100"/>
        <pc:sldMkLst>
          <pc:docMk/>
          <pc:sldMk cId="415220271" sldId="265"/>
        </pc:sldMkLst>
        <pc:spChg chg="mod">
          <ac:chgData name="Mengmeng Ge" userId="bb5bc401-97cb-4caf-9857-8ff441375414" providerId="ADAL" clId="{6142BD3E-30B7-4E26-9D10-FE5BE4FA2F7A}" dt="2024-04-16T05:10:46.102" v="705" actId="14100"/>
          <ac:spMkLst>
            <pc:docMk/>
            <pc:sldMk cId="415220271" sldId="265"/>
            <ac:spMk id="3" creationId="{00000000-0000-0000-0000-000000000000}"/>
          </ac:spMkLst>
        </pc:spChg>
      </pc:sldChg>
      <pc:sldChg chg="addSp delSp modSp mod delAnim chgLayout modNotesTx">
        <pc:chgData name="Mengmeng Ge" userId="bb5bc401-97cb-4caf-9857-8ff441375414" providerId="ADAL" clId="{6142BD3E-30B7-4E26-9D10-FE5BE4FA2F7A}" dt="2024-04-16T01:43:36.096" v="291" actId="20577"/>
        <pc:sldMkLst>
          <pc:docMk/>
          <pc:sldMk cId="2453576192" sldId="382"/>
        </pc:sldMkLst>
        <pc:spChg chg="del">
          <ac:chgData name="Mengmeng Ge" userId="bb5bc401-97cb-4caf-9857-8ff441375414" providerId="ADAL" clId="{6142BD3E-30B7-4E26-9D10-FE5BE4FA2F7A}" dt="2024-04-16T01:33:02.602" v="127" actId="478"/>
          <ac:spMkLst>
            <pc:docMk/>
            <pc:sldMk cId="2453576192" sldId="382"/>
            <ac:spMk id="2" creationId="{00000000-0000-0000-0000-000000000000}"/>
          </ac:spMkLst>
        </pc:spChg>
        <pc:spChg chg="mod ord">
          <ac:chgData name="Mengmeng Ge" userId="bb5bc401-97cb-4caf-9857-8ff441375414" providerId="ADAL" clId="{6142BD3E-30B7-4E26-9D10-FE5BE4FA2F7A}" dt="2024-04-16T01:33:38.300" v="135" actId="700"/>
          <ac:spMkLst>
            <pc:docMk/>
            <pc:sldMk cId="2453576192" sldId="382"/>
            <ac:spMk id="4" creationId="{00000000-0000-0000-0000-000000000000}"/>
          </ac:spMkLst>
        </pc:spChg>
        <pc:spChg chg="add mod">
          <ac:chgData name="Mengmeng Ge" userId="bb5bc401-97cb-4caf-9857-8ff441375414" providerId="ADAL" clId="{6142BD3E-30B7-4E26-9D10-FE5BE4FA2F7A}" dt="2024-04-16T01:37:45.771" v="210" actId="1076"/>
          <ac:spMkLst>
            <pc:docMk/>
            <pc:sldMk cId="2453576192" sldId="382"/>
            <ac:spMk id="10" creationId="{FD2A8225-86CB-6A6D-D56E-BDD1ED02DAED}"/>
          </ac:spMkLst>
        </pc:spChg>
        <pc:spChg chg="add mod">
          <ac:chgData name="Mengmeng Ge" userId="bb5bc401-97cb-4caf-9857-8ff441375414" providerId="ADAL" clId="{6142BD3E-30B7-4E26-9D10-FE5BE4FA2F7A}" dt="2024-04-16T01:35:42.589" v="168" actId="1076"/>
          <ac:spMkLst>
            <pc:docMk/>
            <pc:sldMk cId="2453576192" sldId="382"/>
            <ac:spMk id="12" creationId="{1C4A88B4-FB13-8CB6-4785-E7D756BF3CEC}"/>
          </ac:spMkLst>
        </pc:spChg>
        <pc:spChg chg="del">
          <ac:chgData name="Mengmeng Ge" userId="bb5bc401-97cb-4caf-9857-8ff441375414" providerId="ADAL" clId="{6142BD3E-30B7-4E26-9D10-FE5BE4FA2F7A}" dt="2024-04-16T01:30:32.841" v="120" actId="478"/>
          <ac:spMkLst>
            <pc:docMk/>
            <pc:sldMk cId="2453576192" sldId="382"/>
            <ac:spMk id="40" creationId="{00000000-0000-0000-0000-000000000000}"/>
          </ac:spMkLst>
        </pc:spChg>
        <pc:spChg chg="del">
          <ac:chgData name="Mengmeng Ge" userId="bb5bc401-97cb-4caf-9857-8ff441375414" providerId="ADAL" clId="{6142BD3E-30B7-4E26-9D10-FE5BE4FA2F7A}" dt="2024-04-16T01:30:34.380" v="121" actId="478"/>
          <ac:spMkLst>
            <pc:docMk/>
            <pc:sldMk cId="2453576192" sldId="382"/>
            <ac:spMk id="41" creationId="{00000000-0000-0000-0000-000000000000}"/>
          </ac:spMkLst>
        </pc:spChg>
        <pc:spChg chg="mod ord">
          <ac:chgData name="Mengmeng Ge" userId="bb5bc401-97cb-4caf-9857-8ff441375414" providerId="ADAL" clId="{6142BD3E-30B7-4E26-9D10-FE5BE4FA2F7A}" dt="2024-04-16T01:33:38.300" v="135" actId="700"/>
          <ac:spMkLst>
            <pc:docMk/>
            <pc:sldMk cId="2453576192" sldId="382"/>
            <ac:spMk id="1420290" creationId="{00000000-0000-0000-0000-000000000000}"/>
          </ac:spMkLst>
        </pc:spChg>
        <pc:spChg chg="mod ord">
          <ac:chgData name="Mengmeng Ge" userId="bb5bc401-97cb-4caf-9857-8ff441375414" providerId="ADAL" clId="{6142BD3E-30B7-4E26-9D10-FE5BE4FA2F7A}" dt="2024-04-16T01:43:36.096" v="291" actId="20577"/>
          <ac:spMkLst>
            <pc:docMk/>
            <pc:sldMk cId="2453576192" sldId="382"/>
            <ac:spMk id="1420291" creationId="{00000000-0000-0000-0000-000000000000}"/>
          </ac:spMkLst>
        </pc:spChg>
        <pc:grpChg chg="del mod">
          <ac:chgData name="Mengmeng Ge" userId="bb5bc401-97cb-4caf-9857-8ff441375414" providerId="ADAL" clId="{6142BD3E-30B7-4E26-9D10-FE5BE4FA2F7A}" dt="2024-04-16T01:30:26.861" v="117" actId="478"/>
          <ac:grpSpMkLst>
            <pc:docMk/>
            <pc:sldMk cId="2453576192" sldId="382"/>
            <ac:grpSpMk id="7" creationId="{00000000-0000-0000-0000-000000000000}"/>
          </ac:grpSpMkLst>
        </pc:grpChg>
        <pc:picChg chg="del">
          <ac:chgData name="Mengmeng Ge" userId="bb5bc401-97cb-4caf-9857-8ff441375414" providerId="ADAL" clId="{6142BD3E-30B7-4E26-9D10-FE5BE4FA2F7A}" dt="2024-04-16T01:30:29.420" v="118" actId="478"/>
          <ac:picMkLst>
            <pc:docMk/>
            <pc:sldMk cId="2453576192" sldId="382"/>
            <ac:picMk id="5" creationId="{00000000-0000-0000-0000-000000000000}"/>
          </ac:picMkLst>
        </pc:picChg>
        <pc:picChg chg="del">
          <ac:chgData name="Mengmeng Ge" userId="bb5bc401-97cb-4caf-9857-8ff441375414" providerId="ADAL" clId="{6142BD3E-30B7-4E26-9D10-FE5BE4FA2F7A}" dt="2024-04-16T01:30:30.656" v="119" actId="478"/>
          <ac:picMkLst>
            <pc:docMk/>
            <pc:sldMk cId="2453576192" sldId="382"/>
            <ac:picMk id="6" creationId="{00000000-0000-0000-0000-000000000000}"/>
          </ac:picMkLst>
        </pc:picChg>
        <pc:picChg chg="add mod">
          <ac:chgData name="Mengmeng Ge" userId="bb5bc401-97cb-4caf-9857-8ff441375414" providerId="ADAL" clId="{6142BD3E-30B7-4E26-9D10-FE5BE4FA2F7A}" dt="2024-04-16T01:35:45.094" v="169" actId="14100"/>
          <ac:picMkLst>
            <pc:docMk/>
            <pc:sldMk cId="2453576192" sldId="382"/>
            <ac:picMk id="8" creationId="{531ACBB1-FC85-63D6-D939-78A397DB344E}"/>
          </ac:picMkLst>
        </pc:picChg>
        <pc:cxnChg chg="mod">
          <ac:chgData name="Mengmeng Ge" userId="bb5bc401-97cb-4caf-9857-8ff441375414" providerId="ADAL" clId="{6142BD3E-30B7-4E26-9D10-FE5BE4FA2F7A}" dt="2024-04-16T01:30:26.861" v="117" actId="478"/>
          <ac:cxnSpMkLst>
            <pc:docMk/>
            <pc:sldMk cId="2453576192" sldId="382"/>
            <ac:cxnSpMk id="31" creationId="{00000000-0000-0000-0000-000000000000}"/>
          </ac:cxnSpMkLst>
        </pc:cxnChg>
        <pc:cxnChg chg="mod">
          <ac:chgData name="Mengmeng Ge" userId="bb5bc401-97cb-4caf-9857-8ff441375414" providerId="ADAL" clId="{6142BD3E-30B7-4E26-9D10-FE5BE4FA2F7A}" dt="2024-04-16T01:30:26.861" v="117" actId="478"/>
          <ac:cxnSpMkLst>
            <pc:docMk/>
            <pc:sldMk cId="2453576192" sldId="382"/>
            <ac:cxnSpMk id="32" creationId="{00000000-0000-0000-0000-000000000000}"/>
          </ac:cxnSpMkLst>
        </pc:cxnChg>
      </pc:sldChg>
      <pc:sldChg chg="modSp mod modNotesTx">
        <pc:chgData name="Mengmeng Ge" userId="bb5bc401-97cb-4caf-9857-8ff441375414" providerId="ADAL" clId="{6142BD3E-30B7-4E26-9D10-FE5BE4FA2F7A}" dt="2024-04-16T01:43:07.471" v="287" actId="1076"/>
        <pc:sldMkLst>
          <pc:docMk/>
          <pc:sldMk cId="2848846644" sldId="383"/>
        </pc:sldMkLst>
        <pc:spChg chg="mod">
          <ac:chgData name="Mengmeng Ge" userId="bb5bc401-97cb-4caf-9857-8ff441375414" providerId="ADAL" clId="{6142BD3E-30B7-4E26-9D10-FE5BE4FA2F7A}" dt="2024-04-16T01:37:53.845" v="211" actId="207"/>
          <ac:spMkLst>
            <pc:docMk/>
            <pc:sldMk cId="2848846644" sldId="383"/>
            <ac:spMk id="24579" creationId="{00000000-0000-0000-0000-000000000000}"/>
          </ac:spMkLst>
        </pc:spChg>
        <pc:spChg chg="mod">
          <ac:chgData name="Mengmeng Ge" userId="bb5bc401-97cb-4caf-9857-8ff441375414" providerId="ADAL" clId="{6142BD3E-30B7-4E26-9D10-FE5BE4FA2F7A}" dt="2024-04-16T01:41:14.429" v="264" actId="14100"/>
          <ac:spMkLst>
            <pc:docMk/>
            <pc:sldMk cId="2848846644" sldId="383"/>
            <ac:spMk id="922627" creationId="{00000000-0000-0000-0000-000000000000}"/>
          </ac:spMkLst>
        </pc:spChg>
        <pc:grpChg chg="mod">
          <ac:chgData name="Mengmeng Ge" userId="bb5bc401-97cb-4caf-9857-8ff441375414" providerId="ADAL" clId="{6142BD3E-30B7-4E26-9D10-FE5BE4FA2F7A}" dt="2024-04-16T01:43:07.471" v="287" actId="1076"/>
          <ac:grpSpMkLst>
            <pc:docMk/>
            <pc:sldMk cId="2848846644" sldId="383"/>
            <ac:grpSpMk id="4" creationId="{00000000-0000-0000-0000-000000000000}"/>
          </ac:grpSpMkLst>
        </pc:grpChg>
      </pc:sldChg>
      <pc:sldChg chg="addSp delSp modSp mod chgLayout">
        <pc:chgData name="Mengmeng Ge" userId="bb5bc401-97cb-4caf-9857-8ff441375414" providerId="ADAL" clId="{6142BD3E-30B7-4E26-9D10-FE5BE4FA2F7A}" dt="2024-04-16T04:47:54.505" v="680" actId="1036"/>
        <pc:sldMkLst>
          <pc:docMk/>
          <pc:sldMk cId="3880581246" sldId="442"/>
        </pc:sldMkLst>
        <pc:spChg chg="mod ord">
          <ac:chgData name="Mengmeng Ge" userId="bb5bc401-97cb-4caf-9857-8ff441375414" providerId="ADAL" clId="{6142BD3E-30B7-4E26-9D10-FE5BE4FA2F7A}" dt="2024-04-16T04:47:33.067" v="668" actId="700"/>
          <ac:spMkLst>
            <pc:docMk/>
            <pc:sldMk cId="3880581246" sldId="442"/>
            <ac:spMk id="2" creationId="{00000000-0000-0000-0000-000000000000}"/>
          </ac:spMkLst>
        </pc:spChg>
        <pc:spChg chg="del">
          <ac:chgData name="Mengmeng Ge" userId="bb5bc401-97cb-4caf-9857-8ff441375414" providerId="ADAL" clId="{6142BD3E-30B7-4E26-9D10-FE5BE4FA2F7A}" dt="2024-04-16T04:43:21.985" v="635" actId="478"/>
          <ac:spMkLst>
            <pc:docMk/>
            <pc:sldMk cId="3880581246" sldId="442"/>
            <ac:spMk id="3" creationId="{00000000-0000-0000-0000-000000000000}"/>
          </ac:spMkLst>
        </pc:spChg>
        <pc:spChg chg="mod ord">
          <ac:chgData name="Mengmeng Ge" userId="bb5bc401-97cb-4caf-9857-8ff441375414" providerId="ADAL" clId="{6142BD3E-30B7-4E26-9D10-FE5BE4FA2F7A}" dt="2024-04-16T04:47:33.067" v="668" actId="700"/>
          <ac:spMkLst>
            <pc:docMk/>
            <pc:sldMk cId="3880581246" sldId="442"/>
            <ac:spMk id="4" creationId="{00000000-0000-0000-0000-000000000000}"/>
          </ac:spMkLst>
        </pc:spChg>
        <pc:spChg chg="add mod">
          <ac:chgData name="Mengmeng Ge" userId="bb5bc401-97cb-4caf-9857-8ff441375414" providerId="ADAL" clId="{6142BD3E-30B7-4E26-9D10-FE5BE4FA2F7A}" dt="2024-04-16T04:47:50.322" v="673" actId="1076"/>
          <ac:spMkLst>
            <pc:docMk/>
            <pc:sldMk cId="3880581246" sldId="442"/>
            <ac:spMk id="8" creationId="{038AEF50-8CCD-3BFC-B267-D965F3F9B8F3}"/>
          </ac:spMkLst>
        </pc:spChg>
        <pc:spChg chg="add mod ord">
          <ac:chgData name="Mengmeng Ge" userId="bb5bc401-97cb-4caf-9857-8ff441375414" providerId="ADAL" clId="{6142BD3E-30B7-4E26-9D10-FE5BE4FA2F7A}" dt="2024-04-16T04:47:40.922" v="671" actId="14100"/>
          <ac:spMkLst>
            <pc:docMk/>
            <pc:sldMk cId="3880581246" sldId="442"/>
            <ac:spMk id="9" creationId="{E4B8DE4E-388B-65EE-1CB4-CAFA4C5C5DF7}"/>
          </ac:spMkLst>
        </pc:spChg>
        <pc:grpChg chg="del">
          <ac:chgData name="Mengmeng Ge" userId="bb5bc401-97cb-4caf-9857-8ff441375414" providerId="ADAL" clId="{6142BD3E-30B7-4E26-9D10-FE5BE4FA2F7A}" dt="2024-04-16T04:43:19.741" v="634" actId="478"/>
          <ac:grpSpMkLst>
            <pc:docMk/>
            <pc:sldMk cId="3880581246" sldId="442"/>
            <ac:grpSpMk id="23" creationId="{00000000-0000-0000-0000-000000000000}"/>
          </ac:grpSpMkLst>
        </pc:grpChg>
        <pc:picChg chg="add mod">
          <ac:chgData name="Mengmeng Ge" userId="bb5bc401-97cb-4caf-9857-8ff441375414" providerId="ADAL" clId="{6142BD3E-30B7-4E26-9D10-FE5BE4FA2F7A}" dt="2024-04-16T04:47:54.505" v="680" actId="1036"/>
          <ac:picMkLst>
            <pc:docMk/>
            <pc:sldMk cId="3880581246" sldId="442"/>
            <ac:picMk id="6" creationId="{C8F493B7-66A4-6864-CB82-05CD74C58EEF}"/>
          </ac:picMkLst>
        </pc:picChg>
      </pc:sldChg>
      <pc:sldChg chg="modSp del mod">
        <pc:chgData name="Mengmeng Ge" userId="bb5bc401-97cb-4caf-9857-8ff441375414" providerId="ADAL" clId="{6142BD3E-30B7-4E26-9D10-FE5BE4FA2F7A}" dt="2024-04-16T04:41:36.237" v="628" actId="47"/>
        <pc:sldMkLst>
          <pc:docMk/>
          <pc:sldMk cId="3077781576" sldId="444"/>
        </pc:sldMkLst>
        <pc:spChg chg="mod">
          <ac:chgData name="Mengmeng Ge" userId="bb5bc401-97cb-4caf-9857-8ff441375414" providerId="ADAL" clId="{6142BD3E-30B7-4E26-9D10-FE5BE4FA2F7A}" dt="2024-04-16T02:14:56.008" v="299" actId="20577"/>
          <ac:spMkLst>
            <pc:docMk/>
            <pc:sldMk cId="3077781576" sldId="444"/>
            <ac:spMk id="2" creationId="{00000000-0000-0000-0000-000000000000}"/>
          </ac:spMkLst>
        </pc:spChg>
      </pc:sldChg>
      <pc:sldChg chg="del">
        <pc:chgData name="Mengmeng Ge" userId="bb5bc401-97cb-4caf-9857-8ff441375414" providerId="ADAL" clId="{6142BD3E-30B7-4E26-9D10-FE5BE4FA2F7A}" dt="2024-04-16T05:09:37.643" v="683" actId="47"/>
        <pc:sldMkLst>
          <pc:docMk/>
          <pc:sldMk cId="1463916843" sldId="445"/>
        </pc:sldMkLst>
      </pc:sldChg>
      <pc:sldChg chg="del">
        <pc:chgData name="Mengmeng Ge" userId="bb5bc401-97cb-4caf-9857-8ff441375414" providerId="ADAL" clId="{6142BD3E-30B7-4E26-9D10-FE5BE4FA2F7A}" dt="2024-04-16T04:41:19.906" v="625" actId="47"/>
        <pc:sldMkLst>
          <pc:docMk/>
          <pc:sldMk cId="2420077248" sldId="450"/>
        </pc:sldMkLst>
      </pc:sldChg>
      <pc:sldChg chg="del">
        <pc:chgData name="Mengmeng Ge" userId="bb5bc401-97cb-4caf-9857-8ff441375414" providerId="ADAL" clId="{6142BD3E-30B7-4E26-9D10-FE5BE4FA2F7A}" dt="2024-04-16T04:30:45.027" v="624" actId="47"/>
        <pc:sldMkLst>
          <pc:docMk/>
          <pc:sldMk cId="4151233754" sldId="451"/>
        </pc:sldMkLst>
      </pc:sldChg>
      <pc:sldChg chg="modSp mod ord">
        <pc:chgData name="Mengmeng Ge" userId="bb5bc401-97cb-4caf-9857-8ff441375414" providerId="ADAL" clId="{6142BD3E-30B7-4E26-9D10-FE5BE4FA2F7A}" dt="2024-04-16T06:04:41.148" v="707" actId="20577"/>
        <pc:sldMkLst>
          <pc:docMk/>
          <pc:sldMk cId="2852110861" sldId="457"/>
        </pc:sldMkLst>
        <pc:spChg chg="mod">
          <ac:chgData name="Mengmeng Ge" userId="bb5bc401-97cb-4caf-9857-8ff441375414" providerId="ADAL" clId="{6142BD3E-30B7-4E26-9D10-FE5BE4FA2F7A}" dt="2024-04-16T06:04:41.148" v="707" actId="20577"/>
          <ac:spMkLst>
            <pc:docMk/>
            <pc:sldMk cId="2852110861" sldId="457"/>
            <ac:spMk id="3" creationId="{00000000-0000-0000-0000-000000000000}"/>
          </ac:spMkLst>
        </pc:spChg>
      </pc:sldChg>
      <pc:sldChg chg="del">
        <pc:chgData name="Mengmeng Ge" userId="bb5bc401-97cb-4caf-9857-8ff441375414" providerId="ADAL" clId="{6142BD3E-30B7-4E26-9D10-FE5BE4FA2F7A}" dt="2024-04-16T01:21:15.717" v="107" actId="47"/>
        <pc:sldMkLst>
          <pc:docMk/>
          <pc:sldMk cId="3065385538" sldId="458"/>
        </pc:sldMkLst>
      </pc:sldChg>
      <pc:sldChg chg="del">
        <pc:chgData name="Mengmeng Ge" userId="bb5bc401-97cb-4caf-9857-8ff441375414" providerId="ADAL" clId="{6142BD3E-30B7-4E26-9D10-FE5BE4FA2F7A}" dt="2024-04-16T01:20:28.539" v="104" actId="47"/>
        <pc:sldMkLst>
          <pc:docMk/>
          <pc:sldMk cId="1787941386" sldId="462"/>
        </pc:sldMkLst>
      </pc:sldChg>
      <pc:sldChg chg="del">
        <pc:chgData name="Mengmeng Ge" userId="bb5bc401-97cb-4caf-9857-8ff441375414" providerId="ADAL" clId="{6142BD3E-30B7-4E26-9D10-FE5BE4FA2F7A}" dt="2024-04-16T01:20:42.387" v="105" actId="47"/>
        <pc:sldMkLst>
          <pc:docMk/>
          <pc:sldMk cId="2514995675" sldId="463"/>
        </pc:sldMkLst>
      </pc:sldChg>
      <pc:sldChg chg="del">
        <pc:chgData name="Mengmeng Ge" userId="bb5bc401-97cb-4caf-9857-8ff441375414" providerId="ADAL" clId="{6142BD3E-30B7-4E26-9D10-FE5BE4FA2F7A}" dt="2024-04-16T01:20:43.475" v="106" actId="47"/>
        <pc:sldMkLst>
          <pc:docMk/>
          <pc:sldMk cId="1648001276" sldId="464"/>
        </pc:sldMkLst>
      </pc:sldChg>
      <pc:sldChg chg="del">
        <pc:chgData name="Mengmeng Ge" userId="bb5bc401-97cb-4caf-9857-8ff441375414" providerId="ADAL" clId="{6142BD3E-30B7-4E26-9D10-FE5BE4FA2F7A}" dt="2024-04-16T01:21:29.517" v="108" actId="47"/>
        <pc:sldMkLst>
          <pc:docMk/>
          <pc:sldMk cId="1739000552" sldId="465"/>
        </pc:sldMkLst>
      </pc:sldChg>
      <pc:sldChg chg="del">
        <pc:chgData name="Mengmeng Ge" userId="bb5bc401-97cb-4caf-9857-8ff441375414" providerId="ADAL" clId="{6142BD3E-30B7-4E26-9D10-FE5BE4FA2F7A}" dt="2024-04-16T04:47:59.399" v="681" actId="47"/>
        <pc:sldMkLst>
          <pc:docMk/>
          <pc:sldMk cId="3878331949" sldId="466"/>
        </pc:sldMkLst>
      </pc:sldChg>
      <pc:sldChg chg="del">
        <pc:chgData name="Mengmeng Ge" userId="bb5bc401-97cb-4caf-9857-8ff441375414" providerId="ADAL" clId="{6142BD3E-30B7-4E26-9D10-FE5BE4FA2F7A}" dt="2024-04-16T05:09:45.645" v="684" actId="47"/>
        <pc:sldMkLst>
          <pc:docMk/>
          <pc:sldMk cId="867083170" sldId="467"/>
        </pc:sldMkLst>
      </pc:sldChg>
      <pc:sldChg chg="del">
        <pc:chgData name="Mengmeng Ge" userId="bb5bc401-97cb-4caf-9857-8ff441375414" providerId="ADAL" clId="{6142BD3E-30B7-4E26-9D10-FE5BE4FA2F7A}" dt="2024-04-16T05:09:56.193" v="685" actId="47"/>
        <pc:sldMkLst>
          <pc:docMk/>
          <pc:sldMk cId="75042033" sldId="468"/>
        </pc:sldMkLst>
      </pc:sldChg>
      <pc:sldChg chg="del">
        <pc:chgData name="Mengmeng Ge" userId="bb5bc401-97cb-4caf-9857-8ff441375414" providerId="ADAL" clId="{6142BD3E-30B7-4E26-9D10-FE5BE4FA2F7A}" dt="2024-04-16T00:34:28.470" v="97" actId="47"/>
        <pc:sldMkLst>
          <pc:docMk/>
          <pc:sldMk cId="4118343202" sldId="473"/>
        </pc:sldMkLst>
      </pc:sldChg>
      <pc:sldChg chg="modSp del mod">
        <pc:chgData name="Mengmeng Ge" userId="bb5bc401-97cb-4caf-9857-8ff441375414" providerId="ADAL" clId="{6142BD3E-30B7-4E26-9D10-FE5BE4FA2F7A}" dt="2024-04-16T04:41:34.186" v="627" actId="47"/>
        <pc:sldMkLst>
          <pc:docMk/>
          <pc:sldMk cId="1643307721" sldId="477"/>
        </pc:sldMkLst>
        <pc:spChg chg="mod">
          <ac:chgData name="Mengmeng Ge" userId="bb5bc401-97cb-4caf-9857-8ff441375414" providerId="ADAL" clId="{6142BD3E-30B7-4E26-9D10-FE5BE4FA2F7A}" dt="2024-04-16T02:15:03.497" v="300" actId="20577"/>
          <ac:spMkLst>
            <pc:docMk/>
            <pc:sldMk cId="1643307721" sldId="477"/>
            <ac:spMk id="3" creationId="{00000000-0000-0000-0000-000000000000}"/>
          </ac:spMkLst>
        </pc:spChg>
      </pc:sldChg>
      <pc:sldChg chg="del">
        <pc:chgData name="Mengmeng Ge" userId="bb5bc401-97cb-4caf-9857-8ff441375414" providerId="ADAL" clId="{6142BD3E-30B7-4E26-9D10-FE5BE4FA2F7A}" dt="2024-04-16T04:48:02.450" v="682" actId="47"/>
        <pc:sldMkLst>
          <pc:docMk/>
          <pc:sldMk cId="274653364" sldId="478"/>
        </pc:sldMkLst>
      </pc:sldChg>
      <pc:sldChg chg="del">
        <pc:chgData name="Mengmeng Ge" userId="bb5bc401-97cb-4caf-9857-8ff441375414" providerId="ADAL" clId="{6142BD3E-30B7-4E26-9D10-FE5BE4FA2F7A}" dt="2024-04-16T04:41:32.032" v="626" actId="47"/>
        <pc:sldMkLst>
          <pc:docMk/>
          <pc:sldMk cId="0" sldId="484"/>
        </pc:sldMkLst>
      </pc:sldChg>
      <pc:sldChg chg="del">
        <pc:chgData name="Mengmeng Ge" userId="bb5bc401-97cb-4caf-9857-8ff441375414" providerId="ADAL" clId="{6142BD3E-30B7-4E26-9D10-FE5BE4FA2F7A}" dt="2024-04-16T04:30:39.661" v="623" actId="47"/>
        <pc:sldMkLst>
          <pc:docMk/>
          <pc:sldMk cId="0" sldId="496"/>
        </pc:sldMkLst>
      </pc:sldChg>
      <pc:sldChg chg="modSp mod ord">
        <pc:chgData name="Mengmeng Ge" userId="bb5bc401-97cb-4caf-9857-8ff441375414" providerId="ADAL" clId="{6142BD3E-30B7-4E26-9D10-FE5BE4FA2F7A}" dt="2024-04-16T04:45:38.264" v="649" actId="255"/>
        <pc:sldMkLst>
          <pc:docMk/>
          <pc:sldMk cId="3611239117" sldId="524"/>
        </pc:sldMkLst>
        <pc:spChg chg="mod">
          <ac:chgData name="Mengmeng Ge" userId="bb5bc401-97cb-4caf-9857-8ff441375414" providerId="ADAL" clId="{6142BD3E-30B7-4E26-9D10-FE5BE4FA2F7A}" dt="2024-04-16T04:45:38.264" v="649" actId="255"/>
          <ac:spMkLst>
            <pc:docMk/>
            <pc:sldMk cId="3611239117" sldId="524"/>
            <ac:spMk id="3" creationId="{00000000-0000-0000-0000-000000000000}"/>
          </ac:spMkLst>
        </pc:spChg>
      </pc:sldChg>
      <pc:sldChg chg="modSp mod ord modNotesTx">
        <pc:chgData name="Mengmeng Ge" userId="bb5bc401-97cb-4caf-9857-8ff441375414" providerId="ADAL" clId="{6142BD3E-30B7-4E26-9D10-FE5BE4FA2F7A}" dt="2024-04-16T04:13:16.042" v="305" actId="20578"/>
        <pc:sldMkLst>
          <pc:docMk/>
          <pc:sldMk cId="606395498" sldId="632"/>
        </pc:sldMkLst>
        <pc:spChg chg="mod">
          <ac:chgData name="Mengmeng Ge" userId="bb5bc401-97cb-4caf-9857-8ff441375414" providerId="ADAL" clId="{6142BD3E-30B7-4E26-9D10-FE5BE4FA2F7A}" dt="2024-04-16T00:34:23.037" v="96" actId="20577"/>
          <ac:spMkLst>
            <pc:docMk/>
            <pc:sldMk cId="606395498" sldId="632"/>
            <ac:spMk id="3" creationId="{00000000-0000-0000-0000-000000000000}"/>
          </ac:spMkLst>
        </pc:spChg>
      </pc:sldChg>
      <pc:sldChg chg="new del">
        <pc:chgData name="Mengmeng Ge" userId="bb5bc401-97cb-4caf-9857-8ff441375414" providerId="ADAL" clId="{6142BD3E-30B7-4E26-9D10-FE5BE4FA2F7A}" dt="2024-04-16T00:34:59.369" v="99" actId="47"/>
        <pc:sldMkLst>
          <pc:docMk/>
          <pc:sldMk cId="709453597" sldId="633"/>
        </pc:sldMkLst>
      </pc:sldChg>
      <pc:sldChg chg="addSp delSp modSp new mod modClrScheme chgLayout">
        <pc:chgData name="Mengmeng Ge" userId="bb5bc401-97cb-4caf-9857-8ff441375414" providerId="ADAL" clId="{6142BD3E-30B7-4E26-9D10-FE5BE4FA2F7A}" dt="2024-04-16T05:10:24.348" v="703" actId="20577"/>
        <pc:sldMkLst>
          <pc:docMk/>
          <pc:sldMk cId="1934692959" sldId="633"/>
        </pc:sldMkLst>
        <pc:spChg chg="del mod ord">
          <ac:chgData name="Mengmeng Ge" userId="bb5bc401-97cb-4caf-9857-8ff441375414" providerId="ADAL" clId="{6142BD3E-30B7-4E26-9D10-FE5BE4FA2F7A}" dt="2024-04-16T05:10:19.657" v="687" actId="700"/>
          <ac:spMkLst>
            <pc:docMk/>
            <pc:sldMk cId="1934692959" sldId="633"/>
            <ac:spMk id="2" creationId="{C2435E1C-596F-3775-2373-6E1F0FA0E9F1}"/>
          </ac:spMkLst>
        </pc:spChg>
        <pc:spChg chg="del mod ord">
          <ac:chgData name="Mengmeng Ge" userId="bb5bc401-97cb-4caf-9857-8ff441375414" providerId="ADAL" clId="{6142BD3E-30B7-4E26-9D10-FE5BE4FA2F7A}" dt="2024-04-16T05:10:19.657" v="687" actId="700"/>
          <ac:spMkLst>
            <pc:docMk/>
            <pc:sldMk cId="1934692959" sldId="633"/>
            <ac:spMk id="3" creationId="{A4514A1D-3444-A540-A20F-79C996E3C514}"/>
          </ac:spMkLst>
        </pc:spChg>
        <pc:spChg chg="mod ord">
          <ac:chgData name="Mengmeng Ge" userId="bb5bc401-97cb-4caf-9857-8ff441375414" providerId="ADAL" clId="{6142BD3E-30B7-4E26-9D10-FE5BE4FA2F7A}" dt="2024-04-16T05:10:19.657" v="687" actId="700"/>
          <ac:spMkLst>
            <pc:docMk/>
            <pc:sldMk cId="1934692959" sldId="633"/>
            <ac:spMk id="4" creationId="{9704C8DD-D417-7683-6A82-8CD64B4FBF6A}"/>
          </ac:spMkLst>
        </pc:spChg>
        <pc:spChg chg="add mod ord">
          <ac:chgData name="Mengmeng Ge" userId="bb5bc401-97cb-4caf-9857-8ff441375414" providerId="ADAL" clId="{6142BD3E-30B7-4E26-9D10-FE5BE4FA2F7A}" dt="2024-04-16T05:10:24.348" v="703" actId="20577"/>
          <ac:spMkLst>
            <pc:docMk/>
            <pc:sldMk cId="1934692959" sldId="633"/>
            <ac:spMk id="5" creationId="{83BC5A1A-7179-CF0F-2CFF-A5AE55A860BC}"/>
          </ac:spMkLst>
        </pc:spChg>
        <pc:spChg chg="add mod ord">
          <ac:chgData name="Mengmeng Ge" userId="bb5bc401-97cb-4caf-9857-8ff441375414" providerId="ADAL" clId="{6142BD3E-30B7-4E26-9D10-FE5BE4FA2F7A}" dt="2024-04-16T05:10:19.657" v="687" actId="700"/>
          <ac:spMkLst>
            <pc:docMk/>
            <pc:sldMk cId="1934692959" sldId="633"/>
            <ac:spMk id="6" creationId="{E8B241AC-DA3B-C614-56E7-198D832B26A4}"/>
          </ac:spMkLst>
        </pc:spChg>
      </pc:sldChg>
    </pc:docChg>
  </pc:docChgLst>
  <pc:docChgLst>
    <pc:chgData name="Mengmeng Ge" userId="S::mengmeng.ge@canterbury.ac.nz::bb5bc401-97cb-4caf-9857-8ff441375414" providerId="AD" clId="Web-{637C62BA-0895-7567-97D2-374600AA2054}"/>
    <pc:docChg chg="modSld">
      <pc:chgData name="Mengmeng Ge" userId="S::mengmeng.ge@canterbury.ac.nz::bb5bc401-97cb-4caf-9857-8ff441375414" providerId="AD" clId="Web-{637C62BA-0895-7567-97D2-374600AA2054}" dt="2024-04-22T05:30:58.953" v="3" actId="1076"/>
      <pc:docMkLst>
        <pc:docMk/>
      </pc:docMkLst>
      <pc:sldChg chg="delSp modSp">
        <pc:chgData name="Mengmeng Ge" userId="S::mengmeng.ge@canterbury.ac.nz::bb5bc401-97cb-4caf-9857-8ff441375414" providerId="AD" clId="Web-{637C62BA-0895-7567-97D2-374600AA2054}" dt="2024-04-22T05:30:58.953" v="3" actId="1076"/>
        <pc:sldMkLst>
          <pc:docMk/>
          <pc:sldMk cId="3721559959" sldId="666"/>
        </pc:sldMkLst>
        <pc:spChg chg="del mod">
          <ac:chgData name="Mengmeng Ge" userId="S::mengmeng.ge@canterbury.ac.nz::bb5bc401-97cb-4caf-9857-8ff441375414" providerId="AD" clId="Web-{637C62BA-0895-7567-97D2-374600AA2054}" dt="2024-04-22T05:30:56.718" v="2"/>
          <ac:spMkLst>
            <pc:docMk/>
            <pc:sldMk cId="3721559959" sldId="666"/>
            <ac:spMk id="8" creationId="{1604D3B8-8AE2-FF7A-DF55-CBBBC536A1DF}"/>
          </ac:spMkLst>
        </pc:spChg>
        <pc:picChg chg="mod">
          <ac:chgData name="Mengmeng Ge" userId="S::mengmeng.ge@canterbury.ac.nz::bb5bc401-97cb-4caf-9857-8ff441375414" providerId="AD" clId="Web-{637C62BA-0895-7567-97D2-374600AA2054}" dt="2024-04-22T05:30:58.953" v="3" actId="1076"/>
          <ac:picMkLst>
            <pc:docMk/>
            <pc:sldMk cId="3721559959" sldId="666"/>
            <ac:picMk id="6" creationId="{E7E6D0C1-4AA9-DFA2-D9DD-385392450178}"/>
          </ac:picMkLst>
        </pc:picChg>
      </pc:sldChg>
    </pc:docChg>
  </pc:docChgLst>
  <pc:docChgLst>
    <pc:chgData name="Mengmeng Ge" userId="bb5bc401-97cb-4caf-9857-8ff441375414" providerId="ADAL" clId="{AB6B7BCA-983E-4BC7-A544-AECD2957F292}"/>
    <pc:docChg chg="undo custSel modSld sldOrd">
      <pc:chgData name="Mengmeng Ge" userId="bb5bc401-97cb-4caf-9857-8ff441375414" providerId="ADAL" clId="{AB6B7BCA-983E-4BC7-A544-AECD2957F292}" dt="2024-09-12T00:12:00.649" v="1160" actId="113"/>
      <pc:docMkLst>
        <pc:docMk/>
      </pc:docMkLst>
      <pc:sldChg chg="addSp modSp mod modAnim">
        <pc:chgData name="Mengmeng Ge" userId="bb5bc401-97cb-4caf-9857-8ff441375414" providerId="ADAL" clId="{AB6B7BCA-983E-4BC7-A544-AECD2957F292}" dt="2024-09-10T00:20:38.965" v="24"/>
        <pc:sldMkLst>
          <pc:docMk/>
          <pc:sldMk cId="2603433478" sldId="281"/>
        </pc:sldMkLst>
        <pc:spChg chg="add mod">
          <ac:chgData name="Mengmeng Ge" userId="bb5bc401-97cb-4caf-9857-8ff441375414" providerId="ADAL" clId="{AB6B7BCA-983E-4BC7-A544-AECD2957F292}" dt="2024-09-10T00:19:20.347" v="13" actId="14100"/>
          <ac:spMkLst>
            <pc:docMk/>
            <pc:sldMk cId="2603433478" sldId="281"/>
            <ac:spMk id="3" creationId="{39B0BE7B-2151-661D-F233-5AE027A4CA4C}"/>
          </ac:spMkLst>
        </pc:spChg>
        <pc:spChg chg="add mod">
          <ac:chgData name="Mengmeng Ge" userId="bb5bc401-97cb-4caf-9857-8ff441375414" providerId="ADAL" clId="{AB6B7BCA-983E-4BC7-A544-AECD2957F292}" dt="2024-09-10T00:19:33.088" v="15" actId="1076"/>
          <ac:spMkLst>
            <pc:docMk/>
            <pc:sldMk cId="2603433478" sldId="281"/>
            <ac:spMk id="4" creationId="{C702373F-5D75-08E9-5B89-9D60481C4FFC}"/>
          </ac:spMkLst>
        </pc:spChg>
        <pc:spChg chg="add mod">
          <ac:chgData name="Mengmeng Ge" userId="bb5bc401-97cb-4caf-9857-8ff441375414" providerId="ADAL" clId="{AB6B7BCA-983E-4BC7-A544-AECD2957F292}" dt="2024-09-10T00:19:37.182" v="17" actId="1076"/>
          <ac:spMkLst>
            <pc:docMk/>
            <pc:sldMk cId="2603433478" sldId="281"/>
            <ac:spMk id="5" creationId="{594C010D-4C4F-D476-456D-64DE4E6E71E3}"/>
          </ac:spMkLst>
        </pc:spChg>
        <pc:spChg chg="add mod">
          <ac:chgData name="Mengmeng Ge" userId="bb5bc401-97cb-4caf-9857-8ff441375414" providerId="ADAL" clId="{AB6B7BCA-983E-4BC7-A544-AECD2957F292}" dt="2024-09-10T00:19:41.344" v="19" actId="1076"/>
          <ac:spMkLst>
            <pc:docMk/>
            <pc:sldMk cId="2603433478" sldId="281"/>
            <ac:spMk id="6" creationId="{2574D356-F274-2DDF-656A-5DE43388C043}"/>
          </ac:spMkLst>
        </pc:spChg>
        <pc:spChg chg="add mod">
          <ac:chgData name="Mengmeng Ge" userId="bb5bc401-97cb-4caf-9857-8ff441375414" providerId="ADAL" clId="{AB6B7BCA-983E-4BC7-A544-AECD2957F292}" dt="2024-09-10T00:20:32.034" v="23" actId="1035"/>
          <ac:spMkLst>
            <pc:docMk/>
            <pc:sldMk cId="2603433478" sldId="281"/>
            <ac:spMk id="7" creationId="{0295170A-42D5-4361-5C5C-1044AD98DEEB}"/>
          </ac:spMkLst>
        </pc:spChg>
      </pc:sldChg>
      <pc:sldChg chg="modNotesTx">
        <pc:chgData name="Mengmeng Ge" userId="bb5bc401-97cb-4caf-9857-8ff441375414" providerId="ADAL" clId="{AB6B7BCA-983E-4BC7-A544-AECD2957F292}" dt="2024-09-10T00:28:39.302" v="122" actId="20577"/>
        <pc:sldMkLst>
          <pc:docMk/>
          <pc:sldMk cId="53283060" sldId="283"/>
        </pc:sldMkLst>
      </pc:sldChg>
      <pc:sldChg chg="addSp modSp mod modAnim modNotesTx">
        <pc:chgData name="Mengmeng Ge" userId="bb5bc401-97cb-4caf-9857-8ff441375414" providerId="ADAL" clId="{AB6B7BCA-983E-4BC7-A544-AECD2957F292}" dt="2024-09-10T03:49:45.871" v="601"/>
        <pc:sldMkLst>
          <pc:docMk/>
          <pc:sldMk cId="148612740" sldId="284"/>
        </pc:sldMkLst>
        <pc:spChg chg="add mod">
          <ac:chgData name="Mengmeng Ge" userId="bb5bc401-97cb-4caf-9857-8ff441375414" providerId="ADAL" clId="{AB6B7BCA-983E-4BC7-A544-AECD2957F292}" dt="2024-09-10T00:24:02.570" v="27" actId="14100"/>
          <ac:spMkLst>
            <pc:docMk/>
            <pc:sldMk cId="148612740" sldId="284"/>
            <ac:spMk id="3" creationId="{7C57F0BB-A314-1A8F-337E-FBDF7C0F239C}"/>
          </ac:spMkLst>
        </pc:spChg>
        <pc:spChg chg="add mod">
          <ac:chgData name="Mengmeng Ge" userId="bb5bc401-97cb-4caf-9857-8ff441375414" providerId="ADAL" clId="{AB6B7BCA-983E-4BC7-A544-AECD2957F292}" dt="2024-09-10T00:24:08.582" v="29" actId="1076"/>
          <ac:spMkLst>
            <pc:docMk/>
            <pc:sldMk cId="148612740" sldId="284"/>
            <ac:spMk id="4" creationId="{9EA35443-04D5-51E7-0A33-4F26A56B8B97}"/>
          </ac:spMkLst>
        </pc:spChg>
      </pc:sldChg>
      <pc:sldChg chg="addSp modSp mod modAnim">
        <pc:chgData name="Mengmeng Ge" userId="bb5bc401-97cb-4caf-9857-8ff441375414" providerId="ADAL" clId="{AB6B7BCA-983E-4BC7-A544-AECD2957F292}" dt="2024-09-10T00:31:23.616" v="126" actId="1076"/>
        <pc:sldMkLst>
          <pc:docMk/>
          <pc:sldMk cId="4237743735" sldId="285"/>
        </pc:sldMkLst>
        <pc:spChg chg="add mod">
          <ac:chgData name="Mengmeng Ge" userId="bb5bc401-97cb-4caf-9857-8ff441375414" providerId="ADAL" clId="{AB6B7BCA-983E-4BC7-A544-AECD2957F292}" dt="2024-09-10T00:31:19.084" v="124" actId="1076"/>
          <ac:spMkLst>
            <pc:docMk/>
            <pc:sldMk cId="4237743735" sldId="285"/>
            <ac:spMk id="3" creationId="{342319C7-A862-B2C4-BCEB-535985010928}"/>
          </ac:spMkLst>
        </pc:spChg>
        <pc:spChg chg="add mod">
          <ac:chgData name="Mengmeng Ge" userId="bb5bc401-97cb-4caf-9857-8ff441375414" providerId="ADAL" clId="{AB6B7BCA-983E-4BC7-A544-AECD2957F292}" dt="2024-09-10T00:31:23.616" v="126" actId="1076"/>
          <ac:spMkLst>
            <pc:docMk/>
            <pc:sldMk cId="4237743735" sldId="285"/>
            <ac:spMk id="4" creationId="{CB1C31A4-E752-72C4-1F84-31A9AB75E28D}"/>
          </ac:spMkLst>
        </pc:spChg>
      </pc:sldChg>
      <pc:sldChg chg="modNotesTx">
        <pc:chgData name="Mengmeng Ge" userId="bb5bc401-97cb-4caf-9857-8ff441375414" providerId="ADAL" clId="{AB6B7BCA-983E-4BC7-A544-AECD2957F292}" dt="2024-09-10T00:34:18.603" v="134" actId="20577"/>
        <pc:sldMkLst>
          <pc:docMk/>
          <pc:sldMk cId="242516231" sldId="287"/>
        </pc:sldMkLst>
      </pc:sldChg>
      <pc:sldChg chg="modNotesTx">
        <pc:chgData name="Mengmeng Ge" userId="bb5bc401-97cb-4caf-9857-8ff441375414" providerId="ADAL" clId="{AB6B7BCA-983E-4BC7-A544-AECD2957F292}" dt="2024-09-11T01:41:59.041" v="631"/>
        <pc:sldMkLst>
          <pc:docMk/>
          <pc:sldMk cId="1720300556" sldId="360"/>
        </pc:sldMkLst>
      </pc:sldChg>
      <pc:sldChg chg="addSp delSp modSp mod delAnim modAnim">
        <pc:chgData name="Mengmeng Ge" userId="bb5bc401-97cb-4caf-9857-8ff441375414" providerId="ADAL" clId="{AB6B7BCA-983E-4BC7-A544-AECD2957F292}" dt="2024-09-10T00:39:39.235" v="150" actId="1076"/>
        <pc:sldMkLst>
          <pc:docMk/>
          <pc:sldMk cId="774066307" sldId="417"/>
        </pc:sldMkLst>
        <pc:spChg chg="add mod">
          <ac:chgData name="Mengmeng Ge" userId="bb5bc401-97cb-4caf-9857-8ff441375414" providerId="ADAL" clId="{AB6B7BCA-983E-4BC7-A544-AECD2957F292}" dt="2024-09-10T00:39:24.396" v="142" actId="14100"/>
          <ac:spMkLst>
            <pc:docMk/>
            <pc:sldMk cId="774066307" sldId="417"/>
            <ac:spMk id="5" creationId="{7C7EA3B2-E5CD-A5BE-308D-321E22C3558A}"/>
          </ac:spMkLst>
        </pc:spChg>
        <pc:spChg chg="add mod">
          <ac:chgData name="Mengmeng Ge" userId="bb5bc401-97cb-4caf-9857-8ff441375414" providerId="ADAL" clId="{AB6B7BCA-983E-4BC7-A544-AECD2957F292}" dt="2024-09-10T00:39:28.737" v="144" actId="1076"/>
          <ac:spMkLst>
            <pc:docMk/>
            <pc:sldMk cId="774066307" sldId="417"/>
            <ac:spMk id="6" creationId="{76E073BD-5926-0233-333A-A0E36748441D}"/>
          </ac:spMkLst>
        </pc:spChg>
        <pc:spChg chg="add mod">
          <ac:chgData name="Mengmeng Ge" userId="bb5bc401-97cb-4caf-9857-8ff441375414" providerId="ADAL" clId="{AB6B7BCA-983E-4BC7-A544-AECD2957F292}" dt="2024-09-10T00:39:32.399" v="146" actId="1076"/>
          <ac:spMkLst>
            <pc:docMk/>
            <pc:sldMk cId="774066307" sldId="417"/>
            <ac:spMk id="7" creationId="{090502F5-6DC2-994B-E97A-150D83F1F735}"/>
          </ac:spMkLst>
        </pc:spChg>
        <pc:spChg chg="add mod">
          <ac:chgData name="Mengmeng Ge" userId="bb5bc401-97cb-4caf-9857-8ff441375414" providerId="ADAL" clId="{AB6B7BCA-983E-4BC7-A544-AECD2957F292}" dt="2024-09-10T00:39:36.020" v="148" actId="1076"/>
          <ac:spMkLst>
            <pc:docMk/>
            <pc:sldMk cId="774066307" sldId="417"/>
            <ac:spMk id="8" creationId="{47834E83-02B6-E585-537E-92001E245D22}"/>
          </ac:spMkLst>
        </pc:spChg>
        <pc:spChg chg="add mod">
          <ac:chgData name="Mengmeng Ge" userId="bb5bc401-97cb-4caf-9857-8ff441375414" providerId="ADAL" clId="{AB6B7BCA-983E-4BC7-A544-AECD2957F292}" dt="2024-09-10T00:39:39.235" v="150" actId="1076"/>
          <ac:spMkLst>
            <pc:docMk/>
            <pc:sldMk cId="774066307" sldId="417"/>
            <ac:spMk id="9" creationId="{EA9EE438-1792-C37D-2EE0-875C83E61068}"/>
          </ac:spMkLst>
        </pc:spChg>
        <pc:graphicFrameChg chg="add del mod modGraphic">
          <ac:chgData name="Mengmeng Ge" userId="bb5bc401-97cb-4caf-9857-8ff441375414" providerId="ADAL" clId="{AB6B7BCA-983E-4BC7-A544-AECD2957F292}" dt="2024-09-10T00:38:55.896" v="139" actId="478"/>
          <ac:graphicFrameMkLst>
            <pc:docMk/>
            <pc:sldMk cId="774066307" sldId="417"/>
            <ac:graphicFrameMk id="2" creationId="{E4242EBE-D6D7-5680-F208-4FC08B9D9D56}"/>
          </ac:graphicFrameMkLst>
        </pc:graphicFrameChg>
      </pc:sldChg>
      <pc:sldChg chg="modNotesTx">
        <pc:chgData name="Mengmeng Ge" userId="bb5bc401-97cb-4caf-9857-8ff441375414" providerId="ADAL" clId="{AB6B7BCA-983E-4BC7-A544-AECD2957F292}" dt="2024-09-11T01:50:32.925" v="708" actId="113"/>
        <pc:sldMkLst>
          <pc:docMk/>
          <pc:sldMk cId="827957872" sldId="448"/>
        </pc:sldMkLst>
      </pc:sldChg>
      <pc:sldChg chg="modSp mod modAnim">
        <pc:chgData name="Mengmeng Ge" userId="bb5bc401-97cb-4caf-9857-8ff441375414" providerId="ADAL" clId="{AB6B7BCA-983E-4BC7-A544-AECD2957F292}" dt="2024-09-11T03:11:50.911" v="899"/>
        <pc:sldMkLst>
          <pc:docMk/>
          <pc:sldMk cId="239993365" sldId="450"/>
        </pc:sldMkLst>
        <pc:spChg chg="mod">
          <ac:chgData name="Mengmeng Ge" userId="bb5bc401-97cb-4caf-9857-8ff441375414" providerId="ADAL" clId="{AB6B7BCA-983E-4BC7-A544-AECD2957F292}" dt="2024-09-11T02:50:50.465" v="834"/>
          <ac:spMkLst>
            <pc:docMk/>
            <pc:sldMk cId="239993365" sldId="450"/>
            <ac:spMk id="650242" creationId="{00000000-0000-0000-0000-000000000000}"/>
          </ac:spMkLst>
        </pc:spChg>
      </pc:sldChg>
      <pc:sldChg chg="modSp mod modAnim modNotesTx">
        <pc:chgData name="Mengmeng Ge" userId="bb5bc401-97cb-4caf-9857-8ff441375414" providerId="ADAL" clId="{AB6B7BCA-983E-4BC7-A544-AECD2957F292}" dt="2024-09-11T03:15:26.633" v="973"/>
        <pc:sldMkLst>
          <pc:docMk/>
          <pc:sldMk cId="2625037030" sldId="451"/>
        </pc:sldMkLst>
        <pc:spChg chg="mod">
          <ac:chgData name="Mengmeng Ge" userId="bb5bc401-97cb-4caf-9857-8ff441375414" providerId="ADAL" clId="{AB6B7BCA-983E-4BC7-A544-AECD2957F292}" dt="2024-09-11T02:50:54.978" v="835"/>
          <ac:spMkLst>
            <pc:docMk/>
            <pc:sldMk cId="2625037030" sldId="451"/>
            <ac:spMk id="651266" creationId="{00000000-0000-0000-0000-000000000000}"/>
          </ac:spMkLst>
        </pc:spChg>
      </pc:sldChg>
      <pc:sldChg chg="modAnim modNotesTx">
        <pc:chgData name="Mengmeng Ge" userId="bb5bc401-97cb-4caf-9857-8ff441375414" providerId="ADAL" clId="{AB6B7BCA-983E-4BC7-A544-AECD2957F292}" dt="2024-09-11T01:53:53.817" v="718"/>
        <pc:sldMkLst>
          <pc:docMk/>
          <pc:sldMk cId="2758486911" sldId="459"/>
        </pc:sldMkLst>
      </pc:sldChg>
      <pc:sldChg chg="modSp mod modNotesTx">
        <pc:chgData name="Mengmeng Ge" userId="bb5bc401-97cb-4caf-9857-8ff441375414" providerId="ADAL" clId="{AB6B7BCA-983E-4BC7-A544-AECD2957F292}" dt="2024-09-11T03:22:18.929" v="1048" actId="20577"/>
        <pc:sldMkLst>
          <pc:docMk/>
          <pc:sldMk cId="1826315325" sldId="461"/>
        </pc:sldMkLst>
        <pc:spChg chg="mod">
          <ac:chgData name="Mengmeng Ge" userId="bb5bc401-97cb-4caf-9857-8ff441375414" providerId="ADAL" clId="{AB6B7BCA-983E-4BC7-A544-AECD2957F292}" dt="2024-09-11T02:51:00.042" v="836"/>
          <ac:spMkLst>
            <pc:docMk/>
            <pc:sldMk cId="1826315325" sldId="461"/>
            <ac:spMk id="2" creationId="{00000000-0000-0000-0000-000000000000}"/>
          </ac:spMkLst>
        </pc:spChg>
      </pc:sldChg>
      <pc:sldChg chg="modAnim">
        <pc:chgData name="Mengmeng Ge" userId="bb5bc401-97cb-4caf-9857-8ff441375414" providerId="ADAL" clId="{AB6B7BCA-983E-4BC7-A544-AECD2957F292}" dt="2024-09-11T21:38:10.019" v="1137"/>
        <pc:sldMkLst>
          <pc:docMk/>
          <pc:sldMk cId="2347216921" sldId="465"/>
        </pc:sldMkLst>
      </pc:sldChg>
      <pc:sldChg chg="addSp modSp mod modAnim">
        <pc:chgData name="Mengmeng Ge" userId="bb5bc401-97cb-4caf-9857-8ff441375414" providerId="ADAL" clId="{AB6B7BCA-983E-4BC7-A544-AECD2957F292}" dt="2024-09-11T21:40:42.381" v="1150" actId="114"/>
        <pc:sldMkLst>
          <pc:docMk/>
          <pc:sldMk cId="922270440" sldId="493"/>
        </pc:sldMkLst>
        <pc:spChg chg="mod">
          <ac:chgData name="Mengmeng Ge" userId="bb5bc401-97cb-4caf-9857-8ff441375414" providerId="ADAL" clId="{AB6B7BCA-983E-4BC7-A544-AECD2957F292}" dt="2024-09-11T21:40:42.381" v="1150" actId="114"/>
          <ac:spMkLst>
            <pc:docMk/>
            <pc:sldMk cId="922270440" sldId="493"/>
            <ac:spMk id="55" creationId="{1AFF02CD-32AB-45F3-9126-D00B5450A6C1}"/>
          </ac:spMkLst>
        </pc:spChg>
        <pc:spChg chg="add mod">
          <ac:chgData name="Mengmeng Ge" userId="bb5bc401-97cb-4caf-9857-8ff441375414" providerId="ADAL" clId="{AB6B7BCA-983E-4BC7-A544-AECD2957F292}" dt="2024-09-11T21:39:26.999" v="1145" actId="1076"/>
          <ac:spMkLst>
            <pc:docMk/>
            <pc:sldMk cId="922270440" sldId="493"/>
            <ac:spMk id="56" creationId="{4925EF9B-23ED-1348-21D5-87726BBC5A64}"/>
          </ac:spMkLst>
        </pc:spChg>
      </pc:sldChg>
      <pc:sldChg chg="modSp mod ord modAnim modNotesTx">
        <pc:chgData name="Mengmeng Ge" userId="bb5bc401-97cb-4caf-9857-8ff441375414" providerId="ADAL" clId="{AB6B7BCA-983E-4BC7-A544-AECD2957F292}" dt="2024-09-11T03:08:29.246" v="888" actId="20577"/>
        <pc:sldMkLst>
          <pc:docMk/>
          <pc:sldMk cId="673057446" sldId="521"/>
        </pc:sldMkLst>
        <pc:spChg chg="mod">
          <ac:chgData name="Mengmeng Ge" userId="bb5bc401-97cb-4caf-9857-8ff441375414" providerId="ADAL" clId="{AB6B7BCA-983E-4BC7-A544-AECD2957F292}" dt="2024-09-11T02:20:15.300" v="760" actId="20577"/>
          <ac:spMkLst>
            <pc:docMk/>
            <pc:sldMk cId="673057446" sldId="521"/>
            <ac:spMk id="652290" creationId="{00000000-0000-0000-0000-000000000000}"/>
          </ac:spMkLst>
        </pc:spChg>
        <pc:spChg chg="mod">
          <ac:chgData name="Mengmeng Ge" userId="bb5bc401-97cb-4caf-9857-8ff441375414" providerId="ADAL" clId="{AB6B7BCA-983E-4BC7-A544-AECD2957F292}" dt="2024-09-11T03:06:51.934" v="887" actId="20577"/>
          <ac:spMkLst>
            <pc:docMk/>
            <pc:sldMk cId="673057446" sldId="521"/>
            <ac:spMk id="652291" creationId="{00000000-0000-0000-0000-000000000000}"/>
          </ac:spMkLst>
        </pc:spChg>
        <pc:spChg chg="mod">
          <ac:chgData name="Mengmeng Ge" userId="bb5bc401-97cb-4caf-9857-8ff441375414" providerId="ADAL" clId="{AB6B7BCA-983E-4BC7-A544-AECD2957F292}" dt="2024-09-11T02:57:54.006" v="885" actId="20577"/>
          <ac:spMkLst>
            <pc:docMk/>
            <pc:sldMk cId="673057446" sldId="521"/>
            <ac:spMk id="652293" creationId="{00000000-0000-0000-0000-000000000000}"/>
          </ac:spMkLst>
        </pc:spChg>
        <pc:spChg chg="mod">
          <ac:chgData name="Mengmeng Ge" userId="bb5bc401-97cb-4caf-9857-8ff441375414" providerId="ADAL" clId="{AB6B7BCA-983E-4BC7-A544-AECD2957F292}" dt="2024-09-11T02:57:37.930" v="884" actId="1037"/>
          <ac:spMkLst>
            <pc:docMk/>
            <pc:sldMk cId="673057446" sldId="521"/>
            <ac:spMk id="652294" creationId="{00000000-0000-0000-0000-000000000000}"/>
          </ac:spMkLst>
        </pc:spChg>
        <pc:spChg chg="mod">
          <ac:chgData name="Mengmeng Ge" userId="bb5bc401-97cb-4caf-9857-8ff441375414" providerId="ADAL" clId="{AB6B7BCA-983E-4BC7-A544-AECD2957F292}" dt="2024-09-11T02:57:37.930" v="884" actId="1037"/>
          <ac:spMkLst>
            <pc:docMk/>
            <pc:sldMk cId="673057446" sldId="521"/>
            <ac:spMk id="652295" creationId="{00000000-0000-0000-0000-000000000000}"/>
          </ac:spMkLst>
        </pc:spChg>
        <pc:spChg chg="mod">
          <ac:chgData name="Mengmeng Ge" userId="bb5bc401-97cb-4caf-9857-8ff441375414" providerId="ADAL" clId="{AB6B7BCA-983E-4BC7-A544-AECD2957F292}" dt="2024-09-11T02:57:37.930" v="884" actId="1037"/>
          <ac:spMkLst>
            <pc:docMk/>
            <pc:sldMk cId="673057446" sldId="521"/>
            <ac:spMk id="652296" creationId="{00000000-0000-0000-0000-000000000000}"/>
          </ac:spMkLst>
        </pc:spChg>
        <pc:grpChg chg="mod">
          <ac:chgData name="Mengmeng Ge" userId="bb5bc401-97cb-4caf-9857-8ff441375414" providerId="ADAL" clId="{AB6B7BCA-983E-4BC7-A544-AECD2957F292}" dt="2024-09-11T02:57:37.930" v="884" actId="1037"/>
          <ac:grpSpMkLst>
            <pc:docMk/>
            <pc:sldMk cId="673057446" sldId="521"/>
            <ac:grpSpMk id="652292" creationId="{00000000-0000-0000-0000-000000000000}"/>
          </ac:grpSpMkLst>
        </pc:grpChg>
      </pc:sldChg>
      <pc:sldChg chg="ord modNotesTx">
        <pc:chgData name="Mengmeng Ge" userId="bb5bc401-97cb-4caf-9857-8ff441375414" providerId="ADAL" clId="{AB6B7BCA-983E-4BC7-A544-AECD2957F292}" dt="2024-09-11T02:52:48.231" v="860"/>
        <pc:sldMkLst>
          <pc:docMk/>
          <pc:sldMk cId="247394159" sldId="643"/>
        </pc:sldMkLst>
      </pc:sldChg>
      <pc:sldChg chg="modNotesTx">
        <pc:chgData name="Mengmeng Ge" userId="bb5bc401-97cb-4caf-9857-8ff441375414" providerId="ADAL" clId="{AB6B7BCA-983E-4BC7-A544-AECD2957F292}" dt="2024-09-11T01:47:08.403" v="659" actId="113"/>
        <pc:sldMkLst>
          <pc:docMk/>
          <pc:sldMk cId="3981137037" sldId="645"/>
        </pc:sldMkLst>
      </pc:sldChg>
      <pc:sldChg chg="modNotesTx">
        <pc:chgData name="Mengmeng Ge" userId="bb5bc401-97cb-4caf-9857-8ff441375414" providerId="ADAL" clId="{AB6B7BCA-983E-4BC7-A544-AECD2957F292}" dt="2024-09-11T01:48:24.065" v="694" actId="20577"/>
        <pc:sldMkLst>
          <pc:docMk/>
          <pc:sldMk cId="2188070521" sldId="646"/>
        </pc:sldMkLst>
      </pc:sldChg>
      <pc:sldChg chg="modAnim modNotesTx">
        <pc:chgData name="Mengmeng Ge" userId="bb5bc401-97cb-4caf-9857-8ff441375414" providerId="ADAL" clId="{AB6B7BCA-983E-4BC7-A544-AECD2957F292}" dt="2024-09-11T01:49:01.397" v="702" actId="113"/>
        <pc:sldMkLst>
          <pc:docMk/>
          <pc:sldMk cId="1039630600" sldId="647"/>
        </pc:sldMkLst>
      </pc:sldChg>
      <pc:sldChg chg="modAnim">
        <pc:chgData name="Mengmeng Ge" userId="bb5bc401-97cb-4caf-9857-8ff441375414" providerId="ADAL" clId="{AB6B7BCA-983E-4BC7-A544-AECD2957F292}" dt="2024-09-11T01:55:25.485" v="720"/>
        <pc:sldMkLst>
          <pc:docMk/>
          <pc:sldMk cId="1818719766" sldId="649"/>
        </pc:sldMkLst>
      </pc:sldChg>
      <pc:sldChg chg="modNotesTx">
        <pc:chgData name="Mengmeng Ge" userId="bb5bc401-97cb-4caf-9857-8ff441375414" providerId="ADAL" clId="{AB6B7BCA-983E-4BC7-A544-AECD2957F292}" dt="2024-09-11T02:36:04.868" v="781"/>
        <pc:sldMkLst>
          <pc:docMk/>
          <pc:sldMk cId="1080995702" sldId="650"/>
        </pc:sldMkLst>
      </pc:sldChg>
      <pc:sldChg chg="modSp mod ord modNotesTx">
        <pc:chgData name="Mengmeng Ge" userId="bb5bc401-97cb-4caf-9857-8ff441375414" providerId="ADAL" clId="{AB6B7BCA-983E-4BC7-A544-AECD2957F292}" dt="2024-09-11T03:08:55.792" v="897" actId="20577"/>
        <pc:sldMkLst>
          <pc:docMk/>
          <pc:sldMk cId="4110547487" sldId="652"/>
        </pc:sldMkLst>
        <pc:spChg chg="mod">
          <ac:chgData name="Mengmeng Ge" userId="bb5bc401-97cb-4caf-9857-8ff441375414" providerId="ADAL" clId="{AB6B7BCA-983E-4BC7-A544-AECD2957F292}" dt="2024-09-11T02:45:41.038" v="830" actId="20577"/>
          <ac:spMkLst>
            <pc:docMk/>
            <pc:sldMk cId="4110547487" sldId="652"/>
            <ac:spMk id="37890" creationId="{00000000-0000-0000-0000-000000000000}"/>
          </ac:spMkLst>
        </pc:spChg>
        <pc:spChg chg="mod">
          <ac:chgData name="Mengmeng Ge" userId="bb5bc401-97cb-4caf-9857-8ff441375414" providerId="ADAL" clId="{AB6B7BCA-983E-4BC7-A544-AECD2957F292}" dt="2024-09-11T03:08:55.792" v="897" actId="20577"/>
          <ac:spMkLst>
            <pc:docMk/>
            <pc:sldMk cId="4110547487" sldId="652"/>
            <ac:spMk id="37891" creationId="{00000000-0000-0000-0000-000000000000}"/>
          </ac:spMkLst>
        </pc:spChg>
      </pc:sldChg>
      <pc:sldChg chg="modSp mod ord modNotesTx">
        <pc:chgData name="Mengmeng Ge" userId="bb5bc401-97cb-4caf-9857-8ff441375414" providerId="ADAL" clId="{AB6B7BCA-983E-4BC7-A544-AECD2957F292}" dt="2024-09-11T05:13:47.683" v="1123" actId="20577"/>
        <pc:sldMkLst>
          <pc:docMk/>
          <pc:sldMk cId="904133760" sldId="667"/>
        </pc:sldMkLst>
        <pc:spChg chg="mod">
          <ac:chgData name="Mengmeng Ge" userId="bb5bc401-97cb-4caf-9857-8ff441375414" providerId="ADAL" clId="{AB6B7BCA-983E-4BC7-A544-AECD2957F292}" dt="2024-09-11T05:13:47.683" v="1123" actId="20577"/>
          <ac:spMkLst>
            <pc:docMk/>
            <pc:sldMk cId="904133760" sldId="667"/>
            <ac:spMk id="648195" creationId="{00000000-0000-0000-0000-000000000000}"/>
          </ac:spMkLst>
        </pc:spChg>
      </pc:sldChg>
      <pc:sldChg chg="ord modAnim modNotesTx">
        <pc:chgData name="Mengmeng Ge" userId="bb5bc401-97cb-4caf-9857-8ff441375414" providerId="ADAL" clId="{AB6B7BCA-983E-4BC7-A544-AECD2957F292}" dt="2024-09-11T02:45:17.488" v="815" actId="20577"/>
        <pc:sldMkLst>
          <pc:docMk/>
          <pc:sldMk cId="261330586" sldId="668"/>
        </pc:sldMkLst>
      </pc:sldChg>
      <pc:sldChg chg="modSp mod modAnim modNotesTx">
        <pc:chgData name="Mengmeng Ge" userId="bb5bc401-97cb-4caf-9857-8ff441375414" providerId="ADAL" clId="{AB6B7BCA-983E-4BC7-A544-AECD2957F292}" dt="2024-09-11T03:32:04.823" v="1062" actId="20577"/>
        <pc:sldMkLst>
          <pc:docMk/>
          <pc:sldMk cId="930362832" sldId="671"/>
        </pc:sldMkLst>
        <pc:spChg chg="mod">
          <ac:chgData name="Mengmeng Ge" userId="bb5bc401-97cb-4caf-9857-8ff441375414" providerId="ADAL" clId="{AB6B7BCA-983E-4BC7-A544-AECD2957F292}" dt="2024-09-11T02:51:07.077" v="837"/>
          <ac:spMkLst>
            <pc:docMk/>
            <pc:sldMk cId="930362832" sldId="671"/>
            <ac:spMk id="2" creationId="{CE48134E-ED36-37E4-2F2C-41346A2B3ED1}"/>
          </ac:spMkLst>
        </pc:spChg>
      </pc:sldChg>
      <pc:sldChg chg="modSp mod modNotesTx">
        <pc:chgData name="Mengmeng Ge" userId="bb5bc401-97cb-4caf-9857-8ff441375414" providerId="ADAL" clId="{AB6B7BCA-983E-4BC7-A544-AECD2957F292}" dt="2024-09-11T05:32:10.792" v="1130" actId="20577"/>
        <pc:sldMkLst>
          <pc:docMk/>
          <pc:sldMk cId="2458842059" sldId="672"/>
        </pc:sldMkLst>
        <pc:spChg chg="mod">
          <ac:chgData name="Mengmeng Ge" userId="bb5bc401-97cb-4caf-9857-8ff441375414" providerId="ADAL" clId="{AB6B7BCA-983E-4BC7-A544-AECD2957F292}" dt="2024-09-11T02:51:35.238" v="858" actId="14100"/>
          <ac:spMkLst>
            <pc:docMk/>
            <pc:sldMk cId="2458842059" sldId="672"/>
            <ac:spMk id="2" creationId="{CE48134E-ED36-37E4-2F2C-41346A2B3ED1}"/>
          </ac:spMkLst>
        </pc:spChg>
      </pc:sldChg>
      <pc:sldChg chg="addSp delSp modSp mod modAnim">
        <pc:chgData name="Mengmeng Ge" userId="bb5bc401-97cb-4caf-9857-8ff441375414" providerId="ADAL" clId="{AB6B7BCA-983E-4BC7-A544-AECD2957F292}" dt="2024-09-11T05:19:25.031" v="1124"/>
        <pc:sldMkLst>
          <pc:docMk/>
          <pc:sldMk cId="367667272" sldId="673"/>
        </pc:sldMkLst>
        <pc:spChg chg="mod">
          <ac:chgData name="Mengmeng Ge" userId="bb5bc401-97cb-4caf-9857-8ff441375414" providerId="ADAL" clId="{AB6B7BCA-983E-4BC7-A544-AECD2957F292}" dt="2024-09-11T02:51:23.397" v="843" actId="14100"/>
          <ac:spMkLst>
            <pc:docMk/>
            <pc:sldMk cId="367667272" sldId="673"/>
            <ac:spMk id="2" creationId="{CE48134E-ED36-37E4-2F2C-41346A2B3ED1}"/>
          </ac:spMkLst>
        </pc:spChg>
        <pc:spChg chg="mod topLvl">
          <ac:chgData name="Mengmeng Ge" userId="bb5bc401-97cb-4caf-9857-8ff441375414" providerId="ADAL" clId="{AB6B7BCA-983E-4BC7-A544-AECD2957F292}" dt="2024-09-11T03:44:12.849" v="1113" actId="164"/>
          <ac:spMkLst>
            <pc:docMk/>
            <pc:sldMk cId="367667272" sldId="673"/>
            <ac:spMk id="21" creationId="{8BED914F-44DA-C267-58EB-11C177E1A57D}"/>
          </ac:spMkLst>
        </pc:spChg>
        <pc:spChg chg="mod topLvl">
          <ac:chgData name="Mengmeng Ge" userId="bb5bc401-97cb-4caf-9857-8ff441375414" providerId="ADAL" clId="{AB6B7BCA-983E-4BC7-A544-AECD2957F292}" dt="2024-09-11T03:44:12.849" v="1113" actId="164"/>
          <ac:spMkLst>
            <pc:docMk/>
            <pc:sldMk cId="367667272" sldId="673"/>
            <ac:spMk id="22" creationId="{FB8AED5F-C9BB-F3BB-1952-8B111197AE1E}"/>
          </ac:spMkLst>
        </pc:spChg>
        <pc:spChg chg="mod topLvl">
          <ac:chgData name="Mengmeng Ge" userId="bb5bc401-97cb-4caf-9857-8ff441375414" providerId="ADAL" clId="{AB6B7BCA-983E-4BC7-A544-AECD2957F292}" dt="2024-09-11T03:44:12.849" v="1113" actId="164"/>
          <ac:spMkLst>
            <pc:docMk/>
            <pc:sldMk cId="367667272" sldId="673"/>
            <ac:spMk id="23" creationId="{39E662D3-B6F1-E708-825D-1230DF3D7BAC}"/>
          </ac:spMkLst>
        </pc:spChg>
        <pc:spChg chg="add del">
          <ac:chgData name="Mengmeng Ge" userId="bb5bc401-97cb-4caf-9857-8ff441375414" providerId="ADAL" clId="{AB6B7BCA-983E-4BC7-A544-AECD2957F292}" dt="2024-09-11T03:39:11.364" v="1074" actId="22"/>
          <ac:spMkLst>
            <pc:docMk/>
            <pc:sldMk cId="367667272" sldId="673"/>
            <ac:spMk id="27" creationId="{387EDAEA-3133-BE3F-6D19-49F8AF884EF6}"/>
          </ac:spMkLst>
        </pc:spChg>
        <pc:spChg chg="add del mod">
          <ac:chgData name="Mengmeng Ge" userId="bb5bc401-97cb-4caf-9857-8ff441375414" providerId="ADAL" clId="{AB6B7BCA-983E-4BC7-A544-AECD2957F292}" dt="2024-09-11T03:40:34.688" v="1086" actId="478"/>
          <ac:spMkLst>
            <pc:docMk/>
            <pc:sldMk cId="367667272" sldId="673"/>
            <ac:spMk id="28" creationId="{009FDE05-33F9-5AC8-0624-0288654B07A0}"/>
          </ac:spMkLst>
        </pc:spChg>
        <pc:spChg chg="add mod">
          <ac:chgData name="Mengmeng Ge" userId="bb5bc401-97cb-4caf-9857-8ff441375414" providerId="ADAL" clId="{AB6B7BCA-983E-4BC7-A544-AECD2957F292}" dt="2024-09-11T03:42:13.607" v="1097" actId="1076"/>
          <ac:spMkLst>
            <pc:docMk/>
            <pc:sldMk cId="367667272" sldId="673"/>
            <ac:spMk id="29" creationId="{54636672-22E2-5B12-77CA-50ACA757DA64}"/>
          </ac:spMkLst>
        </pc:spChg>
        <pc:spChg chg="mod">
          <ac:chgData name="Mengmeng Ge" userId="bb5bc401-97cb-4caf-9857-8ff441375414" providerId="ADAL" clId="{AB6B7BCA-983E-4BC7-A544-AECD2957F292}" dt="2024-09-11T03:39:05.462" v="1072" actId="20577"/>
          <ac:spMkLst>
            <pc:docMk/>
            <pc:sldMk cId="367667272" sldId="673"/>
            <ac:spMk id="36" creationId="{E6CB9111-AABD-916F-7998-1948573EADA1}"/>
          </ac:spMkLst>
        </pc:spChg>
        <pc:spChg chg="add mod topLvl">
          <ac:chgData name="Mengmeng Ge" userId="bb5bc401-97cb-4caf-9857-8ff441375414" providerId="ADAL" clId="{AB6B7BCA-983E-4BC7-A544-AECD2957F292}" dt="2024-09-11T03:43:55.925" v="1111" actId="1076"/>
          <ac:spMkLst>
            <pc:docMk/>
            <pc:sldMk cId="367667272" sldId="673"/>
            <ac:spMk id="41" creationId="{64B9A487-A6CB-36DB-5D05-FB3361F5C1A0}"/>
          </ac:spMkLst>
        </pc:spChg>
        <pc:spChg chg="mod">
          <ac:chgData name="Mengmeng Ge" userId="bb5bc401-97cb-4caf-9857-8ff441375414" providerId="ADAL" clId="{AB6B7BCA-983E-4BC7-A544-AECD2957F292}" dt="2024-09-11T03:39:20.407" v="1077" actId="1076"/>
          <ac:spMkLst>
            <pc:docMk/>
            <pc:sldMk cId="367667272" sldId="673"/>
            <ac:spMk id="44" creationId="{22D5500C-B281-895E-8365-C412669ED178}"/>
          </ac:spMkLst>
        </pc:spChg>
        <pc:spChg chg="mod">
          <ac:chgData name="Mengmeng Ge" userId="bb5bc401-97cb-4caf-9857-8ff441375414" providerId="ADAL" clId="{AB6B7BCA-983E-4BC7-A544-AECD2957F292}" dt="2024-09-11T03:39:20.407" v="1077" actId="1076"/>
          <ac:spMkLst>
            <pc:docMk/>
            <pc:sldMk cId="367667272" sldId="673"/>
            <ac:spMk id="45" creationId="{22B8D5F2-1461-3177-6CD2-1036DEA02D19}"/>
          </ac:spMkLst>
        </pc:spChg>
        <pc:spChg chg="mod topLvl">
          <ac:chgData name="Mengmeng Ge" userId="bb5bc401-97cb-4caf-9857-8ff441375414" providerId="ADAL" clId="{AB6B7BCA-983E-4BC7-A544-AECD2957F292}" dt="2024-09-11T03:44:21.569" v="1115" actId="1076"/>
          <ac:spMkLst>
            <pc:docMk/>
            <pc:sldMk cId="367667272" sldId="673"/>
            <ac:spMk id="653428" creationId="{CBF70AE6-D4A7-81CA-3F96-CA71D419E92E}"/>
          </ac:spMkLst>
        </pc:spChg>
        <pc:spChg chg="mod topLvl">
          <ac:chgData name="Mengmeng Ge" userId="bb5bc401-97cb-4caf-9857-8ff441375414" providerId="ADAL" clId="{AB6B7BCA-983E-4BC7-A544-AECD2957F292}" dt="2024-09-11T03:44:12.849" v="1113" actId="164"/>
          <ac:spMkLst>
            <pc:docMk/>
            <pc:sldMk cId="367667272" sldId="673"/>
            <ac:spMk id="653436" creationId="{E44117F3-76EC-3FB9-F85D-51ED7CCB7A89}"/>
          </ac:spMkLst>
        </pc:spChg>
        <pc:spChg chg="mod">
          <ac:chgData name="Mengmeng Ge" userId="bb5bc401-97cb-4caf-9857-8ff441375414" providerId="ADAL" clId="{AB6B7BCA-983E-4BC7-A544-AECD2957F292}" dt="2024-09-11T03:39:20.407" v="1077" actId="1076"/>
          <ac:spMkLst>
            <pc:docMk/>
            <pc:sldMk cId="367667272" sldId="673"/>
            <ac:spMk id="653480" creationId="{00000000-0000-0000-0000-000000000000}"/>
          </ac:spMkLst>
        </pc:spChg>
        <pc:spChg chg="mod">
          <ac:chgData name="Mengmeng Ge" userId="bb5bc401-97cb-4caf-9857-8ff441375414" providerId="ADAL" clId="{AB6B7BCA-983E-4BC7-A544-AECD2957F292}" dt="2024-09-11T03:39:20.407" v="1077" actId="1076"/>
          <ac:spMkLst>
            <pc:docMk/>
            <pc:sldMk cId="367667272" sldId="673"/>
            <ac:spMk id="653481" creationId="{90C8BB5C-8011-ADCB-6286-7B9A42E052D7}"/>
          </ac:spMkLst>
        </pc:spChg>
        <pc:grpChg chg="add mod">
          <ac:chgData name="Mengmeng Ge" userId="bb5bc401-97cb-4caf-9857-8ff441375414" providerId="ADAL" clId="{AB6B7BCA-983E-4BC7-A544-AECD2957F292}" dt="2024-09-11T03:41:06.639" v="1093" actId="166"/>
          <ac:grpSpMkLst>
            <pc:docMk/>
            <pc:sldMk cId="367667272" sldId="673"/>
            <ac:grpSpMk id="24" creationId="{6BC2A723-056F-B7A2-AED9-E2446F9D5B44}"/>
          </ac:grpSpMkLst>
        </pc:grpChg>
        <pc:grpChg chg="add del mod">
          <ac:chgData name="Mengmeng Ge" userId="bb5bc401-97cb-4caf-9857-8ff441375414" providerId="ADAL" clId="{AB6B7BCA-983E-4BC7-A544-AECD2957F292}" dt="2024-09-11T03:42:46.728" v="1104" actId="165"/>
          <ac:grpSpMkLst>
            <pc:docMk/>
            <pc:sldMk cId="367667272" sldId="673"/>
            <ac:grpSpMk id="25" creationId="{BFE27384-A088-5C73-28BD-64F84D5DACB5}"/>
          </ac:grpSpMkLst>
        </pc:grpChg>
        <pc:grpChg chg="add del mod">
          <ac:chgData name="Mengmeng Ge" userId="bb5bc401-97cb-4caf-9857-8ff441375414" providerId="ADAL" clId="{AB6B7BCA-983E-4BC7-A544-AECD2957F292}" dt="2024-09-11T03:43:42.751" v="1110" actId="165"/>
          <ac:grpSpMkLst>
            <pc:docMk/>
            <pc:sldMk cId="367667272" sldId="673"/>
            <ac:grpSpMk id="42" creationId="{6E7EE8F2-0CBB-5578-2791-FBDE9C66110D}"/>
          </ac:grpSpMkLst>
        </pc:grpChg>
        <pc:grpChg chg="add mod">
          <ac:chgData name="Mengmeng Ge" userId="bb5bc401-97cb-4caf-9857-8ff441375414" providerId="ADAL" clId="{AB6B7BCA-983E-4BC7-A544-AECD2957F292}" dt="2024-09-11T03:44:12.849" v="1113" actId="164"/>
          <ac:grpSpMkLst>
            <pc:docMk/>
            <pc:sldMk cId="367667272" sldId="673"/>
            <ac:grpSpMk id="653383" creationId="{C43A11A5-F153-2711-E06A-3CFB7BEF99B3}"/>
          </ac:grpSpMkLst>
        </pc:grpChg>
      </pc:sldChg>
      <pc:sldChg chg="modNotesTx">
        <pc:chgData name="Mengmeng Ge" userId="bb5bc401-97cb-4caf-9857-8ff441375414" providerId="ADAL" clId="{AB6B7BCA-983E-4BC7-A544-AECD2957F292}" dt="2024-09-12T00:12:00.649" v="1160" actId="113"/>
        <pc:sldMkLst>
          <pc:docMk/>
          <pc:sldMk cId="2152730267" sldId="680"/>
        </pc:sldMkLst>
      </pc:sldChg>
      <pc:sldChg chg="modAnim">
        <pc:chgData name="Mengmeng Ge" userId="bb5bc401-97cb-4caf-9857-8ff441375414" providerId="ADAL" clId="{AB6B7BCA-983E-4BC7-A544-AECD2957F292}" dt="2024-09-11T21:38:29.827" v="1139"/>
        <pc:sldMkLst>
          <pc:docMk/>
          <pc:sldMk cId="1506435505" sldId="685"/>
        </pc:sldMkLst>
      </pc:sldChg>
    </pc:docChg>
  </pc:docChgLst>
  <pc:docChgLst>
    <pc:chgData name="Mengmeng Ge" userId="bb5bc401-97cb-4caf-9857-8ff441375414" providerId="ADAL" clId="{5647D855-1F6D-4E25-B505-A7501531C3CE}"/>
    <pc:docChg chg="delSection">
      <pc:chgData name="Mengmeng Ge" userId="bb5bc401-97cb-4caf-9857-8ff441375414" providerId="ADAL" clId="{5647D855-1F6D-4E25-B505-A7501531C3CE}" dt="2024-03-01T20:46:20.295" v="0" actId="17853"/>
      <pc:docMkLst>
        <pc:docMk/>
      </pc:docMkLst>
    </pc:docChg>
  </pc:docChgLst>
  <pc:docChgLst>
    <pc:chgData name="Mengmeng Ge" userId="bb5bc401-97cb-4caf-9857-8ff441375414" providerId="ADAL" clId="{1B9352DE-52B4-4255-AF11-D8C65C85E730}"/>
    <pc:docChg chg="custSel modSld">
      <pc:chgData name="Mengmeng Ge" userId="bb5bc401-97cb-4caf-9857-8ff441375414" providerId="ADAL" clId="{1B9352DE-52B4-4255-AF11-D8C65C85E730}" dt="2024-09-11T04:08:40.869" v="5"/>
      <pc:docMkLst>
        <pc:docMk/>
      </pc:docMkLst>
      <pc:sldChg chg="replTag">
        <pc:chgData name="Mengmeng Ge" userId="bb5bc401-97cb-4caf-9857-8ff441375414" providerId="ADAL" clId="{1B9352DE-52B4-4255-AF11-D8C65C85E730}" dt="2024-09-11T04:08:40.869" v="5"/>
        <pc:sldMkLst>
          <pc:docMk/>
          <pc:sldMk cId="512354182" sldId="638"/>
        </pc:sldMkLst>
      </pc:sldChg>
      <pc:sldChg chg="replTag">
        <pc:chgData name="Mengmeng Ge" userId="bb5bc401-97cb-4caf-9857-8ff441375414" providerId="ADAL" clId="{1B9352DE-52B4-4255-AF11-D8C65C85E730}" dt="2024-09-11T04:01:26.104" v="1"/>
        <pc:sldMkLst>
          <pc:docMk/>
          <pc:sldMk cId="1113056611" sldId="683"/>
        </pc:sldMkLst>
      </pc:sldChg>
      <pc:sldChg chg="replTag">
        <pc:chgData name="Mengmeng Ge" userId="bb5bc401-97cb-4caf-9857-8ff441375414" providerId="ADAL" clId="{1B9352DE-52B4-4255-AF11-D8C65C85E730}" dt="2024-09-11T04:06:15.116" v="3"/>
        <pc:sldMkLst>
          <pc:docMk/>
          <pc:sldMk cId="2922643244" sldId="684"/>
        </pc:sldMkLst>
      </pc:sldChg>
    </pc:docChg>
  </pc:docChgLst>
  <pc:docChgLst>
    <pc:chgData name="Mengmeng Ge" userId="bb5bc401-97cb-4caf-9857-8ff441375414" providerId="ADAL" clId="{057586E9-EDF7-4CE0-A6BD-E5A8C17908E8}"/>
    <pc:docChg chg="undo redo custSel addSld delSld modSld sldOrd">
      <pc:chgData name="Mengmeng Ge" userId="bb5bc401-97cb-4caf-9857-8ff441375414" providerId="ADAL" clId="{057586E9-EDF7-4CE0-A6BD-E5A8C17908E8}" dt="2024-04-21T23:01:33.020" v="6035" actId="2696"/>
      <pc:docMkLst>
        <pc:docMk/>
      </pc:docMkLst>
      <pc:sldChg chg="modSp mod">
        <pc:chgData name="Mengmeng Ge" userId="bb5bc401-97cb-4caf-9857-8ff441375414" providerId="ADAL" clId="{057586E9-EDF7-4CE0-A6BD-E5A8C17908E8}" dt="2024-04-18T22:07:04.950" v="3531" actId="20577"/>
        <pc:sldMkLst>
          <pc:docMk/>
          <pc:sldMk cId="415220271" sldId="265"/>
        </pc:sldMkLst>
        <pc:spChg chg="mod">
          <ac:chgData name="Mengmeng Ge" userId="bb5bc401-97cb-4caf-9857-8ff441375414" providerId="ADAL" clId="{057586E9-EDF7-4CE0-A6BD-E5A8C17908E8}" dt="2024-04-18T22:07:04.950" v="3531" actId="20577"/>
          <ac:spMkLst>
            <pc:docMk/>
            <pc:sldMk cId="415220271" sldId="265"/>
            <ac:spMk id="3" creationId="{00000000-0000-0000-0000-000000000000}"/>
          </ac:spMkLst>
        </pc:spChg>
      </pc:sldChg>
      <pc:sldChg chg="addSp modSp mod modAnim modNotesTx">
        <pc:chgData name="Mengmeng Ge" userId="bb5bc401-97cb-4caf-9857-8ff441375414" providerId="ADAL" clId="{057586E9-EDF7-4CE0-A6BD-E5A8C17908E8}" dt="2024-04-17T02:44:58.491" v="554"/>
        <pc:sldMkLst>
          <pc:docMk/>
          <pc:sldMk cId="2407445697" sldId="268"/>
        </pc:sldMkLst>
        <pc:spChg chg="add mod">
          <ac:chgData name="Mengmeng Ge" userId="bb5bc401-97cb-4caf-9857-8ff441375414" providerId="ADAL" clId="{057586E9-EDF7-4CE0-A6BD-E5A8C17908E8}" dt="2024-04-17T02:42:37.629" v="533" actId="1036"/>
          <ac:spMkLst>
            <pc:docMk/>
            <pc:sldMk cId="2407445697" sldId="268"/>
            <ac:spMk id="3" creationId="{A45A1EDA-87B9-6C08-2CAA-CB7E7EF06D6B}"/>
          </ac:spMkLst>
        </pc:spChg>
        <pc:spChg chg="mod">
          <ac:chgData name="Mengmeng Ge" userId="bb5bc401-97cb-4caf-9857-8ff441375414" providerId="ADAL" clId="{057586E9-EDF7-4CE0-A6BD-E5A8C17908E8}" dt="2024-04-16T23:56:45.717" v="330" actId="20577"/>
          <ac:spMkLst>
            <pc:docMk/>
            <pc:sldMk cId="2407445697" sldId="268"/>
            <ac:spMk id="2253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40:32.082" v="516" actId="14100"/>
          <ac:spMkLst>
            <pc:docMk/>
            <pc:sldMk cId="2407445697" sldId="268"/>
            <ac:spMk id="93188" creationId="{00000000-0000-0000-0000-000000000000}"/>
          </ac:spMkLst>
        </pc:spChg>
        <pc:picChg chg="add mod">
          <ac:chgData name="Mengmeng Ge" userId="bb5bc401-97cb-4caf-9857-8ff441375414" providerId="ADAL" clId="{057586E9-EDF7-4CE0-A6BD-E5A8C17908E8}" dt="2024-04-17T02:43:13.801" v="540" actId="1076"/>
          <ac:picMkLst>
            <pc:docMk/>
            <pc:sldMk cId="2407445697" sldId="268"/>
            <ac:picMk id="5" creationId="{00000000-0000-0000-0000-000000000000}"/>
          </ac:picMkLst>
        </pc:picChg>
        <pc:picChg chg="add mod">
          <ac:chgData name="Mengmeng Ge" userId="bb5bc401-97cb-4caf-9857-8ff441375414" providerId="ADAL" clId="{057586E9-EDF7-4CE0-A6BD-E5A8C17908E8}" dt="2024-04-17T02:42:33.185" v="529" actId="1076"/>
          <ac:picMkLst>
            <pc:docMk/>
            <pc:sldMk cId="2407445697" sldId="268"/>
            <ac:picMk id="1026" creationId="{FC076AF6-9EF4-9623-2240-782989AF61CB}"/>
          </ac:picMkLst>
        </pc:picChg>
        <pc:picChg chg="add mod">
          <ac:chgData name="Mengmeng Ge" userId="bb5bc401-97cb-4caf-9857-8ff441375414" providerId="ADAL" clId="{057586E9-EDF7-4CE0-A6BD-E5A8C17908E8}" dt="2024-04-17T02:42:25.561" v="526" actId="1076"/>
          <ac:picMkLst>
            <pc:docMk/>
            <pc:sldMk cId="2407445697" sldId="268"/>
            <ac:picMk id="1027" creationId="{7CD78CAF-B541-D61D-18BA-B68C7271D5DF}"/>
          </ac:picMkLst>
        </pc:picChg>
      </pc:sldChg>
      <pc:sldChg chg="modSp mod ord modNotesTx">
        <pc:chgData name="Mengmeng Ge" userId="bb5bc401-97cb-4caf-9857-8ff441375414" providerId="ADAL" clId="{057586E9-EDF7-4CE0-A6BD-E5A8C17908E8}" dt="2024-04-18T04:36:47.282" v="2428" actId="20577"/>
        <pc:sldMkLst>
          <pc:docMk/>
          <pc:sldMk cId="4259818817" sldId="272"/>
        </pc:sldMkLst>
        <pc:spChg chg="mod">
          <ac:chgData name="Mengmeng Ge" userId="bb5bc401-97cb-4caf-9857-8ff441375414" providerId="ADAL" clId="{057586E9-EDF7-4CE0-A6BD-E5A8C17908E8}" dt="2024-04-17T23:25:57.291" v="1516" actId="14100"/>
          <ac:spMkLst>
            <pc:docMk/>
            <pc:sldMk cId="4259818817" sldId="272"/>
            <ac:spMk id="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25:28.012" v="1512" actId="20577"/>
          <ac:spMkLst>
            <pc:docMk/>
            <pc:sldMk cId="4259818817" sldId="272"/>
            <ac:spMk id="2969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4:35:54.474" v="2412" actId="20577"/>
          <ac:spMkLst>
            <pc:docMk/>
            <pc:sldMk cId="4259818817" sldId="272"/>
            <ac:spMk id="99332" creationId="{00000000-0000-0000-0000-000000000000}"/>
          </ac:spMkLst>
        </pc:spChg>
      </pc:sldChg>
      <pc:sldChg chg="modSp mod modNotesTx">
        <pc:chgData name="Mengmeng Ge" userId="bb5bc401-97cb-4caf-9857-8ff441375414" providerId="ADAL" clId="{057586E9-EDF7-4CE0-A6BD-E5A8C17908E8}" dt="2024-04-18T06:48:10.626" v="3281" actId="20577"/>
        <pc:sldMkLst>
          <pc:docMk/>
          <pc:sldMk cId="1749694579" sldId="275"/>
        </pc:sldMkLst>
        <pc:spChg chg="mod">
          <ac:chgData name="Mengmeng Ge" userId="bb5bc401-97cb-4caf-9857-8ff441375414" providerId="ADAL" clId="{057586E9-EDF7-4CE0-A6BD-E5A8C17908E8}" dt="2024-04-18T03:15:10.099" v="1903" actId="113"/>
          <ac:spMkLst>
            <pc:docMk/>
            <pc:sldMk cId="1749694579" sldId="275"/>
            <ac:spMk id="928770" creationId="{00000000-0000-0000-0000-000000000000}"/>
          </ac:spMkLst>
        </pc:spChg>
      </pc:sldChg>
      <pc:sldChg chg="modSp mod modNotesTx">
        <pc:chgData name="Mengmeng Ge" userId="bb5bc401-97cb-4caf-9857-8ff441375414" providerId="ADAL" clId="{057586E9-EDF7-4CE0-A6BD-E5A8C17908E8}" dt="2024-04-18T05:59:56.424" v="3074" actId="20577"/>
        <pc:sldMkLst>
          <pc:docMk/>
          <pc:sldMk cId="4034710249" sldId="276"/>
        </pc:sldMkLst>
        <pc:spChg chg="mod">
          <ac:chgData name="Mengmeng Ge" userId="bb5bc401-97cb-4caf-9857-8ff441375414" providerId="ADAL" clId="{057586E9-EDF7-4CE0-A6BD-E5A8C17908E8}" dt="2024-04-18T03:43:13.750" v="2126" actId="20577"/>
          <ac:spMkLst>
            <pc:docMk/>
            <pc:sldMk cId="4034710249" sldId="276"/>
            <ac:spMk id="3584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4:38.695" v="1891" actId="207"/>
          <ac:spMkLst>
            <pc:docMk/>
            <pc:sldMk cId="4034710249" sldId="276"/>
            <ac:spMk id="3584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85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85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85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85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85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85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85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85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85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85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86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86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86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86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86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86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86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86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86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86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87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87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87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87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87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87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87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87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87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87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88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0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0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0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0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0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0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0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0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0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0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1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1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1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1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1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1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1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1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1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1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2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2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2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2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2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2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2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2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2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2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3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3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3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3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3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3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3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3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3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3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4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4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4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4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4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4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4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4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4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4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5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5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5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5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5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5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5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5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5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5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6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6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6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6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6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6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6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6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6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6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7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3597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15:00.602" v="1902" actId="1036"/>
          <ac:spMkLst>
            <pc:docMk/>
            <pc:sldMk cId="4034710249" sldId="276"/>
            <ac:spMk id="917634" creationId="{00000000-0000-0000-0000-000000000000}"/>
          </ac:spMkLst>
        </pc:spChg>
        <pc:grpChg chg="mod">
          <ac:chgData name="Mengmeng Ge" userId="bb5bc401-97cb-4caf-9857-8ff441375414" providerId="ADAL" clId="{057586E9-EDF7-4CE0-A6BD-E5A8C17908E8}" dt="2024-04-18T03:15:00.602" v="1902" actId="1036"/>
          <ac:grpSpMkLst>
            <pc:docMk/>
            <pc:sldMk cId="4034710249" sldId="276"/>
            <ac:grpSpMk id="8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8T03:15:00.602" v="1902" actId="1036"/>
          <ac:grpSpMkLst>
            <pc:docMk/>
            <pc:sldMk cId="4034710249" sldId="276"/>
            <ac:grpSpMk id="9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8T03:15:00.602" v="1902" actId="1036"/>
          <ac:grpSpMkLst>
            <pc:docMk/>
            <pc:sldMk cId="4034710249" sldId="276"/>
            <ac:grpSpMk id="10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8T03:15:00.602" v="1902" actId="1036"/>
          <ac:grpSpMkLst>
            <pc:docMk/>
            <pc:sldMk cId="4034710249" sldId="276"/>
            <ac:grpSpMk id="35845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8T03:15:00.602" v="1902" actId="1036"/>
          <ac:grpSpMkLst>
            <pc:docMk/>
            <pc:sldMk cId="4034710249" sldId="276"/>
            <ac:grpSpMk id="35881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8T03:15:00.602" v="1902" actId="1036"/>
          <ac:grpSpMkLst>
            <pc:docMk/>
            <pc:sldMk cId="4034710249" sldId="276"/>
            <ac:grpSpMk id="35882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8T03:15:00.602" v="1902" actId="1036"/>
          <ac:grpSpMkLst>
            <pc:docMk/>
            <pc:sldMk cId="4034710249" sldId="276"/>
            <ac:grpSpMk id="35883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8T03:15:00.602" v="1902" actId="1036"/>
          <ac:grpSpMkLst>
            <pc:docMk/>
            <pc:sldMk cId="4034710249" sldId="276"/>
            <ac:grpSpMk id="35884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8T03:15:00.602" v="1902" actId="1036"/>
          <ac:grpSpMkLst>
            <pc:docMk/>
            <pc:sldMk cId="4034710249" sldId="276"/>
            <ac:grpSpMk id="35885" creationId="{00000000-0000-0000-0000-000000000000}"/>
          </ac:grpSpMkLst>
        </pc:grpChg>
        <pc:cxnChg chg="mod">
          <ac:chgData name="Mengmeng Ge" userId="bb5bc401-97cb-4caf-9857-8ff441375414" providerId="ADAL" clId="{057586E9-EDF7-4CE0-A6BD-E5A8C17908E8}" dt="2024-04-18T03:15:00.602" v="1902" actId="1036"/>
          <ac:cxnSpMkLst>
            <pc:docMk/>
            <pc:sldMk cId="4034710249" sldId="276"/>
            <ac:cxnSpMk id="35886" creationId="{00000000-0000-0000-0000-000000000000}"/>
          </ac:cxnSpMkLst>
        </pc:cxnChg>
        <pc:cxnChg chg="mod">
          <ac:chgData name="Mengmeng Ge" userId="bb5bc401-97cb-4caf-9857-8ff441375414" providerId="ADAL" clId="{057586E9-EDF7-4CE0-A6BD-E5A8C17908E8}" dt="2024-04-18T03:15:00.602" v="1902" actId="1036"/>
          <ac:cxnSpMkLst>
            <pc:docMk/>
            <pc:sldMk cId="4034710249" sldId="276"/>
            <ac:cxnSpMk id="35887" creationId="{00000000-0000-0000-0000-000000000000}"/>
          </ac:cxnSpMkLst>
        </pc:cxnChg>
        <pc:cxnChg chg="mod">
          <ac:chgData name="Mengmeng Ge" userId="bb5bc401-97cb-4caf-9857-8ff441375414" providerId="ADAL" clId="{057586E9-EDF7-4CE0-A6BD-E5A8C17908E8}" dt="2024-04-18T03:15:00.602" v="1902" actId="1036"/>
          <ac:cxnSpMkLst>
            <pc:docMk/>
            <pc:sldMk cId="4034710249" sldId="276"/>
            <ac:cxnSpMk id="35888" creationId="{00000000-0000-0000-0000-000000000000}"/>
          </ac:cxnSpMkLst>
        </pc:cxnChg>
        <pc:cxnChg chg="mod">
          <ac:chgData name="Mengmeng Ge" userId="bb5bc401-97cb-4caf-9857-8ff441375414" providerId="ADAL" clId="{057586E9-EDF7-4CE0-A6BD-E5A8C17908E8}" dt="2024-04-18T03:15:00.602" v="1902" actId="1036"/>
          <ac:cxnSpMkLst>
            <pc:docMk/>
            <pc:sldMk cId="4034710249" sldId="276"/>
            <ac:cxnSpMk id="35889" creationId="{00000000-0000-0000-0000-000000000000}"/>
          </ac:cxnSpMkLst>
        </pc:cxnChg>
        <pc:cxnChg chg="mod">
          <ac:chgData name="Mengmeng Ge" userId="bb5bc401-97cb-4caf-9857-8ff441375414" providerId="ADAL" clId="{057586E9-EDF7-4CE0-A6BD-E5A8C17908E8}" dt="2024-04-18T03:15:00.602" v="1902" actId="1036"/>
          <ac:cxnSpMkLst>
            <pc:docMk/>
            <pc:sldMk cId="4034710249" sldId="276"/>
            <ac:cxnSpMk id="35890" creationId="{00000000-0000-0000-0000-000000000000}"/>
          </ac:cxnSpMkLst>
        </pc:cxnChg>
        <pc:cxnChg chg="mod">
          <ac:chgData name="Mengmeng Ge" userId="bb5bc401-97cb-4caf-9857-8ff441375414" providerId="ADAL" clId="{057586E9-EDF7-4CE0-A6BD-E5A8C17908E8}" dt="2024-04-18T03:15:00.602" v="1902" actId="1036"/>
          <ac:cxnSpMkLst>
            <pc:docMk/>
            <pc:sldMk cId="4034710249" sldId="276"/>
            <ac:cxnSpMk id="35891" creationId="{00000000-0000-0000-0000-000000000000}"/>
          </ac:cxnSpMkLst>
        </pc:cxnChg>
        <pc:cxnChg chg="mod">
          <ac:chgData name="Mengmeng Ge" userId="bb5bc401-97cb-4caf-9857-8ff441375414" providerId="ADAL" clId="{057586E9-EDF7-4CE0-A6BD-E5A8C17908E8}" dt="2024-04-18T03:15:00.602" v="1902" actId="1036"/>
          <ac:cxnSpMkLst>
            <pc:docMk/>
            <pc:sldMk cId="4034710249" sldId="276"/>
            <ac:cxnSpMk id="35892" creationId="{00000000-0000-0000-0000-000000000000}"/>
          </ac:cxnSpMkLst>
        </pc:cxnChg>
        <pc:cxnChg chg="mod">
          <ac:chgData name="Mengmeng Ge" userId="bb5bc401-97cb-4caf-9857-8ff441375414" providerId="ADAL" clId="{057586E9-EDF7-4CE0-A6BD-E5A8C17908E8}" dt="2024-04-18T03:15:00.602" v="1902" actId="1036"/>
          <ac:cxnSpMkLst>
            <pc:docMk/>
            <pc:sldMk cId="4034710249" sldId="276"/>
            <ac:cxnSpMk id="35893" creationId="{00000000-0000-0000-0000-000000000000}"/>
          </ac:cxnSpMkLst>
        </pc:cxnChg>
        <pc:cxnChg chg="mod">
          <ac:chgData name="Mengmeng Ge" userId="bb5bc401-97cb-4caf-9857-8ff441375414" providerId="ADAL" clId="{057586E9-EDF7-4CE0-A6BD-E5A8C17908E8}" dt="2024-04-18T03:15:00.602" v="1902" actId="1036"/>
          <ac:cxnSpMkLst>
            <pc:docMk/>
            <pc:sldMk cId="4034710249" sldId="276"/>
            <ac:cxnSpMk id="35894" creationId="{00000000-0000-0000-0000-000000000000}"/>
          </ac:cxnSpMkLst>
        </pc:cxnChg>
        <pc:cxnChg chg="mod">
          <ac:chgData name="Mengmeng Ge" userId="bb5bc401-97cb-4caf-9857-8ff441375414" providerId="ADAL" clId="{057586E9-EDF7-4CE0-A6BD-E5A8C17908E8}" dt="2024-04-18T03:15:00.602" v="1902" actId="1036"/>
          <ac:cxnSpMkLst>
            <pc:docMk/>
            <pc:sldMk cId="4034710249" sldId="276"/>
            <ac:cxnSpMk id="35895" creationId="{00000000-0000-0000-0000-000000000000}"/>
          </ac:cxnSpMkLst>
        </pc:cxnChg>
        <pc:cxnChg chg="mod">
          <ac:chgData name="Mengmeng Ge" userId="bb5bc401-97cb-4caf-9857-8ff441375414" providerId="ADAL" clId="{057586E9-EDF7-4CE0-A6BD-E5A8C17908E8}" dt="2024-04-18T03:15:00.602" v="1902" actId="1036"/>
          <ac:cxnSpMkLst>
            <pc:docMk/>
            <pc:sldMk cId="4034710249" sldId="276"/>
            <ac:cxnSpMk id="35896" creationId="{00000000-0000-0000-0000-000000000000}"/>
          </ac:cxnSpMkLst>
        </pc:cxnChg>
        <pc:cxnChg chg="mod">
          <ac:chgData name="Mengmeng Ge" userId="bb5bc401-97cb-4caf-9857-8ff441375414" providerId="ADAL" clId="{057586E9-EDF7-4CE0-A6BD-E5A8C17908E8}" dt="2024-04-18T03:15:00.602" v="1902" actId="1036"/>
          <ac:cxnSpMkLst>
            <pc:docMk/>
            <pc:sldMk cId="4034710249" sldId="276"/>
            <ac:cxnSpMk id="35897" creationId="{00000000-0000-0000-0000-000000000000}"/>
          </ac:cxnSpMkLst>
        </pc:cxnChg>
        <pc:cxnChg chg="mod">
          <ac:chgData name="Mengmeng Ge" userId="bb5bc401-97cb-4caf-9857-8ff441375414" providerId="ADAL" clId="{057586E9-EDF7-4CE0-A6BD-E5A8C17908E8}" dt="2024-04-18T03:15:00.602" v="1902" actId="1036"/>
          <ac:cxnSpMkLst>
            <pc:docMk/>
            <pc:sldMk cId="4034710249" sldId="276"/>
            <ac:cxnSpMk id="35898" creationId="{00000000-0000-0000-0000-000000000000}"/>
          </ac:cxnSpMkLst>
        </pc:cxnChg>
        <pc:cxnChg chg="mod">
          <ac:chgData name="Mengmeng Ge" userId="bb5bc401-97cb-4caf-9857-8ff441375414" providerId="ADAL" clId="{057586E9-EDF7-4CE0-A6BD-E5A8C17908E8}" dt="2024-04-18T03:15:00.602" v="1902" actId="1036"/>
          <ac:cxnSpMkLst>
            <pc:docMk/>
            <pc:sldMk cId="4034710249" sldId="276"/>
            <ac:cxnSpMk id="35899" creationId="{00000000-0000-0000-0000-000000000000}"/>
          </ac:cxnSpMkLst>
        </pc:cxnChg>
      </pc:sldChg>
      <pc:sldChg chg="modSp mod">
        <pc:chgData name="Mengmeng Ge" userId="bb5bc401-97cb-4caf-9857-8ff441375414" providerId="ADAL" clId="{057586E9-EDF7-4CE0-A6BD-E5A8C17908E8}" dt="2024-04-18T03:43:08.757" v="2118" actId="20577"/>
        <pc:sldMkLst>
          <pc:docMk/>
          <pc:sldMk cId="4170368917" sldId="277"/>
        </pc:sldMkLst>
        <pc:spChg chg="mod">
          <ac:chgData name="Mengmeng Ge" userId="bb5bc401-97cb-4caf-9857-8ff441375414" providerId="ADAL" clId="{057586E9-EDF7-4CE0-A6BD-E5A8C17908E8}" dt="2024-04-18T03:43:08.757" v="2118" actId="20577"/>
          <ac:spMkLst>
            <pc:docMk/>
            <pc:sldMk cId="4170368917" sldId="277"/>
            <ac:spMk id="36868" creationId="{00000000-0000-0000-0000-000000000000}"/>
          </ac:spMkLst>
        </pc:spChg>
      </pc:sldChg>
      <pc:sldChg chg="modSp mod">
        <pc:chgData name="Mengmeng Ge" userId="bb5bc401-97cb-4caf-9857-8ff441375414" providerId="ADAL" clId="{057586E9-EDF7-4CE0-A6BD-E5A8C17908E8}" dt="2024-04-18T03:47:06.036" v="2145" actId="20577"/>
        <pc:sldMkLst>
          <pc:docMk/>
          <pc:sldMk cId="3132930291" sldId="278"/>
        </pc:sldMkLst>
        <pc:spChg chg="mod">
          <ac:chgData name="Mengmeng Ge" userId="bb5bc401-97cb-4caf-9857-8ff441375414" providerId="ADAL" clId="{057586E9-EDF7-4CE0-A6BD-E5A8C17908E8}" dt="2024-04-18T03:47:06.036" v="2145" actId="20577"/>
          <ac:spMkLst>
            <pc:docMk/>
            <pc:sldMk cId="3132930291" sldId="278"/>
            <ac:spMk id="3789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36:44.698" v="2083" actId="948"/>
          <ac:spMkLst>
            <pc:docMk/>
            <pc:sldMk cId="3132930291" sldId="278"/>
            <ac:spMk id="37891" creationId="{00000000-0000-0000-0000-000000000000}"/>
          </ac:spMkLst>
        </pc:spChg>
      </pc:sldChg>
      <pc:sldChg chg="modSp mod modNotesTx">
        <pc:chgData name="Mengmeng Ge" userId="bb5bc401-97cb-4caf-9857-8ff441375414" providerId="ADAL" clId="{057586E9-EDF7-4CE0-A6BD-E5A8C17908E8}" dt="2024-04-19T00:37:14.891" v="4652" actId="14100"/>
        <pc:sldMkLst>
          <pc:docMk/>
          <pc:sldMk cId="2603433478" sldId="281"/>
        </pc:sldMkLst>
        <pc:spChg chg="mod">
          <ac:chgData name="Mengmeng Ge" userId="bb5bc401-97cb-4caf-9857-8ff441375414" providerId="ADAL" clId="{057586E9-EDF7-4CE0-A6BD-E5A8C17908E8}" dt="2024-04-19T00:37:14.891" v="4652" actId="14100"/>
          <ac:spMkLst>
            <pc:docMk/>
            <pc:sldMk cId="2603433478" sldId="281"/>
            <ac:spMk id="4302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4:41:50.804" v="2434" actId="14100"/>
          <ac:spMkLst>
            <pc:docMk/>
            <pc:sldMk cId="2603433478" sldId="281"/>
            <ac:spMk id="43031" creationId="{00000000-0000-0000-0000-000000000000}"/>
          </ac:spMkLst>
        </pc:spChg>
        <pc:graphicFrameChg chg="mod">
          <ac:chgData name="Mengmeng Ge" userId="bb5bc401-97cb-4caf-9857-8ff441375414" providerId="ADAL" clId="{057586E9-EDF7-4CE0-A6BD-E5A8C17908E8}" dt="2024-04-18T04:50:55.731" v="2489" actId="1076"/>
          <ac:graphicFrameMkLst>
            <pc:docMk/>
            <pc:sldMk cId="2603433478" sldId="281"/>
            <ac:graphicFrameMk id="43012" creationId="{00000000-0000-0000-0000-000000000000}"/>
          </ac:graphicFrameMkLst>
        </pc:graphicFrameChg>
      </pc:sldChg>
      <pc:sldChg chg="addSp delSp modSp mod">
        <pc:chgData name="Mengmeng Ge" userId="bb5bc401-97cb-4caf-9857-8ff441375414" providerId="ADAL" clId="{057586E9-EDF7-4CE0-A6BD-E5A8C17908E8}" dt="2024-04-19T00:36:54.793" v="4648" actId="208"/>
        <pc:sldMkLst>
          <pc:docMk/>
          <pc:sldMk cId="2318711319" sldId="282"/>
        </pc:sldMkLst>
        <pc:spChg chg="mod">
          <ac:chgData name="Mengmeng Ge" userId="bb5bc401-97cb-4caf-9857-8ff441375414" providerId="ADAL" clId="{057586E9-EDF7-4CE0-A6BD-E5A8C17908E8}" dt="2024-04-18T04:44:16.588" v="2460" actId="20577"/>
          <ac:spMkLst>
            <pc:docMk/>
            <pc:sldMk cId="2318711319" sldId="282"/>
            <ac:spMk id="4506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9T00:36:47.399" v="4647" actId="208"/>
          <ac:spMkLst>
            <pc:docMk/>
            <pc:sldMk cId="2318711319" sldId="282"/>
            <ac:spMk id="4507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4:46:41.752" v="2468" actId="1035"/>
          <ac:spMkLst>
            <pc:docMk/>
            <pc:sldMk cId="2318711319" sldId="282"/>
            <ac:spMk id="4507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4:46:41.752" v="2468" actId="1035"/>
          <ac:spMkLst>
            <pc:docMk/>
            <pc:sldMk cId="2318711319" sldId="282"/>
            <ac:spMk id="45080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8T04:44:13.107" v="2458" actId="165"/>
          <ac:spMkLst>
            <pc:docMk/>
            <pc:sldMk cId="2318711319" sldId="282"/>
            <ac:spMk id="45151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8T05:15:15.262" v="2764" actId="20577"/>
          <ac:spMkLst>
            <pc:docMk/>
            <pc:sldMk cId="2318711319" sldId="282"/>
            <ac:spMk id="45153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8T04:44:13.107" v="2458" actId="165"/>
          <ac:spMkLst>
            <pc:docMk/>
            <pc:sldMk cId="2318711319" sldId="282"/>
            <ac:spMk id="45154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8T04:44:13.107" v="2458" actId="165"/>
          <ac:spMkLst>
            <pc:docMk/>
            <pc:sldMk cId="2318711319" sldId="282"/>
            <ac:spMk id="939098" creationId="{00000000-0000-0000-0000-000000000000}"/>
          </ac:spMkLst>
        </pc:spChg>
        <pc:grpChg chg="mod">
          <ac:chgData name="Mengmeng Ge" userId="bb5bc401-97cb-4caf-9857-8ff441375414" providerId="ADAL" clId="{057586E9-EDF7-4CE0-A6BD-E5A8C17908E8}" dt="2024-04-19T00:36:54.793" v="4648" actId="208"/>
          <ac:grpSpMkLst>
            <pc:docMk/>
            <pc:sldMk cId="2318711319" sldId="282"/>
            <ac:grpSpMk id="10" creationId="{00000000-0000-0000-0000-000000000000}"/>
          </ac:grpSpMkLst>
        </pc:grpChg>
        <pc:grpChg chg="add del mod">
          <ac:chgData name="Mengmeng Ge" userId="bb5bc401-97cb-4caf-9857-8ff441375414" providerId="ADAL" clId="{057586E9-EDF7-4CE0-A6BD-E5A8C17908E8}" dt="2024-04-18T04:44:13.107" v="2458" actId="165"/>
          <ac:grpSpMkLst>
            <pc:docMk/>
            <pc:sldMk cId="2318711319" sldId="282"/>
            <ac:grpSpMk id="45073" creationId="{00000000-0000-0000-0000-000000000000}"/>
          </ac:grpSpMkLst>
        </pc:grpChg>
        <pc:cxnChg chg="mod">
          <ac:chgData name="Mengmeng Ge" userId="bb5bc401-97cb-4caf-9857-8ff441375414" providerId="ADAL" clId="{057586E9-EDF7-4CE0-A6BD-E5A8C17908E8}" dt="2024-04-18T04:46:41.752" v="2468" actId="1035"/>
          <ac:cxnSpMkLst>
            <pc:docMk/>
            <pc:sldMk cId="2318711319" sldId="282"/>
            <ac:cxnSpMk id="45081" creationId="{00000000-0000-0000-0000-000000000000}"/>
          </ac:cxnSpMkLst>
        </pc:cxnChg>
      </pc:sldChg>
      <pc:sldChg chg="modSp mod">
        <pc:chgData name="Mengmeng Ge" userId="bb5bc401-97cb-4caf-9857-8ff441375414" providerId="ADAL" clId="{057586E9-EDF7-4CE0-A6BD-E5A8C17908E8}" dt="2024-04-19T00:37:06.233" v="4650" actId="208"/>
        <pc:sldMkLst>
          <pc:docMk/>
          <pc:sldMk cId="53283060" sldId="283"/>
        </pc:sldMkLst>
        <pc:spChg chg="mod">
          <ac:chgData name="Mengmeng Ge" userId="bb5bc401-97cb-4caf-9857-8ff441375414" providerId="ADAL" clId="{057586E9-EDF7-4CE0-A6BD-E5A8C17908E8}" dt="2024-04-18T22:14:35.645" v="3756" actId="20577"/>
          <ac:spMkLst>
            <pc:docMk/>
            <pc:sldMk cId="53283060" sldId="283"/>
            <ac:spMk id="4710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9T00:37:06.233" v="4650" actId="208"/>
          <ac:spMkLst>
            <pc:docMk/>
            <pc:sldMk cId="53283060" sldId="283"/>
            <ac:spMk id="4718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5:19.449" v="2766" actId="20577"/>
          <ac:spMkLst>
            <pc:docMk/>
            <pc:sldMk cId="53283060" sldId="283"/>
            <ac:spMk id="47188" creationId="{00000000-0000-0000-0000-000000000000}"/>
          </ac:spMkLst>
        </pc:spChg>
        <pc:grpChg chg="mod">
          <ac:chgData name="Mengmeng Ge" userId="bb5bc401-97cb-4caf-9857-8ff441375414" providerId="ADAL" clId="{057586E9-EDF7-4CE0-A6BD-E5A8C17908E8}" dt="2024-04-19T00:37:01.789" v="4649" actId="208"/>
          <ac:grpSpMkLst>
            <pc:docMk/>
            <pc:sldMk cId="53283060" sldId="283"/>
            <ac:grpSpMk id="47182" creationId="{00000000-0000-0000-0000-000000000000}"/>
          </ac:grpSpMkLst>
        </pc:grpChg>
        <pc:graphicFrameChg chg="mod">
          <ac:chgData name="Mengmeng Ge" userId="bb5bc401-97cb-4caf-9857-8ff441375414" providerId="ADAL" clId="{057586E9-EDF7-4CE0-A6BD-E5A8C17908E8}" dt="2024-04-18T05:00:41.544" v="2558" actId="1037"/>
          <ac:graphicFrameMkLst>
            <pc:docMk/>
            <pc:sldMk cId="53283060" sldId="283"/>
            <ac:graphicFrameMk id="47106" creationId="{00000000-0000-0000-0000-000000000000}"/>
          </ac:graphicFrameMkLst>
        </pc:graphicFrameChg>
        <pc:graphicFrameChg chg="mod">
          <ac:chgData name="Mengmeng Ge" userId="bb5bc401-97cb-4caf-9857-8ff441375414" providerId="ADAL" clId="{057586E9-EDF7-4CE0-A6BD-E5A8C17908E8}" dt="2024-04-18T05:00:38.932" v="2557" actId="1076"/>
          <ac:graphicFrameMkLst>
            <pc:docMk/>
            <pc:sldMk cId="53283060" sldId="283"/>
            <ac:graphicFrameMk id="47107" creationId="{00000000-0000-0000-0000-000000000000}"/>
          </ac:graphicFrameMkLst>
        </pc:graphicFrameChg>
      </pc:sldChg>
      <pc:sldChg chg="delSp modSp mod">
        <pc:chgData name="Mengmeng Ge" userId="bb5bc401-97cb-4caf-9857-8ff441375414" providerId="ADAL" clId="{057586E9-EDF7-4CE0-A6BD-E5A8C17908E8}" dt="2024-04-19T00:37:27.223" v="4654" actId="208"/>
        <pc:sldMkLst>
          <pc:docMk/>
          <pc:sldMk cId="148612740" sldId="284"/>
        </pc:sldMkLst>
        <pc:spChg chg="mod">
          <ac:chgData name="Mengmeng Ge" userId="bb5bc401-97cb-4caf-9857-8ff441375414" providerId="ADAL" clId="{057586E9-EDF7-4CE0-A6BD-E5A8C17908E8}" dt="2024-04-18T22:15:02.071" v="3764" actId="20577"/>
          <ac:spMkLst>
            <pc:docMk/>
            <pc:sldMk cId="148612740" sldId="284"/>
            <ac:spMk id="4915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4:59:37.072" v="2535" actId="20577"/>
          <ac:spMkLst>
            <pc:docMk/>
            <pc:sldMk cId="148612740" sldId="284"/>
            <ac:spMk id="4916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05:27.961" v="2604" actId="207"/>
          <ac:spMkLst>
            <pc:docMk/>
            <pc:sldMk cId="148612740" sldId="284"/>
            <ac:spMk id="4916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00:16.772" v="2544" actId="20577"/>
          <ac:spMkLst>
            <pc:docMk/>
            <pc:sldMk cId="148612740" sldId="284"/>
            <ac:spMk id="4916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9T00:37:22.536" v="4653" actId="208"/>
          <ac:spMkLst>
            <pc:docMk/>
            <pc:sldMk cId="148612740" sldId="284"/>
            <ac:spMk id="4922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9T00:37:27.223" v="4654" actId="208"/>
          <ac:spMkLst>
            <pc:docMk/>
            <pc:sldMk cId="148612740" sldId="284"/>
            <ac:spMk id="4923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5:22.973" v="2768" actId="20577"/>
          <ac:spMkLst>
            <pc:docMk/>
            <pc:sldMk cId="148612740" sldId="284"/>
            <ac:spMk id="49236" creationId="{00000000-0000-0000-0000-000000000000}"/>
          </ac:spMkLst>
        </pc:spChg>
        <pc:graphicFrameChg chg="del">
          <ac:chgData name="Mengmeng Ge" userId="bb5bc401-97cb-4caf-9857-8ff441375414" providerId="ADAL" clId="{057586E9-EDF7-4CE0-A6BD-E5A8C17908E8}" dt="2024-04-18T04:54:34.241" v="2495" actId="478"/>
          <ac:graphicFrameMkLst>
            <pc:docMk/>
            <pc:sldMk cId="148612740" sldId="284"/>
            <ac:graphicFrameMk id="99" creationId="{00000000-0000-0000-0000-000000000000}"/>
          </ac:graphicFrameMkLst>
        </pc:graphicFrameChg>
        <pc:graphicFrameChg chg="mod">
          <ac:chgData name="Mengmeng Ge" userId="bb5bc401-97cb-4caf-9857-8ff441375414" providerId="ADAL" clId="{057586E9-EDF7-4CE0-A6BD-E5A8C17908E8}" dt="2024-04-18T05:00:29.166" v="2555" actId="1076"/>
          <ac:graphicFrameMkLst>
            <pc:docMk/>
            <pc:sldMk cId="148612740" sldId="284"/>
            <ac:graphicFrameMk id="49154" creationId="{00000000-0000-0000-0000-000000000000}"/>
          </ac:graphicFrameMkLst>
        </pc:graphicFrameChg>
        <pc:graphicFrameChg chg="mod">
          <ac:chgData name="Mengmeng Ge" userId="bb5bc401-97cb-4caf-9857-8ff441375414" providerId="ADAL" clId="{057586E9-EDF7-4CE0-A6BD-E5A8C17908E8}" dt="2024-04-18T05:00:25.894" v="2554" actId="1036"/>
          <ac:graphicFrameMkLst>
            <pc:docMk/>
            <pc:sldMk cId="148612740" sldId="284"/>
            <ac:graphicFrameMk id="49155" creationId="{00000000-0000-0000-0000-000000000000}"/>
          </ac:graphicFrameMkLst>
        </pc:graphicFrameChg>
        <pc:cxnChg chg="del">
          <ac:chgData name="Mengmeng Ge" userId="bb5bc401-97cb-4caf-9857-8ff441375414" providerId="ADAL" clId="{057586E9-EDF7-4CE0-A6BD-E5A8C17908E8}" dt="2024-04-18T05:01:58.426" v="2568" actId="478"/>
          <ac:cxnSpMkLst>
            <pc:docMk/>
            <pc:sldMk cId="148612740" sldId="284"/>
            <ac:cxnSpMk id="49233" creationId="{00000000-0000-0000-0000-000000000000}"/>
          </ac:cxnSpMkLst>
        </pc:cxnChg>
      </pc:sldChg>
      <pc:sldChg chg="addSp delSp modSp mod">
        <pc:chgData name="Mengmeng Ge" userId="bb5bc401-97cb-4caf-9857-8ff441375414" providerId="ADAL" clId="{057586E9-EDF7-4CE0-A6BD-E5A8C17908E8}" dt="2024-04-19T00:37:44.919" v="4659" actId="1076"/>
        <pc:sldMkLst>
          <pc:docMk/>
          <pc:sldMk cId="4237743735" sldId="285"/>
        </pc:sldMkLst>
        <pc:spChg chg="del">
          <ac:chgData name="Mengmeng Ge" userId="bb5bc401-97cb-4caf-9857-8ff441375414" providerId="ADAL" clId="{057586E9-EDF7-4CE0-A6BD-E5A8C17908E8}" dt="2024-04-18T05:01:48.609" v="2567" actId="478"/>
          <ac:spMkLst>
            <pc:docMk/>
            <pc:sldMk cId="4237743735" sldId="285"/>
            <ac:spMk id="4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5:01:24.654" v="2562" actId="478"/>
          <ac:spMkLst>
            <pc:docMk/>
            <pc:sldMk cId="4237743735" sldId="285"/>
            <ac:spMk id="94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5:01:27.480" v="2563" actId="478"/>
          <ac:spMkLst>
            <pc:docMk/>
            <pc:sldMk cId="4237743735" sldId="285"/>
            <ac:spMk id="95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5:01:46.237" v="2566" actId="478"/>
          <ac:spMkLst>
            <pc:docMk/>
            <pc:sldMk cId="4237743735" sldId="285"/>
            <ac:spMk id="9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22:15:10.003" v="3778" actId="20577"/>
          <ac:spMkLst>
            <pc:docMk/>
            <pc:sldMk cId="4237743735" sldId="285"/>
            <ac:spMk id="5120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05:12.838" v="2602" actId="20577"/>
          <ac:spMkLst>
            <pc:docMk/>
            <pc:sldMk cId="4237743735" sldId="285"/>
            <ac:spMk id="5121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03:39.699" v="2577" actId="20577"/>
          <ac:spMkLst>
            <pc:docMk/>
            <pc:sldMk cId="4237743735" sldId="285"/>
            <ac:spMk id="5121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03:54.932" v="2581" actId="20577"/>
          <ac:spMkLst>
            <pc:docMk/>
            <pc:sldMk cId="4237743735" sldId="285"/>
            <ac:spMk id="5121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9T00:37:44.919" v="4659" actId="1076"/>
          <ac:spMkLst>
            <pc:docMk/>
            <pc:sldMk cId="4237743735" sldId="285"/>
            <ac:spMk id="51219" creationId="{00000000-0000-0000-0000-000000000000}"/>
          </ac:spMkLst>
        </pc:spChg>
        <pc:spChg chg="add del">
          <ac:chgData name="Mengmeng Ge" userId="bb5bc401-97cb-4caf-9857-8ff441375414" providerId="ADAL" clId="{057586E9-EDF7-4CE0-A6BD-E5A8C17908E8}" dt="2024-04-18T05:01:42.913" v="2565" actId="478"/>
          <ac:spMkLst>
            <pc:docMk/>
            <pc:sldMk cId="4237743735" sldId="285"/>
            <ac:spMk id="5127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5:26.978" v="2770" actId="20577"/>
          <ac:spMkLst>
            <pc:docMk/>
            <pc:sldMk cId="4237743735" sldId="285"/>
            <ac:spMk id="51280" creationId="{00000000-0000-0000-0000-000000000000}"/>
          </ac:spMkLst>
        </pc:spChg>
      </pc:sldChg>
      <pc:sldChg chg="delSp modSp mod">
        <pc:chgData name="Mengmeng Ge" userId="bb5bc401-97cb-4caf-9857-8ff441375414" providerId="ADAL" clId="{057586E9-EDF7-4CE0-A6BD-E5A8C17908E8}" dt="2024-04-19T00:38:04.466" v="4664" actId="208"/>
        <pc:sldMkLst>
          <pc:docMk/>
          <pc:sldMk cId="2745153769" sldId="286"/>
        </pc:sldMkLst>
        <pc:spChg chg="del">
          <ac:chgData name="Mengmeng Ge" userId="bb5bc401-97cb-4caf-9857-8ff441375414" providerId="ADAL" clId="{057586E9-EDF7-4CE0-A6BD-E5A8C17908E8}" dt="2024-04-18T05:04:15.070" v="2583" actId="478"/>
          <ac:spMkLst>
            <pc:docMk/>
            <pc:sldMk cId="2745153769" sldId="286"/>
            <ac:spMk id="97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5:04:45.068" v="2584" actId="478"/>
          <ac:spMkLst>
            <pc:docMk/>
            <pc:sldMk cId="2745153769" sldId="286"/>
            <ac:spMk id="98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5:04:51.177" v="2586" actId="478"/>
          <ac:spMkLst>
            <pc:docMk/>
            <pc:sldMk cId="2745153769" sldId="286"/>
            <ac:spMk id="99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5:06:10.205" v="2608" actId="478"/>
          <ac:spMkLst>
            <pc:docMk/>
            <pc:sldMk cId="2745153769" sldId="286"/>
            <ac:spMk id="100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5:04:47.231" v="2585" actId="478"/>
          <ac:spMkLst>
            <pc:docMk/>
            <pc:sldMk cId="2745153769" sldId="286"/>
            <ac:spMk id="102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5:06:00.346" v="2605" actId="478"/>
          <ac:spMkLst>
            <pc:docMk/>
            <pc:sldMk cId="2745153769" sldId="286"/>
            <ac:spMk id="10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22:15:16.225" v="3786" actId="20577"/>
          <ac:spMkLst>
            <pc:docMk/>
            <pc:sldMk cId="2745153769" sldId="286"/>
            <ac:spMk id="5325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04:58.044" v="2598" actId="20577"/>
          <ac:spMkLst>
            <pc:docMk/>
            <pc:sldMk cId="2745153769" sldId="286"/>
            <ac:spMk id="5326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06:06.273" v="2607" actId="20577"/>
          <ac:spMkLst>
            <pc:docMk/>
            <pc:sldMk cId="2745153769" sldId="286"/>
            <ac:spMk id="5326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9T00:38:04.466" v="4664" actId="208"/>
          <ac:spMkLst>
            <pc:docMk/>
            <pc:sldMk cId="2745153769" sldId="286"/>
            <ac:spMk id="5326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5:31.038" v="2772" actId="20577"/>
          <ac:spMkLst>
            <pc:docMk/>
            <pc:sldMk cId="2745153769" sldId="286"/>
            <ac:spMk id="53331" creationId="{00000000-0000-0000-0000-000000000000}"/>
          </ac:spMkLst>
        </pc:spChg>
        <pc:cxnChg chg="del">
          <ac:chgData name="Mengmeng Ge" userId="bb5bc401-97cb-4caf-9857-8ff441375414" providerId="ADAL" clId="{057586E9-EDF7-4CE0-A6BD-E5A8C17908E8}" dt="2024-04-18T05:06:01.956" v="2606" actId="478"/>
          <ac:cxnSpMkLst>
            <pc:docMk/>
            <pc:sldMk cId="2745153769" sldId="286"/>
            <ac:cxnSpMk id="4" creationId="{00000000-0000-0000-0000-000000000000}"/>
          </ac:cxnSpMkLst>
        </pc:cxnChg>
      </pc:sldChg>
      <pc:sldChg chg="delSp modSp mod">
        <pc:chgData name="Mengmeng Ge" userId="bb5bc401-97cb-4caf-9857-8ff441375414" providerId="ADAL" clId="{057586E9-EDF7-4CE0-A6BD-E5A8C17908E8}" dt="2024-04-19T00:38:10.938" v="4665" actId="208"/>
        <pc:sldMkLst>
          <pc:docMk/>
          <pc:sldMk cId="242516231" sldId="287"/>
        </pc:sldMkLst>
        <pc:spChg chg="del">
          <ac:chgData name="Mengmeng Ge" userId="bb5bc401-97cb-4caf-9857-8ff441375414" providerId="ADAL" clId="{057586E9-EDF7-4CE0-A6BD-E5A8C17908E8}" dt="2024-04-18T05:10:22.102" v="2618" actId="478"/>
          <ac:spMkLst>
            <pc:docMk/>
            <pc:sldMk cId="242516231" sldId="287"/>
            <ac:spMk id="98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5:10:44.407" v="2648" actId="478"/>
          <ac:spMkLst>
            <pc:docMk/>
            <pc:sldMk cId="242516231" sldId="287"/>
            <ac:spMk id="99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5:10:39.680" v="2647" actId="478"/>
          <ac:spMkLst>
            <pc:docMk/>
            <pc:sldMk cId="242516231" sldId="287"/>
            <ac:spMk id="100" creationId="{00000000-0000-0000-0000-000000000000}"/>
          </ac:spMkLst>
        </pc:spChg>
        <pc:spChg chg="del mod">
          <ac:chgData name="Mengmeng Ge" userId="bb5bc401-97cb-4caf-9857-8ff441375414" providerId="ADAL" clId="{057586E9-EDF7-4CE0-A6BD-E5A8C17908E8}" dt="2024-04-18T05:10:17.429" v="2617" actId="478"/>
          <ac:spMkLst>
            <pc:docMk/>
            <pc:sldMk cId="242516231" sldId="287"/>
            <ac:spMk id="101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5:10:09.348" v="2613" actId="478"/>
          <ac:spMkLst>
            <pc:docMk/>
            <pc:sldMk cId="242516231" sldId="287"/>
            <ac:spMk id="102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5:10:13.637" v="2615" actId="478"/>
          <ac:spMkLst>
            <pc:docMk/>
            <pc:sldMk cId="242516231" sldId="287"/>
            <ac:spMk id="104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5:10:11.254" v="2614" actId="478"/>
          <ac:spMkLst>
            <pc:docMk/>
            <pc:sldMk cId="242516231" sldId="287"/>
            <ac:spMk id="105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5:10:59.470" v="2649" actId="478"/>
          <ac:spMkLst>
            <pc:docMk/>
            <pc:sldMk cId="242516231" sldId="287"/>
            <ac:spMk id="10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22:15:24.159" v="3794" actId="20577"/>
          <ac:spMkLst>
            <pc:docMk/>
            <pc:sldMk cId="242516231" sldId="287"/>
            <ac:spMk id="5530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0:28.276" v="2634" actId="20577"/>
          <ac:spMkLst>
            <pc:docMk/>
            <pc:sldMk cId="242516231" sldId="287"/>
            <ac:spMk id="5530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0:32.396" v="2646" actId="20577"/>
          <ac:spMkLst>
            <pc:docMk/>
            <pc:sldMk cId="242516231" sldId="287"/>
            <ac:spMk id="5530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9T00:38:10.938" v="4665" actId="208"/>
          <ac:spMkLst>
            <pc:docMk/>
            <pc:sldMk cId="242516231" sldId="287"/>
            <ac:spMk id="5531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5:35.620" v="2774" actId="20577"/>
          <ac:spMkLst>
            <pc:docMk/>
            <pc:sldMk cId="242516231" sldId="287"/>
            <ac:spMk id="55380" creationId="{00000000-0000-0000-0000-000000000000}"/>
          </ac:spMkLst>
        </pc:spChg>
        <pc:cxnChg chg="del">
          <ac:chgData name="Mengmeng Ge" userId="bb5bc401-97cb-4caf-9857-8ff441375414" providerId="ADAL" clId="{057586E9-EDF7-4CE0-A6BD-E5A8C17908E8}" dt="2024-04-18T05:11:00.685" v="2650" actId="478"/>
          <ac:cxnSpMkLst>
            <pc:docMk/>
            <pc:sldMk cId="242516231" sldId="287"/>
            <ac:cxnSpMk id="4" creationId="{00000000-0000-0000-0000-000000000000}"/>
          </ac:cxnSpMkLst>
        </pc:cxnChg>
      </pc:sldChg>
      <pc:sldChg chg="del">
        <pc:chgData name="Mengmeng Ge" userId="bb5bc401-97cb-4caf-9857-8ff441375414" providerId="ADAL" clId="{057586E9-EDF7-4CE0-A6BD-E5A8C17908E8}" dt="2024-04-18T05:21:32.023" v="2815" actId="47"/>
        <pc:sldMkLst>
          <pc:docMk/>
          <pc:sldMk cId="3872507222" sldId="302"/>
        </pc:sldMkLst>
      </pc:sldChg>
      <pc:sldChg chg="addSp delSp modSp mod addAnim delAnim modAnim modNotesTx">
        <pc:chgData name="Mengmeng Ge" userId="bb5bc401-97cb-4caf-9857-8ff441375414" providerId="ADAL" clId="{057586E9-EDF7-4CE0-A6BD-E5A8C17908E8}" dt="2024-04-18T05:27:58.358" v="2832" actId="1076"/>
        <pc:sldMkLst>
          <pc:docMk/>
          <pc:sldMk cId="947649101" sldId="359"/>
        </pc:sldMkLst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4" creationId="{50F186A2-58E3-5907-A383-CA0F0603FF42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5" creationId="{2E22C2E6-1C7C-9502-EDBD-64B8E3BA0205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6" creationId="{24C3AF2A-C4DF-1839-4C94-8DA1BF12B4AE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7" creationId="{582F31FC-8855-F513-0900-E88D4CCFA684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8" creationId="{DAC83AB4-F49B-8F51-2E37-711BAADBDAEE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9" creationId="{68A63CE3-294C-A703-D55D-88CA0DD972E4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10" creationId="{542365B6-6958-7C68-993B-0300F043A5E3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11" creationId="{C9AA6763-08D0-FF7D-B3C8-77A06E766216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12" creationId="{E2207285-3606-EF6C-0432-896F1B0C4974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13" creationId="{E2394C1C-CC70-4AEA-F599-3E19A1A7E7F0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14" creationId="{F660C652-A7D9-8E20-2523-2BC8CB28F426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15" creationId="{F7AED5B3-57F9-44D4-35EB-4F3BC050B77E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16" creationId="{AECCC5D0-8BE7-3241-AA74-CA55559F520A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17" creationId="{450099E0-8605-B095-AA1A-D6A8667FAA8A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18" creationId="{E9D436D1-358A-E9D8-0467-0B4F7C958F6F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19" creationId="{A8EDBEAB-D616-FBE1-BC42-3AB6096E0181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20" creationId="{C7A59E04-B23B-EAC4-BF03-8F3230D58731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21" creationId="{DDE3D9A2-8BC2-C696-F1AA-93D6407CCDBD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22" creationId="{277ACC00-FADC-2F9C-1EEE-AED3FF4BF97D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23" creationId="{C1EA7D51-0C93-1B31-FA4D-29CD3A197649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24" creationId="{3AAEC938-3231-5354-3A1F-344D9F42F139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25" creationId="{3C4B5D79-3BF1-2FA9-86F9-C7246D262A86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26" creationId="{F2D20FB1-0C08-58DA-0701-5E449B618869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27" creationId="{B38AD6D7-B92D-35D6-59DB-B075171E3CFE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28" creationId="{3636B528-845A-8692-7E2F-D5B581570970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29" creationId="{8C8B2FA0-7FCF-42A2-6991-72AB79950BF4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30" creationId="{0CCB6436-98C6-8ACD-9DEC-22F01EAA0C2B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31" creationId="{BCB4F32F-6B7F-F36A-D421-8944F17F92D2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32" creationId="{ADAE6282-E168-1268-3CAC-CA240C66A111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33" creationId="{A635615D-4FCD-17D2-CAEB-33F8ACAD49E8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34" creationId="{534FAC67-EF91-6305-6D77-C947B5B23D1F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35" creationId="{9BE1887E-017A-0462-7391-1E212579B19A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36" creationId="{6ED3E011-9B38-6645-B133-C5522FE6B561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37" creationId="{64E27F9A-2CEF-7637-CB0A-BF8D764A1E89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38" creationId="{F11A156B-BA92-479A-96A0-ABC46B169730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39" creationId="{D8D6933F-3D50-F3F7-90C1-808E3AFEDA45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40" creationId="{423CE0C4-CF97-9300-6346-0AAB82C37FE2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41" creationId="{A1E6275B-0362-A80D-A5B3-445BD0AF7D89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42" creationId="{CC95C835-D5EE-F612-214C-926D6633B73B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43" creationId="{86E5E49D-08C4-170B-682D-38A028A12C60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44" creationId="{B3C890C2-BF9D-075D-BC96-7791232F23CA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51" creationId="{603F0050-BAEF-EF67-4575-A7C346078236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52" creationId="{B18E4CB4-DC9C-6356-143E-65025A1D1973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53" creationId="{452AD3A5-D66E-1283-3FCB-D0F7F4AB8E3C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54" creationId="{C5A48946-3C72-0649-F49B-2F796C9C0C6B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55" creationId="{1504EADE-47D5-6874-E28E-F111CC1C5219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56" creationId="{F77CCB72-EA26-0063-9DBF-9CA22C2DCA79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57" creationId="{C714D64B-8356-4467-4D86-27F6A0B1AC21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58" creationId="{9CAEF865-B40C-CF45-8809-2FCB2FFAFADE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59" creationId="{3FA131DC-430D-3800-0EF3-B0FF01C1C04A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60" creationId="{8648E37D-8D65-6578-103F-AC4F967D4AE8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61" creationId="{90C7AFCA-2B79-8B97-14C1-1B779CD9C4A5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62" creationId="{C0FEB934-9736-1E0A-A680-0920FF95562F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63" creationId="{F440543A-1199-D685-EE14-26271738D0CC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1431552" creationId="{EAFB2847-55A4-0A50-F2F9-4B27B7C6EDB4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1431553" creationId="{0A17A1D6-D1AA-685B-55C0-B613A24519F1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1431554" creationId="{76BEDE59-C013-1BD3-68D8-79B32D19ABA6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1431555" creationId="{4DE22348-15FE-9196-7F73-996D28129AE4}"/>
          </ac:spMkLst>
        </pc:spChg>
        <pc:spChg chg="mod">
          <ac:chgData name="Mengmeng Ge" userId="bb5bc401-97cb-4caf-9857-8ff441375414" providerId="ADAL" clId="{057586E9-EDF7-4CE0-A6BD-E5A8C17908E8}" dt="2024-04-18T03:50:08.539" v="2262" actId="20577"/>
          <ac:spMkLst>
            <pc:docMk/>
            <pc:sldMk cId="947649101" sldId="359"/>
            <ac:spMk id="143155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27:45.092" v="2831" actId="14100"/>
          <ac:spMkLst>
            <pc:docMk/>
            <pc:sldMk cId="947649101" sldId="359"/>
            <ac:spMk id="143155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1431558" creationId="{6AB180C2-BB3F-4E52-B322-594AA53757B7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1431559" creationId="{09666063-C214-C047-6599-20B05E3AB09A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1431560" creationId="{135F61AD-6D1A-8BE7-C11C-817D4BD2FC2A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1431561" creationId="{A9D4581F-AB8D-C8C5-C8F6-2236540E5799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1431562" creationId="{36334991-16FF-E553-70E3-5A9FE9B78DE5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1431563" creationId="{1BDC1847-1524-BAF2-38A7-7CDA81D42E39}"/>
          </ac:spMkLst>
        </pc:spChg>
        <pc:spChg chg="mod">
          <ac:chgData name="Mengmeng Ge" userId="bb5bc401-97cb-4caf-9857-8ff441375414" providerId="ADAL" clId="{057586E9-EDF7-4CE0-A6BD-E5A8C17908E8}" dt="2024-04-18T05:25:11.367" v="2817" actId="1076"/>
          <ac:spMkLst>
            <pc:docMk/>
            <pc:sldMk cId="947649101" sldId="359"/>
            <ac:spMk id="1431564" creationId="{D44FA562-E39E-BD18-FEA0-8E90F90C67D0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66" creationId="{6BA43008-77B5-81D0-5CE6-0200C8B9891B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67" creationId="{9F81E504-4E74-FEF5-4C3A-7548898369F1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68" creationId="{AD31BBF0-3417-928A-20AC-B8247E4F97C1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69" creationId="{305577DD-69AC-54DB-A685-7E4091ED1064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70" creationId="{227A9AC9-6396-0B24-31BA-A9317ED38ED2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71" creationId="{9F7A23B4-ED60-7990-D771-C829CEE651AC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72" creationId="{DECD347B-CD7C-B010-6D4A-F9A31D4DCD65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73" creationId="{B8350DCB-2D67-0E9B-3582-7F86CB3923E7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74" creationId="{915C745D-67B9-B6F8-9732-D8A5DF2BA4C0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75" creationId="{D7DC3895-C596-B71D-34EB-582094B6D70B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76" creationId="{C8AE5FBD-B77A-9F74-CDA9-0FA9B87AFDA5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77" creationId="{A06BE9AD-818A-8385-0187-3D70A164E466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78" creationId="{066EF686-6CEC-6BBE-7748-A125BE247867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79" creationId="{F0A1F179-180E-CDDE-F908-0B556845A76C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80" creationId="{C2458B5C-084D-8946-09A7-B26D2BBB665A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81" creationId="{E18C9AEF-06F1-BC23-3C9E-22DE73F5804C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82" creationId="{FECF299F-3FAC-36C5-EA00-B25D8D678313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83" creationId="{112A8A49-0033-131A-0ED8-84BC124CF2EB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84" creationId="{5914CFA5-3C85-62D2-30EF-2BEAECFDFE77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85" creationId="{20D2AD99-EDD0-798A-0530-2CBEC248061B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86" creationId="{520ADF12-91BB-CA4F-5654-4D9AECE42457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87" creationId="{8167CB8D-D890-C934-97E8-05764C91060C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88" creationId="{41CF91D8-B316-7949-ACE1-0699D6EEB549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89" creationId="{459B5413-9EC1-08E2-DD98-0E0B5054B65C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90" creationId="{78A27D69-8ED0-E00E-1D5E-D37D7DE51FDB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91" creationId="{85693934-FD25-5C03-6B48-7D4BF3D4340E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92" creationId="{4D2A1194-5777-1764-1AC4-74F398A1BFEF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93" creationId="{DB070405-B58B-9180-4FFA-28E6DD91C406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94" creationId="{1999B12F-25C5-A669-0783-B99162A3BCE7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95" creationId="{0454AD5E-BDF2-6347-7C45-11681951431B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96" creationId="{4ED63D05-29FE-C2C4-BF33-AA10DE31BA52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97" creationId="{610F7239-2FC1-4CB5-7048-5078580781D1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98" creationId="{E31EB261-9FAA-E75F-3456-AC64C20A01AE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599" creationId="{22BC1222-AE4A-7C9F-6F09-48A5180BBD1B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600" creationId="{069D5035-2D0A-F70D-A62A-5ED964C06C9E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601" creationId="{1BFA1279-0B3D-29CF-4584-7990F7327659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602" creationId="{FEAEA984-537B-B210-2F91-B7270B720C9E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603" creationId="{AC5A15F4-DE7C-0F77-D960-7C4B1E814CCB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604" creationId="{469199FB-4B26-728E-FC07-DBCB72A67967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605" creationId="{D765E235-6110-74B4-DC00-B974E6F8404F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606" creationId="{9B3D7DA5-7924-07FD-A4C7-FDB0C7D5873C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613" creationId="{4A6E9838-EFCD-BBD7-CA46-86DEDC26FE39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614" creationId="{BB306B97-0D68-3479-047C-A27C74797028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615" creationId="{FE9FC845-56D1-A955-6226-E771B4CD1637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616" creationId="{73AEE68F-A25F-73F9-3977-3DA11819DAC2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617" creationId="{B264850A-F0E8-9D22-0D33-A5BF33A35027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618" creationId="{B7E24544-F359-B43A-31F5-258351E238EE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619" creationId="{4E1818EA-7196-4524-97D3-7FD496C38821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620" creationId="{184CBE7D-0123-7E0B-AD69-12F489CE5BCD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621" creationId="{3C054E2D-FF0F-FE85-3919-D58D29F26CC9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622" creationId="{82AEE9CD-F324-9DF3-A42A-7F0F4BE85029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623" creationId="{33FDC3A2-3F5F-617C-0C2E-EC4B7F0F1038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624" creationId="{865C7777-6F03-8633-BDBB-6BE79EAB842C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625" creationId="{16127DBF-1814-0FA1-A882-D425DBC9FD56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626" creationId="{A3573375-F6F5-0788-6CDE-89EBDF751D00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627" creationId="{D6F44E71-A169-03C7-40EE-3E7718218C41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628" creationId="{D98D5420-D4C9-9A93-B909-78AF488407A5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629" creationId="{163635AF-A30A-3CDD-5C37-550120FA356A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630" creationId="{5D517DF2-7EED-9685-E8F2-92B6E11D61D0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631" creationId="{FDA7047B-28F6-8F24-3078-0BA9FF1ABE0E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632" creationId="{AFC4634A-0D91-FCF5-7367-21C8875E745A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633" creationId="{73779CA6-5EEA-F10B-EBAC-08A10C76B598}"/>
          </ac:spMkLst>
        </pc:spChg>
        <pc:spChg chg="mod">
          <ac:chgData name="Mengmeng Ge" userId="bb5bc401-97cb-4caf-9857-8ff441375414" providerId="ADAL" clId="{057586E9-EDF7-4CE0-A6BD-E5A8C17908E8}" dt="2024-04-18T05:27:58.358" v="2832" actId="1076"/>
          <ac:spMkLst>
            <pc:docMk/>
            <pc:sldMk cId="947649101" sldId="359"/>
            <ac:spMk id="1431634" creationId="{E58178EE-7FDE-8B32-9E1C-6B1708744727}"/>
          </ac:spMkLst>
        </pc:spChg>
        <pc:grpChg chg="add del mod">
          <ac:chgData name="Mengmeng Ge" userId="bb5bc401-97cb-4caf-9857-8ff441375414" providerId="ADAL" clId="{057586E9-EDF7-4CE0-A6BD-E5A8C17908E8}" dt="2024-04-18T05:25:23.099" v="2818" actId="478"/>
          <ac:grpSpMkLst>
            <pc:docMk/>
            <pc:sldMk cId="947649101" sldId="359"/>
            <ac:grpSpMk id="3" creationId="{3EF4D15F-A665-C1A0-C16A-0196B625357B}"/>
          </ac:grpSpMkLst>
        </pc:grpChg>
        <pc:grpChg chg="mod">
          <ac:chgData name="Mengmeng Ge" userId="bb5bc401-97cb-4caf-9857-8ff441375414" providerId="ADAL" clId="{057586E9-EDF7-4CE0-A6BD-E5A8C17908E8}" dt="2024-04-18T05:25:11.367" v="2817" actId="1076"/>
          <ac:grpSpMkLst>
            <pc:docMk/>
            <pc:sldMk cId="947649101" sldId="359"/>
            <ac:grpSpMk id="45" creationId="{6FB4415D-EC21-D144-8824-F99B46C81FCC}"/>
          </ac:grpSpMkLst>
        </pc:grpChg>
        <pc:grpChg chg="mod">
          <ac:chgData name="Mengmeng Ge" userId="bb5bc401-97cb-4caf-9857-8ff441375414" providerId="ADAL" clId="{057586E9-EDF7-4CE0-A6BD-E5A8C17908E8}" dt="2024-04-18T05:25:11.367" v="2817" actId="1076"/>
          <ac:grpSpMkLst>
            <pc:docMk/>
            <pc:sldMk cId="947649101" sldId="359"/>
            <ac:grpSpMk id="46" creationId="{D111A0F7-593C-EBD5-1E67-3D0422C8F5D4}"/>
          </ac:grpSpMkLst>
        </pc:grpChg>
        <pc:grpChg chg="mod">
          <ac:chgData name="Mengmeng Ge" userId="bb5bc401-97cb-4caf-9857-8ff441375414" providerId="ADAL" clId="{057586E9-EDF7-4CE0-A6BD-E5A8C17908E8}" dt="2024-04-18T05:25:11.367" v="2817" actId="1076"/>
          <ac:grpSpMkLst>
            <pc:docMk/>
            <pc:sldMk cId="947649101" sldId="359"/>
            <ac:grpSpMk id="47" creationId="{03BFAD4E-CD3A-A74F-CDE7-E6AEDD8B82B4}"/>
          </ac:grpSpMkLst>
        </pc:grpChg>
        <pc:grpChg chg="mod">
          <ac:chgData name="Mengmeng Ge" userId="bb5bc401-97cb-4caf-9857-8ff441375414" providerId="ADAL" clId="{057586E9-EDF7-4CE0-A6BD-E5A8C17908E8}" dt="2024-04-18T05:25:11.367" v="2817" actId="1076"/>
          <ac:grpSpMkLst>
            <pc:docMk/>
            <pc:sldMk cId="947649101" sldId="359"/>
            <ac:grpSpMk id="48" creationId="{F033826A-C80C-658B-0889-0C8291D9FF9F}"/>
          </ac:grpSpMkLst>
        </pc:grpChg>
        <pc:grpChg chg="mod">
          <ac:chgData name="Mengmeng Ge" userId="bb5bc401-97cb-4caf-9857-8ff441375414" providerId="ADAL" clId="{057586E9-EDF7-4CE0-A6BD-E5A8C17908E8}" dt="2024-04-18T05:25:11.367" v="2817" actId="1076"/>
          <ac:grpSpMkLst>
            <pc:docMk/>
            <pc:sldMk cId="947649101" sldId="359"/>
            <ac:grpSpMk id="49" creationId="{F0F152DF-1227-0C2F-3E0B-726470AE0041}"/>
          </ac:grpSpMkLst>
        </pc:grpChg>
        <pc:grpChg chg="mod">
          <ac:chgData name="Mengmeng Ge" userId="bb5bc401-97cb-4caf-9857-8ff441375414" providerId="ADAL" clId="{057586E9-EDF7-4CE0-A6BD-E5A8C17908E8}" dt="2024-04-18T05:25:11.367" v="2817" actId="1076"/>
          <ac:grpSpMkLst>
            <pc:docMk/>
            <pc:sldMk cId="947649101" sldId="359"/>
            <ac:grpSpMk id="50" creationId="{63A3BF8D-0803-EDA8-BC71-9EE27F8754D6}"/>
          </ac:grpSpMkLst>
        </pc:grpChg>
        <pc:grpChg chg="add mod">
          <ac:chgData name="Mengmeng Ge" userId="bb5bc401-97cb-4caf-9857-8ff441375414" providerId="ADAL" clId="{057586E9-EDF7-4CE0-A6BD-E5A8C17908E8}" dt="2024-04-18T05:27:58.358" v="2832" actId="1076"/>
          <ac:grpSpMkLst>
            <pc:docMk/>
            <pc:sldMk cId="947649101" sldId="359"/>
            <ac:grpSpMk id="1431565" creationId="{ABF0C615-CD37-E8B2-1B7D-AC35C1320D81}"/>
          </ac:grpSpMkLst>
        </pc:grpChg>
        <pc:grpChg chg="mod">
          <ac:chgData name="Mengmeng Ge" userId="bb5bc401-97cb-4caf-9857-8ff441375414" providerId="ADAL" clId="{057586E9-EDF7-4CE0-A6BD-E5A8C17908E8}" dt="2024-04-18T05:27:58.358" v="2832" actId="1076"/>
          <ac:grpSpMkLst>
            <pc:docMk/>
            <pc:sldMk cId="947649101" sldId="359"/>
            <ac:grpSpMk id="1431607" creationId="{3292D405-B7F0-125A-D240-10A1DD6390FE}"/>
          </ac:grpSpMkLst>
        </pc:grpChg>
        <pc:grpChg chg="mod">
          <ac:chgData name="Mengmeng Ge" userId="bb5bc401-97cb-4caf-9857-8ff441375414" providerId="ADAL" clId="{057586E9-EDF7-4CE0-A6BD-E5A8C17908E8}" dt="2024-04-18T05:27:58.358" v="2832" actId="1076"/>
          <ac:grpSpMkLst>
            <pc:docMk/>
            <pc:sldMk cId="947649101" sldId="359"/>
            <ac:grpSpMk id="1431608" creationId="{C5F0CD99-081C-7954-C393-54F1DB43FD2E}"/>
          </ac:grpSpMkLst>
        </pc:grpChg>
        <pc:grpChg chg="mod">
          <ac:chgData name="Mengmeng Ge" userId="bb5bc401-97cb-4caf-9857-8ff441375414" providerId="ADAL" clId="{057586E9-EDF7-4CE0-A6BD-E5A8C17908E8}" dt="2024-04-18T05:27:58.358" v="2832" actId="1076"/>
          <ac:grpSpMkLst>
            <pc:docMk/>
            <pc:sldMk cId="947649101" sldId="359"/>
            <ac:grpSpMk id="1431609" creationId="{DA882650-4D84-E867-D14B-C2FA9C4BF5C8}"/>
          </ac:grpSpMkLst>
        </pc:grpChg>
        <pc:grpChg chg="mod">
          <ac:chgData name="Mengmeng Ge" userId="bb5bc401-97cb-4caf-9857-8ff441375414" providerId="ADAL" clId="{057586E9-EDF7-4CE0-A6BD-E5A8C17908E8}" dt="2024-04-18T05:27:58.358" v="2832" actId="1076"/>
          <ac:grpSpMkLst>
            <pc:docMk/>
            <pc:sldMk cId="947649101" sldId="359"/>
            <ac:grpSpMk id="1431610" creationId="{6BD60B61-BF78-667D-E7C0-A35D29A31E34}"/>
          </ac:grpSpMkLst>
        </pc:grpChg>
        <pc:grpChg chg="mod">
          <ac:chgData name="Mengmeng Ge" userId="bb5bc401-97cb-4caf-9857-8ff441375414" providerId="ADAL" clId="{057586E9-EDF7-4CE0-A6BD-E5A8C17908E8}" dt="2024-04-18T05:27:58.358" v="2832" actId="1076"/>
          <ac:grpSpMkLst>
            <pc:docMk/>
            <pc:sldMk cId="947649101" sldId="359"/>
            <ac:grpSpMk id="1431611" creationId="{182CD131-F9C2-4A3C-1CE4-66A6FB657953}"/>
          </ac:grpSpMkLst>
        </pc:grpChg>
        <pc:grpChg chg="mod">
          <ac:chgData name="Mengmeng Ge" userId="bb5bc401-97cb-4caf-9857-8ff441375414" providerId="ADAL" clId="{057586E9-EDF7-4CE0-A6BD-E5A8C17908E8}" dt="2024-04-18T05:27:58.358" v="2832" actId="1076"/>
          <ac:grpSpMkLst>
            <pc:docMk/>
            <pc:sldMk cId="947649101" sldId="359"/>
            <ac:grpSpMk id="1431612" creationId="{BD6791FB-FECD-1FE9-8BEC-C61306DA3A8F}"/>
          </ac:grpSpMkLst>
        </pc:grpChg>
      </pc:sldChg>
      <pc:sldChg chg="addSp delSp modSp mod delAnim modAnim modNotesTx">
        <pc:chgData name="Mengmeng Ge" userId="bb5bc401-97cb-4caf-9857-8ff441375414" providerId="ADAL" clId="{057586E9-EDF7-4CE0-A6BD-E5A8C17908E8}" dt="2024-04-19T00:05:47.626" v="4516" actId="478"/>
        <pc:sldMkLst>
          <pc:docMk/>
          <pc:sldMk cId="1720300556" sldId="360"/>
        </pc:sldMkLst>
        <pc:spChg chg="add del mod">
          <ac:chgData name="Mengmeng Ge" userId="bb5bc401-97cb-4caf-9857-8ff441375414" providerId="ADAL" clId="{057586E9-EDF7-4CE0-A6BD-E5A8C17908E8}" dt="2024-04-19T00:05:45.997" v="4514" actId="1076"/>
          <ac:spMkLst>
            <pc:docMk/>
            <pc:sldMk cId="1720300556" sldId="360"/>
            <ac:spMk id="3" creationId="{2637EBDA-DCB5-579A-AB84-1632FAEF6F6B}"/>
          </ac:spMkLst>
        </pc:spChg>
        <pc:spChg chg="del">
          <ac:chgData name="Mengmeng Ge" userId="bb5bc401-97cb-4caf-9857-8ff441375414" providerId="ADAL" clId="{057586E9-EDF7-4CE0-A6BD-E5A8C17908E8}" dt="2024-04-18T04:20:28.141" v="2344" actId="478"/>
          <ac:spMkLst>
            <pc:docMk/>
            <pc:sldMk cId="1720300556" sldId="360"/>
            <ac:spMk id="6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4:20:28.141" v="2344" actId="478"/>
          <ac:spMkLst>
            <pc:docMk/>
            <pc:sldMk cId="1720300556" sldId="360"/>
            <ac:spMk id="7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4:20:28.141" v="2344" actId="478"/>
          <ac:spMkLst>
            <pc:docMk/>
            <pc:sldMk cId="1720300556" sldId="360"/>
            <ac:spMk id="8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4:20:28.141" v="2344" actId="478"/>
          <ac:spMkLst>
            <pc:docMk/>
            <pc:sldMk cId="1720300556" sldId="360"/>
            <ac:spMk id="9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4:20:28.141" v="2344" actId="478"/>
          <ac:spMkLst>
            <pc:docMk/>
            <pc:sldMk cId="1720300556" sldId="360"/>
            <ac:spMk id="10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4:20:28.141" v="2344" actId="478"/>
          <ac:spMkLst>
            <pc:docMk/>
            <pc:sldMk cId="1720300556" sldId="360"/>
            <ac:spMk id="11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4:20:28.141" v="2344" actId="478"/>
          <ac:spMkLst>
            <pc:docMk/>
            <pc:sldMk cId="1720300556" sldId="360"/>
            <ac:spMk id="17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4:20:28.141" v="2344" actId="478"/>
          <ac:spMkLst>
            <pc:docMk/>
            <pc:sldMk cId="1720300556" sldId="360"/>
            <ac:spMk id="18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4:20:28.141" v="2344" actId="478"/>
          <ac:spMkLst>
            <pc:docMk/>
            <pc:sldMk cId="1720300556" sldId="360"/>
            <ac:spMk id="20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4:20:25.138" v="2343" actId="478"/>
          <ac:spMkLst>
            <pc:docMk/>
            <pc:sldMk cId="1720300556" sldId="360"/>
            <ac:spMk id="2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22:15:53.788" v="3811" actId="255"/>
          <ac:spMkLst>
            <pc:docMk/>
            <pc:sldMk cId="1720300556" sldId="360"/>
            <ac:spMk id="142541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9T00:04:29.464" v="4503" actId="20577"/>
          <ac:spMkLst>
            <pc:docMk/>
            <pc:sldMk cId="1720300556" sldId="360"/>
            <ac:spMk id="1425411" creationId="{00000000-0000-0000-0000-000000000000}"/>
          </ac:spMkLst>
        </pc:spChg>
        <pc:spChg chg="add del mod">
          <ac:chgData name="Mengmeng Ge" userId="bb5bc401-97cb-4caf-9857-8ff441375414" providerId="ADAL" clId="{057586E9-EDF7-4CE0-A6BD-E5A8C17908E8}" dt="2024-04-19T00:05:47.626" v="4516" actId="478"/>
          <ac:spMkLst>
            <pc:docMk/>
            <pc:sldMk cId="1720300556" sldId="360"/>
            <ac:spMk id="1425412" creationId="{00000000-0000-0000-0000-000000000000}"/>
          </ac:spMkLst>
        </pc:spChg>
        <pc:cxnChg chg="del mod">
          <ac:chgData name="Mengmeng Ge" userId="bb5bc401-97cb-4caf-9857-8ff441375414" providerId="ADAL" clId="{057586E9-EDF7-4CE0-A6BD-E5A8C17908E8}" dt="2024-04-18T04:20:28.141" v="2344" actId="478"/>
          <ac:cxnSpMkLst>
            <pc:docMk/>
            <pc:sldMk cId="1720300556" sldId="360"/>
            <ac:cxnSpMk id="12" creationId="{00000000-0000-0000-0000-000000000000}"/>
          </ac:cxnSpMkLst>
        </pc:cxnChg>
        <pc:cxnChg chg="del mod">
          <ac:chgData name="Mengmeng Ge" userId="bb5bc401-97cb-4caf-9857-8ff441375414" providerId="ADAL" clId="{057586E9-EDF7-4CE0-A6BD-E5A8C17908E8}" dt="2024-04-18T04:20:28.141" v="2344" actId="478"/>
          <ac:cxnSpMkLst>
            <pc:docMk/>
            <pc:sldMk cId="1720300556" sldId="360"/>
            <ac:cxnSpMk id="13" creationId="{00000000-0000-0000-0000-000000000000}"/>
          </ac:cxnSpMkLst>
        </pc:cxnChg>
        <pc:cxnChg chg="del mod">
          <ac:chgData name="Mengmeng Ge" userId="bb5bc401-97cb-4caf-9857-8ff441375414" providerId="ADAL" clId="{057586E9-EDF7-4CE0-A6BD-E5A8C17908E8}" dt="2024-04-18T04:20:28.141" v="2344" actId="478"/>
          <ac:cxnSpMkLst>
            <pc:docMk/>
            <pc:sldMk cId="1720300556" sldId="360"/>
            <ac:cxnSpMk id="14" creationId="{00000000-0000-0000-0000-000000000000}"/>
          </ac:cxnSpMkLst>
        </pc:cxnChg>
        <pc:cxnChg chg="del mod">
          <ac:chgData name="Mengmeng Ge" userId="bb5bc401-97cb-4caf-9857-8ff441375414" providerId="ADAL" clId="{057586E9-EDF7-4CE0-A6BD-E5A8C17908E8}" dt="2024-04-18T04:20:28.141" v="2344" actId="478"/>
          <ac:cxnSpMkLst>
            <pc:docMk/>
            <pc:sldMk cId="1720300556" sldId="360"/>
            <ac:cxnSpMk id="15" creationId="{00000000-0000-0000-0000-000000000000}"/>
          </ac:cxnSpMkLst>
        </pc:cxnChg>
        <pc:cxnChg chg="del mod">
          <ac:chgData name="Mengmeng Ge" userId="bb5bc401-97cb-4caf-9857-8ff441375414" providerId="ADAL" clId="{057586E9-EDF7-4CE0-A6BD-E5A8C17908E8}" dt="2024-04-18T04:20:28.141" v="2344" actId="478"/>
          <ac:cxnSpMkLst>
            <pc:docMk/>
            <pc:sldMk cId="1720300556" sldId="360"/>
            <ac:cxnSpMk id="16" creationId="{00000000-0000-0000-0000-000000000000}"/>
          </ac:cxnSpMkLst>
        </pc:cxnChg>
        <pc:cxnChg chg="del mod">
          <ac:chgData name="Mengmeng Ge" userId="bb5bc401-97cb-4caf-9857-8ff441375414" providerId="ADAL" clId="{057586E9-EDF7-4CE0-A6BD-E5A8C17908E8}" dt="2024-04-18T04:20:28.141" v="2344" actId="478"/>
          <ac:cxnSpMkLst>
            <pc:docMk/>
            <pc:sldMk cId="1720300556" sldId="360"/>
            <ac:cxnSpMk id="19" creationId="{00000000-0000-0000-0000-000000000000}"/>
          </ac:cxnSpMkLst>
        </pc:cxnChg>
      </pc:sldChg>
      <pc:sldChg chg="addSp modSp mod modNotesTx">
        <pc:chgData name="Mengmeng Ge" userId="bb5bc401-97cb-4caf-9857-8ff441375414" providerId="ADAL" clId="{057586E9-EDF7-4CE0-A6BD-E5A8C17908E8}" dt="2024-04-17T03:02:49.494" v="662" actId="20577"/>
        <pc:sldMkLst>
          <pc:docMk/>
          <pc:sldMk cId="2561407808" sldId="372"/>
        </pc:sldMkLst>
        <pc:spChg chg="mod">
          <ac:chgData name="Mengmeng Ge" userId="bb5bc401-97cb-4caf-9857-8ff441375414" providerId="ADAL" clId="{057586E9-EDF7-4CE0-A6BD-E5A8C17908E8}" dt="2024-04-17T03:02:49.494" v="662" actId="20577"/>
          <ac:spMkLst>
            <pc:docMk/>
            <pc:sldMk cId="2561407808" sldId="372"/>
            <ac:spMk id="3" creationId="{00000000-0000-0000-0000-000000000000}"/>
          </ac:spMkLst>
        </pc:spChg>
        <pc:spChg chg="add mod">
          <ac:chgData name="Mengmeng Ge" userId="bb5bc401-97cb-4caf-9857-8ff441375414" providerId="ADAL" clId="{057586E9-EDF7-4CE0-A6BD-E5A8C17908E8}" dt="2024-04-17T02:47:56.693" v="579" actId="1076"/>
          <ac:spMkLst>
            <pc:docMk/>
            <pc:sldMk cId="2561407808" sldId="372"/>
            <ac:spMk id="5" creationId="{6BCC4E71-999A-BA88-45AE-6DA6DA703356}"/>
          </ac:spMkLst>
        </pc:spChg>
      </pc:sldChg>
      <pc:sldChg chg="addSp delSp modSp mod ord delAnim modNotesTx">
        <pc:chgData name="Mengmeng Ge" userId="bb5bc401-97cb-4caf-9857-8ff441375414" providerId="ADAL" clId="{057586E9-EDF7-4CE0-A6BD-E5A8C17908E8}" dt="2024-04-18T01:43:15.470" v="1787" actId="20577"/>
        <pc:sldMkLst>
          <pc:docMk/>
          <pc:sldMk cId="3214976280" sldId="373"/>
        </pc:sldMkLst>
        <pc:spChg chg="mod">
          <ac:chgData name="Mengmeng Ge" userId="bb5bc401-97cb-4caf-9857-8ff441375414" providerId="ADAL" clId="{057586E9-EDF7-4CE0-A6BD-E5A8C17908E8}" dt="2024-04-17T23:59:08.394" v="1578" actId="20577"/>
          <ac:spMkLst>
            <pc:docMk/>
            <pc:sldMk cId="3214976280" sldId="373"/>
            <ac:spMk id="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1:43:15.470" v="1787" actId="20577"/>
          <ac:spMkLst>
            <pc:docMk/>
            <pc:sldMk cId="3214976280" sldId="373"/>
            <ac:spMk id="3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6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7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8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9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10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11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12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13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14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15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16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17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18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19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20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21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22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23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24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25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26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27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28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29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30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31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32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33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34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35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36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37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38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39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40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41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42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43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44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45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46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53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54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55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56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57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58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59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60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61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7T23:33:31.284" v="1521" actId="164"/>
          <ac:spMkLst>
            <pc:docMk/>
            <pc:sldMk cId="3214976280" sldId="373"/>
            <ac:spMk id="6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22.478" v="1519" actId="165"/>
          <ac:spMkLst>
            <pc:docMk/>
            <pc:sldMk cId="3214976280" sldId="373"/>
            <ac:spMk id="6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22.478" v="1519" actId="165"/>
          <ac:spMkLst>
            <pc:docMk/>
            <pc:sldMk cId="3214976280" sldId="373"/>
            <ac:spMk id="6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22.478" v="1519" actId="165"/>
          <ac:spMkLst>
            <pc:docMk/>
            <pc:sldMk cId="3214976280" sldId="373"/>
            <ac:spMk id="6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22.478" v="1519" actId="165"/>
          <ac:spMkLst>
            <pc:docMk/>
            <pc:sldMk cId="3214976280" sldId="373"/>
            <ac:spMk id="6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22.478" v="1519" actId="165"/>
          <ac:spMkLst>
            <pc:docMk/>
            <pc:sldMk cId="3214976280" sldId="373"/>
            <ac:spMk id="6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22.478" v="1519" actId="165"/>
          <ac:spMkLst>
            <pc:docMk/>
            <pc:sldMk cId="3214976280" sldId="373"/>
            <ac:spMk id="6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22.478" v="1519" actId="165"/>
          <ac:spMkLst>
            <pc:docMk/>
            <pc:sldMk cId="3214976280" sldId="373"/>
            <ac:spMk id="6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22.478" v="1519" actId="165"/>
          <ac:spMkLst>
            <pc:docMk/>
            <pc:sldMk cId="3214976280" sldId="373"/>
            <ac:spMk id="7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22.478" v="1519" actId="165"/>
          <ac:spMkLst>
            <pc:docMk/>
            <pc:sldMk cId="3214976280" sldId="373"/>
            <ac:spMk id="7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22.478" v="1519" actId="165"/>
          <ac:spMkLst>
            <pc:docMk/>
            <pc:sldMk cId="3214976280" sldId="373"/>
            <ac:spMk id="7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22.478" v="1519" actId="165"/>
          <ac:spMkLst>
            <pc:docMk/>
            <pc:sldMk cId="3214976280" sldId="373"/>
            <ac:spMk id="7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22.478" v="1519" actId="165"/>
          <ac:spMkLst>
            <pc:docMk/>
            <pc:sldMk cId="3214976280" sldId="373"/>
            <ac:spMk id="74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7T23:33:38.015" v="1522" actId="478"/>
          <ac:spMkLst>
            <pc:docMk/>
            <pc:sldMk cId="3214976280" sldId="373"/>
            <ac:spMk id="7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7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7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80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7T23:33:25.671" v="1520" actId="478"/>
          <ac:spMkLst>
            <pc:docMk/>
            <pc:sldMk cId="3214976280" sldId="373"/>
            <ac:spMk id="8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8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8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8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8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8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8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8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8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9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9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9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9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9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9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9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9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9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9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0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0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0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0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0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0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0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0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0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0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1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1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1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1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1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1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1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1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1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1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2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2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2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2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3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3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3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3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3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3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3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3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3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3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4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4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4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4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4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4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4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23:33:42.490" v="1523" actId="1076"/>
          <ac:spMkLst>
            <pc:docMk/>
            <pc:sldMk cId="3214976280" sldId="373"/>
            <ac:spMk id="147" creationId="{00000000-0000-0000-0000-000000000000}"/>
          </ac:spMkLst>
        </pc:spChg>
        <pc:spChg chg="add del">
          <ac:chgData name="Mengmeng Ge" userId="bb5bc401-97cb-4caf-9857-8ff441375414" providerId="ADAL" clId="{057586E9-EDF7-4CE0-A6BD-E5A8C17908E8}" dt="2024-04-18T00:42:28.196" v="1757" actId="11529"/>
          <ac:spMkLst>
            <pc:docMk/>
            <pc:sldMk cId="3214976280" sldId="373"/>
            <ac:spMk id="148" creationId="{24C151E8-4B33-E38E-EB83-0CD6B281C36C}"/>
          </ac:spMkLst>
        </pc:spChg>
        <pc:spChg chg="add del mod">
          <ac:chgData name="Mengmeng Ge" userId="bb5bc401-97cb-4caf-9857-8ff441375414" providerId="ADAL" clId="{057586E9-EDF7-4CE0-A6BD-E5A8C17908E8}" dt="2024-04-18T00:43:05.162" v="1764" actId="478"/>
          <ac:spMkLst>
            <pc:docMk/>
            <pc:sldMk cId="3214976280" sldId="373"/>
            <ac:spMk id="149" creationId="{AB7C9BBC-4D6C-9467-BCAD-33CE1D139971}"/>
          </ac:spMkLst>
        </pc:spChg>
        <pc:spChg chg="add del">
          <ac:chgData name="Mengmeng Ge" userId="bb5bc401-97cb-4caf-9857-8ff441375414" providerId="ADAL" clId="{057586E9-EDF7-4CE0-A6BD-E5A8C17908E8}" dt="2024-04-18T00:43:41.274" v="1766" actId="478"/>
          <ac:spMkLst>
            <pc:docMk/>
            <pc:sldMk cId="3214976280" sldId="373"/>
            <ac:spMk id="150" creationId="{46BFDE9C-ACDB-AB24-CD04-A06D2F6E34A0}"/>
          </ac:spMkLst>
        </pc:spChg>
        <pc:spChg chg="add mod">
          <ac:chgData name="Mengmeng Ge" userId="bb5bc401-97cb-4caf-9857-8ff441375414" providerId="ADAL" clId="{057586E9-EDF7-4CE0-A6BD-E5A8C17908E8}" dt="2024-04-18T00:44:07.773" v="1771" actId="1035"/>
          <ac:spMkLst>
            <pc:docMk/>
            <pc:sldMk cId="3214976280" sldId="373"/>
            <ac:spMk id="151" creationId="{49F133AD-4C69-D0DD-41C2-5A90B16D28E2}"/>
          </ac:spMkLst>
        </pc:spChg>
        <pc:spChg chg="add mod">
          <ac:chgData name="Mengmeng Ge" userId="bb5bc401-97cb-4caf-9857-8ff441375414" providerId="ADAL" clId="{057586E9-EDF7-4CE0-A6BD-E5A8C17908E8}" dt="2024-04-18T00:44:33.607" v="1773" actId="208"/>
          <ac:spMkLst>
            <pc:docMk/>
            <pc:sldMk cId="3214976280" sldId="373"/>
            <ac:spMk id="152" creationId="{E12136E0-046A-5825-2BC4-426C163651E6}"/>
          </ac:spMkLst>
        </pc:spChg>
        <pc:grpChg chg="del">
          <ac:chgData name="Mengmeng Ge" userId="bb5bc401-97cb-4caf-9857-8ff441375414" providerId="ADAL" clId="{057586E9-EDF7-4CE0-A6BD-E5A8C17908E8}" dt="2024-04-17T23:33:22.478" v="1519" actId="165"/>
          <ac:grpSpMkLst>
            <pc:docMk/>
            <pc:sldMk cId="3214976280" sldId="373"/>
            <ac:grpSpMk id="5" creationId="{00000000-0000-0000-0000-000000000000}"/>
          </ac:grpSpMkLst>
        </pc:grpChg>
        <pc:grpChg chg="mod topLvl">
          <ac:chgData name="Mengmeng Ge" userId="bb5bc401-97cb-4caf-9857-8ff441375414" providerId="ADAL" clId="{057586E9-EDF7-4CE0-A6BD-E5A8C17908E8}" dt="2024-04-17T23:33:31.284" v="1521" actId="164"/>
          <ac:grpSpMkLst>
            <pc:docMk/>
            <pc:sldMk cId="3214976280" sldId="373"/>
            <ac:grpSpMk id="47" creationId="{00000000-0000-0000-0000-000000000000}"/>
          </ac:grpSpMkLst>
        </pc:grpChg>
        <pc:grpChg chg="mod topLvl">
          <ac:chgData name="Mengmeng Ge" userId="bb5bc401-97cb-4caf-9857-8ff441375414" providerId="ADAL" clId="{057586E9-EDF7-4CE0-A6BD-E5A8C17908E8}" dt="2024-04-17T23:33:31.284" v="1521" actId="164"/>
          <ac:grpSpMkLst>
            <pc:docMk/>
            <pc:sldMk cId="3214976280" sldId="373"/>
            <ac:grpSpMk id="48" creationId="{00000000-0000-0000-0000-000000000000}"/>
          </ac:grpSpMkLst>
        </pc:grpChg>
        <pc:grpChg chg="mod topLvl">
          <ac:chgData name="Mengmeng Ge" userId="bb5bc401-97cb-4caf-9857-8ff441375414" providerId="ADAL" clId="{057586E9-EDF7-4CE0-A6BD-E5A8C17908E8}" dt="2024-04-17T23:33:31.284" v="1521" actId="164"/>
          <ac:grpSpMkLst>
            <pc:docMk/>
            <pc:sldMk cId="3214976280" sldId="373"/>
            <ac:grpSpMk id="49" creationId="{00000000-0000-0000-0000-000000000000}"/>
          </ac:grpSpMkLst>
        </pc:grpChg>
        <pc:grpChg chg="mod topLvl">
          <ac:chgData name="Mengmeng Ge" userId="bb5bc401-97cb-4caf-9857-8ff441375414" providerId="ADAL" clId="{057586E9-EDF7-4CE0-A6BD-E5A8C17908E8}" dt="2024-04-17T23:33:31.284" v="1521" actId="164"/>
          <ac:grpSpMkLst>
            <pc:docMk/>
            <pc:sldMk cId="3214976280" sldId="373"/>
            <ac:grpSpMk id="50" creationId="{00000000-0000-0000-0000-000000000000}"/>
          </ac:grpSpMkLst>
        </pc:grpChg>
        <pc:grpChg chg="mod topLvl">
          <ac:chgData name="Mengmeng Ge" userId="bb5bc401-97cb-4caf-9857-8ff441375414" providerId="ADAL" clId="{057586E9-EDF7-4CE0-A6BD-E5A8C17908E8}" dt="2024-04-17T23:33:31.284" v="1521" actId="164"/>
          <ac:grpSpMkLst>
            <pc:docMk/>
            <pc:sldMk cId="3214976280" sldId="373"/>
            <ac:grpSpMk id="51" creationId="{00000000-0000-0000-0000-000000000000}"/>
          </ac:grpSpMkLst>
        </pc:grpChg>
        <pc:grpChg chg="mod topLvl">
          <ac:chgData name="Mengmeng Ge" userId="bb5bc401-97cb-4caf-9857-8ff441375414" providerId="ADAL" clId="{057586E9-EDF7-4CE0-A6BD-E5A8C17908E8}" dt="2024-04-17T23:33:31.284" v="1521" actId="164"/>
          <ac:grpSpMkLst>
            <pc:docMk/>
            <pc:sldMk cId="3214976280" sldId="373"/>
            <ac:grpSpMk id="52" creationId="{00000000-0000-0000-0000-000000000000}"/>
          </ac:grpSpMkLst>
        </pc:grpChg>
        <pc:grpChg chg="add mod">
          <ac:chgData name="Mengmeng Ge" userId="bb5bc401-97cb-4caf-9857-8ff441375414" providerId="ADAL" clId="{057586E9-EDF7-4CE0-A6BD-E5A8C17908E8}" dt="2024-04-17T23:33:31.284" v="1521" actId="164"/>
          <ac:grpSpMkLst>
            <pc:docMk/>
            <pc:sldMk cId="3214976280" sldId="373"/>
            <ac:grpSpMk id="76" creationId="{01E4CD5D-765E-1CB4-4F05-CAE1755A539D}"/>
          </ac:grpSpMkLst>
        </pc:grpChg>
        <pc:grpChg chg="mod">
          <ac:chgData name="Mengmeng Ge" userId="bb5bc401-97cb-4caf-9857-8ff441375414" providerId="ADAL" clId="{057586E9-EDF7-4CE0-A6BD-E5A8C17908E8}" dt="2024-04-17T23:33:42.490" v="1523" actId="1076"/>
          <ac:grpSpMkLst>
            <pc:docMk/>
            <pc:sldMk cId="3214976280" sldId="373"/>
            <ac:grpSpMk id="77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7T23:33:42.490" v="1523" actId="1076"/>
          <ac:grpSpMkLst>
            <pc:docMk/>
            <pc:sldMk cId="3214976280" sldId="373"/>
            <ac:grpSpMk id="120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7T23:33:42.490" v="1523" actId="1076"/>
          <ac:grpSpMkLst>
            <pc:docMk/>
            <pc:sldMk cId="3214976280" sldId="373"/>
            <ac:grpSpMk id="121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7T23:33:42.490" v="1523" actId="1076"/>
          <ac:grpSpMkLst>
            <pc:docMk/>
            <pc:sldMk cId="3214976280" sldId="373"/>
            <ac:grpSpMk id="122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7T23:33:42.490" v="1523" actId="1076"/>
          <ac:grpSpMkLst>
            <pc:docMk/>
            <pc:sldMk cId="3214976280" sldId="373"/>
            <ac:grpSpMk id="123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7T23:33:42.490" v="1523" actId="1076"/>
          <ac:grpSpMkLst>
            <pc:docMk/>
            <pc:sldMk cId="3214976280" sldId="373"/>
            <ac:grpSpMk id="124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7T23:33:42.490" v="1523" actId="1076"/>
          <ac:grpSpMkLst>
            <pc:docMk/>
            <pc:sldMk cId="3214976280" sldId="373"/>
            <ac:grpSpMk id="125" creationId="{00000000-0000-0000-0000-000000000000}"/>
          </ac:grpSpMkLst>
        </pc:grpChg>
      </pc:sldChg>
      <pc:sldChg chg="modSp mod">
        <pc:chgData name="Mengmeng Ge" userId="bb5bc401-97cb-4caf-9857-8ff441375414" providerId="ADAL" clId="{057586E9-EDF7-4CE0-A6BD-E5A8C17908E8}" dt="2024-04-16T22:43:43.055" v="184" actId="1035"/>
        <pc:sldMkLst>
          <pc:docMk/>
          <pc:sldMk cId="2848846644" sldId="383"/>
        </pc:sldMkLst>
        <pc:grpChg chg="mod">
          <ac:chgData name="Mengmeng Ge" userId="bb5bc401-97cb-4caf-9857-8ff441375414" providerId="ADAL" clId="{057586E9-EDF7-4CE0-A6BD-E5A8C17908E8}" dt="2024-04-16T22:43:43.055" v="184" actId="1035"/>
          <ac:grpSpMkLst>
            <pc:docMk/>
            <pc:sldMk cId="2848846644" sldId="383"/>
            <ac:grpSpMk id="4" creationId="{00000000-0000-0000-0000-000000000000}"/>
          </ac:grpSpMkLst>
        </pc:grpChg>
      </pc:sldChg>
      <pc:sldChg chg="modSp mod">
        <pc:chgData name="Mengmeng Ge" userId="bb5bc401-97cb-4caf-9857-8ff441375414" providerId="ADAL" clId="{057586E9-EDF7-4CE0-A6BD-E5A8C17908E8}" dt="2024-04-17T03:56:20.300" v="664" actId="20577"/>
        <pc:sldMkLst>
          <pc:docMk/>
          <pc:sldMk cId="3012323868" sldId="386"/>
        </pc:sldMkLst>
        <pc:spChg chg="mod">
          <ac:chgData name="Mengmeng Ge" userId="bb5bc401-97cb-4caf-9857-8ff441375414" providerId="ADAL" clId="{057586E9-EDF7-4CE0-A6BD-E5A8C17908E8}" dt="2024-04-17T03:56:20.300" v="664" actId="20577"/>
          <ac:spMkLst>
            <pc:docMk/>
            <pc:sldMk cId="3012323868" sldId="386"/>
            <ac:spMk id="3" creationId="{00000000-0000-0000-0000-000000000000}"/>
          </ac:spMkLst>
        </pc:spChg>
      </pc:sldChg>
      <pc:sldChg chg="delSp modSp mod">
        <pc:chgData name="Mengmeng Ge" userId="bb5bc401-97cb-4caf-9857-8ff441375414" providerId="ADAL" clId="{057586E9-EDF7-4CE0-A6BD-E5A8C17908E8}" dt="2024-04-18T05:17:20.288" v="2808" actId="1076"/>
        <pc:sldMkLst>
          <pc:docMk/>
          <pc:sldMk cId="774066307" sldId="417"/>
        </pc:sldMkLst>
        <pc:spChg chg="mod">
          <ac:chgData name="Mengmeng Ge" userId="bb5bc401-97cb-4caf-9857-8ff441375414" providerId="ADAL" clId="{057586E9-EDF7-4CE0-A6BD-E5A8C17908E8}" dt="2024-04-18T05:17:17.027" v="2807" actId="14100"/>
          <ac:spMkLst>
            <pc:docMk/>
            <pc:sldMk cId="774066307" sldId="417"/>
            <ac:spMk id="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8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8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8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8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8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8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8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8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8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8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9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9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9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9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9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9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9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9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9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9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0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0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0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0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0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0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0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0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0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0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1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1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1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1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1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1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1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1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1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1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2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2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2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2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3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3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3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3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3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3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3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3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3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3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4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4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4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4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4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4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4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4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4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4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7:20.288" v="2808" actId="1076"/>
          <ac:spMkLst>
            <pc:docMk/>
            <pc:sldMk cId="774066307" sldId="417"/>
            <ac:spMk id="150" creationId="{00000000-0000-0000-0000-000000000000}"/>
          </ac:spMkLst>
        </pc:spChg>
        <pc:grpChg chg="del">
          <ac:chgData name="Mengmeng Ge" userId="bb5bc401-97cb-4caf-9857-8ff441375414" providerId="ADAL" clId="{057586E9-EDF7-4CE0-A6BD-E5A8C17908E8}" dt="2024-04-18T05:17:10.688" v="2806" actId="478"/>
          <ac:grpSpMkLst>
            <pc:docMk/>
            <pc:sldMk cId="774066307" sldId="417"/>
            <ac:grpSpMk id="6" creationId="{00000000-0000-0000-0000-000000000000}"/>
          </ac:grpSpMkLst>
        </pc:grpChg>
        <pc:grpChg chg="mod topLvl">
          <ac:chgData name="Mengmeng Ge" userId="bb5bc401-97cb-4caf-9857-8ff441375414" providerId="ADAL" clId="{057586E9-EDF7-4CE0-A6BD-E5A8C17908E8}" dt="2024-04-18T05:17:20.288" v="2808" actId="1076"/>
          <ac:grpSpMkLst>
            <pc:docMk/>
            <pc:sldMk cId="774066307" sldId="417"/>
            <ac:grpSpMk id="79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8T05:17:20.288" v="2808" actId="1076"/>
          <ac:grpSpMkLst>
            <pc:docMk/>
            <pc:sldMk cId="774066307" sldId="417"/>
            <ac:grpSpMk id="121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8T05:17:20.288" v="2808" actId="1076"/>
          <ac:grpSpMkLst>
            <pc:docMk/>
            <pc:sldMk cId="774066307" sldId="417"/>
            <ac:grpSpMk id="122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8T05:17:20.288" v="2808" actId="1076"/>
          <ac:grpSpMkLst>
            <pc:docMk/>
            <pc:sldMk cId="774066307" sldId="417"/>
            <ac:grpSpMk id="123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8T05:17:20.288" v="2808" actId="1076"/>
          <ac:grpSpMkLst>
            <pc:docMk/>
            <pc:sldMk cId="774066307" sldId="417"/>
            <ac:grpSpMk id="124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8T05:17:20.288" v="2808" actId="1076"/>
          <ac:grpSpMkLst>
            <pc:docMk/>
            <pc:sldMk cId="774066307" sldId="417"/>
            <ac:grpSpMk id="125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8T05:17:20.288" v="2808" actId="1076"/>
          <ac:grpSpMkLst>
            <pc:docMk/>
            <pc:sldMk cId="774066307" sldId="417"/>
            <ac:grpSpMk id="126" creationId="{00000000-0000-0000-0000-000000000000}"/>
          </ac:grpSpMkLst>
        </pc:grpChg>
        <pc:cxnChg chg="del">
          <ac:chgData name="Mengmeng Ge" userId="bb5bc401-97cb-4caf-9857-8ff441375414" providerId="ADAL" clId="{057586E9-EDF7-4CE0-A6BD-E5A8C17908E8}" dt="2024-04-18T05:17:03.487" v="2803" actId="478"/>
          <ac:cxnSpMkLst>
            <pc:docMk/>
            <pc:sldMk cId="774066307" sldId="417"/>
            <ac:cxnSpMk id="151" creationId="{00000000-0000-0000-0000-000000000000}"/>
          </ac:cxnSpMkLst>
        </pc:cxnChg>
        <pc:cxnChg chg="del">
          <ac:chgData name="Mengmeng Ge" userId="bb5bc401-97cb-4caf-9857-8ff441375414" providerId="ADAL" clId="{057586E9-EDF7-4CE0-A6BD-E5A8C17908E8}" dt="2024-04-18T05:17:05.791" v="2804" actId="478"/>
          <ac:cxnSpMkLst>
            <pc:docMk/>
            <pc:sldMk cId="774066307" sldId="417"/>
            <ac:cxnSpMk id="152" creationId="{00000000-0000-0000-0000-000000000000}"/>
          </ac:cxnSpMkLst>
        </pc:cxnChg>
        <pc:cxnChg chg="del">
          <ac:chgData name="Mengmeng Ge" userId="bb5bc401-97cb-4caf-9857-8ff441375414" providerId="ADAL" clId="{057586E9-EDF7-4CE0-A6BD-E5A8C17908E8}" dt="2024-04-18T05:17:01.764" v="2802" actId="478"/>
          <ac:cxnSpMkLst>
            <pc:docMk/>
            <pc:sldMk cId="774066307" sldId="417"/>
            <ac:cxnSpMk id="153" creationId="{00000000-0000-0000-0000-000000000000}"/>
          </ac:cxnSpMkLst>
        </pc:cxnChg>
        <pc:cxnChg chg="del topLvl">
          <ac:chgData name="Mengmeng Ge" userId="bb5bc401-97cb-4caf-9857-8ff441375414" providerId="ADAL" clId="{057586E9-EDF7-4CE0-A6BD-E5A8C17908E8}" dt="2024-04-18T05:17:10.688" v="2806" actId="478"/>
          <ac:cxnSpMkLst>
            <pc:docMk/>
            <pc:sldMk cId="774066307" sldId="417"/>
            <ac:cxnSpMk id="154" creationId="{00000000-0000-0000-0000-000000000000}"/>
          </ac:cxnSpMkLst>
        </pc:cxnChg>
        <pc:cxnChg chg="del mod">
          <ac:chgData name="Mengmeng Ge" userId="bb5bc401-97cb-4caf-9857-8ff441375414" providerId="ADAL" clId="{057586E9-EDF7-4CE0-A6BD-E5A8C17908E8}" dt="2024-04-18T05:17:07.796" v="2805" actId="478"/>
          <ac:cxnSpMkLst>
            <pc:docMk/>
            <pc:sldMk cId="774066307" sldId="417"/>
            <ac:cxnSpMk id="155" creationId="{00000000-0000-0000-0000-000000000000}"/>
          </ac:cxnSpMkLst>
        </pc:cxnChg>
      </pc:sldChg>
      <pc:sldChg chg="modSp del mod">
        <pc:chgData name="Mengmeng Ge" userId="bb5bc401-97cb-4caf-9857-8ff441375414" providerId="ADAL" clId="{057586E9-EDF7-4CE0-A6BD-E5A8C17908E8}" dt="2024-04-17T02:46:03.096" v="555" actId="47"/>
        <pc:sldMkLst>
          <pc:docMk/>
          <pc:sldMk cId="717453041" sldId="425"/>
        </pc:sldMkLst>
        <pc:spChg chg="mod">
          <ac:chgData name="Mengmeng Ge" userId="bb5bc401-97cb-4caf-9857-8ff441375414" providerId="ADAL" clId="{057586E9-EDF7-4CE0-A6BD-E5A8C17908E8}" dt="2024-04-17T02:44:55.542" v="551" actId="21"/>
          <ac:spMkLst>
            <pc:docMk/>
            <pc:sldMk cId="717453041" sldId="425"/>
            <ac:spMk id="3" creationId="{00000000-0000-0000-0000-000000000000}"/>
          </ac:spMkLst>
        </pc:spChg>
      </pc:sldChg>
      <pc:sldChg chg="del">
        <pc:chgData name="Mengmeng Ge" userId="bb5bc401-97cb-4caf-9857-8ff441375414" providerId="ADAL" clId="{057586E9-EDF7-4CE0-A6BD-E5A8C17908E8}" dt="2024-04-17T04:58:56.493" v="1363" actId="47"/>
        <pc:sldMkLst>
          <pc:docMk/>
          <pc:sldMk cId="1177207716" sldId="427"/>
        </pc:sldMkLst>
      </pc:sldChg>
      <pc:sldChg chg="del">
        <pc:chgData name="Mengmeng Ge" userId="bb5bc401-97cb-4caf-9857-8ff441375414" providerId="ADAL" clId="{057586E9-EDF7-4CE0-A6BD-E5A8C17908E8}" dt="2024-04-17T04:58:55.933" v="1362" actId="47"/>
        <pc:sldMkLst>
          <pc:docMk/>
          <pc:sldMk cId="3864017185" sldId="428"/>
        </pc:sldMkLst>
      </pc:sldChg>
      <pc:sldChg chg="del">
        <pc:chgData name="Mengmeng Ge" userId="bb5bc401-97cb-4caf-9857-8ff441375414" providerId="ADAL" clId="{057586E9-EDF7-4CE0-A6BD-E5A8C17908E8}" dt="2024-04-17T05:00:04.165" v="1364" actId="47"/>
        <pc:sldMkLst>
          <pc:docMk/>
          <pc:sldMk cId="3319229266" sldId="432"/>
        </pc:sldMkLst>
      </pc:sldChg>
      <pc:sldChg chg="del">
        <pc:chgData name="Mengmeng Ge" userId="bb5bc401-97cb-4caf-9857-8ff441375414" providerId="ADAL" clId="{057586E9-EDF7-4CE0-A6BD-E5A8C17908E8}" dt="2024-04-17T05:01:09.486" v="1366" actId="47"/>
        <pc:sldMkLst>
          <pc:docMk/>
          <pc:sldMk cId="3626523877" sldId="433"/>
        </pc:sldMkLst>
      </pc:sldChg>
      <pc:sldChg chg="modNotesTx">
        <pc:chgData name="Mengmeng Ge" userId="bb5bc401-97cb-4caf-9857-8ff441375414" providerId="ADAL" clId="{057586E9-EDF7-4CE0-A6BD-E5A8C17908E8}" dt="2024-04-16T23:03:58.597" v="266" actId="20577"/>
        <pc:sldMkLst>
          <pc:docMk/>
          <pc:sldMk cId="3880581246" sldId="442"/>
        </pc:sldMkLst>
      </pc:sldChg>
      <pc:sldChg chg="addSp modSp mod modNotesTx">
        <pc:chgData name="Mengmeng Ge" userId="bb5bc401-97cb-4caf-9857-8ff441375414" providerId="ADAL" clId="{057586E9-EDF7-4CE0-A6BD-E5A8C17908E8}" dt="2024-04-16T22:31:09.333" v="138" actId="1076"/>
        <pc:sldMkLst>
          <pc:docMk/>
          <pc:sldMk cId="3994028291" sldId="446"/>
        </pc:sldMkLst>
        <pc:spChg chg="mod">
          <ac:chgData name="Mengmeng Ge" userId="bb5bc401-97cb-4caf-9857-8ff441375414" providerId="ADAL" clId="{057586E9-EDF7-4CE0-A6BD-E5A8C17908E8}" dt="2024-04-16T22:30:40.470" v="117" actId="14100"/>
          <ac:spMkLst>
            <pc:docMk/>
            <pc:sldMk cId="3994028291" sldId="446"/>
            <ac:spMk id="3" creationId="{00000000-0000-0000-0000-000000000000}"/>
          </ac:spMkLst>
        </pc:spChg>
        <pc:spChg chg="add mod">
          <ac:chgData name="Mengmeng Ge" userId="bb5bc401-97cb-4caf-9857-8ff441375414" providerId="ADAL" clId="{057586E9-EDF7-4CE0-A6BD-E5A8C17908E8}" dt="2024-04-16T22:31:09.333" v="138" actId="1076"/>
          <ac:spMkLst>
            <pc:docMk/>
            <pc:sldMk cId="3994028291" sldId="446"/>
            <ac:spMk id="8" creationId="{F1ADF567-AC65-1B6E-ADAE-00B4FB6B2310}"/>
          </ac:spMkLst>
        </pc:spChg>
        <pc:picChg chg="add mod">
          <ac:chgData name="Mengmeng Ge" userId="bb5bc401-97cb-4caf-9857-8ff441375414" providerId="ADAL" clId="{057586E9-EDF7-4CE0-A6BD-E5A8C17908E8}" dt="2024-04-16T22:30:46.187" v="120" actId="1076"/>
          <ac:picMkLst>
            <pc:docMk/>
            <pc:sldMk cId="3994028291" sldId="446"/>
            <ac:picMk id="6" creationId="{1A9E74DF-1C17-89D9-AB4F-D057D095109C}"/>
          </ac:picMkLst>
        </pc:picChg>
      </pc:sldChg>
      <pc:sldChg chg="addSp delSp modSp mod modNotesTx">
        <pc:chgData name="Mengmeng Ge" userId="bb5bc401-97cb-4caf-9857-8ff441375414" providerId="ADAL" clId="{057586E9-EDF7-4CE0-A6BD-E5A8C17908E8}" dt="2024-04-16T22:45:17.838" v="186" actId="20577"/>
        <pc:sldMkLst>
          <pc:docMk/>
          <pc:sldMk cId="1952204243" sldId="447"/>
        </pc:sldMkLst>
        <pc:spChg chg="mod">
          <ac:chgData name="Mengmeng Ge" userId="bb5bc401-97cb-4caf-9857-8ff441375414" providerId="ADAL" clId="{057586E9-EDF7-4CE0-A6BD-E5A8C17908E8}" dt="2024-04-16T22:41:00.329" v="173" actId="20577"/>
          <ac:spMkLst>
            <pc:docMk/>
            <pc:sldMk cId="1952204243" sldId="447"/>
            <ac:spMk id="2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6T22:41:05.809" v="175" actId="478"/>
          <ac:spMkLst>
            <pc:docMk/>
            <pc:sldMk cId="1952204243" sldId="447"/>
            <ac:spMk id="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6T22:41:45.418" v="179" actId="1076"/>
          <ac:spMkLst>
            <pc:docMk/>
            <pc:sldMk cId="1952204243" sldId="447"/>
            <ac:spMk id="7" creationId="{00000000-0000-0000-0000-000000000000}"/>
          </ac:spMkLst>
        </pc:spChg>
        <pc:picChg chg="del">
          <ac:chgData name="Mengmeng Ge" userId="bb5bc401-97cb-4caf-9857-8ff441375414" providerId="ADAL" clId="{057586E9-EDF7-4CE0-A6BD-E5A8C17908E8}" dt="2024-04-16T22:41:03.500" v="174" actId="478"/>
          <ac:picMkLst>
            <pc:docMk/>
            <pc:sldMk cId="1952204243" sldId="447"/>
            <ac:picMk id="6" creationId="{00000000-0000-0000-0000-000000000000}"/>
          </ac:picMkLst>
        </pc:picChg>
        <pc:picChg chg="add mod">
          <ac:chgData name="Mengmeng Ge" userId="bb5bc401-97cb-4caf-9857-8ff441375414" providerId="ADAL" clId="{057586E9-EDF7-4CE0-A6BD-E5A8C17908E8}" dt="2024-04-16T22:41:51.144" v="181" actId="1076"/>
          <ac:picMkLst>
            <pc:docMk/>
            <pc:sldMk cId="1952204243" sldId="447"/>
            <ac:picMk id="8" creationId="{98ED6614-355A-1469-157F-7324011221B2}"/>
          </ac:picMkLst>
        </pc:picChg>
      </pc:sldChg>
      <pc:sldChg chg="delSp modSp mod delAnim modNotesTx">
        <pc:chgData name="Mengmeng Ge" userId="bb5bc401-97cb-4caf-9857-8ff441375414" providerId="ADAL" clId="{057586E9-EDF7-4CE0-A6BD-E5A8C17908E8}" dt="2024-04-18T07:02:31.127" v="3504" actId="1076"/>
        <pc:sldMkLst>
          <pc:docMk/>
          <pc:sldMk cId="827957872" sldId="448"/>
        </pc:sldMkLst>
        <pc:spChg chg="mod">
          <ac:chgData name="Mengmeng Ge" userId="bb5bc401-97cb-4caf-9857-8ff441375414" providerId="ADAL" clId="{057586E9-EDF7-4CE0-A6BD-E5A8C17908E8}" dt="2024-04-18T06:52:03.999" v="3359" actId="20577"/>
          <ac:spMkLst>
            <pc:docMk/>
            <pc:sldMk cId="827957872" sldId="448"/>
            <ac:spMk id="2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6:52:09.246" v="3361" actId="478"/>
          <ac:spMkLst>
            <pc:docMk/>
            <pc:sldMk cId="827957872" sldId="448"/>
            <ac:spMk id="3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6:55:29.030" v="3405" actId="478"/>
          <ac:spMkLst>
            <pc:docMk/>
            <pc:sldMk cId="827957872" sldId="448"/>
            <ac:spMk id="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7:01:47.223" v="3465" actId="1076"/>
          <ac:spMkLst>
            <pc:docMk/>
            <pc:sldMk cId="827957872" sldId="448"/>
            <ac:spMk id="33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7:02:05.844" v="3480" actId="1076"/>
          <ac:spMkLst>
            <pc:docMk/>
            <pc:sldMk cId="827957872" sldId="448"/>
            <ac:spMk id="33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7:02:31.127" v="3504" actId="1076"/>
          <ac:spMkLst>
            <pc:docMk/>
            <pc:sldMk cId="827957872" sldId="448"/>
            <ac:spMk id="339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6:52:07.253" v="3360" actId="478"/>
          <ac:spMkLst>
            <pc:docMk/>
            <pc:sldMk cId="827957872" sldId="448"/>
            <ac:spMk id="346" creationId="{00000000-0000-0000-0000-000000000000}"/>
          </ac:spMkLst>
        </pc:spChg>
      </pc:sldChg>
      <pc:sldChg chg="modSp mod chgLayout">
        <pc:chgData name="Mengmeng Ge" userId="bb5bc401-97cb-4caf-9857-8ff441375414" providerId="ADAL" clId="{057586E9-EDF7-4CE0-A6BD-E5A8C17908E8}" dt="2024-04-16T23:02:42.145" v="263" actId="1076"/>
        <pc:sldMkLst>
          <pc:docMk/>
          <pc:sldMk cId="1677138566" sldId="449"/>
        </pc:sldMkLst>
        <pc:spChg chg="mod ord">
          <ac:chgData name="Mengmeng Ge" userId="bb5bc401-97cb-4caf-9857-8ff441375414" providerId="ADAL" clId="{057586E9-EDF7-4CE0-A6BD-E5A8C17908E8}" dt="2024-04-16T23:01:40" v="252" actId="700"/>
          <ac:spMkLst>
            <pc:docMk/>
            <pc:sldMk cId="1677138566" sldId="449"/>
            <ac:spMk id="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6T23:01:53.822" v="254" actId="1076"/>
          <ac:spMkLst>
            <pc:docMk/>
            <pc:sldMk cId="1677138566" sldId="449"/>
            <ac:spMk id="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6T23:02:42.145" v="263" actId="1076"/>
          <ac:spMkLst>
            <pc:docMk/>
            <pc:sldMk cId="1677138566" sldId="449"/>
            <ac:spMk id="24" creationId="{00000000-0000-0000-0000-000000000000}"/>
          </ac:spMkLst>
        </pc:spChg>
        <pc:spChg chg="mod ord">
          <ac:chgData name="Mengmeng Ge" userId="bb5bc401-97cb-4caf-9857-8ff441375414" providerId="ADAL" clId="{057586E9-EDF7-4CE0-A6BD-E5A8C17908E8}" dt="2024-04-16T23:01:40" v="252" actId="700"/>
          <ac:spMkLst>
            <pc:docMk/>
            <pc:sldMk cId="1677138566" sldId="449"/>
            <ac:spMk id="945154" creationId="{00000000-0000-0000-0000-000000000000}"/>
          </ac:spMkLst>
        </pc:spChg>
        <pc:spChg chg="mod ord">
          <ac:chgData name="Mengmeng Ge" userId="bb5bc401-97cb-4caf-9857-8ff441375414" providerId="ADAL" clId="{057586E9-EDF7-4CE0-A6BD-E5A8C17908E8}" dt="2024-04-16T23:02:24.650" v="259" actId="20577"/>
          <ac:spMkLst>
            <pc:docMk/>
            <pc:sldMk cId="1677138566" sldId="449"/>
            <ac:spMk id="945155" creationId="{00000000-0000-0000-0000-000000000000}"/>
          </ac:spMkLst>
        </pc:spChg>
      </pc:sldChg>
      <pc:sldChg chg="del">
        <pc:chgData name="Mengmeng Ge" userId="bb5bc401-97cb-4caf-9857-8ff441375414" providerId="ADAL" clId="{057586E9-EDF7-4CE0-A6BD-E5A8C17908E8}" dt="2024-04-18T23:40:07.210" v="4293" actId="47"/>
        <pc:sldMkLst>
          <pc:docMk/>
          <pc:sldMk cId="3455687642" sldId="452"/>
        </pc:sldMkLst>
      </pc:sldChg>
      <pc:sldChg chg="add del">
        <pc:chgData name="Mengmeng Ge" userId="bb5bc401-97cb-4caf-9857-8ff441375414" providerId="ADAL" clId="{057586E9-EDF7-4CE0-A6BD-E5A8C17908E8}" dt="2024-04-19T00:35:51.985" v="4627" actId="47"/>
        <pc:sldMkLst>
          <pc:docMk/>
          <pc:sldMk cId="231986442" sldId="453"/>
        </pc:sldMkLst>
      </pc:sldChg>
      <pc:sldChg chg="del">
        <pc:chgData name="Mengmeng Ge" userId="bb5bc401-97cb-4caf-9857-8ff441375414" providerId="ADAL" clId="{057586E9-EDF7-4CE0-A6BD-E5A8C17908E8}" dt="2024-04-17T05:36:27.187" v="1509" actId="47"/>
        <pc:sldMkLst>
          <pc:docMk/>
          <pc:sldMk cId="3868526949" sldId="454"/>
        </pc:sldMkLst>
      </pc:sldChg>
      <pc:sldChg chg="addSp delSp modSp mod modAnim modNotesTx">
        <pc:chgData name="Mengmeng Ge" userId="bb5bc401-97cb-4caf-9857-8ff441375414" providerId="ADAL" clId="{057586E9-EDF7-4CE0-A6BD-E5A8C17908E8}" dt="2024-04-18T03:43:04.363" v="2110" actId="20577"/>
        <pc:sldMkLst>
          <pc:docMk/>
          <pc:sldMk cId="1578397496" sldId="455"/>
        </pc:sldMkLst>
        <pc:spChg chg="mod topLvl">
          <ac:chgData name="Mengmeng Ge" userId="bb5bc401-97cb-4caf-9857-8ff441375414" providerId="ADAL" clId="{057586E9-EDF7-4CE0-A6BD-E5A8C17908E8}" dt="2024-04-18T03:35:46.668" v="2082" actId="164"/>
          <ac:spMkLst>
            <pc:docMk/>
            <pc:sldMk cId="1578397496" sldId="455"/>
            <ac:spMk id="3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8T03:35:46.668" v="2082" actId="164"/>
          <ac:spMkLst>
            <pc:docMk/>
            <pc:sldMk cId="1578397496" sldId="455"/>
            <ac:spMk id="4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8T03:35:46.668" v="2082" actId="164"/>
          <ac:spMkLst>
            <pc:docMk/>
            <pc:sldMk cId="1578397496" sldId="455"/>
            <ac:spMk id="5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8T03:35:46.668" v="2082" actId="164"/>
          <ac:spMkLst>
            <pc:docMk/>
            <pc:sldMk cId="1578397496" sldId="455"/>
            <ac:spMk id="8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8T03:35:46.668" v="2082" actId="164"/>
          <ac:spMkLst>
            <pc:docMk/>
            <pc:sldMk cId="1578397496" sldId="455"/>
            <ac:spMk id="9" creationId="{00000000-0000-0000-0000-000000000000}"/>
          </ac:spMkLst>
        </pc:spChg>
        <pc:spChg chg="del mod topLvl">
          <ac:chgData name="Mengmeng Ge" userId="bb5bc401-97cb-4caf-9857-8ff441375414" providerId="ADAL" clId="{057586E9-EDF7-4CE0-A6BD-E5A8C17908E8}" dt="2024-04-18T03:35:09.658" v="2075" actId="478"/>
          <ac:spMkLst>
            <pc:docMk/>
            <pc:sldMk cId="1578397496" sldId="455"/>
            <ac:spMk id="11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8T03:35:46.668" v="2082" actId="164"/>
          <ac:spMkLst>
            <pc:docMk/>
            <pc:sldMk cId="1578397496" sldId="455"/>
            <ac:spMk id="13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8T03:35:46.668" v="2082" actId="164"/>
          <ac:spMkLst>
            <pc:docMk/>
            <pc:sldMk cId="1578397496" sldId="455"/>
            <ac:spMk id="14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8T03:35:46.668" v="2082" actId="164"/>
          <ac:spMkLst>
            <pc:docMk/>
            <pc:sldMk cId="1578397496" sldId="455"/>
            <ac:spMk id="15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8T03:35:46.668" v="2082" actId="164"/>
          <ac:spMkLst>
            <pc:docMk/>
            <pc:sldMk cId="1578397496" sldId="455"/>
            <ac:spMk id="16" creationId="{00000000-0000-0000-0000-000000000000}"/>
          </ac:spMkLst>
        </pc:spChg>
        <pc:spChg chg="del mod topLvl">
          <ac:chgData name="Mengmeng Ge" userId="bb5bc401-97cb-4caf-9857-8ff441375414" providerId="ADAL" clId="{057586E9-EDF7-4CE0-A6BD-E5A8C17908E8}" dt="2024-04-18T03:35:10.710" v="2076" actId="478"/>
          <ac:spMkLst>
            <pc:docMk/>
            <pc:sldMk cId="1578397496" sldId="455"/>
            <ac:spMk id="17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8T03:35:46.668" v="2082" actId="164"/>
          <ac:spMkLst>
            <pc:docMk/>
            <pc:sldMk cId="1578397496" sldId="455"/>
            <ac:spMk id="18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8T03:35:46.668" v="2082" actId="164"/>
          <ac:spMkLst>
            <pc:docMk/>
            <pc:sldMk cId="1578397496" sldId="455"/>
            <ac:spMk id="19" creationId="{00000000-0000-0000-0000-000000000000}"/>
          </ac:spMkLst>
        </pc:spChg>
        <pc:spChg chg="del mod topLvl">
          <ac:chgData name="Mengmeng Ge" userId="bb5bc401-97cb-4caf-9857-8ff441375414" providerId="ADAL" clId="{057586E9-EDF7-4CE0-A6BD-E5A8C17908E8}" dt="2024-04-18T03:34:12.269" v="2053" actId="478"/>
          <ac:spMkLst>
            <pc:docMk/>
            <pc:sldMk cId="1578397496" sldId="455"/>
            <ac:spMk id="20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8T03:35:46.668" v="2082" actId="164"/>
          <ac:spMkLst>
            <pc:docMk/>
            <pc:sldMk cId="1578397496" sldId="455"/>
            <ac:spMk id="21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8T03:35:46.668" v="2082" actId="164"/>
          <ac:spMkLst>
            <pc:docMk/>
            <pc:sldMk cId="1578397496" sldId="455"/>
            <ac:spMk id="22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8T03:35:46.668" v="2082" actId="164"/>
          <ac:spMkLst>
            <pc:docMk/>
            <pc:sldMk cId="1578397496" sldId="455"/>
            <ac:spMk id="23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8T03:35:46.668" v="2082" actId="164"/>
          <ac:spMkLst>
            <pc:docMk/>
            <pc:sldMk cId="1578397496" sldId="455"/>
            <ac:spMk id="24" creationId="{00000000-0000-0000-0000-000000000000}"/>
          </ac:spMkLst>
        </pc:spChg>
        <pc:spChg chg="del mod topLvl">
          <ac:chgData name="Mengmeng Ge" userId="bb5bc401-97cb-4caf-9857-8ff441375414" providerId="ADAL" clId="{057586E9-EDF7-4CE0-A6BD-E5A8C17908E8}" dt="2024-04-18T03:34:14.108" v="2054" actId="478"/>
          <ac:spMkLst>
            <pc:docMk/>
            <pc:sldMk cId="1578397496" sldId="455"/>
            <ac:spMk id="25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8T03:35:46.668" v="2082" actId="164"/>
          <ac:spMkLst>
            <pc:docMk/>
            <pc:sldMk cId="1578397496" sldId="455"/>
            <ac:spMk id="26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8T03:35:46.668" v="2082" actId="164"/>
          <ac:spMkLst>
            <pc:docMk/>
            <pc:sldMk cId="1578397496" sldId="455"/>
            <ac:spMk id="27" creationId="{00000000-0000-0000-0000-000000000000}"/>
          </ac:spMkLst>
        </pc:spChg>
        <pc:spChg chg="mod topLvl">
          <ac:chgData name="Mengmeng Ge" userId="bb5bc401-97cb-4caf-9857-8ff441375414" providerId="ADAL" clId="{057586E9-EDF7-4CE0-A6BD-E5A8C17908E8}" dt="2024-04-18T03:35:46.668" v="2082" actId="164"/>
          <ac:spMkLst>
            <pc:docMk/>
            <pc:sldMk cId="1578397496" sldId="455"/>
            <ac:spMk id="2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43:04.363" v="2110" actId="20577"/>
          <ac:spMkLst>
            <pc:docMk/>
            <pc:sldMk cId="1578397496" sldId="455"/>
            <ac:spMk id="3379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41:43.020" v="2102" actId="20577"/>
          <ac:spMkLst>
            <pc:docMk/>
            <pc:sldMk cId="1578397496" sldId="455"/>
            <ac:spMk id="928770" creationId="{00000000-0000-0000-0000-000000000000}"/>
          </ac:spMkLst>
        </pc:spChg>
        <pc:grpChg chg="del mod">
          <ac:chgData name="Mengmeng Ge" userId="bb5bc401-97cb-4caf-9857-8ff441375414" providerId="ADAL" clId="{057586E9-EDF7-4CE0-A6BD-E5A8C17908E8}" dt="2024-04-18T03:32:26.988" v="2013" actId="165"/>
          <ac:grpSpMkLst>
            <pc:docMk/>
            <pc:sldMk cId="1578397496" sldId="455"/>
            <ac:grpSpMk id="6" creationId="{00000000-0000-0000-0000-000000000000}"/>
          </ac:grpSpMkLst>
        </pc:grpChg>
        <pc:grpChg chg="add mod">
          <ac:chgData name="Mengmeng Ge" userId="bb5bc401-97cb-4caf-9857-8ff441375414" providerId="ADAL" clId="{057586E9-EDF7-4CE0-A6BD-E5A8C17908E8}" dt="2024-04-18T03:35:46.668" v="2082" actId="164"/>
          <ac:grpSpMkLst>
            <pc:docMk/>
            <pc:sldMk cId="1578397496" sldId="455"/>
            <ac:grpSpMk id="7" creationId="{C52B8766-A5C4-180C-D491-6659F0777006}"/>
          </ac:grpSpMkLst>
        </pc:grpChg>
        <pc:graphicFrameChg chg="mod modGraphic">
          <ac:chgData name="Mengmeng Ge" userId="bb5bc401-97cb-4caf-9857-8ff441375414" providerId="ADAL" clId="{057586E9-EDF7-4CE0-A6BD-E5A8C17908E8}" dt="2024-04-18T03:29:35.378" v="2009" actId="20577"/>
          <ac:graphicFrameMkLst>
            <pc:docMk/>
            <pc:sldMk cId="1578397496" sldId="455"/>
            <ac:graphicFrameMk id="12" creationId="{00000000-0000-0000-0000-000000000000}"/>
          </ac:graphicFrameMkLst>
        </pc:graphicFrameChg>
      </pc:sldChg>
      <pc:sldChg chg="del">
        <pc:chgData name="Mengmeng Ge" userId="bb5bc401-97cb-4caf-9857-8ff441375414" providerId="ADAL" clId="{057586E9-EDF7-4CE0-A6BD-E5A8C17908E8}" dt="2024-04-18T03:15:42.665" v="1904" actId="47"/>
        <pc:sldMkLst>
          <pc:docMk/>
          <pc:sldMk cId="1739392077" sldId="456"/>
        </pc:sldMkLst>
      </pc:sldChg>
      <pc:sldChg chg="modSp mod chgLayout modNotesTx">
        <pc:chgData name="Mengmeng Ge" userId="bb5bc401-97cb-4caf-9857-8ff441375414" providerId="ADAL" clId="{057586E9-EDF7-4CE0-A6BD-E5A8C17908E8}" dt="2024-04-18T22:10:42.013" v="3557" actId="20577"/>
        <pc:sldMkLst>
          <pc:docMk/>
          <pc:sldMk cId="2758486911" sldId="459"/>
        </pc:sldMkLst>
        <pc:spChg chg="mod ord">
          <ac:chgData name="Mengmeng Ge" userId="bb5bc401-97cb-4caf-9857-8ff441375414" providerId="ADAL" clId="{057586E9-EDF7-4CE0-A6BD-E5A8C17908E8}" dt="2024-04-18T21:56:25.440" v="3514" actId="700"/>
          <ac:spMkLst>
            <pc:docMk/>
            <pc:sldMk cId="2758486911" sldId="459"/>
            <ac:spMk id="6" creationId="{00000000-0000-0000-0000-000000000000}"/>
          </ac:spMkLst>
        </pc:spChg>
        <pc:spChg chg="mod ord">
          <ac:chgData name="Mengmeng Ge" userId="bb5bc401-97cb-4caf-9857-8ff441375414" providerId="ADAL" clId="{057586E9-EDF7-4CE0-A6BD-E5A8C17908E8}" dt="2024-04-18T21:56:25.440" v="3514" actId="700"/>
          <ac:spMkLst>
            <pc:docMk/>
            <pc:sldMk cId="2758486911" sldId="459"/>
            <ac:spMk id="648194" creationId="{00000000-0000-0000-0000-000000000000}"/>
          </ac:spMkLst>
        </pc:spChg>
        <pc:spChg chg="mod ord">
          <ac:chgData name="Mengmeng Ge" userId="bb5bc401-97cb-4caf-9857-8ff441375414" providerId="ADAL" clId="{057586E9-EDF7-4CE0-A6BD-E5A8C17908E8}" dt="2024-04-18T22:10:07.361" v="3552" actId="207"/>
          <ac:spMkLst>
            <pc:docMk/>
            <pc:sldMk cId="2758486911" sldId="459"/>
            <ac:spMk id="648195" creationId="{00000000-0000-0000-0000-000000000000}"/>
          </ac:spMkLst>
        </pc:spChg>
      </pc:sldChg>
      <pc:sldChg chg="del">
        <pc:chgData name="Mengmeng Ge" userId="bb5bc401-97cb-4caf-9857-8ff441375414" providerId="ADAL" clId="{057586E9-EDF7-4CE0-A6BD-E5A8C17908E8}" dt="2024-04-17T02:59:16.034" v="635" actId="47"/>
        <pc:sldMkLst>
          <pc:docMk/>
          <pc:sldMk cId="1306916729" sldId="460"/>
        </pc:sldMkLst>
      </pc:sldChg>
      <pc:sldChg chg="del">
        <pc:chgData name="Mengmeng Ge" userId="bb5bc401-97cb-4caf-9857-8ff441375414" providerId="ADAL" clId="{057586E9-EDF7-4CE0-A6BD-E5A8C17908E8}" dt="2024-04-17T02:59:16.955" v="636" actId="47"/>
        <pc:sldMkLst>
          <pc:docMk/>
          <pc:sldMk cId="2791376029" sldId="461"/>
        </pc:sldMkLst>
      </pc:sldChg>
      <pc:sldChg chg="del">
        <pc:chgData name="Mengmeng Ge" userId="bb5bc401-97cb-4caf-9857-8ff441375414" providerId="ADAL" clId="{057586E9-EDF7-4CE0-A6BD-E5A8C17908E8}" dt="2024-04-17T04:26:02.041" v="955" actId="47"/>
        <pc:sldMkLst>
          <pc:docMk/>
          <pc:sldMk cId="2163772650" sldId="469"/>
        </pc:sldMkLst>
      </pc:sldChg>
      <pc:sldChg chg="addSp delSp modSp mod modClrScheme delAnim chgLayout">
        <pc:chgData name="Mengmeng Ge" userId="bb5bc401-97cb-4caf-9857-8ff441375414" providerId="ADAL" clId="{057586E9-EDF7-4CE0-A6BD-E5A8C17908E8}" dt="2024-04-17T03:00:46.129" v="649" actId="207"/>
        <pc:sldMkLst>
          <pc:docMk/>
          <pc:sldMk cId="1381381365" sldId="470"/>
        </pc:sldMkLst>
        <pc:spChg chg="del mod ord">
          <ac:chgData name="Mengmeng Ge" userId="bb5bc401-97cb-4caf-9857-8ff441375414" providerId="ADAL" clId="{057586E9-EDF7-4CE0-A6BD-E5A8C17908E8}" dt="2024-04-17T03:00:12.838" v="639" actId="700"/>
          <ac:spMkLst>
            <pc:docMk/>
            <pc:sldMk cId="1381381365" sldId="470"/>
            <ac:spMk id="2" creationId="{00000000-0000-0000-0000-000000000000}"/>
          </ac:spMkLst>
        </pc:spChg>
        <pc:spChg chg="del mod ord">
          <ac:chgData name="Mengmeng Ge" userId="bb5bc401-97cb-4caf-9857-8ff441375414" providerId="ADAL" clId="{057586E9-EDF7-4CE0-A6BD-E5A8C17908E8}" dt="2024-04-17T03:00:12.838" v="639" actId="700"/>
          <ac:spMkLst>
            <pc:docMk/>
            <pc:sldMk cId="1381381365" sldId="470"/>
            <ac:spMk id="3" creationId="{00000000-0000-0000-0000-000000000000}"/>
          </ac:spMkLst>
        </pc:spChg>
        <pc:spChg chg="mod ord">
          <ac:chgData name="Mengmeng Ge" userId="bb5bc401-97cb-4caf-9857-8ff441375414" providerId="ADAL" clId="{057586E9-EDF7-4CE0-A6BD-E5A8C17908E8}" dt="2024-04-17T03:00:12.838" v="639" actId="700"/>
          <ac:spMkLst>
            <pc:docMk/>
            <pc:sldMk cId="1381381365" sldId="470"/>
            <ac:spMk id="4" creationId="{00000000-0000-0000-0000-000000000000}"/>
          </ac:spMkLst>
        </pc:spChg>
        <pc:spChg chg="del mod">
          <ac:chgData name="Mengmeng Ge" userId="bb5bc401-97cb-4caf-9857-8ff441375414" providerId="ADAL" clId="{057586E9-EDF7-4CE0-A6BD-E5A8C17908E8}" dt="2024-04-17T03:00:19.652" v="641" actId="478"/>
          <ac:spMkLst>
            <pc:docMk/>
            <pc:sldMk cId="1381381365" sldId="470"/>
            <ac:spMk id="5" creationId="{00000000-0000-0000-0000-000000000000}"/>
          </ac:spMkLst>
        </pc:spChg>
        <pc:spChg chg="add mod ord">
          <ac:chgData name="Mengmeng Ge" userId="bb5bc401-97cb-4caf-9857-8ff441375414" providerId="ADAL" clId="{057586E9-EDF7-4CE0-A6BD-E5A8C17908E8}" dt="2024-04-17T03:00:46.129" v="649" actId="207"/>
          <ac:spMkLst>
            <pc:docMk/>
            <pc:sldMk cId="1381381365" sldId="470"/>
            <ac:spMk id="6" creationId="{90A20CFE-5738-B466-DFBB-6633E320DB05}"/>
          </ac:spMkLst>
        </pc:spChg>
        <pc:spChg chg="add mod ord">
          <ac:chgData name="Mengmeng Ge" userId="bb5bc401-97cb-4caf-9857-8ff441375414" providerId="ADAL" clId="{057586E9-EDF7-4CE0-A6BD-E5A8C17908E8}" dt="2024-04-17T03:00:12.838" v="639" actId="700"/>
          <ac:spMkLst>
            <pc:docMk/>
            <pc:sldMk cId="1381381365" sldId="470"/>
            <ac:spMk id="7" creationId="{B33F947F-F580-2E9C-6988-36460E979D5C}"/>
          </ac:spMkLst>
        </pc:spChg>
      </pc:sldChg>
      <pc:sldChg chg="modSp del mod ord">
        <pc:chgData name="Mengmeng Ge" userId="bb5bc401-97cb-4caf-9857-8ff441375414" providerId="ADAL" clId="{057586E9-EDF7-4CE0-A6BD-E5A8C17908E8}" dt="2024-04-17T04:23:05.950" v="818" actId="47"/>
        <pc:sldMkLst>
          <pc:docMk/>
          <pc:sldMk cId="2268227039" sldId="471"/>
        </pc:sldMkLst>
        <pc:graphicFrameChg chg="mod modGraphic">
          <ac:chgData name="Mengmeng Ge" userId="bb5bc401-97cb-4caf-9857-8ff441375414" providerId="ADAL" clId="{057586E9-EDF7-4CE0-A6BD-E5A8C17908E8}" dt="2024-04-17T04:07:59.384" v="696" actId="14100"/>
          <ac:graphicFrameMkLst>
            <pc:docMk/>
            <pc:sldMk cId="2268227039" sldId="471"/>
            <ac:graphicFrameMk id="5" creationId="{00000000-0000-0000-0000-000000000000}"/>
          </ac:graphicFrameMkLst>
        </pc:graphicFrameChg>
      </pc:sldChg>
      <pc:sldChg chg="add del">
        <pc:chgData name="Mengmeng Ge" userId="bb5bc401-97cb-4caf-9857-8ff441375414" providerId="ADAL" clId="{057586E9-EDF7-4CE0-A6BD-E5A8C17908E8}" dt="2024-04-19T00:35:52.815" v="4629" actId="47"/>
        <pc:sldMkLst>
          <pc:docMk/>
          <pc:sldMk cId="3385233370" sldId="474"/>
        </pc:sldMkLst>
      </pc:sldChg>
      <pc:sldChg chg="del">
        <pc:chgData name="Mengmeng Ge" userId="bb5bc401-97cb-4caf-9857-8ff441375414" providerId="ADAL" clId="{057586E9-EDF7-4CE0-A6BD-E5A8C17908E8}" dt="2024-04-16T23:12:21.605" v="329" actId="47"/>
        <pc:sldMkLst>
          <pc:docMk/>
          <pc:sldMk cId="372708559" sldId="475"/>
        </pc:sldMkLst>
      </pc:sldChg>
      <pc:sldChg chg="addSp delSp modSp mod modNotesTx">
        <pc:chgData name="Mengmeng Ge" userId="bb5bc401-97cb-4caf-9857-8ff441375414" providerId="ADAL" clId="{057586E9-EDF7-4CE0-A6BD-E5A8C17908E8}" dt="2024-04-17T02:59:32.461" v="637" actId="207"/>
        <pc:sldMkLst>
          <pc:docMk/>
          <pc:sldMk cId="2520481457" sldId="476"/>
        </pc:sldMkLst>
        <pc:spChg chg="mod">
          <ac:chgData name="Mengmeng Ge" userId="bb5bc401-97cb-4caf-9857-8ff441375414" providerId="ADAL" clId="{057586E9-EDF7-4CE0-A6BD-E5A8C17908E8}" dt="2024-04-17T02:59:32.461" v="637" actId="207"/>
          <ac:spMkLst>
            <pc:docMk/>
            <pc:sldMk cId="2520481457" sldId="476"/>
            <ac:spMk id="2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7T02:55:31.669" v="592" actId="478"/>
          <ac:spMkLst>
            <pc:docMk/>
            <pc:sldMk cId="2520481457" sldId="476"/>
            <ac:spMk id="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08.524" v="628" actId="14100"/>
          <ac:spMkLst>
            <pc:docMk/>
            <pc:sldMk cId="2520481457" sldId="476"/>
            <ac:spMk id="5" creationId="{00000000-0000-0000-0000-000000000000}"/>
          </ac:spMkLst>
        </pc:spChg>
        <pc:spChg chg="add mod">
          <ac:chgData name="Mengmeng Ge" userId="bb5bc401-97cb-4caf-9857-8ff441375414" providerId="ADAL" clId="{057586E9-EDF7-4CE0-A6BD-E5A8C17908E8}" dt="2024-04-17T02:58:56.014" v="634" actId="1076"/>
          <ac:spMkLst>
            <pc:docMk/>
            <pc:sldMk cId="2520481457" sldId="476"/>
            <ac:spMk id="7" creationId="{88100FDA-B358-7204-7CA8-D35BC1C6377D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2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2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2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2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2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3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3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3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3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3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4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4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4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4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4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4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4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4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4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4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5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5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5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5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5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5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5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5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5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5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6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6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6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6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6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6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6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6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6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7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7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7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7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7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7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8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8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8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8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8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8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8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8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8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8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9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9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9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9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9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9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9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9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9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9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0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0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0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0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0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0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0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0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0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0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1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1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1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1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1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1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1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1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2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2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2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2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2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2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2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2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3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3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3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3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3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3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3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3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3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3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4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4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4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4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4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4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4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4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5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5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5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5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5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5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5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5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6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6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6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6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6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6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6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69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70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7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7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7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7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7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7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7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7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8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8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8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8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8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7T02:58:21.363" v="630" actId="1076"/>
          <ac:spMkLst>
            <pc:docMk/>
            <pc:sldMk cId="2520481457" sldId="476"/>
            <ac:spMk id="186" creationId="{00000000-0000-0000-0000-000000000000}"/>
          </ac:spMkLst>
        </pc:spChg>
        <pc:grpChg chg="mod">
          <ac:chgData name="Mengmeng Ge" userId="bb5bc401-97cb-4caf-9857-8ff441375414" providerId="ADAL" clId="{057586E9-EDF7-4CE0-A6BD-E5A8C17908E8}" dt="2024-04-17T02:58:21.363" v="630" actId="1076"/>
          <ac:grpSpMkLst>
            <pc:docMk/>
            <pc:sldMk cId="2520481457" sldId="476"/>
            <ac:grpSpMk id="23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7T02:58:21.363" v="630" actId="1076"/>
          <ac:grpSpMkLst>
            <pc:docMk/>
            <pc:sldMk cId="2520481457" sldId="476"/>
            <ac:grpSpMk id="29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7T02:58:21.363" v="630" actId="1076"/>
          <ac:grpSpMkLst>
            <pc:docMk/>
            <pc:sldMk cId="2520481457" sldId="476"/>
            <ac:grpSpMk id="30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7T02:58:21.363" v="630" actId="1076"/>
          <ac:grpSpMkLst>
            <pc:docMk/>
            <pc:sldMk cId="2520481457" sldId="476"/>
            <ac:grpSpMk id="31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7T02:58:21.363" v="630" actId="1076"/>
          <ac:grpSpMkLst>
            <pc:docMk/>
            <pc:sldMk cId="2520481457" sldId="476"/>
            <ac:grpSpMk id="32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7T02:58:21.363" v="630" actId="1076"/>
          <ac:grpSpMkLst>
            <pc:docMk/>
            <pc:sldMk cId="2520481457" sldId="476"/>
            <ac:grpSpMk id="33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7T02:58:21.363" v="630" actId="1076"/>
          <ac:grpSpMkLst>
            <pc:docMk/>
            <pc:sldMk cId="2520481457" sldId="476"/>
            <ac:grpSpMk id="34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7T02:58:21.363" v="630" actId="1076"/>
          <ac:grpSpMkLst>
            <pc:docMk/>
            <pc:sldMk cId="2520481457" sldId="476"/>
            <ac:grpSpMk id="69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7T02:58:21.363" v="630" actId="1076"/>
          <ac:grpSpMkLst>
            <pc:docMk/>
            <pc:sldMk cId="2520481457" sldId="476"/>
            <ac:grpSpMk id="70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7T02:58:21.363" v="630" actId="1076"/>
          <ac:grpSpMkLst>
            <pc:docMk/>
            <pc:sldMk cId="2520481457" sldId="476"/>
            <ac:grpSpMk id="71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7T02:58:21.363" v="630" actId="1076"/>
          <ac:grpSpMkLst>
            <pc:docMk/>
            <pc:sldMk cId="2520481457" sldId="476"/>
            <ac:grpSpMk id="72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7T02:58:21.363" v="630" actId="1076"/>
          <ac:grpSpMkLst>
            <pc:docMk/>
            <pc:sldMk cId="2520481457" sldId="476"/>
            <ac:grpSpMk id="73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7T02:58:21.363" v="630" actId="1076"/>
          <ac:grpSpMkLst>
            <pc:docMk/>
            <pc:sldMk cId="2520481457" sldId="476"/>
            <ac:grpSpMk id="114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7T02:58:21.363" v="630" actId="1076"/>
          <ac:grpSpMkLst>
            <pc:docMk/>
            <pc:sldMk cId="2520481457" sldId="476"/>
            <ac:grpSpMk id="115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7T02:58:21.363" v="630" actId="1076"/>
          <ac:grpSpMkLst>
            <pc:docMk/>
            <pc:sldMk cId="2520481457" sldId="476"/>
            <ac:grpSpMk id="127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7T02:58:21.363" v="630" actId="1076"/>
          <ac:grpSpMkLst>
            <pc:docMk/>
            <pc:sldMk cId="2520481457" sldId="476"/>
            <ac:grpSpMk id="128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7T02:58:21.363" v="630" actId="1076"/>
          <ac:grpSpMkLst>
            <pc:docMk/>
            <pc:sldMk cId="2520481457" sldId="476"/>
            <ac:grpSpMk id="140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7T02:58:21.363" v="630" actId="1076"/>
          <ac:grpSpMkLst>
            <pc:docMk/>
            <pc:sldMk cId="2520481457" sldId="476"/>
            <ac:grpSpMk id="141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7T02:58:21.363" v="630" actId="1076"/>
          <ac:grpSpMkLst>
            <pc:docMk/>
            <pc:sldMk cId="2520481457" sldId="476"/>
            <ac:grpSpMk id="153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7T02:58:21.363" v="630" actId="1076"/>
          <ac:grpSpMkLst>
            <pc:docMk/>
            <pc:sldMk cId="2520481457" sldId="476"/>
            <ac:grpSpMk id="154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7T02:58:21.363" v="630" actId="1076"/>
          <ac:grpSpMkLst>
            <pc:docMk/>
            <pc:sldMk cId="2520481457" sldId="476"/>
            <ac:grpSpMk id="166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7T02:58:21.363" v="630" actId="1076"/>
          <ac:grpSpMkLst>
            <pc:docMk/>
            <pc:sldMk cId="2520481457" sldId="476"/>
            <ac:grpSpMk id="167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7T02:58:21.363" v="630" actId="1076"/>
          <ac:grpSpMkLst>
            <pc:docMk/>
            <pc:sldMk cId="2520481457" sldId="476"/>
            <ac:grpSpMk id="179" creationId="{00000000-0000-0000-0000-000000000000}"/>
          </ac:grpSpMkLst>
        </pc:grpChg>
        <pc:grpChg chg="mod">
          <ac:chgData name="Mengmeng Ge" userId="bb5bc401-97cb-4caf-9857-8ff441375414" providerId="ADAL" clId="{057586E9-EDF7-4CE0-A6BD-E5A8C17908E8}" dt="2024-04-17T02:58:21.363" v="630" actId="1076"/>
          <ac:grpSpMkLst>
            <pc:docMk/>
            <pc:sldMk cId="2520481457" sldId="476"/>
            <ac:grpSpMk id="180" creationId="{00000000-0000-0000-0000-000000000000}"/>
          </ac:grpSpMkLst>
        </pc:grpChg>
      </pc:sldChg>
      <pc:sldChg chg="delSp del mod">
        <pc:chgData name="Mengmeng Ge" userId="bb5bc401-97cb-4caf-9857-8ff441375414" providerId="ADAL" clId="{057586E9-EDF7-4CE0-A6BD-E5A8C17908E8}" dt="2024-04-17T02:46:25.204" v="556" actId="47"/>
        <pc:sldMkLst>
          <pc:docMk/>
          <pc:sldMk cId="2733732423" sldId="479"/>
        </pc:sldMkLst>
        <pc:picChg chg="del">
          <ac:chgData name="Mengmeng Ge" userId="bb5bc401-97cb-4caf-9857-8ff441375414" providerId="ADAL" clId="{057586E9-EDF7-4CE0-A6BD-E5A8C17908E8}" dt="2024-04-17T02:42:44.362" v="534" actId="21"/>
          <ac:picMkLst>
            <pc:docMk/>
            <pc:sldMk cId="2733732423" sldId="479"/>
            <ac:picMk id="5" creationId="{00000000-0000-0000-0000-000000000000}"/>
          </ac:picMkLst>
        </pc:picChg>
      </pc:sldChg>
      <pc:sldChg chg="del">
        <pc:chgData name="Mengmeng Ge" userId="bb5bc401-97cb-4caf-9857-8ff441375414" providerId="ADAL" clId="{057586E9-EDF7-4CE0-A6BD-E5A8C17908E8}" dt="2024-04-17T05:00:04.467" v="1365" actId="47"/>
        <pc:sldMkLst>
          <pc:docMk/>
          <pc:sldMk cId="2902645951" sldId="480"/>
        </pc:sldMkLst>
      </pc:sldChg>
      <pc:sldChg chg="del">
        <pc:chgData name="Mengmeng Ge" userId="bb5bc401-97cb-4caf-9857-8ff441375414" providerId="ADAL" clId="{057586E9-EDF7-4CE0-A6BD-E5A8C17908E8}" dt="2024-04-19T00:35:57.597" v="4639" actId="47"/>
        <pc:sldMkLst>
          <pc:docMk/>
          <pc:sldMk cId="3835396368" sldId="481"/>
        </pc:sldMkLst>
      </pc:sldChg>
      <pc:sldChg chg="del">
        <pc:chgData name="Mengmeng Ge" userId="bb5bc401-97cb-4caf-9857-8ff441375414" providerId="ADAL" clId="{057586E9-EDF7-4CE0-A6BD-E5A8C17908E8}" dt="2024-04-19T00:35:58.667" v="4641" actId="47"/>
        <pc:sldMkLst>
          <pc:docMk/>
          <pc:sldMk cId="369506936" sldId="482"/>
        </pc:sldMkLst>
      </pc:sldChg>
      <pc:sldChg chg="del">
        <pc:chgData name="Mengmeng Ge" userId="bb5bc401-97cb-4caf-9857-8ff441375414" providerId="ADAL" clId="{057586E9-EDF7-4CE0-A6BD-E5A8C17908E8}" dt="2024-04-17T02:59:34.481" v="638" actId="47"/>
        <pc:sldMkLst>
          <pc:docMk/>
          <pc:sldMk cId="1566187872" sldId="483"/>
        </pc:sldMkLst>
      </pc:sldChg>
      <pc:sldChg chg="del">
        <pc:chgData name="Mengmeng Ge" userId="bb5bc401-97cb-4caf-9857-8ff441375414" providerId="ADAL" clId="{057586E9-EDF7-4CE0-A6BD-E5A8C17908E8}" dt="2024-04-17T04:28:26.899" v="971" actId="47"/>
        <pc:sldMkLst>
          <pc:docMk/>
          <pc:sldMk cId="4016553546" sldId="485"/>
        </pc:sldMkLst>
      </pc:sldChg>
      <pc:sldChg chg="addSp delSp modSp mod modClrScheme delAnim chgLayout">
        <pc:chgData name="Mengmeng Ge" userId="bb5bc401-97cb-4caf-9857-8ff441375414" providerId="ADAL" clId="{057586E9-EDF7-4CE0-A6BD-E5A8C17908E8}" dt="2024-04-18T22:19:00.223" v="3841" actId="478"/>
        <pc:sldMkLst>
          <pc:docMk/>
          <pc:sldMk cId="190683244" sldId="486"/>
        </pc:sldMkLst>
        <pc:spChg chg="mod ord">
          <ac:chgData name="Mengmeng Ge" userId="bb5bc401-97cb-4caf-9857-8ff441375414" providerId="ADAL" clId="{057586E9-EDF7-4CE0-A6BD-E5A8C17908E8}" dt="2024-04-18T03:47:15.266" v="2147" actId="700"/>
          <ac:spMkLst>
            <pc:docMk/>
            <pc:sldMk cId="190683244" sldId="486"/>
            <ac:spMk id="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3:50:00.806" v="2254" actId="1076"/>
          <ac:spMkLst>
            <pc:docMk/>
            <pc:sldMk cId="190683244" sldId="486"/>
            <ac:spMk id="4" creationId="{00000000-0000-0000-0000-000000000000}"/>
          </ac:spMkLst>
        </pc:spChg>
        <pc:spChg chg="add mod ord">
          <ac:chgData name="Mengmeng Ge" userId="bb5bc401-97cb-4caf-9857-8ff441375414" providerId="ADAL" clId="{057586E9-EDF7-4CE0-A6BD-E5A8C17908E8}" dt="2024-04-18T03:47:32.415" v="2166" actId="14100"/>
          <ac:spMkLst>
            <pc:docMk/>
            <pc:sldMk cId="190683244" sldId="486"/>
            <ac:spMk id="5" creationId="{0778C760-DD98-C4B3-EA63-4F04B8341C5E}"/>
          </ac:spMkLst>
        </pc:spChg>
        <pc:spChg chg="del mod">
          <ac:chgData name="Mengmeng Ge" userId="bb5bc401-97cb-4caf-9857-8ff441375414" providerId="ADAL" clId="{057586E9-EDF7-4CE0-A6BD-E5A8C17908E8}" dt="2024-04-18T22:19:00.223" v="3841" actId="478"/>
          <ac:spMkLst>
            <pc:docMk/>
            <pc:sldMk cId="190683244" sldId="486"/>
            <ac:spMk id="6" creationId="{00000000-0000-0000-0000-000000000000}"/>
          </ac:spMkLst>
        </pc:spChg>
        <pc:spChg chg="del mod">
          <ac:chgData name="Mengmeng Ge" userId="bb5bc401-97cb-4caf-9857-8ff441375414" providerId="ADAL" clId="{057586E9-EDF7-4CE0-A6BD-E5A8C17908E8}" dt="2024-04-18T22:19:00.223" v="3841" actId="478"/>
          <ac:spMkLst>
            <pc:docMk/>
            <pc:sldMk cId="190683244" sldId="486"/>
            <ac:spMk id="7" creationId="{00000000-0000-0000-0000-000000000000}"/>
          </ac:spMkLst>
        </pc:spChg>
        <pc:spChg chg="del mod">
          <ac:chgData name="Mengmeng Ge" userId="bb5bc401-97cb-4caf-9857-8ff441375414" providerId="ADAL" clId="{057586E9-EDF7-4CE0-A6BD-E5A8C17908E8}" dt="2024-04-18T22:19:00.223" v="3841" actId="478"/>
          <ac:spMkLst>
            <pc:docMk/>
            <pc:sldMk cId="190683244" sldId="486"/>
            <ac:spMk id="8" creationId="{00000000-0000-0000-0000-000000000000}"/>
          </ac:spMkLst>
        </pc:spChg>
        <pc:spChg chg="del mod">
          <ac:chgData name="Mengmeng Ge" userId="bb5bc401-97cb-4caf-9857-8ff441375414" providerId="ADAL" clId="{057586E9-EDF7-4CE0-A6BD-E5A8C17908E8}" dt="2024-04-18T22:19:00.223" v="3841" actId="478"/>
          <ac:spMkLst>
            <pc:docMk/>
            <pc:sldMk cId="190683244" sldId="486"/>
            <ac:spMk id="9" creationId="{00000000-0000-0000-0000-000000000000}"/>
          </ac:spMkLst>
        </pc:spChg>
        <pc:spChg chg="del mod">
          <ac:chgData name="Mengmeng Ge" userId="bb5bc401-97cb-4caf-9857-8ff441375414" providerId="ADAL" clId="{057586E9-EDF7-4CE0-A6BD-E5A8C17908E8}" dt="2024-04-18T22:19:00.223" v="3841" actId="478"/>
          <ac:spMkLst>
            <pc:docMk/>
            <pc:sldMk cId="190683244" sldId="486"/>
            <ac:spMk id="10" creationId="{00000000-0000-0000-0000-000000000000}"/>
          </ac:spMkLst>
        </pc:spChg>
        <pc:spChg chg="del mod">
          <ac:chgData name="Mengmeng Ge" userId="bb5bc401-97cb-4caf-9857-8ff441375414" providerId="ADAL" clId="{057586E9-EDF7-4CE0-A6BD-E5A8C17908E8}" dt="2024-04-18T22:19:00.223" v="3841" actId="478"/>
          <ac:spMkLst>
            <pc:docMk/>
            <pc:sldMk cId="190683244" sldId="486"/>
            <ac:spMk id="11" creationId="{00000000-0000-0000-0000-000000000000}"/>
          </ac:spMkLst>
        </pc:spChg>
        <pc:spChg chg="del mod">
          <ac:chgData name="Mengmeng Ge" userId="bb5bc401-97cb-4caf-9857-8ff441375414" providerId="ADAL" clId="{057586E9-EDF7-4CE0-A6BD-E5A8C17908E8}" dt="2024-04-18T22:19:00.223" v="3841" actId="478"/>
          <ac:spMkLst>
            <pc:docMk/>
            <pc:sldMk cId="190683244" sldId="486"/>
            <ac:spMk id="17" creationId="{00000000-0000-0000-0000-000000000000}"/>
          </ac:spMkLst>
        </pc:spChg>
        <pc:spChg chg="del mod">
          <ac:chgData name="Mengmeng Ge" userId="bb5bc401-97cb-4caf-9857-8ff441375414" providerId="ADAL" clId="{057586E9-EDF7-4CE0-A6BD-E5A8C17908E8}" dt="2024-04-18T22:19:00.223" v="3841" actId="478"/>
          <ac:spMkLst>
            <pc:docMk/>
            <pc:sldMk cId="190683244" sldId="486"/>
            <ac:spMk id="18" creationId="{00000000-0000-0000-0000-000000000000}"/>
          </ac:spMkLst>
        </pc:spChg>
        <pc:spChg chg="del mod">
          <ac:chgData name="Mengmeng Ge" userId="bb5bc401-97cb-4caf-9857-8ff441375414" providerId="ADAL" clId="{057586E9-EDF7-4CE0-A6BD-E5A8C17908E8}" dt="2024-04-18T22:19:00.223" v="3841" actId="478"/>
          <ac:spMkLst>
            <pc:docMk/>
            <pc:sldMk cId="190683244" sldId="486"/>
            <ac:spMk id="20" creationId="{00000000-0000-0000-0000-000000000000}"/>
          </ac:spMkLst>
        </pc:spChg>
        <pc:spChg chg="del mod">
          <ac:chgData name="Mengmeng Ge" userId="bb5bc401-97cb-4caf-9857-8ff441375414" providerId="ADAL" clId="{057586E9-EDF7-4CE0-A6BD-E5A8C17908E8}" dt="2024-04-18T22:18:47.487" v="3840" actId="478"/>
          <ac:spMkLst>
            <pc:docMk/>
            <pc:sldMk cId="190683244" sldId="486"/>
            <ac:spMk id="21" creationId="{00000000-0000-0000-0000-000000000000}"/>
          </ac:spMkLst>
        </pc:spChg>
        <pc:spChg chg="mod ord">
          <ac:chgData name="Mengmeng Ge" userId="bb5bc401-97cb-4caf-9857-8ff441375414" providerId="ADAL" clId="{057586E9-EDF7-4CE0-A6BD-E5A8C17908E8}" dt="2024-04-18T22:16:03.477" v="3812" actId="255"/>
          <ac:spMkLst>
            <pc:docMk/>
            <pc:sldMk cId="190683244" sldId="486"/>
            <ac:spMk id="1425410" creationId="{00000000-0000-0000-0000-000000000000}"/>
          </ac:spMkLst>
        </pc:spChg>
        <pc:picChg chg="del">
          <ac:chgData name="Mengmeng Ge" userId="bb5bc401-97cb-4caf-9857-8ff441375414" providerId="ADAL" clId="{057586E9-EDF7-4CE0-A6BD-E5A8C17908E8}" dt="2024-04-18T03:47:11.608" v="2146" actId="478"/>
          <ac:picMkLst>
            <pc:docMk/>
            <pc:sldMk cId="190683244" sldId="486"/>
            <ac:picMk id="3" creationId="{00000000-0000-0000-0000-000000000000}"/>
          </ac:picMkLst>
        </pc:picChg>
        <pc:cxnChg chg="del mod">
          <ac:chgData name="Mengmeng Ge" userId="bb5bc401-97cb-4caf-9857-8ff441375414" providerId="ADAL" clId="{057586E9-EDF7-4CE0-A6BD-E5A8C17908E8}" dt="2024-04-18T22:19:00.223" v="3841" actId="478"/>
          <ac:cxnSpMkLst>
            <pc:docMk/>
            <pc:sldMk cId="190683244" sldId="486"/>
            <ac:cxnSpMk id="12" creationId="{00000000-0000-0000-0000-000000000000}"/>
          </ac:cxnSpMkLst>
        </pc:cxnChg>
        <pc:cxnChg chg="del mod">
          <ac:chgData name="Mengmeng Ge" userId="bb5bc401-97cb-4caf-9857-8ff441375414" providerId="ADAL" clId="{057586E9-EDF7-4CE0-A6BD-E5A8C17908E8}" dt="2024-04-18T22:19:00.223" v="3841" actId="478"/>
          <ac:cxnSpMkLst>
            <pc:docMk/>
            <pc:sldMk cId="190683244" sldId="486"/>
            <ac:cxnSpMk id="13" creationId="{00000000-0000-0000-0000-000000000000}"/>
          </ac:cxnSpMkLst>
        </pc:cxnChg>
        <pc:cxnChg chg="del mod">
          <ac:chgData name="Mengmeng Ge" userId="bb5bc401-97cb-4caf-9857-8ff441375414" providerId="ADAL" clId="{057586E9-EDF7-4CE0-A6BD-E5A8C17908E8}" dt="2024-04-18T22:19:00.223" v="3841" actId="478"/>
          <ac:cxnSpMkLst>
            <pc:docMk/>
            <pc:sldMk cId="190683244" sldId="486"/>
            <ac:cxnSpMk id="14" creationId="{00000000-0000-0000-0000-000000000000}"/>
          </ac:cxnSpMkLst>
        </pc:cxnChg>
        <pc:cxnChg chg="del mod">
          <ac:chgData name="Mengmeng Ge" userId="bb5bc401-97cb-4caf-9857-8ff441375414" providerId="ADAL" clId="{057586E9-EDF7-4CE0-A6BD-E5A8C17908E8}" dt="2024-04-18T22:19:00.223" v="3841" actId="478"/>
          <ac:cxnSpMkLst>
            <pc:docMk/>
            <pc:sldMk cId="190683244" sldId="486"/>
            <ac:cxnSpMk id="15" creationId="{00000000-0000-0000-0000-000000000000}"/>
          </ac:cxnSpMkLst>
        </pc:cxnChg>
        <pc:cxnChg chg="del mod">
          <ac:chgData name="Mengmeng Ge" userId="bb5bc401-97cb-4caf-9857-8ff441375414" providerId="ADAL" clId="{057586E9-EDF7-4CE0-A6BD-E5A8C17908E8}" dt="2024-04-18T22:19:00.223" v="3841" actId="478"/>
          <ac:cxnSpMkLst>
            <pc:docMk/>
            <pc:sldMk cId="190683244" sldId="486"/>
            <ac:cxnSpMk id="16" creationId="{00000000-0000-0000-0000-000000000000}"/>
          </ac:cxnSpMkLst>
        </pc:cxnChg>
        <pc:cxnChg chg="del mod">
          <ac:chgData name="Mengmeng Ge" userId="bb5bc401-97cb-4caf-9857-8ff441375414" providerId="ADAL" clId="{057586E9-EDF7-4CE0-A6BD-E5A8C17908E8}" dt="2024-04-18T22:19:00.223" v="3841" actId="478"/>
          <ac:cxnSpMkLst>
            <pc:docMk/>
            <pc:sldMk cId="190683244" sldId="486"/>
            <ac:cxnSpMk id="19" creationId="{00000000-0000-0000-0000-000000000000}"/>
          </ac:cxnSpMkLst>
        </pc:cxnChg>
      </pc:sldChg>
      <pc:sldChg chg="del">
        <pc:chgData name="Mengmeng Ge" userId="bb5bc401-97cb-4caf-9857-8ff441375414" providerId="ADAL" clId="{057586E9-EDF7-4CE0-A6BD-E5A8C17908E8}" dt="2024-04-18T05:00:57.380" v="2559" actId="47"/>
        <pc:sldMkLst>
          <pc:docMk/>
          <pc:sldMk cId="2055329527" sldId="487"/>
        </pc:sldMkLst>
      </pc:sldChg>
      <pc:sldChg chg="del">
        <pc:chgData name="Mengmeng Ge" userId="bb5bc401-97cb-4caf-9857-8ff441375414" providerId="ADAL" clId="{057586E9-EDF7-4CE0-A6BD-E5A8C17908E8}" dt="2024-04-18T05:01:01.336" v="2560" actId="47"/>
        <pc:sldMkLst>
          <pc:docMk/>
          <pc:sldMk cId="4110079686" sldId="488"/>
        </pc:sldMkLst>
      </pc:sldChg>
      <pc:sldChg chg="del">
        <pc:chgData name="Mengmeng Ge" userId="bb5bc401-97cb-4caf-9857-8ff441375414" providerId="ADAL" clId="{057586E9-EDF7-4CE0-A6BD-E5A8C17908E8}" dt="2024-04-18T05:01:15.608" v="2561" actId="47"/>
        <pc:sldMkLst>
          <pc:docMk/>
          <pc:sldMk cId="2516182671" sldId="489"/>
        </pc:sldMkLst>
      </pc:sldChg>
      <pc:sldChg chg="del">
        <pc:chgData name="Mengmeng Ge" userId="bb5bc401-97cb-4caf-9857-8ff441375414" providerId="ADAL" clId="{057586E9-EDF7-4CE0-A6BD-E5A8C17908E8}" dt="2024-04-18T05:04:04.468" v="2582" actId="47"/>
        <pc:sldMkLst>
          <pc:docMk/>
          <pc:sldMk cId="84256671" sldId="490"/>
        </pc:sldMkLst>
      </pc:sldChg>
      <pc:sldChg chg="delSp modSp mod">
        <pc:chgData name="Mengmeng Ge" userId="bb5bc401-97cb-4caf-9857-8ff441375414" providerId="ADAL" clId="{057586E9-EDF7-4CE0-A6BD-E5A8C17908E8}" dt="2024-04-19T00:38:18.554" v="4666" actId="208"/>
        <pc:sldMkLst>
          <pc:docMk/>
          <pc:sldMk cId="2536034018" sldId="491"/>
        </pc:sldMkLst>
        <pc:spChg chg="del">
          <ac:chgData name="Mengmeng Ge" userId="bb5bc401-97cb-4caf-9857-8ff441375414" providerId="ADAL" clId="{057586E9-EDF7-4CE0-A6BD-E5A8C17908E8}" dt="2024-04-18T05:12:13.856" v="2662" actId="478"/>
          <ac:spMkLst>
            <pc:docMk/>
            <pc:sldMk cId="2536034018" sldId="491"/>
            <ac:spMk id="98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5:12:30.349" v="2700" actId="478"/>
          <ac:spMkLst>
            <pc:docMk/>
            <pc:sldMk cId="2536034018" sldId="491"/>
            <ac:spMk id="99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5:12:28.172" v="2699" actId="478"/>
          <ac:spMkLst>
            <pc:docMk/>
            <pc:sldMk cId="2536034018" sldId="491"/>
            <ac:spMk id="100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5:12:07.474" v="2659" actId="478"/>
          <ac:spMkLst>
            <pc:docMk/>
            <pc:sldMk cId="2536034018" sldId="491"/>
            <ac:spMk id="101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5:12:06.315" v="2658" actId="478"/>
          <ac:spMkLst>
            <pc:docMk/>
            <pc:sldMk cId="2536034018" sldId="491"/>
            <ac:spMk id="102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5:12:09.283" v="2660" actId="478"/>
          <ac:spMkLst>
            <pc:docMk/>
            <pc:sldMk cId="2536034018" sldId="491"/>
            <ac:spMk id="104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5:12:10.931" v="2661" actId="478"/>
          <ac:spMkLst>
            <pc:docMk/>
            <pc:sldMk cId="2536034018" sldId="491"/>
            <ac:spMk id="10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22:15:29.097" v="3802" actId="20577"/>
          <ac:spMkLst>
            <pc:docMk/>
            <pc:sldMk cId="2536034018" sldId="491"/>
            <ac:spMk id="5530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2:19.533" v="2682" actId="20577"/>
          <ac:spMkLst>
            <pc:docMk/>
            <pc:sldMk cId="2536034018" sldId="491"/>
            <ac:spMk id="5530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2:25.082" v="2698" actId="20577"/>
          <ac:spMkLst>
            <pc:docMk/>
            <pc:sldMk cId="2536034018" sldId="491"/>
            <ac:spMk id="5530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3:57.326" v="2710" actId="207"/>
          <ac:spMkLst>
            <pc:docMk/>
            <pc:sldMk cId="2536034018" sldId="491"/>
            <ac:spMk id="5530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9T00:38:18.554" v="4666" actId="208"/>
          <ac:spMkLst>
            <pc:docMk/>
            <pc:sldMk cId="2536034018" sldId="491"/>
            <ac:spMk id="5531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5:41.030" v="2778" actId="20577"/>
          <ac:spMkLst>
            <pc:docMk/>
            <pc:sldMk cId="2536034018" sldId="491"/>
            <ac:spMk id="55380" creationId="{00000000-0000-0000-0000-000000000000}"/>
          </ac:spMkLst>
        </pc:spChg>
      </pc:sldChg>
      <pc:sldChg chg="delSp modSp mod modNotesTx">
        <pc:chgData name="Mengmeng Ge" userId="bb5bc401-97cb-4caf-9857-8ff441375414" providerId="ADAL" clId="{057586E9-EDF7-4CE0-A6BD-E5A8C17908E8}" dt="2024-04-19T00:38:25.039" v="4667" actId="208"/>
        <pc:sldMkLst>
          <pc:docMk/>
          <pc:sldMk cId="591728915" sldId="492"/>
        </pc:sldMkLst>
        <pc:spChg chg="del">
          <ac:chgData name="Mengmeng Ge" userId="bb5bc401-97cb-4caf-9857-8ff441375414" providerId="ADAL" clId="{057586E9-EDF7-4CE0-A6BD-E5A8C17908E8}" dt="2024-04-18T05:14:31.718" v="2718" actId="478"/>
          <ac:spMkLst>
            <pc:docMk/>
            <pc:sldMk cId="591728915" sldId="492"/>
            <ac:spMk id="98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5:14:48.079" v="2756" actId="478"/>
          <ac:spMkLst>
            <pc:docMk/>
            <pc:sldMk cId="591728915" sldId="492"/>
            <ac:spMk id="99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5:14:46.191" v="2755" actId="478"/>
          <ac:spMkLst>
            <pc:docMk/>
            <pc:sldMk cId="591728915" sldId="492"/>
            <ac:spMk id="100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5:14:29.389" v="2717" actId="478"/>
          <ac:spMkLst>
            <pc:docMk/>
            <pc:sldMk cId="591728915" sldId="492"/>
            <ac:spMk id="101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5:14:23.689" v="2714" actId="478"/>
          <ac:spMkLst>
            <pc:docMk/>
            <pc:sldMk cId="591728915" sldId="492"/>
            <ac:spMk id="102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5:14:27.485" v="2716" actId="478"/>
          <ac:spMkLst>
            <pc:docMk/>
            <pc:sldMk cId="591728915" sldId="492"/>
            <ac:spMk id="104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5:14:25.608" v="2715" actId="478"/>
          <ac:spMkLst>
            <pc:docMk/>
            <pc:sldMk cId="591728915" sldId="492"/>
            <ac:spMk id="10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22:15:35.357" v="3810" actId="20577"/>
          <ac:spMkLst>
            <pc:docMk/>
            <pc:sldMk cId="591728915" sldId="492"/>
            <ac:spMk id="5530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4:39.034" v="2738" actId="20577"/>
          <ac:spMkLst>
            <pc:docMk/>
            <pc:sldMk cId="591728915" sldId="492"/>
            <ac:spMk id="5530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4:43.260" v="2754" actId="20577"/>
          <ac:spMkLst>
            <pc:docMk/>
            <pc:sldMk cId="591728915" sldId="492"/>
            <ac:spMk id="5530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4:03.970" v="2712" actId="113"/>
          <ac:spMkLst>
            <pc:docMk/>
            <pc:sldMk cId="591728915" sldId="492"/>
            <ac:spMk id="55308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9T00:38:25.039" v="4667" actId="208"/>
          <ac:spMkLst>
            <pc:docMk/>
            <pc:sldMk cId="591728915" sldId="492"/>
            <ac:spMk id="5531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05:15:51.112" v="2783" actId="20577"/>
          <ac:spMkLst>
            <pc:docMk/>
            <pc:sldMk cId="591728915" sldId="492"/>
            <ac:spMk id="55380" creationId="{00000000-0000-0000-0000-000000000000}"/>
          </ac:spMkLst>
        </pc:spChg>
        <pc:cxnChg chg="mod">
          <ac:chgData name="Mengmeng Ge" userId="bb5bc401-97cb-4caf-9857-8ff441375414" providerId="ADAL" clId="{057586E9-EDF7-4CE0-A6BD-E5A8C17908E8}" dt="2024-04-18T05:20:58.041" v="2814" actId="14100"/>
          <ac:cxnSpMkLst>
            <pc:docMk/>
            <pc:sldMk cId="591728915" sldId="492"/>
            <ac:cxnSpMk id="4" creationId="{00000000-0000-0000-0000-000000000000}"/>
          </ac:cxnSpMkLst>
        </pc:cxnChg>
        <pc:cxnChg chg="mod">
          <ac:chgData name="Mengmeng Ge" userId="bb5bc401-97cb-4caf-9857-8ff441375414" providerId="ADAL" clId="{057586E9-EDF7-4CE0-A6BD-E5A8C17908E8}" dt="2024-04-18T05:20:50.471" v="2812" actId="14100"/>
          <ac:cxnSpMkLst>
            <pc:docMk/>
            <pc:sldMk cId="591728915" sldId="492"/>
            <ac:cxnSpMk id="8" creationId="{00000000-0000-0000-0000-000000000000}"/>
          </ac:cxnSpMkLst>
        </pc:cxnChg>
      </pc:sldChg>
      <pc:sldChg chg="del">
        <pc:chgData name="Mengmeng Ge" userId="bb5bc401-97cb-4caf-9857-8ff441375414" providerId="ADAL" clId="{057586E9-EDF7-4CE0-A6BD-E5A8C17908E8}" dt="2024-04-18T05:19:09.781" v="2810" actId="47"/>
        <pc:sldMkLst>
          <pc:docMk/>
          <pc:sldMk cId="1405052039" sldId="493"/>
        </pc:sldMkLst>
      </pc:sldChg>
      <pc:sldChg chg="del">
        <pc:chgData name="Mengmeng Ge" userId="bb5bc401-97cb-4caf-9857-8ff441375414" providerId="ADAL" clId="{057586E9-EDF7-4CE0-A6BD-E5A8C17908E8}" dt="2024-04-18T05:19:08.659" v="2809" actId="47"/>
        <pc:sldMkLst>
          <pc:docMk/>
          <pc:sldMk cId="3892990854" sldId="494"/>
        </pc:sldMkLst>
      </pc:sldChg>
      <pc:sldChg chg="addSp delSp modSp del mod modClrScheme chgLayout">
        <pc:chgData name="Mengmeng Ge" userId="bb5bc401-97cb-4caf-9857-8ff441375414" providerId="ADAL" clId="{057586E9-EDF7-4CE0-A6BD-E5A8C17908E8}" dt="2024-04-18T06:31:09.482" v="3132" actId="47"/>
        <pc:sldMkLst>
          <pc:docMk/>
          <pc:sldMk cId="1978419766" sldId="495"/>
        </pc:sldMkLst>
        <pc:spChg chg="del">
          <ac:chgData name="Mengmeng Ge" userId="bb5bc401-97cb-4caf-9857-8ff441375414" providerId="ADAL" clId="{057586E9-EDF7-4CE0-A6BD-E5A8C17908E8}" dt="2024-04-18T05:50:24.123" v="2890" actId="478"/>
          <ac:spMkLst>
            <pc:docMk/>
            <pc:sldMk cId="1978419766" sldId="495"/>
            <ac:spMk id="2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05:50:24.823" v="2891" actId="478"/>
          <ac:spMkLst>
            <pc:docMk/>
            <pc:sldMk cId="1978419766" sldId="495"/>
            <ac:spMk id="3" creationId="{00000000-0000-0000-0000-000000000000}"/>
          </ac:spMkLst>
        </pc:spChg>
        <pc:spChg chg="add mod">
          <ac:chgData name="Mengmeng Ge" userId="bb5bc401-97cb-4caf-9857-8ff441375414" providerId="ADAL" clId="{057586E9-EDF7-4CE0-A6BD-E5A8C17908E8}" dt="2024-04-18T06:27:14.196" v="3087" actId="20577"/>
          <ac:spMkLst>
            <pc:docMk/>
            <pc:sldMk cId="1978419766" sldId="495"/>
            <ac:spMk id="6" creationId="{77986B53-30D5-4425-B9FA-F25AE9E18233}"/>
          </ac:spMkLst>
        </pc:spChg>
        <pc:spChg chg="del">
          <ac:chgData name="Mengmeng Ge" userId="bb5bc401-97cb-4caf-9857-8ff441375414" providerId="ADAL" clId="{057586E9-EDF7-4CE0-A6BD-E5A8C17908E8}" dt="2024-04-18T05:50:22.153" v="2888" actId="478"/>
          <ac:spMkLst>
            <pc:docMk/>
            <pc:sldMk cId="1978419766" sldId="495"/>
            <ac:spMk id="7" creationId="{00000000-0000-0000-0000-000000000000}"/>
          </ac:spMkLst>
        </pc:spChg>
        <pc:spChg chg="mod ord">
          <ac:chgData name="Mengmeng Ge" userId="bb5bc401-97cb-4caf-9857-8ff441375414" providerId="ADAL" clId="{057586E9-EDF7-4CE0-A6BD-E5A8C17908E8}" dt="2024-04-18T05:47:12.720" v="2853" actId="700"/>
          <ac:spMkLst>
            <pc:docMk/>
            <pc:sldMk cId="1978419766" sldId="495"/>
            <ac:spMk id="225" creationId="{00000000-0000-0000-0000-000000000000}"/>
          </ac:spMkLst>
        </pc:spChg>
        <pc:spChg chg="mod ord">
          <ac:chgData name="Mengmeng Ge" userId="bb5bc401-97cb-4caf-9857-8ff441375414" providerId="ADAL" clId="{057586E9-EDF7-4CE0-A6BD-E5A8C17908E8}" dt="2024-04-18T06:22:27.328" v="3077" actId="20577"/>
          <ac:spMkLst>
            <pc:docMk/>
            <pc:sldMk cId="1978419766" sldId="495"/>
            <ac:spMk id="465922" creationId="{00000000-0000-0000-0000-000000000000}"/>
          </ac:spMkLst>
        </pc:spChg>
        <pc:spChg chg="mod ord">
          <ac:chgData name="Mengmeng Ge" userId="bb5bc401-97cb-4caf-9857-8ff441375414" providerId="ADAL" clId="{057586E9-EDF7-4CE0-A6BD-E5A8C17908E8}" dt="2024-04-18T05:56:09.318" v="3037" actId="20577"/>
          <ac:spMkLst>
            <pc:docMk/>
            <pc:sldMk cId="1978419766" sldId="495"/>
            <ac:spMk id="465923" creationId="{00000000-0000-0000-0000-000000000000}"/>
          </ac:spMkLst>
        </pc:spChg>
        <pc:cxnChg chg="del mod">
          <ac:chgData name="Mengmeng Ge" userId="bb5bc401-97cb-4caf-9857-8ff441375414" providerId="ADAL" clId="{057586E9-EDF7-4CE0-A6BD-E5A8C17908E8}" dt="2024-04-18T05:50:23.205" v="2889" actId="478"/>
          <ac:cxnSpMkLst>
            <pc:docMk/>
            <pc:sldMk cId="1978419766" sldId="495"/>
            <ac:cxnSpMk id="5" creationId="{00000000-0000-0000-0000-000000000000}"/>
          </ac:cxnSpMkLst>
        </pc:cxnChg>
      </pc:sldChg>
      <pc:sldChg chg="del">
        <pc:chgData name="Mengmeng Ge" userId="bb5bc401-97cb-4caf-9857-8ff441375414" providerId="ADAL" clId="{057586E9-EDF7-4CE0-A6BD-E5A8C17908E8}" dt="2024-04-17T05:13:11.613" v="1466" actId="47"/>
        <pc:sldMkLst>
          <pc:docMk/>
          <pc:sldMk cId="1919097424" sldId="497"/>
        </pc:sldMkLst>
      </pc:sldChg>
      <pc:sldChg chg="del">
        <pc:chgData name="Mengmeng Ge" userId="bb5bc401-97cb-4caf-9857-8ff441375414" providerId="ADAL" clId="{057586E9-EDF7-4CE0-A6BD-E5A8C17908E8}" dt="2024-04-18T09:37:00.030" v="3505" actId="47"/>
        <pc:sldMkLst>
          <pc:docMk/>
          <pc:sldMk cId="3795664678" sldId="498"/>
        </pc:sldMkLst>
      </pc:sldChg>
      <pc:sldChg chg="modSp del mod chgLayout">
        <pc:chgData name="Mengmeng Ge" userId="bb5bc401-97cb-4caf-9857-8ff441375414" providerId="ADAL" clId="{057586E9-EDF7-4CE0-A6BD-E5A8C17908E8}" dt="2024-04-18T23:37:46.176" v="4272" actId="47"/>
        <pc:sldMkLst>
          <pc:docMk/>
          <pc:sldMk cId="904133760" sldId="499"/>
        </pc:sldMkLst>
        <pc:spChg chg="mod ord">
          <ac:chgData name="Mengmeng Ge" userId="bb5bc401-97cb-4caf-9857-8ff441375414" providerId="ADAL" clId="{057586E9-EDF7-4CE0-A6BD-E5A8C17908E8}" dt="2024-04-18T22:22:56.372" v="3865" actId="700"/>
          <ac:spMkLst>
            <pc:docMk/>
            <pc:sldMk cId="904133760" sldId="499"/>
            <ac:spMk id="6" creationId="{00000000-0000-0000-0000-000000000000}"/>
          </ac:spMkLst>
        </pc:spChg>
        <pc:spChg chg="mod ord">
          <ac:chgData name="Mengmeng Ge" userId="bb5bc401-97cb-4caf-9857-8ff441375414" providerId="ADAL" clId="{057586E9-EDF7-4CE0-A6BD-E5A8C17908E8}" dt="2024-04-18T22:22:56.372" v="3865" actId="700"/>
          <ac:spMkLst>
            <pc:docMk/>
            <pc:sldMk cId="904133760" sldId="499"/>
            <ac:spMk id="648194" creationId="{00000000-0000-0000-0000-000000000000}"/>
          </ac:spMkLst>
        </pc:spChg>
        <pc:spChg chg="mod ord">
          <ac:chgData name="Mengmeng Ge" userId="bb5bc401-97cb-4caf-9857-8ff441375414" providerId="ADAL" clId="{057586E9-EDF7-4CE0-A6BD-E5A8C17908E8}" dt="2024-04-18T22:22:56.372" v="3865" actId="700"/>
          <ac:spMkLst>
            <pc:docMk/>
            <pc:sldMk cId="904133760" sldId="499"/>
            <ac:spMk id="648195" creationId="{00000000-0000-0000-0000-000000000000}"/>
          </ac:spMkLst>
        </pc:spChg>
      </pc:sldChg>
      <pc:sldChg chg="del">
        <pc:chgData name="Mengmeng Ge" userId="bb5bc401-97cb-4caf-9857-8ff441375414" providerId="ADAL" clId="{057586E9-EDF7-4CE0-A6BD-E5A8C17908E8}" dt="2024-04-18T23:42:46.714" v="4294" actId="47"/>
        <pc:sldMkLst>
          <pc:docMk/>
          <pc:sldMk cId="261330586" sldId="500"/>
        </pc:sldMkLst>
      </pc:sldChg>
      <pc:sldChg chg="del">
        <pc:chgData name="Mengmeng Ge" userId="bb5bc401-97cb-4caf-9857-8ff441375414" providerId="ADAL" clId="{057586E9-EDF7-4CE0-A6BD-E5A8C17908E8}" dt="2024-04-18T23:42:52.685" v="4295" actId="47"/>
        <pc:sldMkLst>
          <pc:docMk/>
          <pc:sldMk cId="239993365" sldId="501"/>
        </pc:sldMkLst>
      </pc:sldChg>
      <pc:sldChg chg="del">
        <pc:chgData name="Mengmeng Ge" userId="bb5bc401-97cb-4caf-9857-8ff441375414" providerId="ADAL" clId="{057586E9-EDF7-4CE0-A6BD-E5A8C17908E8}" dt="2024-04-18T23:27:01.372" v="4096" actId="47"/>
        <pc:sldMkLst>
          <pc:docMk/>
          <pc:sldMk cId="887384657" sldId="502"/>
        </pc:sldMkLst>
      </pc:sldChg>
      <pc:sldChg chg="del">
        <pc:chgData name="Mengmeng Ge" userId="bb5bc401-97cb-4caf-9857-8ff441375414" providerId="ADAL" clId="{057586E9-EDF7-4CE0-A6BD-E5A8C17908E8}" dt="2024-04-18T23:52:24.008" v="4457" actId="47"/>
        <pc:sldMkLst>
          <pc:docMk/>
          <pc:sldMk cId="2625037030" sldId="503"/>
        </pc:sldMkLst>
      </pc:sldChg>
      <pc:sldChg chg="addSp delSp modSp mod modClrScheme modAnim chgLayout modNotesTx">
        <pc:chgData name="Mengmeng Ge" userId="bb5bc401-97cb-4caf-9857-8ff441375414" providerId="ADAL" clId="{057586E9-EDF7-4CE0-A6BD-E5A8C17908E8}" dt="2024-04-19T00:14:45.463" v="4610" actId="20577"/>
        <pc:sldMkLst>
          <pc:docMk/>
          <pc:sldMk cId="3918731618" sldId="504"/>
        </pc:sldMkLst>
        <pc:spChg chg="mod ord">
          <ac:chgData name="Mengmeng Ge" userId="bb5bc401-97cb-4caf-9857-8ff441375414" providerId="ADAL" clId="{057586E9-EDF7-4CE0-A6BD-E5A8C17908E8}" dt="2024-04-19T00:01:56.402" v="4493" actId="700"/>
          <ac:spMkLst>
            <pc:docMk/>
            <pc:sldMk cId="3918731618" sldId="504"/>
            <ac:spMk id="2" creationId="{00000000-0000-0000-0000-000000000000}"/>
          </ac:spMkLst>
        </pc:spChg>
        <pc:spChg chg="add del mod ord">
          <ac:chgData name="Mengmeng Ge" userId="bb5bc401-97cb-4caf-9857-8ff441375414" providerId="ADAL" clId="{057586E9-EDF7-4CE0-A6BD-E5A8C17908E8}" dt="2024-04-19T00:02:12.143" v="4498" actId="478"/>
          <ac:spMkLst>
            <pc:docMk/>
            <pc:sldMk cId="3918731618" sldId="504"/>
            <ac:spMk id="3" creationId="{5B0DB382-760D-63E1-EC6C-663566329707}"/>
          </ac:spMkLst>
        </pc:spChg>
        <pc:spChg chg="add mod">
          <ac:chgData name="Mengmeng Ge" userId="bb5bc401-97cb-4caf-9857-8ff441375414" providerId="ADAL" clId="{057586E9-EDF7-4CE0-A6BD-E5A8C17908E8}" dt="2024-04-19T00:12:08.548" v="4600" actId="20577"/>
          <ac:spMkLst>
            <pc:docMk/>
            <pc:sldMk cId="3918731618" sldId="504"/>
            <ac:spMk id="4" creationId="{BDA69B4E-396D-E6F1-F846-08E33B279FF0}"/>
          </ac:spMkLst>
        </pc:spChg>
        <pc:spChg chg="mod ord">
          <ac:chgData name="Mengmeng Ge" userId="bb5bc401-97cb-4caf-9857-8ff441375414" providerId="ADAL" clId="{057586E9-EDF7-4CE0-A6BD-E5A8C17908E8}" dt="2024-04-19T00:01:56.402" v="4493" actId="700"/>
          <ac:spMkLst>
            <pc:docMk/>
            <pc:sldMk cId="3918731618" sldId="504"/>
            <ac:spMk id="5" creationId="{00000000-0000-0000-0000-000000000000}"/>
          </ac:spMkLst>
        </pc:spChg>
        <pc:spChg chg="add mod">
          <ac:chgData name="Mengmeng Ge" userId="bb5bc401-97cb-4caf-9857-8ff441375414" providerId="ADAL" clId="{057586E9-EDF7-4CE0-A6BD-E5A8C17908E8}" dt="2024-04-19T00:06:05.770" v="4519" actId="1076"/>
          <ac:spMkLst>
            <pc:docMk/>
            <pc:sldMk cId="3918731618" sldId="504"/>
            <ac:spMk id="6" creationId="{F1E6C12D-FB3D-4838-0C7A-85E030EA0AFD}"/>
          </ac:spMkLst>
        </pc:spChg>
        <pc:spChg chg="del">
          <ac:chgData name="Mengmeng Ge" userId="bb5bc401-97cb-4caf-9857-8ff441375414" providerId="ADAL" clId="{057586E9-EDF7-4CE0-A6BD-E5A8C17908E8}" dt="2024-04-19T00:01:59.925" v="4494" actId="478"/>
          <ac:spMkLst>
            <pc:docMk/>
            <pc:sldMk cId="3918731618" sldId="504"/>
            <ac:spMk id="7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9T00:01:53.004" v="4492" actId="478"/>
          <ac:spMkLst>
            <pc:docMk/>
            <pc:sldMk cId="3918731618" sldId="504"/>
            <ac:spMk id="8" creationId="{00000000-0000-0000-0000-000000000000}"/>
          </ac:spMkLst>
        </pc:spChg>
        <pc:spChg chg="add mod">
          <ac:chgData name="Mengmeng Ge" userId="bb5bc401-97cb-4caf-9857-8ff441375414" providerId="ADAL" clId="{057586E9-EDF7-4CE0-A6BD-E5A8C17908E8}" dt="2024-04-19T00:14:45.463" v="4610" actId="20577"/>
          <ac:spMkLst>
            <pc:docMk/>
            <pc:sldMk cId="3918731618" sldId="504"/>
            <ac:spMk id="9" creationId="{5A75C767-E98D-0100-1377-37D1B78A0A87}"/>
          </ac:spMkLst>
        </pc:spChg>
      </pc:sldChg>
      <pc:sldChg chg="del">
        <pc:chgData name="Mengmeng Ge" userId="bb5bc401-97cb-4caf-9857-8ff441375414" providerId="ADAL" clId="{057586E9-EDF7-4CE0-A6BD-E5A8C17908E8}" dt="2024-04-19T00:12:23.604" v="4602" actId="47"/>
        <pc:sldMkLst>
          <pc:docMk/>
          <pc:sldMk cId="3509167200" sldId="505"/>
        </pc:sldMkLst>
      </pc:sldChg>
      <pc:sldChg chg="add del">
        <pc:chgData name="Mengmeng Ge" userId="bb5bc401-97cb-4caf-9857-8ff441375414" providerId="ADAL" clId="{057586E9-EDF7-4CE0-A6BD-E5A8C17908E8}" dt="2024-04-19T00:35:52.379" v="4628" actId="47"/>
        <pc:sldMkLst>
          <pc:docMk/>
          <pc:sldMk cId="1773404930" sldId="506"/>
        </pc:sldMkLst>
      </pc:sldChg>
      <pc:sldChg chg="add del">
        <pc:chgData name="Mengmeng Ge" userId="bb5bc401-97cb-4caf-9857-8ff441375414" providerId="ADAL" clId="{057586E9-EDF7-4CE0-A6BD-E5A8C17908E8}" dt="2024-04-19T00:35:53.136" v="4630" actId="47"/>
        <pc:sldMkLst>
          <pc:docMk/>
          <pc:sldMk cId="4000154965" sldId="507"/>
        </pc:sldMkLst>
      </pc:sldChg>
      <pc:sldChg chg="add del">
        <pc:chgData name="Mengmeng Ge" userId="bb5bc401-97cb-4caf-9857-8ff441375414" providerId="ADAL" clId="{057586E9-EDF7-4CE0-A6BD-E5A8C17908E8}" dt="2024-04-19T00:35:53.393" v="4631" actId="47"/>
        <pc:sldMkLst>
          <pc:docMk/>
          <pc:sldMk cId="1772696957" sldId="508"/>
        </pc:sldMkLst>
      </pc:sldChg>
      <pc:sldChg chg="add del">
        <pc:chgData name="Mengmeng Ge" userId="bb5bc401-97cb-4caf-9857-8ff441375414" providerId="ADAL" clId="{057586E9-EDF7-4CE0-A6BD-E5A8C17908E8}" dt="2024-04-19T00:35:53.975" v="4632" actId="47"/>
        <pc:sldMkLst>
          <pc:docMk/>
          <pc:sldMk cId="2267607002" sldId="509"/>
        </pc:sldMkLst>
      </pc:sldChg>
      <pc:sldChg chg="add del">
        <pc:chgData name="Mengmeng Ge" userId="bb5bc401-97cb-4caf-9857-8ff441375414" providerId="ADAL" clId="{057586E9-EDF7-4CE0-A6BD-E5A8C17908E8}" dt="2024-04-19T00:35:54.248" v="4633" actId="47"/>
        <pc:sldMkLst>
          <pc:docMk/>
          <pc:sldMk cId="2344215628" sldId="510"/>
        </pc:sldMkLst>
      </pc:sldChg>
      <pc:sldChg chg="add del">
        <pc:chgData name="Mengmeng Ge" userId="bb5bc401-97cb-4caf-9857-8ff441375414" providerId="ADAL" clId="{057586E9-EDF7-4CE0-A6BD-E5A8C17908E8}" dt="2024-04-19T00:35:54.526" v="4634" actId="47"/>
        <pc:sldMkLst>
          <pc:docMk/>
          <pc:sldMk cId="3986360022" sldId="511"/>
        </pc:sldMkLst>
      </pc:sldChg>
      <pc:sldChg chg="del">
        <pc:chgData name="Mengmeng Ge" userId="bb5bc401-97cb-4caf-9857-8ff441375414" providerId="ADAL" clId="{057586E9-EDF7-4CE0-A6BD-E5A8C17908E8}" dt="2024-04-19T00:35:54.822" v="4635" actId="47"/>
        <pc:sldMkLst>
          <pc:docMk/>
          <pc:sldMk cId="267526936" sldId="512"/>
        </pc:sldMkLst>
      </pc:sldChg>
      <pc:sldChg chg="del">
        <pc:chgData name="Mengmeng Ge" userId="bb5bc401-97cb-4caf-9857-8ff441375414" providerId="ADAL" clId="{057586E9-EDF7-4CE0-A6BD-E5A8C17908E8}" dt="2024-04-19T00:35:55.431" v="4636" actId="47"/>
        <pc:sldMkLst>
          <pc:docMk/>
          <pc:sldMk cId="798298770" sldId="513"/>
        </pc:sldMkLst>
      </pc:sldChg>
      <pc:sldChg chg="del">
        <pc:chgData name="Mengmeng Ge" userId="bb5bc401-97cb-4caf-9857-8ff441375414" providerId="ADAL" clId="{057586E9-EDF7-4CE0-A6BD-E5A8C17908E8}" dt="2024-04-19T00:35:56.066" v="4637" actId="47"/>
        <pc:sldMkLst>
          <pc:docMk/>
          <pc:sldMk cId="3807626455" sldId="514"/>
        </pc:sldMkLst>
      </pc:sldChg>
      <pc:sldChg chg="del">
        <pc:chgData name="Mengmeng Ge" userId="bb5bc401-97cb-4caf-9857-8ff441375414" providerId="ADAL" clId="{057586E9-EDF7-4CE0-A6BD-E5A8C17908E8}" dt="2024-04-19T00:35:56.636" v="4638" actId="47"/>
        <pc:sldMkLst>
          <pc:docMk/>
          <pc:sldMk cId="2097809783" sldId="515"/>
        </pc:sldMkLst>
      </pc:sldChg>
      <pc:sldChg chg="del">
        <pc:chgData name="Mengmeng Ge" userId="bb5bc401-97cb-4caf-9857-8ff441375414" providerId="ADAL" clId="{057586E9-EDF7-4CE0-A6BD-E5A8C17908E8}" dt="2024-04-19T00:35:57.873" v="4640" actId="47"/>
        <pc:sldMkLst>
          <pc:docMk/>
          <pc:sldMk cId="2347216921" sldId="516"/>
        </pc:sldMkLst>
      </pc:sldChg>
      <pc:sldChg chg="del">
        <pc:chgData name="Mengmeng Ge" userId="bb5bc401-97cb-4caf-9857-8ff441375414" providerId="ADAL" clId="{057586E9-EDF7-4CE0-A6BD-E5A8C17908E8}" dt="2024-04-19T00:35:59.248" v="4642" actId="47"/>
        <pc:sldMkLst>
          <pc:docMk/>
          <pc:sldMk cId="3925549890" sldId="517"/>
        </pc:sldMkLst>
      </pc:sldChg>
      <pc:sldChg chg="del">
        <pc:chgData name="Mengmeng Ge" userId="bb5bc401-97cb-4caf-9857-8ff441375414" providerId="ADAL" clId="{057586E9-EDF7-4CE0-A6BD-E5A8C17908E8}" dt="2024-04-19T00:35:59.892" v="4643" actId="47"/>
        <pc:sldMkLst>
          <pc:docMk/>
          <pc:sldMk cId="3910503822" sldId="518"/>
        </pc:sldMkLst>
      </pc:sldChg>
      <pc:sldChg chg="del">
        <pc:chgData name="Mengmeng Ge" userId="bb5bc401-97cb-4caf-9857-8ff441375414" providerId="ADAL" clId="{057586E9-EDF7-4CE0-A6BD-E5A8C17908E8}" dt="2024-04-19T00:36:00.592" v="4644" actId="47"/>
        <pc:sldMkLst>
          <pc:docMk/>
          <pc:sldMk cId="1664973576" sldId="519"/>
        </pc:sldMkLst>
      </pc:sldChg>
      <pc:sldChg chg="del">
        <pc:chgData name="Mengmeng Ge" userId="bb5bc401-97cb-4caf-9857-8ff441375414" providerId="ADAL" clId="{057586E9-EDF7-4CE0-A6BD-E5A8C17908E8}" dt="2024-04-19T00:36:01.466" v="4645" actId="47"/>
        <pc:sldMkLst>
          <pc:docMk/>
          <pc:sldMk cId="755086858" sldId="520"/>
        </pc:sldMkLst>
      </pc:sldChg>
      <pc:sldChg chg="addSp delSp modSp mod ord modClrScheme delAnim chgLayout modNotesTx">
        <pc:chgData name="Mengmeng Ge" userId="bb5bc401-97cb-4caf-9857-8ff441375414" providerId="ADAL" clId="{057586E9-EDF7-4CE0-A6BD-E5A8C17908E8}" dt="2024-04-18T23:40:02.768" v="4292" actId="20577"/>
        <pc:sldMkLst>
          <pc:docMk/>
          <pc:sldMk cId="673057446" sldId="521"/>
        </pc:sldMkLst>
        <pc:spChg chg="add del mod ord">
          <ac:chgData name="Mengmeng Ge" userId="bb5bc401-97cb-4caf-9857-8ff441375414" providerId="ADAL" clId="{057586E9-EDF7-4CE0-A6BD-E5A8C17908E8}" dt="2024-04-18T23:27:41.858" v="4099" actId="478"/>
          <ac:spMkLst>
            <pc:docMk/>
            <pc:sldMk cId="673057446" sldId="521"/>
            <ac:spMk id="2" creationId="{F3EA3793-A1F1-0508-4CF9-40099F76A74D}"/>
          </ac:spMkLst>
        </pc:spChg>
        <pc:spChg chg="mod ord">
          <ac:chgData name="Mengmeng Ge" userId="bb5bc401-97cb-4caf-9857-8ff441375414" providerId="ADAL" clId="{057586E9-EDF7-4CE0-A6BD-E5A8C17908E8}" dt="2024-04-18T23:27:38.712" v="4098" actId="700"/>
          <ac:spMkLst>
            <pc:docMk/>
            <pc:sldMk cId="673057446" sldId="521"/>
            <ac:spMk id="11" creationId="{00000000-0000-0000-0000-000000000000}"/>
          </ac:spMkLst>
        </pc:spChg>
        <pc:spChg chg="del">
          <ac:chgData name="Mengmeng Ge" userId="bb5bc401-97cb-4caf-9857-8ff441375414" providerId="ADAL" clId="{057586E9-EDF7-4CE0-A6BD-E5A8C17908E8}" dt="2024-04-18T23:29:38.331" v="4125" actId="478"/>
          <ac:spMkLst>
            <pc:docMk/>
            <pc:sldMk cId="673057446" sldId="521"/>
            <ac:spMk id="12" creationId="{00000000-0000-0000-0000-000000000000}"/>
          </ac:spMkLst>
        </pc:spChg>
        <pc:spChg chg="mod ord">
          <ac:chgData name="Mengmeng Ge" userId="bb5bc401-97cb-4caf-9857-8ff441375414" providerId="ADAL" clId="{057586E9-EDF7-4CE0-A6BD-E5A8C17908E8}" dt="2024-04-18T23:27:38.712" v="4098" actId="700"/>
          <ac:spMkLst>
            <pc:docMk/>
            <pc:sldMk cId="673057446" sldId="521"/>
            <ac:spMk id="652290" creationId="{00000000-0000-0000-0000-000000000000}"/>
          </ac:spMkLst>
        </pc:spChg>
        <pc:spChg chg="mod ord">
          <ac:chgData name="Mengmeng Ge" userId="bb5bc401-97cb-4caf-9857-8ff441375414" providerId="ADAL" clId="{057586E9-EDF7-4CE0-A6BD-E5A8C17908E8}" dt="2024-04-18T23:33:54.097" v="4180" actId="14100"/>
          <ac:spMkLst>
            <pc:docMk/>
            <pc:sldMk cId="673057446" sldId="521"/>
            <ac:spMk id="652291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23:37:17.562" v="4271" actId="20577"/>
          <ac:spMkLst>
            <pc:docMk/>
            <pc:sldMk cId="673057446" sldId="521"/>
            <ac:spMk id="652293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23:37:10.416" v="4270" actId="14100"/>
          <ac:spMkLst>
            <pc:docMk/>
            <pc:sldMk cId="673057446" sldId="521"/>
            <ac:spMk id="652294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23:37:10.416" v="4270" actId="14100"/>
          <ac:spMkLst>
            <pc:docMk/>
            <pc:sldMk cId="673057446" sldId="521"/>
            <ac:spMk id="652295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23:37:10.416" v="4270" actId="14100"/>
          <ac:spMkLst>
            <pc:docMk/>
            <pc:sldMk cId="673057446" sldId="521"/>
            <ac:spMk id="65229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8T23:36:25.368" v="4264" actId="1076"/>
          <ac:spMkLst>
            <pc:docMk/>
            <pc:sldMk cId="673057446" sldId="521"/>
            <ac:spMk id="652297" creationId="{00000000-0000-0000-0000-000000000000}"/>
          </ac:spMkLst>
        </pc:spChg>
        <pc:grpChg chg="mod">
          <ac:chgData name="Mengmeng Ge" userId="bb5bc401-97cb-4caf-9857-8ff441375414" providerId="ADAL" clId="{057586E9-EDF7-4CE0-A6BD-E5A8C17908E8}" dt="2024-04-18T23:37:10.416" v="4270" actId="14100"/>
          <ac:grpSpMkLst>
            <pc:docMk/>
            <pc:sldMk cId="673057446" sldId="521"/>
            <ac:grpSpMk id="652292" creationId="{00000000-0000-0000-0000-000000000000}"/>
          </ac:grpSpMkLst>
        </pc:grpChg>
      </pc:sldChg>
      <pc:sldChg chg="delSp modSp mod delAnim modNotesTx">
        <pc:chgData name="Mengmeng Ge" userId="bb5bc401-97cb-4caf-9857-8ff441375414" providerId="ADAL" clId="{057586E9-EDF7-4CE0-A6BD-E5A8C17908E8}" dt="2024-04-19T07:14:00.940" v="6034" actId="20577"/>
        <pc:sldMkLst>
          <pc:docMk/>
          <pc:sldMk cId="3112333954" sldId="522"/>
        </pc:sldMkLst>
        <pc:spChg chg="del">
          <ac:chgData name="Mengmeng Ge" userId="bb5bc401-97cb-4caf-9857-8ff441375414" providerId="ADAL" clId="{057586E9-EDF7-4CE0-A6BD-E5A8C17908E8}" dt="2024-04-19T06:13:23.928" v="5804" actId="478"/>
          <ac:spMkLst>
            <pc:docMk/>
            <pc:sldMk cId="3112333954" sldId="522"/>
            <ac:spMk id="2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9T06:13:47.458" v="5816" actId="255"/>
          <ac:spMkLst>
            <pc:docMk/>
            <pc:sldMk cId="3112333954" sldId="522"/>
            <ac:spMk id="656386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9T07:14:00.940" v="6034" actId="20577"/>
          <ac:spMkLst>
            <pc:docMk/>
            <pc:sldMk cId="3112333954" sldId="522"/>
            <ac:spMk id="656387" creationId="{00000000-0000-0000-0000-000000000000}"/>
          </ac:spMkLst>
        </pc:spChg>
        <pc:spChg chg="mod">
          <ac:chgData name="Mengmeng Ge" userId="bb5bc401-97cb-4caf-9857-8ff441375414" providerId="ADAL" clId="{057586E9-EDF7-4CE0-A6BD-E5A8C17908E8}" dt="2024-04-19T07:11:03.963" v="6016" actId="20577"/>
          <ac:spMkLst>
            <pc:docMk/>
            <pc:sldMk cId="3112333954" sldId="522"/>
            <ac:spMk id="656388" creationId="{00000000-0000-0000-0000-000000000000}"/>
          </ac:spMkLst>
        </pc:spChg>
      </pc:sldChg>
      <pc:sldChg chg="del">
        <pc:chgData name="Mengmeng Ge" userId="bb5bc401-97cb-4caf-9857-8ff441375414" providerId="ADAL" clId="{057586E9-EDF7-4CE0-A6BD-E5A8C17908E8}" dt="2024-04-17T05:12:17.157" v="1452" actId="47"/>
        <pc:sldMkLst>
          <pc:docMk/>
          <pc:sldMk cId="912083745" sldId="523"/>
        </pc:sldMkLst>
      </pc:sldChg>
      <pc:sldChg chg="modSp mod">
        <pc:chgData name="Mengmeng Ge" userId="bb5bc401-97cb-4caf-9857-8ff441375414" providerId="ADAL" clId="{057586E9-EDF7-4CE0-A6BD-E5A8C17908E8}" dt="2024-04-16T22:47:46.778" v="200" actId="20577"/>
        <pc:sldMkLst>
          <pc:docMk/>
          <pc:sldMk cId="3611239117" sldId="524"/>
        </pc:sldMkLst>
        <pc:spChg chg="mod">
          <ac:chgData name="Mengmeng Ge" userId="bb5bc401-97cb-4caf-9857-8ff441375414" providerId="ADAL" clId="{057586E9-EDF7-4CE0-A6BD-E5A8C17908E8}" dt="2024-04-16T22:47:46.778" v="200" actId="20577"/>
          <ac:spMkLst>
            <pc:docMk/>
            <pc:sldMk cId="3611239117" sldId="524"/>
            <ac:spMk id="3" creationId="{00000000-0000-0000-0000-000000000000}"/>
          </ac:spMkLst>
        </pc:spChg>
      </pc:sldChg>
      <pc:sldChg chg="modSp mod">
        <pc:chgData name="Mengmeng Ge" userId="bb5bc401-97cb-4caf-9857-8ff441375414" providerId="ADAL" clId="{057586E9-EDF7-4CE0-A6BD-E5A8C17908E8}" dt="2024-04-17T04:04:40.940" v="666" actId="13926"/>
        <pc:sldMkLst>
          <pc:docMk/>
          <pc:sldMk cId="606395498" sldId="632"/>
        </pc:sldMkLst>
        <pc:spChg chg="mod">
          <ac:chgData name="Mengmeng Ge" userId="bb5bc401-97cb-4caf-9857-8ff441375414" providerId="ADAL" clId="{057586E9-EDF7-4CE0-A6BD-E5A8C17908E8}" dt="2024-04-17T04:04:40.940" v="666" actId="13926"/>
          <ac:spMkLst>
            <pc:docMk/>
            <pc:sldMk cId="606395498" sldId="632"/>
            <ac:spMk id="3" creationId="{00000000-0000-0000-0000-000000000000}"/>
          </ac:spMkLst>
        </pc:spChg>
      </pc:sldChg>
      <pc:sldChg chg="addSp delSp modSp add mod">
        <pc:chgData name="Mengmeng Ge" userId="bb5bc401-97cb-4caf-9857-8ff441375414" providerId="ADAL" clId="{057586E9-EDF7-4CE0-A6BD-E5A8C17908E8}" dt="2024-04-16T22:33:27.390" v="163"/>
        <pc:sldMkLst>
          <pc:docMk/>
          <pc:sldMk cId="645886108" sldId="634"/>
        </pc:sldMkLst>
        <pc:spChg chg="mod">
          <ac:chgData name="Mengmeng Ge" userId="bb5bc401-97cb-4caf-9857-8ff441375414" providerId="ADAL" clId="{057586E9-EDF7-4CE0-A6BD-E5A8C17908E8}" dt="2024-04-16T22:31:20.348" v="148" actId="20577"/>
          <ac:spMkLst>
            <pc:docMk/>
            <pc:sldMk cId="645886108" sldId="634"/>
            <ac:spMk id="2" creationId="{00000000-0000-0000-0000-000000000000}"/>
          </ac:spMkLst>
        </pc:spChg>
        <pc:spChg chg="del mod">
          <ac:chgData name="Mengmeng Ge" userId="bb5bc401-97cb-4caf-9857-8ff441375414" providerId="ADAL" clId="{057586E9-EDF7-4CE0-A6BD-E5A8C17908E8}" dt="2024-04-16T22:32:24.307" v="153" actId="12084"/>
          <ac:spMkLst>
            <pc:docMk/>
            <pc:sldMk cId="645886108" sldId="634"/>
            <ac:spMk id="3" creationId="{00000000-0000-0000-0000-000000000000}"/>
          </ac:spMkLst>
        </pc:spChg>
        <pc:graphicFrameChg chg="add mod modGraphic">
          <ac:chgData name="Mengmeng Ge" userId="bb5bc401-97cb-4caf-9857-8ff441375414" providerId="ADAL" clId="{057586E9-EDF7-4CE0-A6BD-E5A8C17908E8}" dt="2024-04-16T22:33:27.390" v="163"/>
          <ac:graphicFrameMkLst>
            <pc:docMk/>
            <pc:sldMk cId="645886108" sldId="634"/>
            <ac:graphicFrameMk id="5" creationId="{F34BD0D9-2987-E8F8-B5C6-E7DE380685AF}"/>
          </ac:graphicFrameMkLst>
        </pc:graphicFrameChg>
      </pc:sldChg>
      <pc:sldChg chg="addSp modSp new mod">
        <pc:chgData name="Mengmeng Ge" userId="bb5bc401-97cb-4caf-9857-8ff441375414" providerId="ADAL" clId="{057586E9-EDF7-4CE0-A6BD-E5A8C17908E8}" dt="2024-04-17T04:14:15.182" v="737" actId="20577"/>
        <pc:sldMkLst>
          <pc:docMk/>
          <pc:sldMk cId="3653929728" sldId="635"/>
        </pc:sldMkLst>
        <pc:spChg chg="mod">
          <ac:chgData name="Mengmeng Ge" userId="bb5bc401-97cb-4caf-9857-8ff441375414" providerId="ADAL" clId="{057586E9-EDF7-4CE0-A6BD-E5A8C17908E8}" dt="2024-04-16T23:05:54.870" v="268"/>
          <ac:spMkLst>
            <pc:docMk/>
            <pc:sldMk cId="3653929728" sldId="635"/>
            <ac:spMk id="2" creationId="{6690D809-2EFD-44DE-8BAF-00607D1A7C6B}"/>
          </ac:spMkLst>
        </pc:spChg>
        <pc:spChg chg="mod">
          <ac:chgData name="Mengmeng Ge" userId="bb5bc401-97cb-4caf-9857-8ff441375414" providerId="ADAL" clId="{057586E9-EDF7-4CE0-A6BD-E5A8C17908E8}" dt="2024-04-17T04:14:15.182" v="737" actId="20577"/>
          <ac:spMkLst>
            <pc:docMk/>
            <pc:sldMk cId="3653929728" sldId="635"/>
            <ac:spMk id="3" creationId="{ACB16D28-81A5-8C1D-3B4E-94D18D5C0CBD}"/>
          </ac:spMkLst>
        </pc:spChg>
        <pc:spChg chg="add mod">
          <ac:chgData name="Mengmeng Ge" userId="bb5bc401-97cb-4caf-9857-8ff441375414" providerId="ADAL" clId="{057586E9-EDF7-4CE0-A6BD-E5A8C17908E8}" dt="2024-04-16T23:08:09.531" v="302" actId="1076"/>
          <ac:spMkLst>
            <pc:docMk/>
            <pc:sldMk cId="3653929728" sldId="635"/>
            <ac:spMk id="8" creationId="{DCF6BA98-64BA-3DF7-20AC-1FEABED0747B}"/>
          </ac:spMkLst>
        </pc:spChg>
        <pc:picChg chg="add mod">
          <ac:chgData name="Mengmeng Ge" userId="bb5bc401-97cb-4caf-9857-8ff441375414" providerId="ADAL" clId="{057586E9-EDF7-4CE0-A6BD-E5A8C17908E8}" dt="2024-04-16T23:08:05.730" v="301" actId="1076"/>
          <ac:picMkLst>
            <pc:docMk/>
            <pc:sldMk cId="3653929728" sldId="635"/>
            <ac:picMk id="6" creationId="{CE1DD471-A2BF-8EDB-6AB7-5068BDE0FC2D}"/>
          </ac:picMkLst>
        </pc:picChg>
      </pc:sldChg>
      <pc:sldChg chg="modSp new mod">
        <pc:chgData name="Mengmeng Ge" userId="bb5bc401-97cb-4caf-9857-8ff441375414" providerId="ADAL" clId="{057586E9-EDF7-4CE0-A6BD-E5A8C17908E8}" dt="2024-04-17T04:54:27.073" v="1281" actId="20577"/>
        <pc:sldMkLst>
          <pc:docMk/>
          <pc:sldMk cId="3156054951" sldId="636"/>
        </pc:sldMkLst>
        <pc:spChg chg="mod">
          <ac:chgData name="Mengmeng Ge" userId="bb5bc401-97cb-4caf-9857-8ff441375414" providerId="ADAL" clId="{057586E9-EDF7-4CE0-A6BD-E5A8C17908E8}" dt="2024-04-17T04:47:04.548" v="1123" actId="20577"/>
          <ac:spMkLst>
            <pc:docMk/>
            <pc:sldMk cId="3156054951" sldId="636"/>
            <ac:spMk id="2" creationId="{7B2A9527-F42F-A84B-201F-373ED41C694F}"/>
          </ac:spMkLst>
        </pc:spChg>
        <pc:spChg chg="mod">
          <ac:chgData name="Mengmeng Ge" userId="bb5bc401-97cb-4caf-9857-8ff441375414" providerId="ADAL" clId="{057586E9-EDF7-4CE0-A6BD-E5A8C17908E8}" dt="2024-04-17T04:54:27.073" v="1281" actId="20577"/>
          <ac:spMkLst>
            <pc:docMk/>
            <pc:sldMk cId="3156054951" sldId="636"/>
            <ac:spMk id="3" creationId="{07B99062-CDCB-5987-BA23-4BDD9BB0BE88}"/>
          </ac:spMkLst>
        </pc:spChg>
      </pc:sldChg>
      <pc:sldChg chg="addSp delSp modSp new mod modNotesTx">
        <pc:chgData name="Mengmeng Ge" userId="bb5bc401-97cb-4caf-9857-8ff441375414" providerId="ADAL" clId="{057586E9-EDF7-4CE0-A6BD-E5A8C17908E8}" dt="2024-04-17T05:21:53.662" v="1508" actId="20577"/>
        <pc:sldMkLst>
          <pc:docMk/>
          <pc:sldMk cId="2495595205" sldId="637"/>
        </pc:sldMkLst>
        <pc:spChg chg="mod">
          <ac:chgData name="Mengmeng Ge" userId="bb5bc401-97cb-4caf-9857-8ff441375414" providerId="ADAL" clId="{057586E9-EDF7-4CE0-A6BD-E5A8C17908E8}" dt="2024-04-17T04:18:27.745" v="781" actId="20577"/>
          <ac:spMkLst>
            <pc:docMk/>
            <pc:sldMk cId="2495595205" sldId="637"/>
            <ac:spMk id="2" creationId="{1EB1BEFF-5715-BC8E-B957-86DFE4B3BCA2}"/>
          </ac:spMkLst>
        </pc:spChg>
        <pc:spChg chg="del">
          <ac:chgData name="Mengmeng Ge" userId="bb5bc401-97cb-4caf-9857-8ff441375414" providerId="ADAL" clId="{057586E9-EDF7-4CE0-A6BD-E5A8C17908E8}" dt="2024-04-17T04:10:08.429" v="698" actId="478"/>
          <ac:spMkLst>
            <pc:docMk/>
            <pc:sldMk cId="2495595205" sldId="637"/>
            <ac:spMk id="3" creationId="{8619FEDF-1EF5-6BF3-3C8F-81F8EF945F25}"/>
          </ac:spMkLst>
        </pc:spChg>
        <pc:spChg chg="add mod">
          <ac:chgData name="Mengmeng Ge" userId="bb5bc401-97cb-4caf-9857-8ff441375414" providerId="ADAL" clId="{057586E9-EDF7-4CE0-A6BD-E5A8C17908E8}" dt="2024-04-17T04:19:11.759" v="791" actId="1076"/>
          <ac:spMkLst>
            <pc:docMk/>
            <pc:sldMk cId="2495595205" sldId="637"/>
            <ac:spMk id="8" creationId="{728627C3-38CC-F7D0-CB2A-489755D305F4}"/>
          </ac:spMkLst>
        </pc:spChg>
        <pc:spChg chg="add mod">
          <ac:chgData name="Mengmeng Ge" userId="bb5bc401-97cb-4caf-9857-8ff441375414" providerId="ADAL" clId="{057586E9-EDF7-4CE0-A6BD-E5A8C17908E8}" dt="2024-04-17T04:25:25.677" v="940" actId="12789"/>
          <ac:spMkLst>
            <pc:docMk/>
            <pc:sldMk cId="2495595205" sldId="637"/>
            <ac:spMk id="9" creationId="{DA515BA5-4648-E1D1-6A98-868E6714AA8C}"/>
          </ac:spMkLst>
        </pc:spChg>
        <pc:spChg chg="add mod">
          <ac:chgData name="Mengmeng Ge" userId="bb5bc401-97cb-4caf-9857-8ff441375414" providerId="ADAL" clId="{057586E9-EDF7-4CE0-A6BD-E5A8C17908E8}" dt="2024-04-17T04:25:25.677" v="940" actId="12789"/>
          <ac:spMkLst>
            <pc:docMk/>
            <pc:sldMk cId="2495595205" sldId="637"/>
            <ac:spMk id="10" creationId="{CEC4CFD8-7349-7829-5354-8B5EF8082BEE}"/>
          </ac:spMkLst>
        </pc:spChg>
        <pc:spChg chg="add mod">
          <ac:chgData name="Mengmeng Ge" userId="bb5bc401-97cb-4caf-9857-8ff441375414" providerId="ADAL" clId="{057586E9-EDF7-4CE0-A6BD-E5A8C17908E8}" dt="2024-04-17T04:25:42.626" v="953" actId="1035"/>
          <ac:spMkLst>
            <pc:docMk/>
            <pc:sldMk cId="2495595205" sldId="637"/>
            <ac:spMk id="11" creationId="{C9ACBDC5-8C01-9998-BD2A-606B6C2A23C0}"/>
          </ac:spMkLst>
        </pc:spChg>
        <pc:spChg chg="add mod">
          <ac:chgData name="Mengmeng Ge" userId="bb5bc401-97cb-4caf-9857-8ff441375414" providerId="ADAL" clId="{057586E9-EDF7-4CE0-A6BD-E5A8C17908E8}" dt="2024-04-17T04:25:47.125" v="954" actId="1035"/>
          <ac:spMkLst>
            <pc:docMk/>
            <pc:sldMk cId="2495595205" sldId="637"/>
            <ac:spMk id="12" creationId="{EF5E59A7-B9AC-6417-9992-BE57B4468C21}"/>
          </ac:spMkLst>
        </pc:spChg>
        <pc:picChg chg="add mod modCrop">
          <ac:chgData name="Mengmeng Ge" userId="bb5bc401-97cb-4caf-9857-8ff441375414" providerId="ADAL" clId="{057586E9-EDF7-4CE0-A6BD-E5A8C17908E8}" dt="2024-04-17T04:24:43.205" v="916" actId="1037"/>
          <ac:picMkLst>
            <pc:docMk/>
            <pc:sldMk cId="2495595205" sldId="637"/>
            <ac:picMk id="6" creationId="{131F414E-8390-B6B4-03C1-13E52F53C43B}"/>
          </ac:picMkLst>
        </pc:picChg>
      </pc:sldChg>
      <pc:sldChg chg="addSp delSp modSp new mod modClrScheme chgLayout">
        <pc:chgData name="Mengmeng Ge" userId="bb5bc401-97cb-4caf-9857-8ff441375414" providerId="ADAL" clId="{057586E9-EDF7-4CE0-A6BD-E5A8C17908E8}" dt="2024-04-18T22:06:57.747" v="3527" actId="20577"/>
        <pc:sldMkLst>
          <pc:docMk/>
          <pc:sldMk cId="512354182" sldId="638"/>
        </pc:sldMkLst>
        <pc:spChg chg="del mod ord">
          <ac:chgData name="Mengmeng Ge" userId="bb5bc401-97cb-4caf-9857-8ff441375414" providerId="ADAL" clId="{057586E9-EDF7-4CE0-A6BD-E5A8C17908E8}" dt="2024-04-17T04:26:44.746" v="957" actId="700"/>
          <ac:spMkLst>
            <pc:docMk/>
            <pc:sldMk cId="512354182" sldId="638"/>
            <ac:spMk id="2" creationId="{0987B585-93E0-867D-21E4-0571B8964888}"/>
          </ac:spMkLst>
        </pc:spChg>
        <pc:spChg chg="del mod ord">
          <ac:chgData name="Mengmeng Ge" userId="bb5bc401-97cb-4caf-9857-8ff441375414" providerId="ADAL" clId="{057586E9-EDF7-4CE0-A6BD-E5A8C17908E8}" dt="2024-04-17T04:26:44.746" v="957" actId="700"/>
          <ac:spMkLst>
            <pc:docMk/>
            <pc:sldMk cId="512354182" sldId="638"/>
            <ac:spMk id="3" creationId="{DA3A82B7-5762-55D5-29B7-CDAAD908EFA6}"/>
          </ac:spMkLst>
        </pc:spChg>
        <pc:spChg chg="mod ord">
          <ac:chgData name="Mengmeng Ge" userId="bb5bc401-97cb-4caf-9857-8ff441375414" providerId="ADAL" clId="{057586E9-EDF7-4CE0-A6BD-E5A8C17908E8}" dt="2024-04-17T04:26:44.746" v="957" actId="700"/>
          <ac:spMkLst>
            <pc:docMk/>
            <pc:sldMk cId="512354182" sldId="638"/>
            <ac:spMk id="4" creationId="{B23CD7C4-62A9-E6FC-B024-FC96833D46DC}"/>
          </ac:spMkLst>
        </pc:spChg>
        <pc:spChg chg="add mod ord">
          <ac:chgData name="Mengmeng Ge" userId="bb5bc401-97cb-4caf-9857-8ff441375414" providerId="ADAL" clId="{057586E9-EDF7-4CE0-A6BD-E5A8C17908E8}" dt="2024-04-18T22:06:57.747" v="3527" actId="20577"/>
          <ac:spMkLst>
            <pc:docMk/>
            <pc:sldMk cId="512354182" sldId="638"/>
            <ac:spMk id="5" creationId="{89484C16-543D-E82D-5565-F4C8136B4660}"/>
          </ac:spMkLst>
        </pc:spChg>
        <pc:spChg chg="add mod ord">
          <ac:chgData name="Mengmeng Ge" userId="bb5bc401-97cb-4caf-9857-8ff441375414" providerId="ADAL" clId="{057586E9-EDF7-4CE0-A6BD-E5A8C17908E8}" dt="2024-04-17T04:26:44.746" v="957" actId="700"/>
          <ac:spMkLst>
            <pc:docMk/>
            <pc:sldMk cId="512354182" sldId="638"/>
            <ac:spMk id="6" creationId="{27DE4EA5-E828-C10C-29D6-5277DD2D8969}"/>
          </ac:spMkLst>
        </pc:spChg>
      </pc:sldChg>
      <pc:sldChg chg="addSp delSp modSp new mod modNotesTx">
        <pc:chgData name="Mengmeng Ge" userId="bb5bc401-97cb-4caf-9857-8ff441375414" providerId="ADAL" clId="{057586E9-EDF7-4CE0-A6BD-E5A8C17908E8}" dt="2024-04-18T00:22:10.693" v="1627"/>
        <pc:sldMkLst>
          <pc:docMk/>
          <pc:sldMk cId="2195417244" sldId="639"/>
        </pc:sldMkLst>
        <pc:spChg chg="mod">
          <ac:chgData name="Mengmeng Ge" userId="bb5bc401-97cb-4caf-9857-8ff441375414" providerId="ADAL" clId="{057586E9-EDF7-4CE0-A6BD-E5A8C17908E8}" dt="2024-04-17T04:33:08.797" v="981" actId="255"/>
          <ac:spMkLst>
            <pc:docMk/>
            <pc:sldMk cId="2195417244" sldId="639"/>
            <ac:spMk id="2" creationId="{EFE18B37-7EAB-20EA-F6D1-CEA865939F64}"/>
          </ac:spMkLst>
        </pc:spChg>
        <pc:spChg chg="del">
          <ac:chgData name="Mengmeng Ge" userId="bb5bc401-97cb-4caf-9857-8ff441375414" providerId="ADAL" clId="{057586E9-EDF7-4CE0-A6BD-E5A8C17908E8}" dt="2024-04-17T04:33:29.380" v="982" actId="478"/>
          <ac:spMkLst>
            <pc:docMk/>
            <pc:sldMk cId="2195417244" sldId="639"/>
            <ac:spMk id="3" creationId="{5B8ADADD-B07B-2DE2-9550-F8265F56FDA6}"/>
          </ac:spMkLst>
        </pc:spChg>
        <pc:spChg chg="add mod">
          <ac:chgData name="Mengmeng Ge" userId="bb5bc401-97cb-4caf-9857-8ff441375414" providerId="ADAL" clId="{057586E9-EDF7-4CE0-A6BD-E5A8C17908E8}" dt="2024-04-17T04:34:12.763" v="1005" actId="1076"/>
          <ac:spMkLst>
            <pc:docMk/>
            <pc:sldMk cId="2195417244" sldId="639"/>
            <ac:spMk id="7" creationId="{270B39CC-524F-FC8D-4C99-358BB05BA5DC}"/>
          </ac:spMkLst>
        </pc:spChg>
        <pc:picChg chg="add mod">
          <ac:chgData name="Mengmeng Ge" userId="bb5bc401-97cb-4caf-9857-8ff441375414" providerId="ADAL" clId="{057586E9-EDF7-4CE0-A6BD-E5A8C17908E8}" dt="2024-04-17T04:33:31.857" v="986" actId="1036"/>
          <ac:picMkLst>
            <pc:docMk/>
            <pc:sldMk cId="2195417244" sldId="639"/>
            <ac:picMk id="6" creationId="{234AD91B-BD84-9B54-613B-4263DCA6ABE2}"/>
          </ac:picMkLst>
        </pc:picChg>
      </pc:sldChg>
      <pc:sldChg chg="modSp add mod modNotesTx">
        <pc:chgData name="Mengmeng Ge" userId="bb5bc401-97cb-4caf-9857-8ff441375414" providerId="ADAL" clId="{057586E9-EDF7-4CE0-A6BD-E5A8C17908E8}" dt="2024-04-17T04:58:19.279" v="1361" actId="20577"/>
        <pc:sldMkLst>
          <pc:docMk/>
          <pc:sldMk cId="3096825469" sldId="640"/>
        </pc:sldMkLst>
        <pc:spChg chg="mod">
          <ac:chgData name="Mengmeng Ge" userId="bb5bc401-97cb-4caf-9857-8ff441375414" providerId="ADAL" clId="{057586E9-EDF7-4CE0-A6BD-E5A8C17908E8}" dt="2024-04-17T04:50:20.450" v="1138" actId="20577"/>
          <ac:spMkLst>
            <pc:docMk/>
            <pc:sldMk cId="3096825469" sldId="640"/>
            <ac:spMk id="2" creationId="{7B2A9527-F42F-A84B-201F-373ED41C694F}"/>
          </ac:spMkLst>
        </pc:spChg>
        <pc:spChg chg="mod">
          <ac:chgData name="Mengmeng Ge" userId="bb5bc401-97cb-4caf-9857-8ff441375414" providerId="ADAL" clId="{057586E9-EDF7-4CE0-A6BD-E5A8C17908E8}" dt="2024-04-17T04:58:19.279" v="1361" actId="20577"/>
          <ac:spMkLst>
            <pc:docMk/>
            <pc:sldMk cId="3096825469" sldId="640"/>
            <ac:spMk id="3" creationId="{07B99062-CDCB-5987-BA23-4BDD9BB0BE88}"/>
          </ac:spMkLst>
        </pc:spChg>
      </pc:sldChg>
      <pc:sldChg chg="modSp new mod modNotesTx">
        <pc:chgData name="Mengmeng Ge" userId="bb5bc401-97cb-4caf-9857-8ff441375414" providerId="ADAL" clId="{057586E9-EDF7-4CE0-A6BD-E5A8C17908E8}" dt="2024-04-18T22:08:43.159" v="3543" actId="20577"/>
        <pc:sldMkLst>
          <pc:docMk/>
          <pc:sldMk cId="331954586" sldId="641"/>
        </pc:sldMkLst>
        <pc:spChg chg="mod">
          <ac:chgData name="Mengmeng Ge" userId="bb5bc401-97cb-4caf-9857-8ff441375414" providerId="ADAL" clId="{057586E9-EDF7-4CE0-A6BD-E5A8C17908E8}" dt="2024-04-17T05:01:45.388" v="1388" actId="20577"/>
          <ac:spMkLst>
            <pc:docMk/>
            <pc:sldMk cId="331954586" sldId="641"/>
            <ac:spMk id="2" creationId="{26BB8C80-2134-2C72-5E22-27AFEBB61AE4}"/>
          </ac:spMkLst>
        </pc:spChg>
        <pc:spChg chg="mod">
          <ac:chgData name="Mengmeng Ge" userId="bb5bc401-97cb-4caf-9857-8ff441375414" providerId="ADAL" clId="{057586E9-EDF7-4CE0-A6BD-E5A8C17908E8}" dt="2024-04-17T05:18:46.252" v="1499" actId="20577"/>
          <ac:spMkLst>
            <pc:docMk/>
            <pc:sldMk cId="331954586" sldId="641"/>
            <ac:spMk id="3" creationId="{E1112BF0-4BD0-DF85-7219-8D42067A9FE9}"/>
          </ac:spMkLst>
        </pc:spChg>
      </pc:sldChg>
      <pc:sldChg chg="modSp add mod">
        <pc:chgData name="Mengmeng Ge" userId="bb5bc401-97cb-4caf-9857-8ff441375414" providerId="ADAL" clId="{057586E9-EDF7-4CE0-A6BD-E5A8C17908E8}" dt="2024-04-17T05:21:33.217" v="1505" actId="20577"/>
        <pc:sldMkLst>
          <pc:docMk/>
          <pc:sldMk cId="3883140590" sldId="642"/>
        </pc:sldMkLst>
        <pc:spChg chg="mod">
          <ac:chgData name="Mengmeng Ge" userId="bb5bc401-97cb-4caf-9857-8ff441375414" providerId="ADAL" clId="{057586E9-EDF7-4CE0-A6BD-E5A8C17908E8}" dt="2024-04-17T05:11:24.853" v="1451" actId="20577"/>
          <ac:spMkLst>
            <pc:docMk/>
            <pc:sldMk cId="3883140590" sldId="642"/>
            <ac:spMk id="2" creationId="{26BB8C80-2134-2C72-5E22-27AFEBB61AE4}"/>
          </ac:spMkLst>
        </pc:spChg>
        <pc:spChg chg="mod">
          <ac:chgData name="Mengmeng Ge" userId="bb5bc401-97cb-4caf-9857-8ff441375414" providerId="ADAL" clId="{057586E9-EDF7-4CE0-A6BD-E5A8C17908E8}" dt="2024-04-17T05:21:33.217" v="1505" actId="20577"/>
          <ac:spMkLst>
            <pc:docMk/>
            <pc:sldMk cId="3883140590" sldId="642"/>
            <ac:spMk id="3" creationId="{E1112BF0-4BD0-DF85-7219-8D42067A9FE9}"/>
          </ac:spMkLst>
        </pc:spChg>
      </pc:sldChg>
      <pc:sldChg chg="addSp delSp modSp new mod modClrScheme chgLayout">
        <pc:chgData name="Mengmeng Ge" userId="bb5bc401-97cb-4caf-9857-8ff441375414" providerId="ADAL" clId="{057586E9-EDF7-4CE0-A6BD-E5A8C17908E8}" dt="2024-04-18T22:07:32.569" v="3539" actId="20577"/>
        <pc:sldMkLst>
          <pc:docMk/>
          <pc:sldMk cId="247394159" sldId="643"/>
        </pc:sldMkLst>
        <pc:spChg chg="del mod ord">
          <ac:chgData name="Mengmeng Ge" userId="bb5bc401-97cb-4caf-9857-8ff441375414" providerId="ADAL" clId="{057586E9-EDF7-4CE0-A6BD-E5A8C17908E8}" dt="2024-04-17T05:12:51.636" v="1454" actId="700"/>
          <ac:spMkLst>
            <pc:docMk/>
            <pc:sldMk cId="247394159" sldId="643"/>
            <ac:spMk id="2" creationId="{B96CECA9-0948-0743-6099-7602D59B2ACE}"/>
          </ac:spMkLst>
        </pc:spChg>
        <pc:spChg chg="del mod ord">
          <ac:chgData name="Mengmeng Ge" userId="bb5bc401-97cb-4caf-9857-8ff441375414" providerId="ADAL" clId="{057586E9-EDF7-4CE0-A6BD-E5A8C17908E8}" dt="2024-04-17T05:12:51.636" v="1454" actId="700"/>
          <ac:spMkLst>
            <pc:docMk/>
            <pc:sldMk cId="247394159" sldId="643"/>
            <ac:spMk id="3" creationId="{84272EE7-2321-5F94-194B-6CE1D23DF7B6}"/>
          </ac:spMkLst>
        </pc:spChg>
        <pc:spChg chg="mod ord">
          <ac:chgData name="Mengmeng Ge" userId="bb5bc401-97cb-4caf-9857-8ff441375414" providerId="ADAL" clId="{057586E9-EDF7-4CE0-A6BD-E5A8C17908E8}" dt="2024-04-17T05:12:51.636" v="1454" actId="700"/>
          <ac:spMkLst>
            <pc:docMk/>
            <pc:sldMk cId="247394159" sldId="643"/>
            <ac:spMk id="4" creationId="{EA903B4A-EE8C-528F-9584-63A6F1369EA6}"/>
          </ac:spMkLst>
        </pc:spChg>
        <pc:spChg chg="add mod ord">
          <ac:chgData name="Mengmeng Ge" userId="bb5bc401-97cb-4caf-9857-8ff441375414" providerId="ADAL" clId="{057586E9-EDF7-4CE0-A6BD-E5A8C17908E8}" dt="2024-04-18T22:07:32.569" v="3539" actId="20577"/>
          <ac:spMkLst>
            <pc:docMk/>
            <pc:sldMk cId="247394159" sldId="643"/>
            <ac:spMk id="5" creationId="{E6593E58-1CAA-4C1F-98CA-DFB22499A458}"/>
          </ac:spMkLst>
        </pc:spChg>
        <pc:spChg chg="add mod ord">
          <ac:chgData name="Mengmeng Ge" userId="bb5bc401-97cb-4caf-9857-8ff441375414" providerId="ADAL" clId="{057586E9-EDF7-4CE0-A6BD-E5A8C17908E8}" dt="2024-04-17T05:12:51.636" v="1454" actId="700"/>
          <ac:spMkLst>
            <pc:docMk/>
            <pc:sldMk cId="247394159" sldId="643"/>
            <ac:spMk id="6" creationId="{8A230775-A784-D5D4-BFEC-CB0DFA578D48}"/>
          </ac:spMkLst>
        </pc:spChg>
      </pc:sldChg>
      <pc:sldChg chg="addSp delSp modSp new mod modClrScheme chgLayout">
        <pc:chgData name="Mengmeng Ge" userId="bb5bc401-97cb-4caf-9857-8ff441375414" providerId="ADAL" clId="{057586E9-EDF7-4CE0-A6BD-E5A8C17908E8}" dt="2024-04-18T06:29:04.476" v="3096" actId="20577"/>
        <pc:sldMkLst>
          <pc:docMk/>
          <pc:sldMk cId="3212212690" sldId="644"/>
        </pc:sldMkLst>
        <pc:spChg chg="del mod ord">
          <ac:chgData name="Mengmeng Ge" userId="bb5bc401-97cb-4caf-9857-8ff441375414" providerId="ADAL" clId="{057586E9-EDF7-4CE0-A6BD-E5A8C17908E8}" dt="2024-04-18T06:29:02.110" v="3089" actId="700"/>
          <ac:spMkLst>
            <pc:docMk/>
            <pc:sldMk cId="3212212690" sldId="644"/>
            <ac:spMk id="2" creationId="{EC3D19C0-AABB-3E9F-0EA4-C32C683F5A42}"/>
          </ac:spMkLst>
        </pc:spChg>
        <pc:spChg chg="del mod ord">
          <ac:chgData name="Mengmeng Ge" userId="bb5bc401-97cb-4caf-9857-8ff441375414" providerId="ADAL" clId="{057586E9-EDF7-4CE0-A6BD-E5A8C17908E8}" dt="2024-04-18T06:29:02.110" v="3089" actId="700"/>
          <ac:spMkLst>
            <pc:docMk/>
            <pc:sldMk cId="3212212690" sldId="644"/>
            <ac:spMk id="3" creationId="{465DE0C2-3E68-9EF0-E3BD-5AD24F08201A}"/>
          </ac:spMkLst>
        </pc:spChg>
        <pc:spChg chg="del">
          <ac:chgData name="Mengmeng Ge" userId="bb5bc401-97cb-4caf-9857-8ff441375414" providerId="ADAL" clId="{057586E9-EDF7-4CE0-A6BD-E5A8C17908E8}" dt="2024-04-18T06:29:02.110" v="3089" actId="700"/>
          <ac:spMkLst>
            <pc:docMk/>
            <pc:sldMk cId="3212212690" sldId="644"/>
            <ac:spMk id="4" creationId="{79343F9A-A235-C844-195E-799F4FCF8C18}"/>
          </ac:spMkLst>
        </pc:spChg>
        <pc:spChg chg="mod ord">
          <ac:chgData name="Mengmeng Ge" userId="bb5bc401-97cb-4caf-9857-8ff441375414" providerId="ADAL" clId="{057586E9-EDF7-4CE0-A6BD-E5A8C17908E8}" dt="2024-04-18T06:29:02.110" v="3089" actId="700"/>
          <ac:spMkLst>
            <pc:docMk/>
            <pc:sldMk cId="3212212690" sldId="644"/>
            <ac:spMk id="5" creationId="{D7BE70ED-9BDE-543F-D36D-0E86A784DA1D}"/>
          </ac:spMkLst>
        </pc:spChg>
        <pc:spChg chg="add mod ord">
          <ac:chgData name="Mengmeng Ge" userId="bb5bc401-97cb-4caf-9857-8ff441375414" providerId="ADAL" clId="{057586E9-EDF7-4CE0-A6BD-E5A8C17908E8}" dt="2024-04-18T06:29:04.476" v="3096" actId="20577"/>
          <ac:spMkLst>
            <pc:docMk/>
            <pc:sldMk cId="3212212690" sldId="644"/>
            <ac:spMk id="6" creationId="{5AD23716-CE97-F180-6E26-2737803D58B8}"/>
          </ac:spMkLst>
        </pc:spChg>
        <pc:spChg chg="add mod ord">
          <ac:chgData name="Mengmeng Ge" userId="bb5bc401-97cb-4caf-9857-8ff441375414" providerId="ADAL" clId="{057586E9-EDF7-4CE0-A6BD-E5A8C17908E8}" dt="2024-04-18T06:29:02.110" v="3089" actId="700"/>
          <ac:spMkLst>
            <pc:docMk/>
            <pc:sldMk cId="3212212690" sldId="644"/>
            <ac:spMk id="7" creationId="{AB3133BE-4639-57A9-5863-EAA5511FDF73}"/>
          </ac:spMkLst>
        </pc:spChg>
      </pc:sldChg>
      <pc:sldChg chg="modSp new del mod">
        <pc:chgData name="Mengmeng Ge" userId="bb5bc401-97cb-4caf-9857-8ff441375414" providerId="ADAL" clId="{057586E9-EDF7-4CE0-A6BD-E5A8C17908E8}" dt="2024-04-18T03:14:23.336" v="1886" actId="47"/>
        <pc:sldMkLst>
          <pc:docMk/>
          <pc:sldMk cId="3531786053" sldId="644"/>
        </pc:sldMkLst>
        <pc:spChg chg="mod">
          <ac:chgData name="Mengmeng Ge" userId="bb5bc401-97cb-4caf-9857-8ff441375414" providerId="ADAL" clId="{057586E9-EDF7-4CE0-A6BD-E5A8C17908E8}" dt="2024-04-18T03:11:47.530" v="1862" actId="20577"/>
          <ac:spMkLst>
            <pc:docMk/>
            <pc:sldMk cId="3531786053" sldId="644"/>
            <ac:spMk id="2" creationId="{857A8BC5-DDE0-366E-CF96-854C7B6B15E9}"/>
          </ac:spMkLst>
        </pc:spChg>
        <pc:spChg chg="mod">
          <ac:chgData name="Mengmeng Ge" userId="bb5bc401-97cb-4caf-9857-8ff441375414" providerId="ADAL" clId="{057586E9-EDF7-4CE0-A6BD-E5A8C17908E8}" dt="2024-04-18T03:13:58.232" v="1870" actId="21"/>
          <ac:spMkLst>
            <pc:docMk/>
            <pc:sldMk cId="3531786053" sldId="644"/>
            <ac:spMk id="3" creationId="{4FC6AF58-E21E-C5F3-5F49-38F558A69918}"/>
          </ac:spMkLst>
        </pc:spChg>
      </pc:sldChg>
      <pc:sldChg chg="addSp delSp modSp new mod modNotesTx">
        <pc:chgData name="Mengmeng Ge" userId="bb5bc401-97cb-4caf-9857-8ff441375414" providerId="ADAL" clId="{057586E9-EDF7-4CE0-A6BD-E5A8C17908E8}" dt="2024-04-18T06:33:42.934" v="3169" actId="20577"/>
        <pc:sldMkLst>
          <pc:docMk/>
          <pc:sldMk cId="3981137037" sldId="645"/>
        </pc:sldMkLst>
        <pc:spChg chg="mod">
          <ac:chgData name="Mengmeng Ge" userId="bb5bc401-97cb-4caf-9857-8ff441375414" providerId="ADAL" clId="{057586E9-EDF7-4CE0-A6BD-E5A8C17908E8}" dt="2024-04-18T06:31:00.223" v="3131" actId="20577"/>
          <ac:spMkLst>
            <pc:docMk/>
            <pc:sldMk cId="3981137037" sldId="645"/>
            <ac:spMk id="2" creationId="{A41C19E9-8F1F-D30E-D121-05692F78F1D7}"/>
          </ac:spMkLst>
        </pc:spChg>
        <pc:spChg chg="del mod">
          <ac:chgData name="Mengmeng Ge" userId="bb5bc401-97cb-4caf-9857-8ff441375414" providerId="ADAL" clId="{057586E9-EDF7-4CE0-A6BD-E5A8C17908E8}" dt="2024-04-18T06:33:26.655" v="3164" actId="12084"/>
          <ac:spMkLst>
            <pc:docMk/>
            <pc:sldMk cId="3981137037" sldId="645"/>
            <ac:spMk id="3" creationId="{FCD22573-AA55-8A05-EECD-8CED223B4FDE}"/>
          </ac:spMkLst>
        </pc:spChg>
        <pc:graphicFrameChg chg="add mod modGraphic">
          <ac:chgData name="Mengmeng Ge" userId="bb5bc401-97cb-4caf-9857-8ff441375414" providerId="ADAL" clId="{057586E9-EDF7-4CE0-A6BD-E5A8C17908E8}" dt="2024-04-18T06:33:42.934" v="3169" actId="20577"/>
          <ac:graphicFrameMkLst>
            <pc:docMk/>
            <pc:sldMk cId="3981137037" sldId="645"/>
            <ac:graphicFrameMk id="5" creationId="{329B4E57-35DD-05B7-06BE-9BAFC1DC5155}"/>
          </ac:graphicFrameMkLst>
        </pc:graphicFrameChg>
      </pc:sldChg>
      <pc:sldChg chg="modSp new mod ord modNotesTx">
        <pc:chgData name="Mengmeng Ge" userId="bb5bc401-97cb-4caf-9857-8ff441375414" providerId="ADAL" clId="{057586E9-EDF7-4CE0-A6BD-E5A8C17908E8}" dt="2024-04-18T06:57:55.703" v="3411"/>
        <pc:sldMkLst>
          <pc:docMk/>
          <pc:sldMk cId="2188070521" sldId="646"/>
        </pc:sldMkLst>
        <pc:spChg chg="mod">
          <ac:chgData name="Mengmeng Ge" userId="bb5bc401-97cb-4caf-9857-8ff441375414" providerId="ADAL" clId="{057586E9-EDF7-4CE0-A6BD-E5A8C17908E8}" dt="2024-04-18T06:43:30.792" v="3182" actId="20577"/>
          <ac:spMkLst>
            <pc:docMk/>
            <pc:sldMk cId="2188070521" sldId="646"/>
            <ac:spMk id="2" creationId="{293452B0-D6E0-2280-D1C6-D8539D2A1443}"/>
          </ac:spMkLst>
        </pc:spChg>
        <pc:spChg chg="mod">
          <ac:chgData name="Mengmeng Ge" userId="bb5bc401-97cb-4caf-9857-8ff441375414" providerId="ADAL" clId="{057586E9-EDF7-4CE0-A6BD-E5A8C17908E8}" dt="2024-04-18T06:45:31.867" v="3228" actId="20577"/>
          <ac:spMkLst>
            <pc:docMk/>
            <pc:sldMk cId="2188070521" sldId="646"/>
            <ac:spMk id="3" creationId="{F356D129-F965-5B17-4DB0-8A42B10261AA}"/>
          </ac:spMkLst>
        </pc:spChg>
      </pc:sldChg>
      <pc:sldChg chg="modSp new mod modNotesTx">
        <pc:chgData name="Mengmeng Ge" userId="bb5bc401-97cb-4caf-9857-8ff441375414" providerId="ADAL" clId="{057586E9-EDF7-4CE0-A6BD-E5A8C17908E8}" dt="2024-04-18T06:59:47.740" v="3421" actId="20577"/>
        <pc:sldMkLst>
          <pc:docMk/>
          <pc:sldMk cId="1039630600" sldId="647"/>
        </pc:sldMkLst>
        <pc:spChg chg="mod">
          <ac:chgData name="Mengmeng Ge" userId="bb5bc401-97cb-4caf-9857-8ff441375414" providerId="ADAL" clId="{057586E9-EDF7-4CE0-A6BD-E5A8C17908E8}" dt="2024-04-18T06:46:09.475" v="3252" actId="20577"/>
          <ac:spMkLst>
            <pc:docMk/>
            <pc:sldMk cId="1039630600" sldId="647"/>
            <ac:spMk id="2" creationId="{C0824D8B-7127-7876-AE3A-06446D2D7649}"/>
          </ac:spMkLst>
        </pc:spChg>
        <pc:spChg chg="mod">
          <ac:chgData name="Mengmeng Ge" userId="bb5bc401-97cb-4caf-9857-8ff441375414" providerId="ADAL" clId="{057586E9-EDF7-4CE0-A6BD-E5A8C17908E8}" dt="2024-04-18T06:50:05.623" v="3308" actId="20577"/>
          <ac:spMkLst>
            <pc:docMk/>
            <pc:sldMk cId="1039630600" sldId="647"/>
            <ac:spMk id="3" creationId="{343A2A6A-D75D-A98A-6CCB-5DFE9D384437}"/>
          </ac:spMkLst>
        </pc:spChg>
      </pc:sldChg>
      <pc:sldChg chg="addSp modSp new del mod ord">
        <pc:chgData name="Mengmeng Ge" userId="bb5bc401-97cb-4caf-9857-8ff441375414" providerId="ADAL" clId="{057586E9-EDF7-4CE0-A6BD-E5A8C17908E8}" dt="2024-04-21T23:01:33.020" v="6035" actId="2696"/>
        <pc:sldMkLst>
          <pc:docMk/>
          <pc:sldMk cId="470616159" sldId="648"/>
        </pc:sldMkLst>
        <pc:spChg chg="mod">
          <ac:chgData name="Mengmeng Ge" userId="bb5bc401-97cb-4caf-9857-8ff441375414" providerId="ADAL" clId="{057586E9-EDF7-4CE0-A6BD-E5A8C17908E8}" dt="2024-04-18T06:51:43.651" v="3345" actId="20577"/>
          <ac:spMkLst>
            <pc:docMk/>
            <pc:sldMk cId="470616159" sldId="648"/>
            <ac:spMk id="2" creationId="{72172DA9-4678-D9F0-29F0-F1791A1FB94A}"/>
          </ac:spMkLst>
        </pc:spChg>
        <pc:spChg chg="mod">
          <ac:chgData name="Mengmeng Ge" userId="bb5bc401-97cb-4caf-9857-8ff441375414" providerId="ADAL" clId="{057586E9-EDF7-4CE0-A6BD-E5A8C17908E8}" dt="2024-04-18T06:53:50.835" v="3394" actId="255"/>
          <ac:spMkLst>
            <pc:docMk/>
            <pc:sldMk cId="470616159" sldId="648"/>
            <ac:spMk id="3" creationId="{29517C76-A538-3113-42F6-CDACDC8A6A4F}"/>
          </ac:spMkLst>
        </pc:spChg>
        <pc:spChg chg="add mod">
          <ac:chgData name="Mengmeng Ge" userId="bb5bc401-97cb-4caf-9857-8ff441375414" providerId="ADAL" clId="{057586E9-EDF7-4CE0-A6BD-E5A8C17908E8}" dt="2024-04-18T06:53:32.614" v="3385" actId="20577"/>
          <ac:spMkLst>
            <pc:docMk/>
            <pc:sldMk cId="470616159" sldId="648"/>
            <ac:spMk id="5" creationId="{D1065088-5901-2DFC-7B11-5F30E87E62BE}"/>
          </ac:spMkLst>
        </pc:spChg>
        <pc:spChg chg="add mod">
          <ac:chgData name="Mengmeng Ge" userId="bb5bc401-97cb-4caf-9857-8ff441375414" providerId="ADAL" clId="{057586E9-EDF7-4CE0-A6BD-E5A8C17908E8}" dt="2024-04-18T06:53:12.479" v="3376"/>
          <ac:spMkLst>
            <pc:docMk/>
            <pc:sldMk cId="470616159" sldId="648"/>
            <ac:spMk id="6" creationId="{795D3D3C-7629-D858-76BA-692B31DDFAF9}"/>
          </ac:spMkLst>
        </pc:spChg>
        <pc:spChg chg="add mod">
          <ac:chgData name="Mengmeng Ge" userId="bb5bc401-97cb-4caf-9857-8ff441375414" providerId="ADAL" clId="{057586E9-EDF7-4CE0-A6BD-E5A8C17908E8}" dt="2024-04-18T06:53:12.479" v="3376"/>
          <ac:spMkLst>
            <pc:docMk/>
            <pc:sldMk cId="470616159" sldId="648"/>
            <ac:spMk id="7" creationId="{FC5F565D-2E9B-D22E-73D6-437491E7DD47}"/>
          </ac:spMkLst>
        </pc:spChg>
        <pc:spChg chg="add mod">
          <ac:chgData name="Mengmeng Ge" userId="bb5bc401-97cb-4caf-9857-8ff441375414" providerId="ADAL" clId="{057586E9-EDF7-4CE0-A6BD-E5A8C17908E8}" dt="2024-04-18T06:53:12.479" v="3376"/>
          <ac:spMkLst>
            <pc:docMk/>
            <pc:sldMk cId="470616159" sldId="648"/>
            <ac:spMk id="8" creationId="{1E8431C7-7EA9-2136-0701-684AE8A9452A}"/>
          </ac:spMkLst>
        </pc:spChg>
        <pc:spChg chg="add mod">
          <ac:chgData name="Mengmeng Ge" userId="bb5bc401-97cb-4caf-9857-8ff441375414" providerId="ADAL" clId="{057586E9-EDF7-4CE0-A6BD-E5A8C17908E8}" dt="2024-04-18T06:53:12.479" v="3376"/>
          <ac:spMkLst>
            <pc:docMk/>
            <pc:sldMk cId="470616159" sldId="648"/>
            <ac:spMk id="9" creationId="{B93834CB-6517-839C-A4BF-4E6A34C18D17}"/>
          </ac:spMkLst>
        </pc:spChg>
        <pc:spChg chg="add mod">
          <ac:chgData name="Mengmeng Ge" userId="bb5bc401-97cb-4caf-9857-8ff441375414" providerId="ADAL" clId="{057586E9-EDF7-4CE0-A6BD-E5A8C17908E8}" dt="2024-04-18T06:53:12.479" v="3376"/>
          <ac:spMkLst>
            <pc:docMk/>
            <pc:sldMk cId="470616159" sldId="648"/>
            <ac:spMk id="10" creationId="{480CA17A-26AE-167F-3664-774F3B85F615}"/>
          </ac:spMkLst>
        </pc:spChg>
        <pc:spChg chg="add mod">
          <ac:chgData name="Mengmeng Ge" userId="bb5bc401-97cb-4caf-9857-8ff441375414" providerId="ADAL" clId="{057586E9-EDF7-4CE0-A6BD-E5A8C17908E8}" dt="2024-04-18T06:53:12.479" v="3376"/>
          <ac:spMkLst>
            <pc:docMk/>
            <pc:sldMk cId="470616159" sldId="648"/>
            <ac:spMk id="11" creationId="{518B049B-B46B-88FD-6477-B3D6CFF7C48B}"/>
          </ac:spMkLst>
        </pc:spChg>
        <pc:spChg chg="mod">
          <ac:chgData name="Mengmeng Ge" userId="bb5bc401-97cb-4caf-9857-8ff441375414" providerId="ADAL" clId="{057586E9-EDF7-4CE0-A6BD-E5A8C17908E8}" dt="2024-04-18T06:53:12.479" v="3376"/>
          <ac:spMkLst>
            <pc:docMk/>
            <pc:sldMk cId="470616159" sldId="648"/>
            <ac:spMk id="13" creationId="{2DCF1E99-A2D4-8D66-5E33-82082895F4F8}"/>
          </ac:spMkLst>
        </pc:spChg>
        <pc:spChg chg="mod">
          <ac:chgData name="Mengmeng Ge" userId="bb5bc401-97cb-4caf-9857-8ff441375414" providerId="ADAL" clId="{057586E9-EDF7-4CE0-A6BD-E5A8C17908E8}" dt="2024-04-18T06:53:12.479" v="3376"/>
          <ac:spMkLst>
            <pc:docMk/>
            <pc:sldMk cId="470616159" sldId="648"/>
            <ac:spMk id="14" creationId="{5A40DD50-DA82-64A4-1254-557206A88DBB}"/>
          </ac:spMkLst>
        </pc:spChg>
        <pc:spChg chg="mod">
          <ac:chgData name="Mengmeng Ge" userId="bb5bc401-97cb-4caf-9857-8ff441375414" providerId="ADAL" clId="{057586E9-EDF7-4CE0-A6BD-E5A8C17908E8}" dt="2024-04-18T06:53:12.479" v="3376"/>
          <ac:spMkLst>
            <pc:docMk/>
            <pc:sldMk cId="470616159" sldId="648"/>
            <ac:spMk id="15" creationId="{7C5DEF0C-1A29-5F50-73A0-0CA30CF39577}"/>
          </ac:spMkLst>
        </pc:spChg>
        <pc:spChg chg="mod">
          <ac:chgData name="Mengmeng Ge" userId="bb5bc401-97cb-4caf-9857-8ff441375414" providerId="ADAL" clId="{057586E9-EDF7-4CE0-A6BD-E5A8C17908E8}" dt="2024-04-18T06:53:12.479" v="3376"/>
          <ac:spMkLst>
            <pc:docMk/>
            <pc:sldMk cId="470616159" sldId="648"/>
            <ac:spMk id="16" creationId="{C18B4395-4DF8-B502-E504-140FC523B00B}"/>
          </ac:spMkLst>
        </pc:spChg>
        <pc:spChg chg="mod">
          <ac:chgData name="Mengmeng Ge" userId="bb5bc401-97cb-4caf-9857-8ff441375414" providerId="ADAL" clId="{057586E9-EDF7-4CE0-A6BD-E5A8C17908E8}" dt="2024-04-18T06:53:12.479" v="3376"/>
          <ac:spMkLst>
            <pc:docMk/>
            <pc:sldMk cId="470616159" sldId="648"/>
            <ac:spMk id="17" creationId="{5921E2CD-D543-E1A5-F72C-46980CBA667E}"/>
          </ac:spMkLst>
        </pc:spChg>
        <pc:spChg chg="add mod">
          <ac:chgData name="Mengmeng Ge" userId="bb5bc401-97cb-4caf-9857-8ff441375414" providerId="ADAL" clId="{057586E9-EDF7-4CE0-A6BD-E5A8C17908E8}" dt="2024-04-18T06:53:12.479" v="3376"/>
          <ac:spMkLst>
            <pc:docMk/>
            <pc:sldMk cId="470616159" sldId="648"/>
            <ac:spMk id="18" creationId="{EC74184D-F7A1-5F16-EDEE-3C71A3E222DA}"/>
          </ac:spMkLst>
        </pc:spChg>
        <pc:spChg chg="mod">
          <ac:chgData name="Mengmeng Ge" userId="bb5bc401-97cb-4caf-9857-8ff441375414" providerId="ADAL" clId="{057586E9-EDF7-4CE0-A6BD-E5A8C17908E8}" dt="2024-04-18T06:53:12.479" v="3376"/>
          <ac:spMkLst>
            <pc:docMk/>
            <pc:sldMk cId="470616159" sldId="648"/>
            <ac:spMk id="20" creationId="{EEDD730F-7A6F-4CEB-9858-A999A9863E76}"/>
          </ac:spMkLst>
        </pc:spChg>
        <pc:spChg chg="mod">
          <ac:chgData name="Mengmeng Ge" userId="bb5bc401-97cb-4caf-9857-8ff441375414" providerId="ADAL" clId="{057586E9-EDF7-4CE0-A6BD-E5A8C17908E8}" dt="2024-04-18T06:53:12.479" v="3376"/>
          <ac:spMkLst>
            <pc:docMk/>
            <pc:sldMk cId="470616159" sldId="648"/>
            <ac:spMk id="21" creationId="{8F51BD6D-109F-F0E0-D0D9-D8365E2B1C84}"/>
          </ac:spMkLst>
        </pc:spChg>
        <pc:spChg chg="mod">
          <ac:chgData name="Mengmeng Ge" userId="bb5bc401-97cb-4caf-9857-8ff441375414" providerId="ADAL" clId="{057586E9-EDF7-4CE0-A6BD-E5A8C17908E8}" dt="2024-04-18T06:53:12.479" v="3376"/>
          <ac:spMkLst>
            <pc:docMk/>
            <pc:sldMk cId="470616159" sldId="648"/>
            <ac:spMk id="22" creationId="{6ADA95C0-487F-19DD-1AA0-34CF70D5BC06}"/>
          </ac:spMkLst>
        </pc:spChg>
        <pc:spChg chg="mod">
          <ac:chgData name="Mengmeng Ge" userId="bb5bc401-97cb-4caf-9857-8ff441375414" providerId="ADAL" clId="{057586E9-EDF7-4CE0-A6BD-E5A8C17908E8}" dt="2024-04-18T06:53:12.479" v="3376"/>
          <ac:spMkLst>
            <pc:docMk/>
            <pc:sldMk cId="470616159" sldId="648"/>
            <ac:spMk id="23" creationId="{1D44B1BE-D5D9-6E64-C47D-89AFC2C27028}"/>
          </ac:spMkLst>
        </pc:spChg>
        <pc:spChg chg="mod">
          <ac:chgData name="Mengmeng Ge" userId="bb5bc401-97cb-4caf-9857-8ff441375414" providerId="ADAL" clId="{057586E9-EDF7-4CE0-A6BD-E5A8C17908E8}" dt="2024-04-18T06:53:12.479" v="3376"/>
          <ac:spMkLst>
            <pc:docMk/>
            <pc:sldMk cId="470616159" sldId="648"/>
            <ac:spMk id="24" creationId="{71F8717E-209B-E0AE-FDDF-5142D856F0BA}"/>
          </ac:spMkLst>
        </pc:spChg>
        <pc:spChg chg="mod">
          <ac:chgData name="Mengmeng Ge" userId="bb5bc401-97cb-4caf-9857-8ff441375414" providerId="ADAL" clId="{057586E9-EDF7-4CE0-A6BD-E5A8C17908E8}" dt="2024-04-18T06:53:12.479" v="3376"/>
          <ac:spMkLst>
            <pc:docMk/>
            <pc:sldMk cId="470616159" sldId="648"/>
            <ac:spMk id="25" creationId="{E65504F1-9EB5-3218-5776-14E48C2B7B7B}"/>
          </ac:spMkLst>
        </pc:spChg>
        <pc:spChg chg="add mod">
          <ac:chgData name="Mengmeng Ge" userId="bb5bc401-97cb-4caf-9857-8ff441375414" providerId="ADAL" clId="{057586E9-EDF7-4CE0-A6BD-E5A8C17908E8}" dt="2024-04-18T06:53:12.479" v="3376"/>
          <ac:spMkLst>
            <pc:docMk/>
            <pc:sldMk cId="470616159" sldId="648"/>
            <ac:spMk id="26" creationId="{B19ED4B7-3F32-BD45-B66C-A5FD4997317D}"/>
          </ac:spMkLst>
        </pc:spChg>
        <pc:spChg chg="add mod">
          <ac:chgData name="Mengmeng Ge" userId="bb5bc401-97cb-4caf-9857-8ff441375414" providerId="ADAL" clId="{057586E9-EDF7-4CE0-A6BD-E5A8C17908E8}" dt="2024-04-18T06:53:12.479" v="3376"/>
          <ac:spMkLst>
            <pc:docMk/>
            <pc:sldMk cId="470616159" sldId="648"/>
            <ac:spMk id="27" creationId="{1B75FA03-57B5-4FC2-11D8-DB89734B6537}"/>
          </ac:spMkLst>
        </pc:spChg>
        <pc:spChg chg="add mod">
          <ac:chgData name="Mengmeng Ge" userId="bb5bc401-97cb-4caf-9857-8ff441375414" providerId="ADAL" clId="{057586E9-EDF7-4CE0-A6BD-E5A8C17908E8}" dt="2024-04-18T06:53:12.479" v="3376"/>
          <ac:spMkLst>
            <pc:docMk/>
            <pc:sldMk cId="470616159" sldId="648"/>
            <ac:spMk id="28" creationId="{BDD98807-8EAF-4047-2910-FD55F4A4671A}"/>
          </ac:spMkLst>
        </pc:spChg>
        <pc:spChg chg="add mod">
          <ac:chgData name="Mengmeng Ge" userId="bb5bc401-97cb-4caf-9857-8ff441375414" providerId="ADAL" clId="{057586E9-EDF7-4CE0-A6BD-E5A8C17908E8}" dt="2024-04-18T06:53:12.479" v="3376"/>
          <ac:spMkLst>
            <pc:docMk/>
            <pc:sldMk cId="470616159" sldId="648"/>
            <ac:spMk id="29" creationId="{6A7B2695-F113-A972-DC60-4C24EF85E887}"/>
          </ac:spMkLst>
        </pc:spChg>
        <pc:spChg chg="add mod">
          <ac:chgData name="Mengmeng Ge" userId="bb5bc401-97cb-4caf-9857-8ff441375414" providerId="ADAL" clId="{057586E9-EDF7-4CE0-A6BD-E5A8C17908E8}" dt="2024-04-18T06:53:12.479" v="3376"/>
          <ac:spMkLst>
            <pc:docMk/>
            <pc:sldMk cId="470616159" sldId="648"/>
            <ac:spMk id="30" creationId="{A3C0C67B-A4A0-22C0-8E98-E241786E8224}"/>
          </ac:spMkLst>
        </pc:spChg>
        <pc:spChg chg="add mod">
          <ac:chgData name="Mengmeng Ge" userId="bb5bc401-97cb-4caf-9857-8ff441375414" providerId="ADAL" clId="{057586E9-EDF7-4CE0-A6BD-E5A8C17908E8}" dt="2024-04-18T06:53:12.479" v="3376"/>
          <ac:spMkLst>
            <pc:docMk/>
            <pc:sldMk cId="470616159" sldId="648"/>
            <ac:spMk id="31" creationId="{33BAF21E-6A1D-211E-8F1D-FBF190AA6E76}"/>
          </ac:spMkLst>
        </pc:spChg>
        <pc:spChg chg="add mod">
          <ac:chgData name="Mengmeng Ge" userId="bb5bc401-97cb-4caf-9857-8ff441375414" providerId="ADAL" clId="{057586E9-EDF7-4CE0-A6BD-E5A8C17908E8}" dt="2024-04-18T06:53:12.479" v="3376"/>
          <ac:spMkLst>
            <pc:docMk/>
            <pc:sldMk cId="470616159" sldId="648"/>
            <ac:spMk id="32" creationId="{5A5F8C32-CECF-B512-3B96-02C88AB4EDE3}"/>
          </ac:spMkLst>
        </pc:spChg>
        <pc:spChg chg="add mod">
          <ac:chgData name="Mengmeng Ge" userId="bb5bc401-97cb-4caf-9857-8ff441375414" providerId="ADAL" clId="{057586E9-EDF7-4CE0-A6BD-E5A8C17908E8}" dt="2024-04-18T06:53:12.479" v="3376"/>
          <ac:spMkLst>
            <pc:docMk/>
            <pc:sldMk cId="470616159" sldId="648"/>
            <ac:spMk id="33" creationId="{CF4641A8-3483-32CA-EBCD-751B55788B7C}"/>
          </ac:spMkLst>
        </pc:spChg>
        <pc:spChg chg="add mod">
          <ac:chgData name="Mengmeng Ge" userId="bb5bc401-97cb-4caf-9857-8ff441375414" providerId="ADAL" clId="{057586E9-EDF7-4CE0-A6BD-E5A8C17908E8}" dt="2024-04-18T06:53:58.922" v="3396" actId="1076"/>
          <ac:spMkLst>
            <pc:docMk/>
            <pc:sldMk cId="470616159" sldId="648"/>
            <ac:spMk id="34" creationId="{A1482C81-7A9B-01D3-75AB-1E9B678A2E6F}"/>
          </ac:spMkLst>
        </pc:spChg>
        <pc:spChg chg="add mod">
          <ac:chgData name="Mengmeng Ge" userId="bb5bc401-97cb-4caf-9857-8ff441375414" providerId="ADAL" clId="{057586E9-EDF7-4CE0-A6BD-E5A8C17908E8}" dt="2024-04-18T06:53:58.922" v="3396" actId="1076"/>
          <ac:spMkLst>
            <pc:docMk/>
            <pc:sldMk cId="470616159" sldId="648"/>
            <ac:spMk id="35" creationId="{F1CD249E-D812-9715-E627-C1C3B1DC59E8}"/>
          </ac:spMkLst>
        </pc:spChg>
        <pc:spChg chg="add mod">
          <ac:chgData name="Mengmeng Ge" userId="bb5bc401-97cb-4caf-9857-8ff441375414" providerId="ADAL" clId="{057586E9-EDF7-4CE0-A6BD-E5A8C17908E8}" dt="2024-04-18T06:53:58.922" v="3396" actId="1076"/>
          <ac:spMkLst>
            <pc:docMk/>
            <pc:sldMk cId="470616159" sldId="648"/>
            <ac:spMk id="36" creationId="{25FCE266-9707-1030-88F5-A658FA7FBD49}"/>
          </ac:spMkLst>
        </pc:spChg>
        <pc:spChg chg="add mod">
          <ac:chgData name="Mengmeng Ge" userId="bb5bc401-97cb-4caf-9857-8ff441375414" providerId="ADAL" clId="{057586E9-EDF7-4CE0-A6BD-E5A8C17908E8}" dt="2024-04-18T06:53:58.922" v="3396" actId="1076"/>
          <ac:spMkLst>
            <pc:docMk/>
            <pc:sldMk cId="470616159" sldId="648"/>
            <ac:spMk id="37" creationId="{B19FDF01-34BF-A41F-3960-1F445BC6426B}"/>
          </ac:spMkLst>
        </pc:spChg>
        <pc:spChg chg="add mod">
          <ac:chgData name="Mengmeng Ge" userId="bb5bc401-97cb-4caf-9857-8ff441375414" providerId="ADAL" clId="{057586E9-EDF7-4CE0-A6BD-E5A8C17908E8}" dt="2024-04-18T06:53:58.922" v="3396" actId="1076"/>
          <ac:spMkLst>
            <pc:docMk/>
            <pc:sldMk cId="470616159" sldId="648"/>
            <ac:spMk id="38" creationId="{8998D9C5-22C3-A48F-52F0-5C5BA82FD3ED}"/>
          </ac:spMkLst>
        </pc:spChg>
        <pc:spChg chg="add mod">
          <ac:chgData name="Mengmeng Ge" userId="bb5bc401-97cb-4caf-9857-8ff441375414" providerId="ADAL" clId="{057586E9-EDF7-4CE0-A6BD-E5A8C17908E8}" dt="2024-04-18T06:53:58.922" v="3396" actId="1076"/>
          <ac:spMkLst>
            <pc:docMk/>
            <pc:sldMk cId="470616159" sldId="648"/>
            <ac:spMk id="39" creationId="{A13DEE3A-4C0E-243B-55FF-7338D737D3A8}"/>
          </ac:spMkLst>
        </pc:spChg>
        <pc:spChg chg="add mod">
          <ac:chgData name="Mengmeng Ge" userId="bb5bc401-97cb-4caf-9857-8ff441375414" providerId="ADAL" clId="{057586E9-EDF7-4CE0-A6BD-E5A8C17908E8}" dt="2024-04-18T06:53:58.922" v="3396" actId="1076"/>
          <ac:spMkLst>
            <pc:docMk/>
            <pc:sldMk cId="470616159" sldId="648"/>
            <ac:spMk id="40" creationId="{D5268018-FFCC-303D-C17F-2757A25EEF8C}"/>
          </ac:spMkLst>
        </pc:spChg>
        <pc:spChg chg="mod">
          <ac:chgData name="Mengmeng Ge" userId="bb5bc401-97cb-4caf-9857-8ff441375414" providerId="ADAL" clId="{057586E9-EDF7-4CE0-A6BD-E5A8C17908E8}" dt="2024-04-18T06:53:58.922" v="3396" actId="1076"/>
          <ac:spMkLst>
            <pc:docMk/>
            <pc:sldMk cId="470616159" sldId="648"/>
            <ac:spMk id="42" creationId="{3767DD94-F92A-08F5-9A8D-168008B57251}"/>
          </ac:spMkLst>
        </pc:spChg>
        <pc:spChg chg="mod">
          <ac:chgData name="Mengmeng Ge" userId="bb5bc401-97cb-4caf-9857-8ff441375414" providerId="ADAL" clId="{057586E9-EDF7-4CE0-A6BD-E5A8C17908E8}" dt="2024-04-18T06:53:58.922" v="3396" actId="1076"/>
          <ac:spMkLst>
            <pc:docMk/>
            <pc:sldMk cId="470616159" sldId="648"/>
            <ac:spMk id="43" creationId="{B68C0CD8-38F7-92A9-C07D-8D09881D1F10}"/>
          </ac:spMkLst>
        </pc:spChg>
        <pc:spChg chg="mod">
          <ac:chgData name="Mengmeng Ge" userId="bb5bc401-97cb-4caf-9857-8ff441375414" providerId="ADAL" clId="{057586E9-EDF7-4CE0-A6BD-E5A8C17908E8}" dt="2024-04-18T06:53:58.922" v="3396" actId="1076"/>
          <ac:spMkLst>
            <pc:docMk/>
            <pc:sldMk cId="470616159" sldId="648"/>
            <ac:spMk id="44" creationId="{E30FC39E-7D38-B9F4-BF20-1372F4ABACAA}"/>
          </ac:spMkLst>
        </pc:spChg>
        <pc:spChg chg="mod">
          <ac:chgData name="Mengmeng Ge" userId="bb5bc401-97cb-4caf-9857-8ff441375414" providerId="ADAL" clId="{057586E9-EDF7-4CE0-A6BD-E5A8C17908E8}" dt="2024-04-18T06:53:58.922" v="3396" actId="1076"/>
          <ac:spMkLst>
            <pc:docMk/>
            <pc:sldMk cId="470616159" sldId="648"/>
            <ac:spMk id="45" creationId="{EC58DAF3-13D5-BBF6-53DF-D6FD2198D82A}"/>
          </ac:spMkLst>
        </pc:spChg>
        <pc:spChg chg="mod">
          <ac:chgData name="Mengmeng Ge" userId="bb5bc401-97cb-4caf-9857-8ff441375414" providerId="ADAL" clId="{057586E9-EDF7-4CE0-A6BD-E5A8C17908E8}" dt="2024-04-18T06:53:58.922" v="3396" actId="1076"/>
          <ac:spMkLst>
            <pc:docMk/>
            <pc:sldMk cId="470616159" sldId="648"/>
            <ac:spMk id="46" creationId="{C3422B38-2DCE-A96D-2F01-9977902871DD}"/>
          </ac:spMkLst>
        </pc:spChg>
        <pc:spChg chg="add mod">
          <ac:chgData name="Mengmeng Ge" userId="bb5bc401-97cb-4caf-9857-8ff441375414" providerId="ADAL" clId="{057586E9-EDF7-4CE0-A6BD-E5A8C17908E8}" dt="2024-04-18T06:53:58.922" v="3396" actId="1076"/>
          <ac:spMkLst>
            <pc:docMk/>
            <pc:sldMk cId="470616159" sldId="648"/>
            <ac:spMk id="47" creationId="{B0833A7A-FC61-6059-A9A6-CA2040717A37}"/>
          </ac:spMkLst>
        </pc:spChg>
        <pc:spChg chg="mod">
          <ac:chgData name="Mengmeng Ge" userId="bb5bc401-97cb-4caf-9857-8ff441375414" providerId="ADAL" clId="{057586E9-EDF7-4CE0-A6BD-E5A8C17908E8}" dt="2024-04-18T06:53:58.922" v="3396" actId="1076"/>
          <ac:spMkLst>
            <pc:docMk/>
            <pc:sldMk cId="470616159" sldId="648"/>
            <ac:spMk id="49" creationId="{3A92829A-B0F8-B2B8-2FAD-B3163BCF80E7}"/>
          </ac:spMkLst>
        </pc:spChg>
        <pc:spChg chg="mod">
          <ac:chgData name="Mengmeng Ge" userId="bb5bc401-97cb-4caf-9857-8ff441375414" providerId="ADAL" clId="{057586E9-EDF7-4CE0-A6BD-E5A8C17908E8}" dt="2024-04-18T06:53:58.922" v="3396" actId="1076"/>
          <ac:spMkLst>
            <pc:docMk/>
            <pc:sldMk cId="470616159" sldId="648"/>
            <ac:spMk id="50" creationId="{8171FD4F-0828-5C48-79DE-22BCA02272F4}"/>
          </ac:spMkLst>
        </pc:spChg>
        <pc:spChg chg="mod">
          <ac:chgData name="Mengmeng Ge" userId="bb5bc401-97cb-4caf-9857-8ff441375414" providerId="ADAL" clId="{057586E9-EDF7-4CE0-A6BD-E5A8C17908E8}" dt="2024-04-18T06:53:58.922" v="3396" actId="1076"/>
          <ac:spMkLst>
            <pc:docMk/>
            <pc:sldMk cId="470616159" sldId="648"/>
            <ac:spMk id="51" creationId="{79474BBF-A3D4-A08E-5BC0-BEE8C646804F}"/>
          </ac:spMkLst>
        </pc:spChg>
        <pc:spChg chg="mod">
          <ac:chgData name="Mengmeng Ge" userId="bb5bc401-97cb-4caf-9857-8ff441375414" providerId="ADAL" clId="{057586E9-EDF7-4CE0-A6BD-E5A8C17908E8}" dt="2024-04-18T06:53:58.922" v="3396" actId="1076"/>
          <ac:spMkLst>
            <pc:docMk/>
            <pc:sldMk cId="470616159" sldId="648"/>
            <ac:spMk id="52" creationId="{2F703B6C-33E3-B63B-5D55-92C879546A4F}"/>
          </ac:spMkLst>
        </pc:spChg>
        <pc:spChg chg="mod">
          <ac:chgData name="Mengmeng Ge" userId="bb5bc401-97cb-4caf-9857-8ff441375414" providerId="ADAL" clId="{057586E9-EDF7-4CE0-A6BD-E5A8C17908E8}" dt="2024-04-18T06:53:58.922" v="3396" actId="1076"/>
          <ac:spMkLst>
            <pc:docMk/>
            <pc:sldMk cId="470616159" sldId="648"/>
            <ac:spMk id="53" creationId="{8E7AE027-43E7-34BE-131C-E4108ECFCE2E}"/>
          </ac:spMkLst>
        </pc:spChg>
        <pc:spChg chg="mod">
          <ac:chgData name="Mengmeng Ge" userId="bb5bc401-97cb-4caf-9857-8ff441375414" providerId="ADAL" clId="{057586E9-EDF7-4CE0-A6BD-E5A8C17908E8}" dt="2024-04-18T06:53:58.922" v="3396" actId="1076"/>
          <ac:spMkLst>
            <pc:docMk/>
            <pc:sldMk cId="470616159" sldId="648"/>
            <ac:spMk id="54" creationId="{97474369-DF29-435D-DE0E-1FC41FE25C53}"/>
          </ac:spMkLst>
        </pc:spChg>
        <pc:spChg chg="add mod">
          <ac:chgData name="Mengmeng Ge" userId="bb5bc401-97cb-4caf-9857-8ff441375414" providerId="ADAL" clId="{057586E9-EDF7-4CE0-A6BD-E5A8C17908E8}" dt="2024-04-18T06:53:58.922" v="3396" actId="1076"/>
          <ac:spMkLst>
            <pc:docMk/>
            <pc:sldMk cId="470616159" sldId="648"/>
            <ac:spMk id="55" creationId="{998ECE50-FE35-64C4-FE97-7AAA43F93EE8}"/>
          </ac:spMkLst>
        </pc:spChg>
        <pc:spChg chg="add mod">
          <ac:chgData name="Mengmeng Ge" userId="bb5bc401-97cb-4caf-9857-8ff441375414" providerId="ADAL" clId="{057586E9-EDF7-4CE0-A6BD-E5A8C17908E8}" dt="2024-04-18T06:53:58.922" v="3396" actId="1076"/>
          <ac:spMkLst>
            <pc:docMk/>
            <pc:sldMk cId="470616159" sldId="648"/>
            <ac:spMk id="56" creationId="{436A8D69-A51E-3178-BC6F-A67330232F8C}"/>
          </ac:spMkLst>
        </pc:spChg>
        <pc:spChg chg="add mod">
          <ac:chgData name="Mengmeng Ge" userId="bb5bc401-97cb-4caf-9857-8ff441375414" providerId="ADAL" clId="{057586E9-EDF7-4CE0-A6BD-E5A8C17908E8}" dt="2024-04-18T06:53:58.922" v="3396" actId="1076"/>
          <ac:spMkLst>
            <pc:docMk/>
            <pc:sldMk cId="470616159" sldId="648"/>
            <ac:spMk id="57" creationId="{E44F07A4-C674-09D7-CDC6-B2B471AC9E86}"/>
          </ac:spMkLst>
        </pc:spChg>
        <pc:spChg chg="add mod">
          <ac:chgData name="Mengmeng Ge" userId="bb5bc401-97cb-4caf-9857-8ff441375414" providerId="ADAL" clId="{057586E9-EDF7-4CE0-A6BD-E5A8C17908E8}" dt="2024-04-18T06:53:58.922" v="3396" actId="1076"/>
          <ac:spMkLst>
            <pc:docMk/>
            <pc:sldMk cId="470616159" sldId="648"/>
            <ac:spMk id="58" creationId="{CDAA9C46-C0A6-0F47-461F-3F23DB69A0B8}"/>
          </ac:spMkLst>
        </pc:spChg>
        <pc:spChg chg="add mod">
          <ac:chgData name="Mengmeng Ge" userId="bb5bc401-97cb-4caf-9857-8ff441375414" providerId="ADAL" clId="{057586E9-EDF7-4CE0-A6BD-E5A8C17908E8}" dt="2024-04-18T06:53:58.922" v="3396" actId="1076"/>
          <ac:spMkLst>
            <pc:docMk/>
            <pc:sldMk cId="470616159" sldId="648"/>
            <ac:spMk id="59" creationId="{AADCC2AD-2D4D-DAA9-1B61-660D5463E330}"/>
          </ac:spMkLst>
        </pc:spChg>
        <pc:spChg chg="add mod">
          <ac:chgData name="Mengmeng Ge" userId="bb5bc401-97cb-4caf-9857-8ff441375414" providerId="ADAL" clId="{057586E9-EDF7-4CE0-A6BD-E5A8C17908E8}" dt="2024-04-18T06:53:58.922" v="3396" actId="1076"/>
          <ac:spMkLst>
            <pc:docMk/>
            <pc:sldMk cId="470616159" sldId="648"/>
            <ac:spMk id="60" creationId="{EB57A8D3-64BC-2345-EB29-70C85F3AE8E1}"/>
          </ac:spMkLst>
        </pc:spChg>
        <pc:spChg chg="add mod">
          <ac:chgData name="Mengmeng Ge" userId="bb5bc401-97cb-4caf-9857-8ff441375414" providerId="ADAL" clId="{057586E9-EDF7-4CE0-A6BD-E5A8C17908E8}" dt="2024-04-18T06:53:58.922" v="3396" actId="1076"/>
          <ac:spMkLst>
            <pc:docMk/>
            <pc:sldMk cId="470616159" sldId="648"/>
            <ac:spMk id="61" creationId="{E9A39519-8C66-BD1E-38C1-B5D1B43E039B}"/>
          </ac:spMkLst>
        </pc:spChg>
        <pc:spChg chg="add mod">
          <ac:chgData name="Mengmeng Ge" userId="bb5bc401-97cb-4caf-9857-8ff441375414" providerId="ADAL" clId="{057586E9-EDF7-4CE0-A6BD-E5A8C17908E8}" dt="2024-04-18T06:53:58.922" v="3396" actId="1076"/>
          <ac:spMkLst>
            <pc:docMk/>
            <pc:sldMk cId="470616159" sldId="648"/>
            <ac:spMk id="62" creationId="{7AB876DE-9B29-6831-AF7D-1161F9B1F376}"/>
          </ac:spMkLst>
        </pc:spChg>
        <pc:grpChg chg="add mod">
          <ac:chgData name="Mengmeng Ge" userId="bb5bc401-97cb-4caf-9857-8ff441375414" providerId="ADAL" clId="{057586E9-EDF7-4CE0-A6BD-E5A8C17908E8}" dt="2024-04-18T06:53:12.479" v="3376"/>
          <ac:grpSpMkLst>
            <pc:docMk/>
            <pc:sldMk cId="470616159" sldId="648"/>
            <ac:grpSpMk id="12" creationId="{12DF4CEA-B7E0-F83C-DBB1-43A4C6AC2CB5}"/>
          </ac:grpSpMkLst>
        </pc:grpChg>
        <pc:grpChg chg="add mod">
          <ac:chgData name="Mengmeng Ge" userId="bb5bc401-97cb-4caf-9857-8ff441375414" providerId="ADAL" clId="{057586E9-EDF7-4CE0-A6BD-E5A8C17908E8}" dt="2024-04-18T06:53:12.479" v="3376"/>
          <ac:grpSpMkLst>
            <pc:docMk/>
            <pc:sldMk cId="470616159" sldId="648"/>
            <ac:grpSpMk id="19" creationId="{37B30D8A-3A3A-2813-3281-6E80353BC0AD}"/>
          </ac:grpSpMkLst>
        </pc:grpChg>
        <pc:grpChg chg="add mod">
          <ac:chgData name="Mengmeng Ge" userId="bb5bc401-97cb-4caf-9857-8ff441375414" providerId="ADAL" clId="{057586E9-EDF7-4CE0-A6BD-E5A8C17908E8}" dt="2024-04-18T06:53:58.922" v="3396" actId="1076"/>
          <ac:grpSpMkLst>
            <pc:docMk/>
            <pc:sldMk cId="470616159" sldId="648"/>
            <ac:grpSpMk id="41" creationId="{3185875B-47E3-F3A2-5AC1-184BE18509FE}"/>
          </ac:grpSpMkLst>
        </pc:grpChg>
        <pc:grpChg chg="add mod">
          <ac:chgData name="Mengmeng Ge" userId="bb5bc401-97cb-4caf-9857-8ff441375414" providerId="ADAL" clId="{057586E9-EDF7-4CE0-A6BD-E5A8C17908E8}" dt="2024-04-18T06:53:58.922" v="3396" actId="1076"/>
          <ac:grpSpMkLst>
            <pc:docMk/>
            <pc:sldMk cId="470616159" sldId="648"/>
            <ac:grpSpMk id="48" creationId="{B713017C-FE1F-4978-B609-8537D5323ED3}"/>
          </ac:grpSpMkLst>
        </pc:grpChg>
        <pc:grpChg chg="add mod">
          <ac:chgData name="Mengmeng Ge" userId="bb5bc401-97cb-4caf-9857-8ff441375414" providerId="ADAL" clId="{057586E9-EDF7-4CE0-A6BD-E5A8C17908E8}" dt="2024-04-18T06:53:58.922" v="3396" actId="1076"/>
          <ac:grpSpMkLst>
            <pc:docMk/>
            <pc:sldMk cId="470616159" sldId="648"/>
            <ac:grpSpMk id="63" creationId="{4DD78D02-B0D4-E82E-7967-392BF9746217}"/>
          </ac:grpSpMkLst>
        </pc:grpChg>
      </pc:sldChg>
      <pc:sldChg chg="modSp new mod modNotesTx">
        <pc:chgData name="Mengmeng Ge" userId="bb5bc401-97cb-4caf-9857-8ff441375414" providerId="ADAL" clId="{057586E9-EDF7-4CE0-A6BD-E5A8C17908E8}" dt="2024-04-18T22:14:05.495" v="3711" actId="20577"/>
        <pc:sldMkLst>
          <pc:docMk/>
          <pc:sldMk cId="1818719766" sldId="649"/>
        </pc:sldMkLst>
        <pc:spChg chg="mod">
          <ac:chgData name="Mengmeng Ge" userId="bb5bc401-97cb-4caf-9857-8ff441375414" providerId="ADAL" clId="{057586E9-EDF7-4CE0-A6BD-E5A8C17908E8}" dt="2024-04-18T22:14:05.495" v="3711" actId="20577"/>
          <ac:spMkLst>
            <pc:docMk/>
            <pc:sldMk cId="1818719766" sldId="649"/>
            <ac:spMk id="2" creationId="{A63B5516-78E8-3D51-9A19-C36EABAEB96E}"/>
          </ac:spMkLst>
        </pc:spChg>
        <pc:spChg chg="mod">
          <ac:chgData name="Mengmeng Ge" userId="bb5bc401-97cb-4caf-9857-8ff441375414" providerId="ADAL" clId="{057586E9-EDF7-4CE0-A6BD-E5A8C17908E8}" dt="2024-04-18T22:13:56.119" v="3701" actId="20577"/>
          <ac:spMkLst>
            <pc:docMk/>
            <pc:sldMk cId="1818719766" sldId="649"/>
            <ac:spMk id="3" creationId="{DB6E2715-F2B6-7842-90A4-A2A453EFA301}"/>
          </ac:spMkLst>
        </pc:spChg>
      </pc:sldChg>
      <pc:sldChg chg="modSp new mod modNotesTx">
        <pc:chgData name="Mengmeng Ge" userId="bb5bc401-97cb-4caf-9857-8ff441375414" providerId="ADAL" clId="{057586E9-EDF7-4CE0-A6BD-E5A8C17908E8}" dt="2024-04-18T22:17:09.579" v="3839" actId="20577"/>
        <pc:sldMkLst>
          <pc:docMk/>
          <pc:sldMk cId="1080995702" sldId="650"/>
        </pc:sldMkLst>
        <pc:spChg chg="mod">
          <ac:chgData name="Mengmeng Ge" userId="bb5bc401-97cb-4caf-9857-8ff441375414" providerId="ADAL" clId="{057586E9-EDF7-4CE0-A6BD-E5A8C17908E8}" dt="2024-04-18T22:16:17.735" v="3813" actId="20577"/>
          <ac:spMkLst>
            <pc:docMk/>
            <pc:sldMk cId="1080995702" sldId="650"/>
            <ac:spMk id="2" creationId="{442777B2-2A4B-D1B6-30E4-036A61F04C45}"/>
          </ac:spMkLst>
        </pc:spChg>
        <pc:spChg chg="mod">
          <ac:chgData name="Mengmeng Ge" userId="bb5bc401-97cb-4caf-9857-8ff441375414" providerId="ADAL" clId="{057586E9-EDF7-4CE0-A6BD-E5A8C17908E8}" dt="2024-04-18T22:17:09.579" v="3839" actId="20577"/>
          <ac:spMkLst>
            <pc:docMk/>
            <pc:sldMk cId="1080995702" sldId="650"/>
            <ac:spMk id="3" creationId="{40A38D1C-35C0-E15E-6025-61B5E54204DD}"/>
          </ac:spMkLst>
        </pc:spChg>
      </pc:sldChg>
      <pc:sldChg chg="addSp delSp modSp new mod delAnim modAnim modNotesTx">
        <pc:chgData name="Mengmeng Ge" userId="bb5bc401-97cb-4caf-9857-8ff441375414" providerId="ADAL" clId="{057586E9-EDF7-4CE0-A6BD-E5A8C17908E8}" dt="2024-04-18T22:32:27.004" v="4035" actId="478"/>
        <pc:sldMkLst>
          <pc:docMk/>
          <pc:sldMk cId="3501969228" sldId="651"/>
        </pc:sldMkLst>
        <pc:spChg chg="mod">
          <ac:chgData name="Mengmeng Ge" userId="bb5bc401-97cb-4caf-9857-8ff441375414" providerId="ADAL" clId="{057586E9-EDF7-4CE0-A6BD-E5A8C17908E8}" dt="2024-04-18T22:26:50.797" v="3921" actId="14100"/>
          <ac:spMkLst>
            <pc:docMk/>
            <pc:sldMk cId="3501969228" sldId="651"/>
            <ac:spMk id="2" creationId="{8F7CC5A6-CB6B-6E97-AD82-9C754858E966}"/>
          </ac:spMkLst>
        </pc:spChg>
        <pc:spChg chg="mod">
          <ac:chgData name="Mengmeng Ge" userId="bb5bc401-97cb-4caf-9857-8ff441375414" providerId="ADAL" clId="{057586E9-EDF7-4CE0-A6BD-E5A8C17908E8}" dt="2024-04-18T22:27:45.565" v="4007" actId="255"/>
          <ac:spMkLst>
            <pc:docMk/>
            <pc:sldMk cId="3501969228" sldId="651"/>
            <ac:spMk id="3" creationId="{61D57B02-1754-655F-56F3-A9234AB3747C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6" creationId="{A0CBB399-A1D4-AB31-3561-0BAA0EEC8435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7" creationId="{2F0D9F01-6D68-00AF-F06A-E1C31D3FC5E6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8" creationId="{FA5E02AE-6F15-B809-1554-A7E9E7921036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9" creationId="{CA368E0B-B90E-735C-663C-7656C293BC28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0" creationId="{950228BC-AEE2-F911-9FF3-38982553BE24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1" creationId="{452F3B00-3C51-E36D-C1E5-62252C02630C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2" creationId="{D65710C1-6273-ED30-3062-19DCE64A323E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3" creationId="{3E027CB9-FA59-6675-6036-ADAE75D95672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4" creationId="{B1CA62D1-8483-4726-C3D7-ACC4D6808ED9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5" creationId="{CBF76FB2-EEC0-FD1F-6021-B95D71083777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6" creationId="{444196A5-B2FE-3C57-B7D6-1693C4E5BE9E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7" creationId="{F872F83D-8350-2C56-FD77-3DD754B93A28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8" creationId="{C3AB5AF6-9D64-9725-EDC9-89BF189B7020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9" creationId="{544DB48D-C8BC-2636-C948-66C1DE332B83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20" creationId="{82DE7E84-0C95-2D9A-CBEA-E5B00BBECA03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21" creationId="{960A1A29-8309-AC58-091D-C9E4A5329B7F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22" creationId="{32D38D7B-7638-B669-80F2-45BD4B746367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23" creationId="{0A0D9C07-F9C3-74A5-635E-04D5E2DE603F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24" creationId="{A51E2765-F245-7AC4-C91C-7F22E1AE1923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25" creationId="{84B35C7A-7CE4-5816-ED8E-739F414F9091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26" creationId="{297CB854-DB43-D046-CDA9-A9FB8731E721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27" creationId="{927BF0F7-2DCE-0668-4631-7D7692E25F92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28" creationId="{279A15C4-3253-FD2C-C49C-F9BB0EC3FBC6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48" creationId="{ACC8E491-9AB9-76FA-0945-E129A52D7D20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49" creationId="{448A8E21-51F0-D8BD-86C8-44333AB46AAC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50" creationId="{DDB03C4A-C2C5-1DA4-9932-102484AEE393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51" creationId="{8185BCD2-1D85-2C8C-B0FB-C93F42884E20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52" creationId="{A0F21B8A-D1E9-A3B6-F15A-99D11FA37276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53" creationId="{8E624BCC-FF53-EC9B-9440-B3B5A8B903A0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54" creationId="{FD11ABAB-73C7-00C1-D419-F2DEDF7E3E1F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55" creationId="{8723F0DC-4A3E-9826-6140-1D421D08683F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56" creationId="{EB5E8832-F8D0-2DFA-08FA-FDF593661031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57" creationId="{E29B213B-E711-60EC-791A-C81145F52FA7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58" creationId="{2FDA2C89-E92E-2485-F579-D5D0A48992B1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59" creationId="{F2F6BE2A-856C-A925-D74E-D2CC82901BEC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60" creationId="{350D6A28-24C4-9CC2-1CB7-EF111830FF32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61" creationId="{CC884676-CBE6-E745-006F-8D1FF22C18C0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62" creationId="{D1A26CA8-662B-728B-6240-7B12759C66FA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63" creationId="{7890700B-F5FA-92B1-97D5-5A47BAE3CD56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64" creationId="{15E24E9A-AE6C-69F6-13C6-FE3D7BE7E968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65" creationId="{9BDE06A4-4C03-8928-CD39-D3021414DCA6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66" creationId="{3593A9A1-B662-620D-0A18-309309087139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67" creationId="{72661BBA-EA5A-BC32-E279-94D199D0E101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68" creationId="{95311767-1D5F-12F1-AFCD-31717B074188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69" creationId="{2DBA0BF0-E631-B270-9B95-4A8ACB57A904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70" creationId="{A1B21D7C-1BBD-54E1-C7AD-50EAB5FD7220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71" creationId="{AD21522B-3D27-2BF0-C223-55ED310347FF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72" creationId="{53A7BBA9-5634-B200-C7A6-C0025DDE737A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73" creationId="{01C67036-1B8B-EE34-B4A8-60D924634649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74" creationId="{49B08D0F-1458-0AB9-4858-E0AD190BCAC0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75" creationId="{2A984553-7EF3-B1DE-9E13-CA99F184F25F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76" creationId="{B69B57BA-06F7-1345-AEC1-C713BD98767F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77" creationId="{788C9FA9-C0A6-6DBA-EA9C-123D8F6B46D6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78" creationId="{913D356C-F373-D2CB-37E2-F1E8BE25F6B6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79" creationId="{F2EAC74B-28BB-39BA-ED4C-68D297C5C5D4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80" creationId="{5DAEB6AF-5C3D-6219-BCA2-23A05D065BC1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81" creationId="{CAC66533-26B7-5B9A-1426-B40EDA7E814E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82" creationId="{6C3CAA9D-521E-BD10-86C3-291CCE6E893C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83" creationId="{40E3524F-208B-E75D-E519-82791BA77FE8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84" creationId="{B8418716-AAF2-61B9-25EA-FD7014005AA5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85" creationId="{C669EDD0-9428-5D25-5A65-CCE4F2833CAE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86" creationId="{27079DF0-0734-8D4B-A28C-7B8BCE0D1C6F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87" creationId="{9E0C2820-2A35-298E-C997-5F447DDCA23C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88" creationId="{465D5544-C61F-61FF-BA5F-C55B15F63BEA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89" creationId="{13B4F4CB-3D0C-37CB-9863-1659A2F7C8D5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90" creationId="{7A9AEF94-18E8-ECD6-B3BB-A1BE087F4C63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91" creationId="{DD84F581-2064-8A49-FA55-5F3BD67B47A6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92" creationId="{9395A47C-7A9D-0FE3-DC48-1C7E9E80C671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93" creationId="{06BED8F2-FFBD-8497-D907-CB1B31F55D65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94" creationId="{2504026D-99A2-CE92-BC4B-B563A84E45CE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95" creationId="{43392AB8-F83C-29C5-468C-0835AB54CB51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96" creationId="{0A2C2E3A-5FA4-A7E5-EC70-B90166A1CC36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97" creationId="{5B1FA947-C15D-4003-D30B-ACEBDC403021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98" creationId="{503A591E-5CA7-979D-5612-01901EF7B52B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99" creationId="{C5DB96F9-E9B6-A398-0A91-205DC7CEB2E7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00" creationId="{E26AD00A-D7DF-A4C4-7177-84599D1819AA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01" creationId="{3E2963D6-8FF0-6201-1C37-CFD684493B65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02" creationId="{72E21B30-7A04-E0E8-C2A0-76D7DB894431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03" creationId="{8151A475-D6B5-D8DD-215F-3746044742FF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04" creationId="{1E5C815D-73CE-D50E-B676-1487CD0AD386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05" creationId="{5CBFE493-A849-E900-5F71-07C8E25F3A6D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06" creationId="{A6C741F1-72D7-A777-2826-8C2B3814BACD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07" creationId="{79BC4968-9BE0-CDD0-65A8-1C735F359E58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08" creationId="{89A067A3-BA0F-21B9-7242-56DAE06424F1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09" creationId="{79BA78DD-C270-B774-7806-D0E7D97E9A93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10" creationId="{852E5F52-4F8F-A6D1-B389-63F77DCA8BA6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11" creationId="{FCDE94FA-F825-73B6-C3FC-397F62558B20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12" creationId="{E5F738ED-9A05-F7A9-90E9-2CFDE4999FDE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13" creationId="{073131C9-392C-986B-2709-3BF49531DF81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14" creationId="{1C22C1F9-96A0-A506-68AC-97E0A7B51153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15" creationId="{FFD1709F-F502-89E6-96E3-9C68234188C1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16" creationId="{D4066BA1-FFFC-68B8-57D1-242BC14610E5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17" creationId="{DB29AE8D-47F3-A18A-4171-0AA55DDE4C3C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18" creationId="{0A8AFCF1-22E2-6F64-AE7C-9F53382E6610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19" creationId="{38370070-DE1A-93D2-F983-FD9864B4228F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21" creationId="{9FE74017-AA16-9960-5CD0-D9E6615B86B9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22" creationId="{564F85B0-FD48-27C2-801A-392023401B2C}"/>
          </ac:spMkLst>
        </pc:spChg>
        <pc:spChg chg="mod">
          <ac:chgData name="Mengmeng Ge" userId="bb5bc401-97cb-4caf-9857-8ff441375414" providerId="ADAL" clId="{057586E9-EDF7-4CE0-A6BD-E5A8C17908E8}" dt="2024-04-18T22:28:42.076" v="4019" actId="1038"/>
          <ac:spMkLst>
            <pc:docMk/>
            <pc:sldMk cId="3501969228" sldId="651"/>
            <ac:spMk id="123" creationId="{5CDE9AF2-EE61-11B5-3F47-3CD1DC48AABF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25" creationId="{BE3DF3A4-368C-EFE4-BB4B-7294C1CDA7A1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26" creationId="{97B2C045-2B3F-61A3-7795-4B83EF5C5607}"/>
          </ac:spMkLst>
        </pc:spChg>
        <pc:spChg chg="mod">
          <ac:chgData name="Mengmeng Ge" userId="bb5bc401-97cb-4caf-9857-8ff441375414" providerId="ADAL" clId="{057586E9-EDF7-4CE0-A6BD-E5A8C17908E8}" dt="2024-04-18T22:25:48.567" v="3868"/>
          <ac:spMkLst>
            <pc:docMk/>
            <pc:sldMk cId="3501969228" sldId="651"/>
            <ac:spMk id="127" creationId="{527806A1-8EE0-545F-8EFE-2282C4B34253}"/>
          </ac:spMkLst>
        </pc:spChg>
        <pc:spChg chg="del mod topLvl">
          <ac:chgData name="Mengmeng Ge" userId="bb5bc401-97cb-4caf-9857-8ff441375414" providerId="ADAL" clId="{057586E9-EDF7-4CE0-A6BD-E5A8C17908E8}" dt="2024-04-18T22:32:27.004" v="4035" actId="478"/>
          <ac:spMkLst>
            <pc:docMk/>
            <pc:sldMk cId="3501969228" sldId="651"/>
            <ac:spMk id="129" creationId="{1E60F1BD-CB60-D566-6B9D-67DF9C7AFF7D}"/>
          </ac:spMkLst>
        </pc:spChg>
        <pc:spChg chg="mod topLvl">
          <ac:chgData name="Mengmeng Ge" userId="bb5bc401-97cb-4caf-9857-8ff441375414" providerId="ADAL" clId="{057586E9-EDF7-4CE0-A6BD-E5A8C17908E8}" dt="2024-04-18T22:32:27.004" v="4035" actId="478"/>
          <ac:spMkLst>
            <pc:docMk/>
            <pc:sldMk cId="3501969228" sldId="651"/>
            <ac:spMk id="130" creationId="{0FAFDBFC-0779-F3DC-E5CA-EFEC1E0FEC9E}"/>
          </ac:spMkLst>
        </pc:spChg>
        <pc:spChg chg="add del mod">
          <ac:chgData name="Mengmeng Ge" userId="bb5bc401-97cb-4caf-9857-8ff441375414" providerId="ADAL" clId="{057586E9-EDF7-4CE0-A6BD-E5A8C17908E8}" dt="2024-04-18T22:29:06.196" v="4025" actId="478"/>
          <ac:spMkLst>
            <pc:docMk/>
            <pc:sldMk cId="3501969228" sldId="651"/>
            <ac:spMk id="131" creationId="{EFE4302B-F45A-57C3-F8B7-A7C7D831F919}"/>
          </ac:spMkLst>
        </pc:spChg>
        <pc:spChg chg="add mod">
          <ac:chgData name="Mengmeng Ge" userId="bb5bc401-97cb-4caf-9857-8ff441375414" providerId="ADAL" clId="{057586E9-EDF7-4CE0-A6BD-E5A8C17908E8}" dt="2024-04-18T22:28:35.995" v="4016" actId="14100"/>
          <ac:spMkLst>
            <pc:docMk/>
            <pc:sldMk cId="3501969228" sldId="651"/>
            <ac:spMk id="132" creationId="{4349470A-8199-479E-F42B-E2D55698035C}"/>
          </ac:spMkLst>
        </pc:spChg>
        <pc:spChg chg="add mod">
          <ac:chgData name="Mengmeng Ge" userId="bb5bc401-97cb-4caf-9857-8ff441375414" providerId="ADAL" clId="{057586E9-EDF7-4CE0-A6BD-E5A8C17908E8}" dt="2024-04-18T22:28:46.534" v="4020" actId="14100"/>
          <ac:spMkLst>
            <pc:docMk/>
            <pc:sldMk cId="3501969228" sldId="651"/>
            <ac:spMk id="133" creationId="{B654ACDC-71D2-B1DD-43E4-D78D41513238}"/>
          </ac:spMkLst>
        </pc:spChg>
        <pc:spChg chg="add mod">
          <ac:chgData name="Mengmeng Ge" userId="bb5bc401-97cb-4caf-9857-8ff441375414" providerId="ADAL" clId="{057586E9-EDF7-4CE0-A6BD-E5A8C17908E8}" dt="2024-04-18T22:29:00.128" v="4024" actId="14100"/>
          <ac:spMkLst>
            <pc:docMk/>
            <pc:sldMk cId="3501969228" sldId="651"/>
            <ac:spMk id="134" creationId="{33CA96C2-3D00-5944-9A4C-214B4E9C4CE3}"/>
          </ac:spMkLst>
        </pc:spChg>
        <pc:spChg chg="add mod">
          <ac:chgData name="Mengmeng Ge" userId="bb5bc401-97cb-4caf-9857-8ff441375414" providerId="ADAL" clId="{057586E9-EDF7-4CE0-A6BD-E5A8C17908E8}" dt="2024-04-18T22:29:15.970" v="4028" actId="14100"/>
          <ac:spMkLst>
            <pc:docMk/>
            <pc:sldMk cId="3501969228" sldId="651"/>
            <ac:spMk id="135" creationId="{86968282-F2A8-0F03-069B-5F23F8349E3E}"/>
          </ac:spMkLst>
        </pc:spChg>
        <pc:spChg chg="add mod">
          <ac:chgData name="Mengmeng Ge" userId="bb5bc401-97cb-4caf-9857-8ff441375414" providerId="ADAL" clId="{057586E9-EDF7-4CE0-A6BD-E5A8C17908E8}" dt="2024-04-18T22:29:24.520" v="4031" actId="14100"/>
          <ac:spMkLst>
            <pc:docMk/>
            <pc:sldMk cId="3501969228" sldId="651"/>
            <ac:spMk id="136" creationId="{5CB395BC-D663-86A5-560B-D0F79469EB46}"/>
          </ac:spMkLst>
        </pc:spChg>
        <pc:spChg chg="add mod">
          <ac:chgData name="Mengmeng Ge" userId="bb5bc401-97cb-4caf-9857-8ff441375414" providerId="ADAL" clId="{057586E9-EDF7-4CE0-A6BD-E5A8C17908E8}" dt="2024-04-18T22:29:35.561" v="4034" actId="14100"/>
          <ac:spMkLst>
            <pc:docMk/>
            <pc:sldMk cId="3501969228" sldId="651"/>
            <ac:spMk id="137" creationId="{0C560434-5BE9-E975-129A-419E535D390E}"/>
          </ac:spMkLst>
        </pc:spChg>
        <pc:grpChg chg="add mod">
          <ac:chgData name="Mengmeng Ge" userId="bb5bc401-97cb-4caf-9857-8ff441375414" providerId="ADAL" clId="{057586E9-EDF7-4CE0-A6BD-E5A8C17908E8}" dt="2024-04-18T22:25:48.567" v="3868"/>
          <ac:grpSpMkLst>
            <pc:docMk/>
            <pc:sldMk cId="3501969228" sldId="651"/>
            <ac:grpSpMk id="5" creationId="{9D2C889C-A7BF-6663-73B3-71B0CDF6ABEA}"/>
          </ac:grpSpMkLst>
        </pc:grpChg>
        <pc:grpChg chg="mod">
          <ac:chgData name="Mengmeng Ge" userId="bb5bc401-97cb-4caf-9857-8ff441375414" providerId="ADAL" clId="{057586E9-EDF7-4CE0-A6BD-E5A8C17908E8}" dt="2024-04-18T22:25:48.567" v="3868"/>
          <ac:grpSpMkLst>
            <pc:docMk/>
            <pc:sldMk cId="3501969228" sldId="651"/>
            <ac:grpSpMk id="29" creationId="{02ECA26B-0428-823C-563C-F461C163DF02}"/>
          </ac:grpSpMkLst>
        </pc:grpChg>
        <pc:grpChg chg="mod">
          <ac:chgData name="Mengmeng Ge" userId="bb5bc401-97cb-4caf-9857-8ff441375414" providerId="ADAL" clId="{057586E9-EDF7-4CE0-A6BD-E5A8C17908E8}" dt="2024-04-18T22:25:48.567" v="3868"/>
          <ac:grpSpMkLst>
            <pc:docMk/>
            <pc:sldMk cId="3501969228" sldId="651"/>
            <ac:grpSpMk id="30" creationId="{DB4C90D3-5576-D3AD-52FD-43CBA68E01A5}"/>
          </ac:grpSpMkLst>
        </pc:grpChg>
        <pc:grpChg chg="mod">
          <ac:chgData name="Mengmeng Ge" userId="bb5bc401-97cb-4caf-9857-8ff441375414" providerId="ADAL" clId="{057586E9-EDF7-4CE0-A6BD-E5A8C17908E8}" dt="2024-04-18T22:25:48.567" v="3868"/>
          <ac:grpSpMkLst>
            <pc:docMk/>
            <pc:sldMk cId="3501969228" sldId="651"/>
            <ac:grpSpMk id="31" creationId="{B840CE0E-48FC-1D05-A760-BC098E9E904E}"/>
          </ac:grpSpMkLst>
        </pc:grpChg>
        <pc:grpChg chg="mod">
          <ac:chgData name="Mengmeng Ge" userId="bb5bc401-97cb-4caf-9857-8ff441375414" providerId="ADAL" clId="{057586E9-EDF7-4CE0-A6BD-E5A8C17908E8}" dt="2024-04-18T22:25:48.567" v="3868"/>
          <ac:grpSpMkLst>
            <pc:docMk/>
            <pc:sldMk cId="3501969228" sldId="651"/>
            <ac:grpSpMk id="32" creationId="{EF57D278-B61F-6DD1-314C-5E3E593861CD}"/>
          </ac:grpSpMkLst>
        </pc:grpChg>
        <pc:grpChg chg="mod">
          <ac:chgData name="Mengmeng Ge" userId="bb5bc401-97cb-4caf-9857-8ff441375414" providerId="ADAL" clId="{057586E9-EDF7-4CE0-A6BD-E5A8C17908E8}" dt="2024-04-18T22:25:48.567" v="3868"/>
          <ac:grpSpMkLst>
            <pc:docMk/>
            <pc:sldMk cId="3501969228" sldId="651"/>
            <ac:grpSpMk id="33" creationId="{EFFDCDEE-8718-3CDD-641A-C2C08022B480}"/>
          </ac:grpSpMkLst>
        </pc:grpChg>
        <pc:grpChg chg="add mod">
          <ac:chgData name="Mengmeng Ge" userId="bb5bc401-97cb-4caf-9857-8ff441375414" providerId="ADAL" clId="{057586E9-EDF7-4CE0-A6BD-E5A8C17908E8}" dt="2024-04-18T22:28:39.417" v="4018" actId="1076"/>
          <ac:grpSpMkLst>
            <pc:docMk/>
            <pc:sldMk cId="3501969228" sldId="651"/>
            <ac:grpSpMk id="120" creationId="{81F67A13-A2E3-6537-2C16-37CD2CFF9A08}"/>
          </ac:grpSpMkLst>
        </pc:grpChg>
        <pc:grpChg chg="add mod">
          <ac:chgData name="Mengmeng Ge" userId="bb5bc401-97cb-4caf-9857-8ff441375414" providerId="ADAL" clId="{057586E9-EDF7-4CE0-A6BD-E5A8C17908E8}" dt="2024-04-18T22:25:48.567" v="3868"/>
          <ac:grpSpMkLst>
            <pc:docMk/>
            <pc:sldMk cId="3501969228" sldId="651"/>
            <ac:grpSpMk id="124" creationId="{E7CF70FA-820F-6FC8-678A-C6394231648C}"/>
          </ac:grpSpMkLst>
        </pc:grpChg>
        <pc:grpChg chg="add del mod">
          <ac:chgData name="Mengmeng Ge" userId="bb5bc401-97cb-4caf-9857-8ff441375414" providerId="ADAL" clId="{057586E9-EDF7-4CE0-A6BD-E5A8C17908E8}" dt="2024-04-18T22:32:27.004" v="4035" actId="478"/>
          <ac:grpSpMkLst>
            <pc:docMk/>
            <pc:sldMk cId="3501969228" sldId="651"/>
            <ac:grpSpMk id="128" creationId="{0AFC8476-CFDF-8E1C-5AD2-EA6CE609711F}"/>
          </ac:grpSpMkLst>
        </pc:grpChg>
        <pc:cxnChg chg="mod">
          <ac:chgData name="Mengmeng Ge" userId="bb5bc401-97cb-4caf-9857-8ff441375414" providerId="ADAL" clId="{057586E9-EDF7-4CE0-A6BD-E5A8C17908E8}" dt="2024-04-18T22:25:48.567" v="3868"/>
          <ac:cxnSpMkLst>
            <pc:docMk/>
            <pc:sldMk cId="3501969228" sldId="651"/>
            <ac:cxnSpMk id="34" creationId="{41CF0F7C-155B-2DBE-710E-2F99AE45B914}"/>
          </ac:cxnSpMkLst>
        </pc:cxnChg>
        <pc:cxnChg chg="mod">
          <ac:chgData name="Mengmeng Ge" userId="bb5bc401-97cb-4caf-9857-8ff441375414" providerId="ADAL" clId="{057586E9-EDF7-4CE0-A6BD-E5A8C17908E8}" dt="2024-04-18T22:25:48.567" v="3868"/>
          <ac:cxnSpMkLst>
            <pc:docMk/>
            <pc:sldMk cId="3501969228" sldId="651"/>
            <ac:cxnSpMk id="35" creationId="{67ED684C-15EF-EEC5-93C3-C4527E352564}"/>
          </ac:cxnSpMkLst>
        </pc:cxnChg>
        <pc:cxnChg chg="mod">
          <ac:chgData name="Mengmeng Ge" userId="bb5bc401-97cb-4caf-9857-8ff441375414" providerId="ADAL" clId="{057586E9-EDF7-4CE0-A6BD-E5A8C17908E8}" dt="2024-04-18T22:25:48.567" v="3868"/>
          <ac:cxnSpMkLst>
            <pc:docMk/>
            <pc:sldMk cId="3501969228" sldId="651"/>
            <ac:cxnSpMk id="36" creationId="{5B6E6F98-4B64-D37E-D5B3-3FD1C0EAE332}"/>
          </ac:cxnSpMkLst>
        </pc:cxnChg>
        <pc:cxnChg chg="mod">
          <ac:chgData name="Mengmeng Ge" userId="bb5bc401-97cb-4caf-9857-8ff441375414" providerId="ADAL" clId="{057586E9-EDF7-4CE0-A6BD-E5A8C17908E8}" dt="2024-04-18T22:25:48.567" v="3868"/>
          <ac:cxnSpMkLst>
            <pc:docMk/>
            <pc:sldMk cId="3501969228" sldId="651"/>
            <ac:cxnSpMk id="37" creationId="{EAB8EAAB-B3CA-A230-A84C-8E3D5F8FA0DA}"/>
          </ac:cxnSpMkLst>
        </pc:cxnChg>
        <pc:cxnChg chg="mod">
          <ac:chgData name="Mengmeng Ge" userId="bb5bc401-97cb-4caf-9857-8ff441375414" providerId="ADAL" clId="{057586E9-EDF7-4CE0-A6BD-E5A8C17908E8}" dt="2024-04-18T22:25:48.567" v="3868"/>
          <ac:cxnSpMkLst>
            <pc:docMk/>
            <pc:sldMk cId="3501969228" sldId="651"/>
            <ac:cxnSpMk id="38" creationId="{2753776E-AD4F-3DBD-2106-7F292463BFAE}"/>
          </ac:cxnSpMkLst>
        </pc:cxnChg>
        <pc:cxnChg chg="mod">
          <ac:chgData name="Mengmeng Ge" userId="bb5bc401-97cb-4caf-9857-8ff441375414" providerId="ADAL" clId="{057586E9-EDF7-4CE0-A6BD-E5A8C17908E8}" dt="2024-04-18T22:25:48.567" v="3868"/>
          <ac:cxnSpMkLst>
            <pc:docMk/>
            <pc:sldMk cId="3501969228" sldId="651"/>
            <ac:cxnSpMk id="39" creationId="{26D2F5CE-063E-43C3-CBB5-2915B334CA35}"/>
          </ac:cxnSpMkLst>
        </pc:cxnChg>
        <pc:cxnChg chg="mod">
          <ac:chgData name="Mengmeng Ge" userId="bb5bc401-97cb-4caf-9857-8ff441375414" providerId="ADAL" clId="{057586E9-EDF7-4CE0-A6BD-E5A8C17908E8}" dt="2024-04-18T22:25:48.567" v="3868"/>
          <ac:cxnSpMkLst>
            <pc:docMk/>
            <pc:sldMk cId="3501969228" sldId="651"/>
            <ac:cxnSpMk id="40" creationId="{32B9E54A-BDCA-C6AE-6BD0-013AA46FAD7F}"/>
          </ac:cxnSpMkLst>
        </pc:cxnChg>
        <pc:cxnChg chg="mod">
          <ac:chgData name="Mengmeng Ge" userId="bb5bc401-97cb-4caf-9857-8ff441375414" providerId="ADAL" clId="{057586E9-EDF7-4CE0-A6BD-E5A8C17908E8}" dt="2024-04-18T22:25:48.567" v="3868"/>
          <ac:cxnSpMkLst>
            <pc:docMk/>
            <pc:sldMk cId="3501969228" sldId="651"/>
            <ac:cxnSpMk id="41" creationId="{1FA9E00A-8C54-D7B9-881F-CD87268B5E9A}"/>
          </ac:cxnSpMkLst>
        </pc:cxnChg>
        <pc:cxnChg chg="mod">
          <ac:chgData name="Mengmeng Ge" userId="bb5bc401-97cb-4caf-9857-8ff441375414" providerId="ADAL" clId="{057586E9-EDF7-4CE0-A6BD-E5A8C17908E8}" dt="2024-04-18T22:25:48.567" v="3868"/>
          <ac:cxnSpMkLst>
            <pc:docMk/>
            <pc:sldMk cId="3501969228" sldId="651"/>
            <ac:cxnSpMk id="42" creationId="{61C728B8-FA12-2839-B116-39CDFC7F959D}"/>
          </ac:cxnSpMkLst>
        </pc:cxnChg>
        <pc:cxnChg chg="mod">
          <ac:chgData name="Mengmeng Ge" userId="bb5bc401-97cb-4caf-9857-8ff441375414" providerId="ADAL" clId="{057586E9-EDF7-4CE0-A6BD-E5A8C17908E8}" dt="2024-04-18T22:25:48.567" v="3868"/>
          <ac:cxnSpMkLst>
            <pc:docMk/>
            <pc:sldMk cId="3501969228" sldId="651"/>
            <ac:cxnSpMk id="43" creationId="{F04D5175-F98C-E07A-93B2-BCEB014E5274}"/>
          </ac:cxnSpMkLst>
        </pc:cxnChg>
        <pc:cxnChg chg="mod">
          <ac:chgData name="Mengmeng Ge" userId="bb5bc401-97cb-4caf-9857-8ff441375414" providerId="ADAL" clId="{057586E9-EDF7-4CE0-A6BD-E5A8C17908E8}" dt="2024-04-18T22:25:48.567" v="3868"/>
          <ac:cxnSpMkLst>
            <pc:docMk/>
            <pc:sldMk cId="3501969228" sldId="651"/>
            <ac:cxnSpMk id="44" creationId="{65F1E674-B875-1C7D-7537-061499243FCF}"/>
          </ac:cxnSpMkLst>
        </pc:cxnChg>
        <pc:cxnChg chg="mod">
          <ac:chgData name="Mengmeng Ge" userId="bb5bc401-97cb-4caf-9857-8ff441375414" providerId="ADAL" clId="{057586E9-EDF7-4CE0-A6BD-E5A8C17908E8}" dt="2024-04-18T22:25:48.567" v="3868"/>
          <ac:cxnSpMkLst>
            <pc:docMk/>
            <pc:sldMk cId="3501969228" sldId="651"/>
            <ac:cxnSpMk id="45" creationId="{34CD3153-255D-6BFA-1B3B-5C8F20B9B33A}"/>
          </ac:cxnSpMkLst>
        </pc:cxnChg>
        <pc:cxnChg chg="mod">
          <ac:chgData name="Mengmeng Ge" userId="bb5bc401-97cb-4caf-9857-8ff441375414" providerId="ADAL" clId="{057586E9-EDF7-4CE0-A6BD-E5A8C17908E8}" dt="2024-04-18T22:25:48.567" v="3868"/>
          <ac:cxnSpMkLst>
            <pc:docMk/>
            <pc:sldMk cId="3501969228" sldId="651"/>
            <ac:cxnSpMk id="46" creationId="{46C9913C-6866-56FF-5460-424EB92615AA}"/>
          </ac:cxnSpMkLst>
        </pc:cxnChg>
        <pc:cxnChg chg="mod">
          <ac:chgData name="Mengmeng Ge" userId="bb5bc401-97cb-4caf-9857-8ff441375414" providerId="ADAL" clId="{057586E9-EDF7-4CE0-A6BD-E5A8C17908E8}" dt="2024-04-18T22:25:48.567" v="3868"/>
          <ac:cxnSpMkLst>
            <pc:docMk/>
            <pc:sldMk cId="3501969228" sldId="651"/>
            <ac:cxnSpMk id="47" creationId="{73765ECE-37DA-3122-DFF0-F49B3FAF8C10}"/>
          </ac:cxnSpMkLst>
        </pc:cxnChg>
      </pc:sldChg>
      <pc:sldChg chg="modSp mod chgLayout modNotesTx">
        <pc:chgData name="Mengmeng Ge" userId="bb5bc401-97cb-4caf-9857-8ff441375414" providerId="ADAL" clId="{057586E9-EDF7-4CE0-A6BD-E5A8C17908E8}" dt="2024-04-18T22:59:17.266" v="4092" actId="14100"/>
        <pc:sldMkLst>
          <pc:docMk/>
          <pc:sldMk cId="4110547487" sldId="652"/>
        </pc:sldMkLst>
        <pc:spChg chg="mod ord">
          <ac:chgData name="Mengmeng Ge" userId="bb5bc401-97cb-4caf-9857-8ff441375414" providerId="ADAL" clId="{057586E9-EDF7-4CE0-A6BD-E5A8C17908E8}" dt="2024-04-18T22:34:46.496" v="4089" actId="700"/>
          <ac:spMkLst>
            <pc:docMk/>
            <pc:sldMk cId="4110547487" sldId="652"/>
            <ac:spMk id="2" creationId="{00000000-0000-0000-0000-000000000000}"/>
          </ac:spMkLst>
        </pc:spChg>
        <pc:spChg chg="mod ord">
          <ac:chgData name="Mengmeng Ge" userId="bb5bc401-97cb-4caf-9857-8ff441375414" providerId="ADAL" clId="{057586E9-EDF7-4CE0-A6BD-E5A8C17908E8}" dt="2024-04-18T22:34:46.496" v="4089" actId="700"/>
          <ac:spMkLst>
            <pc:docMk/>
            <pc:sldMk cId="4110547487" sldId="652"/>
            <ac:spMk id="37890" creationId="{00000000-0000-0000-0000-000000000000}"/>
          </ac:spMkLst>
        </pc:spChg>
        <pc:spChg chg="mod ord">
          <ac:chgData name="Mengmeng Ge" userId="bb5bc401-97cb-4caf-9857-8ff441375414" providerId="ADAL" clId="{057586E9-EDF7-4CE0-A6BD-E5A8C17908E8}" dt="2024-04-18T22:59:17.266" v="4092" actId="14100"/>
          <ac:spMkLst>
            <pc:docMk/>
            <pc:sldMk cId="4110547487" sldId="652"/>
            <ac:spMk id="37891" creationId="{00000000-0000-0000-0000-000000000000}"/>
          </ac:spMkLst>
        </pc:spChg>
      </pc:sldChg>
      <pc:sldChg chg="addSp delSp modSp new mod modClrScheme modAnim chgLayout">
        <pc:chgData name="Mengmeng Ge" userId="bb5bc401-97cb-4caf-9857-8ff441375414" providerId="ADAL" clId="{057586E9-EDF7-4CE0-A6BD-E5A8C17908E8}" dt="2024-04-19T00:55:37.121" v="4715" actId="2711"/>
        <pc:sldMkLst>
          <pc:docMk/>
          <pc:sldMk cId="4042920328" sldId="653"/>
        </pc:sldMkLst>
        <pc:spChg chg="del mod ord">
          <ac:chgData name="Mengmeng Ge" userId="bb5bc401-97cb-4caf-9857-8ff441375414" providerId="ADAL" clId="{057586E9-EDF7-4CE0-A6BD-E5A8C17908E8}" dt="2024-04-18T23:43:11.973" v="4297" actId="700"/>
          <ac:spMkLst>
            <pc:docMk/>
            <pc:sldMk cId="4042920328" sldId="653"/>
            <ac:spMk id="2" creationId="{4F1CA541-E2FB-EEE5-6D22-0C717860D45B}"/>
          </ac:spMkLst>
        </pc:spChg>
        <pc:spChg chg="del">
          <ac:chgData name="Mengmeng Ge" userId="bb5bc401-97cb-4caf-9857-8ff441375414" providerId="ADAL" clId="{057586E9-EDF7-4CE0-A6BD-E5A8C17908E8}" dt="2024-04-18T23:43:11.973" v="4297" actId="700"/>
          <ac:spMkLst>
            <pc:docMk/>
            <pc:sldMk cId="4042920328" sldId="653"/>
            <ac:spMk id="3" creationId="{8CC94C26-7EE1-F59B-6794-49EC0D8B7CD0}"/>
          </ac:spMkLst>
        </pc:spChg>
        <pc:spChg chg="del mod ord">
          <ac:chgData name="Mengmeng Ge" userId="bb5bc401-97cb-4caf-9857-8ff441375414" providerId="ADAL" clId="{057586E9-EDF7-4CE0-A6BD-E5A8C17908E8}" dt="2024-04-18T23:43:11.973" v="4297" actId="700"/>
          <ac:spMkLst>
            <pc:docMk/>
            <pc:sldMk cId="4042920328" sldId="653"/>
            <ac:spMk id="4" creationId="{B4B11902-0F71-1A8A-7A22-95AD20C0533B}"/>
          </ac:spMkLst>
        </pc:spChg>
        <pc:spChg chg="mod ord">
          <ac:chgData name="Mengmeng Ge" userId="bb5bc401-97cb-4caf-9857-8ff441375414" providerId="ADAL" clId="{057586E9-EDF7-4CE0-A6BD-E5A8C17908E8}" dt="2024-04-18T23:46:10.788" v="4340" actId="700"/>
          <ac:spMkLst>
            <pc:docMk/>
            <pc:sldMk cId="4042920328" sldId="653"/>
            <ac:spMk id="5" creationId="{29F8C0C4-4E98-08D2-5B34-E57F5AA2C984}"/>
          </ac:spMkLst>
        </pc:spChg>
        <pc:spChg chg="add mod ord">
          <ac:chgData name="Mengmeng Ge" userId="bb5bc401-97cb-4caf-9857-8ff441375414" providerId="ADAL" clId="{057586E9-EDF7-4CE0-A6BD-E5A8C17908E8}" dt="2024-04-18T23:59:45.181" v="4470" actId="20577"/>
          <ac:spMkLst>
            <pc:docMk/>
            <pc:sldMk cId="4042920328" sldId="653"/>
            <ac:spMk id="6" creationId="{DADE51AF-680B-BD35-9F67-200B46142132}"/>
          </ac:spMkLst>
        </pc:spChg>
        <pc:spChg chg="add del mod ord">
          <ac:chgData name="Mengmeng Ge" userId="bb5bc401-97cb-4caf-9857-8ff441375414" providerId="ADAL" clId="{057586E9-EDF7-4CE0-A6BD-E5A8C17908E8}" dt="2024-04-18T23:44:36.685" v="4327" actId="700"/>
          <ac:spMkLst>
            <pc:docMk/>
            <pc:sldMk cId="4042920328" sldId="653"/>
            <ac:spMk id="7" creationId="{687F57CF-40B2-5C43-E7D0-1B6FB21FBAF4}"/>
          </ac:spMkLst>
        </pc:spChg>
        <pc:spChg chg="add mod ord">
          <ac:chgData name="Mengmeng Ge" userId="bb5bc401-97cb-4caf-9857-8ff441375414" providerId="ADAL" clId="{057586E9-EDF7-4CE0-A6BD-E5A8C17908E8}" dt="2024-04-18T23:46:16.379" v="4341" actId="14100"/>
          <ac:spMkLst>
            <pc:docMk/>
            <pc:sldMk cId="4042920328" sldId="653"/>
            <ac:spMk id="8" creationId="{884B78AB-0BF2-A204-B63A-6DE272153D30}"/>
          </ac:spMkLst>
        </pc:spChg>
        <pc:spChg chg="add del mod ord">
          <ac:chgData name="Mengmeng Ge" userId="bb5bc401-97cb-4caf-9857-8ff441375414" providerId="ADAL" clId="{057586E9-EDF7-4CE0-A6BD-E5A8C17908E8}" dt="2024-04-18T23:44:48.013" v="4329" actId="478"/>
          <ac:spMkLst>
            <pc:docMk/>
            <pc:sldMk cId="4042920328" sldId="653"/>
            <ac:spMk id="9" creationId="{AED967FE-9E4F-69F0-062F-2280A3B51180}"/>
          </ac:spMkLst>
        </pc:spChg>
        <pc:spChg chg="add mod">
          <ac:chgData name="Mengmeng Ge" userId="bb5bc401-97cb-4caf-9857-8ff441375414" providerId="ADAL" clId="{057586E9-EDF7-4CE0-A6BD-E5A8C17908E8}" dt="2024-04-18T23:44:59.087" v="4332"/>
          <ac:spMkLst>
            <pc:docMk/>
            <pc:sldMk cId="4042920328" sldId="653"/>
            <ac:spMk id="10" creationId="{9847989B-141E-0859-741D-DA8159E3CB43}"/>
          </ac:spMkLst>
        </pc:spChg>
        <pc:spChg chg="add 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11" creationId="{21619C81-EE86-467E-53D3-1E9E06675580}"/>
          </ac:spMkLst>
        </pc:spChg>
        <pc:spChg chg="add 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12" creationId="{DE48C8F3-16C0-EDB9-BB91-D69601BE410F}"/>
          </ac:spMkLst>
        </pc:spChg>
        <pc:spChg chg="add 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13" creationId="{86FE775F-0355-005C-9AC6-03A408C31A45}"/>
          </ac:spMkLst>
        </pc:spChg>
        <pc:spChg chg="add 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14" creationId="{00907650-E3B3-E9F2-E2B5-8552E1AD538A}"/>
          </ac:spMkLst>
        </pc:spChg>
        <pc:spChg chg="add 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15" creationId="{25AE3899-6EB2-F392-ACA0-0CB30BCFC928}"/>
          </ac:spMkLst>
        </pc:spChg>
        <pc:spChg chg="add 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16" creationId="{6346191D-3CC7-30E3-7670-615CE6303F0A}"/>
          </ac:spMkLst>
        </pc:spChg>
        <pc:spChg chg="add 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17" creationId="{272A7D55-B077-79CE-DDC7-995727E36DE2}"/>
          </ac:spMkLst>
        </pc:spChg>
        <pc:spChg chg="add 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18" creationId="{7CE03271-0D44-C266-426D-AC673623CFDB}"/>
          </ac:spMkLst>
        </pc:spChg>
        <pc:spChg chg="add 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19" creationId="{9D540F4F-1EAE-07F3-6204-4B0F57AEF594}"/>
          </ac:spMkLst>
        </pc:spChg>
        <pc:spChg chg="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21" creationId="{DBC8A369-37A7-5E3D-5404-6A0762C1C01A}"/>
          </ac:spMkLst>
        </pc:spChg>
        <pc:spChg chg="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22" creationId="{38100A9C-5FF6-A8ED-BB61-F432CBA9A4A1}"/>
          </ac:spMkLst>
        </pc:spChg>
        <pc:spChg chg="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24" creationId="{618131FD-A200-82B1-F0F2-B05BB240176C}"/>
          </ac:spMkLst>
        </pc:spChg>
        <pc:spChg chg="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25" creationId="{7ABFA481-7741-446C-587A-0EF480816BE5}"/>
          </ac:spMkLst>
        </pc:spChg>
        <pc:spChg chg="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26" creationId="{357FB5A4-7E41-3E30-31C2-A7BD4582BBDA}"/>
          </ac:spMkLst>
        </pc:spChg>
        <pc:spChg chg="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27" creationId="{9E508D34-BF07-4CF2-7BCF-AE77DC8B41B3}"/>
          </ac:spMkLst>
        </pc:spChg>
        <pc:spChg chg="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28" creationId="{E70C5499-17F4-75D3-0C02-968E3A8A6204}"/>
          </ac:spMkLst>
        </pc:spChg>
        <pc:spChg chg="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30" creationId="{90009FFC-E3FE-30EB-D339-237A10E66B1F}"/>
          </ac:spMkLst>
        </pc:spChg>
        <pc:spChg chg="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31" creationId="{3D790B48-8F12-251A-AA1F-B477082A0925}"/>
          </ac:spMkLst>
        </pc:spChg>
        <pc:spChg chg="add 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32" creationId="{6EB42E29-DC30-8194-E537-9677B48CAA27}"/>
          </ac:spMkLst>
        </pc:spChg>
        <pc:spChg chg="add 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33" creationId="{FFA13B2D-28CA-A859-FCB7-3D16471BD8C1}"/>
          </ac:spMkLst>
        </pc:spChg>
        <pc:spChg chg="add 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34" creationId="{6FBEF2ED-8307-E033-E7C5-FD167597B10F}"/>
          </ac:spMkLst>
        </pc:spChg>
        <pc:spChg chg="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36" creationId="{259892DB-A2CE-2445-092E-0133A98A7A6F}"/>
          </ac:spMkLst>
        </pc:spChg>
        <pc:spChg chg="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37" creationId="{989FF2B5-4FDD-7E7E-7A12-F6AF3FBD47BD}"/>
          </ac:spMkLst>
        </pc:spChg>
        <pc:spChg chg="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38" creationId="{C8A0F0EE-6D00-BC83-B282-D489B05120E0}"/>
          </ac:spMkLst>
        </pc:spChg>
        <pc:spChg chg="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39" creationId="{713ACC95-C783-917A-4638-2CF30F7AC08E}"/>
          </ac:spMkLst>
        </pc:spChg>
        <pc:spChg chg="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40" creationId="{0BB4C924-B3A9-2193-B390-9FA1C541AEC8}"/>
          </ac:spMkLst>
        </pc:spChg>
        <pc:spChg chg="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42" creationId="{EB470A15-2A88-94E9-98EB-22ACFE77B2D4}"/>
          </ac:spMkLst>
        </pc:spChg>
        <pc:spChg chg="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43" creationId="{E86334B8-5D2C-859F-D96A-FBD294A403F7}"/>
          </ac:spMkLst>
        </pc:spChg>
        <pc:spChg chg="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45" creationId="{304E0571-FF77-4EAC-B116-A53DFCB541EF}"/>
          </ac:spMkLst>
        </pc:spChg>
        <pc:spChg chg="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46" creationId="{825A7195-FBFB-4DA7-04B0-47434DABAB89}"/>
          </ac:spMkLst>
        </pc:spChg>
        <pc:spChg chg="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47" creationId="{A8427299-958D-25E2-55B2-06357EB85C9A}"/>
          </ac:spMkLst>
        </pc:spChg>
        <pc:spChg chg="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48" creationId="{4FD6EA7E-34C5-5E31-3263-AB09A4E2B111}"/>
          </ac:spMkLst>
        </pc:spChg>
        <pc:spChg chg="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49" creationId="{4D2CDB9D-314B-02BA-282B-B93AFE5525BC}"/>
          </ac:spMkLst>
        </pc:spChg>
        <pc:spChg chg="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51" creationId="{82219814-9E6E-6544-14AD-DCEE9CD23626}"/>
          </ac:spMkLst>
        </pc:spChg>
        <pc:spChg chg="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52" creationId="{D97E08BE-E263-315A-4F29-55B287B5AAF5}"/>
          </ac:spMkLst>
        </pc:spChg>
        <pc:spChg chg="add 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53" creationId="{9AC165D4-8B2F-9AFC-17B0-47B648A5D9E8}"/>
          </ac:spMkLst>
        </pc:spChg>
        <pc:spChg chg="add 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54" creationId="{E119E1A9-FAC0-B19B-54B3-7645911D20BB}"/>
          </ac:spMkLst>
        </pc:spChg>
        <pc:spChg chg="add 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55" creationId="{E891FD8C-B2D0-5253-C106-257E7C59C954}"/>
          </ac:spMkLst>
        </pc:spChg>
        <pc:spChg chg="add mod">
          <ac:chgData name="Mengmeng Ge" userId="bb5bc401-97cb-4caf-9857-8ff441375414" providerId="ADAL" clId="{057586E9-EDF7-4CE0-A6BD-E5A8C17908E8}" dt="2024-04-18T23:45:23.093" v="4335" actId="1076"/>
          <ac:spMkLst>
            <pc:docMk/>
            <pc:sldMk cId="4042920328" sldId="653"/>
            <ac:spMk id="56" creationId="{DCB3F08C-A26C-A1B4-985F-9CFFF85E5640}"/>
          </ac:spMkLst>
        </pc:spChg>
        <pc:spChg chg="add mod">
          <ac:chgData name="Mengmeng Ge" userId="bb5bc401-97cb-4caf-9857-8ff441375414" providerId="ADAL" clId="{057586E9-EDF7-4CE0-A6BD-E5A8C17908E8}" dt="2024-04-19T00:55:37.121" v="4715" actId="2711"/>
          <ac:spMkLst>
            <pc:docMk/>
            <pc:sldMk cId="4042920328" sldId="653"/>
            <ac:spMk id="58" creationId="{3562FD80-19A0-11BC-20C1-3E52DBCD9CDA}"/>
          </ac:spMkLst>
        </pc:spChg>
        <pc:spChg chg="add mod">
          <ac:chgData name="Mengmeng Ge" userId="bb5bc401-97cb-4caf-9857-8ff441375414" providerId="ADAL" clId="{057586E9-EDF7-4CE0-A6BD-E5A8C17908E8}" dt="2024-04-18T23:47:00.273" v="4351" actId="122"/>
          <ac:spMkLst>
            <pc:docMk/>
            <pc:sldMk cId="4042920328" sldId="653"/>
            <ac:spMk id="59" creationId="{85213BC4-71C7-E964-B67C-22873B3F57DC}"/>
          </ac:spMkLst>
        </pc:spChg>
        <pc:spChg chg="add mod">
          <ac:chgData name="Mengmeng Ge" userId="bb5bc401-97cb-4caf-9857-8ff441375414" providerId="ADAL" clId="{057586E9-EDF7-4CE0-A6BD-E5A8C17908E8}" dt="2024-04-18T23:49:57.619" v="4370" actId="14100"/>
          <ac:spMkLst>
            <pc:docMk/>
            <pc:sldMk cId="4042920328" sldId="653"/>
            <ac:spMk id="60" creationId="{833CA484-FB29-A410-6938-2DEFB5CEAF37}"/>
          </ac:spMkLst>
        </pc:spChg>
        <pc:spChg chg="add mod">
          <ac:chgData name="Mengmeng Ge" userId="bb5bc401-97cb-4caf-9857-8ff441375414" providerId="ADAL" clId="{057586E9-EDF7-4CE0-A6BD-E5A8C17908E8}" dt="2024-04-18T23:49:51.464" v="4367" actId="1076"/>
          <ac:spMkLst>
            <pc:docMk/>
            <pc:sldMk cId="4042920328" sldId="653"/>
            <ac:spMk id="61" creationId="{B85CBAB8-026F-D5CF-9024-F22A6172FD31}"/>
          </ac:spMkLst>
        </pc:spChg>
        <pc:spChg chg="add mod">
          <ac:chgData name="Mengmeng Ge" userId="bb5bc401-97cb-4caf-9857-8ff441375414" providerId="ADAL" clId="{057586E9-EDF7-4CE0-A6BD-E5A8C17908E8}" dt="2024-04-18T23:45:48.900" v="4336" actId="1076"/>
          <ac:spMkLst>
            <pc:docMk/>
            <pc:sldMk cId="4042920328" sldId="653"/>
            <ac:spMk id="62" creationId="{182D9845-22D3-9007-3246-4E0F9F8DFDE0}"/>
          </ac:spMkLst>
        </pc:spChg>
        <pc:spChg chg="add mod">
          <ac:chgData name="Mengmeng Ge" userId="bb5bc401-97cb-4caf-9857-8ff441375414" providerId="ADAL" clId="{057586E9-EDF7-4CE0-A6BD-E5A8C17908E8}" dt="2024-04-18T23:45:48.900" v="4336" actId="1076"/>
          <ac:spMkLst>
            <pc:docMk/>
            <pc:sldMk cId="4042920328" sldId="653"/>
            <ac:spMk id="63" creationId="{3418991E-558D-C445-00AC-9A0C93871279}"/>
          </ac:spMkLst>
        </pc:spChg>
        <pc:spChg chg="add mod">
          <ac:chgData name="Mengmeng Ge" userId="bb5bc401-97cb-4caf-9857-8ff441375414" providerId="ADAL" clId="{057586E9-EDF7-4CE0-A6BD-E5A8C17908E8}" dt="2024-04-18T23:49:14.026" v="4361" actId="14100"/>
          <ac:spMkLst>
            <pc:docMk/>
            <pc:sldMk cId="4042920328" sldId="653"/>
            <ac:spMk id="64" creationId="{193083D2-373A-6588-FC44-0C1DC63BCA91}"/>
          </ac:spMkLst>
        </pc:spChg>
        <pc:spChg chg="add mod">
          <ac:chgData name="Mengmeng Ge" userId="bb5bc401-97cb-4caf-9857-8ff441375414" providerId="ADAL" clId="{057586E9-EDF7-4CE0-A6BD-E5A8C17908E8}" dt="2024-04-18T23:49:09.654" v="4360" actId="14100"/>
          <ac:spMkLst>
            <pc:docMk/>
            <pc:sldMk cId="4042920328" sldId="653"/>
            <ac:spMk id="66" creationId="{32BB0C7A-B5EF-B5C5-6A28-A5E877F55F00}"/>
          </ac:spMkLst>
        </pc:spChg>
        <pc:spChg chg="add mod">
          <ac:chgData name="Mengmeng Ge" userId="bb5bc401-97cb-4caf-9857-8ff441375414" providerId="ADAL" clId="{057586E9-EDF7-4CE0-A6BD-E5A8C17908E8}" dt="2024-04-18T23:51:35.700" v="4456" actId="1076"/>
          <ac:spMkLst>
            <pc:docMk/>
            <pc:sldMk cId="4042920328" sldId="653"/>
            <ac:spMk id="67" creationId="{FD4FECBD-5673-5741-50B4-E88C32C93E0B}"/>
          </ac:spMkLst>
        </pc:spChg>
        <pc:grpChg chg="add mod">
          <ac:chgData name="Mengmeng Ge" userId="bb5bc401-97cb-4caf-9857-8ff441375414" providerId="ADAL" clId="{057586E9-EDF7-4CE0-A6BD-E5A8C17908E8}" dt="2024-04-18T23:45:23.093" v="4335" actId="1076"/>
          <ac:grpSpMkLst>
            <pc:docMk/>
            <pc:sldMk cId="4042920328" sldId="653"/>
            <ac:grpSpMk id="20" creationId="{BED8173F-1CBE-94ED-15D9-AAE499102BC9}"/>
          </ac:grpSpMkLst>
        </pc:grpChg>
        <pc:grpChg chg="add mod">
          <ac:chgData name="Mengmeng Ge" userId="bb5bc401-97cb-4caf-9857-8ff441375414" providerId="ADAL" clId="{057586E9-EDF7-4CE0-A6BD-E5A8C17908E8}" dt="2024-04-18T23:45:23.093" v="4335" actId="1076"/>
          <ac:grpSpMkLst>
            <pc:docMk/>
            <pc:sldMk cId="4042920328" sldId="653"/>
            <ac:grpSpMk id="23" creationId="{2801EBDB-679F-E20B-87DE-E2EFC45086D1}"/>
          </ac:grpSpMkLst>
        </pc:grpChg>
        <pc:grpChg chg="mod">
          <ac:chgData name="Mengmeng Ge" userId="bb5bc401-97cb-4caf-9857-8ff441375414" providerId="ADAL" clId="{057586E9-EDF7-4CE0-A6BD-E5A8C17908E8}" dt="2024-04-18T23:45:23.093" v="4335" actId="1076"/>
          <ac:grpSpMkLst>
            <pc:docMk/>
            <pc:sldMk cId="4042920328" sldId="653"/>
            <ac:grpSpMk id="29" creationId="{F5535F37-00E2-7D90-321C-EDA73DD79BC0}"/>
          </ac:grpSpMkLst>
        </pc:grpChg>
        <pc:grpChg chg="add mod">
          <ac:chgData name="Mengmeng Ge" userId="bb5bc401-97cb-4caf-9857-8ff441375414" providerId="ADAL" clId="{057586E9-EDF7-4CE0-A6BD-E5A8C17908E8}" dt="2024-04-18T23:45:23.093" v="4335" actId="1076"/>
          <ac:grpSpMkLst>
            <pc:docMk/>
            <pc:sldMk cId="4042920328" sldId="653"/>
            <ac:grpSpMk id="35" creationId="{E0B40247-86E9-2944-2ACA-4D2CF98239FD}"/>
          </ac:grpSpMkLst>
        </pc:grpChg>
        <pc:grpChg chg="mod">
          <ac:chgData name="Mengmeng Ge" userId="bb5bc401-97cb-4caf-9857-8ff441375414" providerId="ADAL" clId="{057586E9-EDF7-4CE0-A6BD-E5A8C17908E8}" dt="2024-04-18T23:45:23.093" v="4335" actId="1076"/>
          <ac:grpSpMkLst>
            <pc:docMk/>
            <pc:sldMk cId="4042920328" sldId="653"/>
            <ac:grpSpMk id="41" creationId="{F1A0CA53-9D91-14A6-9CED-14FCC6A0CC29}"/>
          </ac:grpSpMkLst>
        </pc:grpChg>
        <pc:grpChg chg="add mod">
          <ac:chgData name="Mengmeng Ge" userId="bb5bc401-97cb-4caf-9857-8ff441375414" providerId="ADAL" clId="{057586E9-EDF7-4CE0-A6BD-E5A8C17908E8}" dt="2024-04-18T23:45:23.093" v="4335" actId="1076"/>
          <ac:grpSpMkLst>
            <pc:docMk/>
            <pc:sldMk cId="4042920328" sldId="653"/>
            <ac:grpSpMk id="44" creationId="{30C2C58A-2CD3-6BA2-5593-46EC0CD0265F}"/>
          </ac:grpSpMkLst>
        </pc:grpChg>
        <pc:grpChg chg="mod">
          <ac:chgData name="Mengmeng Ge" userId="bb5bc401-97cb-4caf-9857-8ff441375414" providerId="ADAL" clId="{057586E9-EDF7-4CE0-A6BD-E5A8C17908E8}" dt="2024-04-18T23:45:23.093" v="4335" actId="1076"/>
          <ac:grpSpMkLst>
            <pc:docMk/>
            <pc:sldMk cId="4042920328" sldId="653"/>
            <ac:grpSpMk id="50" creationId="{F9936A42-99F3-2A8F-B86B-9EBAEBD7B613}"/>
          </ac:grpSpMkLst>
        </pc:grpChg>
        <pc:grpChg chg="add mod">
          <ac:chgData name="Mengmeng Ge" userId="bb5bc401-97cb-4caf-9857-8ff441375414" providerId="ADAL" clId="{057586E9-EDF7-4CE0-A6BD-E5A8C17908E8}" dt="2024-04-18T23:45:23.093" v="4335" actId="1076"/>
          <ac:grpSpMkLst>
            <pc:docMk/>
            <pc:sldMk cId="4042920328" sldId="653"/>
            <ac:grpSpMk id="65" creationId="{3A5DF1F8-15FA-89A0-C3A6-7380C5F3BF78}"/>
          </ac:grpSpMkLst>
        </pc:grpChg>
        <pc:graphicFrameChg chg="add mod">
          <ac:chgData name="Mengmeng Ge" userId="bb5bc401-97cb-4caf-9857-8ff441375414" providerId="ADAL" clId="{057586E9-EDF7-4CE0-A6BD-E5A8C17908E8}" dt="2024-04-18T23:45:48.900" v="4336" actId="1076"/>
          <ac:graphicFrameMkLst>
            <pc:docMk/>
            <pc:sldMk cId="4042920328" sldId="653"/>
            <ac:graphicFrameMk id="57" creationId="{FCB589AE-71B4-5A95-E6A2-80605685D008}"/>
          </ac:graphicFrameMkLst>
        </pc:graphicFrameChg>
      </pc:sldChg>
      <pc:sldChg chg="addSp delSp modSp new mod modAnim">
        <pc:chgData name="Mengmeng Ge" userId="bb5bc401-97cb-4caf-9857-8ff441375414" providerId="ADAL" clId="{057586E9-EDF7-4CE0-A6BD-E5A8C17908E8}" dt="2024-04-19T03:59:11.860" v="5191" actId="20577"/>
        <pc:sldMkLst>
          <pc:docMk/>
          <pc:sldMk cId="443505391" sldId="654"/>
        </pc:sldMkLst>
        <pc:spChg chg="mod">
          <ac:chgData name="Mengmeng Ge" userId="bb5bc401-97cb-4caf-9857-8ff441375414" providerId="ADAL" clId="{057586E9-EDF7-4CE0-A6BD-E5A8C17908E8}" dt="2024-04-19T00:54:21.544" v="4710" actId="20577"/>
          <ac:spMkLst>
            <pc:docMk/>
            <pc:sldMk cId="443505391" sldId="654"/>
            <ac:spMk id="2" creationId="{C3DF4E2E-DF94-D59E-6267-A790EDEEFD7A}"/>
          </ac:spMkLst>
        </pc:spChg>
        <pc:spChg chg="del">
          <ac:chgData name="Mengmeng Ge" userId="bb5bc401-97cb-4caf-9857-8ff441375414" providerId="ADAL" clId="{057586E9-EDF7-4CE0-A6BD-E5A8C17908E8}" dt="2024-04-19T00:55:17.566" v="4713" actId="478"/>
          <ac:spMkLst>
            <pc:docMk/>
            <pc:sldMk cId="443505391" sldId="654"/>
            <ac:spMk id="3" creationId="{7F54E99D-A000-AD94-C66D-0DC18D82D583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6" creationId="{7F2CB73E-1DCB-1A96-7C30-8844133BE494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7" creationId="{3A41E5E4-56B3-83AE-E740-1F3858E5E9C2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8" creationId="{E40347CB-9663-2328-DDE5-93BCC5A5BEFA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9" creationId="{FA584FE4-049D-22CF-71C5-511F3A2B7B38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10" creationId="{D0FF8CDF-65FD-1650-A845-194CB5DD3F4E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11" creationId="{6DBBE59A-ACD3-B763-20FF-3D8380FA62DC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12" creationId="{BB599E7C-EB3C-D70E-45E5-D55414F03B49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13" creationId="{E810BD50-5A7B-9069-6CD9-73F1C8C2321A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14" creationId="{460C801F-8B60-5BB5-28B4-E51541F6DA21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17" creationId="{10C9BD40-0A0A-BBF1-AA5C-D0FB6C2E659D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18" creationId="{6731F5FC-0690-5EFB-6F82-E0484D19E84F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19" creationId="{9914BAC1-6736-36D5-2A28-27550EDA8139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22" creationId="{001600AF-4D53-9FAF-C936-95D2CBCA9926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23" creationId="{4BEFFFBB-662B-C478-1D0E-E7C936A27B6A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24" creationId="{5D2F6AA9-0292-EE5F-A099-108379329171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25" creationId="{845647A4-83C6-A428-DB41-2F4A0BC1B672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26" creationId="{6AD84DB8-EE1D-B1DD-0888-467A3171388E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27" creationId="{ACEA6AA0-C523-7FE0-7949-77CED0FD11CA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28" creationId="{17EEDC92-7296-233B-F9B7-BA9E39B3EFC8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29" creationId="{5941C865-7A7C-3BFC-A94A-958893040FC3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30" creationId="{6496E998-644D-4987-EB59-F91F12F0BDA9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32" creationId="{305C5379-3FFC-CB38-2D74-8AA96AC749AA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33" creationId="{410321E4-1687-324D-38B1-C16C088126A3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34" creationId="{A46BA99F-BBBF-87D9-B0DD-40F769B3810C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35" creationId="{06434F6B-AD3A-7C8D-1ACB-2F914A4FFC31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36" creationId="{F66B769C-2D04-DE90-BD98-B8F479E81FA6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37" creationId="{99F2D865-1883-52B1-6FB0-CCC3FFB81C5C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38" creationId="{14C2631C-6DEF-F61C-22F1-AFDDE9C7A922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40" creationId="{8639FA4B-268F-05ED-5C9D-947FCDA90596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41" creationId="{827C0708-A92C-A263-9D75-6FAD8033E88C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42" creationId="{EE913862-DE14-D211-F52A-1770223FC140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43" creationId="{60401C30-9EA8-F809-3ED6-F460E72E2B89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44" creationId="{C51A3F2D-63F6-51FC-9CB8-9379EE18FAAC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45" creationId="{96CA0A0F-FA97-9887-2A33-269EE2C9B089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46" creationId="{CA51F10E-05CE-B035-AD1B-4F7AEEB37959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48" creationId="{B4755E83-795C-26A8-EE84-7B3ED8D00F5B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49" creationId="{4A1F1F57-6755-94E8-3637-A82112B6914F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50" creationId="{A806ACA7-46E3-A403-79B0-46678EA64170}"/>
          </ac:spMkLst>
        </pc:spChg>
        <pc:spChg chg="mod">
          <ac:chgData name="Mengmeng Ge" userId="bb5bc401-97cb-4caf-9857-8ff441375414" providerId="ADAL" clId="{057586E9-EDF7-4CE0-A6BD-E5A8C17908E8}" dt="2024-04-19T01:00:39.987" v="4743" actId="1076"/>
          <ac:spMkLst>
            <pc:docMk/>
            <pc:sldMk cId="443505391" sldId="654"/>
            <ac:spMk id="51" creationId="{2B8F91A9-05F4-DE5E-0870-7B8817A0B889}"/>
          </ac:spMkLst>
        </pc:spChg>
        <pc:spChg chg="add mod">
          <ac:chgData name="Mengmeng Ge" userId="bb5bc401-97cb-4caf-9857-8ff441375414" providerId="ADAL" clId="{057586E9-EDF7-4CE0-A6BD-E5A8C17908E8}" dt="2024-04-19T00:55:45.846" v="4716" actId="2711"/>
          <ac:spMkLst>
            <pc:docMk/>
            <pc:sldMk cId="443505391" sldId="654"/>
            <ac:spMk id="53" creationId="{81196ED1-F36F-74AE-D4B6-C9D2048BB4BE}"/>
          </ac:spMkLst>
        </pc:spChg>
        <pc:spChg chg="add mod">
          <ac:chgData name="Mengmeng Ge" userId="bb5bc401-97cb-4caf-9857-8ff441375414" providerId="ADAL" clId="{057586E9-EDF7-4CE0-A6BD-E5A8C17908E8}" dt="2024-04-19T00:56:38.649" v="4729" actId="1076"/>
          <ac:spMkLst>
            <pc:docMk/>
            <pc:sldMk cId="443505391" sldId="654"/>
            <ac:spMk id="55" creationId="{C709AA4F-E635-51E6-E822-EA32AF108549}"/>
          </ac:spMkLst>
        </pc:spChg>
        <pc:spChg chg="add mod">
          <ac:chgData name="Mengmeng Ge" userId="bb5bc401-97cb-4caf-9857-8ff441375414" providerId="ADAL" clId="{057586E9-EDF7-4CE0-A6BD-E5A8C17908E8}" dt="2024-04-19T02:45:07.126" v="4878" actId="1036"/>
          <ac:spMkLst>
            <pc:docMk/>
            <pc:sldMk cId="443505391" sldId="654"/>
            <ac:spMk id="56" creationId="{48281317-5DCA-9E26-C14F-23F916410BE1}"/>
          </ac:spMkLst>
        </pc:spChg>
        <pc:spChg chg="add mod">
          <ac:chgData name="Mengmeng Ge" userId="bb5bc401-97cb-4caf-9857-8ff441375414" providerId="ADAL" clId="{057586E9-EDF7-4CE0-A6BD-E5A8C17908E8}" dt="2024-04-19T02:53:39.011" v="4958" actId="1076"/>
          <ac:spMkLst>
            <pc:docMk/>
            <pc:sldMk cId="443505391" sldId="654"/>
            <ac:spMk id="59" creationId="{2EDA5486-CA2C-1163-63A1-83FF75453923}"/>
          </ac:spMkLst>
        </pc:spChg>
        <pc:spChg chg="add del mod">
          <ac:chgData name="Mengmeng Ge" userId="bb5bc401-97cb-4caf-9857-8ff441375414" providerId="ADAL" clId="{057586E9-EDF7-4CE0-A6BD-E5A8C17908E8}" dt="2024-04-19T00:56:33.653" v="4728" actId="478"/>
          <ac:spMkLst>
            <pc:docMk/>
            <pc:sldMk cId="443505391" sldId="654"/>
            <ac:spMk id="60" creationId="{228C2554-2A3C-AC6A-5FE6-13AE26290E17}"/>
          </ac:spMkLst>
        </pc:spChg>
        <pc:spChg chg="add del mod">
          <ac:chgData name="Mengmeng Ge" userId="bb5bc401-97cb-4caf-9857-8ff441375414" providerId="ADAL" clId="{057586E9-EDF7-4CE0-A6BD-E5A8C17908E8}" dt="2024-04-19T00:56:30.394" v="4726" actId="478"/>
          <ac:spMkLst>
            <pc:docMk/>
            <pc:sldMk cId="443505391" sldId="654"/>
            <ac:spMk id="61" creationId="{D0B933AF-85A0-BB03-5B34-2301AA6538A1}"/>
          </ac:spMkLst>
        </pc:spChg>
        <pc:spChg chg="add del mod">
          <ac:chgData name="Mengmeng Ge" userId="bb5bc401-97cb-4caf-9857-8ff441375414" providerId="ADAL" clId="{057586E9-EDF7-4CE0-A6BD-E5A8C17908E8}" dt="2024-04-19T00:56:32.396" v="4727" actId="478"/>
          <ac:spMkLst>
            <pc:docMk/>
            <pc:sldMk cId="443505391" sldId="654"/>
            <ac:spMk id="62" creationId="{F8E10FE4-0FD4-E5BC-265E-8DDB513699B0}"/>
          </ac:spMkLst>
        </pc:spChg>
        <pc:spChg chg="add mod">
          <ac:chgData name="Mengmeng Ge" userId="bb5bc401-97cb-4caf-9857-8ff441375414" providerId="ADAL" clId="{057586E9-EDF7-4CE0-A6BD-E5A8C17908E8}" dt="2024-04-19T01:01:41.986" v="4764" actId="1076"/>
          <ac:spMkLst>
            <pc:docMk/>
            <pc:sldMk cId="443505391" sldId="654"/>
            <ac:spMk id="63" creationId="{52DE95EA-E651-312F-77D9-C8C98F8F94E7}"/>
          </ac:spMkLst>
        </pc:spChg>
        <pc:grpChg chg="add mod">
          <ac:chgData name="Mengmeng Ge" userId="bb5bc401-97cb-4caf-9857-8ff441375414" providerId="ADAL" clId="{057586E9-EDF7-4CE0-A6BD-E5A8C17908E8}" dt="2024-04-19T01:00:39.987" v="4743" actId="1076"/>
          <ac:grpSpMkLst>
            <pc:docMk/>
            <pc:sldMk cId="443505391" sldId="654"/>
            <ac:grpSpMk id="5" creationId="{B3321788-D0ED-68F2-E539-A9121CA430BB}"/>
          </ac:grpSpMkLst>
        </pc:grpChg>
        <pc:grpChg chg="mod">
          <ac:chgData name="Mengmeng Ge" userId="bb5bc401-97cb-4caf-9857-8ff441375414" providerId="ADAL" clId="{057586E9-EDF7-4CE0-A6BD-E5A8C17908E8}" dt="2024-04-19T01:00:39.987" v="4743" actId="1076"/>
          <ac:grpSpMkLst>
            <pc:docMk/>
            <pc:sldMk cId="443505391" sldId="654"/>
            <ac:grpSpMk id="15" creationId="{58FFF735-B764-FA6F-EE8C-8E2345C7B2F1}"/>
          </ac:grpSpMkLst>
        </pc:grpChg>
        <pc:grpChg chg="mod">
          <ac:chgData name="Mengmeng Ge" userId="bb5bc401-97cb-4caf-9857-8ff441375414" providerId="ADAL" clId="{057586E9-EDF7-4CE0-A6BD-E5A8C17908E8}" dt="2024-04-19T01:00:39.987" v="4743" actId="1076"/>
          <ac:grpSpMkLst>
            <pc:docMk/>
            <pc:sldMk cId="443505391" sldId="654"/>
            <ac:grpSpMk id="16" creationId="{738AC07E-F50C-5F2D-21E6-07566238C6D2}"/>
          </ac:grpSpMkLst>
        </pc:grpChg>
        <pc:grpChg chg="mod">
          <ac:chgData name="Mengmeng Ge" userId="bb5bc401-97cb-4caf-9857-8ff441375414" providerId="ADAL" clId="{057586E9-EDF7-4CE0-A6BD-E5A8C17908E8}" dt="2024-04-19T01:00:39.987" v="4743" actId="1076"/>
          <ac:grpSpMkLst>
            <pc:docMk/>
            <pc:sldMk cId="443505391" sldId="654"/>
            <ac:grpSpMk id="20" creationId="{B1A2FB49-1BDD-7382-438F-FB08521CCFBA}"/>
          </ac:grpSpMkLst>
        </pc:grpChg>
        <pc:grpChg chg="mod">
          <ac:chgData name="Mengmeng Ge" userId="bb5bc401-97cb-4caf-9857-8ff441375414" providerId="ADAL" clId="{057586E9-EDF7-4CE0-A6BD-E5A8C17908E8}" dt="2024-04-19T01:00:39.987" v="4743" actId="1076"/>
          <ac:grpSpMkLst>
            <pc:docMk/>
            <pc:sldMk cId="443505391" sldId="654"/>
            <ac:grpSpMk id="21" creationId="{40FF50D0-62F7-39EC-823D-63165EEA69A4}"/>
          </ac:grpSpMkLst>
        </pc:grpChg>
        <pc:grpChg chg="mod">
          <ac:chgData name="Mengmeng Ge" userId="bb5bc401-97cb-4caf-9857-8ff441375414" providerId="ADAL" clId="{057586E9-EDF7-4CE0-A6BD-E5A8C17908E8}" dt="2024-04-19T01:00:39.987" v="4743" actId="1076"/>
          <ac:grpSpMkLst>
            <pc:docMk/>
            <pc:sldMk cId="443505391" sldId="654"/>
            <ac:grpSpMk id="31" creationId="{3B22158D-98B8-3AC2-4B06-8FABD63E3702}"/>
          </ac:grpSpMkLst>
        </pc:grpChg>
        <pc:grpChg chg="mod">
          <ac:chgData name="Mengmeng Ge" userId="bb5bc401-97cb-4caf-9857-8ff441375414" providerId="ADAL" clId="{057586E9-EDF7-4CE0-A6BD-E5A8C17908E8}" dt="2024-04-19T01:00:39.987" v="4743" actId="1076"/>
          <ac:grpSpMkLst>
            <pc:docMk/>
            <pc:sldMk cId="443505391" sldId="654"/>
            <ac:grpSpMk id="39" creationId="{3F8976A8-425D-8DBC-4B2A-EBDA927B774F}"/>
          </ac:grpSpMkLst>
        </pc:grpChg>
        <pc:grpChg chg="mod">
          <ac:chgData name="Mengmeng Ge" userId="bb5bc401-97cb-4caf-9857-8ff441375414" providerId="ADAL" clId="{057586E9-EDF7-4CE0-A6BD-E5A8C17908E8}" dt="2024-04-19T01:00:39.987" v="4743" actId="1076"/>
          <ac:grpSpMkLst>
            <pc:docMk/>
            <pc:sldMk cId="443505391" sldId="654"/>
            <ac:grpSpMk id="47" creationId="{F4C50C49-8D7C-CE58-84DC-DA7537803B9D}"/>
          </ac:grpSpMkLst>
        </pc:grpChg>
        <pc:graphicFrameChg chg="add mod modGraphic">
          <ac:chgData name="Mengmeng Ge" userId="bb5bc401-97cb-4caf-9857-8ff441375414" providerId="ADAL" clId="{057586E9-EDF7-4CE0-A6BD-E5A8C17908E8}" dt="2024-04-19T02:37:59.017" v="4801" actId="207"/>
          <ac:graphicFrameMkLst>
            <pc:docMk/>
            <pc:sldMk cId="443505391" sldId="654"/>
            <ac:graphicFrameMk id="52" creationId="{6CF119E3-1C43-3F36-470C-D320FE650DEC}"/>
          </ac:graphicFrameMkLst>
        </pc:graphicFrameChg>
        <pc:graphicFrameChg chg="add mod modGraphic">
          <ac:chgData name="Mengmeng Ge" userId="bb5bc401-97cb-4caf-9857-8ff441375414" providerId="ADAL" clId="{057586E9-EDF7-4CE0-A6BD-E5A8C17908E8}" dt="2024-04-19T02:38:17.452" v="4804" actId="207"/>
          <ac:graphicFrameMkLst>
            <pc:docMk/>
            <pc:sldMk cId="443505391" sldId="654"/>
            <ac:graphicFrameMk id="54" creationId="{EC6625C7-71F2-76F1-33CA-04BA16680199}"/>
          </ac:graphicFrameMkLst>
        </pc:graphicFrameChg>
        <pc:graphicFrameChg chg="add mod modGraphic">
          <ac:chgData name="Mengmeng Ge" userId="bb5bc401-97cb-4caf-9857-8ff441375414" providerId="ADAL" clId="{057586E9-EDF7-4CE0-A6BD-E5A8C17908E8}" dt="2024-04-19T03:59:11.860" v="5191" actId="20577"/>
          <ac:graphicFrameMkLst>
            <pc:docMk/>
            <pc:sldMk cId="443505391" sldId="654"/>
            <ac:graphicFrameMk id="57" creationId="{D58C11CE-3D33-60E6-78FD-EC66155FBBB9}"/>
          </ac:graphicFrameMkLst>
        </pc:graphicFrameChg>
        <pc:graphicFrameChg chg="add mod modGraphic">
          <ac:chgData name="Mengmeng Ge" userId="bb5bc401-97cb-4caf-9857-8ff441375414" providerId="ADAL" clId="{057586E9-EDF7-4CE0-A6BD-E5A8C17908E8}" dt="2024-04-19T02:53:06.109" v="4954" actId="1038"/>
          <ac:graphicFrameMkLst>
            <pc:docMk/>
            <pc:sldMk cId="443505391" sldId="654"/>
            <ac:graphicFrameMk id="58" creationId="{913FD788-A181-E34A-FF32-7506E41762DE}"/>
          </ac:graphicFrameMkLst>
        </pc:graphicFrameChg>
      </pc:sldChg>
      <pc:sldChg chg="addSp delSp modSp add mod">
        <pc:chgData name="Mengmeng Ge" userId="bb5bc401-97cb-4caf-9857-8ff441375414" providerId="ADAL" clId="{057586E9-EDF7-4CE0-A6BD-E5A8C17908E8}" dt="2024-04-19T03:59:07.647" v="5190" actId="20577"/>
        <pc:sldMkLst>
          <pc:docMk/>
          <pc:sldMk cId="3793429471" sldId="655"/>
        </pc:sldMkLst>
        <pc:spChg chg="mod">
          <ac:chgData name="Mengmeng Ge" userId="bb5bc401-97cb-4caf-9857-8ff441375414" providerId="ADAL" clId="{057586E9-EDF7-4CE0-A6BD-E5A8C17908E8}" dt="2024-04-19T02:41:52.969" v="4856" actId="20577"/>
          <ac:spMkLst>
            <pc:docMk/>
            <pc:sldMk cId="3793429471" sldId="655"/>
            <ac:spMk id="2" creationId="{C3DF4E2E-DF94-D59E-6267-A790EDEEFD7A}"/>
          </ac:spMkLst>
        </pc:spChg>
        <pc:spChg chg="add 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3" creationId="{D6F0A42D-EBAD-714B-F7A3-0D033BC05F9B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6" creationId="{7F2CB73E-1DCB-1A96-7C30-8844133BE494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7" creationId="{3A41E5E4-56B3-83AE-E740-1F3858E5E9C2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8" creationId="{E40347CB-9663-2328-DDE5-93BCC5A5BEFA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9" creationId="{FA584FE4-049D-22CF-71C5-511F3A2B7B38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10" creationId="{D0FF8CDF-65FD-1650-A845-194CB5DD3F4E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11" creationId="{6DBBE59A-ACD3-B763-20FF-3D8380FA62DC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12" creationId="{BB599E7C-EB3C-D70E-45E5-D55414F03B49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13" creationId="{E810BD50-5A7B-9069-6CD9-73F1C8C2321A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14" creationId="{460C801F-8B60-5BB5-28B4-E51541F6DA21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17" creationId="{10C9BD40-0A0A-BBF1-AA5C-D0FB6C2E659D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18" creationId="{6731F5FC-0690-5EFB-6F82-E0484D19E84F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19" creationId="{9914BAC1-6736-36D5-2A28-27550EDA8139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22" creationId="{001600AF-4D53-9FAF-C936-95D2CBCA9926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23" creationId="{4BEFFFBB-662B-C478-1D0E-E7C936A27B6A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24" creationId="{5D2F6AA9-0292-EE5F-A099-108379329171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25" creationId="{845647A4-83C6-A428-DB41-2F4A0BC1B672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26" creationId="{6AD84DB8-EE1D-B1DD-0888-467A3171388E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27" creationId="{ACEA6AA0-C523-7FE0-7949-77CED0FD11CA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28" creationId="{17EEDC92-7296-233B-F9B7-BA9E39B3EFC8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29" creationId="{5941C865-7A7C-3BFC-A94A-958893040FC3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30" creationId="{6496E998-644D-4987-EB59-F91F12F0BDA9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32" creationId="{305C5379-3FFC-CB38-2D74-8AA96AC749AA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33" creationId="{410321E4-1687-324D-38B1-C16C088126A3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34" creationId="{A46BA99F-BBBF-87D9-B0DD-40F769B3810C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35" creationId="{06434F6B-AD3A-7C8D-1ACB-2F914A4FFC31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36" creationId="{F66B769C-2D04-DE90-BD98-B8F479E81FA6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37" creationId="{99F2D865-1883-52B1-6FB0-CCC3FFB81C5C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38" creationId="{14C2631C-6DEF-F61C-22F1-AFDDE9C7A922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40" creationId="{8639FA4B-268F-05ED-5C9D-947FCDA90596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41" creationId="{827C0708-A92C-A263-9D75-6FAD8033E88C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42" creationId="{EE913862-DE14-D211-F52A-1770223FC140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43" creationId="{60401C30-9EA8-F809-3ED6-F460E72E2B89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44" creationId="{C51A3F2D-63F6-51FC-9CB8-9379EE18FAAC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45" creationId="{96CA0A0F-FA97-9887-2A33-269EE2C9B089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46" creationId="{CA51F10E-05CE-B035-AD1B-4F7AEEB37959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48" creationId="{B4755E83-795C-26A8-EE84-7B3ED8D00F5B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49" creationId="{4A1F1F57-6755-94E8-3637-A82112B6914F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50" creationId="{A806ACA7-46E3-A403-79B0-46678EA64170}"/>
          </ac:spMkLst>
        </pc:spChg>
        <pc:spChg chg="mod">
          <ac:chgData name="Mengmeng Ge" userId="bb5bc401-97cb-4caf-9857-8ff441375414" providerId="ADAL" clId="{057586E9-EDF7-4CE0-A6BD-E5A8C17908E8}" dt="2024-04-19T02:36:08.589" v="4782" actId="1076"/>
          <ac:spMkLst>
            <pc:docMk/>
            <pc:sldMk cId="3793429471" sldId="655"/>
            <ac:spMk id="51" creationId="{2B8F91A9-05F4-DE5E-0870-7B8817A0B889}"/>
          </ac:spMkLst>
        </pc:spChg>
        <pc:spChg chg="del">
          <ac:chgData name="Mengmeng Ge" userId="bb5bc401-97cb-4caf-9857-8ff441375414" providerId="ADAL" clId="{057586E9-EDF7-4CE0-A6BD-E5A8C17908E8}" dt="2024-04-19T02:37:34.543" v="4796" actId="478"/>
          <ac:spMkLst>
            <pc:docMk/>
            <pc:sldMk cId="3793429471" sldId="655"/>
            <ac:spMk id="53" creationId="{81196ED1-F36F-74AE-D4B6-C9D2048BB4BE}"/>
          </ac:spMkLst>
        </pc:spChg>
        <pc:spChg chg="del">
          <ac:chgData name="Mengmeng Ge" userId="bb5bc401-97cb-4caf-9857-8ff441375414" providerId="ADAL" clId="{057586E9-EDF7-4CE0-A6BD-E5A8C17908E8}" dt="2024-04-19T02:37:37.065" v="4797" actId="478"/>
          <ac:spMkLst>
            <pc:docMk/>
            <pc:sldMk cId="3793429471" sldId="655"/>
            <ac:spMk id="55" creationId="{C709AA4F-E635-51E6-E822-EA32AF108549}"/>
          </ac:spMkLst>
        </pc:spChg>
        <pc:spChg chg="del">
          <ac:chgData name="Mengmeng Ge" userId="bb5bc401-97cb-4caf-9857-8ff441375414" providerId="ADAL" clId="{057586E9-EDF7-4CE0-A6BD-E5A8C17908E8}" dt="2024-04-19T02:37:28.578" v="4793" actId="478"/>
          <ac:spMkLst>
            <pc:docMk/>
            <pc:sldMk cId="3793429471" sldId="655"/>
            <ac:spMk id="56" creationId="{48281317-5DCA-9E26-C14F-23F916410BE1}"/>
          </ac:spMkLst>
        </pc:spChg>
        <pc:spChg chg="del">
          <ac:chgData name="Mengmeng Ge" userId="bb5bc401-97cb-4caf-9857-8ff441375414" providerId="ADAL" clId="{057586E9-EDF7-4CE0-A6BD-E5A8C17908E8}" dt="2024-04-19T02:37:25.699" v="4791" actId="478"/>
          <ac:spMkLst>
            <pc:docMk/>
            <pc:sldMk cId="3793429471" sldId="655"/>
            <ac:spMk id="59" creationId="{2EDA5486-CA2C-1163-63A1-83FF75453923}"/>
          </ac:spMkLst>
        </pc:spChg>
        <pc:spChg chg="mod">
          <ac:chgData name="Mengmeng Ge" userId="bb5bc401-97cb-4caf-9857-8ff441375414" providerId="ADAL" clId="{057586E9-EDF7-4CE0-A6BD-E5A8C17908E8}" dt="2024-04-19T02:45:16.391" v="4881" actId="1076"/>
          <ac:spMkLst>
            <pc:docMk/>
            <pc:sldMk cId="3793429471" sldId="655"/>
            <ac:spMk id="60" creationId="{228C2554-2A3C-AC6A-5FE6-13AE26290E17}"/>
          </ac:spMkLst>
        </pc:spChg>
        <pc:spChg chg="mod">
          <ac:chgData name="Mengmeng Ge" userId="bb5bc401-97cb-4caf-9857-8ff441375414" providerId="ADAL" clId="{057586E9-EDF7-4CE0-A6BD-E5A8C17908E8}" dt="2024-04-19T02:44:34.956" v="4872" actId="20577"/>
          <ac:spMkLst>
            <pc:docMk/>
            <pc:sldMk cId="3793429471" sldId="655"/>
            <ac:spMk id="61" creationId="{D0B933AF-85A0-BB03-5B34-2301AA6538A1}"/>
          </ac:spMkLst>
        </pc:spChg>
        <pc:spChg chg="mod">
          <ac:chgData name="Mengmeng Ge" userId="bb5bc401-97cb-4caf-9857-8ff441375414" providerId="ADAL" clId="{057586E9-EDF7-4CE0-A6BD-E5A8C17908E8}" dt="2024-04-19T02:44:47.419" v="4874" actId="20577"/>
          <ac:spMkLst>
            <pc:docMk/>
            <pc:sldMk cId="3793429471" sldId="655"/>
            <ac:spMk id="62" creationId="{F8E10FE4-0FD4-E5BC-265E-8DDB513699B0}"/>
          </ac:spMkLst>
        </pc:spChg>
        <pc:spChg chg="add 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63" creationId="{DB85F930-D808-F680-A9EA-B7FFC6C78F6C}"/>
          </ac:spMkLst>
        </pc:spChg>
        <pc:spChg chg="add 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64" creationId="{2E56E505-21D4-1678-2A0A-E3A0DFE70A48}"/>
          </ac:spMkLst>
        </pc:spChg>
        <pc:spChg chg="add 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65" creationId="{05900365-BD42-C006-BD31-54AE7851762B}"/>
          </ac:spMkLst>
        </pc:spChg>
        <pc:spChg chg="add 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66" creationId="{8B9DF97A-277B-0EB3-D223-BD7686404533}"/>
          </ac:spMkLst>
        </pc:spChg>
        <pc:spChg chg="add 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67" creationId="{039A8849-1363-89CD-4D86-ECD7D7CC6216}"/>
          </ac:spMkLst>
        </pc:spChg>
        <pc:spChg chg="add 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68" creationId="{570A9C79-3EA8-099F-E75C-AA2B920648E8}"/>
          </ac:spMkLst>
        </pc:spChg>
        <pc:spChg chg="add 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69" creationId="{8772767F-FAC1-0A8D-D8FA-E7B3CC07099C}"/>
          </ac:spMkLst>
        </pc:spChg>
        <pc:spChg chg="add 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70" creationId="{7A9F11C3-24A7-DD0E-412A-0228A7AFD161}"/>
          </ac:spMkLst>
        </pc:spChg>
        <pc:spChg chg="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72" creationId="{CEB9E2A4-4610-77D7-722B-D843B8AFE400}"/>
          </ac:spMkLst>
        </pc:spChg>
        <pc:spChg chg="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73" creationId="{D0F9661D-D6FA-2AAD-06C4-0635BBE7737B}"/>
          </ac:spMkLst>
        </pc:spChg>
        <pc:spChg chg="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75" creationId="{910E14B0-6191-547D-95E6-1C8FFED3DFD3}"/>
          </ac:spMkLst>
        </pc:spChg>
        <pc:spChg chg="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76" creationId="{74C51DE5-4DCB-1301-7B4D-5D12E6F56077}"/>
          </ac:spMkLst>
        </pc:spChg>
        <pc:spChg chg="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77" creationId="{E6DA6C1C-8A58-8D68-A831-2BDFD1802B03}"/>
          </ac:spMkLst>
        </pc:spChg>
        <pc:spChg chg="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78" creationId="{EB83DE39-044C-B6CC-B58A-BFE34CC8632F}"/>
          </ac:spMkLst>
        </pc:spChg>
        <pc:spChg chg="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79" creationId="{81D86F1F-C428-3A7A-6CF8-070A9A23DE07}"/>
          </ac:spMkLst>
        </pc:spChg>
        <pc:spChg chg="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81" creationId="{FE43BCE7-8AC9-4E05-EF5F-53B605A8C1D9}"/>
          </ac:spMkLst>
        </pc:spChg>
        <pc:spChg chg="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82" creationId="{3B3048FF-2411-4A65-60CB-C10B59581432}"/>
          </ac:spMkLst>
        </pc:spChg>
        <pc:spChg chg="add 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83" creationId="{C4728AA9-3374-F80B-6439-D28CC69AEFC0}"/>
          </ac:spMkLst>
        </pc:spChg>
        <pc:spChg chg="add 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84" creationId="{D5DCDA81-2A0E-DCA9-0DD1-839B1EA26DE3}"/>
          </ac:spMkLst>
        </pc:spChg>
        <pc:spChg chg="add 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85" creationId="{739E899D-09FB-093C-09E4-9ACFE678D798}"/>
          </ac:spMkLst>
        </pc:spChg>
        <pc:spChg chg="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87" creationId="{7921B8D2-56DE-21DE-0936-7ECEB927DEA8}"/>
          </ac:spMkLst>
        </pc:spChg>
        <pc:spChg chg="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88" creationId="{086E7E31-F723-FD66-8EF8-B1D7947E60FF}"/>
          </ac:spMkLst>
        </pc:spChg>
        <pc:spChg chg="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89" creationId="{D3A61D02-3079-1D54-22E4-1C167B87456B}"/>
          </ac:spMkLst>
        </pc:spChg>
        <pc:spChg chg="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90" creationId="{619C3BF1-3C71-3F83-A273-ED50D841507F}"/>
          </ac:spMkLst>
        </pc:spChg>
        <pc:spChg chg="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91" creationId="{1A35594A-17CF-451E-86A8-5082F469C3FE}"/>
          </ac:spMkLst>
        </pc:spChg>
        <pc:spChg chg="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93" creationId="{31F7646E-4B25-A38B-D819-E2AFA350DE37}"/>
          </ac:spMkLst>
        </pc:spChg>
        <pc:spChg chg="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94" creationId="{11EAE1B7-BD2B-0D77-45B2-42F67CA6E0B0}"/>
          </ac:spMkLst>
        </pc:spChg>
        <pc:spChg chg="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96" creationId="{8878867B-9FCD-E12E-85BC-5D4AE6185C09}"/>
          </ac:spMkLst>
        </pc:spChg>
        <pc:spChg chg="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97" creationId="{60EFD37A-E829-A10E-6F67-6DED689F644A}"/>
          </ac:spMkLst>
        </pc:spChg>
        <pc:spChg chg="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98" creationId="{6C1C7450-3412-6CDE-6A0E-567F81A2E9E2}"/>
          </ac:spMkLst>
        </pc:spChg>
        <pc:spChg chg="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99" creationId="{A3CB68B2-B1B6-EE74-FEBC-F301938B825C}"/>
          </ac:spMkLst>
        </pc:spChg>
        <pc:spChg chg="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100" creationId="{55028EBF-9ED0-A573-A019-CBFC9C83F73F}"/>
          </ac:spMkLst>
        </pc:spChg>
        <pc:spChg chg="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102" creationId="{8BD18526-134C-3118-5428-73AC41F19FF7}"/>
          </ac:spMkLst>
        </pc:spChg>
        <pc:spChg chg="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103" creationId="{9A9C0ADE-8D20-F34C-5560-C65B10477C44}"/>
          </ac:spMkLst>
        </pc:spChg>
        <pc:spChg chg="add 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104" creationId="{F5CFF8D2-1071-F7C9-DE6C-62E03DBC96A6}"/>
          </ac:spMkLst>
        </pc:spChg>
        <pc:spChg chg="add 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105" creationId="{23F315AA-6BFC-A56E-F02E-092CC68F0953}"/>
          </ac:spMkLst>
        </pc:spChg>
        <pc:spChg chg="add 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106" creationId="{9E059B2D-5EAB-11C2-C9D8-4461D6AD4C98}"/>
          </ac:spMkLst>
        </pc:spChg>
        <pc:spChg chg="add 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107" creationId="{8DDA7519-5BD3-064C-2FEE-09B27DEF4EEC}"/>
          </ac:spMkLst>
        </pc:spChg>
        <pc:spChg chg="add mod">
          <ac:chgData name="Mengmeng Ge" userId="bb5bc401-97cb-4caf-9857-8ff441375414" providerId="ADAL" clId="{057586E9-EDF7-4CE0-A6BD-E5A8C17908E8}" dt="2024-04-19T02:36:52.402" v="4789" actId="1035"/>
          <ac:spMkLst>
            <pc:docMk/>
            <pc:sldMk cId="3793429471" sldId="655"/>
            <ac:spMk id="108" creationId="{F5942A72-4B30-F1F3-8100-EFF33FE2DC22}"/>
          </ac:spMkLst>
        </pc:spChg>
        <pc:spChg chg="add del mod">
          <ac:chgData name="Mengmeng Ge" userId="bb5bc401-97cb-4caf-9857-8ff441375414" providerId="ADAL" clId="{057586E9-EDF7-4CE0-A6BD-E5A8C17908E8}" dt="2024-04-19T02:37:32.222" v="4795" actId="478"/>
          <ac:spMkLst>
            <pc:docMk/>
            <pc:sldMk cId="3793429471" sldId="655"/>
            <ac:spMk id="111" creationId="{E670EA08-85BC-7E52-DFE7-A51D01A29B60}"/>
          </ac:spMkLst>
        </pc:spChg>
        <pc:spChg chg="add del mod">
          <ac:chgData name="Mengmeng Ge" userId="bb5bc401-97cb-4caf-9857-8ff441375414" providerId="ADAL" clId="{057586E9-EDF7-4CE0-A6BD-E5A8C17908E8}" dt="2024-04-19T02:38:55.857" v="4810" actId="478"/>
          <ac:spMkLst>
            <pc:docMk/>
            <pc:sldMk cId="3793429471" sldId="655"/>
            <ac:spMk id="113" creationId="{95498C2D-9D9A-86E2-5985-05F02473F897}"/>
          </ac:spMkLst>
        </pc:spChg>
        <pc:spChg chg="add del mod">
          <ac:chgData name="Mengmeng Ge" userId="bb5bc401-97cb-4caf-9857-8ff441375414" providerId="ADAL" clId="{057586E9-EDF7-4CE0-A6BD-E5A8C17908E8}" dt="2024-04-19T02:38:55.857" v="4810" actId="478"/>
          <ac:spMkLst>
            <pc:docMk/>
            <pc:sldMk cId="3793429471" sldId="655"/>
            <ac:spMk id="115" creationId="{B84CA84A-7CB9-88A9-68FE-AAD6C2296098}"/>
          </ac:spMkLst>
        </pc:spChg>
        <pc:spChg chg="add del mod">
          <ac:chgData name="Mengmeng Ge" userId="bb5bc401-97cb-4caf-9857-8ff441375414" providerId="ADAL" clId="{057586E9-EDF7-4CE0-A6BD-E5A8C17908E8}" dt="2024-04-19T02:39:13.341" v="4812" actId="478"/>
          <ac:spMkLst>
            <pc:docMk/>
            <pc:sldMk cId="3793429471" sldId="655"/>
            <ac:spMk id="116" creationId="{6562289B-428F-C3C1-11D7-449C509CEA7A}"/>
          </ac:spMkLst>
        </pc:spChg>
        <pc:spChg chg="add del mod">
          <ac:chgData name="Mengmeng Ge" userId="bb5bc401-97cb-4caf-9857-8ff441375414" providerId="ADAL" clId="{057586E9-EDF7-4CE0-A6BD-E5A8C17908E8}" dt="2024-04-19T02:39:13.341" v="4812" actId="478"/>
          <ac:spMkLst>
            <pc:docMk/>
            <pc:sldMk cId="3793429471" sldId="655"/>
            <ac:spMk id="119" creationId="{4EB53DE2-8651-5685-6914-7B00A760A47B}"/>
          </ac:spMkLst>
        </pc:spChg>
        <pc:spChg chg="add del mod">
          <ac:chgData name="Mengmeng Ge" userId="bb5bc401-97cb-4caf-9857-8ff441375414" providerId="ADAL" clId="{057586E9-EDF7-4CE0-A6BD-E5A8C17908E8}" dt="2024-04-19T02:39:05.643" v="4811" actId="478"/>
          <ac:spMkLst>
            <pc:docMk/>
            <pc:sldMk cId="3793429471" sldId="655"/>
            <ac:spMk id="120" creationId="{0EC97834-E768-110F-6A67-F3BFC0D285CF}"/>
          </ac:spMkLst>
        </pc:spChg>
        <pc:spChg chg="add mod">
          <ac:chgData name="Mengmeng Ge" userId="bb5bc401-97cb-4caf-9857-8ff441375414" providerId="ADAL" clId="{057586E9-EDF7-4CE0-A6BD-E5A8C17908E8}" dt="2024-04-19T02:39:14.398" v="4813"/>
          <ac:spMkLst>
            <pc:docMk/>
            <pc:sldMk cId="3793429471" sldId="655"/>
            <ac:spMk id="122" creationId="{0AB43E50-113E-5217-D616-655A88EA5867}"/>
          </ac:spMkLst>
        </pc:spChg>
        <pc:spChg chg="add mod">
          <ac:chgData name="Mengmeng Ge" userId="bb5bc401-97cb-4caf-9857-8ff441375414" providerId="ADAL" clId="{057586E9-EDF7-4CE0-A6BD-E5A8C17908E8}" dt="2024-04-19T02:39:14.398" v="4813"/>
          <ac:spMkLst>
            <pc:docMk/>
            <pc:sldMk cId="3793429471" sldId="655"/>
            <ac:spMk id="124" creationId="{CF698BF4-8A20-0467-ECFC-DDC32DB1818C}"/>
          </ac:spMkLst>
        </pc:spChg>
        <pc:spChg chg="add mod">
          <ac:chgData name="Mengmeng Ge" userId="bb5bc401-97cb-4caf-9857-8ff441375414" providerId="ADAL" clId="{057586E9-EDF7-4CE0-A6BD-E5A8C17908E8}" dt="2024-04-19T02:45:01.529" v="4876" actId="1036"/>
          <ac:spMkLst>
            <pc:docMk/>
            <pc:sldMk cId="3793429471" sldId="655"/>
            <ac:spMk id="125" creationId="{D15502B3-D1CD-BE32-1FB6-B4557EDFF627}"/>
          </ac:spMkLst>
        </pc:spChg>
        <pc:spChg chg="add mod">
          <ac:chgData name="Mengmeng Ge" userId="bb5bc401-97cb-4caf-9857-8ff441375414" providerId="ADAL" clId="{057586E9-EDF7-4CE0-A6BD-E5A8C17908E8}" dt="2024-04-19T02:53:00.018" v="4952" actId="1038"/>
          <ac:spMkLst>
            <pc:docMk/>
            <pc:sldMk cId="3793429471" sldId="655"/>
            <ac:spMk id="128" creationId="{2874E256-5282-44D4-852D-40096A3420F2}"/>
          </ac:spMkLst>
        </pc:spChg>
        <pc:spChg chg="add mod">
          <ac:chgData name="Mengmeng Ge" userId="bb5bc401-97cb-4caf-9857-8ff441375414" providerId="ADAL" clId="{057586E9-EDF7-4CE0-A6BD-E5A8C17908E8}" dt="2024-04-19T03:32:37.692" v="5107" actId="1076"/>
          <ac:spMkLst>
            <pc:docMk/>
            <pc:sldMk cId="3793429471" sldId="655"/>
            <ac:spMk id="129" creationId="{B6FA555D-1394-87EE-5AAF-FA1387B4A94D}"/>
          </ac:spMkLst>
        </pc:spChg>
        <pc:grpChg chg="del mod">
          <ac:chgData name="Mengmeng Ge" userId="bb5bc401-97cb-4caf-9857-8ff441375414" providerId="ADAL" clId="{057586E9-EDF7-4CE0-A6BD-E5A8C17908E8}" dt="2024-04-19T02:36:35.646" v="4783" actId="478"/>
          <ac:grpSpMkLst>
            <pc:docMk/>
            <pc:sldMk cId="3793429471" sldId="655"/>
            <ac:grpSpMk id="5" creationId="{B3321788-D0ED-68F2-E539-A9121CA430BB}"/>
          </ac:grpSpMkLst>
        </pc:grpChg>
        <pc:grpChg chg="mod">
          <ac:chgData name="Mengmeng Ge" userId="bb5bc401-97cb-4caf-9857-8ff441375414" providerId="ADAL" clId="{057586E9-EDF7-4CE0-A6BD-E5A8C17908E8}" dt="2024-04-19T02:36:08.589" v="4782" actId="1076"/>
          <ac:grpSpMkLst>
            <pc:docMk/>
            <pc:sldMk cId="3793429471" sldId="655"/>
            <ac:grpSpMk id="15" creationId="{58FFF735-B764-FA6F-EE8C-8E2345C7B2F1}"/>
          </ac:grpSpMkLst>
        </pc:grpChg>
        <pc:grpChg chg="mod">
          <ac:chgData name="Mengmeng Ge" userId="bb5bc401-97cb-4caf-9857-8ff441375414" providerId="ADAL" clId="{057586E9-EDF7-4CE0-A6BD-E5A8C17908E8}" dt="2024-04-19T02:36:08.589" v="4782" actId="1076"/>
          <ac:grpSpMkLst>
            <pc:docMk/>
            <pc:sldMk cId="3793429471" sldId="655"/>
            <ac:grpSpMk id="16" creationId="{738AC07E-F50C-5F2D-21E6-07566238C6D2}"/>
          </ac:grpSpMkLst>
        </pc:grpChg>
        <pc:grpChg chg="mod">
          <ac:chgData name="Mengmeng Ge" userId="bb5bc401-97cb-4caf-9857-8ff441375414" providerId="ADAL" clId="{057586E9-EDF7-4CE0-A6BD-E5A8C17908E8}" dt="2024-04-19T02:36:08.589" v="4782" actId="1076"/>
          <ac:grpSpMkLst>
            <pc:docMk/>
            <pc:sldMk cId="3793429471" sldId="655"/>
            <ac:grpSpMk id="20" creationId="{B1A2FB49-1BDD-7382-438F-FB08521CCFBA}"/>
          </ac:grpSpMkLst>
        </pc:grpChg>
        <pc:grpChg chg="mod">
          <ac:chgData name="Mengmeng Ge" userId="bb5bc401-97cb-4caf-9857-8ff441375414" providerId="ADAL" clId="{057586E9-EDF7-4CE0-A6BD-E5A8C17908E8}" dt="2024-04-19T02:36:08.589" v="4782" actId="1076"/>
          <ac:grpSpMkLst>
            <pc:docMk/>
            <pc:sldMk cId="3793429471" sldId="655"/>
            <ac:grpSpMk id="21" creationId="{40FF50D0-62F7-39EC-823D-63165EEA69A4}"/>
          </ac:grpSpMkLst>
        </pc:grpChg>
        <pc:grpChg chg="mod">
          <ac:chgData name="Mengmeng Ge" userId="bb5bc401-97cb-4caf-9857-8ff441375414" providerId="ADAL" clId="{057586E9-EDF7-4CE0-A6BD-E5A8C17908E8}" dt="2024-04-19T02:36:08.589" v="4782" actId="1076"/>
          <ac:grpSpMkLst>
            <pc:docMk/>
            <pc:sldMk cId="3793429471" sldId="655"/>
            <ac:grpSpMk id="31" creationId="{3B22158D-98B8-3AC2-4B06-8FABD63E3702}"/>
          </ac:grpSpMkLst>
        </pc:grpChg>
        <pc:grpChg chg="mod">
          <ac:chgData name="Mengmeng Ge" userId="bb5bc401-97cb-4caf-9857-8ff441375414" providerId="ADAL" clId="{057586E9-EDF7-4CE0-A6BD-E5A8C17908E8}" dt="2024-04-19T02:36:08.589" v="4782" actId="1076"/>
          <ac:grpSpMkLst>
            <pc:docMk/>
            <pc:sldMk cId="3793429471" sldId="655"/>
            <ac:grpSpMk id="39" creationId="{3F8976A8-425D-8DBC-4B2A-EBDA927B774F}"/>
          </ac:grpSpMkLst>
        </pc:grpChg>
        <pc:grpChg chg="mod">
          <ac:chgData name="Mengmeng Ge" userId="bb5bc401-97cb-4caf-9857-8ff441375414" providerId="ADAL" clId="{057586E9-EDF7-4CE0-A6BD-E5A8C17908E8}" dt="2024-04-19T02:36:08.589" v="4782" actId="1076"/>
          <ac:grpSpMkLst>
            <pc:docMk/>
            <pc:sldMk cId="3793429471" sldId="655"/>
            <ac:grpSpMk id="47" creationId="{F4C50C49-8D7C-CE58-84DC-DA7537803B9D}"/>
          </ac:grpSpMkLst>
        </pc:grpChg>
        <pc:grpChg chg="add mod">
          <ac:chgData name="Mengmeng Ge" userId="bb5bc401-97cb-4caf-9857-8ff441375414" providerId="ADAL" clId="{057586E9-EDF7-4CE0-A6BD-E5A8C17908E8}" dt="2024-04-19T02:36:52.402" v="4789" actId="1035"/>
          <ac:grpSpMkLst>
            <pc:docMk/>
            <pc:sldMk cId="3793429471" sldId="655"/>
            <ac:grpSpMk id="71" creationId="{B5A1D5DD-9512-20FE-EBB0-A80F87378F4B}"/>
          </ac:grpSpMkLst>
        </pc:grpChg>
        <pc:grpChg chg="add mod">
          <ac:chgData name="Mengmeng Ge" userId="bb5bc401-97cb-4caf-9857-8ff441375414" providerId="ADAL" clId="{057586E9-EDF7-4CE0-A6BD-E5A8C17908E8}" dt="2024-04-19T02:36:52.402" v="4789" actId="1035"/>
          <ac:grpSpMkLst>
            <pc:docMk/>
            <pc:sldMk cId="3793429471" sldId="655"/>
            <ac:grpSpMk id="74" creationId="{0ECA4AC0-D928-BC61-4D32-B9213EAB6E73}"/>
          </ac:grpSpMkLst>
        </pc:grpChg>
        <pc:grpChg chg="mod">
          <ac:chgData name="Mengmeng Ge" userId="bb5bc401-97cb-4caf-9857-8ff441375414" providerId="ADAL" clId="{057586E9-EDF7-4CE0-A6BD-E5A8C17908E8}" dt="2024-04-19T02:36:52.402" v="4789" actId="1035"/>
          <ac:grpSpMkLst>
            <pc:docMk/>
            <pc:sldMk cId="3793429471" sldId="655"/>
            <ac:grpSpMk id="80" creationId="{5E318920-FCD9-60D8-BBEB-52F7547BE533}"/>
          </ac:grpSpMkLst>
        </pc:grpChg>
        <pc:grpChg chg="add mod">
          <ac:chgData name="Mengmeng Ge" userId="bb5bc401-97cb-4caf-9857-8ff441375414" providerId="ADAL" clId="{057586E9-EDF7-4CE0-A6BD-E5A8C17908E8}" dt="2024-04-19T02:36:52.402" v="4789" actId="1035"/>
          <ac:grpSpMkLst>
            <pc:docMk/>
            <pc:sldMk cId="3793429471" sldId="655"/>
            <ac:grpSpMk id="86" creationId="{4E1626D3-0B6F-E838-45F0-4E9806E40C59}"/>
          </ac:grpSpMkLst>
        </pc:grpChg>
        <pc:grpChg chg="mod">
          <ac:chgData name="Mengmeng Ge" userId="bb5bc401-97cb-4caf-9857-8ff441375414" providerId="ADAL" clId="{057586E9-EDF7-4CE0-A6BD-E5A8C17908E8}" dt="2024-04-19T02:36:52.402" v="4789" actId="1035"/>
          <ac:grpSpMkLst>
            <pc:docMk/>
            <pc:sldMk cId="3793429471" sldId="655"/>
            <ac:grpSpMk id="92" creationId="{9411E31B-1ADA-14F3-E8C0-78699C5AA3EF}"/>
          </ac:grpSpMkLst>
        </pc:grpChg>
        <pc:grpChg chg="add mod">
          <ac:chgData name="Mengmeng Ge" userId="bb5bc401-97cb-4caf-9857-8ff441375414" providerId="ADAL" clId="{057586E9-EDF7-4CE0-A6BD-E5A8C17908E8}" dt="2024-04-19T02:36:52.402" v="4789" actId="1035"/>
          <ac:grpSpMkLst>
            <pc:docMk/>
            <pc:sldMk cId="3793429471" sldId="655"/>
            <ac:grpSpMk id="95" creationId="{153E748C-69F8-0540-FD1A-FBF7362DC19D}"/>
          </ac:grpSpMkLst>
        </pc:grpChg>
        <pc:grpChg chg="mod">
          <ac:chgData name="Mengmeng Ge" userId="bb5bc401-97cb-4caf-9857-8ff441375414" providerId="ADAL" clId="{057586E9-EDF7-4CE0-A6BD-E5A8C17908E8}" dt="2024-04-19T02:36:52.402" v="4789" actId="1035"/>
          <ac:grpSpMkLst>
            <pc:docMk/>
            <pc:sldMk cId="3793429471" sldId="655"/>
            <ac:grpSpMk id="101" creationId="{E7A66C45-8382-FDF4-4705-2C16CEDA9210}"/>
          </ac:grpSpMkLst>
        </pc:grpChg>
        <pc:grpChg chg="add mod">
          <ac:chgData name="Mengmeng Ge" userId="bb5bc401-97cb-4caf-9857-8ff441375414" providerId="ADAL" clId="{057586E9-EDF7-4CE0-A6BD-E5A8C17908E8}" dt="2024-04-19T02:36:52.402" v="4789" actId="1035"/>
          <ac:grpSpMkLst>
            <pc:docMk/>
            <pc:sldMk cId="3793429471" sldId="655"/>
            <ac:grpSpMk id="109" creationId="{CED4F57C-F172-8D70-0C8F-B560D903C6B4}"/>
          </ac:grpSpMkLst>
        </pc:grpChg>
        <pc:graphicFrameChg chg="del">
          <ac:chgData name="Mengmeng Ge" userId="bb5bc401-97cb-4caf-9857-8ff441375414" providerId="ADAL" clId="{057586E9-EDF7-4CE0-A6BD-E5A8C17908E8}" dt="2024-04-19T02:37:30.058" v="4794" actId="478"/>
          <ac:graphicFrameMkLst>
            <pc:docMk/>
            <pc:sldMk cId="3793429471" sldId="655"/>
            <ac:graphicFrameMk id="52" creationId="{6CF119E3-1C43-3F36-470C-D320FE650DEC}"/>
          </ac:graphicFrameMkLst>
        </pc:graphicFrameChg>
        <pc:graphicFrameChg chg="del">
          <ac:chgData name="Mengmeng Ge" userId="bb5bc401-97cb-4caf-9857-8ff441375414" providerId="ADAL" clId="{057586E9-EDF7-4CE0-A6BD-E5A8C17908E8}" dt="2024-04-19T02:37:38.468" v="4798" actId="478"/>
          <ac:graphicFrameMkLst>
            <pc:docMk/>
            <pc:sldMk cId="3793429471" sldId="655"/>
            <ac:graphicFrameMk id="54" creationId="{EC6625C7-71F2-76F1-33CA-04BA16680199}"/>
          </ac:graphicFrameMkLst>
        </pc:graphicFrameChg>
        <pc:graphicFrameChg chg="del">
          <ac:chgData name="Mengmeng Ge" userId="bb5bc401-97cb-4caf-9857-8ff441375414" providerId="ADAL" clId="{057586E9-EDF7-4CE0-A6BD-E5A8C17908E8}" dt="2024-04-19T02:37:26.835" v="4792" actId="478"/>
          <ac:graphicFrameMkLst>
            <pc:docMk/>
            <pc:sldMk cId="3793429471" sldId="655"/>
            <ac:graphicFrameMk id="57" creationId="{D58C11CE-3D33-60E6-78FD-EC66155FBBB9}"/>
          </ac:graphicFrameMkLst>
        </pc:graphicFrameChg>
        <pc:graphicFrameChg chg="del">
          <ac:chgData name="Mengmeng Ge" userId="bb5bc401-97cb-4caf-9857-8ff441375414" providerId="ADAL" clId="{057586E9-EDF7-4CE0-A6BD-E5A8C17908E8}" dt="2024-04-19T02:37:23.515" v="4790" actId="478"/>
          <ac:graphicFrameMkLst>
            <pc:docMk/>
            <pc:sldMk cId="3793429471" sldId="655"/>
            <ac:graphicFrameMk id="58" creationId="{913FD788-A181-E34A-FF32-7506E41762DE}"/>
          </ac:graphicFrameMkLst>
        </pc:graphicFrameChg>
        <pc:graphicFrameChg chg="add del mod">
          <ac:chgData name="Mengmeng Ge" userId="bb5bc401-97cb-4caf-9857-8ff441375414" providerId="ADAL" clId="{057586E9-EDF7-4CE0-A6BD-E5A8C17908E8}" dt="2024-04-19T02:38:55.857" v="4810" actId="478"/>
          <ac:graphicFrameMkLst>
            <pc:docMk/>
            <pc:sldMk cId="3793429471" sldId="655"/>
            <ac:graphicFrameMk id="112" creationId="{7F198888-606D-C6E4-3ACC-612D7A266E20}"/>
          </ac:graphicFrameMkLst>
        </pc:graphicFrameChg>
        <pc:graphicFrameChg chg="add del mod">
          <ac:chgData name="Mengmeng Ge" userId="bb5bc401-97cb-4caf-9857-8ff441375414" providerId="ADAL" clId="{057586E9-EDF7-4CE0-A6BD-E5A8C17908E8}" dt="2024-04-19T02:38:55.857" v="4810" actId="478"/>
          <ac:graphicFrameMkLst>
            <pc:docMk/>
            <pc:sldMk cId="3793429471" sldId="655"/>
            <ac:graphicFrameMk id="114" creationId="{E4CB92C6-90FC-4426-4ECF-228915068E9A}"/>
          </ac:graphicFrameMkLst>
        </pc:graphicFrameChg>
        <pc:graphicFrameChg chg="add del mod">
          <ac:chgData name="Mengmeng Ge" userId="bb5bc401-97cb-4caf-9857-8ff441375414" providerId="ADAL" clId="{057586E9-EDF7-4CE0-A6BD-E5A8C17908E8}" dt="2024-04-19T02:39:13.341" v="4812" actId="478"/>
          <ac:graphicFrameMkLst>
            <pc:docMk/>
            <pc:sldMk cId="3793429471" sldId="655"/>
            <ac:graphicFrameMk id="117" creationId="{EB6FE03F-5140-511C-2C78-00C29D70B3D1}"/>
          </ac:graphicFrameMkLst>
        </pc:graphicFrameChg>
        <pc:graphicFrameChg chg="add del mod">
          <ac:chgData name="Mengmeng Ge" userId="bb5bc401-97cb-4caf-9857-8ff441375414" providerId="ADAL" clId="{057586E9-EDF7-4CE0-A6BD-E5A8C17908E8}" dt="2024-04-19T02:39:13.341" v="4812" actId="478"/>
          <ac:graphicFrameMkLst>
            <pc:docMk/>
            <pc:sldMk cId="3793429471" sldId="655"/>
            <ac:graphicFrameMk id="118" creationId="{6297980F-8BF4-F5A3-7DD1-9B0B8E4E3721}"/>
          </ac:graphicFrameMkLst>
        </pc:graphicFrameChg>
        <pc:graphicFrameChg chg="add mod modGraphic">
          <ac:chgData name="Mengmeng Ge" userId="bb5bc401-97cb-4caf-9857-8ff441375414" providerId="ADAL" clId="{057586E9-EDF7-4CE0-A6BD-E5A8C17908E8}" dt="2024-04-19T02:49:36.024" v="4925" actId="207"/>
          <ac:graphicFrameMkLst>
            <pc:docMk/>
            <pc:sldMk cId="3793429471" sldId="655"/>
            <ac:graphicFrameMk id="121" creationId="{EACCB38A-0FF8-36D8-043B-DC29BDD0E2C4}"/>
          </ac:graphicFrameMkLst>
        </pc:graphicFrameChg>
        <pc:graphicFrameChg chg="add mod">
          <ac:chgData name="Mengmeng Ge" userId="bb5bc401-97cb-4caf-9857-8ff441375414" providerId="ADAL" clId="{057586E9-EDF7-4CE0-A6BD-E5A8C17908E8}" dt="2024-04-19T02:39:14.398" v="4813"/>
          <ac:graphicFrameMkLst>
            <pc:docMk/>
            <pc:sldMk cId="3793429471" sldId="655"/>
            <ac:graphicFrameMk id="123" creationId="{4EBC0961-B956-AB66-DD4F-3BAAE8F56221}"/>
          </ac:graphicFrameMkLst>
        </pc:graphicFrameChg>
        <pc:graphicFrameChg chg="add mod modGraphic">
          <ac:chgData name="Mengmeng Ge" userId="bb5bc401-97cb-4caf-9857-8ff441375414" providerId="ADAL" clId="{057586E9-EDF7-4CE0-A6BD-E5A8C17908E8}" dt="2024-04-19T03:59:07.647" v="5190" actId="20577"/>
          <ac:graphicFrameMkLst>
            <pc:docMk/>
            <pc:sldMk cId="3793429471" sldId="655"/>
            <ac:graphicFrameMk id="126" creationId="{62763C4B-2A13-1969-9281-990ABADE9F22}"/>
          </ac:graphicFrameMkLst>
        </pc:graphicFrameChg>
        <pc:graphicFrameChg chg="add mod">
          <ac:chgData name="Mengmeng Ge" userId="bb5bc401-97cb-4caf-9857-8ff441375414" providerId="ADAL" clId="{057586E9-EDF7-4CE0-A6BD-E5A8C17908E8}" dt="2024-04-19T02:53:00.018" v="4952" actId="1038"/>
          <ac:graphicFrameMkLst>
            <pc:docMk/>
            <pc:sldMk cId="3793429471" sldId="655"/>
            <ac:graphicFrameMk id="127" creationId="{00DFCA86-65A1-9A7E-ECB5-A497ED0AAA35}"/>
          </ac:graphicFrameMkLst>
        </pc:graphicFrameChg>
      </pc:sldChg>
      <pc:sldChg chg="addSp delSp modSp add mod">
        <pc:chgData name="Mengmeng Ge" userId="bb5bc401-97cb-4caf-9857-8ff441375414" providerId="ADAL" clId="{057586E9-EDF7-4CE0-A6BD-E5A8C17908E8}" dt="2024-04-19T03:59:03.856" v="5189" actId="20577"/>
        <pc:sldMkLst>
          <pc:docMk/>
          <pc:sldMk cId="1397166904" sldId="656"/>
        </pc:sldMkLst>
        <pc:spChg chg="mod">
          <ac:chgData name="Mengmeng Ge" userId="bb5bc401-97cb-4caf-9857-8ff441375414" providerId="ADAL" clId="{057586E9-EDF7-4CE0-A6BD-E5A8C17908E8}" dt="2024-04-19T02:46:04.108" v="4895" actId="14100"/>
          <ac:spMkLst>
            <pc:docMk/>
            <pc:sldMk cId="1397166904" sldId="656"/>
            <ac:spMk id="2" creationId="{C3DF4E2E-DF94-D59E-6267-A790EDEEFD7A}"/>
          </ac:spMkLst>
        </pc:spChg>
        <pc:spChg chg="add mod">
          <ac:chgData name="Mengmeng Ge" userId="bb5bc401-97cb-4caf-9857-8ff441375414" providerId="ADAL" clId="{057586E9-EDF7-4CE0-A6BD-E5A8C17908E8}" dt="2024-04-19T02:47:10.634" v="4908"/>
          <ac:spMkLst>
            <pc:docMk/>
            <pc:sldMk cId="1397166904" sldId="656"/>
            <ac:spMk id="5" creationId="{2359A15E-6931-B19E-7F56-2E330CC86DF7}"/>
          </ac:spMkLst>
        </pc:spChg>
        <pc:spChg chg="add mod">
          <ac:chgData name="Mengmeng Ge" userId="bb5bc401-97cb-4caf-9857-8ff441375414" providerId="ADAL" clId="{057586E9-EDF7-4CE0-A6BD-E5A8C17908E8}" dt="2024-04-19T02:47:59.123" v="4917" actId="20577"/>
          <ac:spMkLst>
            <pc:docMk/>
            <pc:sldMk cId="1397166904" sldId="656"/>
            <ac:spMk id="6" creationId="{AEC54CDF-373C-8EC8-E8DA-5ACFDA756936}"/>
          </ac:spMkLst>
        </pc:spChg>
        <pc:spChg chg="add mod">
          <ac:chgData name="Mengmeng Ge" userId="bb5bc401-97cb-4caf-9857-8ff441375414" providerId="ADAL" clId="{057586E9-EDF7-4CE0-A6BD-E5A8C17908E8}" dt="2024-04-19T02:48:11.119" v="4920" actId="20577"/>
          <ac:spMkLst>
            <pc:docMk/>
            <pc:sldMk cId="1397166904" sldId="656"/>
            <ac:spMk id="7" creationId="{D9A27876-C8D6-BBF2-08C6-A6B1B6876B09}"/>
          </ac:spMkLst>
        </pc:spChg>
        <pc:spChg chg="del mod">
          <ac:chgData name="Mengmeng Ge" userId="bb5bc401-97cb-4caf-9857-8ff441375414" providerId="ADAL" clId="{057586E9-EDF7-4CE0-A6BD-E5A8C17908E8}" dt="2024-04-19T02:47:12.635" v="4909" actId="478"/>
          <ac:spMkLst>
            <pc:docMk/>
            <pc:sldMk cId="1397166904" sldId="656"/>
            <ac:spMk id="60" creationId="{228C2554-2A3C-AC6A-5FE6-13AE26290E17}"/>
          </ac:spMkLst>
        </pc:spChg>
        <pc:spChg chg="del">
          <ac:chgData name="Mengmeng Ge" userId="bb5bc401-97cb-4caf-9857-8ff441375414" providerId="ADAL" clId="{057586E9-EDF7-4CE0-A6BD-E5A8C17908E8}" dt="2024-04-19T02:47:26.557" v="4910" actId="478"/>
          <ac:spMkLst>
            <pc:docMk/>
            <pc:sldMk cId="1397166904" sldId="656"/>
            <ac:spMk id="61" creationId="{D0B933AF-85A0-BB03-5B34-2301AA6538A1}"/>
          </ac:spMkLst>
        </pc:spChg>
        <pc:spChg chg="del">
          <ac:chgData name="Mengmeng Ge" userId="bb5bc401-97cb-4caf-9857-8ff441375414" providerId="ADAL" clId="{057586E9-EDF7-4CE0-A6BD-E5A8C17908E8}" dt="2024-04-19T02:47:29.380" v="4911" actId="478"/>
          <ac:spMkLst>
            <pc:docMk/>
            <pc:sldMk cId="1397166904" sldId="656"/>
            <ac:spMk id="62" creationId="{F8E10FE4-0FD4-E5BC-265E-8DDB513699B0}"/>
          </ac:spMkLst>
        </pc:spChg>
        <pc:spChg chg="mod">
          <ac:chgData name="Mengmeng Ge" userId="bb5bc401-97cb-4caf-9857-8ff441375414" providerId="ADAL" clId="{057586E9-EDF7-4CE0-A6BD-E5A8C17908E8}" dt="2024-04-19T02:46:19.714" v="4897" actId="1076"/>
          <ac:spMkLst>
            <pc:docMk/>
            <pc:sldMk cId="1397166904" sldId="656"/>
            <ac:spMk id="108" creationId="{F5942A72-4B30-F1F3-8100-EFF33FE2DC22}"/>
          </ac:spMkLst>
        </pc:spChg>
        <pc:spChg chg="mod">
          <ac:chgData name="Mengmeng Ge" userId="bb5bc401-97cb-4caf-9857-8ff441375414" providerId="ADAL" clId="{057586E9-EDF7-4CE0-A6BD-E5A8C17908E8}" dt="2024-04-19T02:52:56.243" v="4950" actId="1038"/>
          <ac:spMkLst>
            <pc:docMk/>
            <pc:sldMk cId="1397166904" sldId="656"/>
            <ac:spMk id="128" creationId="{2874E256-5282-44D4-852D-40096A3420F2}"/>
          </ac:spMkLst>
        </pc:spChg>
        <pc:spChg chg="mod">
          <ac:chgData name="Mengmeng Ge" userId="bb5bc401-97cb-4caf-9857-8ff441375414" providerId="ADAL" clId="{057586E9-EDF7-4CE0-A6BD-E5A8C17908E8}" dt="2024-04-19T03:32:43.984" v="5108" actId="1076"/>
          <ac:spMkLst>
            <pc:docMk/>
            <pc:sldMk cId="1397166904" sldId="656"/>
            <ac:spMk id="129" creationId="{B6FA555D-1394-87EE-5AAF-FA1387B4A94D}"/>
          </ac:spMkLst>
        </pc:spChg>
        <pc:graphicFrameChg chg="mod modGraphic">
          <ac:chgData name="Mengmeng Ge" userId="bb5bc401-97cb-4caf-9857-8ff441375414" providerId="ADAL" clId="{057586E9-EDF7-4CE0-A6BD-E5A8C17908E8}" dt="2024-04-19T02:51:24.248" v="4933" actId="207"/>
          <ac:graphicFrameMkLst>
            <pc:docMk/>
            <pc:sldMk cId="1397166904" sldId="656"/>
            <ac:graphicFrameMk id="121" creationId="{EACCB38A-0FF8-36D8-043B-DC29BDD0E2C4}"/>
          </ac:graphicFrameMkLst>
        </pc:graphicFrameChg>
        <pc:graphicFrameChg chg="modGraphic">
          <ac:chgData name="Mengmeng Ge" userId="bb5bc401-97cb-4caf-9857-8ff441375414" providerId="ADAL" clId="{057586E9-EDF7-4CE0-A6BD-E5A8C17908E8}" dt="2024-04-19T03:59:03.856" v="5189" actId="20577"/>
          <ac:graphicFrameMkLst>
            <pc:docMk/>
            <pc:sldMk cId="1397166904" sldId="656"/>
            <ac:graphicFrameMk id="126" creationId="{62763C4B-2A13-1969-9281-990ABADE9F22}"/>
          </ac:graphicFrameMkLst>
        </pc:graphicFrameChg>
        <pc:graphicFrameChg chg="mod">
          <ac:chgData name="Mengmeng Ge" userId="bb5bc401-97cb-4caf-9857-8ff441375414" providerId="ADAL" clId="{057586E9-EDF7-4CE0-A6BD-E5A8C17908E8}" dt="2024-04-19T02:52:56.243" v="4950" actId="1038"/>
          <ac:graphicFrameMkLst>
            <pc:docMk/>
            <pc:sldMk cId="1397166904" sldId="656"/>
            <ac:graphicFrameMk id="127" creationId="{00DFCA86-65A1-9A7E-ECB5-A497ED0AAA35}"/>
          </ac:graphicFrameMkLst>
        </pc:graphicFrameChg>
      </pc:sldChg>
      <pc:sldChg chg="addSp delSp modSp add mod modAnim modNotesTx">
        <pc:chgData name="Mengmeng Ge" userId="bb5bc401-97cb-4caf-9857-8ff441375414" providerId="ADAL" clId="{057586E9-EDF7-4CE0-A6BD-E5A8C17908E8}" dt="2024-04-19T04:07:09.209" v="5207" actId="20577"/>
        <pc:sldMkLst>
          <pc:docMk/>
          <pc:sldMk cId="3810885056" sldId="657"/>
        </pc:sldMkLst>
        <pc:spChg chg="del">
          <ac:chgData name="Mengmeng Ge" userId="bb5bc401-97cb-4caf-9857-8ff441375414" providerId="ADAL" clId="{057586E9-EDF7-4CE0-A6BD-E5A8C17908E8}" dt="2024-04-19T02:52:35.219" v="4936" actId="478"/>
          <ac:spMkLst>
            <pc:docMk/>
            <pc:sldMk cId="3810885056" sldId="657"/>
            <ac:spMk id="5" creationId="{2359A15E-6931-B19E-7F56-2E330CC86DF7}"/>
          </ac:spMkLst>
        </pc:spChg>
        <pc:spChg chg="del">
          <ac:chgData name="Mengmeng Ge" userId="bb5bc401-97cb-4caf-9857-8ff441375414" providerId="ADAL" clId="{057586E9-EDF7-4CE0-A6BD-E5A8C17908E8}" dt="2024-04-19T02:50:47.378" v="4931" actId="478"/>
          <ac:spMkLst>
            <pc:docMk/>
            <pc:sldMk cId="3810885056" sldId="657"/>
            <ac:spMk id="6" creationId="{AEC54CDF-373C-8EC8-E8DA-5ACFDA756936}"/>
          </ac:spMkLst>
        </pc:spChg>
        <pc:spChg chg="del">
          <ac:chgData name="Mengmeng Ge" userId="bb5bc401-97cb-4caf-9857-8ff441375414" providerId="ADAL" clId="{057586E9-EDF7-4CE0-A6BD-E5A8C17908E8}" dt="2024-04-19T02:50:49.235" v="4932" actId="478"/>
          <ac:spMkLst>
            <pc:docMk/>
            <pc:sldMk cId="3810885056" sldId="657"/>
            <ac:spMk id="7" creationId="{D9A27876-C8D6-BBF2-08C6-A6B1B6876B09}"/>
          </ac:spMkLst>
        </pc:spChg>
        <pc:spChg chg="add mod">
          <ac:chgData name="Mengmeng Ge" userId="bb5bc401-97cb-4caf-9857-8ff441375414" providerId="ADAL" clId="{057586E9-EDF7-4CE0-A6BD-E5A8C17908E8}" dt="2024-04-19T02:52:35.541" v="4937"/>
          <ac:spMkLst>
            <pc:docMk/>
            <pc:sldMk cId="3810885056" sldId="657"/>
            <ac:spMk id="8" creationId="{259B3BEB-FC84-D8BF-9CE4-4C9251DB340F}"/>
          </ac:spMkLst>
        </pc:spChg>
        <pc:spChg chg="add mod">
          <ac:chgData name="Mengmeng Ge" userId="bb5bc401-97cb-4caf-9857-8ff441375414" providerId="ADAL" clId="{057586E9-EDF7-4CE0-A6BD-E5A8C17908E8}" dt="2024-04-19T02:52:49.364" v="4948" actId="1035"/>
          <ac:spMkLst>
            <pc:docMk/>
            <pc:sldMk cId="3810885056" sldId="657"/>
            <ac:spMk id="9" creationId="{57EB4E41-63FC-804A-1160-99FD472010A7}"/>
          </ac:spMkLst>
        </pc:spChg>
        <pc:spChg chg="add mod">
          <ac:chgData name="Mengmeng Ge" userId="bb5bc401-97cb-4caf-9857-8ff441375414" providerId="ADAL" clId="{057586E9-EDF7-4CE0-A6BD-E5A8C17908E8}" dt="2024-04-19T02:52:49.364" v="4948" actId="1035"/>
          <ac:spMkLst>
            <pc:docMk/>
            <pc:sldMk cId="3810885056" sldId="657"/>
            <ac:spMk id="10" creationId="{C26CC313-3A45-F09F-EE42-05BA493F1889}"/>
          </ac:spMkLst>
        </pc:spChg>
        <pc:spChg chg="add mod">
          <ac:chgData name="Mengmeng Ge" userId="bb5bc401-97cb-4caf-9857-8ff441375414" providerId="ADAL" clId="{057586E9-EDF7-4CE0-A6BD-E5A8C17908E8}" dt="2024-04-19T02:52:35.541" v="4937"/>
          <ac:spMkLst>
            <pc:docMk/>
            <pc:sldMk cId="3810885056" sldId="657"/>
            <ac:spMk id="11" creationId="{F0E05309-5AB5-E62C-43A7-199A5324A745}"/>
          </ac:spMkLst>
        </pc:spChg>
        <pc:spChg chg="add mod">
          <ac:chgData name="Mengmeng Ge" userId="bb5bc401-97cb-4caf-9857-8ff441375414" providerId="ADAL" clId="{057586E9-EDF7-4CE0-A6BD-E5A8C17908E8}" dt="2024-04-19T02:52:44.469" v="4946" actId="1038"/>
          <ac:spMkLst>
            <pc:docMk/>
            <pc:sldMk cId="3810885056" sldId="657"/>
            <ac:spMk id="12" creationId="{F3DEA500-1483-0869-4846-F125B44E6F55}"/>
          </ac:spMkLst>
        </pc:spChg>
        <pc:spChg chg="add mod">
          <ac:chgData name="Mengmeng Ge" userId="bb5bc401-97cb-4caf-9857-8ff441375414" providerId="ADAL" clId="{057586E9-EDF7-4CE0-A6BD-E5A8C17908E8}" dt="2024-04-19T02:52:35.541" v="4937"/>
          <ac:spMkLst>
            <pc:docMk/>
            <pc:sldMk cId="3810885056" sldId="657"/>
            <ac:spMk id="13" creationId="{2CC0788B-02D5-EBA7-F2A9-196B19E421AD}"/>
          </ac:spMkLst>
        </pc:spChg>
        <pc:spChg chg="add mod">
          <ac:chgData name="Mengmeng Ge" userId="bb5bc401-97cb-4caf-9857-8ff441375414" providerId="ADAL" clId="{057586E9-EDF7-4CE0-A6BD-E5A8C17908E8}" dt="2024-04-19T04:07:09.209" v="5207" actId="20577"/>
          <ac:spMkLst>
            <pc:docMk/>
            <pc:sldMk cId="3810885056" sldId="657"/>
            <ac:spMk id="14" creationId="{9C8D2F7A-C998-2FAB-BE14-8440E27DE1D7}"/>
          </ac:spMkLst>
        </pc:spChg>
        <pc:spChg chg="del">
          <ac:chgData name="Mengmeng Ge" userId="bb5bc401-97cb-4caf-9857-8ff441375414" providerId="ADAL" clId="{057586E9-EDF7-4CE0-A6BD-E5A8C17908E8}" dt="2024-04-19T02:50:40.795" v="4930" actId="478"/>
          <ac:spMkLst>
            <pc:docMk/>
            <pc:sldMk cId="3810885056" sldId="657"/>
            <ac:spMk id="108" creationId="{F5942A72-4B30-F1F3-8100-EFF33FE2DC22}"/>
          </ac:spMkLst>
        </pc:spChg>
        <pc:spChg chg="mod">
          <ac:chgData name="Mengmeng Ge" userId="bb5bc401-97cb-4caf-9857-8ff441375414" providerId="ADAL" clId="{057586E9-EDF7-4CE0-A6BD-E5A8C17908E8}" dt="2024-04-19T02:52:42.529" v="4945" actId="1038"/>
          <ac:spMkLst>
            <pc:docMk/>
            <pc:sldMk cId="3810885056" sldId="657"/>
            <ac:spMk id="128" creationId="{2874E256-5282-44D4-852D-40096A3420F2}"/>
          </ac:spMkLst>
        </pc:spChg>
        <pc:spChg chg="del mod">
          <ac:chgData name="Mengmeng Ge" userId="bb5bc401-97cb-4caf-9857-8ff441375414" providerId="ADAL" clId="{057586E9-EDF7-4CE0-A6BD-E5A8C17908E8}" dt="2024-04-19T03:38:13.598" v="5138" actId="478"/>
          <ac:spMkLst>
            <pc:docMk/>
            <pc:sldMk cId="3810885056" sldId="657"/>
            <ac:spMk id="129" creationId="{B6FA555D-1394-87EE-5AAF-FA1387B4A94D}"/>
          </ac:spMkLst>
        </pc:spChg>
        <pc:graphicFrameChg chg="modGraphic">
          <ac:chgData name="Mengmeng Ge" userId="bb5bc401-97cb-4caf-9857-8ff441375414" providerId="ADAL" clId="{057586E9-EDF7-4CE0-A6BD-E5A8C17908E8}" dt="2024-04-19T02:52:20.754" v="4935" actId="207"/>
          <ac:graphicFrameMkLst>
            <pc:docMk/>
            <pc:sldMk cId="3810885056" sldId="657"/>
            <ac:graphicFrameMk id="121" creationId="{EACCB38A-0FF8-36D8-043B-DC29BDD0E2C4}"/>
          </ac:graphicFrameMkLst>
        </pc:graphicFrameChg>
        <pc:graphicFrameChg chg="modGraphic">
          <ac:chgData name="Mengmeng Ge" userId="bb5bc401-97cb-4caf-9857-8ff441375414" providerId="ADAL" clId="{057586E9-EDF7-4CE0-A6BD-E5A8C17908E8}" dt="2024-04-19T03:18:06.392" v="5016" actId="2084"/>
          <ac:graphicFrameMkLst>
            <pc:docMk/>
            <pc:sldMk cId="3810885056" sldId="657"/>
            <ac:graphicFrameMk id="123" creationId="{4EBC0961-B956-AB66-DD4F-3BAAE8F56221}"/>
          </ac:graphicFrameMkLst>
        </pc:graphicFrameChg>
        <pc:graphicFrameChg chg="modGraphic">
          <ac:chgData name="Mengmeng Ge" userId="bb5bc401-97cb-4caf-9857-8ff441375414" providerId="ADAL" clId="{057586E9-EDF7-4CE0-A6BD-E5A8C17908E8}" dt="2024-04-19T03:58:57.923" v="5188" actId="20577"/>
          <ac:graphicFrameMkLst>
            <pc:docMk/>
            <pc:sldMk cId="3810885056" sldId="657"/>
            <ac:graphicFrameMk id="126" creationId="{62763C4B-2A13-1969-9281-990ABADE9F22}"/>
          </ac:graphicFrameMkLst>
        </pc:graphicFrameChg>
        <pc:graphicFrameChg chg="mod modGraphic">
          <ac:chgData name="Mengmeng Ge" userId="bb5bc401-97cb-4caf-9857-8ff441375414" providerId="ADAL" clId="{057586E9-EDF7-4CE0-A6BD-E5A8C17908E8}" dt="2024-04-19T03:30:08.521" v="5079" actId="2084"/>
          <ac:graphicFrameMkLst>
            <pc:docMk/>
            <pc:sldMk cId="3810885056" sldId="657"/>
            <ac:graphicFrameMk id="127" creationId="{00DFCA86-65A1-9A7E-ECB5-A497ED0AAA35}"/>
          </ac:graphicFrameMkLst>
        </pc:graphicFrameChg>
      </pc:sldChg>
      <pc:sldChg chg="addSp delSp modSp add mod delAnim modNotesTx">
        <pc:chgData name="Mengmeng Ge" userId="bb5bc401-97cb-4caf-9857-8ff441375414" providerId="ADAL" clId="{057586E9-EDF7-4CE0-A6BD-E5A8C17908E8}" dt="2024-04-19T03:58:54.898" v="5187" actId="20577"/>
        <pc:sldMkLst>
          <pc:docMk/>
          <pc:sldMk cId="3284530174" sldId="658"/>
        </pc:sldMkLst>
        <pc:spChg chg="mod">
          <ac:chgData name="Mengmeng Ge" userId="bb5bc401-97cb-4caf-9857-8ff441375414" providerId="ADAL" clId="{057586E9-EDF7-4CE0-A6BD-E5A8C17908E8}" dt="2024-04-19T03:31:30.520" v="5089" actId="20577"/>
          <ac:spMkLst>
            <pc:docMk/>
            <pc:sldMk cId="3284530174" sldId="658"/>
            <ac:spMk id="2" creationId="{C3DF4E2E-DF94-D59E-6267-A790EDEEFD7A}"/>
          </ac:spMkLst>
        </pc:spChg>
        <pc:spChg chg="add mod">
          <ac:chgData name="Mengmeng Ge" userId="bb5bc401-97cb-4caf-9857-8ff441375414" providerId="ADAL" clId="{057586E9-EDF7-4CE0-A6BD-E5A8C17908E8}" dt="2024-04-19T03:33:10.729" v="5116"/>
          <ac:spMkLst>
            <pc:docMk/>
            <pc:sldMk cId="3284530174" sldId="658"/>
            <ac:spMk id="5" creationId="{724F6B3A-3873-2D58-612D-5925D75CF21F}"/>
          </ac:spMkLst>
        </pc:spChg>
        <pc:spChg chg="add mod">
          <ac:chgData name="Mengmeng Ge" userId="bb5bc401-97cb-4caf-9857-8ff441375414" providerId="ADAL" clId="{057586E9-EDF7-4CE0-A6BD-E5A8C17908E8}" dt="2024-04-19T03:36:20.232" v="5135" actId="20577"/>
          <ac:spMkLst>
            <pc:docMk/>
            <pc:sldMk cId="3284530174" sldId="658"/>
            <ac:spMk id="6" creationId="{C7C75448-14F9-AE86-6EA7-FF7A5B47D0FB}"/>
          </ac:spMkLst>
        </pc:spChg>
        <pc:spChg chg="add mod">
          <ac:chgData name="Mengmeng Ge" userId="bb5bc401-97cb-4caf-9857-8ff441375414" providerId="ADAL" clId="{057586E9-EDF7-4CE0-A6BD-E5A8C17908E8}" dt="2024-04-19T03:36:45.237" v="5137" actId="20577"/>
          <ac:spMkLst>
            <pc:docMk/>
            <pc:sldMk cId="3284530174" sldId="658"/>
            <ac:spMk id="7" creationId="{EB4C5EB5-5941-DA25-7036-241587332403}"/>
          </ac:spMkLst>
        </pc:spChg>
        <pc:spChg chg="del">
          <ac:chgData name="Mengmeng Ge" userId="bb5bc401-97cb-4caf-9857-8ff441375414" providerId="ADAL" clId="{057586E9-EDF7-4CE0-A6BD-E5A8C17908E8}" dt="2024-04-19T03:33:05.251" v="5110" actId="478"/>
          <ac:spMkLst>
            <pc:docMk/>
            <pc:sldMk cId="3284530174" sldId="658"/>
            <ac:spMk id="8" creationId="{259B3BEB-FC84-D8BF-9CE4-4C9251DB340F}"/>
          </ac:spMkLst>
        </pc:spChg>
        <pc:spChg chg="del">
          <ac:chgData name="Mengmeng Ge" userId="bb5bc401-97cb-4caf-9857-8ff441375414" providerId="ADAL" clId="{057586E9-EDF7-4CE0-A6BD-E5A8C17908E8}" dt="2024-04-19T03:33:06.305" v="5111" actId="478"/>
          <ac:spMkLst>
            <pc:docMk/>
            <pc:sldMk cId="3284530174" sldId="658"/>
            <ac:spMk id="9" creationId="{57EB4E41-63FC-804A-1160-99FD472010A7}"/>
          </ac:spMkLst>
        </pc:spChg>
        <pc:spChg chg="del">
          <ac:chgData name="Mengmeng Ge" userId="bb5bc401-97cb-4caf-9857-8ff441375414" providerId="ADAL" clId="{057586E9-EDF7-4CE0-A6BD-E5A8C17908E8}" dt="2024-04-19T03:33:08.894" v="5114" actId="478"/>
          <ac:spMkLst>
            <pc:docMk/>
            <pc:sldMk cId="3284530174" sldId="658"/>
            <ac:spMk id="10" creationId="{C26CC313-3A45-F09F-EE42-05BA493F1889}"/>
          </ac:spMkLst>
        </pc:spChg>
        <pc:spChg chg="del">
          <ac:chgData name="Mengmeng Ge" userId="bb5bc401-97cb-4caf-9857-8ff441375414" providerId="ADAL" clId="{057586E9-EDF7-4CE0-A6BD-E5A8C17908E8}" dt="2024-04-19T03:33:07.053" v="5112" actId="478"/>
          <ac:spMkLst>
            <pc:docMk/>
            <pc:sldMk cId="3284530174" sldId="658"/>
            <ac:spMk id="11" creationId="{F0E05309-5AB5-E62C-43A7-199A5324A745}"/>
          </ac:spMkLst>
        </pc:spChg>
        <pc:spChg chg="del">
          <ac:chgData name="Mengmeng Ge" userId="bb5bc401-97cb-4caf-9857-8ff441375414" providerId="ADAL" clId="{057586E9-EDF7-4CE0-A6BD-E5A8C17908E8}" dt="2024-04-19T03:33:09.743" v="5115" actId="478"/>
          <ac:spMkLst>
            <pc:docMk/>
            <pc:sldMk cId="3284530174" sldId="658"/>
            <ac:spMk id="12" creationId="{F3DEA500-1483-0869-4846-F125B44E6F55}"/>
          </ac:spMkLst>
        </pc:spChg>
        <pc:spChg chg="del">
          <ac:chgData name="Mengmeng Ge" userId="bb5bc401-97cb-4caf-9857-8ff441375414" providerId="ADAL" clId="{057586E9-EDF7-4CE0-A6BD-E5A8C17908E8}" dt="2024-04-19T03:33:07.811" v="5113" actId="478"/>
          <ac:spMkLst>
            <pc:docMk/>
            <pc:sldMk cId="3284530174" sldId="658"/>
            <ac:spMk id="13" creationId="{2CC0788B-02D5-EBA7-F2A9-196B19E421AD}"/>
          </ac:spMkLst>
        </pc:spChg>
        <pc:spChg chg="del">
          <ac:chgData name="Mengmeng Ge" userId="bb5bc401-97cb-4caf-9857-8ff441375414" providerId="ADAL" clId="{057586E9-EDF7-4CE0-A6BD-E5A8C17908E8}" dt="2024-04-19T03:32:20.008" v="5095" actId="478"/>
          <ac:spMkLst>
            <pc:docMk/>
            <pc:sldMk cId="3284530174" sldId="658"/>
            <ac:spMk id="14" creationId="{9C8D2F7A-C998-2FAB-BE14-8440E27DE1D7}"/>
          </ac:spMkLst>
        </pc:spChg>
        <pc:spChg chg="mod">
          <ac:chgData name="Mengmeng Ge" userId="bb5bc401-97cb-4caf-9857-8ff441375414" providerId="ADAL" clId="{057586E9-EDF7-4CE0-A6BD-E5A8C17908E8}" dt="2024-04-19T03:33:15.219" v="5117" actId="1038"/>
          <ac:spMkLst>
            <pc:docMk/>
            <pc:sldMk cId="3284530174" sldId="658"/>
            <ac:spMk id="124" creationId="{CF698BF4-8A20-0467-ECFC-DDC32DB1818C}"/>
          </ac:spMkLst>
        </pc:spChg>
        <pc:spChg chg="mod">
          <ac:chgData name="Mengmeng Ge" userId="bb5bc401-97cb-4caf-9857-8ff441375414" providerId="ADAL" clId="{057586E9-EDF7-4CE0-A6BD-E5A8C17908E8}" dt="2024-04-19T03:38:29.578" v="5145" actId="20577"/>
          <ac:spMkLst>
            <pc:docMk/>
            <pc:sldMk cId="3284530174" sldId="658"/>
            <ac:spMk id="129" creationId="{B6FA555D-1394-87EE-5AAF-FA1387B4A94D}"/>
          </ac:spMkLst>
        </pc:spChg>
        <pc:graphicFrameChg chg="modGraphic">
          <ac:chgData name="Mengmeng Ge" userId="bb5bc401-97cb-4caf-9857-8ff441375414" providerId="ADAL" clId="{057586E9-EDF7-4CE0-A6BD-E5A8C17908E8}" dt="2024-04-19T03:31:36.067" v="5090" actId="207"/>
          <ac:graphicFrameMkLst>
            <pc:docMk/>
            <pc:sldMk cId="3284530174" sldId="658"/>
            <ac:graphicFrameMk id="121" creationId="{EACCB38A-0FF8-36D8-043B-DC29BDD0E2C4}"/>
          </ac:graphicFrameMkLst>
        </pc:graphicFrameChg>
        <pc:graphicFrameChg chg="mod modGraphic">
          <ac:chgData name="Mengmeng Ge" userId="bb5bc401-97cb-4caf-9857-8ff441375414" providerId="ADAL" clId="{057586E9-EDF7-4CE0-A6BD-E5A8C17908E8}" dt="2024-04-19T03:43:57.883" v="5153" actId="207"/>
          <ac:graphicFrameMkLst>
            <pc:docMk/>
            <pc:sldMk cId="3284530174" sldId="658"/>
            <ac:graphicFrameMk id="123" creationId="{4EBC0961-B956-AB66-DD4F-3BAAE8F56221}"/>
          </ac:graphicFrameMkLst>
        </pc:graphicFrameChg>
        <pc:graphicFrameChg chg="modGraphic">
          <ac:chgData name="Mengmeng Ge" userId="bb5bc401-97cb-4caf-9857-8ff441375414" providerId="ADAL" clId="{057586E9-EDF7-4CE0-A6BD-E5A8C17908E8}" dt="2024-04-19T03:58:54.898" v="5187" actId="20577"/>
          <ac:graphicFrameMkLst>
            <pc:docMk/>
            <pc:sldMk cId="3284530174" sldId="658"/>
            <ac:graphicFrameMk id="126" creationId="{62763C4B-2A13-1969-9281-990ABADE9F22}"/>
          </ac:graphicFrameMkLst>
        </pc:graphicFrameChg>
        <pc:graphicFrameChg chg="modGraphic">
          <ac:chgData name="Mengmeng Ge" userId="bb5bc401-97cb-4caf-9857-8ff441375414" providerId="ADAL" clId="{057586E9-EDF7-4CE0-A6BD-E5A8C17908E8}" dt="2024-04-19T03:31:47.277" v="5093" actId="207"/>
          <ac:graphicFrameMkLst>
            <pc:docMk/>
            <pc:sldMk cId="3284530174" sldId="658"/>
            <ac:graphicFrameMk id="127" creationId="{00DFCA86-65A1-9A7E-ECB5-A497ED0AAA35}"/>
          </ac:graphicFrameMkLst>
        </pc:graphicFrameChg>
      </pc:sldChg>
      <pc:sldChg chg="delSp modSp add mod">
        <pc:chgData name="Mengmeng Ge" userId="bb5bc401-97cb-4caf-9857-8ff441375414" providerId="ADAL" clId="{057586E9-EDF7-4CE0-A6BD-E5A8C17908E8}" dt="2024-04-19T04:06:51.418" v="5206" actId="20577"/>
        <pc:sldMkLst>
          <pc:docMk/>
          <pc:sldMk cId="3038409008" sldId="659"/>
        </pc:sldMkLst>
        <pc:spChg chg="mod">
          <ac:chgData name="Mengmeng Ge" userId="bb5bc401-97cb-4caf-9857-8ff441375414" providerId="ADAL" clId="{057586E9-EDF7-4CE0-A6BD-E5A8C17908E8}" dt="2024-04-19T04:06:51.418" v="5206" actId="20577"/>
          <ac:spMkLst>
            <pc:docMk/>
            <pc:sldMk cId="3038409008" sldId="659"/>
            <ac:spMk id="14" creationId="{9C8D2F7A-C998-2FAB-BE14-8440E27DE1D7}"/>
          </ac:spMkLst>
        </pc:spChg>
        <pc:spChg chg="del">
          <ac:chgData name="Mengmeng Ge" userId="bb5bc401-97cb-4caf-9857-8ff441375414" providerId="ADAL" clId="{057586E9-EDF7-4CE0-A6BD-E5A8C17908E8}" dt="2024-04-19T03:44:33.031" v="5154" actId="478"/>
          <ac:spMkLst>
            <pc:docMk/>
            <pc:sldMk cId="3038409008" sldId="659"/>
            <ac:spMk id="129" creationId="{B6FA555D-1394-87EE-5AAF-FA1387B4A94D}"/>
          </ac:spMkLst>
        </pc:spChg>
        <pc:graphicFrameChg chg="modGraphic">
          <ac:chgData name="Mengmeng Ge" userId="bb5bc401-97cb-4caf-9857-8ff441375414" providerId="ADAL" clId="{057586E9-EDF7-4CE0-A6BD-E5A8C17908E8}" dt="2024-04-19T04:04:40.814" v="5203" actId="207"/>
          <ac:graphicFrameMkLst>
            <pc:docMk/>
            <pc:sldMk cId="3038409008" sldId="659"/>
            <ac:graphicFrameMk id="121" creationId="{EACCB38A-0FF8-36D8-043B-DC29BDD0E2C4}"/>
          </ac:graphicFrameMkLst>
        </pc:graphicFrameChg>
        <pc:graphicFrameChg chg="modGraphic">
          <ac:chgData name="Mengmeng Ge" userId="bb5bc401-97cb-4caf-9857-8ff441375414" providerId="ADAL" clId="{057586E9-EDF7-4CE0-A6BD-E5A8C17908E8}" dt="2024-04-19T03:56:05.824" v="5182" actId="207"/>
          <ac:graphicFrameMkLst>
            <pc:docMk/>
            <pc:sldMk cId="3038409008" sldId="659"/>
            <ac:graphicFrameMk id="123" creationId="{4EBC0961-B956-AB66-DD4F-3BAAE8F56221}"/>
          </ac:graphicFrameMkLst>
        </pc:graphicFrameChg>
        <pc:graphicFrameChg chg="modGraphic">
          <ac:chgData name="Mengmeng Ge" userId="bb5bc401-97cb-4caf-9857-8ff441375414" providerId="ADAL" clId="{057586E9-EDF7-4CE0-A6BD-E5A8C17908E8}" dt="2024-04-19T04:00:05.476" v="5195" actId="207"/>
          <ac:graphicFrameMkLst>
            <pc:docMk/>
            <pc:sldMk cId="3038409008" sldId="659"/>
            <ac:graphicFrameMk id="126" creationId="{62763C4B-2A13-1969-9281-990ABADE9F22}"/>
          </ac:graphicFrameMkLst>
        </pc:graphicFrameChg>
        <pc:graphicFrameChg chg="modGraphic">
          <ac:chgData name="Mengmeng Ge" userId="bb5bc401-97cb-4caf-9857-8ff441375414" providerId="ADAL" clId="{057586E9-EDF7-4CE0-A6BD-E5A8C17908E8}" dt="2024-04-19T04:03:41.651" v="5200" actId="2084"/>
          <ac:graphicFrameMkLst>
            <pc:docMk/>
            <pc:sldMk cId="3038409008" sldId="659"/>
            <ac:graphicFrameMk id="127" creationId="{00DFCA86-65A1-9A7E-ECB5-A497ED0AAA35}"/>
          </ac:graphicFrameMkLst>
        </pc:graphicFrameChg>
      </pc:sldChg>
      <pc:sldChg chg="modSp add mod modNotesTx">
        <pc:chgData name="Mengmeng Ge" userId="bb5bc401-97cb-4caf-9857-8ff441375414" providerId="ADAL" clId="{057586E9-EDF7-4CE0-A6BD-E5A8C17908E8}" dt="2024-04-19T04:39:11.336" v="5339" actId="20577"/>
        <pc:sldMkLst>
          <pc:docMk/>
          <pc:sldMk cId="2739249737" sldId="660"/>
        </pc:sldMkLst>
        <pc:spChg chg="mod">
          <ac:chgData name="Mengmeng Ge" userId="bb5bc401-97cb-4caf-9857-8ff441375414" providerId="ADAL" clId="{057586E9-EDF7-4CE0-A6BD-E5A8C17908E8}" dt="2024-04-19T04:18:50.166" v="5247" actId="20577"/>
          <ac:spMkLst>
            <pc:docMk/>
            <pc:sldMk cId="2739249737" sldId="660"/>
            <ac:spMk id="2" creationId="{C3DF4E2E-DF94-D59E-6267-A790EDEEFD7A}"/>
          </ac:spMkLst>
        </pc:spChg>
        <pc:spChg chg="mod">
          <ac:chgData name="Mengmeng Ge" userId="bb5bc401-97cb-4caf-9857-8ff441375414" providerId="ADAL" clId="{057586E9-EDF7-4CE0-A6BD-E5A8C17908E8}" dt="2024-04-19T04:18:46.957" v="5243" actId="20577"/>
          <ac:spMkLst>
            <pc:docMk/>
            <pc:sldMk cId="2739249737" sldId="660"/>
            <ac:spMk id="14" creationId="{9C8D2F7A-C998-2FAB-BE14-8440E27DE1D7}"/>
          </ac:spMkLst>
        </pc:spChg>
        <pc:graphicFrameChg chg="modGraphic">
          <ac:chgData name="Mengmeng Ge" userId="bb5bc401-97cb-4caf-9857-8ff441375414" providerId="ADAL" clId="{057586E9-EDF7-4CE0-A6BD-E5A8C17908E8}" dt="2024-04-19T04:07:27.615" v="5208" actId="207"/>
          <ac:graphicFrameMkLst>
            <pc:docMk/>
            <pc:sldMk cId="2739249737" sldId="660"/>
            <ac:graphicFrameMk id="121" creationId="{EACCB38A-0FF8-36D8-043B-DC29BDD0E2C4}"/>
          </ac:graphicFrameMkLst>
        </pc:graphicFrameChg>
        <pc:graphicFrameChg chg="modGraphic">
          <ac:chgData name="Mengmeng Ge" userId="bb5bc401-97cb-4caf-9857-8ff441375414" providerId="ADAL" clId="{057586E9-EDF7-4CE0-A6BD-E5A8C17908E8}" dt="2024-04-19T04:19:46.188" v="5250" actId="207"/>
          <ac:graphicFrameMkLst>
            <pc:docMk/>
            <pc:sldMk cId="2739249737" sldId="660"/>
            <ac:graphicFrameMk id="123" creationId="{4EBC0961-B956-AB66-DD4F-3BAAE8F56221}"/>
          </ac:graphicFrameMkLst>
        </pc:graphicFrameChg>
        <pc:graphicFrameChg chg="modGraphic">
          <ac:chgData name="Mengmeng Ge" userId="bb5bc401-97cb-4caf-9857-8ff441375414" providerId="ADAL" clId="{057586E9-EDF7-4CE0-A6BD-E5A8C17908E8}" dt="2024-04-19T04:18:13.140" v="5220" actId="207"/>
          <ac:graphicFrameMkLst>
            <pc:docMk/>
            <pc:sldMk cId="2739249737" sldId="660"/>
            <ac:graphicFrameMk id="126" creationId="{62763C4B-2A13-1969-9281-990ABADE9F22}"/>
          </ac:graphicFrameMkLst>
        </pc:graphicFrameChg>
        <pc:graphicFrameChg chg="modGraphic">
          <ac:chgData name="Mengmeng Ge" userId="bb5bc401-97cb-4caf-9857-8ff441375414" providerId="ADAL" clId="{057586E9-EDF7-4CE0-A6BD-E5A8C17908E8}" dt="2024-04-19T04:07:34.117" v="5210" actId="207"/>
          <ac:graphicFrameMkLst>
            <pc:docMk/>
            <pc:sldMk cId="2739249737" sldId="660"/>
            <ac:graphicFrameMk id="127" creationId="{00DFCA86-65A1-9A7E-ECB5-A497ED0AAA35}"/>
          </ac:graphicFrameMkLst>
        </pc:graphicFrameChg>
      </pc:sldChg>
      <pc:sldChg chg="addSp delSp modSp new mod modNotesTx">
        <pc:chgData name="Mengmeng Ge" userId="bb5bc401-97cb-4caf-9857-8ff441375414" providerId="ADAL" clId="{057586E9-EDF7-4CE0-A6BD-E5A8C17908E8}" dt="2024-04-19T04:36:01.593" v="5299" actId="1035"/>
        <pc:sldMkLst>
          <pc:docMk/>
          <pc:sldMk cId="374660585" sldId="661"/>
        </pc:sldMkLst>
        <pc:spChg chg="mod">
          <ac:chgData name="Mengmeng Ge" userId="bb5bc401-97cb-4caf-9857-8ff441375414" providerId="ADAL" clId="{057586E9-EDF7-4CE0-A6BD-E5A8C17908E8}" dt="2024-04-19T04:35:13.453" v="5279" actId="20577"/>
          <ac:spMkLst>
            <pc:docMk/>
            <pc:sldMk cId="374660585" sldId="661"/>
            <ac:spMk id="2" creationId="{73276FCB-7F5F-BE81-3D91-C54DD7AF845D}"/>
          </ac:spMkLst>
        </pc:spChg>
        <pc:spChg chg="del">
          <ac:chgData name="Mengmeng Ge" userId="bb5bc401-97cb-4caf-9857-8ff441375414" providerId="ADAL" clId="{057586E9-EDF7-4CE0-A6BD-E5A8C17908E8}" dt="2024-04-19T04:35:31.543" v="5280" actId="478"/>
          <ac:spMkLst>
            <pc:docMk/>
            <pc:sldMk cId="374660585" sldId="661"/>
            <ac:spMk id="3" creationId="{D578F9EF-FF48-981B-7E76-4C7809387BC4}"/>
          </ac:spMkLst>
        </pc:spChg>
        <pc:spChg chg="add mod">
          <ac:chgData name="Mengmeng Ge" userId="bb5bc401-97cb-4caf-9857-8ff441375414" providerId="ADAL" clId="{057586E9-EDF7-4CE0-A6BD-E5A8C17908E8}" dt="2024-04-19T04:35:56.207" v="5297" actId="1076"/>
          <ac:spMkLst>
            <pc:docMk/>
            <pc:sldMk cId="374660585" sldId="661"/>
            <ac:spMk id="5" creationId="{09EDED5D-8DBF-51CA-6077-2B7EA2185AB5}"/>
          </ac:spMkLst>
        </pc:spChg>
        <pc:spChg chg="add mod">
          <ac:chgData name="Mengmeng Ge" userId="bb5bc401-97cb-4caf-9857-8ff441375414" providerId="ADAL" clId="{057586E9-EDF7-4CE0-A6BD-E5A8C17908E8}" dt="2024-04-19T04:35:56.207" v="5297" actId="1076"/>
          <ac:spMkLst>
            <pc:docMk/>
            <pc:sldMk cId="374660585" sldId="661"/>
            <ac:spMk id="6" creationId="{3B2AFA94-2C06-6E12-AFE9-929C2A57C3DF}"/>
          </ac:spMkLst>
        </pc:spChg>
        <pc:spChg chg="add mod">
          <ac:chgData name="Mengmeng Ge" userId="bb5bc401-97cb-4caf-9857-8ff441375414" providerId="ADAL" clId="{057586E9-EDF7-4CE0-A6BD-E5A8C17908E8}" dt="2024-04-19T04:35:56.207" v="5297" actId="1076"/>
          <ac:spMkLst>
            <pc:docMk/>
            <pc:sldMk cId="374660585" sldId="661"/>
            <ac:spMk id="7" creationId="{E149D0A4-4D95-A4CC-1A01-7254C8C98844}"/>
          </ac:spMkLst>
        </pc:spChg>
        <pc:spChg chg="add mod">
          <ac:chgData name="Mengmeng Ge" userId="bb5bc401-97cb-4caf-9857-8ff441375414" providerId="ADAL" clId="{057586E9-EDF7-4CE0-A6BD-E5A8C17908E8}" dt="2024-04-19T04:35:56.207" v="5297" actId="1076"/>
          <ac:spMkLst>
            <pc:docMk/>
            <pc:sldMk cId="374660585" sldId="661"/>
            <ac:spMk id="8" creationId="{DB12A206-C466-6EDE-0C58-2A50842D94DE}"/>
          </ac:spMkLst>
        </pc:spChg>
        <pc:spChg chg="add mod">
          <ac:chgData name="Mengmeng Ge" userId="bb5bc401-97cb-4caf-9857-8ff441375414" providerId="ADAL" clId="{057586E9-EDF7-4CE0-A6BD-E5A8C17908E8}" dt="2024-04-19T04:35:56.207" v="5297" actId="1076"/>
          <ac:spMkLst>
            <pc:docMk/>
            <pc:sldMk cId="374660585" sldId="661"/>
            <ac:spMk id="9" creationId="{C4E838A3-6123-ECB2-993F-5BF31616BBFD}"/>
          </ac:spMkLst>
        </pc:spChg>
        <pc:spChg chg="add mod">
          <ac:chgData name="Mengmeng Ge" userId="bb5bc401-97cb-4caf-9857-8ff441375414" providerId="ADAL" clId="{057586E9-EDF7-4CE0-A6BD-E5A8C17908E8}" dt="2024-04-19T04:35:56.207" v="5297" actId="1076"/>
          <ac:spMkLst>
            <pc:docMk/>
            <pc:sldMk cId="374660585" sldId="661"/>
            <ac:spMk id="10" creationId="{251CA0F5-B9B2-0311-3928-B65C5167A617}"/>
          </ac:spMkLst>
        </pc:spChg>
        <pc:spChg chg="add mod">
          <ac:chgData name="Mengmeng Ge" userId="bb5bc401-97cb-4caf-9857-8ff441375414" providerId="ADAL" clId="{057586E9-EDF7-4CE0-A6BD-E5A8C17908E8}" dt="2024-04-19T04:35:56.207" v="5297" actId="1076"/>
          <ac:spMkLst>
            <pc:docMk/>
            <pc:sldMk cId="374660585" sldId="661"/>
            <ac:spMk id="11" creationId="{073E9F21-1176-FAFC-301E-E8F4138DF5A1}"/>
          </ac:spMkLst>
        </pc:spChg>
        <pc:spChg chg="add mod">
          <ac:chgData name="Mengmeng Ge" userId="bb5bc401-97cb-4caf-9857-8ff441375414" providerId="ADAL" clId="{057586E9-EDF7-4CE0-A6BD-E5A8C17908E8}" dt="2024-04-19T04:35:56.207" v="5297" actId="1076"/>
          <ac:spMkLst>
            <pc:docMk/>
            <pc:sldMk cId="374660585" sldId="661"/>
            <ac:spMk id="12" creationId="{82C6F7D3-C15A-5F5F-D23F-FFC2E0C037A1}"/>
          </ac:spMkLst>
        </pc:spChg>
        <pc:spChg chg="add mod">
          <ac:chgData name="Mengmeng Ge" userId="bb5bc401-97cb-4caf-9857-8ff441375414" providerId="ADAL" clId="{057586E9-EDF7-4CE0-A6BD-E5A8C17908E8}" dt="2024-04-19T04:35:56.207" v="5297" actId="1076"/>
          <ac:spMkLst>
            <pc:docMk/>
            <pc:sldMk cId="374660585" sldId="661"/>
            <ac:spMk id="13" creationId="{67E0CABC-6B84-2BC2-AFBF-A6C58EA9A1A1}"/>
          </ac:spMkLst>
        </pc:spChg>
        <pc:spChg chg="add mod">
          <ac:chgData name="Mengmeng Ge" userId="bb5bc401-97cb-4caf-9857-8ff441375414" providerId="ADAL" clId="{057586E9-EDF7-4CE0-A6BD-E5A8C17908E8}" dt="2024-04-19T04:35:56.207" v="5297" actId="1076"/>
          <ac:spMkLst>
            <pc:docMk/>
            <pc:sldMk cId="374660585" sldId="661"/>
            <ac:spMk id="14" creationId="{6E0985FB-B976-6BCC-FE49-341D0E91E6C3}"/>
          </ac:spMkLst>
        </pc:spChg>
        <pc:spChg chg="add mod">
          <ac:chgData name="Mengmeng Ge" userId="bb5bc401-97cb-4caf-9857-8ff441375414" providerId="ADAL" clId="{057586E9-EDF7-4CE0-A6BD-E5A8C17908E8}" dt="2024-04-19T04:35:56.207" v="5297" actId="1076"/>
          <ac:spMkLst>
            <pc:docMk/>
            <pc:sldMk cId="374660585" sldId="661"/>
            <ac:spMk id="15" creationId="{74BB9D18-D92E-5239-B374-40996F203F85}"/>
          </ac:spMkLst>
        </pc:spChg>
        <pc:spChg chg="add mod">
          <ac:chgData name="Mengmeng Ge" userId="bb5bc401-97cb-4caf-9857-8ff441375414" providerId="ADAL" clId="{057586E9-EDF7-4CE0-A6BD-E5A8C17908E8}" dt="2024-04-19T04:35:56.207" v="5297" actId="1076"/>
          <ac:spMkLst>
            <pc:docMk/>
            <pc:sldMk cId="374660585" sldId="661"/>
            <ac:spMk id="16" creationId="{F4BAB021-157A-7C1C-1AAB-A774093B9656}"/>
          </ac:spMkLst>
        </pc:spChg>
        <pc:spChg chg="add mod">
          <ac:chgData name="Mengmeng Ge" userId="bb5bc401-97cb-4caf-9857-8ff441375414" providerId="ADAL" clId="{057586E9-EDF7-4CE0-A6BD-E5A8C17908E8}" dt="2024-04-19T04:35:56.207" v="5297" actId="1076"/>
          <ac:spMkLst>
            <pc:docMk/>
            <pc:sldMk cId="374660585" sldId="661"/>
            <ac:spMk id="17" creationId="{0AA43419-51E2-F5EC-2B93-9359736ADF2C}"/>
          </ac:spMkLst>
        </pc:spChg>
        <pc:spChg chg="add mod">
          <ac:chgData name="Mengmeng Ge" userId="bb5bc401-97cb-4caf-9857-8ff441375414" providerId="ADAL" clId="{057586E9-EDF7-4CE0-A6BD-E5A8C17908E8}" dt="2024-04-19T04:35:56.207" v="5297" actId="1076"/>
          <ac:spMkLst>
            <pc:docMk/>
            <pc:sldMk cId="374660585" sldId="661"/>
            <ac:spMk id="18" creationId="{CA777BA0-EC92-45B7-10C4-D0DC594BCB20}"/>
          </ac:spMkLst>
        </pc:spChg>
        <pc:spChg chg="add mod">
          <ac:chgData name="Mengmeng Ge" userId="bb5bc401-97cb-4caf-9857-8ff441375414" providerId="ADAL" clId="{057586E9-EDF7-4CE0-A6BD-E5A8C17908E8}" dt="2024-04-19T04:35:56.207" v="5297" actId="1076"/>
          <ac:spMkLst>
            <pc:docMk/>
            <pc:sldMk cId="374660585" sldId="661"/>
            <ac:spMk id="19" creationId="{E1F91EE3-9A28-2B93-6466-4EB8B0E6FF55}"/>
          </ac:spMkLst>
        </pc:spChg>
        <pc:spChg chg="add mod">
          <ac:chgData name="Mengmeng Ge" userId="bb5bc401-97cb-4caf-9857-8ff441375414" providerId="ADAL" clId="{057586E9-EDF7-4CE0-A6BD-E5A8C17908E8}" dt="2024-04-19T04:35:56.207" v="5297" actId="1076"/>
          <ac:spMkLst>
            <pc:docMk/>
            <pc:sldMk cId="374660585" sldId="661"/>
            <ac:spMk id="20" creationId="{849D0143-AB05-C5CD-F089-46BE8A5B58E1}"/>
          </ac:spMkLst>
        </pc:spChg>
        <pc:spChg chg="add mod">
          <ac:chgData name="Mengmeng Ge" userId="bb5bc401-97cb-4caf-9857-8ff441375414" providerId="ADAL" clId="{057586E9-EDF7-4CE0-A6BD-E5A8C17908E8}" dt="2024-04-19T04:35:56.207" v="5297" actId="1076"/>
          <ac:spMkLst>
            <pc:docMk/>
            <pc:sldMk cId="374660585" sldId="661"/>
            <ac:spMk id="21" creationId="{0874F689-E3A4-F9CC-D89D-2DC35B7CE46F}"/>
          </ac:spMkLst>
        </pc:spChg>
        <pc:spChg chg="add mod">
          <ac:chgData name="Mengmeng Ge" userId="bb5bc401-97cb-4caf-9857-8ff441375414" providerId="ADAL" clId="{057586E9-EDF7-4CE0-A6BD-E5A8C17908E8}" dt="2024-04-19T04:35:56.207" v="5297" actId="1076"/>
          <ac:spMkLst>
            <pc:docMk/>
            <pc:sldMk cId="374660585" sldId="661"/>
            <ac:spMk id="22" creationId="{70B4A2EF-B9EE-5901-9311-C0A594C15031}"/>
          </ac:spMkLst>
        </pc:spChg>
        <pc:spChg chg="add mod">
          <ac:chgData name="Mengmeng Ge" userId="bb5bc401-97cb-4caf-9857-8ff441375414" providerId="ADAL" clId="{057586E9-EDF7-4CE0-A6BD-E5A8C17908E8}" dt="2024-04-19T04:35:56.207" v="5297" actId="1076"/>
          <ac:spMkLst>
            <pc:docMk/>
            <pc:sldMk cId="374660585" sldId="661"/>
            <ac:spMk id="23" creationId="{65B75E97-FA9C-C098-0BB9-991923A77C0F}"/>
          </ac:spMkLst>
        </pc:spChg>
        <pc:spChg chg="add mod">
          <ac:chgData name="Mengmeng Ge" userId="bb5bc401-97cb-4caf-9857-8ff441375414" providerId="ADAL" clId="{057586E9-EDF7-4CE0-A6BD-E5A8C17908E8}" dt="2024-04-19T04:35:56.207" v="5297" actId="1076"/>
          <ac:spMkLst>
            <pc:docMk/>
            <pc:sldMk cId="374660585" sldId="661"/>
            <ac:spMk id="24" creationId="{F8488C03-CD0E-B00A-D106-3C2E259504D6}"/>
          </ac:spMkLst>
        </pc:spChg>
        <pc:spChg chg="add mod">
          <ac:chgData name="Mengmeng Ge" userId="bb5bc401-97cb-4caf-9857-8ff441375414" providerId="ADAL" clId="{057586E9-EDF7-4CE0-A6BD-E5A8C17908E8}" dt="2024-04-19T04:35:56.207" v="5297" actId="1076"/>
          <ac:spMkLst>
            <pc:docMk/>
            <pc:sldMk cId="374660585" sldId="661"/>
            <ac:spMk id="25" creationId="{4FD287A7-B133-694B-DCBD-178CA2B04B4A}"/>
          </ac:spMkLst>
        </pc:spChg>
        <pc:spChg chg="add mod">
          <ac:chgData name="Mengmeng Ge" userId="bb5bc401-97cb-4caf-9857-8ff441375414" providerId="ADAL" clId="{057586E9-EDF7-4CE0-A6BD-E5A8C17908E8}" dt="2024-04-19T04:35:56.207" v="5297" actId="1076"/>
          <ac:spMkLst>
            <pc:docMk/>
            <pc:sldMk cId="374660585" sldId="661"/>
            <ac:spMk id="26" creationId="{65EC910B-B224-88FB-6119-DA64BDC8FEC8}"/>
          </ac:spMkLst>
        </pc:spChg>
        <pc:grpChg chg="add mod">
          <ac:chgData name="Mengmeng Ge" userId="bb5bc401-97cb-4caf-9857-8ff441375414" providerId="ADAL" clId="{057586E9-EDF7-4CE0-A6BD-E5A8C17908E8}" dt="2024-04-19T04:35:56.207" v="5297" actId="1076"/>
          <ac:grpSpMkLst>
            <pc:docMk/>
            <pc:sldMk cId="374660585" sldId="661"/>
            <ac:grpSpMk id="33" creationId="{21EEF572-4700-4EFE-1B14-31B0DA84D2D1}"/>
          </ac:grpSpMkLst>
        </pc:grpChg>
        <pc:graphicFrameChg chg="add mod">
          <ac:chgData name="Mengmeng Ge" userId="bb5bc401-97cb-4caf-9857-8ff441375414" providerId="ADAL" clId="{057586E9-EDF7-4CE0-A6BD-E5A8C17908E8}" dt="2024-04-19T04:36:01.593" v="5299" actId="1035"/>
          <ac:graphicFrameMkLst>
            <pc:docMk/>
            <pc:sldMk cId="374660585" sldId="661"/>
            <ac:graphicFrameMk id="27" creationId="{459150F2-0458-28BF-DA37-4527569B54BA}"/>
          </ac:graphicFrameMkLst>
        </pc:graphicFrameChg>
        <pc:graphicFrameChg chg="add mod">
          <ac:chgData name="Mengmeng Ge" userId="bb5bc401-97cb-4caf-9857-8ff441375414" providerId="ADAL" clId="{057586E9-EDF7-4CE0-A6BD-E5A8C17908E8}" dt="2024-04-19T04:36:01.593" v="5299" actId="1035"/>
          <ac:graphicFrameMkLst>
            <pc:docMk/>
            <pc:sldMk cId="374660585" sldId="661"/>
            <ac:graphicFrameMk id="28" creationId="{7B4049B7-A949-6E88-E64B-518667ABC0B2}"/>
          </ac:graphicFrameMkLst>
        </pc:graphicFrameChg>
        <pc:graphicFrameChg chg="add mod">
          <ac:chgData name="Mengmeng Ge" userId="bb5bc401-97cb-4caf-9857-8ff441375414" providerId="ADAL" clId="{057586E9-EDF7-4CE0-A6BD-E5A8C17908E8}" dt="2024-04-19T04:36:01.593" v="5299" actId="1035"/>
          <ac:graphicFrameMkLst>
            <pc:docMk/>
            <pc:sldMk cId="374660585" sldId="661"/>
            <ac:graphicFrameMk id="29" creationId="{EC2C8257-2553-21E9-0679-E3A82F2D8EF2}"/>
          </ac:graphicFrameMkLst>
        </pc:graphicFrameChg>
        <pc:graphicFrameChg chg="add mod">
          <ac:chgData name="Mengmeng Ge" userId="bb5bc401-97cb-4caf-9857-8ff441375414" providerId="ADAL" clId="{057586E9-EDF7-4CE0-A6BD-E5A8C17908E8}" dt="2024-04-19T04:36:01.593" v="5299" actId="1035"/>
          <ac:graphicFrameMkLst>
            <pc:docMk/>
            <pc:sldMk cId="374660585" sldId="661"/>
            <ac:graphicFrameMk id="30" creationId="{BC14B58F-AE7A-198C-3AB0-74F17294291C}"/>
          </ac:graphicFrameMkLst>
        </pc:graphicFrameChg>
        <pc:graphicFrameChg chg="add mod">
          <ac:chgData name="Mengmeng Ge" userId="bb5bc401-97cb-4caf-9857-8ff441375414" providerId="ADAL" clId="{057586E9-EDF7-4CE0-A6BD-E5A8C17908E8}" dt="2024-04-19T04:36:01.593" v="5299" actId="1035"/>
          <ac:graphicFrameMkLst>
            <pc:docMk/>
            <pc:sldMk cId="374660585" sldId="661"/>
            <ac:graphicFrameMk id="31" creationId="{E08D6D90-538A-827D-0B05-1BA7648D3EBD}"/>
          </ac:graphicFrameMkLst>
        </pc:graphicFrameChg>
        <pc:graphicFrameChg chg="add mod">
          <ac:chgData name="Mengmeng Ge" userId="bb5bc401-97cb-4caf-9857-8ff441375414" providerId="ADAL" clId="{057586E9-EDF7-4CE0-A6BD-E5A8C17908E8}" dt="2024-04-19T04:36:01.593" v="5299" actId="1035"/>
          <ac:graphicFrameMkLst>
            <pc:docMk/>
            <pc:sldMk cId="374660585" sldId="661"/>
            <ac:graphicFrameMk id="32" creationId="{CFE6E9DA-33E6-1967-B297-4535A772A98D}"/>
          </ac:graphicFrameMkLst>
        </pc:graphicFrameChg>
      </pc:sldChg>
      <pc:sldChg chg="addSp delSp modSp new mod">
        <pc:chgData name="Mengmeng Ge" userId="bb5bc401-97cb-4caf-9857-8ff441375414" providerId="ADAL" clId="{057586E9-EDF7-4CE0-A6BD-E5A8C17908E8}" dt="2024-04-19T04:36:49.885" v="5314" actId="1035"/>
        <pc:sldMkLst>
          <pc:docMk/>
          <pc:sldMk cId="3947054357" sldId="662"/>
        </pc:sldMkLst>
        <pc:spChg chg="mod">
          <ac:chgData name="Mengmeng Ge" userId="bb5bc401-97cb-4caf-9857-8ff441375414" providerId="ADAL" clId="{057586E9-EDF7-4CE0-A6BD-E5A8C17908E8}" dt="2024-04-19T04:36:13.994" v="5309" actId="20577"/>
          <ac:spMkLst>
            <pc:docMk/>
            <pc:sldMk cId="3947054357" sldId="662"/>
            <ac:spMk id="2" creationId="{95509CCA-DF01-FC6D-D8AB-82DF830E0C2C}"/>
          </ac:spMkLst>
        </pc:spChg>
        <pc:spChg chg="del">
          <ac:chgData name="Mengmeng Ge" userId="bb5bc401-97cb-4caf-9857-8ff441375414" providerId="ADAL" clId="{057586E9-EDF7-4CE0-A6BD-E5A8C17908E8}" dt="2024-04-19T04:36:40.964" v="5310" actId="478"/>
          <ac:spMkLst>
            <pc:docMk/>
            <pc:sldMk cId="3947054357" sldId="662"/>
            <ac:spMk id="3" creationId="{F0055981-2379-EEE2-86E8-E8EB7566C73E}"/>
          </ac:spMkLst>
        </pc:spChg>
        <pc:spChg chg="mod">
          <ac:chgData name="Mengmeng Ge" userId="bb5bc401-97cb-4caf-9857-8ff441375414" providerId="ADAL" clId="{057586E9-EDF7-4CE0-A6BD-E5A8C17908E8}" dt="2024-04-19T04:36:46.278" v="5312"/>
          <ac:spMkLst>
            <pc:docMk/>
            <pc:sldMk cId="3947054357" sldId="662"/>
            <ac:spMk id="12" creationId="{2C8463D3-03A1-671A-06BD-7F7377D123F4}"/>
          </ac:spMkLst>
        </pc:spChg>
        <pc:spChg chg="mod">
          <ac:chgData name="Mengmeng Ge" userId="bb5bc401-97cb-4caf-9857-8ff441375414" providerId="ADAL" clId="{057586E9-EDF7-4CE0-A6BD-E5A8C17908E8}" dt="2024-04-19T04:36:46.278" v="5312"/>
          <ac:spMkLst>
            <pc:docMk/>
            <pc:sldMk cId="3947054357" sldId="662"/>
            <ac:spMk id="13" creationId="{4F5CFEA3-6C62-C064-E418-436BD0ECD8E0}"/>
          </ac:spMkLst>
        </pc:spChg>
        <pc:spChg chg="mod">
          <ac:chgData name="Mengmeng Ge" userId="bb5bc401-97cb-4caf-9857-8ff441375414" providerId="ADAL" clId="{057586E9-EDF7-4CE0-A6BD-E5A8C17908E8}" dt="2024-04-19T04:36:46.278" v="5312"/>
          <ac:spMkLst>
            <pc:docMk/>
            <pc:sldMk cId="3947054357" sldId="662"/>
            <ac:spMk id="14" creationId="{73CC6058-94B6-411B-04A5-375B0E48F3B0}"/>
          </ac:spMkLst>
        </pc:spChg>
        <pc:spChg chg="mod">
          <ac:chgData name="Mengmeng Ge" userId="bb5bc401-97cb-4caf-9857-8ff441375414" providerId="ADAL" clId="{057586E9-EDF7-4CE0-A6BD-E5A8C17908E8}" dt="2024-04-19T04:36:46.278" v="5312"/>
          <ac:spMkLst>
            <pc:docMk/>
            <pc:sldMk cId="3947054357" sldId="662"/>
            <ac:spMk id="15" creationId="{4883979A-8EFA-0FE0-56AB-6796340E8829}"/>
          </ac:spMkLst>
        </pc:spChg>
        <pc:spChg chg="mod">
          <ac:chgData name="Mengmeng Ge" userId="bb5bc401-97cb-4caf-9857-8ff441375414" providerId="ADAL" clId="{057586E9-EDF7-4CE0-A6BD-E5A8C17908E8}" dt="2024-04-19T04:36:46.278" v="5312"/>
          <ac:spMkLst>
            <pc:docMk/>
            <pc:sldMk cId="3947054357" sldId="662"/>
            <ac:spMk id="16" creationId="{7E5FC93B-B156-0C39-9E08-FD84C340AEDC}"/>
          </ac:spMkLst>
        </pc:spChg>
        <pc:spChg chg="mod">
          <ac:chgData name="Mengmeng Ge" userId="bb5bc401-97cb-4caf-9857-8ff441375414" providerId="ADAL" clId="{057586E9-EDF7-4CE0-A6BD-E5A8C17908E8}" dt="2024-04-19T04:36:46.278" v="5312"/>
          <ac:spMkLst>
            <pc:docMk/>
            <pc:sldMk cId="3947054357" sldId="662"/>
            <ac:spMk id="17" creationId="{250C533B-0481-CD41-BFFD-F6A758EBE495}"/>
          </ac:spMkLst>
        </pc:spChg>
        <pc:spChg chg="mod">
          <ac:chgData name="Mengmeng Ge" userId="bb5bc401-97cb-4caf-9857-8ff441375414" providerId="ADAL" clId="{057586E9-EDF7-4CE0-A6BD-E5A8C17908E8}" dt="2024-04-19T04:36:46.278" v="5312"/>
          <ac:spMkLst>
            <pc:docMk/>
            <pc:sldMk cId="3947054357" sldId="662"/>
            <ac:spMk id="18" creationId="{F9F973A4-B7F1-7CAF-5BB3-4BE3719AC126}"/>
          </ac:spMkLst>
        </pc:spChg>
        <pc:spChg chg="mod">
          <ac:chgData name="Mengmeng Ge" userId="bb5bc401-97cb-4caf-9857-8ff441375414" providerId="ADAL" clId="{057586E9-EDF7-4CE0-A6BD-E5A8C17908E8}" dt="2024-04-19T04:36:46.278" v="5312"/>
          <ac:spMkLst>
            <pc:docMk/>
            <pc:sldMk cId="3947054357" sldId="662"/>
            <ac:spMk id="19" creationId="{67546D07-8306-0E1F-FB0A-07D9CE5E9C05}"/>
          </ac:spMkLst>
        </pc:spChg>
        <pc:spChg chg="mod">
          <ac:chgData name="Mengmeng Ge" userId="bb5bc401-97cb-4caf-9857-8ff441375414" providerId="ADAL" clId="{057586E9-EDF7-4CE0-A6BD-E5A8C17908E8}" dt="2024-04-19T04:36:46.278" v="5312"/>
          <ac:spMkLst>
            <pc:docMk/>
            <pc:sldMk cId="3947054357" sldId="662"/>
            <ac:spMk id="20" creationId="{B91E743B-ABE5-BDEF-6617-C6252E8BEBD8}"/>
          </ac:spMkLst>
        </pc:spChg>
        <pc:spChg chg="mod">
          <ac:chgData name="Mengmeng Ge" userId="bb5bc401-97cb-4caf-9857-8ff441375414" providerId="ADAL" clId="{057586E9-EDF7-4CE0-A6BD-E5A8C17908E8}" dt="2024-04-19T04:36:46.278" v="5312"/>
          <ac:spMkLst>
            <pc:docMk/>
            <pc:sldMk cId="3947054357" sldId="662"/>
            <ac:spMk id="21" creationId="{C6B4664D-EDB4-7739-45A6-587B49E90BC5}"/>
          </ac:spMkLst>
        </pc:spChg>
        <pc:spChg chg="mod">
          <ac:chgData name="Mengmeng Ge" userId="bb5bc401-97cb-4caf-9857-8ff441375414" providerId="ADAL" clId="{057586E9-EDF7-4CE0-A6BD-E5A8C17908E8}" dt="2024-04-19T04:36:46.278" v="5312"/>
          <ac:spMkLst>
            <pc:docMk/>
            <pc:sldMk cId="3947054357" sldId="662"/>
            <ac:spMk id="22" creationId="{3A6A3055-FA88-5B35-0747-C9A2846501F8}"/>
          </ac:spMkLst>
        </pc:spChg>
        <pc:spChg chg="mod">
          <ac:chgData name="Mengmeng Ge" userId="bb5bc401-97cb-4caf-9857-8ff441375414" providerId="ADAL" clId="{057586E9-EDF7-4CE0-A6BD-E5A8C17908E8}" dt="2024-04-19T04:36:46.278" v="5312"/>
          <ac:spMkLst>
            <pc:docMk/>
            <pc:sldMk cId="3947054357" sldId="662"/>
            <ac:spMk id="23" creationId="{F92579FE-51FC-95BF-C1F3-16C989DA8C07}"/>
          </ac:spMkLst>
        </pc:spChg>
        <pc:spChg chg="mod">
          <ac:chgData name="Mengmeng Ge" userId="bb5bc401-97cb-4caf-9857-8ff441375414" providerId="ADAL" clId="{057586E9-EDF7-4CE0-A6BD-E5A8C17908E8}" dt="2024-04-19T04:36:46.278" v="5312"/>
          <ac:spMkLst>
            <pc:docMk/>
            <pc:sldMk cId="3947054357" sldId="662"/>
            <ac:spMk id="24" creationId="{355E1FED-554A-5A05-C81F-C65524A7D123}"/>
          </ac:spMkLst>
        </pc:spChg>
        <pc:spChg chg="mod">
          <ac:chgData name="Mengmeng Ge" userId="bb5bc401-97cb-4caf-9857-8ff441375414" providerId="ADAL" clId="{057586E9-EDF7-4CE0-A6BD-E5A8C17908E8}" dt="2024-04-19T04:36:46.278" v="5312"/>
          <ac:spMkLst>
            <pc:docMk/>
            <pc:sldMk cId="3947054357" sldId="662"/>
            <ac:spMk id="25" creationId="{3FB6079A-E419-75C1-1539-C2DFEAB13153}"/>
          </ac:spMkLst>
        </pc:spChg>
        <pc:spChg chg="mod">
          <ac:chgData name="Mengmeng Ge" userId="bb5bc401-97cb-4caf-9857-8ff441375414" providerId="ADAL" clId="{057586E9-EDF7-4CE0-A6BD-E5A8C17908E8}" dt="2024-04-19T04:36:46.278" v="5312"/>
          <ac:spMkLst>
            <pc:docMk/>
            <pc:sldMk cId="3947054357" sldId="662"/>
            <ac:spMk id="26" creationId="{E86CAAE9-CBA1-1E3F-0600-66BFBD34C535}"/>
          </ac:spMkLst>
        </pc:spChg>
        <pc:spChg chg="mod">
          <ac:chgData name="Mengmeng Ge" userId="bb5bc401-97cb-4caf-9857-8ff441375414" providerId="ADAL" clId="{057586E9-EDF7-4CE0-A6BD-E5A8C17908E8}" dt="2024-04-19T04:36:46.278" v="5312"/>
          <ac:spMkLst>
            <pc:docMk/>
            <pc:sldMk cId="3947054357" sldId="662"/>
            <ac:spMk id="27" creationId="{4C24BD3D-38F3-B29B-F8DD-081E51C3B3EA}"/>
          </ac:spMkLst>
        </pc:spChg>
        <pc:spChg chg="mod">
          <ac:chgData name="Mengmeng Ge" userId="bb5bc401-97cb-4caf-9857-8ff441375414" providerId="ADAL" clId="{057586E9-EDF7-4CE0-A6BD-E5A8C17908E8}" dt="2024-04-19T04:36:46.278" v="5312"/>
          <ac:spMkLst>
            <pc:docMk/>
            <pc:sldMk cId="3947054357" sldId="662"/>
            <ac:spMk id="28" creationId="{07E40B30-8C8B-F023-A998-59D7C518FE05}"/>
          </ac:spMkLst>
        </pc:spChg>
        <pc:spChg chg="mod">
          <ac:chgData name="Mengmeng Ge" userId="bb5bc401-97cb-4caf-9857-8ff441375414" providerId="ADAL" clId="{057586E9-EDF7-4CE0-A6BD-E5A8C17908E8}" dt="2024-04-19T04:36:46.278" v="5312"/>
          <ac:spMkLst>
            <pc:docMk/>
            <pc:sldMk cId="3947054357" sldId="662"/>
            <ac:spMk id="29" creationId="{DE53A67C-ABA1-716A-E4BC-DBECE7B7F346}"/>
          </ac:spMkLst>
        </pc:spChg>
        <pc:spChg chg="mod">
          <ac:chgData name="Mengmeng Ge" userId="bb5bc401-97cb-4caf-9857-8ff441375414" providerId="ADAL" clId="{057586E9-EDF7-4CE0-A6BD-E5A8C17908E8}" dt="2024-04-19T04:36:46.278" v="5312"/>
          <ac:spMkLst>
            <pc:docMk/>
            <pc:sldMk cId="3947054357" sldId="662"/>
            <ac:spMk id="30" creationId="{2B4B7196-B6EB-6D25-BAD8-B4CC65B8C4EA}"/>
          </ac:spMkLst>
        </pc:spChg>
        <pc:spChg chg="mod">
          <ac:chgData name="Mengmeng Ge" userId="bb5bc401-97cb-4caf-9857-8ff441375414" providerId="ADAL" clId="{057586E9-EDF7-4CE0-A6BD-E5A8C17908E8}" dt="2024-04-19T04:36:46.278" v="5312"/>
          <ac:spMkLst>
            <pc:docMk/>
            <pc:sldMk cId="3947054357" sldId="662"/>
            <ac:spMk id="31" creationId="{3BC4FAAF-66DE-2C30-C692-9D54B8FC02FF}"/>
          </ac:spMkLst>
        </pc:spChg>
        <pc:spChg chg="mod">
          <ac:chgData name="Mengmeng Ge" userId="bb5bc401-97cb-4caf-9857-8ff441375414" providerId="ADAL" clId="{057586E9-EDF7-4CE0-A6BD-E5A8C17908E8}" dt="2024-04-19T04:36:46.278" v="5312"/>
          <ac:spMkLst>
            <pc:docMk/>
            <pc:sldMk cId="3947054357" sldId="662"/>
            <ac:spMk id="32" creationId="{1AF7C2C5-665C-EED2-D3F6-32FC6545AFF1}"/>
          </ac:spMkLst>
        </pc:spChg>
        <pc:spChg chg="mod">
          <ac:chgData name="Mengmeng Ge" userId="bb5bc401-97cb-4caf-9857-8ff441375414" providerId="ADAL" clId="{057586E9-EDF7-4CE0-A6BD-E5A8C17908E8}" dt="2024-04-19T04:36:46.278" v="5312"/>
          <ac:spMkLst>
            <pc:docMk/>
            <pc:sldMk cId="3947054357" sldId="662"/>
            <ac:spMk id="33" creationId="{DDDAD0B5-AB2D-04F3-8F66-6C2134013AAA}"/>
          </ac:spMkLst>
        </pc:spChg>
        <pc:grpChg chg="add mod">
          <ac:chgData name="Mengmeng Ge" userId="bb5bc401-97cb-4caf-9857-8ff441375414" providerId="ADAL" clId="{057586E9-EDF7-4CE0-A6BD-E5A8C17908E8}" dt="2024-04-19T04:36:46.278" v="5312"/>
          <ac:grpSpMkLst>
            <pc:docMk/>
            <pc:sldMk cId="3947054357" sldId="662"/>
            <ac:grpSpMk id="11" creationId="{BC2F8C86-A1A3-95DF-4A8D-FC4CC5CBAAD3}"/>
          </ac:grpSpMkLst>
        </pc:grpChg>
        <pc:graphicFrameChg chg="add mod">
          <ac:chgData name="Mengmeng Ge" userId="bb5bc401-97cb-4caf-9857-8ff441375414" providerId="ADAL" clId="{057586E9-EDF7-4CE0-A6BD-E5A8C17908E8}" dt="2024-04-19T04:36:49.885" v="5314" actId="1035"/>
          <ac:graphicFrameMkLst>
            <pc:docMk/>
            <pc:sldMk cId="3947054357" sldId="662"/>
            <ac:graphicFrameMk id="5" creationId="{7EBA310E-AC63-84A7-290D-A6F48F1BDF31}"/>
          </ac:graphicFrameMkLst>
        </pc:graphicFrameChg>
        <pc:graphicFrameChg chg="add mod">
          <ac:chgData name="Mengmeng Ge" userId="bb5bc401-97cb-4caf-9857-8ff441375414" providerId="ADAL" clId="{057586E9-EDF7-4CE0-A6BD-E5A8C17908E8}" dt="2024-04-19T04:36:49.885" v="5314" actId="1035"/>
          <ac:graphicFrameMkLst>
            <pc:docMk/>
            <pc:sldMk cId="3947054357" sldId="662"/>
            <ac:graphicFrameMk id="6" creationId="{1B704979-9116-57EE-4757-92E5F77C3755}"/>
          </ac:graphicFrameMkLst>
        </pc:graphicFrameChg>
        <pc:graphicFrameChg chg="add mod">
          <ac:chgData name="Mengmeng Ge" userId="bb5bc401-97cb-4caf-9857-8ff441375414" providerId="ADAL" clId="{057586E9-EDF7-4CE0-A6BD-E5A8C17908E8}" dt="2024-04-19T04:36:49.885" v="5314" actId="1035"/>
          <ac:graphicFrameMkLst>
            <pc:docMk/>
            <pc:sldMk cId="3947054357" sldId="662"/>
            <ac:graphicFrameMk id="7" creationId="{313B77CE-ECCF-87EA-C1B6-9456208ABC42}"/>
          </ac:graphicFrameMkLst>
        </pc:graphicFrameChg>
        <pc:graphicFrameChg chg="add mod">
          <ac:chgData name="Mengmeng Ge" userId="bb5bc401-97cb-4caf-9857-8ff441375414" providerId="ADAL" clId="{057586E9-EDF7-4CE0-A6BD-E5A8C17908E8}" dt="2024-04-19T04:36:49.885" v="5314" actId="1035"/>
          <ac:graphicFrameMkLst>
            <pc:docMk/>
            <pc:sldMk cId="3947054357" sldId="662"/>
            <ac:graphicFrameMk id="8" creationId="{4F0D4908-DC8B-3088-5FCF-64574E27FC03}"/>
          </ac:graphicFrameMkLst>
        </pc:graphicFrameChg>
        <pc:graphicFrameChg chg="add mod">
          <ac:chgData name="Mengmeng Ge" userId="bb5bc401-97cb-4caf-9857-8ff441375414" providerId="ADAL" clId="{057586E9-EDF7-4CE0-A6BD-E5A8C17908E8}" dt="2024-04-19T04:36:49.885" v="5314" actId="1035"/>
          <ac:graphicFrameMkLst>
            <pc:docMk/>
            <pc:sldMk cId="3947054357" sldId="662"/>
            <ac:graphicFrameMk id="9" creationId="{ADAB9AC3-F07F-B930-284B-1E50E7A5785A}"/>
          </ac:graphicFrameMkLst>
        </pc:graphicFrameChg>
        <pc:graphicFrameChg chg="add mod">
          <ac:chgData name="Mengmeng Ge" userId="bb5bc401-97cb-4caf-9857-8ff441375414" providerId="ADAL" clId="{057586E9-EDF7-4CE0-A6BD-E5A8C17908E8}" dt="2024-04-19T04:36:49.885" v="5314" actId="1035"/>
          <ac:graphicFrameMkLst>
            <pc:docMk/>
            <pc:sldMk cId="3947054357" sldId="662"/>
            <ac:graphicFrameMk id="10" creationId="{3E12F29E-B2A0-90FC-F33F-02E5A905CD7C}"/>
          </ac:graphicFrameMkLst>
        </pc:graphicFrameChg>
      </pc:sldChg>
      <pc:sldChg chg="addSp delSp modSp new mod">
        <pc:chgData name="Mengmeng Ge" userId="bb5bc401-97cb-4caf-9857-8ff441375414" providerId="ADAL" clId="{057586E9-EDF7-4CE0-A6BD-E5A8C17908E8}" dt="2024-04-19T04:38:22.077" v="5328" actId="1035"/>
        <pc:sldMkLst>
          <pc:docMk/>
          <pc:sldMk cId="3260384964" sldId="663"/>
        </pc:sldMkLst>
        <pc:spChg chg="mod">
          <ac:chgData name="Mengmeng Ge" userId="bb5bc401-97cb-4caf-9857-8ff441375414" providerId="ADAL" clId="{057586E9-EDF7-4CE0-A6BD-E5A8C17908E8}" dt="2024-04-19T04:37:09.814" v="5316"/>
          <ac:spMkLst>
            <pc:docMk/>
            <pc:sldMk cId="3260384964" sldId="663"/>
            <ac:spMk id="2" creationId="{24C363D8-4B41-CA30-AFB5-6E792B829751}"/>
          </ac:spMkLst>
        </pc:spChg>
        <pc:spChg chg="del">
          <ac:chgData name="Mengmeng Ge" userId="bb5bc401-97cb-4caf-9857-8ff441375414" providerId="ADAL" clId="{057586E9-EDF7-4CE0-A6BD-E5A8C17908E8}" dt="2024-04-19T04:37:24.071" v="5317" actId="478"/>
          <ac:spMkLst>
            <pc:docMk/>
            <pc:sldMk cId="3260384964" sldId="663"/>
            <ac:spMk id="3" creationId="{AE154B3D-B059-ADF1-6B41-D2CC02068C62}"/>
          </ac:spMkLst>
        </pc:spChg>
        <pc:spChg chg="mod">
          <ac:chgData name="Mengmeng Ge" userId="bb5bc401-97cb-4caf-9857-8ff441375414" providerId="ADAL" clId="{057586E9-EDF7-4CE0-A6BD-E5A8C17908E8}" dt="2024-04-19T04:37:42.850" v="5324"/>
          <ac:spMkLst>
            <pc:docMk/>
            <pc:sldMk cId="3260384964" sldId="663"/>
            <ac:spMk id="12" creationId="{01DF2B32-A31F-5C50-4DFF-157B7202B0CC}"/>
          </ac:spMkLst>
        </pc:spChg>
        <pc:spChg chg="mod">
          <ac:chgData name="Mengmeng Ge" userId="bb5bc401-97cb-4caf-9857-8ff441375414" providerId="ADAL" clId="{057586E9-EDF7-4CE0-A6BD-E5A8C17908E8}" dt="2024-04-19T04:37:42.850" v="5324"/>
          <ac:spMkLst>
            <pc:docMk/>
            <pc:sldMk cId="3260384964" sldId="663"/>
            <ac:spMk id="13" creationId="{F0376E14-DF55-9D4D-D8F0-3A20248AA69F}"/>
          </ac:spMkLst>
        </pc:spChg>
        <pc:spChg chg="mod">
          <ac:chgData name="Mengmeng Ge" userId="bb5bc401-97cb-4caf-9857-8ff441375414" providerId="ADAL" clId="{057586E9-EDF7-4CE0-A6BD-E5A8C17908E8}" dt="2024-04-19T04:37:42.850" v="5324"/>
          <ac:spMkLst>
            <pc:docMk/>
            <pc:sldMk cId="3260384964" sldId="663"/>
            <ac:spMk id="14" creationId="{94E4A34C-CACB-85A6-F27F-E719348A7D8B}"/>
          </ac:spMkLst>
        </pc:spChg>
        <pc:spChg chg="mod">
          <ac:chgData name="Mengmeng Ge" userId="bb5bc401-97cb-4caf-9857-8ff441375414" providerId="ADAL" clId="{057586E9-EDF7-4CE0-A6BD-E5A8C17908E8}" dt="2024-04-19T04:37:42.850" v="5324"/>
          <ac:spMkLst>
            <pc:docMk/>
            <pc:sldMk cId="3260384964" sldId="663"/>
            <ac:spMk id="15" creationId="{8D8562BC-11A1-9168-7C10-068C0797F52B}"/>
          </ac:spMkLst>
        </pc:spChg>
        <pc:spChg chg="mod">
          <ac:chgData name="Mengmeng Ge" userId="bb5bc401-97cb-4caf-9857-8ff441375414" providerId="ADAL" clId="{057586E9-EDF7-4CE0-A6BD-E5A8C17908E8}" dt="2024-04-19T04:37:42.850" v="5324"/>
          <ac:spMkLst>
            <pc:docMk/>
            <pc:sldMk cId="3260384964" sldId="663"/>
            <ac:spMk id="16" creationId="{BE274066-82C7-C9F1-8AC6-B3F3587BF8D5}"/>
          </ac:spMkLst>
        </pc:spChg>
        <pc:spChg chg="mod">
          <ac:chgData name="Mengmeng Ge" userId="bb5bc401-97cb-4caf-9857-8ff441375414" providerId="ADAL" clId="{057586E9-EDF7-4CE0-A6BD-E5A8C17908E8}" dt="2024-04-19T04:37:42.850" v="5324"/>
          <ac:spMkLst>
            <pc:docMk/>
            <pc:sldMk cId="3260384964" sldId="663"/>
            <ac:spMk id="17" creationId="{276D1FEE-3C75-C924-18C4-701AD98150E9}"/>
          </ac:spMkLst>
        </pc:spChg>
        <pc:spChg chg="mod">
          <ac:chgData name="Mengmeng Ge" userId="bb5bc401-97cb-4caf-9857-8ff441375414" providerId="ADAL" clId="{057586E9-EDF7-4CE0-A6BD-E5A8C17908E8}" dt="2024-04-19T04:37:42.850" v="5324"/>
          <ac:spMkLst>
            <pc:docMk/>
            <pc:sldMk cId="3260384964" sldId="663"/>
            <ac:spMk id="18" creationId="{813829CB-D5DD-CF63-5E83-A785F4B05DE7}"/>
          </ac:spMkLst>
        </pc:spChg>
        <pc:spChg chg="mod">
          <ac:chgData name="Mengmeng Ge" userId="bb5bc401-97cb-4caf-9857-8ff441375414" providerId="ADAL" clId="{057586E9-EDF7-4CE0-A6BD-E5A8C17908E8}" dt="2024-04-19T04:37:42.850" v="5324"/>
          <ac:spMkLst>
            <pc:docMk/>
            <pc:sldMk cId="3260384964" sldId="663"/>
            <ac:spMk id="19" creationId="{2AADBBD7-ABF5-80BA-8239-488BCFC8343B}"/>
          </ac:spMkLst>
        </pc:spChg>
        <pc:spChg chg="mod">
          <ac:chgData name="Mengmeng Ge" userId="bb5bc401-97cb-4caf-9857-8ff441375414" providerId="ADAL" clId="{057586E9-EDF7-4CE0-A6BD-E5A8C17908E8}" dt="2024-04-19T04:37:42.850" v="5324"/>
          <ac:spMkLst>
            <pc:docMk/>
            <pc:sldMk cId="3260384964" sldId="663"/>
            <ac:spMk id="20" creationId="{642F6260-39C3-9BE8-F807-7C56AC9262C6}"/>
          </ac:spMkLst>
        </pc:spChg>
        <pc:spChg chg="mod">
          <ac:chgData name="Mengmeng Ge" userId="bb5bc401-97cb-4caf-9857-8ff441375414" providerId="ADAL" clId="{057586E9-EDF7-4CE0-A6BD-E5A8C17908E8}" dt="2024-04-19T04:37:42.850" v="5324"/>
          <ac:spMkLst>
            <pc:docMk/>
            <pc:sldMk cId="3260384964" sldId="663"/>
            <ac:spMk id="21" creationId="{46D73A22-E281-F8E3-7154-F51F0A2AC697}"/>
          </ac:spMkLst>
        </pc:spChg>
        <pc:spChg chg="mod">
          <ac:chgData name="Mengmeng Ge" userId="bb5bc401-97cb-4caf-9857-8ff441375414" providerId="ADAL" clId="{057586E9-EDF7-4CE0-A6BD-E5A8C17908E8}" dt="2024-04-19T04:37:42.850" v="5324"/>
          <ac:spMkLst>
            <pc:docMk/>
            <pc:sldMk cId="3260384964" sldId="663"/>
            <ac:spMk id="22" creationId="{535A1F61-A74C-98A3-8AC5-102921EF541F}"/>
          </ac:spMkLst>
        </pc:spChg>
        <pc:spChg chg="mod">
          <ac:chgData name="Mengmeng Ge" userId="bb5bc401-97cb-4caf-9857-8ff441375414" providerId="ADAL" clId="{057586E9-EDF7-4CE0-A6BD-E5A8C17908E8}" dt="2024-04-19T04:37:42.850" v="5324"/>
          <ac:spMkLst>
            <pc:docMk/>
            <pc:sldMk cId="3260384964" sldId="663"/>
            <ac:spMk id="23" creationId="{65D03379-C39A-9316-8BC7-645A84474842}"/>
          </ac:spMkLst>
        </pc:spChg>
        <pc:spChg chg="mod">
          <ac:chgData name="Mengmeng Ge" userId="bb5bc401-97cb-4caf-9857-8ff441375414" providerId="ADAL" clId="{057586E9-EDF7-4CE0-A6BD-E5A8C17908E8}" dt="2024-04-19T04:37:42.850" v="5324"/>
          <ac:spMkLst>
            <pc:docMk/>
            <pc:sldMk cId="3260384964" sldId="663"/>
            <ac:spMk id="24" creationId="{1131E31C-B83A-AD1C-1E89-05587E37AD29}"/>
          </ac:spMkLst>
        </pc:spChg>
        <pc:spChg chg="mod">
          <ac:chgData name="Mengmeng Ge" userId="bb5bc401-97cb-4caf-9857-8ff441375414" providerId="ADAL" clId="{057586E9-EDF7-4CE0-A6BD-E5A8C17908E8}" dt="2024-04-19T04:37:42.850" v="5324"/>
          <ac:spMkLst>
            <pc:docMk/>
            <pc:sldMk cId="3260384964" sldId="663"/>
            <ac:spMk id="25" creationId="{D08E9FCF-8CE0-ABA2-D460-569711AFE8CE}"/>
          </ac:spMkLst>
        </pc:spChg>
        <pc:spChg chg="mod">
          <ac:chgData name="Mengmeng Ge" userId="bb5bc401-97cb-4caf-9857-8ff441375414" providerId="ADAL" clId="{057586E9-EDF7-4CE0-A6BD-E5A8C17908E8}" dt="2024-04-19T04:37:42.850" v="5324"/>
          <ac:spMkLst>
            <pc:docMk/>
            <pc:sldMk cId="3260384964" sldId="663"/>
            <ac:spMk id="26" creationId="{13D8D0DC-859B-BB76-B932-38BE09D4071A}"/>
          </ac:spMkLst>
        </pc:spChg>
        <pc:spChg chg="mod">
          <ac:chgData name="Mengmeng Ge" userId="bb5bc401-97cb-4caf-9857-8ff441375414" providerId="ADAL" clId="{057586E9-EDF7-4CE0-A6BD-E5A8C17908E8}" dt="2024-04-19T04:37:42.850" v="5324"/>
          <ac:spMkLst>
            <pc:docMk/>
            <pc:sldMk cId="3260384964" sldId="663"/>
            <ac:spMk id="27" creationId="{D0051A1C-0EEB-DE09-972E-5638870603F9}"/>
          </ac:spMkLst>
        </pc:spChg>
        <pc:spChg chg="mod">
          <ac:chgData name="Mengmeng Ge" userId="bb5bc401-97cb-4caf-9857-8ff441375414" providerId="ADAL" clId="{057586E9-EDF7-4CE0-A6BD-E5A8C17908E8}" dt="2024-04-19T04:37:42.850" v="5324"/>
          <ac:spMkLst>
            <pc:docMk/>
            <pc:sldMk cId="3260384964" sldId="663"/>
            <ac:spMk id="28" creationId="{FAFDAA8E-C80F-44E9-89FF-57AD3F58F690}"/>
          </ac:spMkLst>
        </pc:spChg>
        <pc:spChg chg="mod">
          <ac:chgData name="Mengmeng Ge" userId="bb5bc401-97cb-4caf-9857-8ff441375414" providerId="ADAL" clId="{057586E9-EDF7-4CE0-A6BD-E5A8C17908E8}" dt="2024-04-19T04:37:42.850" v="5324"/>
          <ac:spMkLst>
            <pc:docMk/>
            <pc:sldMk cId="3260384964" sldId="663"/>
            <ac:spMk id="29" creationId="{5A0DEA11-70E5-8BC6-E10D-33749832AF5F}"/>
          </ac:spMkLst>
        </pc:spChg>
        <pc:spChg chg="mod">
          <ac:chgData name="Mengmeng Ge" userId="bb5bc401-97cb-4caf-9857-8ff441375414" providerId="ADAL" clId="{057586E9-EDF7-4CE0-A6BD-E5A8C17908E8}" dt="2024-04-19T04:37:42.850" v="5324"/>
          <ac:spMkLst>
            <pc:docMk/>
            <pc:sldMk cId="3260384964" sldId="663"/>
            <ac:spMk id="30" creationId="{8EB95C23-8FCB-1E76-A97C-1E6E38F5286F}"/>
          </ac:spMkLst>
        </pc:spChg>
        <pc:spChg chg="mod">
          <ac:chgData name="Mengmeng Ge" userId="bb5bc401-97cb-4caf-9857-8ff441375414" providerId="ADAL" clId="{057586E9-EDF7-4CE0-A6BD-E5A8C17908E8}" dt="2024-04-19T04:37:42.850" v="5324"/>
          <ac:spMkLst>
            <pc:docMk/>
            <pc:sldMk cId="3260384964" sldId="663"/>
            <ac:spMk id="31" creationId="{5E4B9614-5DAE-DA4B-F3A0-049C56C3E700}"/>
          </ac:spMkLst>
        </pc:spChg>
        <pc:spChg chg="mod">
          <ac:chgData name="Mengmeng Ge" userId="bb5bc401-97cb-4caf-9857-8ff441375414" providerId="ADAL" clId="{057586E9-EDF7-4CE0-A6BD-E5A8C17908E8}" dt="2024-04-19T04:37:42.850" v="5324"/>
          <ac:spMkLst>
            <pc:docMk/>
            <pc:sldMk cId="3260384964" sldId="663"/>
            <ac:spMk id="32" creationId="{33B3EE47-6674-E04E-4CAF-364270650BBE}"/>
          </ac:spMkLst>
        </pc:spChg>
        <pc:spChg chg="mod">
          <ac:chgData name="Mengmeng Ge" userId="bb5bc401-97cb-4caf-9857-8ff441375414" providerId="ADAL" clId="{057586E9-EDF7-4CE0-A6BD-E5A8C17908E8}" dt="2024-04-19T04:37:42.850" v="5324"/>
          <ac:spMkLst>
            <pc:docMk/>
            <pc:sldMk cId="3260384964" sldId="663"/>
            <ac:spMk id="33" creationId="{9496B82F-55B2-994C-28FB-D0073886DE42}"/>
          </ac:spMkLst>
        </pc:spChg>
        <pc:grpChg chg="add mod">
          <ac:chgData name="Mengmeng Ge" userId="bb5bc401-97cb-4caf-9857-8ff441375414" providerId="ADAL" clId="{057586E9-EDF7-4CE0-A6BD-E5A8C17908E8}" dt="2024-04-19T04:37:42.850" v="5324"/>
          <ac:grpSpMkLst>
            <pc:docMk/>
            <pc:sldMk cId="3260384964" sldId="663"/>
            <ac:grpSpMk id="11" creationId="{53BB5DCF-3CFF-4A7F-8F4F-4795245A630C}"/>
          </ac:grpSpMkLst>
        </pc:grpChg>
        <pc:graphicFrameChg chg="add del mod">
          <ac:chgData name="Mengmeng Ge" userId="bb5bc401-97cb-4caf-9857-8ff441375414" providerId="ADAL" clId="{057586E9-EDF7-4CE0-A6BD-E5A8C17908E8}" dt="2024-04-19T04:38:18.414" v="5325" actId="478"/>
          <ac:graphicFrameMkLst>
            <pc:docMk/>
            <pc:sldMk cId="3260384964" sldId="663"/>
            <ac:graphicFrameMk id="5" creationId="{43B4CB13-745E-198D-D586-10742C55755E}"/>
          </ac:graphicFrameMkLst>
        </pc:graphicFrameChg>
        <pc:graphicFrameChg chg="add del mod">
          <ac:chgData name="Mengmeng Ge" userId="bb5bc401-97cb-4caf-9857-8ff441375414" providerId="ADAL" clId="{057586E9-EDF7-4CE0-A6BD-E5A8C17908E8}" dt="2024-04-19T04:38:18.414" v="5325" actId="478"/>
          <ac:graphicFrameMkLst>
            <pc:docMk/>
            <pc:sldMk cId="3260384964" sldId="663"/>
            <ac:graphicFrameMk id="6" creationId="{1C1DAF47-B4CE-7887-14A1-AD18F4EF47A0}"/>
          </ac:graphicFrameMkLst>
        </pc:graphicFrameChg>
        <pc:graphicFrameChg chg="add del mod">
          <ac:chgData name="Mengmeng Ge" userId="bb5bc401-97cb-4caf-9857-8ff441375414" providerId="ADAL" clId="{057586E9-EDF7-4CE0-A6BD-E5A8C17908E8}" dt="2024-04-19T04:38:18.414" v="5325" actId="478"/>
          <ac:graphicFrameMkLst>
            <pc:docMk/>
            <pc:sldMk cId="3260384964" sldId="663"/>
            <ac:graphicFrameMk id="7" creationId="{1A923E28-33D2-B1EF-3D5C-E9C84957689A}"/>
          </ac:graphicFrameMkLst>
        </pc:graphicFrameChg>
        <pc:graphicFrameChg chg="add del mod">
          <ac:chgData name="Mengmeng Ge" userId="bb5bc401-97cb-4caf-9857-8ff441375414" providerId="ADAL" clId="{057586E9-EDF7-4CE0-A6BD-E5A8C17908E8}" dt="2024-04-19T04:38:18.414" v="5325" actId="478"/>
          <ac:graphicFrameMkLst>
            <pc:docMk/>
            <pc:sldMk cId="3260384964" sldId="663"/>
            <ac:graphicFrameMk id="8" creationId="{9E3F58A9-D68E-69B8-D911-3E8DBEDFF23A}"/>
          </ac:graphicFrameMkLst>
        </pc:graphicFrameChg>
        <pc:graphicFrameChg chg="add del mod">
          <ac:chgData name="Mengmeng Ge" userId="bb5bc401-97cb-4caf-9857-8ff441375414" providerId="ADAL" clId="{057586E9-EDF7-4CE0-A6BD-E5A8C17908E8}" dt="2024-04-19T04:38:18.414" v="5325" actId="478"/>
          <ac:graphicFrameMkLst>
            <pc:docMk/>
            <pc:sldMk cId="3260384964" sldId="663"/>
            <ac:graphicFrameMk id="9" creationId="{3EEF8524-B1B4-2309-8A5B-0A1B0CE4BA2B}"/>
          </ac:graphicFrameMkLst>
        </pc:graphicFrameChg>
        <pc:graphicFrameChg chg="add del mod">
          <ac:chgData name="Mengmeng Ge" userId="bb5bc401-97cb-4caf-9857-8ff441375414" providerId="ADAL" clId="{057586E9-EDF7-4CE0-A6BD-E5A8C17908E8}" dt="2024-04-19T04:38:18.414" v="5325" actId="478"/>
          <ac:graphicFrameMkLst>
            <pc:docMk/>
            <pc:sldMk cId="3260384964" sldId="663"/>
            <ac:graphicFrameMk id="10" creationId="{1C7531C1-1065-CEFC-0E68-203EFC95567E}"/>
          </ac:graphicFrameMkLst>
        </pc:graphicFrameChg>
        <pc:graphicFrameChg chg="add mod">
          <ac:chgData name="Mengmeng Ge" userId="bb5bc401-97cb-4caf-9857-8ff441375414" providerId="ADAL" clId="{057586E9-EDF7-4CE0-A6BD-E5A8C17908E8}" dt="2024-04-19T04:38:22.077" v="5328" actId="1035"/>
          <ac:graphicFrameMkLst>
            <pc:docMk/>
            <pc:sldMk cId="3260384964" sldId="663"/>
            <ac:graphicFrameMk id="34" creationId="{4318377A-1810-A91A-9A7E-493986744E24}"/>
          </ac:graphicFrameMkLst>
        </pc:graphicFrameChg>
        <pc:graphicFrameChg chg="add mod">
          <ac:chgData name="Mengmeng Ge" userId="bb5bc401-97cb-4caf-9857-8ff441375414" providerId="ADAL" clId="{057586E9-EDF7-4CE0-A6BD-E5A8C17908E8}" dt="2024-04-19T04:38:22.077" v="5328" actId="1035"/>
          <ac:graphicFrameMkLst>
            <pc:docMk/>
            <pc:sldMk cId="3260384964" sldId="663"/>
            <ac:graphicFrameMk id="35" creationId="{399C4801-864E-2237-C5D3-659096CFDFF3}"/>
          </ac:graphicFrameMkLst>
        </pc:graphicFrameChg>
        <pc:graphicFrameChg chg="add mod">
          <ac:chgData name="Mengmeng Ge" userId="bb5bc401-97cb-4caf-9857-8ff441375414" providerId="ADAL" clId="{057586E9-EDF7-4CE0-A6BD-E5A8C17908E8}" dt="2024-04-19T04:38:22.077" v="5328" actId="1035"/>
          <ac:graphicFrameMkLst>
            <pc:docMk/>
            <pc:sldMk cId="3260384964" sldId="663"/>
            <ac:graphicFrameMk id="36" creationId="{DD63E7D2-A55B-4BB4-C119-2D6DBD0D1666}"/>
          </ac:graphicFrameMkLst>
        </pc:graphicFrameChg>
        <pc:graphicFrameChg chg="add mod">
          <ac:chgData name="Mengmeng Ge" userId="bb5bc401-97cb-4caf-9857-8ff441375414" providerId="ADAL" clId="{057586E9-EDF7-4CE0-A6BD-E5A8C17908E8}" dt="2024-04-19T04:38:22.077" v="5328" actId="1035"/>
          <ac:graphicFrameMkLst>
            <pc:docMk/>
            <pc:sldMk cId="3260384964" sldId="663"/>
            <ac:graphicFrameMk id="37" creationId="{2607F069-3203-25A7-61FC-BADCB98B7F7E}"/>
          </ac:graphicFrameMkLst>
        </pc:graphicFrameChg>
        <pc:graphicFrameChg chg="add mod">
          <ac:chgData name="Mengmeng Ge" userId="bb5bc401-97cb-4caf-9857-8ff441375414" providerId="ADAL" clId="{057586E9-EDF7-4CE0-A6BD-E5A8C17908E8}" dt="2024-04-19T04:38:22.077" v="5328" actId="1035"/>
          <ac:graphicFrameMkLst>
            <pc:docMk/>
            <pc:sldMk cId="3260384964" sldId="663"/>
            <ac:graphicFrameMk id="38" creationId="{9437EF1F-F79C-4471-473D-5C9A2993E185}"/>
          </ac:graphicFrameMkLst>
        </pc:graphicFrameChg>
        <pc:graphicFrameChg chg="add mod">
          <ac:chgData name="Mengmeng Ge" userId="bb5bc401-97cb-4caf-9857-8ff441375414" providerId="ADAL" clId="{057586E9-EDF7-4CE0-A6BD-E5A8C17908E8}" dt="2024-04-19T04:38:22.077" v="5328" actId="1035"/>
          <ac:graphicFrameMkLst>
            <pc:docMk/>
            <pc:sldMk cId="3260384964" sldId="663"/>
            <ac:graphicFrameMk id="39" creationId="{FCE52481-A707-BE47-9265-F5C94EF26576}"/>
          </ac:graphicFrameMkLst>
        </pc:graphicFrameChg>
      </pc:sldChg>
      <pc:sldChg chg="addSp delSp modSp new mod delAnim modAnim">
        <pc:chgData name="Mengmeng Ge" userId="bb5bc401-97cb-4caf-9857-8ff441375414" providerId="ADAL" clId="{057586E9-EDF7-4CE0-A6BD-E5A8C17908E8}" dt="2024-04-19T05:09:54.458" v="5509" actId="20577"/>
        <pc:sldMkLst>
          <pc:docMk/>
          <pc:sldMk cId="4230311057" sldId="664"/>
        </pc:sldMkLst>
        <pc:spChg chg="mod">
          <ac:chgData name="Mengmeng Ge" userId="bb5bc401-97cb-4caf-9857-8ff441375414" providerId="ADAL" clId="{057586E9-EDF7-4CE0-A6BD-E5A8C17908E8}" dt="2024-04-19T04:38:44.471" v="5337"/>
          <ac:spMkLst>
            <pc:docMk/>
            <pc:sldMk cId="4230311057" sldId="664"/>
            <ac:spMk id="2" creationId="{E155EADC-E121-F3A7-4CE2-AC1FFD4EFFD9}"/>
          </ac:spMkLst>
        </pc:spChg>
        <pc:spChg chg="del">
          <ac:chgData name="Mengmeng Ge" userId="bb5bc401-97cb-4caf-9857-8ff441375414" providerId="ADAL" clId="{057586E9-EDF7-4CE0-A6BD-E5A8C17908E8}" dt="2024-04-19T05:01:48.429" v="5442" actId="478"/>
          <ac:spMkLst>
            <pc:docMk/>
            <pc:sldMk cId="4230311057" sldId="664"/>
            <ac:spMk id="3" creationId="{BD931EB6-ADEC-6B82-EFF0-F1052EA26143}"/>
          </ac:spMkLst>
        </pc:spChg>
        <pc:spChg chg="add mod">
          <ac:chgData name="Mengmeng Ge" userId="bb5bc401-97cb-4caf-9857-8ff441375414" providerId="ADAL" clId="{057586E9-EDF7-4CE0-A6BD-E5A8C17908E8}" dt="2024-04-19T05:04:00.683" v="5495" actId="1035"/>
          <ac:spMkLst>
            <pc:docMk/>
            <pc:sldMk cId="4230311057" sldId="664"/>
            <ac:spMk id="5" creationId="{BB0480DE-5EBA-75DA-F45B-6654BF095680}"/>
          </ac:spMkLst>
        </pc:spChg>
        <pc:spChg chg="add mod">
          <ac:chgData name="Mengmeng Ge" userId="bb5bc401-97cb-4caf-9857-8ff441375414" providerId="ADAL" clId="{057586E9-EDF7-4CE0-A6BD-E5A8C17908E8}" dt="2024-04-19T05:04:00.683" v="5495" actId="1035"/>
          <ac:spMkLst>
            <pc:docMk/>
            <pc:sldMk cId="4230311057" sldId="664"/>
            <ac:spMk id="6" creationId="{B66EAEE1-8711-F995-4D97-BB5B05AF8AC3}"/>
          </ac:spMkLst>
        </pc:spChg>
        <pc:spChg chg="add mod">
          <ac:chgData name="Mengmeng Ge" userId="bb5bc401-97cb-4caf-9857-8ff441375414" providerId="ADAL" clId="{057586E9-EDF7-4CE0-A6BD-E5A8C17908E8}" dt="2024-04-19T05:04:00.683" v="5495" actId="1035"/>
          <ac:spMkLst>
            <pc:docMk/>
            <pc:sldMk cId="4230311057" sldId="664"/>
            <ac:spMk id="7" creationId="{44C8E802-13F4-BEF6-CB68-DE97CC8A7FBE}"/>
          </ac:spMkLst>
        </pc:spChg>
        <pc:spChg chg="add mod">
          <ac:chgData name="Mengmeng Ge" userId="bb5bc401-97cb-4caf-9857-8ff441375414" providerId="ADAL" clId="{057586E9-EDF7-4CE0-A6BD-E5A8C17908E8}" dt="2024-04-19T05:04:00.683" v="5495" actId="1035"/>
          <ac:spMkLst>
            <pc:docMk/>
            <pc:sldMk cId="4230311057" sldId="664"/>
            <ac:spMk id="8" creationId="{7F0C7880-CE47-763E-3397-5535849B46F4}"/>
          </ac:spMkLst>
        </pc:spChg>
        <pc:spChg chg="add mod">
          <ac:chgData name="Mengmeng Ge" userId="bb5bc401-97cb-4caf-9857-8ff441375414" providerId="ADAL" clId="{057586E9-EDF7-4CE0-A6BD-E5A8C17908E8}" dt="2024-04-19T05:04:00.683" v="5495" actId="1035"/>
          <ac:spMkLst>
            <pc:docMk/>
            <pc:sldMk cId="4230311057" sldId="664"/>
            <ac:spMk id="9" creationId="{AE66F551-E962-C45F-A6C5-F6CE6C61F438}"/>
          </ac:spMkLst>
        </pc:spChg>
        <pc:spChg chg="add mod">
          <ac:chgData name="Mengmeng Ge" userId="bb5bc401-97cb-4caf-9857-8ff441375414" providerId="ADAL" clId="{057586E9-EDF7-4CE0-A6BD-E5A8C17908E8}" dt="2024-04-19T05:04:00.683" v="5495" actId="1035"/>
          <ac:spMkLst>
            <pc:docMk/>
            <pc:sldMk cId="4230311057" sldId="664"/>
            <ac:spMk id="10" creationId="{209028C0-E426-C9A2-CD78-77E90B3C5B68}"/>
          </ac:spMkLst>
        </pc:spChg>
        <pc:spChg chg="add mod">
          <ac:chgData name="Mengmeng Ge" userId="bb5bc401-97cb-4caf-9857-8ff441375414" providerId="ADAL" clId="{057586E9-EDF7-4CE0-A6BD-E5A8C17908E8}" dt="2024-04-19T05:04:00.683" v="5495" actId="1035"/>
          <ac:spMkLst>
            <pc:docMk/>
            <pc:sldMk cId="4230311057" sldId="664"/>
            <ac:spMk id="11" creationId="{3BB20A9B-B7F3-500A-4CE6-812FC38DBB8A}"/>
          </ac:spMkLst>
        </pc:spChg>
        <pc:spChg chg="add mod">
          <ac:chgData name="Mengmeng Ge" userId="bb5bc401-97cb-4caf-9857-8ff441375414" providerId="ADAL" clId="{057586E9-EDF7-4CE0-A6BD-E5A8C17908E8}" dt="2024-04-19T05:04:00.683" v="5495" actId="1035"/>
          <ac:spMkLst>
            <pc:docMk/>
            <pc:sldMk cId="4230311057" sldId="664"/>
            <ac:spMk id="12" creationId="{B582C093-95F5-2D40-2EBE-E6867051C1E2}"/>
          </ac:spMkLst>
        </pc:spChg>
        <pc:spChg chg="add mod">
          <ac:chgData name="Mengmeng Ge" userId="bb5bc401-97cb-4caf-9857-8ff441375414" providerId="ADAL" clId="{057586E9-EDF7-4CE0-A6BD-E5A8C17908E8}" dt="2024-04-19T05:04:00.683" v="5495" actId="1035"/>
          <ac:spMkLst>
            <pc:docMk/>
            <pc:sldMk cId="4230311057" sldId="664"/>
            <ac:spMk id="13" creationId="{2F751F79-1DB6-F6C1-B6E5-8435B1F12441}"/>
          </ac:spMkLst>
        </pc:spChg>
        <pc:spChg chg="mod">
          <ac:chgData name="Mengmeng Ge" userId="bb5bc401-97cb-4caf-9857-8ff441375414" providerId="ADAL" clId="{057586E9-EDF7-4CE0-A6BD-E5A8C17908E8}" dt="2024-04-19T05:04:00.683" v="5495" actId="1035"/>
          <ac:spMkLst>
            <pc:docMk/>
            <pc:sldMk cId="4230311057" sldId="664"/>
            <ac:spMk id="15" creationId="{745ADABC-EDD5-00B8-4AFC-B7914D10DFE4}"/>
          </ac:spMkLst>
        </pc:spChg>
        <pc:spChg chg="mod">
          <ac:chgData name="Mengmeng Ge" userId="bb5bc401-97cb-4caf-9857-8ff441375414" providerId="ADAL" clId="{057586E9-EDF7-4CE0-A6BD-E5A8C17908E8}" dt="2024-04-19T05:04:00.683" v="5495" actId="1035"/>
          <ac:spMkLst>
            <pc:docMk/>
            <pc:sldMk cId="4230311057" sldId="664"/>
            <ac:spMk id="16" creationId="{4DC1121E-880C-8C09-A417-85C5E89EF17C}"/>
          </ac:spMkLst>
        </pc:spChg>
        <pc:spChg chg="mod">
          <ac:chgData name="Mengmeng Ge" userId="bb5bc401-97cb-4caf-9857-8ff441375414" providerId="ADAL" clId="{057586E9-EDF7-4CE0-A6BD-E5A8C17908E8}" dt="2024-04-19T05:04:00.683" v="5495" actId="1035"/>
          <ac:spMkLst>
            <pc:docMk/>
            <pc:sldMk cId="4230311057" sldId="664"/>
            <ac:spMk id="18" creationId="{5A917CA8-D8BA-084F-4757-60FCC5F37661}"/>
          </ac:spMkLst>
        </pc:spChg>
        <pc:spChg chg="mod">
          <ac:chgData name="Mengmeng Ge" userId="bb5bc401-97cb-4caf-9857-8ff441375414" providerId="ADAL" clId="{057586E9-EDF7-4CE0-A6BD-E5A8C17908E8}" dt="2024-04-19T05:04:00.683" v="5495" actId="1035"/>
          <ac:spMkLst>
            <pc:docMk/>
            <pc:sldMk cId="4230311057" sldId="664"/>
            <ac:spMk id="19" creationId="{3D5BCF98-7E69-56A8-21C6-285ADD02414A}"/>
          </ac:spMkLst>
        </pc:spChg>
        <pc:spChg chg="mod">
          <ac:chgData name="Mengmeng Ge" userId="bb5bc401-97cb-4caf-9857-8ff441375414" providerId="ADAL" clId="{057586E9-EDF7-4CE0-A6BD-E5A8C17908E8}" dt="2024-04-19T05:04:00.683" v="5495" actId="1035"/>
          <ac:spMkLst>
            <pc:docMk/>
            <pc:sldMk cId="4230311057" sldId="664"/>
            <ac:spMk id="20" creationId="{F8B233B8-64E0-6BB0-C25F-69277BDFFF65}"/>
          </ac:spMkLst>
        </pc:spChg>
        <pc:spChg chg="mod">
          <ac:chgData name="Mengmeng Ge" userId="bb5bc401-97cb-4caf-9857-8ff441375414" providerId="ADAL" clId="{057586E9-EDF7-4CE0-A6BD-E5A8C17908E8}" dt="2024-04-19T05:04:00.683" v="5495" actId="1035"/>
          <ac:spMkLst>
            <pc:docMk/>
            <pc:sldMk cId="4230311057" sldId="664"/>
            <ac:spMk id="21" creationId="{BDDCCDF3-587B-827A-A497-FB75E083DAD7}"/>
          </ac:spMkLst>
        </pc:spChg>
        <pc:spChg chg="mod">
          <ac:chgData name="Mengmeng Ge" userId="bb5bc401-97cb-4caf-9857-8ff441375414" providerId="ADAL" clId="{057586E9-EDF7-4CE0-A6BD-E5A8C17908E8}" dt="2024-04-19T05:04:00.683" v="5495" actId="1035"/>
          <ac:spMkLst>
            <pc:docMk/>
            <pc:sldMk cId="4230311057" sldId="664"/>
            <ac:spMk id="22" creationId="{C8291A51-6D7D-578E-A9F5-6D54C0749675}"/>
          </ac:spMkLst>
        </pc:spChg>
        <pc:spChg chg="mod">
          <ac:chgData name="Mengmeng Ge" userId="bb5bc401-97cb-4caf-9857-8ff441375414" providerId="ADAL" clId="{057586E9-EDF7-4CE0-A6BD-E5A8C17908E8}" dt="2024-04-19T05:04:00.683" v="5495" actId="1035"/>
          <ac:spMkLst>
            <pc:docMk/>
            <pc:sldMk cId="4230311057" sldId="664"/>
            <ac:spMk id="24" creationId="{EB278BDC-E974-BEAF-9E2D-14541E6E7C31}"/>
          </ac:spMkLst>
        </pc:spChg>
        <pc:spChg chg="mod">
          <ac:chgData name="Mengmeng Ge" userId="bb5bc401-97cb-4caf-9857-8ff441375414" providerId="ADAL" clId="{057586E9-EDF7-4CE0-A6BD-E5A8C17908E8}" dt="2024-04-19T05:04:00.683" v="5495" actId="1035"/>
          <ac:spMkLst>
            <pc:docMk/>
            <pc:sldMk cId="4230311057" sldId="664"/>
            <ac:spMk id="25" creationId="{5E86E3C5-ED74-1768-C0EF-A9291707C389}"/>
          </ac:spMkLst>
        </pc:spChg>
        <pc:spChg chg="add mod">
          <ac:chgData name="Mengmeng Ge" userId="bb5bc401-97cb-4caf-9857-8ff441375414" providerId="ADAL" clId="{057586E9-EDF7-4CE0-A6BD-E5A8C17908E8}" dt="2024-04-19T05:04:00.683" v="5495" actId="1035"/>
          <ac:spMkLst>
            <pc:docMk/>
            <pc:sldMk cId="4230311057" sldId="664"/>
            <ac:spMk id="26" creationId="{B0D7564C-811F-4F87-38E7-9B74842A0238}"/>
          </ac:spMkLst>
        </pc:spChg>
        <pc:spChg chg="add mod">
          <ac:chgData name="Mengmeng Ge" userId="bb5bc401-97cb-4caf-9857-8ff441375414" providerId="ADAL" clId="{057586E9-EDF7-4CE0-A6BD-E5A8C17908E8}" dt="2024-04-19T05:04:00.683" v="5495" actId="1035"/>
          <ac:spMkLst>
            <pc:docMk/>
            <pc:sldMk cId="4230311057" sldId="664"/>
            <ac:spMk id="27" creationId="{C03DE7F7-C666-F1C1-095D-F23F28519350}"/>
          </ac:spMkLst>
        </pc:spChg>
        <pc:spChg chg="add mod">
          <ac:chgData name="Mengmeng Ge" userId="bb5bc401-97cb-4caf-9857-8ff441375414" providerId="ADAL" clId="{057586E9-EDF7-4CE0-A6BD-E5A8C17908E8}" dt="2024-04-19T05:04:00.683" v="5495" actId="1035"/>
          <ac:spMkLst>
            <pc:docMk/>
            <pc:sldMk cId="4230311057" sldId="664"/>
            <ac:spMk id="28" creationId="{76170349-E9B5-DD54-4AE0-30F3F3E2CCC0}"/>
          </ac:spMkLst>
        </pc:spChg>
        <pc:spChg chg="mod">
          <ac:chgData name="Mengmeng Ge" userId="bb5bc401-97cb-4caf-9857-8ff441375414" providerId="ADAL" clId="{057586E9-EDF7-4CE0-A6BD-E5A8C17908E8}" dt="2024-04-19T05:04:00.683" v="5495" actId="1035"/>
          <ac:spMkLst>
            <pc:docMk/>
            <pc:sldMk cId="4230311057" sldId="664"/>
            <ac:spMk id="30" creationId="{E858E661-F1B3-6D8C-7160-170A65AE2498}"/>
          </ac:spMkLst>
        </pc:spChg>
        <pc:spChg chg="mod">
          <ac:chgData name="Mengmeng Ge" userId="bb5bc401-97cb-4caf-9857-8ff441375414" providerId="ADAL" clId="{057586E9-EDF7-4CE0-A6BD-E5A8C17908E8}" dt="2024-04-19T05:04:00.683" v="5495" actId="1035"/>
          <ac:spMkLst>
            <pc:docMk/>
            <pc:sldMk cId="4230311057" sldId="664"/>
            <ac:spMk id="31" creationId="{05353019-905B-1FD6-582B-B956BEA5E304}"/>
          </ac:spMkLst>
        </pc:spChg>
        <pc:spChg chg="mod">
          <ac:chgData name="Mengmeng Ge" userId="bb5bc401-97cb-4caf-9857-8ff441375414" providerId="ADAL" clId="{057586E9-EDF7-4CE0-A6BD-E5A8C17908E8}" dt="2024-04-19T05:04:00.683" v="5495" actId="1035"/>
          <ac:spMkLst>
            <pc:docMk/>
            <pc:sldMk cId="4230311057" sldId="664"/>
            <ac:spMk id="32" creationId="{8AE84FB2-3583-88D4-4521-891C11FA02BD}"/>
          </ac:spMkLst>
        </pc:spChg>
        <pc:spChg chg="mod">
          <ac:chgData name="Mengmeng Ge" userId="bb5bc401-97cb-4caf-9857-8ff441375414" providerId="ADAL" clId="{057586E9-EDF7-4CE0-A6BD-E5A8C17908E8}" dt="2024-04-19T05:04:00.683" v="5495" actId="1035"/>
          <ac:spMkLst>
            <pc:docMk/>
            <pc:sldMk cId="4230311057" sldId="664"/>
            <ac:spMk id="33" creationId="{F0B06888-EBF9-8AB0-13B9-7AD65E864D33}"/>
          </ac:spMkLst>
        </pc:spChg>
        <pc:spChg chg="mod">
          <ac:chgData name="Mengmeng Ge" userId="bb5bc401-97cb-4caf-9857-8ff441375414" providerId="ADAL" clId="{057586E9-EDF7-4CE0-A6BD-E5A8C17908E8}" dt="2024-04-19T05:04:00.683" v="5495" actId="1035"/>
          <ac:spMkLst>
            <pc:docMk/>
            <pc:sldMk cId="4230311057" sldId="664"/>
            <ac:spMk id="34" creationId="{E7D54743-BB16-D85B-C249-7A1F1E3D6D0A}"/>
          </ac:spMkLst>
        </pc:spChg>
        <pc:spChg chg="mod">
          <ac:chgData name="Mengmeng Ge" userId="bb5bc401-97cb-4caf-9857-8ff441375414" providerId="ADAL" clId="{057586E9-EDF7-4CE0-A6BD-E5A8C17908E8}" dt="2024-04-19T05:04:00.683" v="5495" actId="1035"/>
          <ac:spMkLst>
            <pc:docMk/>
            <pc:sldMk cId="4230311057" sldId="664"/>
            <ac:spMk id="36" creationId="{B08021A1-9214-2D01-30FA-8B19D3827047}"/>
          </ac:spMkLst>
        </pc:spChg>
        <pc:spChg chg="mod">
          <ac:chgData name="Mengmeng Ge" userId="bb5bc401-97cb-4caf-9857-8ff441375414" providerId="ADAL" clId="{057586E9-EDF7-4CE0-A6BD-E5A8C17908E8}" dt="2024-04-19T05:04:00.683" v="5495" actId="1035"/>
          <ac:spMkLst>
            <pc:docMk/>
            <pc:sldMk cId="4230311057" sldId="664"/>
            <ac:spMk id="37" creationId="{D3C76EB7-05F1-6831-BB2A-5E8B51A7455F}"/>
          </ac:spMkLst>
        </pc:spChg>
        <pc:spChg chg="add mod">
          <ac:chgData name="Mengmeng Ge" userId="bb5bc401-97cb-4caf-9857-8ff441375414" providerId="ADAL" clId="{057586E9-EDF7-4CE0-A6BD-E5A8C17908E8}" dt="2024-04-19T05:04:00.683" v="5495" actId="1035"/>
          <ac:spMkLst>
            <pc:docMk/>
            <pc:sldMk cId="4230311057" sldId="664"/>
            <ac:spMk id="38" creationId="{F70FEA8C-CBD3-797C-0C04-90F6FA4917CC}"/>
          </ac:spMkLst>
        </pc:spChg>
        <pc:spChg chg="add mod">
          <ac:chgData name="Mengmeng Ge" userId="bb5bc401-97cb-4caf-9857-8ff441375414" providerId="ADAL" clId="{057586E9-EDF7-4CE0-A6BD-E5A8C17908E8}" dt="2024-04-19T05:04:00.683" v="5495" actId="1035"/>
          <ac:spMkLst>
            <pc:docMk/>
            <pc:sldMk cId="4230311057" sldId="664"/>
            <ac:spMk id="39" creationId="{0C50F58F-21FF-6991-88E9-3B9BBC62455B}"/>
          </ac:spMkLst>
        </pc:spChg>
        <pc:spChg chg="add mod">
          <ac:chgData name="Mengmeng Ge" userId="bb5bc401-97cb-4caf-9857-8ff441375414" providerId="ADAL" clId="{057586E9-EDF7-4CE0-A6BD-E5A8C17908E8}" dt="2024-04-19T05:01:58.783" v="5446"/>
          <ac:spMkLst>
            <pc:docMk/>
            <pc:sldMk cId="4230311057" sldId="664"/>
            <ac:spMk id="41" creationId="{650B877E-DFF6-F4CB-41FB-DD7465163912}"/>
          </ac:spMkLst>
        </pc:spChg>
        <pc:spChg chg="add mod">
          <ac:chgData name="Mengmeng Ge" userId="bb5bc401-97cb-4caf-9857-8ff441375414" providerId="ADAL" clId="{057586E9-EDF7-4CE0-A6BD-E5A8C17908E8}" dt="2024-04-19T05:01:58.783" v="5446"/>
          <ac:spMkLst>
            <pc:docMk/>
            <pc:sldMk cId="4230311057" sldId="664"/>
            <ac:spMk id="42" creationId="{E2E659EB-8A21-4BD0-117A-75FE88A16AEC}"/>
          </ac:spMkLst>
        </pc:spChg>
        <pc:spChg chg="add mod">
          <ac:chgData name="Mengmeng Ge" userId="bb5bc401-97cb-4caf-9857-8ff441375414" providerId="ADAL" clId="{057586E9-EDF7-4CE0-A6BD-E5A8C17908E8}" dt="2024-04-19T05:01:58.783" v="5446"/>
          <ac:spMkLst>
            <pc:docMk/>
            <pc:sldMk cId="4230311057" sldId="664"/>
            <ac:spMk id="43" creationId="{4714D18F-2298-42E7-2A3E-E089E71D2D42}"/>
          </ac:spMkLst>
        </pc:spChg>
        <pc:spChg chg="add mod">
          <ac:chgData name="Mengmeng Ge" userId="bb5bc401-97cb-4caf-9857-8ff441375414" providerId="ADAL" clId="{057586E9-EDF7-4CE0-A6BD-E5A8C17908E8}" dt="2024-04-19T05:01:58.783" v="5446"/>
          <ac:spMkLst>
            <pc:docMk/>
            <pc:sldMk cId="4230311057" sldId="664"/>
            <ac:spMk id="44" creationId="{EECB21C4-35DF-1462-1E38-5657B830482E}"/>
          </ac:spMkLst>
        </pc:spChg>
        <pc:spChg chg="add mod">
          <ac:chgData name="Mengmeng Ge" userId="bb5bc401-97cb-4caf-9857-8ff441375414" providerId="ADAL" clId="{057586E9-EDF7-4CE0-A6BD-E5A8C17908E8}" dt="2024-04-19T05:01:58.783" v="5446"/>
          <ac:spMkLst>
            <pc:docMk/>
            <pc:sldMk cId="4230311057" sldId="664"/>
            <ac:spMk id="45" creationId="{D9B09218-6509-2889-52FA-00A43AB0BEFF}"/>
          </ac:spMkLst>
        </pc:spChg>
        <pc:spChg chg="add mod">
          <ac:chgData name="Mengmeng Ge" userId="bb5bc401-97cb-4caf-9857-8ff441375414" providerId="ADAL" clId="{057586E9-EDF7-4CE0-A6BD-E5A8C17908E8}" dt="2024-04-19T05:01:58.783" v="5446"/>
          <ac:spMkLst>
            <pc:docMk/>
            <pc:sldMk cId="4230311057" sldId="664"/>
            <ac:spMk id="46" creationId="{DDA55150-B2F1-454B-C2FD-B197C6A973E2}"/>
          </ac:spMkLst>
        </pc:spChg>
        <pc:spChg chg="add mod">
          <ac:chgData name="Mengmeng Ge" userId="bb5bc401-97cb-4caf-9857-8ff441375414" providerId="ADAL" clId="{057586E9-EDF7-4CE0-A6BD-E5A8C17908E8}" dt="2024-04-19T05:01:58.783" v="5446"/>
          <ac:spMkLst>
            <pc:docMk/>
            <pc:sldMk cId="4230311057" sldId="664"/>
            <ac:spMk id="47" creationId="{1D9C932A-DA9E-6F0D-634F-72600E1A93D5}"/>
          </ac:spMkLst>
        </pc:spChg>
        <pc:spChg chg="add mod">
          <ac:chgData name="Mengmeng Ge" userId="bb5bc401-97cb-4caf-9857-8ff441375414" providerId="ADAL" clId="{057586E9-EDF7-4CE0-A6BD-E5A8C17908E8}" dt="2024-04-19T05:01:58.783" v="5446"/>
          <ac:spMkLst>
            <pc:docMk/>
            <pc:sldMk cId="4230311057" sldId="664"/>
            <ac:spMk id="48" creationId="{57AC8FD8-0B80-9397-2DDE-132F687AF439}"/>
          </ac:spMkLst>
        </pc:spChg>
        <pc:spChg chg="add mod">
          <ac:chgData name="Mengmeng Ge" userId="bb5bc401-97cb-4caf-9857-8ff441375414" providerId="ADAL" clId="{057586E9-EDF7-4CE0-A6BD-E5A8C17908E8}" dt="2024-04-19T05:01:58.783" v="5446"/>
          <ac:spMkLst>
            <pc:docMk/>
            <pc:sldMk cId="4230311057" sldId="664"/>
            <ac:spMk id="49" creationId="{9E64CE0E-4749-B180-EDE2-DA79E6EC972F}"/>
          </ac:spMkLst>
        </pc:spChg>
        <pc:spChg chg="mod">
          <ac:chgData name="Mengmeng Ge" userId="bb5bc401-97cb-4caf-9857-8ff441375414" providerId="ADAL" clId="{057586E9-EDF7-4CE0-A6BD-E5A8C17908E8}" dt="2024-04-19T05:01:58.783" v="5446"/>
          <ac:spMkLst>
            <pc:docMk/>
            <pc:sldMk cId="4230311057" sldId="664"/>
            <ac:spMk id="51" creationId="{1F28F5A0-16EE-B451-7A59-6D957C2C975B}"/>
          </ac:spMkLst>
        </pc:spChg>
        <pc:spChg chg="mod">
          <ac:chgData name="Mengmeng Ge" userId="bb5bc401-97cb-4caf-9857-8ff441375414" providerId="ADAL" clId="{057586E9-EDF7-4CE0-A6BD-E5A8C17908E8}" dt="2024-04-19T05:01:58.783" v="5446"/>
          <ac:spMkLst>
            <pc:docMk/>
            <pc:sldMk cId="4230311057" sldId="664"/>
            <ac:spMk id="52" creationId="{306C3B35-34DE-B44B-97D5-D4C713E1D060}"/>
          </ac:spMkLst>
        </pc:spChg>
        <pc:spChg chg="mod">
          <ac:chgData name="Mengmeng Ge" userId="bb5bc401-97cb-4caf-9857-8ff441375414" providerId="ADAL" clId="{057586E9-EDF7-4CE0-A6BD-E5A8C17908E8}" dt="2024-04-19T05:01:58.783" v="5446"/>
          <ac:spMkLst>
            <pc:docMk/>
            <pc:sldMk cId="4230311057" sldId="664"/>
            <ac:spMk id="54" creationId="{2AFB98FD-9DB1-53F5-8190-9E550862A9D9}"/>
          </ac:spMkLst>
        </pc:spChg>
        <pc:spChg chg="mod">
          <ac:chgData name="Mengmeng Ge" userId="bb5bc401-97cb-4caf-9857-8ff441375414" providerId="ADAL" clId="{057586E9-EDF7-4CE0-A6BD-E5A8C17908E8}" dt="2024-04-19T05:01:58.783" v="5446"/>
          <ac:spMkLst>
            <pc:docMk/>
            <pc:sldMk cId="4230311057" sldId="664"/>
            <ac:spMk id="55" creationId="{C998956D-410F-2AED-CE32-94F6A1F01BE1}"/>
          </ac:spMkLst>
        </pc:spChg>
        <pc:spChg chg="mod">
          <ac:chgData name="Mengmeng Ge" userId="bb5bc401-97cb-4caf-9857-8ff441375414" providerId="ADAL" clId="{057586E9-EDF7-4CE0-A6BD-E5A8C17908E8}" dt="2024-04-19T05:01:58.783" v="5446"/>
          <ac:spMkLst>
            <pc:docMk/>
            <pc:sldMk cId="4230311057" sldId="664"/>
            <ac:spMk id="56" creationId="{5F535D01-E1B8-563F-7565-5680B2B13AA4}"/>
          </ac:spMkLst>
        </pc:spChg>
        <pc:spChg chg="mod">
          <ac:chgData name="Mengmeng Ge" userId="bb5bc401-97cb-4caf-9857-8ff441375414" providerId="ADAL" clId="{057586E9-EDF7-4CE0-A6BD-E5A8C17908E8}" dt="2024-04-19T05:01:58.783" v="5446"/>
          <ac:spMkLst>
            <pc:docMk/>
            <pc:sldMk cId="4230311057" sldId="664"/>
            <ac:spMk id="57" creationId="{1322534D-1A33-39DD-6ED0-2BB3F6C9EB89}"/>
          </ac:spMkLst>
        </pc:spChg>
        <pc:spChg chg="mod">
          <ac:chgData name="Mengmeng Ge" userId="bb5bc401-97cb-4caf-9857-8ff441375414" providerId="ADAL" clId="{057586E9-EDF7-4CE0-A6BD-E5A8C17908E8}" dt="2024-04-19T05:01:58.783" v="5446"/>
          <ac:spMkLst>
            <pc:docMk/>
            <pc:sldMk cId="4230311057" sldId="664"/>
            <ac:spMk id="58" creationId="{34C19934-414D-7F20-E6D4-4A261EE3D803}"/>
          </ac:spMkLst>
        </pc:spChg>
        <pc:spChg chg="mod">
          <ac:chgData name="Mengmeng Ge" userId="bb5bc401-97cb-4caf-9857-8ff441375414" providerId="ADAL" clId="{057586E9-EDF7-4CE0-A6BD-E5A8C17908E8}" dt="2024-04-19T05:01:58.783" v="5446"/>
          <ac:spMkLst>
            <pc:docMk/>
            <pc:sldMk cId="4230311057" sldId="664"/>
            <ac:spMk id="60" creationId="{83895C04-751C-7365-CE9A-28FE017BFD2D}"/>
          </ac:spMkLst>
        </pc:spChg>
        <pc:spChg chg="mod">
          <ac:chgData name="Mengmeng Ge" userId="bb5bc401-97cb-4caf-9857-8ff441375414" providerId="ADAL" clId="{057586E9-EDF7-4CE0-A6BD-E5A8C17908E8}" dt="2024-04-19T05:01:58.783" v="5446"/>
          <ac:spMkLst>
            <pc:docMk/>
            <pc:sldMk cId="4230311057" sldId="664"/>
            <ac:spMk id="61" creationId="{1FAF0483-923B-FFD7-94B8-1FA973F8DE76}"/>
          </ac:spMkLst>
        </pc:spChg>
        <pc:spChg chg="add mod">
          <ac:chgData name="Mengmeng Ge" userId="bb5bc401-97cb-4caf-9857-8ff441375414" providerId="ADAL" clId="{057586E9-EDF7-4CE0-A6BD-E5A8C17908E8}" dt="2024-04-19T05:01:58.783" v="5446"/>
          <ac:spMkLst>
            <pc:docMk/>
            <pc:sldMk cId="4230311057" sldId="664"/>
            <ac:spMk id="62" creationId="{AA946162-B413-4E68-0DCF-E3795321A14B}"/>
          </ac:spMkLst>
        </pc:spChg>
        <pc:spChg chg="add mod">
          <ac:chgData name="Mengmeng Ge" userId="bb5bc401-97cb-4caf-9857-8ff441375414" providerId="ADAL" clId="{057586E9-EDF7-4CE0-A6BD-E5A8C17908E8}" dt="2024-04-19T05:01:58.783" v="5446"/>
          <ac:spMkLst>
            <pc:docMk/>
            <pc:sldMk cId="4230311057" sldId="664"/>
            <ac:spMk id="63" creationId="{F33AAC49-5C10-0821-903D-5166D0720105}"/>
          </ac:spMkLst>
        </pc:spChg>
        <pc:spChg chg="add mod">
          <ac:chgData name="Mengmeng Ge" userId="bb5bc401-97cb-4caf-9857-8ff441375414" providerId="ADAL" clId="{057586E9-EDF7-4CE0-A6BD-E5A8C17908E8}" dt="2024-04-19T05:01:58.783" v="5446"/>
          <ac:spMkLst>
            <pc:docMk/>
            <pc:sldMk cId="4230311057" sldId="664"/>
            <ac:spMk id="64" creationId="{04F15D8A-2191-CA4C-F8B7-853BF0913154}"/>
          </ac:spMkLst>
        </pc:spChg>
        <pc:spChg chg="mod">
          <ac:chgData name="Mengmeng Ge" userId="bb5bc401-97cb-4caf-9857-8ff441375414" providerId="ADAL" clId="{057586E9-EDF7-4CE0-A6BD-E5A8C17908E8}" dt="2024-04-19T05:01:58.783" v="5446"/>
          <ac:spMkLst>
            <pc:docMk/>
            <pc:sldMk cId="4230311057" sldId="664"/>
            <ac:spMk id="66" creationId="{29AB5330-D5A2-EE3E-39F7-CC85213ABC30}"/>
          </ac:spMkLst>
        </pc:spChg>
        <pc:spChg chg="mod">
          <ac:chgData name="Mengmeng Ge" userId="bb5bc401-97cb-4caf-9857-8ff441375414" providerId="ADAL" clId="{057586E9-EDF7-4CE0-A6BD-E5A8C17908E8}" dt="2024-04-19T05:01:58.783" v="5446"/>
          <ac:spMkLst>
            <pc:docMk/>
            <pc:sldMk cId="4230311057" sldId="664"/>
            <ac:spMk id="67" creationId="{F3F69D3A-53C2-DA44-B3D2-709F4F2C18A1}"/>
          </ac:spMkLst>
        </pc:spChg>
        <pc:spChg chg="mod">
          <ac:chgData name="Mengmeng Ge" userId="bb5bc401-97cb-4caf-9857-8ff441375414" providerId="ADAL" clId="{057586E9-EDF7-4CE0-A6BD-E5A8C17908E8}" dt="2024-04-19T05:01:58.783" v="5446"/>
          <ac:spMkLst>
            <pc:docMk/>
            <pc:sldMk cId="4230311057" sldId="664"/>
            <ac:spMk id="68" creationId="{C3ED7FC6-C484-07C5-C353-04A1CA6B8512}"/>
          </ac:spMkLst>
        </pc:spChg>
        <pc:spChg chg="mod">
          <ac:chgData name="Mengmeng Ge" userId="bb5bc401-97cb-4caf-9857-8ff441375414" providerId="ADAL" clId="{057586E9-EDF7-4CE0-A6BD-E5A8C17908E8}" dt="2024-04-19T05:01:58.783" v="5446"/>
          <ac:spMkLst>
            <pc:docMk/>
            <pc:sldMk cId="4230311057" sldId="664"/>
            <ac:spMk id="69" creationId="{58BE5B08-0B94-D480-546E-ED4E5CA9C2D5}"/>
          </ac:spMkLst>
        </pc:spChg>
        <pc:spChg chg="mod">
          <ac:chgData name="Mengmeng Ge" userId="bb5bc401-97cb-4caf-9857-8ff441375414" providerId="ADAL" clId="{057586E9-EDF7-4CE0-A6BD-E5A8C17908E8}" dt="2024-04-19T05:01:58.783" v="5446"/>
          <ac:spMkLst>
            <pc:docMk/>
            <pc:sldMk cId="4230311057" sldId="664"/>
            <ac:spMk id="70" creationId="{621D31C2-50AD-B715-6EC9-F15E0ADADA58}"/>
          </ac:spMkLst>
        </pc:spChg>
        <pc:spChg chg="mod">
          <ac:chgData name="Mengmeng Ge" userId="bb5bc401-97cb-4caf-9857-8ff441375414" providerId="ADAL" clId="{057586E9-EDF7-4CE0-A6BD-E5A8C17908E8}" dt="2024-04-19T05:01:58.783" v="5446"/>
          <ac:spMkLst>
            <pc:docMk/>
            <pc:sldMk cId="4230311057" sldId="664"/>
            <ac:spMk id="72" creationId="{8CEAD5FD-0549-5DF2-2A1B-B07DF77730A3}"/>
          </ac:spMkLst>
        </pc:spChg>
        <pc:spChg chg="mod">
          <ac:chgData name="Mengmeng Ge" userId="bb5bc401-97cb-4caf-9857-8ff441375414" providerId="ADAL" clId="{057586E9-EDF7-4CE0-A6BD-E5A8C17908E8}" dt="2024-04-19T05:01:58.783" v="5446"/>
          <ac:spMkLst>
            <pc:docMk/>
            <pc:sldMk cId="4230311057" sldId="664"/>
            <ac:spMk id="73" creationId="{61398B78-2CBD-AEE7-2399-6916120766FE}"/>
          </ac:spMkLst>
        </pc:spChg>
        <pc:spChg chg="add mod">
          <ac:chgData name="Mengmeng Ge" userId="bb5bc401-97cb-4caf-9857-8ff441375414" providerId="ADAL" clId="{057586E9-EDF7-4CE0-A6BD-E5A8C17908E8}" dt="2024-04-19T05:01:58.783" v="5446"/>
          <ac:spMkLst>
            <pc:docMk/>
            <pc:sldMk cId="4230311057" sldId="664"/>
            <ac:spMk id="74" creationId="{831175B3-3A5E-8E5E-6966-1F16CBB7B1F3}"/>
          </ac:spMkLst>
        </pc:spChg>
        <pc:spChg chg="add mod">
          <ac:chgData name="Mengmeng Ge" userId="bb5bc401-97cb-4caf-9857-8ff441375414" providerId="ADAL" clId="{057586E9-EDF7-4CE0-A6BD-E5A8C17908E8}" dt="2024-04-19T05:01:58.783" v="5446"/>
          <ac:spMkLst>
            <pc:docMk/>
            <pc:sldMk cId="4230311057" sldId="664"/>
            <ac:spMk id="75" creationId="{C6EF139F-BC8C-DCC7-7ECA-E90C0F8806B6}"/>
          </ac:spMkLst>
        </pc:spChg>
        <pc:spChg chg="add mod">
          <ac:chgData name="Mengmeng Ge" userId="bb5bc401-97cb-4caf-9857-8ff441375414" providerId="ADAL" clId="{057586E9-EDF7-4CE0-A6BD-E5A8C17908E8}" dt="2024-04-19T05:02:04.271" v="5448"/>
          <ac:spMkLst>
            <pc:docMk/>
            <pc:sldMk cId="4230311057" sldId="664"/>
            <ac:spMk id="76" creationId="{191D3C01-DF1B-F079-9911-80C6CDC935A8}"/>
          </ac:spMkLst>
        </pc:spChg>
        <pc:spChg chg="add mod">
          <ac:chgData name="Mengmeng Ge" userId="bb5bc401-97cb-4caf-9857-8ff441375414" providerId="ADAL" clId="{057586E9-EDF7-4CE0-A6BD-E5A8C17908E8}" dt="2024-04-19T05:03:58.772" v="5493" actId="1076"/>
          <ac:spMkLst>
            <pc:docMk/>
            <pc:sldMk cId="4230311057" sldId="664"/>
            <ac:spMk id="77" creationId="{A6DAC135-E5E6-8E3B-13E7-E1820B2060B2}"/>
          </ac:spMkLst>
        </pc:spChg>
        <pc:spChg chg="add mod">
          <ac:chgData name="Mengmeng Ge" userId="bb5bc401-97cb-4caf-9857-8ff441375414" providerId="ADAL" clId="{057586E9-EDF7-4CE0-A6BD-E5A8C17908E8}" dt="2024-04-19T05:02:47.341" v="5457" actId="113"/>
          <ac:spMkLst>
            <pc:docMk/>
            <pc:sldMk cId="4230311057" sldId="664"/>
            <ac:spMk id="78" creationId="{5B60E095-70F5-46CC-2634-CBEC186A9E6B}"/>
          </ac:spMkLst>
        </pc:spChg>
        <pc:spChg chg="add mod">
          <ac:chgData name="Mengmeng Ge" userId="bb5bc401-97cb-4caf-9857-8ff441375414" providerId="ADAL" clId="{057586E9-EDF7-4CE0-A6BD-E5A8C17908E8}" dt="2024-04-19T05:04:14.100" v="5496" actId="1076"/>
          <ac:spMkLst>
            <pc:docMk/>
            <pc:sldMk cId="4230311057" sldId="664"/>
            <ac:spMk id="79" creationId="{CF2B1511-621C-BAC5-E605-6211A52BCF86}"/>
          </ac:spMkLst>
        </pc:spChg>
        <pc:spChg chg="add mod">
          <ac:chgData name="Mengmeng Ge" userId="bb5bc401-97cb-4caf-9857-8ff441375414" providerId="ADAL" clId="{057586E9-EDF7-4CE0-A6BD-E5A8C17908E8}" dt="2024-04-19T05:02:47.341" v="5457" actId="113"/>
          <ac:spMkLst>
            <pc:docMk/>
            <pc:sldMk cId="4230311057" sldId="664"/>
            <ac:spMk id="80" creationId="{8E4A693B-6924-390F-D710-73EA043DD956}"/>
          </ac:spMkLst>
        </pc:spChg>
        <pc:spChg chg="add mod">
          <ac:chgData name="Mengmeng Ge" userId="bb5bc401-97cb-4caf-9857-8ff441375414" providerId="ADAL" clId="{057586E9-EDF7-4CE0-A6BD-E5A8C17908E8}" dt="2024-04-19T05:02:47.341" v="5457" actId="113"/>
          <ac:spMkLst>
            <pc:docMk/>
            <pc:sldMk cId="4230311057" sldId="664"/>
            <ac:spMk id="81" creationId="{36E37FE4-47D6-7D39-E760-88B55F54BB6B}"/>
          </ac:spMkLst>
        </pc:spChg>
        <pc:spChg chg="add mod">
          <ac:chgData name="Mengmeng Ge" userId="bb5bc401-97cb-4caf-9857-8ff441375414" providerId="ADAL" clId="{057586E9-EDF7-4CE0-A6BD-E5A8C17908E8}" dt="2024-04-19T05:04:58.245" v="5504" actId="1035"/>
          <ac:spMkLst>
            <pc:docMk/>
            <pc:sldMk cId="4230311057" sldId="664"/>
            <ac:spMk id="82" creationId="{5AA08A33-F55D-A5C0-DDDB-CFE18F66E72C}"/>
          </ac:spMkLst>
        </pc:spChg>
        <pc:spChg chg="add del mod">
          <ac:chgData name="Mengmeng Ge" userId="bb5bc401-97cb-4caf-9857-8ff441375414" providerId="ADAL" clId="{057586E9-EDF7-4CE0-A6BD-E5A8C17908E8}" dt="2024-04-19T05:04:46.116" v="5498" actId="478"/>
          <ac:spMkLst>
            <pc:docMk/>
            <pc:sldMk cId="4230311057" sldId="664"/>
            <ac:spMk id="83" creationId="{0E0478A5-7C10-B53F-2C95-790E2D5BF37E}"/>
          </ac:spMkLst>
        </pc:spChg>
        <pc:spChg chg="add mod">
          <ac:chgData name="Mengmeng Ge" userId="bb5bc401-97cb-4caf-9857-8ff441375414" providerId="ADAL" clId="{057586E9-EDF7-4CE0-A6BD-E5A8C17908E8}" dt="2024-04-19T05:04:58.245" v="5504" actId="1035"/>
          <ac:spMkLst>
            <pc:docMk/>
            <pc:sldMk cId="4230311057" sldId="664"/>
            <ac:spMk id="84" creationId="{5D7FA8AA-F9DE-238D-72CE-7D84B0E31B31}"/>
          </ac:spMkLst>
        </pc:spChg>
        <pc:spChg chg="add mod">
          <ac:chgData name="Mengmeng Ge" userId="bb5bc401-97cb-4caf-9857-8ff441375414" providerId="ADAL" clId="{057586E9-EDF7-4CE0-A6BD-E5A8C17908E8}" dt="2024-04-19T05:02:47.341" v="5457" actId="113"/>
          <ac:spMkLst>
            <pc:docMk/>
            <pc:sldMk cId="4230311057" sldId="664"/>
            <ac:spMk id="85" creationId="{107B72AB-2A83-05CD-6762-FAA24763CC39}"/>
          </ac:spMkLst>
        </pc:spChg>
        <pc:spChg chg="add mod">
          <ac:chgData name="Mengmeng Ge" userId="bb5bc401-97cb-4caf-9857-8ff441375414" providerId="ADAL" clId="{057586E9-EDF7-4CE0-A6BD-E5A8C17908E8}" dt="2024-04-19T05:02:47.341" v="5457" actId="113"/>
          <ac:spMkLst>
            <pc:docMk/>
            <pc:sldMk cId="4230311057" sldId="664"/>
            <ac:spMk id="86" creationId="{45A2DFE3-4CC8-E8D8-9439-132AFCCB188A}"/>
          </ac:spMkLst>
        </pc:spChg>
        <pc:spChg chg="mod">
          <ac:chgData name="Mengmeng Ge" userId="bb5bc401-97cb-4caf-9857-8ff441375414" providerId="ADAL" clId="{057586E9-EDF7-4CE0-A6BD-E5A8C17908E8}" dt="2024-04-19T05:04:46.513" v="5499"/>
          <ac:spMkLst>
            <pc:docMk/>
            <pc:sldMk cId="4230311057" sldId="664"/>
            <ac:spMk id="96" creationId="{476D44DE-EB8C-9D7D-2326-75DF6BD1A691}"/>
          </ac:spMkLst>
        </pc:spChg>
        <pc:spChg chg="mod">
          <ac:chgData name="Mengmeng Ge" userId="bb5bc401-97cb-4caf-9857-8ff441375414" providerId="ADAL" clId="{057586E9-EDF7-4CE0-A6BD-E5A8C17908E8}" dt="2024-04-19T05:04:46.513" v="5499"/>
          <ac:spMkLst>
            <pc:docMk/>
            <pc:sldMk cId="4230311057" sldId="664"/>
            <ac:spMk id="97" creationId="{386DDDB4-0622-223F-9CAA-5F8716987675}"/>
          </ac:spMkLst>
        </pc:spChg>
        <pc:grpChg chg="add mod">
          <ac:chgData name="Mengmeng Ge" userId="bb5bc401-97cb-4caf-9857-8ff441375414" providerId="ADAL" clId="{057586E9-EDF7-4CE0-A6BD-E5A8C17908E8}" dt="2024-04-19T05:04:00.683" v="5495" actId="1035"/>
          <ac:grpSpMkLst>
            <pc:docMk/>
            <pc:sldMk cId="4230311057" sldId="664"/>
            <ac:grpSpMk id="14" creationId="{7E473C59-E3C2-E264-04DC-FD94A4E73C6A}"/>
          </ac:grpSpMkLst>
        </pc:grpChg>
        <pc:grpChg chg="add mod">
          <ac:chgData name="Mengmeng Ge" userId="bb5bc401-97cb-4caf-9857-8ff441375414" providerId="ADAL" clId="{057586E9-EDF7-4CE0-A6BD-E5A8C17908E8}" dt="2024-04-19T05:04:00.683" v="5495" actId="1035"/>
          <ac:grpSpMkLst>
            <pc:docMk/>
            <pc:sldMk cId="4230311057" sldId="664"/>
            <ac:grpSpMk id="17" creationId="{9FE77C01-BC57-1906-9EFA-2999DE1E9F7A}"/>
          </ac:grpSpMkLst>
        </pc:grpChg>
        <pc:grpChg chg="mod">
          <ac:chgData name="Mengmeng Ge" userId="bb5bc401-97cb-4caf-9857-8ff441375414" providerId="ADAL" clId="{057586E9-EDF7-4CE0-A6BD-E5A8C17908E8}" dt="2024-04-19T05:04:00.683" v="5495" actId="1035"/>
          <ac:grpSpMkLst>
            <pc:docMk/>
            <pc:sldMk cId="4230311057" sldId="664"/>
            <ac:grpSpMk id="23" creationId="{761DF8FE-34AA-B9B8-3B20-786716D3FE81}"/>
          </ac:grpSpMkLst>
        </pc:grpChg>
        <pc:grpChg chg="add mod">
          <ac:chgData name="Mengmeng Ge" userId="bb5bc401-97cb-4caf-9857-8ff441375414" providerId="ADAL" clId="{057586E9-EDF7-4CE0-A6BD-E5A8C17908E8}" dt="2024-04-19T05:04:00.683" v="5495" actId="1035"/>
          <ac:grpSpMkLst>
            <pc:docMk/>
            <pc:sldMk cId="4230311057" sldId="664"/>
            <ac:grpSpMk id="29" creationId="{511ED90B-2187-B556-7944-1F219DF7F1A6}"/>
          </ac:grpSpMkLst>
        </pc:grpChg>
        <pc:grpChg chg="mod">
          <ac:chgData name="Mengmeng Ge" userId="bb5bc401-97cb-4caf-9857-8ff441375414" providerId="ADAL" clId="{057586E9-EDF7-4CE0-A6BD-E5A8C17908E8}" dt="2024-04-19T05:04:00.683" v="5495" actId="1035"/>
          <ac:grpSpMkLst>
            <pc:docMk/>
            <pc:sldMk cId="4230311057" sldId="664"/>
            <ac:grpSpMk id="35" creationId="{613B9339-F3B6-EFD5-6557-72C6ABDD90BF}"/>
          </ac:grpSpMkLst>
        </pc:grpChg>
        <pc:grpChg chg="add mod">
          <ac:chgData name="Mengmeng Ge" userId="bb5bc401-97cb-4caf-9857-8ff441375414" providerId="ADAL" clId="{057586E9-EDF7-4CE0-A6BD-E5A8C17908E8}" dt="2024-04-19T05:04:00.683" v="5495" actId="1035"/>
          <ac:grpSpMkLst>
            <pc:docMk/>
            <pc:sldMk cId="4230311057" sldId="664"/>
            <ac:grpSpMk id="40" creationId="{6EE925C8-3C83-1EC9-5A27-3770056DE3A6}"/>
          </ac:grpSpMkLst>
        </pc:grpChg>
        <pc:grpChg chg="add mod">
          <ac:chgData name="Mengmeng Ge" userId="bb5bc401-97cb-4caf-9857-8ff441375414" providerId="ADAL" clId="{057586E9-EDF7-4CE0-A6BD-E5A8C17908E8}" dt="2024-04-19T05:01:58.783" v="5446"/>
          <ac:grpSpMkLst>
            <pc:docMk/>
            <pc:sldMk cId="4230311057" sldId="664"/>
            <ac:grpSpMk id="50" creationId="{5E922DF3-1C42-0F69-EFAF-FDE6B1B2067F}"/>
          </ac:grpSpMkLst>
        </pc:grpChg>
        <pc:grpChg chg="add mod">
          <ac:chgData name="Mengmeng Ge" userId="bb5bc401-97cb-4caf-9857-8ff441375414" providerId="ADAL" clId="{057586E9-EDF7-4CE0-A6BD-E5A8C17908E8}" dt="2024-04-19T05:01:58.783" v="5446"/>
          <ac:grpSpMkLst>
            <pc:docMk/>
            <pc:sldMk cId="4230311057" sldId="664"/>
            <ac:grpSpMk id="53" creationId="{A3E35D4A-F27D-37AA-350F-7C615F5318BD}"/>
          </ac:grpSpMkLst>
        </pc:grpChg>
        <pc:grpChg chg="mod">
          <ac:chgData name="Mengmeng Ge" userId="bb5bc401-97cb-4caf-9857-8ff441375414" providerId="ADAL" clId="{057586E9-EDF7-4CE0-A6BD-E5A8C17908E8}" dt="2024-04-19T05:01:58.783" v="5446"/>
          <ac:grpSpMkLst>
            <pc:docMk/>
            <pc:sldMk cId="4230311057" sldId="664"/>
            <ac:grpSpMk id="59" creationId="{76BFD351-B6EE-6BAA-9B4C-461D0D704CE6}"/>
          </ac:grpSpMkLst>
        </pc:grpChg>
        <pc:grpChg chg="add mod">
          <ac:chgData name="Mengmeng Ge" userId="bb5bc401-97cb-4caf-9857-8ff441375414" providerId="ADAL" clId="{057586E9-EDF7-4CE0-A6BD-E5A8C17908E8}" dt="2024-04-19T05:01:58.783" v="5446"/>
          <ac:grpSpMkLst>
            <pc:docMk/>
            <pc:sldMk cId="4230311057" sldId="664"/>
            <ac:grpSpMk id="65" creationId="{4EC99140-3310-D686-7A33-8CB9F61E9E61}"/>
          </ac:grpSpMkLst>
        </pc:grpChg>
        <pc:grpChg chg="mod">
          <ac:chgData name="Mengmeng Ge" userId="bb5bc401-97cb-4caf-9857-8ff441375414" providerId="ADAL" clId="{057586E9-EDF7-4CE0-A6BD-E5A8C17908E8}" dt="2024-04-19T05:01:58.783" v="5446"/>
          <ac:grpSpMkLst>
            <pc:docMk/>
            <pc:sldMk cId="4230311057" sldId="664"/>
            <ac:grpSpMk id="71" creationId="{62967F09-4AF9-2159-5531-C595FF96CD7E}"/>
          </ac:grpSpMkLst>
        </pc:grpChg>
        <pc:grpChg chg="add mod">
          <ac:chgData name="Mengmeng Ge" userId="bb5bc401-97cb-4caf-9857-8ff441375414" providerId="ADAL" clId="{057586E9-EDF7-4CE0-A6BD-E5A8C17908E8}" dt="2024-04-19T05:05:02.035" v="5505" actId="1035"/>
          <ac:grpSpMkLst>
            <pc:docMk/>
            <pc:sldMk cId="4230311057" sldId="664"/>
            <ac:grpSpMk id="95" creationId="{2C60192E-026B-D737-8F4A-2D7D8A5B8A7C}"/>
          </ac:grpSpMkLst>
        </pc:grpChg>
        <pc:graphicFrameChg chg="add mod">
          <ac:chgData name="Mengmeng Ge" userId="bb5bc401-97cb-4caf-9857-8ff441375414" providerId="ADAL" clId="{057586E9-EDF7-4CE0-A6BD-E5A8C17908E8}" dt="2024-04-19T05:02:47.341" v="5457" actId="113"/>
          <ac:graphicFrameMkLst>
            <pc:docMk/>
            <pc:sldMk cId="4230311057" sldId="664"/>
            <ac:graphicFrameMk id="87" creationId="{D6978094-F190-A0D2-7044-E34FB11DDC0C}"/>
          </ac:graphicFrameMkLst>
        </pc:graphicFrameChg>
        <pc:graphicFrameChg chg="add mod">
          <ac:chgData name="Mengmeng Ge" userId="bb5bc401-97cb-4caf-9857-8ff441375414" providerId="ADAL" clId="{057586E9-EDF7-4CE0-A6BD-E5A8C17908E8}" dt="2024-04-19T05:02:47.341" v="5457" actId="113"/>
          <ac:graphicFrameMkLst>
            <pc:docMk/>
            <pc:sldMk cId="4230311057" sldId="664"/>
            <ac:graphicFrameMk id="88" creationId="{2D73860F-1E0A-6982-0D73-EE01CE3EE00D}"/>
          </ac:graphicFrameMkLst>
        </pc:graphicFrameChg>
        <pc:graphicFrameChg chg="add mod">
          <ac:chgData name="Mengmeng Ge" userId="bb5bc401-97cb-4caf-9857-8ff441375414" providerId="ADAL" clId="{057586E9-EDF7-4CE0-A6BD-E5A8C17908E8}" dt="2024-04-19T05:02:47.341" v="5457" actId="113"/>
          <ac:graphicFrameMkLst>
            <pc:docMk/>
            <pc:sldMk cId="4230311057" sldId="664"/>
            <ac:graphicFrameMk id="89" creationId="{7232AB7C-9A6C-EC1A-F469-B8F10B09E06F}"/>
          </ac:graphicFrameMkLst>
        </pc:graphicFrameChg>
        <pc:graphicFrameChg chg="add mod">
          <ac:chgData name="Mengmeng Ge" userId="bb5bc401-97cb-4caf-9857-8ff441375414" providerId="ADAL" clId="{057586E9-EDF7-4CE0-A6BD-E5A8C17908E8}" dt="2024-04-19T05:02:47.341" v="5457" actId="113"/>
          <ac:graphicFrameMkLst>
            <pc:docMk/>
            <pc:sldMk cId="4230311057" sldId="664"/>
            <ac:graphicFrameMk id="90" creationId="{CE54625F-A1B5-77F8-6014-1EA06B5640C4}"/>
          </ac:graphicFrameMkLst>
        </pc:graphicFrameChg>
        <pc:graphicFrameChg chg="add mod">
          <ac:chgData name="Mengmeng Ge" userId="bb5bc401-97cb-4caf-9857-8ff441375414" providerId="ADAL" clId="{057586E9-EDF7-4CE0-A6BD-E5A8C17908E8}" dt="2024-04-19T05:02:47.341" v="5457" actId="113"/>
          <ac:graphicFrameMkLst>
            <pc:docMk/>
            <pc:sldMk cId="4230311057" sldId="664"/>
            <ac:graphicFrameMk id="91" creationId="{DBFA4677-2A18-76BE-FDE9-A376D08BAD5C}"/>
          </ac:graphicFrameMkLst>
        </pc:graphicFrameChg>
        <pc:graphicFrameChg chg="add mod modGraphic">
          <ac:chgData name="Mengmeng Ge" userId="bb5bc401-97cb-4caf-9857-8ff441375414" providerId="ADAL" clId="{057586E9-EDF7-4CE0-A6BD-E5A8C17908E8}" dt="2024-04-19T05:09:51.293" v="5507" actId="20577"/>
          <ac:graphicFrameMkLst>
            <pc:docMk/>
            <pc:sldMk cId="4230311057" sldId="664"/>
            <ac:graphicFrameMk id="92" creationId="{2AC61912-0124-4BBE-166E-FE1BD3A86719}"/>
          </ac:graphicFrameMkLst>
        </pc:graphicFrameChg>
        <pc:graphicFrameChg chg="add mod">
          <ac:chgData name="Mengmeng Ge" userId="bb5bc401-97cb-4caf-9857-8ff441375414" providerId="ADAL" clId="{057586E9-EDF7-4CE0-A6BD-E5A8C17908E8}" dt="2024-04-19T05:02:47.341" v="5457" actId="113"/>
          <ac:graphicFrameMkLst>
            <pc:docMk/>
            <pc:sldMk cId="4230311057" sldId="664"/>
            <ac:graphicFrameMk id="93" creationId="{79D72AFB-95B0-8917-E872-846068F4990C}"/>
          </ac:graphicFrameMkLst>
        </pc:graphicFrameChg>
        <pc:graphicFrameChg chg="add mod modGraphic">
          <ac:chgData name="Mengmeng Ge" userId="bb5bc401-97cb-4caf-9857-8ff441375414" providerId="ADAL" clId="{057586E9-EDF7-4CE0-A6BD-E5A8C17908E8}" dt="2024-04-19T05:09:54.458" v="5509" actId="20577"/>
          <ac:graphicFrameMkLst>
            <pc:docMk/>
            <pc:sldMk cId="4230311057" sldId="664"/>
            <ac:graphicFrameMk id="94" creationId="{2946E39D-4A3A-A346-9773-F9091262D020}"/>
          </ac:graphicFrameMkLst>
        </pc:graphicFrameChg>
      </pc:sldChg>
      <pc:sldChg chg="addSp delSp modSp new mod ord modAnim">
        <pc:chgData name="Mengmeng Ge" userId="bb5bc401-97cb-4caf-9857-8ff441375414" providerId="ADAL" clId="{057586E9-EDF7-4CE0-A6BD-E5A8C17908E8}" dt="2024-04-19T05:03:46.664" v="5490" actId="1036"/>
        <pc:sldMkLst>
          <pc:docMk/>
          <pc:sldMk cId="1874266009" sldId="665"/>
        </pc:sldMkLst>
        <pc:spChg chg="mod">
          <ac:chgData name="Mengmeng Ge" userId="bb5bc401-97cb-4caf-9857-8ff441375414" providerId="ADAL" clId="{057586E9-EDF7-4CE0-A6BD-E5A8C17908E8}" dt="2024-04-19T04:39:50.072" v="5373" actId="20577"/>
          <ac:spMkLst>
            <pc:docMk/>
            <pc:sldMk cId="1874266009" sldId="665"/>
            <ac:spMk id="2" creationId="{80A52F79-C00C-6594-27C4-AC247034A934}"/>
          </ac:spMkLst>
        </pc:spChg>
        <pc:spChg chg="del">
          <ac:chgData name="Mengmeng Ge" userId="bb5bc401-97cb-4caf-9857-8ff441375414" providerId="ADAL" clId="{057586E9-EDF7-4CE0-A6BD-E5A8C17908E8}" dt="2024-04-19T04:40:07.867" v="5374" actId="478"/>
          <ac:spMkLst>
            <pc:docMk/>
            <pc:sldMk cId="1874266009" sldId="665"/>
            <ac:spMk id="3" creationId="{AA414767-AE4B-49FA-7616-70DF0A2C147B}"/>
          </ac:spMkLst>
        </pc:spChg>
        <pc:spChg chg="add mod">
          <ac:chgData name="Mengmeng Ge" userId="bb5bc401-97cb-4caf-9857-8ff441375414" providerId="ADAL" clId="{057586E9-EDF7-4CE0-A6BD-E5A8C17908E8}" dt="2024-04-19T04:40:08.357" v="5375"/>
          <ac:spMkLst>
            <pc:docMk/>
            <pc:sldMk cId="1874266009" sldId="665"/>
            <ac:spMk id="5" creationId="{0E04AADB-D23C-501E-EB26-B33EF15A82A1}"/>
          </ac:spMkLst>
        </pc:spChg>
        <pc:spChg chg="add mod">
          <ac:chgData name="Mengmeng Ge" userId="bb5bc401-97cb-4caf-9857-8ff441375414" providerId="ADAL" clId="{057586E9-EDF7-4CE0-A6BD-E5A8C17908E8}" dt="2024-04-19T05:03:38.236" v="5486" actId="1076"/>
          <ac:spMkLst>
            <pc:docMk/>
            <pc:sldMk cId="1874266009" sldId="665"/>
            <ac:spMk id="6" creationId="{D46DAC04-7A35-5E2F-9489-6539B364CC8F}"/>
          </ac:spMkLst>
        </pc:spChg>
        <pc:spChg chg="add mod">
          <ac:chgData name="Mengmeng Ge" userId="bb5bc401-97cb-4caf-9857-8ff441375414" providerId="ADAL" clId="{057586E9-EDF7-4CE0-A6BD-E5A8C17908E8}" dt="2024-04-19T05:03:38.236" v="5486" actId="1076"/>
          <ac:spMkLst>
            <pc:docMk/>
            <pc:sldMk cId="1874266009" sldId="665"/>
            <ac:spMk id="7" creationId="{7F3D3D73-9BB7-5790-6EFE-AFAA2886E197}"/>
          </ac:spMkLst>
        </pc:spChg>
        <pc:spChg chg="add mod">
          <ac:chgData name="Mengmeng Ge" userId="bb5bc401-97cb-4caf-9857-8ff441375414" providerId="ADAL" clId="{057586E9-EDF7-4CE0-A6BD-E5A8C17908E8}" dt="2024-04-19T05:03:38.236" v="5486" actId="1076"/>
          <ac:spMkLst>
            <pc:docMk/>
            <pc:sldMk cId="1874266009" sldId="665"/>
            <ac:spMk id="8" creationId="{129F8041-C0D0-00B0-0AD9-6D8FE0ED6407}"/>
          </ac:spMkLst>
        </pc:spChg>
        <pc:spChg chg="add mod">
          <ac:chgData name="Mengmeng Ge" userId="bb5bc401-97cb-4caf-9857-8ff441375414" providerId="ADAL" clId="{057586E9-EDF7-4CE0-A6BD-E5A8C17908E8}" dt="2024-04-19T05:03:38.236" v="5486" actId="1076"/>
          <ac:spMkLst>
            <pc:docMk/>
            <pc:sldMk cId="1874266009" sldId="665"/>
            <ac:spMk id="9" creationId="{32A578F9-E06C-DFC9-1005-8EF52295E81E}"/>
          </ac:spMkLst>
        </pc:spChg>
        <pc:spChg chg="add mod">
          <ac:chgData name="Mengmeng Ge" userId="bb5bc401-97cb-4caf-9857-8ff441375414" providerId="ADAL" clId="{057586E9-EDF7-4CE0-A6BD-E5A8C17908E8}" dt="2024-04-19T05:03:38.236" v="5486" actId="1076"/>
          <ac:spMkLst>
            <pc:docMk/>
            <pc:sldMk cId="1874266009" sldId="665"/>
            <ac:spMk id="10" creationId="{A598A9B6-1823-428F-4DDB-A11420973859}"/>
          </ac:spMkLst>
        </pc:spChg>
        <pc:spChg chg="add mod">
          <ac:chgData name="Mengmeng Ge" userId="bb5bc401-97cb-4caf-9857-8ff441375414" providerId="ADAL" clId="{057586E9-EDF7-4CE0-A6BD-E5A8C17908E8}" dt="2024-04-19T05:03:38.236" v="5486" actId="1076"/>
          <ac:spMkLst>
            <pc:docMk/>
            <pc:sldMk cId="1874266009" sldId="665"/>
            <ac:spMk id="11" creationId="{54FFE122-1EE8-28B0-0898-8E815138ECF8}"/>
          </ac:spMkLst>
        </pc:spChg>
        <pc:spChg chg="add mod">
          <ac:chgData name="Mengmeng Ge" userId="bb5bc401-97cb-4caf-9857-8ff441375414" providerId="ADAL" clId="{057586E9-EDF7-4CE0-A6BD-E5A8C17908E8}" dt="2024-04-19T05:03:38.236" v="5486" actId="1076"/>
          <ac:spMkLst>
            <pc:docMk/>
            <pc:sldMk cId="1874266009" sldId="665"/>
            <ac:spMk id="12" creationId="{5FF5A585-C46E-DA81-619F-07DA5B349862}"/>
          </ac:spMkLst>
        </pc:spChg>
        <pc:spChg chg="add mod">
          <ac:chgData name="Mengmeng Ge" userId="bb5bc401-97cb-4caf-9857-8ff441375414" providerId="ADAL" clId="{057586E9-EDF7-4CE0-A6BD-E5A8C17908E8}" dt="2024-04-19T05:03:38.236" v="5486" actId="1076"/>
          <ac:spMkLst>
            <pc:docMk/>
            <pc:sldMk cId="1874266009" sldId="665"/>
            <ac:spMk id="13" creationId="{E4B2FE2F-E4F1-F13E-BB1A-A08A724847A1}"/>
          </ac:spMkLst>
        </pc:spChg>
        <pc:spChg chg="add mod">
          <ac:chgData name="Mengmeng Ge" userId="bb5bc401-97cb-4caf-9857-8ff441375414" providerId="ADAL" clId="{057586E9-EDF7-4CE0-A6BD-E5A8C17908E8}" dt="2024-04-19T05:03:38.236" v="5486" actId="1076"/>
          <ac:spMkLst>
            <pc:docMk/>
            <pc:sldMk cId="1874266009" sldId="665"/>
            <ac:spMk id="14" creationId="{E4143A3C-CFC9-AA95-FFB8-10A48C17E48B}"/>
          </ac:spMkLst>
        </pc:spChg>
        <pc:spChg chg="mod">
          <ac:chgData name="Mengmeng Ge" userId="bb5bc401-97cb-4caf-9857-8ff441375414" providerId="ADAL" clId="{057586E9-EDF7-4CE0-A6BD-E5A8C17908E8}" dt="2024-04-19T05:03:38.236" v="5486" actId="1076"/>
          <ac:spMkLst>
            <pc:docMk/>
            <pc:sldMk cId="1874266009" sldId="665"/>
            <ac:spMk id="16" creationId="{61D44C4B-B9DF-47ED-F3EC-014B5BCFC4A4}"/>
          </ac:spMkLst>
        </pc:spChg>
        <pc:spChg chg="mod">
          <ac:chgData name="Mengmeng Ge" userId="bb5bc401-97cb-4caf-9857-8ff441375414" providerId="ADAL" clId="{057586E9-EDF7-4CE0-A6BD-E5A8C17908E8}" dt="2024-04-19T05:03:38.236" v="5486" actId="1076"/>
          <ac:spMkLst>
            <pc:docMk/>
            <pc:sldMk cId="1874266009" sldId="665"/>
            <ac:spMk id="17" creationId="{EB9179A9-AAD2-5D7B-8F2B-03FB73BCBDE6}"/>
          </ac:spMkLst>
        </pc:spChg>
        <pc:spChg chg="mod">
          <ac:chgData name="Mengmeng Ge" userId="bb5bc401-97cb-4caf-9857-8ff441375414" providerId="ADAL" clId="{057586E9-EDF7-4CE0-A6BD-E5A8C17908E8}" dt="2024-04-19T05:03:38.236" v="5486" actId="1076"/>
          <ac:spMkLst>
            <pc:docMk/>
            <pc:sldMk cId="1874266009" sldId="665"/>
            <ac:spMk id="19" creationId="{875531C3-69EC-F4C6-2331-34532D6D07FE}"/>
          </ac:spMkLst>
        </pc:spChg>
        <pc:spChg chg="mod">
          <ac:chgData name="Mengmeng Ge" userId="bb5bc401-97cb-4caf-9857-8ff441375414" providerId="ADAL" clId="{057586E9-EDF7-4CE0-A6BD-E5A8C17908E8}" dt="2024-04-19T05:03:38.236" v="5486" actId="1076"/>
          <ac:spMkLst>
            <pc:docMk/>
            <pc:sldMk cId="1874266009" sldId="665"/>
            <ac:spMk id="20" creationId="{B86584CB-7B8F-B296-507F-119036B24D2A}"/>
          </ac:spMkLst>
        </pc:spChg>
        <pc:spChg chg="mod">
          <ac:chgData name="Mengmeng Ge" userId="bb5bc401-97cb-4caf-9857-8ff441375414" providerId="ADAL" clId="{057586E9-EDF7-4CE0-A6BD-E5A8C17908E8}" dt="2024-04-19T05:03:38.236" v="5486" actId="1076"/>
          <ac:spMkLst>
            <pc:docMk/>
            <pc:sldMk cId="1874266009" sldId="665"/>
            <ac:spMk id="21" creationId="{1D84D4D2-C803-8E78-1123-B1C934022B85}"/>
          </ac:spMkLst>
        </pc:spChg>
        <pc:spChg chg="mod">
          <ac:chgData name="Mengmeng Ge" userId="bb5bc401-97cb-4caf-9857-8ff441375414" providerId="ADAL" clId="{057586E9-EDF7-4CE0-A6BD-E5A8C17908E8}" dt="2024-04-19T05:03:38.236" v="5486" actId="1076"/>
          <ac:spMkLst>
            <pc:docMk/>
            <pc:sldMk cId="1874266009" sldId="665"/>
            <ac:spMk id="22" creationId="{858C9CD8-23F9-A5DC-DA34-D43D1CD16BE4}"/>
          </ac:spMkLst>
        </pc:spChg>
        <pc:spChg chg="mod">
          <ac:chgData name="Mengmeng Ge" userId="bb5bc401-97cb-4caf-9857-8ff441375414" providerId="ADAL" clId="{057586E9-EDF7-4CE0-A6BD-E5A8C17908E8}" dt="2024-04-19T05:03:38.236" v="5486" actId="1076"/>
          <ac:spMkLst>
            <pc:docMk/>
            <pc:sldMk cId="1874266009" sldId="665"/>
            <ac:spMk id="23" creationId="{D1B986E2-C21B-CBDA-4ED1-7482D3E7D7CF}"/>
          </ac:spMkLst>
        </pc:spChg>
        <pc:spChg chg="mod">
          <ac:chgData name="Mengmeng Ge" userId="bb5bc401-97cb-4caf-9857-8ff441375414" providerId="ADAL" clId="{057586E9-EDF7-4CE0-A6BD-E5A8C17908E8}" dt="2024-04-19T05:03:38.236" v="5486" actId="1076"/>
          <ac:spMkLst>
            <pc:docMk/>
            <pc:sldMk cId="1874266009" sldId="665"/>
            <ac:spMk id="25" creationId="{EE5772FF-5876-2842-7AB5-B85AAC68933F}"/>
          </ac:spMkLst>
        </pc:spChg>
        <pc:spChg chg="mod">
          <ac:chgData name="Mengmeng Ge" userId="bb5bc401-97cb-4caf-9857-8ff441375414" providerId="ADAL" clId="{057586E9-EDF7-4CE0-A6BD-E5A8C17908E8}" dt="2024-04-19T05:03:38.236" v="5486" actId="1076"/>
          <ac:spMkLst>
            <pc:docMk/>
            <pc:sldMk cId="1874266009" sldId="665"/>
            <ac:spMk id="26" creationId="{200BDB9A-42D5-235B-FD57-69F39B3703CF}"/>
          </ac:spMkLst>
        </pc:spChg>
        <pc:spChg chg="add mod">
          <ac:chgData name="Mengmeng Ge" userId="bb5bc401-97cb-4caf-9857-8ff441375414" providerId="ADAL" clId="{057586E9-EDF7-4CE0-A6BD-E5A8C17908E8}" dt="2024-04-19T05:03:38.236" v="5486" actId="1076"/>
          <ac:spMkLst>
            <pc:docMk/>
            <pc:sldMk cId="1874266009" sldId="665"/>
            <ac:spMk id="27" creationId="{9AE544C1-0685-44F4-D4D9-2055EF6D5750}"/>
          </ac:spMkLst>
        </pc:spChg>
        <pc:spChg chg="add mod">
          <ac:chgData name="Mengmeng Ge" userId="bb5bc401-97cb-4caf-9857-8ff441375414" providerId="ADAL" clId="{057586E9-EDF7-4CE0-A6BD-E5A8C17908E8}" dt="2024-04-19T05:03:38.236" v="5486" actId="1076"/>
          <ac:spMkLst>
            <pc:docMk/>
            <pc:sldMk cId="1874266009" sldId="665"/>
            <ac:spMk id="28" creationId="{925718A5-971A-52DB-0A8E-F7A630AB70A0}"/>
          </ac:spMkLst>
        </pc:spChg>
        <pc:spChg chg="add mod">
          <ac:chgData name="Mengmeng Ge" userId="bb5bc401-97cb-4caf-9857-8ff441375414" providerId="ADAL" clId="{057586E9-EDF7-4CE0-A6BD-E5A8C17908E8}" dt="2024-04-19T05:03:38.236" v="5486" actId="1076"/>
          <ac:spMkLst>
            <pc:docMk/>
            <pc:sldMk cId="1874266009" sldId="665"/>
            <ac:spMk id="29" creationId="{22CD5D53-9345-8AF4-8F70-39B241D46161}"/>
          </ac:spMkLst>
        </pc:spChg>
        <pc:spChg chg="mod">
          <ac:chgData name="Mengmeng Ge" userId="bb5bc401-97cb-4caf-9857-8ff441375414" providerId="ADAL" clId="{057586E9-EDF7-4CE0-A6BD-E5A8C17908E8}" dt="2024-04-19T05:03:38.236" v="5486" actId="1076"/>
          <ac:spMkLst>
            <pc:docMk/>
            <pc:sldMk cId="1874266009" sldId="665"/>
            <ac:spMk id="31" creationId="{E263EFB0-D705-F551-2C4A-02B1FF25B62A}"/>
          </ac:spMkLst>
        </pc:spChg>
        <pc:spChg chg="mod">
          <ac:chgData name="Mengmeng Ge" userId="bb5bc401-97cb-4caf-9857-8ff441375414" providerId="ADAL" clId="{057586E9-EDF7-4CE0-A6BD-E5A8C17908E8}" dt="2024-04-19T05:03:38.236" v="5486" actId="1076"/>
          <ac:spMkLst>
            <pc:docMk/>
            <pc:sldMk cId="1874266009" sldId="665"/>
            <ac:spMk id="32" creationId="{E0032413-C8CE-2D85-C1F1-A3A2506E2001}"/>
          </ac:spMkLst>
        </pc:spChg>
        <pc:spChg chg="mod">
          <ac:chgData name="Mengmeng Ge" userId="bb5bc401-97cb-4caf-9857-8ff441375414" providerId="ADAL" clId="{057586E9-EDF7-4CE0-A6BD-E5A8C17908E8}" dt="2024-04-19T05:03:38.236" v="5486" actId="1076"/>
          <ac:spMkLst>
            <pc:docMk/>
            <pc:sldMk cId="1874266009" sldId="665"/>
            <ac:spMk id="33" creationId="{B60F9E30-4551-BAAE-D59E-C1B7833FBED5}"/>
          </ac:spMkLst>
        </pc:spChg>
        <pc:spChg chg="mod">
          <ac:chgData name="Mengmeng Ge" userId="bb5bc401-97cb-4caf-9857-8ff441375414" providerId="ADAL" clId="{057586E9-EDF7-4CE0-A6BD-E5A8C17908E8}" dt="2024-04-19T05:03:38.236" v="5486" actId="1076"/>
          <ac:spMkLst>
            <pc:docMk/>
            <pc:sldMk cId="1874266009" sldId="665"/>
            <ac:spMk id="34" creationId="{CFA8E776-2E96-E4C1-1425-6191E1DF7A0E}"/>
          </ac:spMkLst>
        </pc:spChg>
        <pc:spChg chg="mod">
          <ac:chgData name="Mengmeng Ge" userId="bb5bc401-97cb-4caf-9857-8ff441375414" providerId="ADAL" clId="{057586E9-EDF7-4CE0-A6BD-E5A8C17908E8}" dt="2024-04-19T05:03:38.236" v="5486" actId="1076"/>
          <ac:spMkLst>
            <pc:docMk/>
            <pc:sldMk cId="1874266009" sldId="665"/>
            <ac:spMk id="35" creationId="{B87C0D78-86DD-DEEF-0045-EBF2BE5EFDC0}"/>
          </ac:spMkLst>
        </pc:spChg>
        <pc:spChg chg="mod">
          <ac:chgData name="Mengmeng Ge" userId="bb5bc401-97cb-4caf-9857-8ff441375414" providerId="ADAL" clId="{057586E9-EDF7-4CE0-A6BD-E5A8C17908E8}" dt="2024-04-19T05:03:38.236" v="5486" actId="1076"/>
          <ac:spMkLst>
            <pc:docMk/>
            <pc:sldMk cId="1874266009" sldId="665"/>
            <ac:spMk id="37" creationId="{5350FC0F-A536-62D3-1784-D98E1DEF2284}"/>
          </ac:spMkLst>
        </pc:spChg>
        <pc:spChg chg="mod">
          <ac:chgData name="Mengmeng Ge" userId="bb5bc401-97cb-4caf-9857-8ff441375414" providerId="ADAL" clId="{057586E9-EDF7-4CE0-A6BD-E5A8C17908E8}" dt="2024-04-19T05:03:38.236" v="5486" actId="1076"/>
          <ac:spMkLst>
            <pc:docMk/>
            <pc:sldMk cId="1874266009" sldId="665"/>
            <ac:spMk id="38" creationId="{2FA32F72-E71C-F202-1945-59AB52379A9E}"/>
          </ac:spMkLst>
        </pc:spChg>
        <pc:spChg chg="add mod">
          <ac:chgData name="Mengmeng Ge" userId="bb5bc401-97cb-4caf-9857-8ff441375414" providerId="ADAL" clId="{057586E9-EDF7-4CE0-A6BD-E5A8C17908E8}" dt="2024-04-19T05:03:38.236" v="5486" actId="1076"/>
          <ac:spMkLst>
            <pc:docMk/>
            <pc:sldMk cId="1874266009" sldId="665"/>
            <ac:spMk id="39" creationId="{603F4197-F072-ED96-3687-4D5E30A46DC6}"/>
          </ac:spMkLst>
        </pc:spChg>
        <pc:spChg chg="add mod">
          <ac:chgData name="Mengmeng Ge" userId="bb5bc401-97cb-4caf-9857-8ff441375414" providerId="ADAL" clId="{057586E9-EDF7-4CE0-A6BD-E5A8C17908E8}" dt="2024-04-19T05:03:38.236" v="5486" actId="1076"/>
          <ac:spMkLst>
            <pc:docMk/>
            <pc:sldMk cId="1874266009" sldId="665"/>
            <ac:spMk id="40" creationId="{DB2A90B1-ED95-276A-A99D-10005D589FF3}"/>
          </ac:spMkLst>
        </pc:spChg>
        <pc:spChg chg="add mod">
          <ac:chgData name="Mengmeng Ge" userId="bb5bc401-97cb-4caf-9857-8ff441375414" providerId="ADAL" clId="{057586E9-EDF7-4CE0-A6BD-E5A8C17908E8}" dt="2024-04-19T05:03:46.664" v="5490" actId="1036"/>
          <ac:spMkLst>
            <pc:docMk/>
            <pc:sldMk cId="1874266009" sldId="665"/>
            <ac:spMk id="42" creationId="{9CF46486-90C6-A90F-2240-AEC6CDBA9A7F}"/>
          </ac:spMkLst>
        </pc:spChg>
        <pc:spChg chg="add mod">
          <ac:chgData name="Mengmeng Ge" userId="bb5bc401-97cb-4caf-9857-8ff441375414" providerId="ADAL" clId="{057586E9-EDF7-4CE0-A6BD-E5A8C17908E8}" dt="2024-04-19T05:03:20.417" v="5478" actId="1036"/>
          <ac:spMkLst>
            <pc:docMk/>
            <pc:sldMk cId="1874266009" sldId="665"/>
            <ac:spMk id="44" creationId="{7D4CBA01-119C-B9EB-9190-E54208ABA4AF}"/>
          </ac:spMkLst>
        </pc:spChg>
        <pc:spChg chg="add mod">
          <ac:chgData name="Mengmeng Ge" userId="bb5bc401-97cb-4caf-9857-8ff441375414" providerId="ADAL" clId="{057586E9-EDF7-4CE0-A6BD-E5A8C17908E8}" dt="2024-04-19T05:03:20.417" v="5478" actId="1036"/>
          <ac:spMkLst>
            <pc:docMk/>
            <pc:sldMk cId="1874266009" sldId="665"/>
            <ac:spMk id="46" creationId="{83C43D72-E7D8-92C9-EF36-0FB5A72A5CED}"/>
          </ac:spMkLst>
        </pc:spChg>
        <pc:spChg chg="add mod">
          <ac:chgData name="Mengmeng Ge" userId="bb5bc401-97cb-4caf-9857-8ff441375414" providerId="ADAL" clId="{057586E9-EDF7-4CE0-A6BD-E5A8C17908E8}" dt="2024-04-19T05:03:20.417" v="5478" actId="1036"/>
          <ac:spMkLst>
            <pc:docMk/>
            <pc:sldMk cId="1874266009" sldId="665"/>
            <ac:spMk id="47" creationId="{E5396ADE-19CF-7C01-0175-E785B0C5A892}"/>
          </ac:spMkLst>
        </pc:spChg>
        <pc:spChg chg="add mod">
          <ac:chgData name="Mengmeng Ge" userId="bb5bc401-97cb-4caf-9857-8ff441375414" providerId="ADAL" clId="{057586E9-EDF7-4CE0-A6BD-E5A8C17908E8}" dt="2024-04-19T05:03:20.417" v="5478" actId="1036"/>
          <ac:spMkLst>
            <pc:docMk/>
            <pc:sldMk cId="1874266009" sldId="665"/>
            <ac:spMk id="48" creationId="{AB871F10-3DCA-0E1F-C1D6-B3FE1FDE8E9B}"/>
          </ac:spMkLst>
        </pc:spChg>
        <pc:spChg chg="add mod">
          <ac:chgData name="Mengmeng Ge" userId="bb5bc401-97cb-4caf-9857-8ff441375414" providerId="ADAL" clId="{057586E9-EDF7-4CE0-A6BD-E5A8C17908E8}" dt="2024-04-19T05:03:20.417" v="5478" actId="1036"/>
          <ac:spMkLst>
            <pc:docMk/>
            <pc:sldMk cId="1874266009" sldId="665"/>
            <ac:spMk id="49" creationId="{AF524DB8-32AE-7618-D17C-A65E7CD5AE66}"/>
          </ac:spMkLst>
        </pc:spChg>
        <pc:spChg chg="mod">
          <ac:chgData name="Mengmeng Ge" userId="bb5bc401-97cb-4caf-9857-8ff441375414" providerId="ADAL" clId="{057586E9-EDF7-4CE0-A6BD-E5A8C17908E8}" dt="2024-04-19T05:03:20.417" v="5478" actId="1036"/>
          <ac:spMkLst>
            <pc:docMk/>
            <pc:sldMk cId="1874266009" sldId="665"/>
            <ac:spMk id="51" creationId="{6107956C-0DF9-DB7D-00DB-99DBB4D0A06E}"/>
          </ac:spMkLst>
        </pc:spChg>
        <pc:spChg chg="mod">
          <ac:chgData name="Mengmeng Ge" userId="bb5bc401-97cb-4caf-9857-8ff441375414" providerId="ADAL" clId="{057586E9-EDF7-4CE0-A6BD-E5A8C17908E8}" dt="2024-04-19T05:03:20.417" v="5478" actId="1036"/>
          <ac:spMkLst>
            <pc:docMk/>
            <pc:sldMk cId="1874266009" sldId="665"/>
            <ac:spMk id="52" creationId="{246F0154-81CE-388D-C3D9-FF628EAD87EE}"/>
          </ac:spMkLst>
        </pc:spChg>
        <pc:spChg chg="add mod">
          <ac:chgData name="Mengmeng Ge" userId="bb5bc401-97cb-4caf-9857-8ff441375414" providerId="ADAL" clId="{057586E9-EDF7-4CE0-A6BD-E5A8C17908E8}" dt="2024-04-19T05:03:20.417" v="5478" actId="1036"/>
          <ac:spMkLst>
            <pc:docMk/>
            <pc:sldMk cId="1874266009" sldId="665"/>
            <ac:spMk id="53" creationId="{EBDEAE31-621C-3B64-2076-0EFF99F1B428}"/>
          </ac:spMkLst>
        </pc:spChg>
        <pc:spChg chg="mod">
          <ac:chgData name="Mengmeng Ge" userId="bb5bc401-97cb-4caf-9857-8ff441375414" providerId="ADAL" clId="{057586E9-EDF7-4CE0-A6BD-E5A8C17908E8}" dt="2024-04-19T05:03:20.417" v="5478" actId="1036"/>
          <ac:spMkLst>
            <pc:docMk/>
            <pc:sldMk cId="1874266009" sldId="665"/>
            <ac:spMk id="55" creationId="{E01D0E20-280A-FB53-1808-648F0D018A69}"/>
          </ac:spMkLst>
        </pc:spChg>
        <pc:spChg chg="mod">
          <ac:chgData name="Mengmeng Ge" userId="bb5bc401-97cb-4caf-9857-8ff441375414" providerId="ADAL" clId="{057586E9-EDF7-4CE0-A6BD-E5A8C17908E8}" dt="2024-04-19T05:03:20.417" v="5478" actId="1036"/>
          <ac:spMkLst>
            <pc:docMk/>
            <pc:sldMk cId="1874266009" sldId="665"/>
            <ac:spMk id="56" creationId="{70725900-4319-3DC5-D6DB-2B859DC6E37A}"/>
          </ac:spMkLst>
        </pc:spChg>
        <pc:spChg chg="add mod">
          <ac:chgData name="Mengmeng Ge" userId="bb5bc401-97cb-4caf-9857-8ff441375414" providerId="ADAL" clId="{057586E9-EDF7-4CE0-A6BD-E5A8C17908E8}" dt="2024-04-19T04:43:12.508" v="5429" actId="20577"/>
          <ac:spMkLst>
            <pc:docMk/>
            <pc:sldMk cId="1874266009" sldId="665"/>
            <ac:spMk id="64" creationId="{B584AD94-4556-9CBE-4AB6-438C7F5EF7AD}"/>
          </ac:spMkLst>
        </pc:spChg>
        <pc:grpChg chg="add mod">
          <ac:chgData name="Mengmeng Ge" userId="bb5bc401-97cb-4caf-9857-8ff441375414" providerId="ADAL" clId="{057586E9-EDF7-4CE0-A6BD-E5A8C17908E8}" dt="2024-04-19T05:03:38.236" v="5486" actId="1076"/>
          <ac:grpSpMkLst>
            <pc:docMk/>
            <pc:sldMk cId="1874266009" sldId="665"/>
            <ac:grpSpMk id="15" creationId="{DAFE990F-31E9-D03D-7816-E7E2A890253A}"/>
          </ac:grpSpMkLst>
        </pc:grpChg>
        <pc:grpChg chg="add mod">
          <ac:chgData name="Mengmeng Ge" userId="bb5bc401-97cb-4caf-9857-8ff441375414" providerId="ADAL" clId="{057586E9-EDF7-4CE0-A6BD-E5A8C17908E8}" dt="2024-04-19T05:03:38.236" v="5486" actId="1076"/>
          <ac:grpSpMkLst>
            <pc:docMk/>
            <pc:sldMk cId="1874266009" sldId="665"/>
            <ac:grpSpMk id="18" creationId="{D59A0D7F-644E-B251-941E-9D6A5F67C0F6}"/>
          </ac:grpSpMkLst>
        </pc:grpChg>
        <pc:grpChg chg="mod">
          <ac:chgData name="Mengmeng Ge" userId="bb5bc401-97cb-4caf-9857-8ff441375414" providerId="ADAL" clId="{057586E9-EDF7-4CE0-A6BD-E5A8C17908E8}" dt="2024-04-19T05:03:38.236" v="5486" actId="1076"/>
          <ac:grpSpMkLst>
            <pc:docMk/>
            <pc:sldMk cId="1874266009" sldId="665"/>
            <ac:grpSpMk id="24" creationId="{046D4492-205C-4279-CCD2-32B98A09B6DF}"/>
          </ac:grpSpMkLst>
        </pc:grpChg>
        <pc:grpChg chg="add mod">
          <ac:chgData name="Mengmeng Ge" userId="bb5bc401-97cb-4caf-9857-8ff441375414" providerId="ADAL" clId="{057586E9-EDF7-4CE0-A6BD-E5A8C17908E8}" dt="2024-04-19T05:03:38.236" v="5486" actId="1076"/>
          <ac:grpSpMkLst>
            <pc:docMk/>
            <pc:sldMk cId="1874266009" sldId="665"/>
            <ac:grpSpMk id="30" creationId="{51922F99-8444-440B-8262-9C1B2CA11068}"/>
          </ac:grpSpMkLst>
        </pc:grpChg>
        <pc:grpChg chg="mod">
          <ac:chgData name="Mengmeng Ge" userId="bb5bc401-97cb-4caf-9857-8ff441375414" providerId="ADAL" clId="{057586E9-EDF7-4CE0-A6BD-E5A8C17908E8}" dt="2024-04-19T05:03:38.236" v="5486" actId="1076"/>
          <ac:grpSpMkLst>
            <pc:docMk/>
            <pc:sldMk cId="1874266009" sldId="665"/>
            <ac:grpSpMk id="36" creationId="{11B0D9A4-DAA0-6AC0-1A46-6AB7C5F09CEE}"/>
          </ac:grpSpMkLst>
        </pc:grpChg>
        <pc:grpChg chg="add mod">
          <ac:chgData name="Mengmeng Ge" userId="bb5bc401-97cb-4caf-9857-8ff441375414" providerId="ADAL" clId="{057586E9-EDF7-4CE0-A6BD-E5A8C17908E8}" dt="2024-04-19T05:03:38.236" v="5486" actId="1076"/>
          <ac:grpSpMkLst>
            <pc:docMk/>
            <pc:sldMk cId="1874266009" sldId="665"/>
            <ac:grpSpMk id="41" creationId="{DB8AFB4D-3F3F-F643-6307-BB13A5F5D481}"/>
          </ac:grpSpMkLst>
        </pc:grpChg>
        <pc:grpChg chg="add mod">
          <ac:chgData name="Mengmeng Ge" userId="bb5bc401-97cb-4caf-9857-8ff441375414" providerId="ADAL" clId="{057586E9-EDF7-4CE0-A6BD-E5A8C17908E8}" dt="2024-04-19T05:03:20.417" v="5478" actId="1036"/>
          <ac:grpSpMkLst>
            <pc:docMk/>
            <pc:sldMk cId="1874266009" sldId="665"/>
            <ac:grpSpMk id="50" creationId="{1419DC8C-690D-5BA3-9C0B-6FB7DF62CBA1}"/>
          </ac:grpSpMkLst>
        </pc:grpChg>
        <pc:grpChg chg="add mod">
          <ac:chgData name="Mengmeng Ge" userId="bb5bc401-97cb-4caf-9857-8ff441375414" providerId="ADAL" clId="{057586E9-EDF7-4CE0-A6BD-E5A8C17908E8}" dt="2024-04-19T05:03:20.417" v="5478" actId="1036"/>
          <ac:grpSpMkLst>
            <pc:docMk/>
            <pc:sldMk cId="1874266009" sldId="665"/>
            <ac:grpSpMk id="54" creationId="{99025267-C1D1-A487-25CF-DE041339BDF1}"/>
          </ac:grpSpMkLst>
        </pc:grpChg>
        <pc:graphicFrameChg chg="add mod">
          <ac:chgData name="Mengmeng Ge" userId="bb5bc401-97cb-4caf-9857-8ff441375414" providerId="ADAL" clId="{057586E9-EDF7-4CE0-A6BD-E5A8C17908E8}" dt="2024-04-19T05:03:20.417" v="5478" actId="1036"/>
          <ac:graphicFrameMkLst>
            <pc:docMk/>
            <pc:sldMk cId="1874266009" sldId="665"/>
            <ac:graphicFrameMk id="43" creationId="{80168FE2-E972-3F56-0EF5-55F5D87F2EA1}"/>
          </ac:graphicFrameMkLst>
        </pc:graphicFrameChg>
        <pc:graphicFrameChg chg="add mod">
          <ac:chgData name="Mengmeng Ge" userId="bb5bc401-97cb-4caf-9857-8ff441375414" providerId="ADAL" clId="{057586E9-EDF7-4CE0-A6BD-E5A8C17908E8}" dt="2024-04-19T05:03:20.417" v="5478" actId="1036"/>
          <ac:graphicFrameMkLst>
            <pc:docMk/>
            <pc:sldMk cId="1874266009" sldId="665"/>
            <ac:graphicFrameMk id="45" creationId="{E62ED32E-5751-6995-D34B-A97E76F26D11}"/>
          </ac:graphicFrameMkLst>
        </pc:graphicFrameChg>
        <pc:graphicFrameChg chg="add mod">
          <ac:chgData name="Mengmeng Ge" userId="bb5bc401-97cb-4caf-9857-8ff441375414" providerId="ADAL" clId="{057586E9-EDF7-4CE0-A6BD-E5A8C17908E8}" dt="2024-04-19T05:03:20.417" v="5478" actId="1036"/>
          <ac:graphicFrameMkLst>
            <pc:docMk/>
            <pc:sldMk cId="1874266009" sldId="665"/>
            <ac:graphicFrameMk id="57" creationId="{6DBBCE56-576F-FCBA-9E3B-69E896254A7D}"/>
          </ac:graphicFrameMkLst>
        </pc:graphicFrameChg>
        <pc:graphicFrameChg chg="add mod">
          <ac:chgData name="Mengmeng Ge" userId="bb5bc401-97cb-4caf-9857-8ff441375414" providerId="ADAL" clId="{057586E9-EDF7-4CE0-A6BD-E5A8C17908E8}" dt="2024-04-19T05:03:20.417" v="5478" actId="1036"/>
          <ac:graphicFrameMkLst>
            <pc:docMk/>
            <pc:sldMk cId="1874266009" sldId="665"/>
            <ac:graphicFrameMk id="58" creationId="{55BAECC4-8A81-820A-6704-5F89817994A4}"/>
          </ac:graphicFrameMkLst>
        </pc:graphicFrameChg>
        <pc:graphicFrameChg chg="add mod">
          <ac:chgData name="Mengmeng Ge" userId="bb5bc401-97cb-4caf-9857-8ff441375414" providerId="ADAL" clId="{057586E9-EDF7-4CE0-A6BD-E5A8C17908E8}" dt="2024-04-19T05:03:20.417" v="5478" actId="1036"/>
          <ac:graphicFrameMkLst>
            <pc:docMk/>
            <pc:sldMk cId="1874266009" sldId="665"/>
            <ac:graphicFrameMk id="59" creationId="{756365B5-F67F-F346-30DD-ED018D79AABD}"/>
          </ac:graphicFrameMkLst>
        </pc:graphicFrameChg>
        <pc:graphicFrameChg chg="add mod">
          <ac:chgData name="Mengmeng Ge" userId="bb5bc401-97cb-4caf-9857-8ff441375414" providerId="ADAL" clId="{057586E9-EDF7-4CE0-A6BD-E5A8C17908E8}" dt="2024-04-19T05:03:20.417" v="5478" actId="1036"/>
          <ac:graphicFrameMkLst>
            <pc:docMk/>
            <pc:sldMk cId="1874266009" sldId="665"/>
            <ac:graphicFrameMk id="60" creationId="{C8292FAC-D570-5EBC-1F98-FB482F023BAF}"/>
          </ac:graphicFrameMkLst>
        </pc:graphicFrameChg>
        <pc:graphicFrameChg chg="add mod">
          <ac:chgData name="Mengmeng Ge" userId="bb5bc401-97cb-4caf-9857-8ff441375414" providerId="ADAL" clId="{057586E9-EDF7-4CE0-A6BD-E5A8C17908E8}" dt="2024-04-19T05:03:20.417" v="5478" actId="1036"/>
          <ac:graphicFrameMkLst>
            <pc:docMk/>
            <pc:sldMk cId="1874266009" sldId="665"/>
            <ac:graphicFrameMk id="61" creationId="{E0FAA52C-500A-C842-2E26-482A41CACBF4}"/>
          </ac:graphicFrameMkLst>
        </pc:graphicFrameChg>
        <pc:graphicFrameChg chg="add mod">
          <ac:chgData name="Mengmeng Ge" userId="bb5bc401-97cb-4caf-9857-8ff441375414" providerId="ADAL" clId="{057586E9-EDF7-4CE0-A6BD-E5A8C17908E8}" dt="2024-04-19T05:03:20.417" v="5478" actId="1036"/>
          <ac:graphicFrameMkLst>
            <pc:docMk/>
            <pc:sldMk cId="1874266009" sldId="665"/>
            <ac:graphicFrameMk id="62" creationId="{EA5E0369-2BE5-A0AD-C9FA-B4EF083A293C}"/>
          </ac:graphicFrameMkLst>
        </pc:graphicFrameChg>
      </pc:sldChg>
      <pc:sldChg chg="addSp modSp new mod modNotesTx">
        <pc:chgData name="Mengmeng Ge" userId="bb5bc401-97cb-4caf-9857-8ff441375414" providerId="ADAL" clId="{057586E9-EDF7-4CE0-A6BD-E5A8C17908E8}" dt="2024-04-19T06:54:24.391" v="5936" actId="113"/>
        <pc:sldMkLst>
          <pc:docMk/>
          <pc:sldMk cId="3721559959" sldId="666"/>
        </pc:sldMkLst>
        <pc:spChg chg="mod">
          <ac:chgData name="Mengmeng Ge" userId="bb5bc401-97cb-4caf-9857-8ff441375414" providerId="ADAL" clId="{057586E9-EDF7-4CE0-A6BD-E5A8C17908E8}" dt="2024-04-19T05:13:31.047" v="5519" actId="20577"/>
          <ac:spMkLst>
            <pc:docMk/>
            <pc:sldMk cId="3721559959" sldId="666"/>
            <ac:spMk id="2" creationId="{A4A5D551-1B29-C09E-1F17-D132BA26698D}"/>
          </ac:spMkLst>
        </pc:spChg>
        <pc:spChg chg="mod">
          <ac:chgData name="Mengmeng Ge" userId="bb5bc401-97cb-4caf-9857-8ff441375414" providerId="ADAL" clId="{057586E9-EDF7-4CE0-A6BD-E5A8C17908E8}" dt="2024-04-19T05:15:34.588" v="5586" actId="14100"/>
          <ac:spMkLst>
            <pc:docMk/>
            <pc:sldMk cId="3721559959" sldId="666"/>
            <ac:spMk id="3" creationId="{02DD4F1F-9766-2E0F-1C60-A461F476B409}"/>
          </ac:spMkLst>
        </pc:spChg>
        <pc:spChg chg="add mod">
          <ac:chgData name="Mengmeng Ge" userId="bb5bc401-97cb-4caf-9857-8ff441375414" providerId="ADAL" clId="{057586E9-EDF7-4CE0-A6BD-E5A8C17908E8}" dt="2024-04-19T06:40:50.534" v="5873" actId="1036"/>
          <ac:spMkLst>
            <pc:docMk/>
            <pc:sldMk cId="3721559959" sldId="666"/>
            <ac:spMk id="7" creationId="{0F1C6E03-062C-BE72-4351-E60030B772DD}"/>
          </ac:spMkLst>
        </pc:spChg>
        <pc:spChg chg="add mod">
          <ac:chgData name="Mengmeng Ge" userId="bb5bc401-97cb-4caf-9857-8ff441375414" providerId="ADAL" clId="{057586E9-EDF7-4CE0-A6BD-E5A8C17908E8}" dt="2024-04-19T06:54:24.391" v="5936" actId="113"/>
          <ac:spMkLst>
            <pc:docMk/>
            <pc:sldMk cId="3721559959" sldId="666"/>
            <ac:spMk id="8" creationId="{1604D3B8-8AE2-FF7A-DF55-CBBBC536A1DF}"/>
          </ac:spMkLst>
        </pc:spChg>
        <pc:picChg chg="add mod ord">
          <ac:chgData name="Mengmeng Ge" userId="bb5bc401-97cb-4caf-9857-8ff441375414" providerId="ADAL" clId="{057586E9-EDF7-4CE0-A6BD-E5A8C17908E8}" dt="2024-04-19T06:54:08.263" v="5933" actId="167"/>
          <ac:picMkLst>
            <pc:docMk/>
            <pc:sldMk cId="3721559959" sldId="666"/>
            <ac:picMk id="6" creationId="{E7E6D0C1-4AA9-DFA2-D9DD-385392450178}"/>
          </ac:picMkLst>
        </pc:picChg>
      </pc:sldChg>
      <pc:sldChg chg="addSp delSp modSp new del mod modAnim modNotesTx">
        <pc:chgData name="Mengmeng Ge" userId="bb5bc401-97cb-4caf-9857-8ff441375414" providerId="ADAL" clId="{057586E9-EDF7-4CE0-A6BD-E5A8C17908E8}" dt="2024-04-19T06:55:30.330" v="5937" actId="47"/>
        <pc:sldMkLst>
          <pc:docMk/>
          <pc:sldMk cId="2868541810" sldId="667"/>
        </pc:sldMkLst>
        <pc:spChg chg="mod">
          <ac:chgData name="Mengmeng Ge" userId="bb5bc401-97cb-4caf-9857-8ff441375414" providerId="ADAL" clId="{057586E9-EDF7-4CE0-A6BD-E5A8C17908E8}" dt="2024-04-19T05:57:38.253" v="5645" actId="20577"/>
          <ac:spMkLst>
            <pc:docMk/>
            <pc:sldMk cId="2868541810" sldId="667"/>
            <ac:spMk id="2" creationId="{4B6F249F-6126-40E0-8C69-00943C3925C7}"/>
          </ac:spMkLst>
        </pc:spChg>
        <pc:spChg chg="del mod">
          <ac:chgData name="Mengmeng Ge" userId="bb5bc401-97cb-4caf-9857-8ff441375414" providerId="ADAL" clId="{057586E9-EDF7-4CE0-A6BD-E5A8C17908E8}" dt="2024-04-19T06:48:57.353" v="5920" actId="478"/>
          <ac:spMkLst>
            <pc:docMk/>
            <pc:sldMk cId="2868541810" sldId="667"/>
            <ac:spMk id="3" creationId="{A2D85A73-53A6-624E-3760-067AAAD48802}"/>
          </ac:spMkLst>
        </pc:spChg>
        <pc:spChg chg="add mod">
          <ac:chgData name="Mengmeng Ge" userId="bb5bc401-97cb-4caf-9857-8ff441375414" providerId="ADAL" clId="{057586E9-EDF7-4CE0-A6BD-E5A8C17908E8}" dt="2024-04-19T06:10:53.802" v="5756" actId="1036"/>
          <ac:spMkLst>
            <pc:docMk/>
            <pc:sldMk cId="2868541810" sldId="667"/>
            <ac:spMk id="6" creationId="{14B9251F-F28F-1A19-2233-7C7F750EC519}"/>
          </ac:spMkLst>
        </pc:spChg>
        <pc:spChg chg="mod">
          <ac:chgData name="Mengmeng Ge" userId="bb5bc401-97cb-4caf-9857-8ff441375414" providerId="ADAL" clId="{057586E9-EDF7-4CE0-A6BD-E5A8C17908E8}" dt="2024-04-19T06:49:04.782" v="5923" actId="1076"/>
          <ac:spMkLst>
            <pc:docMk/>
            <pc:sldMk cId="2868541810" sldId="667"/>
            <ac:spMk id="8" creationId="{4BE86D2A-2D49-4AF2-B0C3-FEAA5795C724}"/>
          </ac:spMkLst>
        </pc:spChg>
        <pc:spChg chg="mod">
          <ac:chgData name="Mengmeng Ge" userId="bb5bc401-97cb-4caf-9857-8ff441375414" providerId="ADAL" clId="{057586E9-EDF7-4CE0-A6BD-E5A8C17908E8}" dt="2024-04-19T06:49:04.782" v="5923" actId="1076"/>
          <ac:spMkLst>
            <pc:docMk/>
            <pc:sldMk cId="2868541810" sldId="667"/>
            <ac:spMk id="9" creationId="{9707D7E3-47F3-CA05-C1B6-95B1387A382E}"/>
          </ac:spMkLst>
        </pc:spChg>
        <pc:spChg chg="mod">
          <ac:chgData name="Mengmeng Ge" userId="bb5bc401-97cb-4caf-9857-8ff441375414" providerId="ADAL" clId="{057586E9-EDF7-4CE0-A6BD-E5A8C17908E8}" dt="2024-04-19T06:49:04.782" v="5923" actId="1076"/>
          <ac:spMkLst>
            <pc:docMk/>
            <pc:sldMk cId="2868541810" sldId="667"/>
            <ac:spMk id="10" creationId="{6DA9A35F-B199-5AA8-3401-5B29454161D4}"/>
          </ac:spMkLst>
        </pc:spChg>
        <pc:spChg chg="mod">
          <ac:chgData name="Mengmeng Ge" userId="bb5bc401-97cb-4caf-9857-8ff441375414" providerId="ADAL" clId="{057586E9-EDF7-4CE0-A6BD-E5A8C17908E8}" dt="2024-04-19T06:49:04.782" v="5923" actId="1076"/>
          <ac:spMkLst>
            <pc:docMk/>
            <pc:sldMk cId="2868541810" sldId="667"/>
            <ac:spMk id="11" creationId="{761909BC-4AD4-F12A-C893-A614E0AA80F4}"/>
          </ac:spMkLst>
        </pc:spChg>
        <pc:spChg chg="mod">
          <ac:chgData name="Mengmeng Ge" userId="bb5bc401-97cb-4caf-9857-8ff441375414" providerId="ADAL" clId="{057586E9-EDF7-4CE0-A6BD-E5A8C17908E8}" dt="2024-04-19T06:49:04.782" v="5923" actId="1076"/>
          <ac:spMkLst>
            <pc:docMk/>
            <pc:sldMk cId="2868541810" sldId="667"/>
            <ac:spMk id="12" creationId="{DF4E8235-2B2B-FEFB-53B9-5AAE34A397A9}"/>
          </ac:spMkLst>
        </pc:spChg>
        <pc:spChg chg="mod">
          <ac:chgData name="Mengmeng Ge" userId="bb5bc401-97cb-4caf-9857-8ff441375414" providerId="ADAL" clId="{057586E9-EDF7-4CE0-A6BD-E5A8C17908E8}" dt="2024-04-19T06:49:04.782" v="5923" actId="1076"/>
          <ac:spMkLst>
            <pc:docMk/>
            <pc:sldMk cId="2868541810" sldId="667"/>
            <ac:spMk id="13" creationId="{258CEE7B-2C0F-7B0F-6BB5-88B7230E3878}"/>
          </ac:spMkLst>
        </pc:spChg>
        <pc:spChg chg="mod">
          <ac:chgData name="Mengmeng Ge" userId="bb5bc401-97cb-4caf-9857-8ff441375414" providerId="ADAL" clId="{057586E9-EDF7-4CE0-A6BD-E5A8C17908E8}" dt="2024-04-19T06:49:04.782" v="5923" actId="1076"/>
          <ac:spMkLst>
            <pc:docMk/>
            <pc:sldMk cId="2868541810" sldId="667"/>
            <ac:spMk id="14" creationId="{2A4466B9-01BD-AA53-5005-A8F523778355}"/>
          </ac:spMkLst>
        </pc:spChg>
        <pc:spChg chg="mod">
          <ac:chgData name="Mengmeng Ge" userId="bb5bc401-97cb-4caf-9857-8ff441375414" providerId="ADAL" clId="{057586E9-EDF7-4CE0-A6BD-E5A8C17908E8}" dt="2024-04-19T06:49:04.782" v="5923" actId="1076"/>
          <ac:spMkLst>
            <pc:docMk/>
            <pc:sldMk cId="2868541810" sldId="667"/>
            <ac:spMk id="15" creationId="{343B3C1C-FEA0-6BD3-49C0-E5D2F45E4302}"/>
          </ac:spMkLst>
        </pc:spChg>
        <pc:spChg chg="mod">
          <ac:chgData name="Mengmeng Ge" userId="bb5bc401-97cb-4caf-9857-8ff441375414" providerId="ADAL" clId="{057586E9-EDF7-4CE0-A6BD-E5A8C17908E8}" dt="2024-04-19T06:49:04.782" v="5923" actId="1076"/>
          <ac:spMkLst>
            <pc:docMk/>
            <pc:sldMk cId="2868541810" sldId="667"/>
            <ac:spMk id="16" creationId="{AAAD72BD-6E04-D902-5598-C0229D3A2D3A}"/>
          </ac:spMkLst>
        </pc:spChg>
        <pc:spChg chg="mod">
          <ac:chgData name="Mengmeng Ge" userId="bb5bc401-97cb-4caf-9857-8ff441375414" providerId="ADAL" clId="{057586E9-EDF7-4CE0-A6BD-E5A8C17908E8}" dt="2024-04-19T06:49:04.782" v="5923" actId="1076"/>
          <ac:spMkLst>
            <pc:docMk/>
            <pc:sldMk cId="2868541810" sldId="667"/>
            <ac:spMk id="19" creationId="{8C07EC40-B859-4CDB-B5C5-0264F719D2E7}"/>
          </ac:spMkLst>
        </pc:spChg>
        <pc:spChg chg="mod">
          <ac:chgData name="Mengmeng Ge" userId="bb5bc401-97cb-4caf-9857-8ff441375414" providerId="ADAL" clId="{057586E9-EDF7-4CE0-A6BD-E5A8C17908E8}" dt="2024-04-19T06:49:04.782" v="5923" actId="1076"/>
          <ac:spMkLst>
            <pc:docMk/>
            <pc:sldMk cId="2868541810" sldId="667"/>
            <ac:spMk id="20" creationId="{33134124-BD4B-224E-7026-67E4B9B0B173}"/>
          </ac:spMkLst>
        </pc:spChg>
        <pc:spChg chg="mod">
          <ac:chgData name="Mengmeng Ge" userId="bb5bc401-97cb-4caf-9857-8ff441375414" providerId="ADAL" clId="{057586E9-EDF7-4CE0-A6BD-E5A8C17908E8}" dt="2024-04-19T06:49:04.782" v="5923" actId="1076"/>
          <ac:spMkLst>
            <pc:docMk/>
            <pc:sldMk cId="2868541810" sldId="667"/>
            <ac:spMk id="21" creationId="{26CA5DA1-108C-0E87-8B3A-FDE0B38E0C27}"/>
          </ac:spMkLst>
        </pc:spChg>
        <pc:spChg chg="mod">
          <ac:chgData name="Mengmeng Ge" userId="bb5bc401-97cb-4caf-9857-8ff441375414" providerId="ADAL" clId="{057586E9-EDF7-4CE0-A6BD-E5A8C17908E8}" dt="2024-04-19T06:49:04.782" v="5923" actId="1076"/>
          <ac:spMkLst>
            <pc:docMk/>
            <pc:sldMk cId="2868541810" sldId="667"/>
            <ac:spMk id="23" creationId="{F6D9A3D8-94CA-2243-05F8-EBC29166714F}"/>
          </ac:spMkLst>
        </pc:spChg>
        <pc:spChg chg="mod">
          <ac:chgData name="Mengmeng Ge" userId="bb5bc401-97cb-4caf-9857-8ff441375414" providerId="ADAL" clId="{057586E9-EDF7-4CE0-A6BD-E5A8C17908E8}" dt="2024-04-19T06:49:04.782" v="5923" actId="1076"/>
          <ac:spMkLst>
            <pc:docMk/>
            <pc:sldMk cId="2868541810" sldId="667"/>
            <ac:spMk id="24" creationId="{8AEB56F7-5AE9-1486-2F94-24CCBC11BEE3}"/>
          </ac:spMkLst>
        </pc:spChg>
        <pc:spChg chg="mod">
          <ac:chgData name="Mengmeng Ge" userId="bb5bc401-97cb-4caf-9857-8ff441375414" providerId="ADAL" clId="{057586E9-EDF7-4CE0-A6BD-E5A8C17908E8}" dt="2024-04-19T06:49:04.782" v="5923" actId="1076"/>
          <ac:spMkLst>
            <pc:docMk/>
            <pc:sldMk cId="2868541810" sldId="667"/>
            <ac:spMk id="25" creationId="{526E85CB-9FC7-7F6C-6AB3-E8DFE936ACF6}"/>
          </ac:spMkLst>
        </pc:spChg>
        <pc:spChg chg="mod">
          <ac:chgData name="Mengmeng Ge" userId="bb5bc401-97cb-4caf-9857-8ff441375414" providerId="ADAL" clId="{057586E9-EDF7-4CE0-A6BD-E5A8C17908E8}" dt="2024-04-19T06:49:04.782" v="5923" actId="1076"/>
          <ac:spMkLst>
            <pc:docMk/>
            <pc:sldMk cId="2868541810" sldId="667"/>
            <ac:spMk id="26" creationId="{DB23631E-BE5B-ABC3-450C-CE8017518793}"/>
          </ac:spMkLst>
        </pc:spChg>
        <pc:spChg chg="mod">
          <ac:chgData name="Mengmeng Ge" userId="bb5bc401-97cb-4caf-9857-8ff441375414" providerId="ADAL" clId="{057586E9-EDF7-4CE0-A6BD-E5A8C17908E8}" dt="2024-04-19T06:49:04.782" v="5923" actId="1076"/>
          <ac:spMkLst>
            <pc:docMk/>
            <pc:sldMk cId="2868541810" sldId="667"/>
            <ac:spMk id="27" creationId="{E456A5C3-D107-BE96-53B6-EF0E7E2F87AF}"/>
          </ac:spMkLst>
        </pc:spChg>
        <pc:spChg chg="mod">
          <ac:chgData name="Mengmeng Ge" userId="bb5bc401-97cb-4caf-9857-8ff441375414" providerId="ADAL" clId="{057586E9-EDF7-4CE0-A6BD-E5A8C17908E8}" dt="2024-04-19T06:49:04.782" v="5923" actId="1076"/>
          <ac:spMkLst>
            <pc:docMk/>
            <pc:sldMk cId="2868541810" sldId="667"/>
            <ac:spMk id="28" creationId="{EABFAA21-755F-A301-BAF6-74D17B0E8DAA}"/>
          </ac:spMkLst>
        </pc:spChg>
        <pc:spChg chg="mod">
          <ac:chgData name="Mengmeng Ge" userId="bb5bc401-97cb-4caf-9857-8ff441375414" providerId="ADAL" clId="{057586E9-EDF7-4CE0-A6BD-E5A8C17908E8}" dt="2024-04-19T06:49:04.782" v="5923" actId="1076"/>
          <ac:spMkLst>
            <pc:docMk/>
            <pc:sldMk cId="2868541810" sldId="667"/>
            <ac:spMk id="29" creationId="{8E60FA15-6B6B-D7E2-0571-01578DA2E0BC}"/>
          </ac:spMkLst>
        </pc:spChg>
        <pc:spChg chg="mod">
          <ac:chgData name="Mengmeng Ge" userId="bb5bc401-97cb-4caf-9857-8ff441375414" providerId="ADAL" clId="{057586E9-EDF7-4CE0-A6BD-E5A8C17908E8}" dt="2024-04-19T06:49:04.782" v="5923" actId="1076"/>
          <ac:spMkLst>
            <pc:docMk/>
            <pc:sldMk cId="2868541810" sldId="667"/>
            <ac:spMk id="31" creationId="{2DD51AF6-FBD5-1484-80CE-EB0271477B4D}"/>
          </ac:spMkLst>
        </pc:spChg>
        <pc:spChg chg="mod">
          <ac:chgData name="Mengmeng Ge" userId="bb5bc401-97cb-4caf-9857-8ff441375414" providerId="ADAL" clId="{057586E9-EDF7-4CE0-A6BD-E5A8C17908E8}" dt="2024-04-19T06:49:04.782" v="5923" actId="1076"/>
          <ac:spMkLst>
            <pc:docMk/>
            <pc:sldMk cId="2868541810" sldId="667"/>
            <ac:spMk id="32" creationId="{9FA94C70-16D7-3CB9-D0AE-DE573B9253FA}"/>
          </ac:spMkLst>
        </pc:spChg>
        <pc:spChg chg="mod">
          <ac:chgData name="Mengmeng Ge" userId="bb5bc401-97cb-4caf-9857-8ff441375414" providerId="ADAL" clId="{057586E9-EDF7-4CE0-A6BD-E5A8C17908E8}" dt="2024-04-19T06:49:04.782" v="5923" actId="1076"/>
          <ac:spMkLst>
            <pc:docMk/>
            <pc:sldMk cId="2868541810" sldId="667"/>
            <ac:spMk id="33" creationId="{D2AF2CE9-4BB3-5F0F-65AF-DA50DE8B2A96}"/>
          </ac:spMkLst>
        </pc:spChg>
        <pc:spChg chg="mod">
          <ac:chgData name="Mengmeng Ge" userId="bb5bc401-97cb-4caf-9857-8ff441375414" providerId="ADAL" clId="{057586E9-EDF7-4CE0-A6BD-E5A8C17908E8}" dt="2024-04-19T06:49:04.782" v="5923" actId="1076"/>
          <ac:spMkLst>
            <pc:docMk/>
            <pc:sldMk cId="2868541810" sldId="667"/>
            <ac:spMk id="34" creationId="{23FF2AEA-2E6E-71C3-8165-2DF82804C024}"/>
          </ac:spMkLst>
        </pc:spChg>
        <pc:spChg chg="mod">
          <ac:chgData name="Mengmeng Ge" userId="bb5bc401-97cb-4caf-9857-8ff441375414" providerId="ADAL" clId="{057586E9-EDF7-4CE0-A6BD-E5A8C17908E8}" dt="2024-04-19T06:49:04.782" v="5923" actId="1076"/>
          <ac:spMkLst>
            <pc:docMk/>
            <pc:sldMk cId="2868541810" sldId="667"/>
            <ac:spMk id="35" creationId="{1C0ED577-9D68-3E4E-9EF6-4D4A496373FC}"/>
          </ac:spMkLst>
        </pc:spChg>
        <pc:spChg chg="mod">
          <ac:chgData name="Mengmeng Ge" userId="bb5bc401-97cb-4caf-9857-8ff441375414" providerId="ADAL" clId="{057586E9-EDF7-4CE0-A6BD-E5A8C17908E8}" dt="2024-04-19T06:49:04.782" v="5923" actId="1076"/>
          <ac:spMkLst>
            <pc:docMk/>
            <pc:sldMk cId="2868541810" sldId="667"/>
            <ac:spMk id="36" creationId="{55F4F452-7176-4F5D-EC1D-01C2C3BC679D}"/>
          </ac:spMkLst>
        </pc:spChg>
        <pc:spChg chg="mod">
          <ac:chgData name="Mengmeng Ge" userId="bb5bc401-97cb-4caf-9857-8ff441375414" providerId="ADAL" clId="{057586E9-EDF7-4CE0-A6BD-E5A8C17908E8}" dt="2024-04-19T06:49:04.782" v="5923" actId="1076"/>
          <ac:spMkLst>
            <pc:docMk/>
            <pc:sldMk cId="2868541810" sldId="667"/>
            <ac:spMk id="37" creationId="{5B06393E-453A-2B69-53A6-3C7F3E37CB99}"/>
          </ac:spMkLst>
        </pc:spChg>
        <pc:spChg chg="mod">
          <ac:chgData name="Mengmeng Ge" userId="bb5bc401-97cb-4caf-9857-8ff441375414" providerId="ADAL" clId="{057586E9-EDF7-4CE0-A6BD-E5A8C17908E8}" dt="2024-04-19T06:49:04.782" v="5923" actId="1076"/>
          <ac:spMkLst>
            <pc:docMk/>
            <pc:sldMk cId="2868541810" sldId="667"/>
            <ac:spMk id="39" creationId="{52BD7C0E-04C3-4951-C78B-7943C7C9A078}"/>
          </ac:spMkLst>
        </pc:spChg>
        <pc:spChg chg="mod">
          <ac:chgData name="Mengmeng Ge" userId="bb5bc401-97cb-4caf-9857-8ff441375414" providerId="ADAL" clId="{057586E9-EDF7-4CE0-A6BD-E5A8C17908E8}" dt="2024-04-19T06:49:04.782" v="5923" actId="1076"/>
          <ac:spMkLst>
            <pc:docMk/>
            <pc:sldMk cId="2868541810" sldId="667"/>
            <ac:spMk id="40" creationId="{75F3168E-DD63-54F2-619C-237F76E3A1CC}"/>
          </ac:spMkLst>
        </pc:spChg>
        <pc:spChg chg="mod">
          <ac:chgData name="Mengmeng Ge" userId="bb5bc401-97cb-4caf-9857-8ff441375414" providerId="ADAL" clId="{057586E9-EDF7-4CE0-A6BD-E5A8C17908E8}" dt="2024-04-19T06:49:04.782" v="5923" actId="1076"/>
          <ac:spMkLst>
            <pc:docMk/>
            <pc:sldMk cId="2868541810" sldId="667"/>
            <ac:spMk id="41" creationId="{C435735B-6A89-FFF2-50D9-8E8134A76711}"/>
          </ac:spMkLst>
        </pc:spChg>
        <pc:spChg chg="mod">
          <ac:chgData name="Mengmeng Ge" userId="bb5bc401-97cb-4caf-9857-8ff441375414" providerId="ADAL" clId="{057586E9-EDF7-4CE0-A6BD-E5A8C17908E8}" dt="2024-04-19T06:49:04.782" v="5923" actId="1076"/>
          <ac:spMkLst>
            <pc:docMk/>
            <pc:sldMk cId="2868541810" sldId="667"/>
            <ac:spMk id="42" creationId="{16FF8D80-DFCA-AC0E-4F84-F96E4398C993}"/>
          </ac:spMkLst>
        </pc:spChg>
        <pc:spChg chg="add mod">
          <ac:chgData name="Mengmeng Ge" userId="bb5bc401-97cb-4caf-9857-8ff441375414" providerId="ADAL" clId="{057586E9-EDF7-4CE0-A6BD-E5A8C17908E8}" dt="2024-04-19T06:11:01.511" v="5758" actId="1036"/>
          <ac:spMkLst>
            <pc:docMk/>
            <pc:sldMk cId="2868541810" sldId="667"/>
            <ac:spMk id="43" creationId="{A56D91D8-5CD6-5DBB-DAEC-1A7B5220D60E}"/>
          </ac:spMkLst>
        </pc:spChg>
        <pc:spChg chg="add mod">
          <ac:chgData name="Mengmeng Ge" userId="bb5bc401-97cb-4caf-9857-8ff441375414" providerId="ADAL" clId="{057586E9-EDF7-4CE0-A6BD-E5A8C17908E8}" dt="2024-04-19T06:11:01.511" v="5758" actId="1036"/>
          <ac:spMkLst>
            <pc:docMk/>
            <pc:sldMk cId="2868541810" sldId="667"/>
            <ac:spMk id="44" creationId="{0F67C006-D0C5-EAD9-5378-03B3AB1BC9A3}"/>
          </ac:spMkLst>
        </pc:spChg>
        <pc:spChg chg="add mod">
          <ac:chgData name="Mengmeng Ge" userId="bb5bc401-97cb-4caf-9857-8ff441375414" providerId="ADAL" clId="{057586E9-EDF7-4CE0-A6BD-E5A8C17908E8}" dt="2024-04-19T06:11:01.511" v="5758" actId="1036"/>
          <ac:spMkLst>
            <pc:docMk/>
            <pc:sldMk cId="2868541810" sldId="667"/>
            <ac:spMk id="45" creationId="{4A941D4C-161B-BC77-B1DB-9B46993DD914}"/>
          </ac:spMkLst>
        </pc:spChg>
        <pc:spChg chg="add mod">
          <ac:chgData name="Mengmeng Ge" userId="bb5bc401-97cb-4caf-9857-8ff441375414" providerId="ADAL" clId="{057586E9-EDF7-4CE0-A6BD-E5A8C17908E8}" dt="2024-04-19T06:11:01.511" v="5758" actId="1036"/>
          <ac:spMkLst>
            <pc:docMk/>
            <pc:sldMk cId="2868541810" sldId="667"/>
            <ac:spMk id="46" creationId="{66DB781D-336E-8380-6012-9D94E084AD6F}"/>
          </ac:spMkLst>
        </pc:spChg>
        <pc:spChg chg="add del mod">
          <ac:chgData name="Mengmeng Ge" userId="bb5bc401-97cb-4caf-9857-8ff441375414" providerId="ADAL" clId="{057586E9-EDF7-4CE0-A6BD-E5A8C17908E8}" dt="2024-04-19T06:10:33.155" v="5745" actId="478"/>
          <ac:spMkLst>
            <pc:docMk/>
            <pc:sldMk cId="2868541810" sldId="667"/>
            <ac:spMk id="47" creationId="{E4DF13EE-3695-C275-9C0D-CFDDC729A8F4}"/>
          </ac:spMkLst>
        </pc:spChg>
        <pc:spChg chg="add mod">
          <ac:chgData name="Mengmeng Ge" userId="bb5bc401-97cb-4caf-9857-8ff441375414" providerId="ADAL" clId="{057586E9-EDF7-4CE0-A6BD-E5A8C17908E8}" dt="2024-04-19T06:11:01.511" v="5758" actId="1036"/>
          <ac:spMkLst>
            <pc:docMk/>
            <pc:sldMk cId="2868541810" sldId="667"/>
            <ac:spMk id="48" creationId="{E15EE68B-58E9-4CBA-7A72-7203071C62F3}"/>
          </ac:spMkLst>
        </pc:spChg>
        <pc:spChg chg="add mod">
          <ac:chgData name="Mengmeng Ge" userId="bb5bc401-97cb-4caf-9857-8ff441375414" providerId="ADAL" clId="{057586E9-EDF7-4CE0-A6BD-E5A8C17908E8}" dt="2024-04-19T06:11:01.511" v="5758" actId="1036"/>
          <ac:spMkLst>
            <pc:docMk/>
            <pc:sldMk cId="2868541810" sldId="667"/>
            <ac:spMk id="49" creationId="{1B63F452-B15C-008A-E23E-34F6749ACE4E}"/>
          </ac:spMkLst>
        </pc:spChg>
        <pc:spChg chg="add mod">
          <ac:chgData name="Mengmeng Ge" userId="bb5bc401-97cb-4caf-9857-8ff441375414" providerId="ADAL" clId="{057586E9-EDF7-4CE0-A6BD-E5A8C17908E8}" dt="2024-04-19T06:11:01.511" v="5758" actId="1036"/>
          <ac:spMkLst>
            <pc:docMk/>
            <pc:sldMk cId="2868541810" sldId="667"/>
            <ac:spMk id="50" creationId="{2DAA60EC-895E-3036-EB4E-A7F77034ECD9}"/>
          </ac:spMkLst>
        </pc:spChg>
        <pc:spChg chg="add mod">
          <ac:chgData name="Mengmeng Ge" userId="bb5bc401-97cb-4caf-9857-8ff441375414" providerId="ADAL" clId="{057586E9-EDF7-4CE0-A6BD-E5A8C17908E8}" dt="2024-04-19T06:11:01.511" v="5758" actId="1036"/>
          <ac:spMkLst>
            <pc:docMk/>
            <pc:sldMk cId="2868541810" sldId="667"/>
            <ac:spMk id="51" creationId="{18057E3E-E640-1727-BB60-FC35898769E8}"/>
          </ac:spMkLst>
        </pc:spChg>
        <pc:spChg chg="add mod">
          <ac:chgData name="Mengmeng Ge" userId="bb5bc401-97cb-4caf-9857-8ff441375414" providerId="ADAL" clId="{057586E9-EDF7-4CE0-A6BD-E5A8C17908E8}" dt="2024-04-19T06:11:01.511" v="5758" actId="1036"/>
          <ac:spMkLst>
            <pc:docMk/>
            <pc:sldMk cId="2868541810" sldId="667"/>
            <ac:spMk id="52" creationId="{B4A3210A-4776-A639-016A-5E7D6C271CE7}"/>
          </ac:spMkLst>
        </pc:spChg>
        <pc:spChg chg="add del mod">
          <ac:chgData name="Mengmeng Ge" userId="bb5bc401-97cb-4caf-9857-8ff441375414" providerId="ADAL" clId="{057586E9-EDF7-4CE0-A6BD-E5A8C17908E8}" dt="2024-04-19T06:04:28.114" v="5728" actId="478"/>
          <ac:spMkLst>
            <pc:docMk/>
            <pc:sldMk cId="2868541810" sldId="667"/>
            <ac:spMk id="64" creationId="{8C16D4C3-ED13-5517-A7BF-D78254DB2BBB}"/>
          </ac:spMkLst>
        </pc:spChg>
        <pc:spChg chg="add mod">
          <ac:chgData name="Mengmeng Ge" userId="bb5bc401-97cb-4caf-9857-8ff441375414" providerId="ADAL" clId="{057586E9-EDF7-4CE0-A6BD-E5A8C17908E8}" dt="2024-04-19T06:49:07.433" v="5924" actId="1076"/>
          <ac:spMkLst>
            <pc:docMk/>
            <pc:sldMk cId="2868541810" sldId="667"/>
            <ac:spMk id="66" creationId="{582AFD50-94E9-0859-C1ED-BA3049E077CE}"/>
          </ac:spMkLst>
        </pc:spChg>
        <pc:spChg chg="mod">
          <ac:chgData name="Mengmeng Ge" userId="bb5bc401-97cb-4caf-9857-8ff441375414" providerId="ADAL" clId="{057586E9-EDF7-4CE0-A6BD-E5A8C17908E8}" dt="2024-04-19T06:11:01.511" v="5758" actId="1036"/>
          <ac:spMkLst>
            <pc:docMk/>
            <pc:sldMk cId="2868541810" sldId="667"/>
            <ac:spMk id="68" creationId="{F2FC0906-42D4-44BE-9D22-289FA19EAD48}"/>
          </ac:spMkLst>
        </pc:spChg>
        <pc:spChg chg="mod">
          <ac:chgData name="Mengmeng Ge" userId="bb5bc401-97cb-4caf-9857-8ff441375414" providerId="ADAL" clId="{057586E9-EDF7-4CE0-A6BD-E5A8C17908E8}" dt="2024-04-19T06:11:01.511" v="5758" actId="1036"/>
          <ac:spMkLst>
            <pc:docMk/>
            <pc:sldMk cId="2868541810" sldId="667"/>
            <ac:spMk id="69" creationId="{620254EC-1D68-4DEA-ACDB-67A718C29932}"/>
          </ac:spMkLst>
        </pc:spChg>
        <pc:grpChg chg="add mod">
          <ac:chgData name="Mengmeng Ge" userId="bb5bc401-97cb-4caf-9857-8ff441375414" providerId="ADAL" clId="{057586E9-EDF7-4CE0-A6BD-E5A8C17908E8}" dt="2024-04-19T06:49:04.782" v="5923" actId="1076"/>
          <ac:grpSpMkLst>
            <pc:docMk/>
            <pc:sldMk cId="2868541810" sldId="667"/>
            <ac:grpSpMk id="7" creationId="{C011F963-DA5C-3414-40FE-71B8B9B4FF4B}"/>
          </ac:grpSpMkLst>
        </pc:grpChg>
        <pc:grpChg chg="mod">
          <ac:chgData name="Mengmeng Ge" userId="bb5bc401-97cb-4caf-9857-8ff441375414" providerId="ADAL" clId="{057586E9-EDF7-4CE0-A6BD-E5A8C17908E8}" dt="2024-04-19T06:49:04.782" v="5923" actId="1076"/>
          <ac:grpSpMkLst>
            <pc:docMk/>
            <pc:sldMk cId="2868541810" sldId="667"/>
            <ac:grpSpMk id="17" creationId="{DAFA486F-D186-4E41-ACA0-806CDD0DB556}"/>
          </ac:grpSpMkLst>
        </pc:grpChg>
        <pc:grpChg chg="mod">
          <ac:chgData name="Mengmeng Ge" userId="bb5bc401-97cb-4caf-9857-8ff441375414" providerId="ADAL" clId="{057586E9-EDF7-4CE0-A6BD-E5A8C17908E8}" dt="2024-04-19T06:49:04.782" v="5923" actId="1076"/>
          <ac:grpSpMkLst>
            <pc:docMk/>
            <pc:sldMk cId="2868541810" sldId="667"/>
            <ac:grpSpMk id="18" creationId="{596118DB-CA7C-03C6-F3FE-E7737272989A}"/>
          </ac:grpSpMkLst>
        </pc:grpChg>
        <pc:grpChg chg="mod">
          <ac:chgData name="Mengmeng Ge" userId="bb5bc401-97cb-4caf-9857-8ff441375414" providerId="ADAL" clId="{057586E9-EDF7-4CE0-A6BD-E5A8C17908E8}" dt="2024-04-19T06:49:04.782" v="5923" actId="1076"/>
          <ac:grpSpMkLst>
            <pc:docMk/>
            <pc:sldMk cId="2868541810" sldId="667"/>
            <ac:grpSpMk id="22" creationId="{314A143B-07A1-C295-5CAB-322438F8F4D8}"/>
          </ac:grpSpMkLst>
        </pc:grpChg>
        <pc:grpChg chg="mod">
          <ac:chgData name="Mengmeng Ge" userId="bb5bc401-97cb-4caf-9857-8ff441375414" providerId="ADAL" clId="{057586E9-EDF7-4CE0-A6BD-E5A8C17908E8}" dt="2024-04-19T06:49:04.782" v="5923" actId="1076"/>
          <ac:grpSpMkLst>
            <pc:docMk/>
            <pc:sldMk cId="2868541810" sldId="667"/>
            <ac:grpSpMk id="30" creationId="{7A4766D6-7287-103B-4DC3-22F890C4D471}"/>
          </ac:grpSpMkLst>
        </pc:grpChg>
        <pc:grpChg chg="mod">
          <ac:chgData name="Mengmeng Ge" userId="bb5bc401-97cb-4caf-9857-8ff441375414" providerId="ADAL" clId="{057586E9-EDF7-4CE0-A6BD-E5A8C17908E8}" dt="2024-04-19T06:49:04.782" v="5923" actId="1076"/>
          <ac:grpSpMkLst>
            <pc:docMk/>
            <pc:sldMk cId="2868541810" sldId="667"/>
            <ac:grpSpMk id="38" creationId="{2F55ECFE-19C8-6733-C2CB-10FE2CA1E295}"/>
          </ac:grpSpMkLst>
        </pc:grpChg>
        <pc:grpChg chg="add mod">
          <ac:chgData name="Mengmeng Ge" userId="bb5bc401-97cb-4caf-9857-8ff441375414" providerId="ADAL" clId="{057586E9-EDF7-4CE0-A6BD-E5A8C17908E8}" dt="2024-04-19T06:20:24.772" v="5817" actId="1076"/>
          <ac:grpSpMkLst>
            <pc:docMk/>
            <pc:sldMk cId="2868541810" sldId="667"/>
            <ac:grpSpMk id="67" creationId="{8E106AE4-117E-B159-95F1-4E5246C45B07}"/>
          </ac:grpSpMkLst>
        </pc:grpChg>
        <pc:graphicFrameChg chg="add mod modGraphic">
          <ac:chgData name="Mengmeng Ge" userId="bb5bc401-97cb-4caf-9857-8ff441375414" providerId="ADAL" clId="{057586E9-EDF7-4CE0-A6BD-E5A8C17908E8}" dt="2024-04-19T06:33:25.753" v="5852" actId="2165"/>
          <ac:graphicFrameMkLst>
            <pc:docMk/>
            <pc:sldMk cId="2868541810" sldId="667"/>
            <ac:graphicFrameMk id="53" creationId="{7D0198DA-496A-52F6-CB23-9AAF5F27CB65}"/>
          </ac:graphicFrameMkLst>
        </pc:graphicFrameChg>
        <pc:graphicFrameChg chg="add mod">
          <ac:chgData name="Mengmeng Ge" userId="bb5bc401-97cb-4caf-9857-8ff441375414" providerId="ADAL" clId="{057586E9-EDF7-4CE0-A6BD-E5A8C17908E8}" dt="2024-04-19T06:11:01.511" v="5758" actId="1036"/>
          <ac:graphicFrameMkLst>
            <pc:docMk/>
            <pc:sldMk cId="2868541810" sldId="667"/>
            <ac:graphicFrameMk id="54" creationId="{C6BB635B-10F7-8288-A0E5-3C7D864C6569}"/>
          </ac:graphicFrameMkLst>
        </pc:graphicFrameChg>
        <pc:graphicFrameChg chg="add mod modGraphic">
          <ac:chgData name="Mengmeng Ge" userId="bb5bc401-97cb-4caf-9857-8ff441375414" providerId="ADAL" clId="{057586E9-EDF7-4CE0-A6BD-E5A8C17908E8}" dt="2024-04-19T06:30:01.214" v="5829" actId="20577"/>
          <ac:graphicFrameMkLst>
            <pc:docMk/>
            <pc:sldMk cId="2868541810" sldId="667"/>
            <ac:graphicFrameMk id="55" creationId="{E2443642-1673-E93B-1A91-F65730E9B4AF}"/>
          </ac:graphicFrameMkLst>
        </pc:graphicFrameChg>
        <pc:graphicFrameChg chg="add mod">
          <ac:chgData name="Mengmeng Ge" userId="bb5bc401-97cb-4caf-9857-8ff441375414" providerId="ADAL" clId="{057586E9-EDF7-4CE0-A6BD-E5A8C17908E8}" dt="2024-04-19T06:11:01.511" v="5758" actId="1036"/>
          <ac:graphicFrameMkLst>
            <pc:docMk/>
            <pc:sldMk cId="2868541810" sldId="667"/>
            <ac:graphicFrameMk id="56" creationId="{187AC469-F42D-5CBC-7C13-84C06943FF9E}"/>
          </ac:graphicFrameMkLst>
        </pc:graphicFrameChg>
        <pc:graphicFrameChg chg="add mod modGraphic">
          <ac:chgData name="Mengmeng Ge" userId="bb5bc401-97cb-4caf-9857-8ff441375414" providerId="ADAL" clId="{057586E9-EDF7-4CE0-A6BD-E5A8C17908E8}" dt="2024-04-19T06:31:44.711" v="5847" actId="20577"/>
          <ac:graphicFrameMkLst>
            <pc:docMk/>
            <pc:sldMk cId="2868541810" sldId="667"/>
            <ac:graphicFrameMk id="57" creationId="{BA35A263-07DA-4CA6-5651-E713CB314953}"/>
          </ac:graphicFrameMkLst>
        </pc:graphicFrameChg>
        <pc:graphicFrameChg chg="add mod modGraphic">
          <ac:chgData name="Mengmeng Ge" userId="bb5bc401-97cb-4caf-9857-8ff441375414" providerId="ADAL" clId="{057586E9-EDF7-4CE0-A6BD-E5A8C17908E8}" dt="2024-04-19T06:31:09.547" v="5841" actId="14734"/>
          <ac:graphicFrameMkLst>
            <pc:docMk/>
            <pc:sldMk cId="2868541810" sldId="667"/>
            <ac:graphicFrameMk id="58" creationId="{DDA5D6C6-2CA3-428F-5005-B42F9BF93AAC}"/>
          </ac:graphicFrameMkLst>
        </pc:graphicFrameChg>
        <pc:graphicFrameChg chg="add mod modGraphic">
          <ac:chgData name="Mengmeng Ge" userId="bb5bc401-97cb-4caf-9857-8ff441375414" providerId="ADAL" clId="{057586E9-EDF7-4CE0-A6BD-E5A8C17908E8}" dt="2024-04-19T06:31:54.044" v="5850" actId="20577"/>
          <ac:graphicFrameMkLst>
            <pc:docMk/>
            <pc:sldMk cId="2868541810" sldId="667"/>
            <ac:graphicFrameMk id="59" creationId="{9F3581BA-DB20-C883-83A8-DD512F29E1ED}"/>
          </ac:graphicFrameMkLst>
        </pc:graphicFrameChg>
        <pc:graphicFrameChg chg="add mod modGraphic">
          <ac:chgData name="Mengmeng Ge" userId="bb5bc401-97cb-4caf-9857-8ff441375414" providerId="ADAL" clId="{057586E9-EDF7-4CE0-A6BD-E5A8C17908E8}" dt="2024-04-19T06:35:11.568" v="5858" actId="20577"/>
          <ac:graphicFrameMkLst>
            <pc:docMk/>
            <pc:sldMk cId="2868541810" sldId="667"/>
            <ac:graphicFrameMk id="60" creationId="{2C96DB10-F524-32D7-5E32-C484C40C1ECE}"/>
          </ac:graphicFrameMkLst>
        </pc:graphicFrameChg>
        <pc:graphicFrameChg chg="add mod">
          <ac:chgData name="Mengmeng Ge" userId="bb5bc401-97cb-4caf-9857-8ff441375414" providerId="ADAL" clId="{057586E9-EDF7-4CE0-A6BD-E5A8C17908E8}" dt="2024-04-19T06:11:01.511" v="5758" actId="1036"/>
          <ac:graphicFrameMkLst>
            <pc:docMk/>
            <pc:sldMk cId="2868541810" sldId="667"/>
            <ac:graphicFrameMk id="61" creationId="{34EE0F98-5F67-79C4-D75D-0F64B45C86C2}"/>
          </ac:graphicFrameMkLst>
        </pc:graphicFrameChg>
        <pc:graphicFrameChg chg="add mod">
          <ac:chgData name="Mengmeng Ge" userId="bb5bc401-97cb-4caf-9857-8ff441375414" providerId="ADAL" clId="{057586E9-EDF7-4CE0-A6BD-E5A8C17908E8}" dt="2024-04-19T06:11:01.511" v="5758" actId="1036"/>
          <ac:graphicFrameMkLst>
            <pc:docMk/>
            <pc:sldMk cId="2868541810" sldId="667"/>
            <ac:graphicFrameMk id="62" creationId="{1FCB9EBA-D8E5-8079-26CB-63E5FF01025F}"/>
          </ac:graphicFrameMkLst>
        </pc:graphicFrameChg>
      </pc:sldChg>
      <pc:sldMasterChg chg="addSldLayout delSldLayout">
        <pc:chgData name="Mengmeng Ge" userId="bb5bc401-97cb-4caf-9857-8ff441375414" providerId="ADAL" clId="{057586E9-EDF7-4CE0-A6BD-E5A8C17908E8}" dt="2024-04-19T00:35:51.985" v="4627" actId="47"/>
        <pc:sldMasterMkLst>
          <pc:docMk/>
          <pc:sldMasterMk cId="3806536233" sldId="2147483718"/>
        </pc:sldMasterMkLst>
        <pc:sldLayoutChg chg="add del">
          <pc:chgData name="Mengmeng Ge" userId="bb5bc401-97cb-4caf-9857-8ff441375414" providerId="ADAL" clId="{057586E9-EDF7-4CE0-A6BD-E5A8C17908E8}" dt="2024-04-19T00:35:51.985" v="4627" actId="47"/>
          <pc:sldLayoutMkLst>
            <pc:docMk/>
            <pc:sldMasterMk cId="3806536233" sldId="2147483718"/>
            <pc:sldLayoutMk cId="3572998685" sldId="2147483730"/>
          </pc:sldLayoutMkLst>
        </pc:sldLayoutChg>
      </pc:sldMasterChg>
    </pc:docChg>
  </pc:docChgLst>
  <pc:docChgLst>
    <pc:chgData name="Mengmeng Ge" userId="bb5bc401-97cb-4caf-9857-8ff441375414" providerId="ADAL" clId="{40912D90-D376-487B-A6AF-EEA6B4D56049}"/>
    <pc:docChg chg="undo custSel addSld delSld modSld sldOrd">
      <pc:chgData name="Mengmeng Ge" userId="bb5bc401-97cb-4caf-9857-8ff441375414" providerId="ADAL" clId="{40912D90-D376-487B-A6AF-EEA6B4D56049}" dt="2024-09-16T04:32:07.504" v="3548" actId="20577"/>
      <pc:docMkLst>
        <pc:docMk/>
      </pc:docMkLst>
      <pc:sldChg chg="modNotesTx">
        <pc:chgData name="Mengmeng Ge" userId="bb5bc401-97cb-4caf-9857-8ff441375414" providerId="ADAL" clId="{40912D90-D376-487B-A6AF-EEA6B4D56049}" dt="2024-09-08T21:50:47.601" v="1728" actId="20577"/>
        <pc:sldMkLst>
          <pc:docMk/>
          <pc:sldMk cId="415220271" sldId="265"/>
        </pc:sldMkLst>
      </pc:sldChg>
      <pc:sldChg chg="modAnim">
        <pc:chgData name="Mengmeng Ge" userId="bb5bc401-97cb-4caf-9857-8ff441375414" providerId="ADAL" clId="{40912D90-D376-487B-A6AF-EEA6B4D56049}" dt="2024-09-09T03:16:00.660" v="2445"/>
        <pc:sldMkLst>
          <pc:docMk/>
          <pc:sldMk cId="4259818817" sldId="272"/>
        </pc:sldMkLst>
      </pc:sldChg>
      <pc:sldChg chg="modAnim modNotesTx">
        <pc:chgData name="Mengmeng Ge" userId="bb5bc401-97cb-4caf-9857-8ff441375414" providerId="ADAL" clId="{40912D90-D376-487B-A6AF-EEA6B4D56049}" dt="2024-09-09T03:46:16.071" v="2572" actId="20577"/>
        <pc:sldMkLst>
          <pc:docMk/>
          <pc:sldMk cId="1749694579" sldId="275"/>
        </pc:sldMkLst>
      </pc:sldChg>
      <pc:sldChg chg="modNotesTx">
        <pc:chgData name="Mengmeng Ge" userId="bb5bc401-97cb-4caf-9857-8ff441375414" providerId="ADAL" clId="{40912D90-D376-487B-A6AF-EEA6B4D56049}" dt="2024-09-09T03:54:26.343" v="2592" actId="20577"/>
        <pc:sldMkLst>
          <pc:docMk/>
          <pc:sldMk cId="4034710249" sldId="276"/>
        </pc:sldMkLst>
      </pc:sldChg>
      <pc:sldChg chg="modNotesTx">
        <pc:chgData name="Mengmeng Ge" userId="bb5bc401-97cb-4caf-9857-8ff441375414" providerId="ADAL" clId="{40912D90-D376-487B-A6AF-EEA6B4D56049}" dt="2024-09-09T03:52:23.008" v="2579" actId="20577"/>
        <pc:sldMkLst>
          <pc:docMk/>
          <pc:sldMk cId="4170368917" sldId="277"/>
        </pc:sldMkLst>
      </pc:sldChg>
      <pc:sldChg chg="modSp mod">
        <pc:chgData name="Mengmeng Ge" userId="bb5bc401-97cb-4caf-9857-8ff441375414" providerId="ADAL" clId="{40912D90-D376-487B-A6AF-EEA6B4D56049}" dt="2024-09-09T03:26:29.156" v="2561" actId="14100"/>
        <pc:sldMkLst>
          <pc:docMk/>
          <pc:sldMk cId="3132930291" sldId="278"/>
        </pc:sldMkLst>
        <pc:spChg chg="mod">
          <ac:chgData name="Mengmeng Ge" userId="bb5bc401-97cb-4caf-9857-8ff441375414" providerId="ADAL" clId="{40912D90-D376-487B-A6AF-EEA6B4D56049}" dt="2024-09-09T03:26:29.156" v="2561" actId="14100"/>
          <ac:spMkLst>
            <pc:docMk/>
            <pc:sldMk cId="3132930291" sldId="278"/>
            <ac:spMk id="37891" creationId="{00000000-0000-0000-0000-000000000000}"/>
          </ac:spMkLst>
        </pc:spChg>
      </pc:sldChg>
      <pc:sldChg chg="modSp modNotesTx">
        <pc:chgData name="Mengmeng Ge" userId="bb5bc401-97cb-4caf-9857-8ff441375414" providerId="ADAL" clId="{40912D90-D376-487B-A6AF-EEA6B4D56049}" dt="2024-07-29T04:08:58.133" v="18" actId="1076"/>
        <pc:sldMkLst>
          <pc:docMk/>
          <pc:sldMk cId="2318711319" sldId="282"/>
        </pc:sldMkLst>
        <pc:spChg chg="mod">
          <ac:chgData name="Mengmeng Ge" userId="bb5bc401-97cb-4caf-9857-8ff441375414" providerId="ADAL" clId="{40912D90-D376-487B-A6AF-EEA6B4D56049}" dt="2024-07-29T04:08:58.133" v="18" actId="1076"/>
          <ac:spMkLst>
            <pc:docMk/>
            <pc:sldMk cId="2318711319" sldId="282"/>
            <ac:spMk id="45079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08:58.133" v="18" actId="1076"/>
          <ac:spMkLst>
            <pc:docMk/>
            <pc:sldMk cId="2318711319" sldId="282"/>
            <ac:spMk id="45080" creationId="{00000000-0000-0000-0000-000000000000}"/>
          </ac:spMkLst>
        </pc:spChg>
        <pc:grpChg chg="mod">
          <ac:chgData name="Mengmeng Ge" userId="bb5bc401-97cb-4caf-9857-8ff441375414" providerId="ADAL" clId="{40912D90-D376-487B-A6AF-EEA6B4D56049}" dt="2024-07-29T04:08:58.133" v="18" actId="1076"/>
          <ac:grpSpMkLst>
            <pc:docMk/>
            <pc:sldMk cId="2318711319" sldId="282"/>
            <ac:grpSpMk id="10" creationId="{00000000-0000-0000-0000-000000000000}"/>
          </ac:grpSpMkLst>
        </pc:grpChg>
        <pc:cxnChg chg="mod">
          <ac:chgData name="Mengmeng Ge" userId="bb5bc401-97cb-4caf-9857-8ff441375414" providerId="ADAL" clId="{40912D90-D376-487B-A6AF-EEA6B4D56049}" dt="2024-07-29T04:08:58.133" v="18" actId="1076"/>
          <ac:cxnSpMkLst>
            <pc:docMk/>
            <pc:sldMk cId="2318711319" sldId="282"/>
            <ac:cxnSpMk id="45081" creationId="{00000000-0000-0000-0000-000000000000}"/>
          </ac:cxnSpMkLst>
        </pc:cxnChg>
      </pc:sldChg>
      <pc:sldChg chg="modSp modNotesTx">
        <pc:chgData name="Mengmeng Ge" userId="bb5bc401-97cb-4caf-9857-8ff441375414" providerId="ADAL" clId="{40912D90-D376-487B-A6AF-EEA6B4D56049}" dt="2024-07-29T04:12:31.524" v="147" actId="20577"/>
        <pc:sldMkLst>
          <pc:docMk/>
          <pc:sldMk cId="148612740" sldId="284"/>
        </pc:sldMkLst>
        <pc:spChg chg="mod">
          <ac:chgData name="Mengmeng Ge" userId="bb5bc401-97cb-4caf-9857-8ff441375414" providerId="ADAL" clId="{40912D90-D376-487B-A6AF-EEA6B4D56049}" dt="2024-07-29T04:09:26.507" v="20" actId="1037"/>
          <ac:spMkLst>
            <pc:docMk/>
            <pc:sldMk cId="148612740" sldId="284"/>
            <ac:spMk id="49231" creationId="{00000000-0000-0000-0000-000000000000}"/>
          </ac:spMkLst>
        </pc:spChg>
      </pc:sldChg>
      <pc:sldChg chg="modNotesTx">
        <pc:chgData name="Mengmeng Ge" userId="bb5bc401-97cb-4caf-9857-8ff441375414" providerId="ADAL" clId="{40912D90-D376-487B-A6AF-EEA6B4D56049}" dt="2024-09-09T04:58:12.435" v="2728" actId="20577"/>
        <pc:sldMkLst>
          <pc:docMk/>
          <pc:sldMk cId="4237743735" sldId="285"/>
        </pc:sldMkLst>
      </pc:sldChg>
      <pc:sldChg chg="modNotesTx">
        <pc:chgData name="Mengmeng Ge" userId="bb5bc401-97cb-4caf-9857-8ff441375414" providerId="ADAL" clId="{40912D90-D376-487B-A6AF-EEA6B4D56049}" dt="2024-07-29T04:17:06.030" v="235" actId="20577"/>
        <pc:sldMkLst>
          <pc:docMk/>
          <pc:sldMk cId="2745153769" sldId="286"/>
        </pc:sldMkLst>
      </pc:sldChg>
      <pc:sldChg chg="modNotesTx">
        <pc:chgData name="Mengmeng Ge" userId="bb5bc401-97cb-4caf-9857-8ff441375414" providerId="ADAL" clId="{40912D90-D376-487B-A6AF-EEA6B4D56049}" dt="2024-07-29T04:17:51.144" v="263" actId="20577"/>
        <pc:sldMkLst>
          <pc:docMk/>
          <pc:sldMk cId="242516231" sldId="287"/>
        </pc:sldMkLst>
      </pc:sldChg>
      <pc:sldChg chg="modSp mod modNotesTx">
        <pc:chgData name="Mengmeng Ge" userId="bb5bc401-97cb-4caf-9857-8ff441375414" providerId="ADAL" clId="{40912D90-D376-487B-A6AF-EEA6B4D56049}" dt="2024-09-09T05:06:41.650" v="2733" actId="207"/>
        <pc:sldMkLst>
          <pc:docMk/>
          <pc:sldMk cId="1720300556" sldId="360"/>
        </pc:sldMkLst>
        <pc:spChg chg="mod">
          <ac:chgData name="Mengmeng Ge" userId="bb5bc401-97cb-4caf-9857-8ff441375414" providerId="ADAL" clId="{40912D90-D376-487B-A6AF-EEA6B4D56049}" dt="2024-09-09T05:06:41.650" v="2733" actId="207"/>
          <ac:spMkLst>
            <pc:docMk/>
            <pc:sldMk cId="1720300556" sldId="360"/>
            <ac:spMk id="1425411" creationId="{00000000-0000-0000-0000-000000000000}"/>
          </ac:spMkLst>
        </pc:spChg>
      </pc:sldChg>
      <pc:sldChg chg="modSp">
        <pc:chgData name="Mengmeng Ge" userId="bb5bc401-97cb-4caf-9857-8ff441375414" providerId="ADAL" clId="{40912D90-D376-487B-A6AF-EEA6B4D56049}" dt="2024-09-08T23:44:46.833" v="2035" actId="20577"/>
        <pc:sldMkLst>
          <pc:docMk/>
          <pc:sldMk cId="2561407808" sldId="372"/>
        </pc:sldMkLst>
        <pc:spChg chg="mod">
          <ac:chgData name="Mengmeng Ge" userId="bb5bc401-97cb-4caf-9857-8ff441375414" providerId="ADAL" clId="{40912D90-D376-487B-A6AF-EEA6B4D56049}" dt="2024-09-08T23:44:46.833" v="2035" actId="20577"/>
          <ac:spMkLst>
            <pc:docMk/>
            <pc:sldMk cId="2561407808" sldId="372"/>
            <ac:spMk id="3" creationId="{00000000-0000-0000-0000-000000000000}"/>
          </ac:spMkLst>
        </pc:spChg>
      </pc:sldChg>
      <pc:sldChg chg="modAnim modNotesTx">
        <pc:chgData name="Mengmeng Ge" userId="bb5bc401-97cb-4caf-9857-8ff441375414" providerId="ADAL" clId="{40912D90-D376-487B-A6AF-EEA6B4D56049}" dt="2024-09-09T03:22:55.580" v="2557" actId="20577"/>
        <pc:sldMkLst>
          <pc:docMk/>
          <pc:sldMk cId="3214976280" sldId="373"/>
        </pc:sldMkLst>
      </pc:sldChg>
      <pc:sldChg chg="modNotesTx">
        <pc:chgData name="Mengmeng Ge" userId="bb5bc401-97cb-4caf-9857-8ff441375414" providerId="ADAL" clId="{40912D90-D376-487B-A6AF-EEA6B4D56049}" dt="2024-09-08T21:53:55.885" v="1743" actId="20577"/>
        <pc:sldMkLst>
          <pc:docMk/>
          <pc:sldMk cId="2453576192" sldId="382"/>
        </pc:sldMkLst>
      </pc:sldChg>
      <pc:sldChg chg="modNotesTx">
        <pc:chgData name="Mengmeng Ge" userId="bb5bc401-97cb-4caf-9857-8ff441375414" providerId="ADAL" clId="{40912D90-D376-487B-A6AF-EEA6B4D56049}" dt="2024-09-08T22:12:40.451" v="1881" actId="20577"/>
        <pc:sldMkLst>
          <pc:docMk/>
          <pc:sldMk cId="2848846644" sldId="383"/>
        </pc:sldMkLst>
      </pc:sldChg>
      <pc:sldChg chg="modNotesTx">
        <pc:chgData name="Mengmeng Ge" userId="bb5bc401-97cb-4caf-9857-8ff441375414" providerId="ADAL" clId="{40912D90-D376-487B-A6AF-EEA6B4D56049}" dt="2024-09-09T02:40:05.295" v="2141" actId="20577"/>
        <pc:sldMkLst>
          <pc:docMk/>
          <pc:sldMk cId="3012323868" sldId="386"/>
        </pc:sldMkLst>
      </pc:sldChg>
      <pc:sldChg chg="modAnim modNotesTx">
        <pc:chgData name="Mengmeng Ge" userId="bb5bc401-97cb-4caf-9857-8ff441375414" providerId="ADAL" clId="{40912D90-D376-487B-A6AF-EEA6B4D56049}" dt="2024-09-09T05:02:11.374" v="2730"/>
        <pc:sldMkLst>
          <pc:docMk/>
          <pc:sldMk cId="774066307" sldId="417"/>
        </pc:sldMkLst>
      </pc:sldChg>
      <pc:sldChg chg="modNotesTx">
        <pc:chgData name="Mengmeng Ge" userId="bb5bc401-97cb-4caf-9857-8ff441375414" providerId="ADAL" clId="{40912D90-D376-487B-A6AF-EEA6B4D56049}" dt="2024-09-08T22:03:06.352" v="1753" actId="20577"/>
        <pc:sldMkLst>
          <pc:docMk/>
          <pc:sldMk cId="3880581246" sldId="442"/>
        </pc:sldMkLst>
      </pc:sldChg>
      <pc:sldChg chg="modSp mod modAnim modNotesTx">
        <pc:chgData name="Mengmeng Ge" userId="bb5bc401-97cb-4caf-9857-8ff441375414" providerId="ADAL" clId="{40912D90-D376-487B-A6AF-EEA6B4D56049}" dt="2024-09-08T22:23:21.272" v="1922"/>
        <pc:sldMkLst>
          <pc:docMk/>
          <pc:sldMk cId="3994028291" sldId="446"/>
        </pc:sldMkLst>
        <pc:spChg chg="mod">
          <ac:chgData name="Mengmeng Ge" userId="bb5bc401-97cb-4caf-9857-8ff441375414" providerId="ADAL" clId="{40912D90-D376-487B-A6AF-EEA6B4D56049}" dt="2024-08-19T04:33:48.855" v="932" actId="20577"/>
          <ac:spMkLst>
            <pc:docMk/>
            <pc:sldMk cId="3994028291" sldId="446"/>
            <ac:spMk id="2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8-19T04:34:06.937" v="944" actId="20577"/>
          <ac:spMkLst>
            <pc:docMk/>
            <pc:sldMk cId="3994028291" sldId="446"/>
            <ac:spMk id="3" creationId="{00000000-0000-0000-0000-000000000000}"/>
          </ac:spMkLst>
        </pc:spChg>
        <pc:picChg chg="mod">
          <ac:chgData name="Mengmeng Ge" userId="bb5bc401-97cb-4caf-9857-8ff441375414" providerId="ADAL" clId="{40912D90-D376-487B-A6AF-EEA6B4D56049}" dt="2024-08-19T04:34:09.400" v="945" actId="1076"/>
          <ac:picMkLst>
            <pc:docMk/>
            <pc:sldMk cId="3994028291" sldId="446"/>
            <ac:picMk id="6" creationId="{1A9E74DF-1C17-89D9-AB4F-D057D095109C}"/>
          </ac:picMkLst>
        </pc:picChg>
      </pc:sldChg>
      <pc:sldChg chg="modNotesTx">
        <pc:chgData name="Mengmeng Ge" userId="bb5bc401-97cb-4caf-9857-8ff441375414" providerId="ADAL" clId="{40912D90-D376-487B-A6AF-EEA6B4D56049}" dt="2024-09-08T22:29:51.323" v="1932"/>
        <pc:sldMkLst>
          <pc:docMk/>
          <pc:sldMk cId="1952204243" sldId="447"/>
        </pc:sldMkLst>
      </pc:sldChg>
      <pc:sldChg chg="addSp delSp modSp mod modNotesTx">
        <pc:chgData name="Mengmeng Ge" userId="bb5bc401-97cb-4caf-9857-8ff441375414" providerId="ADAL" clId="{40912D90-D376-487B-A6AF-EEA6B4D56049}" dt="2024-09-09T05:50:00.320" v="3190" actId="20577"/>
        <pc:sldMkLst>
          <pc:docMk/>
          <pc:sldMk cId="827957872" sldId="448"/>
        </pc:sldMkLst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6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13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14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15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16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17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23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24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25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26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27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28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29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30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31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32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33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34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35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36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37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40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41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45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59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60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63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64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67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68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69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70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71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72" creationId="{00000000-0000-0000-0000-000000000000}"/>
          </ac:spMkLst>
        </pc:spChg>
        <pc:spChg chg="add del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82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85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89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100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105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106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7-29T04:42:34.318" v="276" actId="478"/>
          <ac:spMkLst>
            <pc:docMk/>
            <pc:sldMk cId="827957872" sldId="448"/>
            <ac:spMk id="107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24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25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26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27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28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29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30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31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32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33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34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35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36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37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38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39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40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41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42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43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44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45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46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47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52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53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56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58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60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64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67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68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69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71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72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73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74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75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76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77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278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9T05:31:18.257" v="2772" actId="1036"/>
          <ac:spMkLst>
            <pc:docMk/>
            <pc:sldMk cId="827957872" sldId="448"/>
            <ac:spMk id="338" creationId="{00000000-0000-0000-0000-000000000000}"/>
          </ac:spMkLst>
        </pc:spChg>
        <pc:grpChg chg="mod">
          <ac:chgData name="Mengmeng Ge" userId="bb5bc401-97cb-4caf-9857-8ff441375414" providerId="ADAL" clId="{40912D90-D376-487B-A6AF-EEA6B4D56049}" dt="2024-07-29T04:42:34.318" v="276" actId="478"/>
          <ac:grpSpMkLst>
            <pc:docMk/>
            <pc:sldMk cId="827957872" sldId="448"/>
            <ac:grpSpMk id="48" creationId="{00000000-0000-0000-0000-000000000000}"/>
          </ac:grpSpMkLst>
        </pc:grpChg>
        <pc:grpChg chg="mod">
          <ac:chgData name="Mengmeng Ge" userId="bb5bc401-97cb-4caf-9857-8ff441375414" providerId="ADAL" clId="{40912D90-D376-487B-A6AF-EEA6B4D56049}" dt="2024-07-29T04:42:34.318" v="276" actId="478"/>
          <ac:grpSpMkLst>
            <pc:docMk/>
            <pc:sldMk cId="827957872" sldId="448"/>
            <ac:grpSpMk id="49" creationId="{00000000-0000-0000-0000-000000000000}"/>
          </ac:grpSpMkLst>
        </pc:grpChg>
        <pc:grpChg chg="mod">
          <ac:chgData name="Mengmeng Ge" userId="bb5bc401-97cb-4caf-9857-8ff441375414" providerId="ADAL" clId="{40912D90-D376-487B-A6AF-EEA6B4D56049}" dt="2024-07-29T04:42:34.318" v="276" actId="478"/>
          <ac:grpSpMkLst>
            <pc:docMk/>
            <pc:sldMk cId="827957872" sldId="448"/>
            <ac:grpSpMk id="50" creationId="{00000000-0000-0000-0000-000000000000}"/>
          </ac:grpSpMkLst>
        </pc:grpChg>
        <pc:grpChg chg="mod">
          <ac:chgData name="Mengmeng Ge" userId="bb5bc401-97cb-4caf-9857-8ff441375414" providerId="ADAL" clId="{40912D90-D376-487B-A6AF-EEA6B4D56049}" dt="2024-07-29T04:42:34.318" v="276" actId="478"/>
          <ac:grpSpMkLst>
            <pc:docMk/>
            <pc:sldMk cId="827957872" sldId="448"/>
            <ac:grpSpMk id="52" creationId="{00000000-0000-0000-0000-000000000000}"/>
          </ac:grpSpMkLst>
        </pc:grpChg>
        <pc:grpChg chg="mod">
          <ac:chgData name="Mengmeng Ge" userId="bb5bc401-97cb-4caf-9857-8ff441375414" providerId="ADAL" clId="{40912D90-D376-487B-A6AF-EEA6B4D56049}" dt="2024-09-09T05:31:18.257" v="2772" actId="1036"/>
          <ac:grpSpMkLst>
            <pc:docMk/>
            <pc:sldMk cId="827957872" sldId="448"/>
            <ac:grpSpMk id="223" creationId="{00000000-0000-0000-0000-000000000000}"/>
          </ac:grpSpMkLst>
        </pc:grpChg>
        <pc:grpChg chg="mod">
          <ac:chgData name="Mengmeng Ge" userId="bb5bc401-97cb-4caf-9857-8ff441375414" providerId="ADAL" clId="{40912D90-D376-487B-A6AF-EEA6B4D56049}" dt="2024-09-09T05:31:18.257" v="2772" actId="1036"/>
          <ac:grpSpMkLst>
            <pc:docMk/>
            <pc:sldMk cId="827957872" sldId="448"/>
            <ac:grpSpMk id="248" creationId="{00000000-0000-0000-0000-000000000000}"/>
          </ac:grpSpMkLst>
        </pc:grpChg>
        <pc:grpChg chg="mod">
          <ac:chgData name="Mengmeng Ge" userId="bb5bc401-97cb-4caf-9857-8ff441375414" providerId="ADAL" clId="{40912D90-D376-487B-A6AF-EEA6B4D56049}" dt="2024-09-09T05:31:18.257" v="2772" actId="1036"/>
          <ac:grpSpMkLst>
            <pc:docMk/>
            <pc:sldMk cId="827957872" sldId="448"/>
            <ac:grpSpMk id="249" creationId="{00000000-0000-0000-0000-000000000000}"/>
          </ac:grpSpMkLst>
        </pc:grpChg>
        <pc:grpChg chg="mod">
          <ac:chgData name="Mengmeng Ge" userId="bb5bc401-97cb-4caf-9857-8ff441375414" providerId="ADAL" clId="{40912D90-D376-487B-A6AF-EEA6B4D56049}" dt="2024-09-09T05:31:18.257" v="2772" actId="1036"/>
          <ac:grpSpMkLst>
            <pc:docMk/>
            <pc:sldMk cId="827957872" sldId="448"/>
            <ac:grpSpMk id="250" creationId="{00000000-0000-0000-0000-000000000000}"/>
          </ac:grpSpMkLst>
        </pc:grpChg>
        <pc:grpChg chg="mod">
          <ac:chgData name="Mengmeng Ge" userId="bb5bc401-97cb-4caf-9857-8ff441375414" providerId="ADAL" clId="{40912D90-D376-487B-A6AF-EEA6B4D56049}" dt="2024-09-09T05:31:18.257" v="2772" actId="1036"/>
          <ac:grpSpMkLst>
            <pc:docMk/>
            <pc:sldMk cId="827957872" sldId="448"/>
            <ac:grpSpMk id="251" creationId="{00000000-0000-0000-0000-000000000000}"/>
          </ac:grpSpMkLst>
        </pc:grpChg>
        <pc:grpChg chg="mod">
          <ac:chgData name="Mengmeng Ge" userId="bb5bc401-97cb-4caf-9857-8ff441375414" providerId="ADAL" clId="{40912D90-D376-487B-A6AF-EEA6B4D56049}" dt="2024-07-29T04:42:34.318" v="276" actId="478"/>
          <ac:grpSpMkLst>
            <pc:docMk/>
            <pc:sldMk cId="827957872" sldId="448"/>
            <ac:grpSpMk id="335" creationId="{00000000-0000-0000-0000-000000000000}"/>
          </ac:grpSpMkLst>
        </pc:grpChg>
        <pc:grpChg chg="mod">
          <ac:chgData name="Mengmeng Ge" userId="bb5bc401-97cb-4caf-9857-8ff441375414" providerId="ADAL" clId="{40912D90-D376-487B-A6AF-EEA6B4D56049}" dt="2024-09-09T05:31:18.257" v="2772" actId="1036"/>
          <ac:grpSpMkLst>
            <pc:docMk/>
            <pc:sldMk cId="827957872" sldId="448"/>
            <ac:grpSpMk id="341" creationId="{00000000-0000-0000-0000-000000000000}"/>
          </ac:grpSpMkLst>
        </pc:grpChg>
        <pc:cxnChg chg="mod">
          <ac:chgData name="Mengmeng Ge" userId="bb5bc401-97cb-4caf-9857-8ff441375414" providerId="ADAL" clId="{40912D90-D376-487B-A6AF-EEA6B4D56049}" dt="2024-07-29T04:42:34.318" v="276" actId="478"/>
          <ac:cxnSpMkLst>
            <pc:docMk/>
            <pc:sldMk cId="827957872" sldId="448"/>
            <ac:cxnSpMk id="76" creationId="{00000000-0000-0000-0000-000000000000}"/>
          </ac:cxnSpMkLst>
        </pc:cxnChg>
        <pc:cxnChg chg="mod">
          <ac:chgData name="Mengmeng Ge" userId="bb5bc401-97cb-4caf-9857-8ff441375414" providerId="ADAL" clId="{40912D90-D376-487B-A6AF-EEA6B4D56049}" dt="2024-07-29T04:42:34.318" v="276" actId="478"/>
          <ac:cxnSpMkLst>
            <pc:docMk/>
            <pc:sldMk cId="827957872" sldId="448"/>
            <ac:cxnSpMk id="79" creationId="{00000000-0000-0000-0000-000000000000}"/>
          </ac:cxnSpMkLst>
        </pc:cxnChg>
        <pc:cxnChg chg="add del mod">
          <ac:chgData name="Mengmeng Ge" userId="bb5bc401-97cb-4caf-9857-8ff441375414" providerId="ADAL" clId="{40912D90-D376-487B-A6AF-EEA6B4D56049}" dt="2024-07-29T04:42:34.318" v="276" actId="478"/>
          <ac:cxnSpMkLst>
            <pc:docMk/>
            <pc:sldMk cId="827957872" sldId="448"/>
            <ac:cxnSpMk id="83" creationId="{00000000-0000-0000-0000-000000000000}"/>
          </ac:cxnSpMkLst>
        </pc:cxnChg>
        <pc:cxnChg chg="mod">
          <ac:chgData name="Mengmeng Ge" userId="bb5bc401-97cb-4caf-9857-8ff441375414" providerId="ADAL" clId="{40912D90-D376-487B-A6AF-EEA6B4D56049}" dt="2024-07-29T04:42:34.318" v="276" actId="478"/>
          <ac:cxnSpMkLst>
            <pc:docMk/>
            <pc:sldMk cId="827957872" sldId="448"/>
            <ac:cxnSpMk id="86" creationId="{00000000-0000-0000-0000-000000000000}"/>
          </ac:cxnSpMkLst>
        </pc:cxnChg>
        <pc:cxnChg chg="mod">
          <ac:chgData name="Mengmeng Ge" userId="bb5bc401-97cb-4caf-9857-8ff441375414" providerId="ADAL" clId="{40912D90-D376-487B-A6AF-EEA6B4D56049}" dt="2024-07-29T04:42:34.318" v="276" actId="478"/>
          <ac:cxnSpMkLst>
            <pc:docMk/>
            <pc:sldMk cId="827957872" sldId="448"/>
            <ac:cxnSpMk id="90" creationId="{00000000-0000-0000-0000-000000000000}"/>
          </ac:cxnSpMkLst>
        </pc:cxnChg>
        <pc:cxnChg chg="mod">
          <ac:chgData name="Mengmeng Ge" userId="bb5bc401-97cb-4caf-9857-8ff441375414" providerId="ADAL" clId="{40912D90-D376-487B-A6AF-EEA6B4D56049}" dt="2024-07-29T04:42:34.318" v="276" actId="478"/>
          <ac:cxnSpMkLst>
            <pc:docMk/>
            <pc:sldMk cId="827957872" sldId="448"/>
            <ac:cxnSpMk id="95" creationId="{00000000-0000-0000-0000-000000000000}"/>
          </ac:cxnSpMkLst>
        </pc:cxnChg>
        <pc:cxnChg chg="mod">
          <ac:chgData name="Mengmeng Ge" userId="bb5bc401-97cb-4caf-9857-8ff441375414" providerId="ADAL" clId="{40912D90-D376-487B-A6AF-EEA6B4D56049}" dt="2024-07-29T04:42:34.318" v="276" actId="478"/>
          <ac:cxnSpMkLst>
            <pc:docMk/>
            <pc:sldMk cId="827957872" sldId="448"/>
            <ac:cxnSpMk id="98" creationId="{00000000-0000-0000-0000-000000000000}"/>
          </ac:cxnSpMkLst>
        </pc:cxnChg>
        <pc:cxnChg chg="mod">
          <ac:chgData name="Mengmeng Ge" userId="bb5bc401-97cb-4caf-9857-8ff441375414" providerId="ADAL" clId="{40912D90-D376-487B-A6AF-EEA6B4D56049}" dt="2024-07-29T04:42:34.318" v="276" actId="478"/>
          <ac:cxnSpMkLst>
            <pc:docMk/>
            <pc:sldMk cId="827957872" sldId="448"/>
            <ac:cxnSpMk id="101" creationId="{00000000-0000-0000-0000-000000000000}"/>
          </ac:cxnSpMkLst>
        </pc:cxnChg>
        <pc:cxnChg chg="mod">
          <ac:chgData name="Mengmeng Ge" userId="bb5bc401-97cb-4caf-9857-8ff441375414" providerId="ADAL" clId="{40912D90-D376-487B-A6AF-EEA6B4D56049}" dt="2024-07-29T04:42:34.318" v="276" actId="478"/>
          <ac:cxnSpMkLst>
            <pc:docMk/>
            <pc:sldMk cId="827957872" sldId="448"/>
            <ac:cxnSpMk id="103" creationId="{00000000-0000-0000-0000-000000000000}"/>
          </ac:cxnSpMkLst>
        </pc:cxnChg>
        <pc:cxnChg chg="mod">
          <ac:chgData name="Mengmeng Ge" userId="bb5bc401-97cb-4caf-9857-8ff441375414" providerId="ADAL" clId="{40912D90-D376-487B-A6AF-EEA6B4D56049}" dt="2024-07-29T04:42:34.318" v="276" actId="478"/>
          <ac:cxnSpMkLst>
            <pc:docMk/>
            <pc:sldMk cId="827957872" sldId="448"/>
            <ac:cxnSpMk id="108" creationId="{00000000-0000-0000-0000-000000000000}"/>
          </ac:cxnSpMkLst>
        </pc:cxnChg>
        <pc:cxnChg chg="mod">
          <ac:chgData name="Mengmeng Ge" userId="bb5bc401-97cb-4caf-9857-8ff441375414" providerId="ADAL" clId="{40912D90-D376-487B-A6AF-EEA6B4D56049}" dt="2024-09-09T05:31:18.257" v="2772" actId="1036"/>
          <ac:cxnSpMkLst>
            <pc:docMk/>
            <pc:sldMk cId="827957872" sldId="448"/>
            <ac:cxnSpMk id="254" creationId="{00000000-0000-0000-0000-000000000000}"/>
          </ac:cxnSpMkLst>
        </pc:cxnChg>
        <pc:cxnChg chg="mod">
          <ac:chgData name="Mengmeng Ge" userId="bb5bc401-97cb-4caf-9857-8ff441375414" providerId="ADAL" clId="{40912D90-D376-487B-A6AF-EEA6B4D56049}" dt="2024-09-09T05:31:18.257" v="2772" actId="1036"/>
          <ac:cxnSpMkLst>
            <pc:docMk/>
            <pc:sldMk cId="827957872" sldId="448"/>
            <ac:cxnSpMk id="255" creationId="{00000000-0000-0000-0000-000000000000}"/>
          </ac:cxnSpMkLst>
        </pc:cxnChg>
        <pc:cxnChg chg="mod">
          <ac:chgData name="Mengmeng Ge" userId="bb5bc401-97cb-4caf-9857-8ff441375414" providerId="ADAL" clId="{40912D90-D376-487B-A6AF-EEA6B4D56049}" dt="2024-09-09T05:31:18.257" v="2772" actId="1036"/>
          <ac:cxnSpMkLst>
            <pc:docMk/>
            <pc:sldMk cId="827957872" sldId="448"/>
            <ac:cxnSpMk id="257" creationId="{00000000-0000-0000-0000-000000000000}"/>
          </ac:cxnSpMkLst>
        </pc:cxnChg>
        <pc:cxnChg chg="mod">
          <ac:chgData name="Mengmeng Ge" userId="bb5bc401-97cb-4caf-9857-8ff441375414" providerId="ADAL" clId="{40912D90-D376-487B-A6AF-EEA6B4D56049}" dt="2024-09-09T05:31:18.257" v="2772" actId="1036"/>
          <ac:cxnSpMkLst>
            <pc:docMk/>
            <pc:sldMk cId="827957872" sldId="448"/>
            <ac:cxnSpMk id="259" creationId="{00000000-0000-0000-0000-000000000000}"/>
          </ac:cxnSpMkLst>
        </pc:cxnChg>
        <pc:cxnChg chg="mod">
          <ac:chgData name="Mengmeng Ge" userId="bb5bc401-97cb-4caf-9857-8ff441375414" providerId="ADAL" clId="{40912D90-D376-487B-A6AF-EEA6B4D56049}" dt="2024-09-09T05:31:18.257" v="2772" actId="1036"/>
          <ac:cxnSpMkLst>
            <pc:docMk/>
            <pc:sldMk cId="827957872" sldId="448"/>
            <ac:cxnSpMk id="261" creationId="{00000000-0000-0000-0000-000000000000}"/>
          </ac:cxnSpMkLst>
        </pc:cxnChg>
        <pc:cxnChg chg="mod">
          <ac:chgData name="Mengmeng Ge" userId="bb5bc401-97cb-4caf-9857-8ff441375414" providerId="ADAL" clId="{40912D90-D376-487B-A6AF-EEA6B4D56049}" dt="2024-09-09T05:31:18.257" v="2772" actId="1036"/>
          <ac:cxnSpMkLst>
            <pc:docMk/>
            <pc:sldMk cId="827957872" sldId="448"/>
            <ac:cxnSpMk id="262" creationId="{00000000-0000-0000-0000-000000000000}"/>
          </ac:cxnSpMkLst>
        </pc:cxnChg>
        <pc:cxnChg chg="mod">
          <ac:chgData name="Mengmeng Ge" userId="bb5bc401-97cb-4caf-9857-8ff441375414" providerId="ADAL" clId="{40912D90-D376-487B-A6AF-EEA6B4D56049}" dt="2024-09-09T05:31:18.257" v="2772" actId="1036"/>
          <ac:cxnSpMkLst>
            <pc:docMk/>
            <pc:sldMk cId="827957872" sldId="448"/>
            <ac:cxnSpMk id="263" creationId="{00000000-0000-0000-0000-000000000000}"/>
          </ac:cxnSpMkLst>
        </pc:cxnChg>
        <pc:cxnChg chg="mod">
          <ac:chgData name="Mengmeng Ge" userId="bb5bc401-97cb-4caf-9857-8ff441375414" providerId="ADAL" clId="{40912D90-D376-487B-A6AF-EEA6B4D56049}" dt="2024-09-09T05:31:18.257" v="2772" actId="1036"/>
          <ac:cxnSpMkLst>
            <pc:docMk/>
            <pc:sldMk cId="827957872" sldId="448"/>
            <ac:cxnSpMk id="265" creationId="{00000000-0000-0000-0000-000000000000}"/>
          </ac:cxnSpMkLst>
        </pc:cxnChg>
        <pc:cxnChg chg="mod">
          <ac:chgData name="Mengmeng Ge" userId="bb5bc401-97cb-4caf-9857-8ff441375414" providerId="ADAL" clId="{40912D90-D376-487B-A6AF-EEA6B4D56049}" dt="2024-09-09T05:31:18.257" v="2772" actId="1036"/>
          <ac:cxnSpMkLst>
            <pc:docMk/>
            <pc:sldMk cId="827957872" sldId="448"/>
            <ac:cxnSpMk id="266" creationId="{00000000-0000-0000-0000-000000000000}"/>
          </ac:cxnSpMkLst>
        </pc:cxnChg>
        <pc:cxnChg chg="mod">
          <ac:chgData name="Mengmeng Ge" userId="bb5bc401-97cb-4caf-9857-8ff441375414" providerId="ADAL" clId="{40912D90-D376-487B-A6AF-EEA6B4D56049}" dt="2024-09-09T05:31:18.257" v="2772" actId="1036"/>
          <ac:cxnSpMkLst>
            <pc:docMk/>
            <pc:sldMk cId="827957872" sldId="448"/>
            <ac:cxnSpMk id="270" creationId="{00000000-0000-0000-0000-000000000000}"/>
          </ac:cxnSpMkLst>
        </pc:cxnChg>
      </pc:sldChg>
      <pc:sldChg chg="modSp mod">
        <pc:chgData name="Mengmeng Ge" userId="bb5bc401-97cb-4caf-9857-8ff441375414" providerId="ADAL" clId="{40912D90-D376-487B-A6AF-EEA6B4D56049}" dt="2024-09-08T22:24:26.508" v="1926" actId="14100"/>
        <pc:sldMkLst>
          <pc:docMk/>
          <pc:sldMk cId="1677138566" sldId="449"/>
        </pc:sldMkLst>
        <pc:spChg chg="mod">
          <ac:chgData name="Mengmeng Ge" userId="bb5bc401-97cb-4caf-9857-8ff441375414" providerId="ADAL" clId="{40912D90-D376-487B-A6AF-EEA6B4D56049}" dt="2024-09-08T22:24:26.508" v="1926" actId="14100"/>
          <ac:spMkLst>
            <pc:docMk/>
            <pc:sldMk cId="1677138566" sldId="449"/>
            <ac:spMk id="945155" creationId="{00000000-0000-0000-0000-000000000000}"/>
          </ac:spMkLst>
        </pc:spChg>
      </pc:sldChg>
      <pc:sldChg chg="delSp modSp mod delAnim chgLayout modNotesTx">
        <pc:chgData name="Mengmeng Ge" userId="bb5bc401-97cb-4caf-9857-8ff441375414" providerId="ADAL" clId="{40912D90-D376-487B-A6AF-EEA6B4D56049}" dt="2024-09-11T08:01:19.359" v="3303"/>
        <pc:sldMkLst>
          <pc:docMk/>
          <pc:sldMk cId="1773404930" sldId="454"/>
        </pc:sldMkLst>
        <pc:spChg chg="del">
          <ac:chgData name="Mengmeng Ge" userId="bb5bc401-97cb-4caf-9857-8ff441375414" providerId="ADAL" clId="{40912D90-D376-487B-A6AF-EEA6B4D56049}" dt="2024-09-02T22:41:12.995" v="1112" actId="478"/>
          <ac:spMkLst>
            <pc:docMk/>
            <pc:sldMk cId="1773404930" sldId="454"/>
            <ac:spMk id="2" creationId="{00000000-0000-0000-0000-000000000000}"/>
          </ac:spMkLst>
        </pc:spChg>
        <pc:spChg chg="mod ord">
          <ac:chgData name="Mengmeng Ge" userId="bb5bc401-97cb-4caf-9857-8ff441375414" providerId="ADAL" clId="{40912D90-D376-487B-A6AF-EEA6B4D56049}" dt="2024-09-02T22:41:52.375" v="1119" actId="14100"/>
          <ac:spMkLst>
            <pc:docMk/>
            <pc:sldMk cId="1773404930" sldId="454"/>
            <ac:spMk id="3" creationId="{519272E4-D00D-5B9B-21F8-58EFA4FB9D51}"/>
          </ac:spMkLst>
        </pc:spChg>
        <pc:spChg chg="del">
          <ac:chgData name="Mengmeng Ge" userId="bb5bc401-97cb-4caf-9857-8ff441375414" providerId="ADAL" clId="{40912D90-D376-487B-A6AF-EEA6B4D56049}" dt="2024-09-02T22:41:18.142" v="1114" actId="478"/>
          <ac:spMkLst>
            <pc:docMk/>
            <pc:sldMk cId="1773404930" sldId="454"/>
            <ac:spMk id="4" creationId="{1ADEEA55-24AB-9954-F3D7-613E8E185513}"/>
          </ac:spMkLst>
        </pc:spChg>
        <pc:spChg chg="mod ord">
          <ac:chgData name="Mengmeng Ge" userId="bb5bc401-97cb-4caf-9857-8ff441375414" providerId="ADAL" clId="{40912D90-D376-487B-A6AF-EEA6B4D56049}" dt="2024-09-02T22:41:23.316" v="1115" actId="700"/>
          <ac:spMkLst>
            <pc:docMk/>
            <pc:sldMk cId="1773404930" sldId="454"/>
            <ac:spMk id="43" creationId="{00000000-0000-0000-0000-000000000000}"/>
          </ac:spMkLst>
        </pc:spChg>
        <pc:spChg chg="mod ord">
          <ac:chgData name="Mengmeng Ge" userId="bb5bc401-97cb-4caf-9857-8ff441375414" providerId="ADAL" clId="{40912D90-D376-487B-A6AF-EEA6B4D56049}" dt="2024-09-02T22:41:23.316" v="1115" actId="700"/>
          <ac:spMkLst>
            <pc:docMk/>
            <pc:sldMk cId="1773404930" sldId="454"/>
            <ac:spMk id="654338" creationId="{00000000-0000-0000-0000-000000000000}"/>
          </ac:spMkLst>
        </pc:spChg>
        <pc:spChg chg="del mod">
          <ac:chgData name="Mengmeng Ge" userId="bb5bc401-97cb-4caf-9857-8ff441375414" providerId="ADAL" clId="{40912D90-D376-487B-A6AF-EEA6B4D56049}" dt="2024-09-02T22:41:18.142" v="1114" actId="478"/>
          <ac:spMkLst>
            <pc:docMk/>
            <pc:sldMk cId="1773404930" sldId="454"/>
            <ac:spMk id="654340" creationId="{00000000-0000-0000-0000-000000000000}"/>
          </ac:spMkLst>
        </pc:spChg>
        <pc:grpChg chg="del">
          <ac:chgData name="Mengmeng Ge" userId="bb5bc401-97cb-4caf-9857-8ff441375414" providerId="ADAL" clId="{40912D90-D376-487B-A6AF-EEA6B4D56049}" dt="2024-09-02T22:41:09.559" v="1111" actId="478"/>
          <ac:grpSpMkLst>
            <pc:docMk/>
            <pc:sldMk cId="1773404930" sldId="454"/>
            <ac:grpSpMk id="654341" creationId="{00000000-0000-0000-0000-000000000000}"/>
          </ac:grpSpMkLst>
        </pc:grpChg>
      </pc:sldChg>
      <pc:sldChg chg="modAnim">
        <pc:chgData name="Mengmeng Ge" userId="bb5bc401-97cb-4caf-9857-8ff441375414" providerId="ADAL" clId="{40912D90-D376-487B-A6AF-EEA6B4D56049}" dt="2024-09-09T03:56:23.872" v="2598"/>
        <pc:sldMkLst>
          <pc:docMk/>
          <pc:sldMk cId="1578397496" sldId="455"/>
        </pc:sldMkLst>
      </pc:sldChg>
      <pc:sldChg chg="modSp mod">
        <pc:chgData name="Mengmeng Ge" userId="bb5bc401-97cb-4caf-9857-8ff441375414" providerId="ADAL" clId="{40912D90-D376-487B-A6AF-EEA6B4D56049}" dt="2024-07-29T09:56:29.209" v="863" actId="20577"/>
        <pc:sldMkLst>
          <pc:docMk/>
          <pc:sldMk cId="2852110861" sldId="457"/>
        </pc:sldMkLst>
        <pc:spChg chg="mod">
          <ac:chgData name="Mengmeng Ge" userId="bb5bc401-97cb-4caf-9857-8ff441375414" providerId="ADAL" clId="{40912D90-D376-487B-A6AF-EEA6B4D56049}" dt="2024-07-29T09:56:29.209" v="863" actId="20577"/>
          <ac:spMkLst>
            <pc:docMk/>
            <pc:sldMk cId="2852110861" sldId="457"/>
            <ac:spMk id="3" creationId="{00000000-0000-0000-0000-000000000000}"/>
          </ac:spMkLst>
        </pc:spChg>
      </pc:sldChg>
      <pc:sldChg chg="modSp mod modNotesTx">
        <pc:chgData name="Mengmeng Ge" userId="bb5bc401-97cb-4caf-9857-8ff441375414" providerId="ADAL" clId="{40912D90-D376-487B-A6AF-EEA6B4D56049}" dt="2024-09-09T05:44:07.131" v="3167" actId="14100"/>
        <pc:sldMkLst>
          <pc:docMk/>
          <pc:sldMk cId="2758486911" sldId="459"/>
        </pc:sldMkLst>
        <pc:spChg chg="mod">
          <ac:chgData name="Mengmeng Ge" userId="bb5bc401-97cb-4caf-9857-8ff441375414" providerId="ADAL" clId="{40912D90-D376-487B-A6AF-EEA6B4D56049}" dt="2024-09-09T05:44:07.131" v="3167" actId="14100"/>
          <ac:spMkLst>
            <pc:docMk/>
            <pc:sldMk cId="2758486911" sldId="459"/>
            <ac:spMk id="648195" creationId="{00000000-0000-0000-0000-000000000000}"/>
          </ac:spMkLst>
        </pc:spChg>
      </pc:sldChg>
      <pc:sldChg chg="del">
        <pc:chgData name="Mengmeng Ge" userId="bb5bc401-97cb-4caf-9857-8ff441375414" providerId="ADAL" clId="{40912D90-D376-487B-A6AF-EEA6B4D56049}" dt="2024-07-29T10:02:08.084" v="866" actId="47"/>
        <pc:sldMkLst>
          <pc:docMk/>
          <pc:sldMk cId="887384657" sldId="460"/>
        </pc:sldMkLst>
      </pc:sldChg>
      <pc:sldChg chg="modSp mod">
        <pc:chgData name="Mengmeng Ge" userId="bb5bc401-97cb-4caf-9857-8ff441375414" providerId="ADAL" clId="{40912D90-D376-487B-A6AF-EEA6B4D56049}" dt="2024-09-02T22:00:21.674" v="1030" actId="113"/>
        <pc:sldMkLst>
          <pc:docMk/>
          <pc:sldMk cId="1826315325" sldId="461"/>
        </pc:sldMkLst>
        <pc:spChg chg="mod">
          <ac:chgData name="Mengmeng Ge" userId="bb5bc401-97cb-4caf-9857-8ff441375414" providerId="ADAL" clId="{40912D90-D376-487B-A6AF-EEA6B4D56049}" dt="2024-09-02T22:00:21.674" v="1030" actId="113"/>
          <ac:spMkLst>
            <pc:docMk/>
            <pc:sldMk cId="1826315325" sldId="461"/>
            <ac:spMk id="7" creationId="{00000000-0000-0000-0000-000000000000}"/>
          </ac:spMkLst>
        </pc:spChg>
      </pc:sldChg>
      <pc:sldChg chg="modSp mod modAnim modNotesTx">
        <pc:chgData name="Mengmeng Ge" userId="bb5bc401-97cb-4caf-9857-8ff441375414" providerId="ADAL" clId="{40912D90-D376-487B-A6AF-EEA6B4D56049}" dt="2024-09-11T09:25:33.051" v="3365" actId="20577"/>
        <pc:sldMkLst>
          <pc:docMk/>
          <pc:sldMk cId="3986360022" sldId="462"/>
        </pc:sldMkLst>
        <pc:spChg chg="mod">
          <ac:chgData name="Mengmeng Ge" userId="bb5bc401-97cb-4caf-9857-8ff441375414" providerId="ADAL" clId="{40912D90-D376-487B-A6AF-EEA6B4D56049}" dt="2024-09-11T09:25:33.051" v="3365" actId="20577"/>
          <ac:spMkLst>
            <pc:docMk/>
            <pc:sldMk cId="3986360022" sldId="462"/>
            <ac:spMk id="3" creationId="{ACD6B35A-EEE0-D95E-F10D-E792DDACAC90}"/>
          </ac:spMkLst>
        </pc:spChg>
      </pc:sldChg>
      <pc:sldChg chg="modSp mod modNotesTx">
        <pc:chgData name="Mengmeng Ge" userId="bb5bc401-97cb-4caf-9857-8ff441375414" providerId="ADAL" clId="{40912D90-D376-487B-A6AF-EEA6B4D56049}" dt="2024-09-16T04:12:53.445" v="3547" actId="20577"/>
        <pc:sldMkLst>
          <pc:docMk/>
          <pc:sldMk cId="2347216921" sldId="465"/>
        </pc:sldMkLst>
        <pc:spChg chg="mod">
          <ac:chgData name="Mengmeng Ge" userId="bb5bc401-97cb-4caf-9857-8ff441375414" providerId="ADAL" clId="{40912D90-D376-487B-A6AF-EEA6B4D56049}" dt="2024-09-11T19:56:12.530" v="3527" actId="1035"/>
          <ac:spMkLst>
            <pc:docMk/>
            <pc:sldMk cId="2347216921" sldId="465"/>
            <ac:spMk id="2" creationId="{00000000-0000-0000-0000-000000000000}"/>
          </ac:spMkLst>
        </pc:spChg>
      </pc:sldChg>
      <pc:sldChg chg="addSp modSp mod modAnim modNotesTx">
        <pc:chgData name="Mengmeng Ge" userId="bb5bc401-97cb-4caf-9857-8ff441375414" providerId="ADAL" clId="{40912D90-D376-487B-A6AF-EEA6B4D56049}" dt="2024-09-11T09:19:05.499" v="3356" actId="113"/>
        <pc:sldMkLst>
          <pc:docMk/>
          <pc:sldMk cId="3385233370" sldId="474"/>
        </pc:sldMkLst>
        <pc:spChg chg="mod">
          <ac:chgData name="Mengmeng Ge" userId="bb5bc401-97cb-4caf-9857-8ff441375414" providerId="ADAL" clId="{40912D90-D376-487B-A6AF-EEA6B4D56049}" dt="2024-09-11T07:47:16.760" v="3257" actId="20577"/>
          <ac:spMkLst>
            <pc:docMk/>
            <pc:sldMk cId="3385233370" sldId="474"/>
            <ac:spMk id="2" creationId="{1B0AE624-6F57-6D57-F04D-AA0EED9285E9}"/>
          </ac:spMkLst>
        </pc:spChg>
        <pc:spChg chg="mod">
          <ac:chgData name="Mengmeng Ge" userId="bb5bc401-97cb-4caf-9857-8ff441375414" providerId="ADAL" clId="{40912D90-D376-487B-A6AF-EEA6B4D56049}" dt="2024-09-11T07:43:47.260" v="3246" actId="164"/>
          <ac:spMkLst>
            <pc:docMk/>
            <pc:sldMk cId="3385233370" sldId="474"/>
            <ac:spMk id="24" creationId="{A12CF43C-51A9-FB2E-ADFF-FE5D9D6CC68E}"/>
          </ac:spMkLst>
        </pc:spChg>
        <pc:spChg chg="mod">
          <ac:chgData name="Mengmeng Ge" userId="bb5bc401-97cb-4caf-9857-8ff441375414" providerId="ADAL" clId="{40912D90-D376-487B-A6AF-EEA6B4D56049}" dt="2024-09-11T07:43:47.260" v="3246" actId="164"/>
          <ac:spMkLst>
            <pc:docMk/>
            <pc:sldMk cId="3385233370" sldId="474"/>
            <ac:spMk id="25" creationId="{A1515147-B524-3E1D-914E-5B12B239CB30}"/>
          </ac:spMkLst>
        </pc:spChg>
        <pc:spChg chg="mod">
          <ac:chgData name="Mengmeng Ge" userId="bb5bc401-97cb-4caf-9857-8ff441375414" providerId="ADAL" clId="{40912D90-D376-487B-A6AF-EEA6B4D56049}" dt="2024-09-11T07:43:47.260" v="3246" actId="164"/>
          <ac:spMkLst>
            <pc:docMk/>
            <pc:sldMk cId="3385233370" sldId="474"/>
            <ac:spMk id="27" creationId="{15697130-CD46-E6B6-3674-433E68A98C21}"/>
          </ac:spMkLst>
        </pc:spChg>
        <pc:spChg chg="mod">
          <ac:chgData name="Mengmeng Ge" userId="bb5bc401-97cb-4caf-9857-8ff441375414" providerId="ADAL" clId="{40912D90-D376-487B-A6AF-EEA6B4D56049}" dt="2024-09-02T22:46:08.401" v="1217" actId="20577"/>
          <ac:spMkLst>
            <pc:docMk/>
            <pc:sldMk cId="3385233370" sldId="474"/>
            <ac:spMk id="655362" creationId="{00000000-0000-0000-0000-000000000000}"/>
          </ac:spMkLst>
        </pc:spChg>
        <pc:grpChg chg="add mod">
          <ac:chgData name="Mengmeng Ge" userId="bb5bc401-97cb-4caf-9857-8ff441375414" providerId="ADAL" clId="{40912D90-D376-487B-A6AF-EEA6B4D56049}" dt="2024-09-11T07:43:47.260" v="3246" actId="164"/>
          <ac:grpSpMkLst>
            <pc:docMk/>
            <pc:sldMk cId="3385233370" sldId="474"/>
            <ac:grpSpMk id="3" creationId="{BE1B932E-4772-15C6-0966-A78F95A0BDA5}"/>
          </ac:grpSpMkLst>
        </pc:grpChg>
      </pc:sldChg>
      <pc:sldChg chg="modNotesTx">
        <pc:chgData name="Mengmeng Ge" userId="bb5bc401-97cb-4caf-9857-8ff441375414" providerId="ADAL" clId="{40912D90-D376-487B-A6AF-EEA6B4D56049}" dt="2024-09-09T02:34:47.557" v="2126" actId="20577"/>
        <pc:sldMkLst>
          <pc:docMk/>
          <pc:sldMk cId="2520481457" sldId="476"/>
        </pc:sldMkLst>
      </pc:sldChg>
      <pc:sldChg chg="modNotesTx">
        <pc:chgData name="Mengmeng Ge" userId="bb5bc401-97cb-4caf-9857-8ff441375414" providerId="ADAL" clId="{40912D90-D376-487B-A6AF-EEA6B4D56049}" dt="2024-09-11T08:00:46.453" v="3302" actId="20577"/>
        <pc:sldMkLst>
          <pc:docMk/>
          <pc:sldMk cId="3835396368" sldId="481"/>
        </pc:sldMkLst>
      </pc:sldChg>
      <pc:sldChg chg="modSp mod modNotesTx">
        <pc:chgData name="Mengmeng Ge" userId="bb5bc401-97cb-4caf-9857-8ff441375414" providerId="ADAL" clId="{40912D90-D376-487B-A6AF-EEA6B4D56049}" dt="2024-09-09T04:05:02.032" v="2606" actId="20577"/>
        <pc:sldMkLst>
          <pc:docMk/>
          <pc:sldMk cId="190683244" sldId="486"/>
        </pc:sldMkLst>
        <pc:spChg chg="mod">
          <ac:chgData name="Mengmeng Ge" userId="bb5bc401-97cb-4caf-9857-8ff441375414" providerId="ADAL" clId="{40912D90-D376-487B-A6AF-EEA6B4D56049}" dt="2024-07-28T03:41:32.427" v="15" actId="20577"/>
          <ac:spMkLst>
            <pc:docMk/>
            <pc:sldMk cId="190683244" sldId="486"/>
            <ac:spMk id="4" creationId="{00000000-0000-0000-0000-000000000000}"/>
          </ac:spMkLst>
        </pc:spChg>
      </pc:sldChg>
      <pc:sldChg chg="modAnim modNotesTx">
        <pc:chgData name="Mengmeng Ge" userId="bb5bc401-97cb-4caf-9857-8ff441375414" providerId="ADAL" clId="{40912D90-D376-487B-A6AF-EEA6B4D56049}" dt="2024-09-09T05:14:37.299" v="2738" actId="20577"/>
        <pc:sldMkLst>
          <pc:docMk/>
          <pc:sldMk cId="591728915" sldId="492"/>
        </pc:sldMkLst>
      </pc:sldChg>
      <pc:sldChg chg="modSp mod modNotesTx">
        <pc:chgData name="Mengmeng Ge" userId="bb5bc401-97cb-4caf-9857-8ff441375414" providerId="ADAL" clId="{40912D90-D376-487B-A6AF-EEA6B4D56049}" dt="2024-09-11T19:57:39.298" v="3543" actId="20577"/>
        <pc:sldMkLst>
          <pc:docMk/>
          <pc:sldMk cId="922270440" sldId="493"/>
        </pc:sldMkLst>
        <pc:spChg chg="mod">
          <ac:chgData name="Mengmeng Ge" userId="bb5bc401-97cb-4caf-9857-8ff441375414" providerId="ADAL" clId="{40912D90-D376-487B-A6AF-EEA6B4D56049}" dt="2024-09-11T19:56:24.416" v="3529" actId="1035"/>
          <ac:spMkLst>
            <pc:docMk/>
            <pc:sldMk cId="922270440" sldId="493"/>
            <ac:spMk id="2" creationId="{00000000-0000-0000-0000-000000000000}"/>
          </ac:spMkLst>
        </pc:spChg>
      </pc:sldChg>
      <pc:sldChg chg="modSp modAnim">
        <pc:chgData name="Mengmeng Ge" userId="bb5bc401-97cb-4caf-9857-8ff441375414" providerId="ADAL" clId="{40912D90-D376-487B-A6AF-EEA6B4D56049}" dt="2024-07-29T05:22:09.482" v="321" actId="20577"/>
        <pc:sldMkLst>
          <pc:docMk/>
          <pc:sldMk cId="3918731618" sldId="504"/>
        </pc:sldMkLst>
        <pc:spChg chg="mod">
          <ac:chgData name="Mengmeng Ge" userId="bb5bc401-97cb-4caf-9857-8ff441375414" providerId="ADAL" clId="{40912D90-D376-487B-A6AF-EEA6B4D56049}" dt="2024-07-29T05:22:09.482" v="321" actId="20577"/>
          <ac:spMkLst>
            <pc:docMk/>
            <pc:sldMk cId="3918731618" sldId="504"/>
            <ac:spMk id="4" creationId="{BDA69B4E-396D-E6F1-F846-08E33B279FF0}"/>
          </ac:spMkLst>
        </pc:spChg>
      </pc:sldChg>
      <pc:sldChg chg="modSp mod">
        <pc:chgData name="Mengmeng Ge" userId="bb5bc401-97cb-4caf-9857-8ff441375414" providerId="ADAL" clId="{40912D90-D376-487B-A6AF-EEA6B4D56049}" dt="2024-07-29T04:57:54.893" v="308" actId="20577"/>
        <pc:sldMkLst>
          <pc:docMk/>
          <pc:sldMk cId="673057446" sldId="521"/>
        </pc:sldMkLst>
        <pc:spChg chg="mod">
          <ac:chgData name="Mengmeng Ge" userId="bb5bc401-97cb-4caf-9857-8ff441375414" providerId="ADAL" clId="{40912D90-D376-487B-A6AF-EEA6B4D56049}" dt="2024-07-29T04:57:54.893" v="308" actId="20577"/>
          <ac:spMkLst>
            <pc:docMk/>
            <pc:sldMk cId="673057446" sldId="521"/>
            <ac:spMk id="652291" creationId="{00000000-0000-0000-0000-000000000000}"/>
          </ac:spMkLst>
        </pc:spChg>
      </pc:sldChg>
      <pc:sldChg chg="modSp mod">
        <pc:chgData name="Mengmeng Ge" userId="bb5bc401-97cb-4caf-9857-8ff441375414" providerId="ADAL" clId="{40912D90-D376-487B-A6AF-EEA6B4D56049}" dt="2024-09-16T04:32:07.504" v="3548" actId="20577"/>
        <pc:sldMkLst>
          <pc:docMk/>
          <pc:sldMk cId="3112333954" sldId="522"/>
        </pc:sldMkLst>
        <pc:spChg chg="mod">
          <ac:chgData name="Mengmeng Ge" userId="bb5bc401-97cb-4caf-9857-8ff441375414" providerId="ADAL" clId="{40912D90-D376-487B-A6AF-EEA6B4D56049}" dt="2024-09-16T04:32:07.504" v="3548" actId="20577"/>
          <ac:spMkLst>
            <pc:docMk/>
            <pc:sldMk cId="3112333954" sldId="522"/>
            <ac:spMk id="656387" creationId="{00000000-0000-0000-0000-000000000000}"/>
          </ac:spMkLst>
        </pc:spChg>
        <pc:graphicFrameChg chg="mod">
          <ac:chgData name="Mengmeng Ge" userId="bb5bc401-97cb-4caf-9857-8ff441375414" providerId="ADAL" clId="{40912D90-D376-487B-A6AF-EEA6B4D56049}" dt="2024-07-31T09:44:07.330" v="871" actId="113"/>
          <ac:graphicFrameMkLst>
            <pc:docMk/>
            <pc:sldMk cId="3112333954" sldId="522"/>
            <ac:graphicFrameMk id="13" creationId="{49B85CD5-F5BB-C8A5-B6CD-FC4D5DEC07E3}"/>
          </ac:graphicFrameMkLst>
        </pc:graphicFrameChg>
      </pc:sldChg>
      <pc:sldChg chg="modSp mod ord modNotesTx">
        <pc:chgData name="Mengmeng Ge" userId="bb5bc401-97cb-4caf-9857-8ff441375414" providerId="ADAL" clId="{40912D90-D376-487B-A6AF-EEA6B4D56049}" dt="2024-09-08T22:17:16.425" v="1897" actId="20577"/>
        <pc:sldMkLst>
          <pc:docMk/>
          <pc:sldMk cId="645886108" sldId="634"/>
        </pc:sldMkLst>
        <pc:spChg chg="mod">
          <ac:chgData name="Mengmeng Ge" userId="bb5bc401-97cb-4caf-9857-8ff441375414" providerId="ADAL" clId="{40912D90-D376-487B-A6AF-EEA6B4D56049}" dt="2024-08-19T04:32:09.696" v="874" actId="20577"/>
          <ac:spMkLst>
            <pc:docMk/>
            <pc:sldMk cId="645886108" sldId="634"/>
            <ac:spMk id="2" creationId="{00000000-0000-0000-0000-000000000000}"/>
          </ac:spMkLst>
        </pc:spChg>
      </pc:sldChg>
      <pc:sldChg chg="modAnim modNotesTx">
        <pc:chgData name="Mengmeng Ge" userId="bb5bc401-97cb-4caf-9857-8ff441375414" providerId="ADAL" clId="{40912D90-D376-487B-A6AF-EEA6B4D56049}" dt="2024-09-08T23:16:09.984" v="1986" actId="20577"/>
        <pc:sldMkLst>
          <pc:docMk/>
          <pc:sldMk cId="3653929728" sldId="635"/>
        </pc:sldMkLst>
      </pc:sldChg>
      <pc:sldChg chg="modNotesTx">
        <pc:chgData name="Mengmeng Ge" userId="bb5bc401-97cb-4caf-9857-8ff441375414" providerId="ADAL" clId="{40912D90-D376-487B-A6AF-EEA6B4D56049}" dt="2024-09-09T03:06:36.469" v="2406" actId="20577"/>
        <pc:sldMkLst>
          <pc:docMk/>
          <pc:sldMk cId="3156054951" sldId="636"/>
        </pc:sldMkLst>
      </pc:sldChg>
      <pc:sldChg chg="modNotesTx">
        <pc:chgData name="Mengmeng Ge" userId="bb5bc401-97cb-4caf-9857-8ff441375414" providerId="ADAL" clId="{40912D90-D376-487B-A6AF-EEA6B4D56049}" dt="2024-09-09T03:15:14.182" v="2444" actId="20577"/>
        <pc:sldMkLst>
          <pc:docMk/>
          <pc:sldMk cId="2495595205" sldId="637"/>
        </pc:sldMkLst>
      </pc:sldChg>
      <pc:sldChg chg="modNotesTx">
        <pc:chgData name="Mengmeng Ge" userId="bb5bc401-97cb-4caf-9857-8ff441375414" providerId="ADAL" clId="{40912D90-D376-487B-A6AF-EEA6B4D56049}" dt="2024-09-09T03:11:25.493" v="2432" actId="20577"/>
        <pc:sldMkLst>
          <pc:docMk/>
          <pc:sldMk cId="331954586" sldId="641"/>
        </pc:sldMkLst>
      </pc:sldChg>
      <pc:sldChg chg="modSp mod">
        <pc:chgData name="Mengmeng Ge" userId="bb5bc401-97cb-4caf-9857-8ff441375414" providerId="ADAL" clId="{40912D90-D376-487B-A6AF-EEA6B4D56049}" dt="2024-09-09T05:19:58.632" v="2739" actId="14100"/>
        <pc:sldMkLst>
          <pc:docMk/>
          <pc:sldMk cId="1039630600" sldId="647"/>
        </pc:sldMkLst>
        <pc:spChg chg="mod">
          <ac:chgData name="Mengmeng Ge" userId="bb5bc401-97cb-4caf-9857-8ff441375414" providerId="ADAL" clId="{40912D90-D376-487B-A6AF-EEA6B4D56049}" dt="2024-09-09T05:19:58.632" v="2739" actId="14100"/>
          <ac:spMkLst>
            <pc:docMk/>
            <pc:sldMk cId="1039630600" sldId="647"/>
            <ac:spMk id="3" creationId="{343A2A6A-D75D-A98A-6CCB-5DFE9D384437}"/>
          </ac:spMkLst>
        </pc:spChg>
      </pc:sldChg>
      <pc:sldChg chg="modSp mod">
        <pc:chgData name="Mengmeng Ge" userId="bb5bc401-97cb-4caf-9857-8ff441375414" providerId="ADAL" clId="{40912D90-D376-487B-A6AF-EEA6B4D56049}" dt="2024-09-09T05:44:18.827" v="3169" actId="948"/>
        <pc:sldMkLst>
          <pc:docMk/>
          <pc:sldMk cId="1818719766" sldId="649"/>
        </pc:sldMkLst>
        <pc:spChg chg="mod">
          <ac:chgData name="Mengmeng Ge" userId="bb5bc401-97cb-4caf-9857-8ff441375414" providerId="ADAL" clId="{40912D90-D376-487B-A6AF-EEA6B4D56049}" dt="2024-09-09T05:44:18.827" v="3169" actId="948"/>
          <ac:spMkLst>
            <pc:docMk/>
            <pc:sldMk cId="1818719766" sldId="649"/>
            <ac:spMk id="3" creationId="{DB6E2715-F2B6-7842-90A4-A2A453EFA301}"/>
          </ac:spMkLst>
        </pc:spChg>
      </pc:sldChg>
      <pc:sldChg chg="del">
        <pc:chgData name="Mengmeng Ge" userId="bb5bc401-97cb-4caf-9857-8ff441375414" providerId="ADAL" clId="{40912D90-D376-487B-A6AF-EEA6B4D56049}" dt="2024-07-29T04:50:02.322" v="305" actId="47"/>
        <pc:sldMkLst>
          <pc:docMk/>
          <pc:sldMk cId="3501969228" sldId="651"/>
        </pc:sldMkLst>
      </pc:sldChg>
      <pc:sldChg chg="modSp mod">
        <pc:chgData name="Mengmeng Ge" userId="bb5bc401-97cb-4caf-9857-8ff441375414" providerId="ADAL" clId="{40912D90-D376-487B-A6AF-EEA6B4D56049}" dt="2024-07-29T05:01:51.212" v="310" actId="20577"/>
        <pc:sldMkLst>
          <pc:docMk/>
          <pc:sldMk cId="4042920328" sldId="653"/>
        </pc:sldMkLst>
        <pc:spChg chg="mod">
          <ac:chgData name="Mengmeng Ge" userId="bb5bc401-97cb-4caf-9857-8ff441375414" providerId="ADAL" clId="{40912D90-D376-487B-A6AF-EEA6B4D56049}" dt="2024-07-29T05:01:35.759" v="309" actId="1076"/>
          <ac:spMkLst>
            <pc:docMk/>
            <pc:sldMk cId="4042920328" sldId="653"/>
            <ac:spMk id="59" creationId="{85213BC4-71C7-E964-B67C-22873B3F57DC}"/>
          </ac:spMkLst>
        </pc:spChg>
        <pc:spChg chg="mod">
          <ac:chgData name="Mengmeng Ge" userId="bb5bc401-97cb-4caf-9857-8ff441375414" providerId="ADAL" clId="{40912D90-D376-487B-A6AF-EEA6B4D56049}" dt="2024-07-29T05:01:51.212" v="310" actId="20577"/>
          <ac:spMkLst>
            <pc:docMk/>
            <pc:sldMk cId="4042920328" sldId="653"/>
            <ac:spMk id="60" creationId="{833CA484-FB29-A410-6938-2DEFB5CEAF37}"/>
          </ac:spMkLst>
        </pc:spChg>
      </pc:sldChg>
      <pc:sldChg chg="modSp modNotesTx">
        <pc:chgData name="Mengmeng Ge" userId="bb5bc401-97cb-4caf-9857-8ff441375414" providerId="ADAL" clId="{40912D90-D376-487B-A6AF-EEA6B4D56049}" dt="2024-07-29T05:38:30.329" v="371" actId="20577"/>
        <pc:sldMkLst>
          <pc:docMk/>
          <pc:sldMk cId="443505391" sldId="654"/>
        </pc:sldMkLst>
        <pc:spChg chg="mod">
          <ac:chgData name="Mengmeng Ge" userId="bb5bc401-97cb-4caf-9857-8ff441375414" providerId="ADAL" clId="{40912D90-D376-487B-A6AF-EEA6B4D56049}" dt="2024-07-29T05:22:02.705" v="320" actId="20577"/>
          <ac:spMkLst>
            <pc:docMk/>
            <pc:sldMk cId="443505391" sldId="654"/>
            <ac:spMk id="63" creationId="{52DE95EA-E651-312F-77D9-C8C98F8F94E7}"/>
          </ac:spMkLst>
        </pc:spChg>
      </pc:sldChg>
      <pc:sldChg chg="modSp mod modNotesTx">
        <pc:chgData name="Mengmeng Ge" userId="bb5bc401-97cb-4caf-9857-8ff441375414" providerId="ADAL" clId="{40912D90-D376-487B-A6AF-EEA6B4D56049}" dt="2024-07-29T05:50:53.053" v="402" actId="207"/>
        <pc:sldMkLst>
          <pc:docMk/>
          <pc:sldMk cId="3793429471" sldId="655"/>
        </pc:sldMkLst>
        <pc:graphicFrameChg chg="mod modGraphic">
          <ac:chgData name="Mengmeng Ge" userId="bb5bc401-97cb-4caf-9857-8ff441375414" providerId="ADAL" clId="{40912D90-D376-487B-A6AF-EEA6B4D56049}" dt="2024-07-29T05:50:53.053" v="402" actId="207"/>
          <ac:graphicFrameMkLst>
            <pc:docMk/>
            <pc:sldMk cId="3793429471" sldId="655"/>
            <ac:graphicFrameMk id="121" creationId="{EACCB38A-0FF8-36D8-043B-DC29BDD0E2C4}"/>
          </ac:graphicFrameMkLst>
        </pc:graphicFrameChg>
      </pc:sldChg>
      <pc:sldChg chg="modSp mod modNotesTx">
        <pc:chgData name="Mengmeng Ge" userId="bb5bc401-97cb-4caf-9857-8ff441375414" providerId="ADAL" clId="{40912D90-D376-487B-A6AF-EEA6B4D56049}" dt="2024-07-29T05:53:17.134" v="418" actId="207"/>
        <pc:sldMkLst>
          <pc:docMk/>
          <pc:sldMk cId="1397166904" sldId="656"/>
        </pc:sldMkLst>
        <pc:graphicFrameChg chg="modGraphic">
          <ac:chgData name="Mengmeng Ge" userId="bb5bc401-97cb-4caf-9857-8ff441375414" providerId="ADAL" clId="{40912D90-D376-487B-A6AF-EEA6B4D56049}" dt="2024-07-29T05:53:17.134" v="418" actId="207"/>
          <ac:graphicFrameMkLst>
            <pc:docMk/>
            <pc:sldMk cId="1397166904" sldId="656"/>
            <ac:graphicFrameMk id="121" creationId="{EACCB38A-0FF8-36D8-043B-DC29BDD0E2C4}"/>
          </ac:graphicFrameMkLst>
        </pc:graphicFrameChg>
      </pc:sldChg>
      <pc:sldChg chg="delSp modSp mod">
        <pc:chgData name="Mengmeng Ge" userId="bb5bc401-97cb-4caf-9857-8ff441375414" providerId="ADAL" clId="{40912D90-D376-487B-A6AF-EEA6B4D56049}" dt="2024-07-29T06:40:37.823" v="420" actId="478"/>
        <pc:sldMkLst>
          <pc:docMk/>
          <pc:sldMk cId="3810885056" sldId="657"/>
        </pc:sldMkLst>
        <pc:spChg chg="del">
          <ac:chgData name="Mengmeng Ge" userId="bb5bc401-97cb-4caf-9857-8ff441375414" providerId="ADAL" clId="{40912D90-D376-487B-A6AF-EEA6B4D56049}" dt="2024-07-29T06:40:37.823" v="420" actId="478"/>
          <ac:spMkLst>
            <pc:docMk/>
            <pc:sldMk cId="3810885056" sldId="657"/>
            <ac:spMk id="11" creationId="{F0E05309-5AB5-E62C-43A7-199A5324A745}"/>
          </ac:spMkLst>
        </pc:spChg>
        <pc:graphicFrameChg chg="modGraphic">
          <ac:chgData name="Mengmeng Ge" userId="bb5bc401-97cb-4caf-9857-8ff441375414" providerId="ADAL" clId="{40912D90-D376-487B-A6AF-EEA6B4D56049}" dt="2024-07-29T06:28:17.621" v="419" actId="207"/>
          <ac:graphicFrameMkLst>
            <pc:docMk/>
            <pc:sldMk cId="3810885056" sldId="657"/>
            <ac:graphicFrameMk id="121" creationId="{EACCB38A-0FF8-36D8-043B-DC29BDD0E2C4}"/>
          </ac:graphicFrameMkLst>
        </pc:graphicFrameChg>
      </pc:sldChg>
      <pc:sldChg chg="modSp mod">
        <pc:chgData name="Mengmeng Ge" userId="bb5bc401-97cb-4caf-9857-8ff441375414" providerId="ADAL" clId="{40912D90-D376-487B-A6AF-EEA6B4D56049}" dt="2024-07-29T07:51:08.358" v="426" actId="20577"/>
        <pc:sldMkLst>
          <pc:docMk/>
          <pc:sldMk cId="3284530174" sldId="658"/>
        </pc:sldMkLst>
        <pc:spChg chg="mod">
          <ac:chgData name="Mengmeng Ge" userId="bb5bc401-97cb-4caf-9857-8ff441375414" providerId="ADAL" clId="{40912D90-D376-487B-A6AF-EEA6B4D56049}" dt="2024-07-29T07:51:08.358" v="426" actId="20577"/>
          <ac:spMkLst>
            <pc:docMk/>
            <pc:sldMk cId="3284530174" sldId="658"/>
            <ac:spMk id="129" creationId="{B6FA555D-1394-87EE-5AAF-FA1387B4A94D}"/>
          </ac:spMkLst>
        </pc:spChg>
      </pc:sldChg>
      <pc:sldChg chg="delSp modSp mod modNotesTx">
        <pc:chgData name="Mengmeng Ge" userId="bb5bc401-97cb-4caf-9857-8ff441375414" providerId="ADAL" clId="{40912D90-D376-487B-A6AF-EEA6B4D56049}" dt="2024-07-29T08:14:23.936" v="443" actId="20577"/>
        <pc:sldMkLst>
          <pc:docMk/>
          <pc:sldMk cId="3038409008" sldId="659"/>
        </pc:sldMkLst>
        <pc:spChg chg="del">
          <ac:chgData name="Mengmeng Ge" userId="bb5bc401-97cb-4caf-9857-8ff441375414" providerId="ADAL" clId="{40912D90-D376-487B-A6AF-EEA6B4D56049}" dt="2024-07-29T07:53:07.105" v="427" actId="478"/>
          <ac:spMkLst>
            <pc:docMk/>
            <pc:sldMk cId="3038409008" sldId="659"/>
            <ac:spMk id="11" creationId="{F0E05309-5AB5-E62C-43A7-199A5324A745}"/>
          </ac:spMkLst>
        </pc:spChg>
        <pc:graphicFrameChg chg="modGraphic">
          <ac:chgData name="Mengmeng Ge" userId="bb5bc401-97cb-4caf-9857-8ff441375414" providerId="ADAL" clId="{40912D90-D376-487B-A6AF-EEA6B4D56049}" dt="2024-07-29T08:11:55.751" v="433" actId="207"/>
          <ac:graphicFrameMkLst>
            <pc:docMk/>
            <pc:sldMk cId="3038409008" sldId="659"/>
            <ac:graphicFrameMk id="126" creationId="{62763C4B-2A13-1969-9281-990ABADE9F22}"/>
          </ac:graphicFrameMkLst>
        </pc:graphicFrameChg>
      </pc:sldChg>
      <pc:sldChg chg="delSp mod modNotesTx">
        <pc:chgData name="Mengmeng Ge" userId="bb5bc401-97cb-4caf-9857-8ff441375414" providerId="ADAL" clId="{40912D90-D376-487B-A6AF-EEA6B4D56049}" dt="2024-07-29T08:19:04.435" v="457" actId="478"/>
        <pc:sldMkLst>
          <pc:docMk/>
          <pc:sldMk cId="2739249737" sldId="660"/>
        </pc:sldMkLst>
        <pc:spChg chg="del">
          <ac:chgData name="Mengmeng Ge" userId="bb5bc401-97cb-4caf-9857-8ff441375414" providerId="ADAL" clId="{40912D90-D376-487B-A6AF-EEA6B4D56049}" dt="2024-07-29T08:19:04.435" v="457" actId="478"/>
          <ac:spMkLst>
            <pc:docMk/>
            <pc:sldMk cId="2739249737" sldId="660"/>
            <ac:spMk id="11" creationId="{F0E05309-5AB5-E62C-43A7-199A5324A745}"/>
          </ac:spMkLst>
        </pc:spChg>
      </pc:sldChg>
      <pc:sldChg chg="modSp mod modNotesTx">
        <pc:chgData name="Mengmeng Ge" userId="bb5bc401-97cb-4caf-9857-8ff441375414" providerId="ADAL" clId="{40912D90-D376-487B-A6AF-EEA6B4D56049}" dt="2024-07-29T08:57:56.842" v="839" actId="20577"/>
        <pc:sldMkLst>
          <pc:docMk/>
          <pc:sldMk cId="4230311057" sldId="664"/>
        </pc:sldMkLst>
        <pc:graphicFrameChg chg="modGraphic">
          <ac:chgData name="Mengmeng Ge" userId="bb5bc401-97cb-4caf-9857-8ff441375414" providerId="ADAL" clId="{40912D90-D376-487B-A6AF-EEA6B4D56049}" dt="2024-07-29T08:54:53.041" v="821" actId="20577"/>
          <ac:graphicFrameMkLst>
            <pc:docMk/>
            <pc:sldMk cId="4230311057" sldId="664"/>
            <ac:graphicFrameMk id="89" creationId="{7232AB7C-9A6C-EC1A-F469-B8F10B09E06F}"/>
          </ac:graphicFrameMkLst>
        </pc:graphicFrameChg>
        <pc:graphicFrameChg chg="modGraphic">
          <ac:chgData name="Mengmeng Ge" userId="bb5bc401-97cb-4caf-9857-8ff441375414" providerId="ADAL" clId="{40912D90-D376-487B-A6AF-EEA6B4D56049}" dt="2024-07-29T08:57:54.304" v="836" actId="20577"/>
          <ac:graphicFrameMkLst>
            <pc:docMk/>
            <pc:sldMk cId="4230311057" sldId="664"/>
            <ac:graphicFrameMk id="91" creationId="{DBFA4677-2A18-76BE-FDE9-A376D08BAD5C}"/>
          </ac:graphicFrameMkLst>
        </pc:graphicFrameChg>
        <pc:graphicFrameChg chg="modGraphic">
          <ac:chgData name="Mengmeng Ge" userId="bb5bc401-97cb-4caf-9857-8ff441375414" providerId="ADAL" clId="{40912D90-D376-487B-A6AF-EEA6B4D56049}" dt="2024-07-29T08:57:56.842" v="839" actId="20577"/>
          <ac:graphicFrameMkLst>
            <pc:docMk/>
            <pc:sldMk cId="4230311057" sldId="664"/>
            <ac:graphicFrameMk id="93" creationId="{79D72AFB-95B0-8917-E872-846068F4990C}"/>
          </ac:graphicFrameMkLst>
        </pc:graphicFrameChg>
      </pc:sldChg>
      <pc:sldChg chg="modSp mod modNotesTx">
        <pc:chgData name="Mengmeng Ge" userId="bb5bc401-97cb-4caf-9857-8ff441375414" providerId="ADAL" clId="{40912D90-D376-487B-A6AF-EEA6B4D56049}" dt="2024-07-29T08:52:54.422" v="786" actId="20577"/>
        <pc:sldMkLst>
          <pc:docMk/>
          <pc:sldMk cId="1874266009" sldId="665"/>
        </pc:sldMkLst>
        <pc:graphicFrameChg chg="modGraphic">
          <ac:chgData name="Mengmeng Ge" userId="bb5bc401-97cb-4caf-9857-8ff441375414" providerId="ADAL" clId="{40912D90-D376-487B-A6AF-EEA6B4D56049}" dt="2024-07-29T08:50:26.926" v="767" actId="207"/>
          <ac:graphicFrameMkLst>
            <pc:docMk/>
            <pc:sldMk cId="1874266009" sldId="665"/>
            <ac:graphicFrameMk id="57" creationId="{6DBBCE56-576F-FCBA-9E3B-69E896254A7D}"/>
          </ac:graphicFrameMkLst>
        </pc:graphicFrameChg>
        <pc:graphicFrameChg chg="modGraphic">
          <ac:chgData name="Mengmeng Ge" userId="bb5bc401-97cb-4caf-9857-8ff441375414" providerId="ADAL" clId="{40912D90-D376-487B-A6AF-EEA6B4D56049}" dt="2024-07-29T08:50:39.749" v="768" actId="207"/>
          <ac:graphicFrameMkLst>
            <pc:docMk/>
            <pc:sldMk cId="1874266009" sldId="665"/>
            <ac:graphicFrameMk id="59" creationId="{756365B5-F67F-F346-30DD-ED018D79AABD}"/>
          </ac:graphicFrameMkLst>
        </pc:graphicFrameChg>
      </pc:sldChg>
      <pc:sldChg chg="modAnim modNotesTx">
        <pc:chgData name="Mengmeng Ge" userId="bb5bc401-97cb-4caf-9857-8ff441375414" providerId="ADAL" clId="{40912D90-D376-487B-A6AF-EEA6B4D56049}" dt="2024-09-11T08:07:12.045" v="3354" actId="20577"/>
        <pc:sldMkLst>
          <pc:docMk/>
          <pc:sldMk cId="3721559959" sldId="666"/>
        </pc:sldMkLst>
      </pc:sldChg>
      <pc:sldChg chg="addSp delSp modSp mod">
        <pc:chgData name="Mengmeng Ge" userId="bb5bc401-97cb-4caf-9857-8ff441375414" providerId="ADAL" clId="{40912D90-D376-487B-A6AF-EEA6B4D56049}" dt="2024-08-19T04:59:33.198" v="946" actId="20577"/>
        <pc:sldMkLst>
          <pc:docMk/>
          <pc:sldMk cId="904133760" sldId="667"/>
        </pc:sldMkLst>
        <pc:spChg chg="add mod">
          <ac:chgData name="Mengmeng Ge" userId="bb5bc401-97cb-4caf-9857-8ff441375414" providerId="ADAL" clId="{40912D90-D376-487B-A6AF-EEA6B4D56049}" dt="2024-07-29T09:59:53.700" v="865"/>
          <ac:spMkLst>
            <pc:docMk/>
            <pc:sldMk cId="904133760" sldId="667"/>
            <ac:spMk id="2" creationId="{C24C7B0F-3266-3138-278D-A775C034BB06}"/>
          </ac:spMkLst>
        </pc:spChg>
        <pc:spChg chg="del">
          <ac:chgData name="Mengmeng Ge" userId="bb5bc401-97cb-4caf-9857-8ff441375414" providerId="ADAL" clId="{40912D90-D376-487B-A6AF-EEA6B4D56049}" dt="2024-07-29T09:59:47.626" v="864" actId="478"/>
          <ac:spMkLst>
            <pc:docMk/>
            <pc:sldMk cId="904133760" sldId="667"/>
            <ac:spMk id="6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8-19T04:59:33.198" v="946" actId="20577"/>
          <ac:spMkLst>
            <pc:docMk/>
            <pc:sldMk cId="904133760" sldId="667"/>
            <ac:spMk id="648195" creationId="{00000000-0000-0000-0000-000000000000}"/>
          </ac:spMkLst>
        </pc:spChg>
      </pc:sldChg>
      <pc:sldChg chg="modSp mod">
        <pc:chgData name="Mengmeng Ge" userId="bb5bc401-97cb-4caf-9857-8ff441375414" providerId="ADAL" clId="{40912D90-D376-487B-A6AF-EEA6B4D56049}" dt="2024-09-02T22:00:41.938" v="1031" actId="113"/>
        <pc:sldMkLst>
          <pc:docMk/>
          <pc:sldMk cId="930362832" sldId="671"/>
        </pc:sldMkLst>
        <pc:spChg chg="mod">
          <ac:chgData name="Mengmeng Ge" userId="bb5bc401-97cb-4caf-9857-8ff441375414" providerId="ADAL" clId="{40912D90-D376-487B-A6AF-EEA6B4D56049}" dt="2024-09-02T22:00:41.938" v="1031" actId="113"/>
          <ac:spMkLst>
            <pc:docMk/>
            <pc:sldMk cId="930362832" sldId="671"/>
            <ac:spMk id="653486" creationId="{CD9A93C6-AE6B-7469-9CA5-139186CA0598}"/>
          </ac:spMkLst>
        </pc:spChg>
      </pc:sldChg>
      <pc:sldChg chg="modNotesTx">
        <pc:chgData name="Mengmeng Ge" userId="bb5bc401-97cb-4caf-9857-8ff441375414" providerId="ADAL" clId="{40912D90-D376-487B-A6AF-EEA6B4D56049}" dt="2024-09-11T07:59:15.401" v="3300" actId="20577"/>
        <pc:sldMkLst>
          <pc:docMk/>
          <pc:sldMk cId="2458842059" sldId="672"/>
        </pc:sldMkLst>
      </pc:sldChg>
      <pc:sldChg chg="addSp modSp mod modAnim modNotesTx">
        <pc:chgData name="Mengmeng Ge" userId="bb5bc401-97cb-4caf-9857-8ff441375414" providerId="ADAL" clId="{40912D90-D376-487B-A6AF-EEA6B4D56049}" dt="2024-09-11T06:41:12.373" v="3240" actId="20577"/>
        <pc:sldMkLst>
          <pc:docMk/>
          <pc:sldMk cId="367667272" sldId="673"/>
        </pc:sldMkLst>
        <pc:spChg chg="mod">
          <ac:chgData name="Mengmeng Ge" userId="bb5bc401-97cb-4caf-9857-8ff441375414" providerId="ADAL" clId="{40912D90-D376-487B-A6AF-EEA6B4D56049}" dt="2024-09-02T22:00:47.702" v="1032" actId="113"/>
          <ac:spMkLst>
            <pc:docMk/>
            <pc:sldMk cId="367667272" sldId="673"/>
            <ac:spMk id="3" creationId="{A8296477-7B24-7D5C-7DF8-A9B9DF8E11CD}"/>
          </ac:spMkLst>
        </pc:spChg>
        <pc:spChg chg="add mod">
          <ac:chgData name="Mengmeng Ge" userId="bb5bc401-97cb-4caf-9857-8ff441375414" providerId="ADAL" clId="{40912D90-D376-487B-A6AF-EEA6B4D56049}" dt="2024-09-02T22:12:14.045" v="1067" actId="20577"/>
          <ac:spMkLst>
            <pc:docMk/>
            <pc:sldMk cId="367667272" sldId="673"/>
            <ac:spMk id="21" creationId="{8BED914F-44DA-C267-58EB-11C177E1A57D}"/>
          </ac:spMkLst>
        </pc:spChg>
        <pc:spChg chg="add mod">
          <ac:chgData name="Mengmeng Ge" userId="bb5bc401-97cb-4caf-9857-8ff441375414" providerId="ADAL" clId="{40912D90-D376-487B-A6AF-EEA6B4D56049}" dt="2024-09-02T22:13:05.679" v="1091" actId="20577"/>
          <ac:spMkLst>
            <pc:docMk/>
            <pc:sldMk cId="367667272" sldId="673"/>
            <ac:spMk id="22" creationId="{FB8AED5F-C9BB-F3BB-1952-8B111197AE1E}"/>
          </ac:spMkLst>
        </pc:spChg>
        <pc:spChg chg="add mod">
          <ac:chgData name="Mengmeng Ge" userId="bb5bc401-97cb-4caf-9857-8ff441375414" providerId="ADAL" clId="{40912D90-D376-487B-A6AF-EEA6B4D56049}" dt="2024-09-02T22:10:17.304" v="1046" actId="14100"/>
          <ac:spMkLst>
            <pc:docMk/>
            <pc:sldMk cId="367667272" sldId="673"/>
            <ac:spMk id="23" creationId="{39E662D3-B6F1-E708-825D-1230DF3D7BAC}"/>
          </ac:spMkLst>
        </pc:spChg>
        <pc:spChg chg="mod">
          <ac:chgData name="Mengmeng Ge" userId="bb5bc401-97cb-4caf-9857-8ff441375414" providerId="ADAL" clId="{40912D90-D376-487B-A6AF-EEA6B4D56049}" dt="2024-09-02T22:09:11.888" v="1038" actId="1035"/>
          <ac:spMkLst>
            <pc:docMk/>
            <pc:sldMk cId="367667272" sldId="673"/>
            <ac:spMk id="45" creationId="{22B8D5F2-1461-3177-6CD2-1036DEA02D19}"/>
          </ac:spMkLst>
        </pc:spChg>
        <pc:spChg chg="mod">
          <ac:chgData name="Mengmeng Ge" userId="bb5bc401-97cb-4caf-9857-8ff441375414" providerId="ADAL" clId="{40912D90-D376-487B-A6AF-EEA6B4D56049}" dt="2024-09-02T22:09:11.888" v="1038" actId="1035"/>
          <ac:spMkLst>
            <pc:docMk/>
            <pc:sldMk cId="367667272" sldId="673"/>
            <ac:spMk id="653480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2T22:09:15.252" v="1039" actId="14100"/>
          <ac:spMkLst>
            <pc:docMk/>
            <pc:sldMk cId="367667272" sldId="673"/>
            <ac:spMk id="653481" creationId="{90C8BB5C-8011-ADCB-6286-7B9A42E052D7}"/>
          </ac:spMkLst>
        </pc:spChg>
      </pc:sldChg>
      <pc:sldChg chg="addSp modSp mod modAnim modNotesTx">
        <pc:chgData name="Mengmeng Ge" userId="bb5bc401-97cb-4caf-9857-8ff441375414" providerId="ADAL" clId="{40912D90-D376-487B-A6AF-EEA6B4D56049}" dt="2024-09-11T09:39:22.262" v="3384" actId="113"/>
        <pc:sldMkLst>
          <pc:docMk/>
          <pc:sldMk cId="3822974861" sldId="674"/>
        </pc:sldMkLst>
        <pc:spChg chg="mod">
          <ac:chgData name="Mengmeng Ge" userId="bb5bc401-97cb-4caf-9857-8ff441375414" providerId="ADAL" clId="{40912D90-D376-487B-A6AF-EEA6B4D56049}" dt="2024-08-19T05:17:29.155" v="1019" actId="20577"/>
          <ac:spMkLst>
            <pc:docMk/>
            <pc:sldMk cId="3822974861" sldId="674"/>
            <ac:spMk id="2" creationId="{1B0AE624-6F57-6D57-F04D-AA0EED9285E9}"/>
          </ac:spMkLst>
        </pc:spChg>
        <pc:spChg chg="add mod">
          <ac:chgData name="Mengmeng Ge" userId="bb5bc401-97cb-4caf-9857-8ff441375414" providerId="ADAL" clId="{40912D90-D376-487B-A6AF-EEA6B4D56049}" dt="2024-09-11T07:53:03.173" v="3271" actId="571"/>
          <ac:spMkLst>
            <pc:docMk/>
            <pc:sldMk cId="3822974861" sldId="674"/>
            <ac:spMk id="4" creationId="{B84EA091-7A67-71BC-A247-82C253DE9B63}"/>
          </ac:spMkLst>
        </pc:spChg>
        <pc:spChg chg="add mod">
          <ac:chgData name="Mengmeng Ge" userId="bb5bc401-97cb-4caf-9857-8ff441375414" providerId="ADAL" clId="{40912D90-D376-487B-A6AF-EEA6B4D56049}" dt="2024-09-11T07:53:03.173" v="3271" actId="571"/>
          <ac:spMkLst>
            <pc:docMk/>
            <pc:sldMk cId="3822974861" sldId="674"/>
            <ac:spMk id="5" creationId="{05D5C308-C2F9-2F98-C147-C765FB2C3040}"/>
          </ac:spMkLst>
        </pc:spChg>
        <pc:spChg chg="mod">
          <ac:chgData name="Mengmeng Ge" userId="bb5bc401-97cb-4caf-9857-8ff441375414" providerId="ADAL" clId="{40912D90-D376-487B-A6AF-EEA6B4D56049}" dt="2024-09-02T22:46:18.701" v="1228" actId="20577"/>
          <ac:spMkLst>
            <pc:docMk/>
            <pc:sldMk cId="3822974861" sldId="674"/>
            <ac:spMk id="655362" creationId="{00000000-0000-0000-0000-000000000000}"/>
          </ac:spMkLst>
        </pc:spChg>
      </pc:sldChg>
      <pc:sldChg chg="modSp mod modAnim modNotesTx">
        <pc:chgData name="Mengmeng Ge" userId="bb5bc401-97cb-4caf-9857-8ff441375414" providerId="ADAL" clId="{40912D90-D376-487B-A6AF-EEA6B4D56049}" dt="2024-09-11T09:31:44.571" v="3374" actId="20577"/>
        <pc:sldMkLst>
          <pc:docMk/>
          <pc:sldMk cId="1458070992" sldId="675"/>
        </pc:sldMkLst>
        <pc:spChg chg="mod">
          <ac:chgData name="Mengmeng Ge" userId="bb5bc401-97cb-4caf-9857-8ff441375414" providerId="ADAL" clId="{40912D90-D376-487B-A6AF-EEA6B4D56049}" dt="2024-08-19T05:17:47.008" v="1021" actId="20577"/>
          <ac:spMkLst>
            <pc:docMk/>
            <pc:sldMk cId="1458070992" sldId="675"/>
            <ac:spMk id="3" creationId="{ACD6B35A-EEE0-D95E-F10D-E792DDACAC90}"/>
          </ac:spMkLst>
        </pc:spChg>
      </pc:sldChg>
      <pc:sldChg chg="modSp mod modAnim modNotesTx">
        <pc:chgData name="Mengmeng Ge" userId="bb5bc401-97cb-4caf-9857-8ff441375414" providerId="ADAL" clId="{40912D90-D376-487B-A6AF-EEA6B4D56049}" dt="2024-09-11T09:33:06.165" v="3381" actId="20577"/>
        <pc:sldMkLst>
          <pc:docMk/>
          <pc:sldMk cId="2724010280" sldId="676"/>
        </pc:sldMkLst>
        <pc:spChg chg="mod">
          <ac:chgData name="Mengmeng Ge" userId="bb5bc401-97cb-4caf-9857-8ff441375414" providerId="ADAL" clId="{40912D90-D376-487B-A6AF-EEA6B4D56049}" dt="2024-08-19T05:17:50.058" v="1022" actId="20577"/>
          <ac:spMkLst>
            <pc:docMk/>
            <pc:sldMk cId="2724010280" sldId="676"/>
            <ac:spMk id="3" creationId="{ACD6B35A-EEE0-D95E-F10D-E792DDACAC90}"/>
          </ac:spMkLst>
        </pc:spChg>
      </pc:sldChg>
      <pc:sldChg chg="modSp mod modAnim">
        <pc:chgData name="Mengmeng Ge" userId="bb5bc401-97cb-4caf-9857-8ff441375414" providerId="ADAL" clId="{40912D90-D376-487B-A6AF-EEA6B4D56049}" dt="2024-09-11T09:33:53.823" v="3383"/>
        <pc:sldMkLst>
          <pc:docMk/>
          <pc:sldMk cId="993584076" sldId="677"/>
        </pc:sldMkLst>
        <pc:spChg chg="mod">
          <ac:chgData name="Mengmeng Ge" userId="bb5bc401-97cb-4caf-9857-8ff441375414" providerId="ADAL" clId="{40912D90-D376-487B-A6AF-EEA6B4D56049}" dt="2024-08-19T05:17:54.552" v="1023" actId="20577"/>
          <ac:spMkLst>
            <pc:docMk/>
            <pc:sldMk cId="993584076" sldId="677"/>
            <ac:spMk id="3" creationId="{ACD6B35A-EEE0-D95E-F10D-E792DDACAC90}"/>
          </ac:spMkLst>
        </pc:spChg>
      </pc:sldChg>
      <pc:sldChg chg="modNotesTx">
        <pc:chgData name="Mengmeng Ge" userId="bb5bc401-97cb-4caf-9857-8ff441375414" providerId="ADAL" clId="{40912D90-D376-487B-A6AF-EEA6B4D56049}" dt="2024-09-11T10:06:37.665" v="3428" actId="113"/>
        <pc:sldMkLst>
          <pc:docMk/>
          <pc:sldMk cId="445368471" sldId="679"/>
        </pc:sldMkLst>
      </pc:sldChg>
      <pc:sldChg chg="modNotesTx">
        <pc:chgData name="Mengmeng Ge" userId="bb5bc401-97cb-4caf-9857-8ff441375414" providerId="ADAL" clId="{40912D90-D376-487B-A6AF-EEA6B4D56049}" dt="2024-09-11T19:19:41.888" v="3526" actId="20577"/>
        <pc:sldMkLst>
          <pc:docMk/>
          <pc:sldMk cId="2152730267" sldId="680"/>
        </pc:sldMkLst>
      </pc:sldChg>
      <pc:sldChg chg="modSp mod modAnim modNotesTx">
        <pc:chgData name="Mengmeng Ge" userId="bb5bc401-97cb-4caf-9857-8ff441375414" providerId="ADAL" clId="{40912D90-D376-487B-A6AF-EEA6B4D56049}" dt="2024-09-08T23:32:23.089" v="2032" actId="20577"/>
        <pc:sldMkLst>
          <pc:docMk/>
          <pc:sldMk cId="3317618714" sldId="681"/>
        </pc:sldMkLst>
        <pc:spChg chg="mod">
          <ac:chgData name="Mengmeng Ge" userId="bb5bc401-97cb-4caf-9857-8ff441375414" providerId="ADAL" clId="{40912D90-D376-487B-A6AF-EEA6B4D56049}" dt="2024-08-19T05:06:33.249" v="957" actId="20577"/>
          <ac:spMkLst>
            <pc:docMk/>
            <pc:sldMk cId="3317618714" sldId="681"/>
            <ac:spMk id="22531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8-19T05:11:18.683" v="1017" actId="14100"/>
          <ac:spMkLst>
            <pc:docMk/>
            <pc:sldMk cId="3317618714" sldId="681"/>
            <ac:spMk id="93188" creationId="{00000000-0000-0000-0000-000000000000}"/>
          </ac:spMkLst>
        </pc:spChg>
      </pc:sldChg>
      <pc:sldChg chg="addSp delSp modSp add mod modAnim">
        <pc:chgData name="Mengmeng Ge" userId="bb5bc401-97cb-4caf-9857-8ff441375414" providerId="ADAL" clId="{40912D90-D376-487B-A6AF-EEA6B4D56049}" dt="2024-09-02T22:46:00.667" v="1211" actId="20577"/>
        <pc:sldMkLst>
          <pc:docMk/>
          <pc:sldMk cId="2402167314" sldId="682"/>
        </pc:sldMkLst>
        <pc:spChg chg="mod">
          <ac:chgData name="Mengmeng Ge" userId="bb5bc401-97cb-4caf-9857-8ff441375414" providerId="ADAL" clId="{40912D90-D376-487B-A6AF-EEA6B4D56049}" dt="2024-09-02T22:44:37.869" v="1180" actId="1076"/>
          <ac:spMkLst>
            <pc:docMk/>
            <pc:sldMk cId="2402167314" sldId="682"/>
            <ac:spMk id="2" creationId="{00000000-0000-0000-0000-000000000000}"/>
          </ac:spMkLst>
        </pc:spChg>
        <pc:spChg chg="del">
          <ac:chgData name="Mengmeng Ge" userId="bb5bc401-97cb-4caf-9857-8ff441375414" providerId="ADAL" clId="{40912D90-D376-487B-A6AF-EEA6B4D56049}" dt="2024-09-02T22:42:52.808" v="1157" actId="478"/>
          <ac:spMkLst>
            <pc:docMk/>
            <pc:sldMk cId="2402167314" sldId="682"/>
            <ac:spMk id="3" creationId="{519272E4-D00D-5B9B-21F8-58EFA4FB9D51}"/>
          </ac:spMkLst>
        </pc:spChg>
        <pc:spChg chg="mod ord">
          <ac:chgData name="Mengmeng Ge" userId="bb5bc401-97cb-4caf-9857-8ff441375414" providerId="ADAL" clId="{40912D90-D376-487B-A6AF-EEA6B4D56049}" dt="2024-09-02T22:44:34.721" v="1179" actId="20577"/>
          <ac:spMkLst>
            <pc:docMk/>
            <pc:sldMk cId="2402167314" sldId="682"/>
            <ac:spMk id="4" creationId="{1ADEEA55-24AB-9954-F3D7-613E8E185513}"/>
          </ac:spMkLst>
        </pc:spChg>
        <pc:spChg chg="add del mod">
          <ac:chgData name="Mengmeng Ge" userId="bb5bc401-97cb-4caf-9857-8ff441375414" providerId="ADAL" clId="{40912D90-D376-487B-A6AF-EEA6B4D56049}" dt="2024-09-02T22:43:12.247" v="1164" actId="478"/>
          <ac:spMkLst>
            <pc:docMk/>
            <pc:sldMk cId="2402167314" sldId="682"/>
            <ac:spMk id="6" creationId="{2BF026EA-8B5E-6BC3-25EA-61833AECC0BB}"/>
          </ac:spMkLst>
        </pc:spChg>
        <pc:spChg chg="mod">
          <ac:chgData name="Mengmeng Ge" userId="bb5bc401-97cb-4caf-9857-8ff441375414" providerId="ADAL" clId="{40912D90-D376-487B-A6AF-EEA6B4D56049}" dt="2024-09-02T22:46:00.667" v="1211" actId="20577"/>
          <ac:spMkLst>
            <pc:docMk/>
            <pc:sldMk cId="2402167314" sldId="682"/>
            <ac:spMk id="654338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2T22:44:32.127" v="1177" actId="1076"/>
          <ac:spMkLst>
            <pc:docMk/>
            <pc:sldMk cId="2402167314" sldId="682"/>
            <ac:spMk id="654342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2T22:44:32.127" v="1177" actId="1076"/>
          <ac:spMkLst>
            <pc:docMk/>
            <pc:sldMk cId="2402167314" sldId="682"/>
            <ac:spMk id="654343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2T22:44:32.127" v="1177" actId="1076"/>
          <ac:spMkLst>
            <pc:docMk/>
            <pc:sldMk cId="2402167314" sldId="682"/>
            <ac:spMk id="654344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2T22:44:32.127" v="1177" actId="1076"/>
          <ac:spMkLst>
            <pc:docMk/>
            <pc:sldMk cId="2402167314" sldId="682"/>
            <ac:spMk id="654345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2T22:44:32.127" v="1177" actId="1076"/>
          <ac:spMkLst>
            <pc:docMk/>
            <pc:sldMk cId="2402167314" sldId="682"/>
            <ac:spMk id="654346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2T22:44:32.127" v="1177" actId="1076"/>
          <ac:spMkLst>
            <pc:docMk/>
            <pc:sldMk cId="2402167314" sldId="682"/>
            <ac:spMk id="654347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2T22:44:32.127" v="1177" actId="1076"/>
          <ac:spMkLst>
            <pc:docMk/>
            <pc:sldMk cId="2402167314" sldId="682"/>
            <ac:spMk id="654348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2T22:44:32.127" v="1177" actId="1076"/>
          <ac:spMkLst>
            <pc:docMk/>
            <pc:sldMk cId="2402167314" sldId="682"/>
            <ac:spMk id="654349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2T22:44:32.127" v="1177" actId="1076"/>
          <ac:spMkLst>
            <pc:docMk/>
            <pc:sldMk cId="2402167314" sldId="682"/>
            <ac:spMk id="654350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2T22:44:32.127" v="1177" actId="1076"/>
          <ac:spMkLst>
            <pc:docMk/>
            <pc:sldMk cId="2402167314" sldId="682"/>
            <ac:spMk id="654352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2T22:44:32.127" v="1177" actId="1076"/>
          <ac:spMkLst>
            <pc:docMk/>
            <pc:sldMk cId="2402167314" sldId="682"/>
            <ac:spMk id="654353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2T22:44:32.127" v="1177" actId="1076"/>
          <ac:spMkLst>
            <pc:docMk/>
            <pc:sldMk cId="2402167314" sldId="682"/>
            <ac:spMk id="654355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2T22:44:32.127" v="1177" actId="1076"/>
          <ac:spMkLst>
            <pc:docMk/>
            <pc:sldMk cId="2402167314" sldId="682"/>
            <ac:spMk id="654356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2T22:44:32.127" v="1177" actId="1076"/>
          <ac:spMkLst>
            <pc:docMk/>
            <pc:sldMk cId="2402167314" sldId="682"/>
            <ac:spMk id="654357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2T22:44:32.127" v="1177" actId="1076"/>
          <ac:spMkLst>
            <pc:docMk/>
            <pc:sldMk cId="2402167314" sldId="682"/>
            <ac:spMk id="654358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2T22:44:32.127" v="1177" actId="1076"/>
          <ac:spMkLst>
            <pc:docMk/>
            <pc:sldMk cId="2402167314" sldId="682"/>
            <ac:spMk id="654359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2T22:44:32.127" v="1177" actId="1076"/>
          <ac:spMkLst>
            <pc:docMk/>
            <pc:sldMk cId="2402167314" sldId="682"/>
            <ac:spMk id="654361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2T22:44:32.127" v="1177" actId="1076"/>
          <ac:spMkLst>
            <pc:docMk/>
            <pc:sldMk cId="2402167314" sldId="682"/>
            <ac:spMk id="654362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2T22:44:32.127" v="1177" actId="1076"/>
          <ac:spMkLst>
            <pc:docMk/>
            <pc:sldMk cId="2402167314" sldId="682"/>
            <ac:spMk id="654363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2T22:44:32.127" v="1177" actId="1076"/>
          <ac:spMkLst>
            <pc:docMk/>
            <pc:sldMk cId="2402167314" sldId="682"/>
            <ac:spMk id="654364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2T22:44:32.127" v="1177" actId="1076"/>
          <ac:spMkLst>
            <pc:docMk/>
            <pc:sldMk cId="2402167314" sldId="682"/>
            <ac:spMk id="654365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2T22:44:32.127" v="1177" actId="1076"/>
          <ac:spMkLst>
            <pc:docMk/>
            <pc:sldMk cId="2402167314" sldId="682"/>
            <ac:spMk id="654367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2T22:44:32.127" v="1177" actId="1076"/>
          <ac:spMkLst>
            <pc:docMk/>
            <pc:sldMk cId="2402167314" sldId="682"/>
            <ac:spMk id="654368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2T22:44:32.127" v="1177" actId="1076"/>
          <ac:spMkLst>
            <pc:docMk/>
            <pc:sldMk cId="2402167314" sldId="682"/>
            <ac:spMk id="654369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2T22:44:32.127" v="1177" actId="1076"/>
          <ac:spMkLst>
            <pc:docMk/>
            <pc:sldMk cId="2402167314" sldId="682"/>
            <ac:spMk id="654370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2T22:44:32.127" v="1177" actId="1076"/>
          <ac:spMkLst>
            <pc:docMk/>
            <pc:sldMk cId="2402167314" sldId="682"/>
            <ac:spMk id="654371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2T22:44:32.127" v="1177" actId="1076"/>
          <ac:spMkLst>
            <pc:docMk/>
            <pc:sldMk cId="2402167314" sldId="682"/>
            <ac:spMk id="654373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2T22:44:32.127" v="1177" actId="1076"/>
          <ac:spMkLst>
            <pc:docMk/>
            <pc:sldMk cId="2402167314" sldId="682"/>
            <ac:spMk id="654374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2T22:44:32.127" v="1177" actId="1076"/>
          <ac:spMkLst>
            <pc:docMk/>
            <pc:sldMk cId="2402167314" sldId="682"/>
            <ac:spMk id="654375" creationId="{00000000-0000-0000-0000-000000000000}"/>
          </ac:spMkLst>
        </pc:spChg>
        <pc:spChg chg="mod">
          <ac:chgData name="Mengmeng Ge" userId="bb5bc401-97cb-4caf-9857-8ff441375414" providerId="ADAL" clId="{40912D90-D376-487B-A6AF-EEA6B4D56049}" dt="2024-09-02T22:44:32.127" v="1177" actId="1076"/>
          <ac:spMkLst>
            <pc:docMk/>
            <pc:sldMk cId="2402167314" sldId="682"/>
            <ac:spMk id="654376" creationId="{00000000-0000-0000-0000-000000000000}"/>
          </ac:spMkLst>
        </pc:spChg>
        <pc:grpChg chg="mod">
          <ac:chgData name="Mengmeng Ge" userId="bb5bc401-97cb-4caf-9857-8ff441375414" providerId="ADAL" clId="{40912D90-D376-487B-A6AF-EEA6B4D56049}" dt="2024-09-02T22:44:32.127" v="1177" actId="1076"/>
          <ac:grpSpMkLst>
            <pc:docMk/>
            <pc:sldMk cId="2402167314" sldId="682"/>
            <ac:grpSpMk id="654341" creationId="{00000000-0000-0000-0000-000000000000}"/>
          </ac:grpSpMkLst>
        </pc:grpChg>
        <pc:grpChg chg="mod">
          <ac:chgData name="Mengmeng Ge" userId="bb5bc401-97cb-4caf-9857-8ff441375414" providerId="ADAL" clId="{40912D90-D376-487B-A6AF-EEA6B4D56049}" dt="2024-09-02T22:44:32.127" v="1177" actId="1076"/>
          <ac:grpSpMkLst>
            <pc:docMk/>
            <pc:sldMk cId="2402167314" sldId="682"/>
            <ac:grpSpMk id="654351" creationId="{00000000-0000-0000-0000-000000000000}"/>
          </ac:grpSpMkLst>
        </pc:grpChg>
        <pc:grpChg chg="mod">
          <ac:chgData name="Mengmeng Ge" userId="bb5bc401-97cb-4caf-9857-8ff441375414" providerId="ADAL" clId="{40912D90-D376-487B-A6AF-EEA6B4D56049}" dt="2024-09-02T22:44:32.127" v="1177" actId="1076"/>
          <ac:grpSpMkLst>
            <pc:docMk/>
            <pc:sldMk cId="2402167314" sldId="682"/>
            <ac:grpSpMk id="654354" creationId="{00000000-0000-0000-0000-000000000000}"/>
          </ac:grpSpMkLst>
        </pc:grpChg>
        <pc:grpChg chg="mod">
          <ac:chgData name="Mengmeng Ge" userId="bb5bc401-97cb-4caf-9857-8ff441375414" providerId="ADAL" clId="{40912D90-D376-487B-A6AF-EEA6B4D56049}" dt="2024-09-02T22:44:32.127" v="1177" actId="1076"/>
          <ac:grpSpMkLst>
            <pc:docMk/>
            <pc:sldMk cId="2402167314" sldId="682"/>
            <ac:grpSpMk id="654360" creationId="{00000000-0000-0000-0000-000000000000}"/>
          </ac:grpSpMkLst>
        </pc:grpChg>
        <pc:grpChg chg="mod">
          <ac:chgData name="Mengmeng Ge" userId="bb5bc401-97cb-4caf-9857-8ff441375414" providerId="ADAL" clId="{40912D90-D376-487B-A6AF-EEA6B4D56049}" dt="2024-09-02T22:44:32.127" v="1177" actId="1076"/>
          <ac:grpSpMkLst>
            <pc:docMk/>
            <pc:sldMk cId="2402167314" sldId="682"/>
            <ac:grpSpMk id="654366" creationId="{00000000-0000-0000-0000-000000000000}"/>
          </ac:grpSpMkLst>
        </pc:grpChg>
        <pc:grpChg chg="mod">
          <ac:chgData name="Mengmeng Ge" userId="bb5bc401-97cb-4caf-9857-8ff441375414" providerId="ADAL" clId="{40912D90-D376-487B-A6AF-EEA6B4D56049}" dt="2024-09-02T22:44:32.127" v="1177" actId="1076"/>
          <ac:grpSpMkLst>
            <pc:docMk/>
            <pc:sldMk cId="2402167314" sldId="682"/>
            <ac:grpSpMk id="654372" creationId="{00000000-0000-0000-0000-000000000000}"/>
          </ac:grpSpMkLst>
        </pc:grpChg>
      </pc:sldChg>
      <pc:sldChg chg="modSp new mod">
        <pc:chgData name="Mengmeng Ge" userId="bb5bc401-97cb-4caf-9857-8ff441375414" providerId="ADAL" clId="{40912D90-D376-487B-A6AF-EEA6B4D56049}" dt="2024-09-08T22:32:06.740" v="1943" actId="20577"/>
        <pc:sldMkLst>
          <pc:docMk/>
          <pc:sldMk cId="1113056611" sldId="683"/>
        </pc:sldMkLst>
        <pc:spChg chg="mod">
          <ac:chgData name="Mengmeng Ge" userId="bb5bc401-97cb-4caf-9857-8ff441375414" providerId="ADAL" clId="{40912D90-D376-487B-A6AF-EEA6B4D56049}" dt="2024-09-08T09:29:45.207" v="1678" actId="20577"/>
          <ac:spMkLst>
            <pc:docMk/>
            <pc:sldMk cId="1113056611" sldId="683"/>
            <ac:spMk id="2" creationId="{22845BF5-A9BE-6F5B-A884-A0E3E6224D0C}"/>
          </ac:spMkLst>
        </pc:spChg>
        <pc:spChg chg="mod">
          <ac:chgData name="Mengmeng Ge" userId="bb5bc401-97cb-4caf-9857-8ff441375414" providerId="ADAL" clId="{40912D90-D376-487B-A6AF-EEA6B4D56049}" dt="2024-09-08T22:32:06.740" v="1943" actId="20577"/>
          <ac:spMkLst>
            <pc:docMk/>
            <pc:sldMk cId="1113056611" sldId="683"/>
            <ac:spMk id="3" creationId="{3FFEABCC-7BCC-15CC-36B8-FC2D823B238C}"/>
          </ac:spMkLst>
        </pc:spChg>
      </pc:sldChg>
      <pc:sldChg chg="modSp new mod">
        <pc:chgData name="Mengmeng Ge" userId="bb5bc401-97cb-4caf-9857-8ff441375414" providerId="ADAL" clId="{40912D90-D376-487B-A6AF-EEA6B4D56049}" dt="2024-09-08T09:27:17.343" v="1673" actId="20577"/>
        <pc:sldMkLst>
          <pc:docMk/>
          <pc:sldMk cId="2922643244" sldId="684"/>
        </pc:sldMkLst>
        <pc:spChg chg="mod">
          <ac:chgData name="Mengmeng Ge" userId="bb5bc401-97cb-4caf-9857-8ff441375414" providerId="ADAL" clId="{40912D90-D376-487B-A6AF-EEA6B4D56049}" dt="2024-09-08T09:22:28.112" v="1302" actId="20577"/>
          <ac:spMkLst>
            <pc:docMk/>
            <pc:sldMk cId="2922643244" sldId="684"/>
            <ac:spMk id="2" creationId="{4B37C2AF-0AA5-F247-263B-0B7E9EB6FDF6}"/>
          </ac:spMkLst>
        </pc:spChg>
        <pc:spChg chg="mod">
          <ac:chgData name="Mengmeng Ge" userId="bb5bc401-97cb-4caf-9857-8ff441375414" providerId="ADAL" clId="{40912D90-D376-487B-A6AF-EEA6B4D56049}" dt="2024-09-08T09:27:17.343" v="1673" actId="20577"/>
          <ac:spMkLst>
            <pc:docMk/>
            <pc:sldMk cId="2922643244" sldId="684"/>
            <ac:spMk id="3" creationId="{2ED21DFC-6524-8D89-908B-5B8682A1F594}"/>
          </ac:spMkLst>
        </pc:spChg>
      </pc:sldChg>
      <pc:sldChg chg="modSp mod">
        <pc:chgData name="Mengmeng Ge" userId="bb5bc401-97cb-4caf-9857-8ff441375414" providerId="ADAL" clId="{40912D90-D376-487B-A6AF-EEA6B4D56049}" dt="2024-09-11T19:56:19.147" v="3528" actId="1035"/>
        <pc:sldMkLst>
          <pc:docMk/>
          <pc:sldMk cId="1506435505" sldId="685"/>
        </pc:sldMkLst>
        <pc:spChg chg="mod">
          <ac:chgData name="Mengmeng Ge" userId="bb5bc401-97cb-4caf-9857-8ff441375414" providerId="ADAL" clId="{40912D90-D376-487B-A6AF-EEA6B4D56049}" dt="2024-09-11T19:56:19.147" v="3528" actId="1035"/>
          <ac:spMkLst>
            <pc:docMk/>
            <pc:sldMk cId="1506435505" sldId="685"/>
            <ac:spMk id="2" creationId="{00000000-0000-0000-0000-000000000000}"/>
          </ac:spMkLst>
        </pc:spChg>
      </pc:sldChg>
    </pc:docChg>
  </pc:docChgLst>
  <pc:docChgLst>
    <pc:chgData name="Mengmeng Ge" userId="bb5bc401-97cb-4caf-9857-8ff441375414" providerId="ADAL" clId="{E6A2C926-F659-4807-918C-CA4D6CD87D01}"/>
    <pc:docChg chg="undo custSel delSld modSld">
      <pc:chgData name="Mengmeng Ge" userId="bb5bc401-97cb-4caf-9857-8ff441375414" providerId="ADAL" clId="{E6A2C926-F659-4807-918C-CA4D6CD87D01}" dt="2024-07-07T23:53:06.326" v="378" actId="47"/>
      <pc:docMkLst>
        <pc:docMk/>
      </pc:docMkLst>
      <pc:sldChg chg="modNotesTx">
        <pc:chgData name="Mengmeng Ge" userId="bb5bc401-97cb-4caf-9857-8ff441375414" providerId="ADAL" clId="{E6A2C926-F659-4807-918C-CA4D6CD87D01}" dt="2024-07-05T04:48:31.808" v="364" actId="20577"/>
        <pc:sldMkLst>
          <pc:docMk/>
          <pc:sldMk cId="3214976280" sldId="373"/>
        </pc:sldMkLst>
      </pc:sldChg>
      <pc:sldChg chg="modNotesTx">
        <pc:chgData name="Mengmeng Ge" userId="bb5bc401-97cb-4caf-9857-8ff441375414" providerId="ADAL" clId="{E6A2C926-F659-4807-918C-CA4D6CD87D01}" dt="2024-07-04T22:10:57.456" v="26" actId="20577"/>
        <pc:sldMkLst>
          <pc:docMk/>
          <pc:sldMk cId="3880581246" sldId="442"/>
        </pc:sldMkLst>
      </pc:sldChg>
      <pc:sldChg chg="modNotesTx">
        <pc:chgData name="Mengmeng Ge" userId="bb5bc401-97cb-4caf-9857-8ff441375414" providerId="ADAL" clId="{E6A2C926-F659-4807-918C-CA4D6CD87D01}" dt="2024-07-04T22:53:05.841" v="100" actId="20577"/>
        <pc:sldMkLst>
          <pc:docMk/>
          <pc:sldMk cId="3994028291" sldId="446"/>
        </pc:sldMkLst>
      </pc:sldChg>
      <pc:sldChg chg="modNotesTx">
        <pc:chgData name="Mengmeng Ge" userId="bb5bc401-97cb-4caf-9857-8ff441375414" providerId="ADAL" clId="{E6A2C926-F659-4807-918C-CA4D6CD87D01}" dt="2024-07-04T23:08:16.345" v="108" actId="20577"/>
        <pc:sldMkLst>
          <pc:docMk/>
          <pc:sldMk cId="2520481457" sldId="476"/>
        </pc:sldMkLst>
      </pc:sldChg>
      <pc:sldChg chg="modSp mod">
        <pc:chgData name="Mengmeng Ge" userId="bb5bc401-97cb-4caf-9857-8ff441375414" providerId="ADAL" clId="{E6A2C926-F659-4807-918C-CA4D6CD87D01}" dt="2024-07-07T23:43:37.263" v="372" actId="1036"/>
        <pc:sldMkLst>
          <pc:docMk/>
          <pc:sldMk cId="190683244" sldId="486"/>
        </pc:sldMkLst>
        <pc:spChg chg="mod">
          <ac:chgData name="Mengmeng Ge" userId="bb5bc401-97cb-4caf-9857-8ff441375414" providerId="ADAL" clId="{E6A2C926-F659-4807-918C-CA4D6CD87D01}" dt="2024-07-07T23:43:37.263" v="372" actId="1036"/>
          <ac:spMkLst>
            <pc:docMk/>
            <pc:sldMk cId="190683244" sldId="486"/>
            <ac:spMk id="5" creationId="{0778C760-DD98-C4B3-EA63-4F04B8341C5E}"/>
          </ac:spMkLst>
        </pc:spChg>
      </pc:sldChg>
      <pc:sldChg chg="modNotesTx">
        <pc:chgData name="Mengmeng Ge" userId="bb5bc401-97cb-4caf-9857-8ff441375414" providerId="ADAL" clId="{E6A2C926-F659-4807-918C-CA4D6CD87D01}" dt="2024-07-04T22:52:48.980" v="85" actId="20577"/>
        <pc:sldMkLst>
          <pc:docMk/>
          <pc:sldMk cId="3653929728" sldId="635"/>
        </pc:sldMkLst>
      </pc:sldChg>
      <pc:sldChg chg="addSp delSp modSp mod modNotesTx">
        <pc:chgData name="Mengmeng Ge" userId="bb5bc401-97cb-4caf-9857-8ff441375414" providerId="ADAL" clId="{E6A2C926-F659-4807-918C-CA4D6CD87D01}" dt="2024-07-04T23:52:42.944" v="289" actId="207"/>
        <pc:sldMkLst>
          <pc:docMk/>
          <pc:sldMk cId="3156054951" sldId="636"/>
        </pc:sldMkLst>
        <pc:spChg chg="mod">
          <ac:chgData name="Mengmeng Ge" userId="bb5bc401-97cb-4caf-9857-8ff441375414" providerId="ADAL" clId="{E6A2C926-F659-4807-918C-CA4D6CD87D01}" dt="2024-07-04T23:47:27.542" v="213" actId="20577"/>
          <ac:spMkLst>
            <pc:docMk/>
            <pc:sldMk cId="3156054951" sldId="636"/>
            <ac:spMk id="2" creationId="{7B2A9527-F42F-A84B-201F-373ED41C694F}"/>
          </ac:spMkLst>
        </pc:spChg>
        <pc:spChg chg="del mod">
          <ac:chgData name="Mengmeng Ge" userId="bb5bc401-97cb-4caf-9857-8ff441375414" providerId="ADAL" clId="{E6A2C926-F659-4807-918C-CA4D6CD87D01}" dt="2024-07-04T23:51:52.705" v="266" actId="12084"/>
          <ac:spMkLst>
            <pc:docMk/>
            <pc:sldMk cId="3156054951" sldId="636"/>
            <ac:spMk id="3" creationId="{07B99062-CDCB-5987-BA23-4BDD9BB0BE88}"/>
          </ac:spMkLst>
        </pc:spChg>
        <pc:graphicFrameChg chg="add mod modGraphic">
          <ac:chgData name="Mengmeng Ge" userId="bb5bc401-97cb-4caf-9857-8ff441375414" providerId="ADAL" clId="{E6A2C926-F659-4807-918C-CA4D6CD87D01}" dt="2024-07-04T23:52:42.944" v="289" actId="207"/>
          <ac:graphicFrameMkLst>
            <pc:docMk/>
            <pc:sldMk cId="3156054951" sldId="636"/>
            <ac:graphicFrameMk id="5" creationId="{B3D20CAC-6B17-9FF5-F4B0-6D0B2DD7B56C}"/>
          </ac:graphicFrameMkLst>
        </pc:graphicFrameChg>
      </pc:sldChg>
      <pc:sldChg chg="modNotesTx">
        <pc:chgData name="Mengmeng Ge" userId="bb5bc401-97cb-4caf-9857-8ff441375414" providerId="ADAL" clId="{E6A2C926-F659-4807-918C-CA4D6CD87D01}" dt="2024-07-05T04:40:41.819" v="362" actId="20577"/>
        <pc:sldMkLst>
          <pc:docMk/>
          <pc:sldMk cId="2495595205" sldId="637"/>
        </pc:sldMkLst>
      </pc:sldChg>
      <pc:sldChg chg="modNotesTx">
        <pc:chgData name="Mengmeng Ge" userId="bb5bc401-97cb-4caf-9857-8ff441375414" providerId="ADAL" clId="{E6A2C926-F659-4807-918C-CA4D6CD87D01}" dt="2024-07-04T23:35:14.833" v="185" actId="20577"/>
        <pc:sldMkLst>
          <pc:docMk/>
          <pc:sldMk cId="2195417244" sldId="639"/>
        </pc:sldMkLst>
      </pc:sldChg>
      <pc:sldChg chg="modSp del mod modNotesTx">
        <pc:chgData name="Mengmeng Ge" userId="bb5bc401-97cb-4caf-9857-8ff441375414" providerId="ADAL" clId="{E6A2C926-F659-4807-918C-CA4D6CD87D01}" dt="2024-07-04T23:52:52.223" v="290" actId="47"/>
        <pc:sldMkLst>
          <pc:docMk/>
          <pc:sldMk cId="3096825469" sldId="640"/>
        </pc:sldMkLst>
        <pc:spChg chg="mod">
          <ac:chgData name="Mengmeng Ge" userId="bb5bc401-97cb-4caf-9857-8ff441375414" providerId="ADAL" clId="{E6A2C926-F659-4807-918C-CA4D6CD87D01}" dt="2024-07-04T23:47:32.280" v="219" actId="20577"/>
          <ac:spMkLst>
            <pc:docMk/>
            <pc:sldMk cId="3096825469" sldId="640"/>
            <ac:spMk id="2" creationId="{7B2A9527-F42F-A84B-201F-373ED41C694F}"/>
          </ac:spMkLst>
        </pc:spChg>
        <pc:spChg chg="mod">
          <ac:chgData name="Mengmeng Ge" userId="bb5bc401-97cb-4caf-9857-8ff441375414" providerId="ADAL" clId="{E6A2C926-F659-4807-918C-CA4D6CD87D01}" dt="2024-07-04T23:50:37.894" v="260" actId="21"/>
          <ac:spMkLst>
            <pc:docMk/>
            <pc:sldMk cId="3096825469" sldId="640"/>
            <ac:spMk id="3" creationId="{07B99062-CDCB-5987-BA23-4BDD9BB0BE88}"/>
          </ac:spMkLst>
        </pc:spChg>
      </pc:sldChg>
      <pc:sldChg chg="addSp delSp modSp mod modNotesTx">
        <pc:chgData name="Mengmeng Ge" userId="bb5bc401-97cb-4caf-9857-8ff441375414" providerId="ADAL" clId="{E6A2C926-F659-4807-918C-CA4D6CD87D01}" dt="2024-07-05T00:40:58.655" v="350" actId="207"/>
        <pc:sldMkLst>
          <pc:docMk/>
          <pc:sldMk cId="331954586" sldId="641"/>
        </pc:sldMkLst>
        <pc:spChg chg="del mod">
          <ac:chgData name="Mengmeng Ge" userId="bb5bc401-97cb-4caf-9857-8ff441375414" providerId="ADAL" clId="{E6A2C926-F659-4807-918C-CA4D6CD87D01}" dt="2024-07-05T00:36:58.808" v="317" actId="12084"/>
          <ac:spMkLst>
            <pc:docMk/>
            <pc:sldMk cId="331954586" sldId="641"/>
            <ac:spMk id="3" creationId="{E1112BF0-4BD0-DF85-7219-8D42067A9FE9}"/>
          </ac:spMkLst>
        </pc:spChg>
        <pc:graphicFrameChg chg="add mod modGraphic">
          <ac:chgData name="Mengmeng Ge" userId="bb5bc401-97cb-4caf-9857-8ff441375414" providerId="ADAL" clId="{E6A2C926-F659-4807-918C-CA4D6CD87D01}" dt="2024-07-05T00:40:58.655" v="350" actId="207"/>
          <ac:graphicFrameMkLst>
            <pc:docMk/>
            <pc:sldMk cId="331954586" sldId="641"/>
            <ac:graphicFrameMk id="5" creationId="{91B0E877-8FEA-1A20-0EB2-A059CD9D26E2}"/>
          </ac:graphicFrameMkLst>
        </pc:graphicFrameChg>
      </pc:sldChg>
      <pc:sldChg chg="modSp del mod">
        <pc:chgData name="Mengmeng Ge" userId="bb5bc401-97cb-4caf-9857-8ff441375414" providerId="ADAL" clId="{E6A2C926-F659-4807-918C-CA4D6CD87D01}" dt="2024-07-05T00:36:24.263" v="314" actId="47"/>
        <pc:sldMkLst>
          <pc:docMk/>
          <pc:sldMk cId="3883140590" sldId="642"/>
        </pc:sldMkLst>
        <pc:spChg chg="mod">
          <ac:chgData name="Mengmeng Ge" userId="bb5bc401-97cb-4caf-9857-8ff441375414" providerId="ADAL" clId="{E6A2C926-F659-4807-918C-CA4D6CD87D01}" dt="2024-07-05T00:36:18.284" v="310" actId="21"/>
          <ac:spMkLst>
            <pc:docMk/>
            <pc:sldMk cId="3883140590" sldId="642"/>
            <ac:spMk id="3" creationId="{E1112BF0-4BD0-DF85-7219-8D42067A9FE9}"/>
          </ac:spMkLst>
        </pc:spChg>
      </pc:sldChg>
      <pc:sldChg chg="modSp mod">
        <pc:chgData name="Mengmeng Ge" userId="bb5bc401-97cb-4caf-9857-8ff441375414" providerId="ADAL" clId="{E6A2C926-F659-4807-918C-CA4D6CD87D01}" dt="2024-07-07T23:46:01.115" v="373" actId="14100"/>
        <pc:sldMkLst>
          <pc:docMk/>
          <pc:sldMk cId="2188070521" sldId="646"/>
        </pc:sldMkLst>
        <pc:spChg chg="mod">
          <ac:chgData name="Mengmeng Ge" userId="bb5bc401-97cb-4caf-9857-8ff441375414" providerId="ADAL" clId="{E6A2C926-F659-4807-918C-CA4D6CD87D01}" dt="2024-07-07T23:46:01.115" v="373" actId="14100"/>
          <ac:spMkLst>
            <pc:docMk/>
            <pc:sldMk cId="2188070521" sldId="646"/>
            <ac:spMk id="3" creationId="{F356D129-F965-5B17-4DB0-8A42B10261AA}"/>
          </ac:spMkLst>
        </pc:spChg>
      </pc:sldChg>
      <pc:sldChg chg="modSp mod">
        <pc:chgData name="Mengmeng Ge" userId="bb5bc401-97cb-4caf-9857-8ff441375414" providerId="ADAL" clId="{E6A2C926-F659-4807-918C-CA4D6CD87D01}" dt="2024-07-07T23:46:34.429" v="374" actId="14100"/>
        <pc:sldMkLst>
          <pc:docMk/>
          <pc:sldMk cId="1080995702" sldId="650"/>
        </pc:sldMkLst>
        <pc:spChg chg="mod">
          <ac:chgData name="Mengmeng Ge" userId="bb5bc401-97cb-4caf-9857-8ff441375414" providerId="ADAL" clId="{E6A2C926-F659-4807-918C-CA4D6CD87D01}" dt="2024-07-07T23:46:34.429" v="374" actId="14100"/>
          <ac:spMkLst>
            <pc:docMk/>
            <pc:sldMk cId="1080995702" sldId="650"/>
            <ac:spMk id="3" creationId="{40A38D1C-35C0-E15E-6025-61B5E54204DD}"/>
          </ac:spMkLst>
        </pc:spChg>
      </pc:sldChg>
      <pc:sldChg chg="del">
        <pc:chgData name="Mengmeng Ge" userId="bb5bc401-97cb-4caf-9857-8ff441375414" providerId="ADAL" clId="{E6A2C926-F659-4807-918C-CA4D6CD87D01}" dt="2024-07-07T23:53:04.428" v="376" actId="47"/>
        <pc:sldMkLst>
          <pc:docMk/>
          <pc:sldMk cId="374660585" sldId="661"/>
        </pc:sldMkLst>
      </pc:sldChg>
      <pc:sldChg chg="del">
        <pc:chgData name="Mengmeng Ge" userId="bb5bc401-97cb-4caf-9857-8ff441375414" providerId="ADAL" clId="{E6A2C926-F659-4807-918C-CA4D6CD87D01}" dt="2024-07-07T23:53:05.513" v="377" actId="47"/>
        <pc:sldMkLst>
          <pc:docMk/>
          <pc:sldMk cId="3947054357" sldId="662"/>
        </pc:sldMkLst>
      </pc:sldChg>
      <pc:sldChg chg="del">
        <pc:chgData name="Mengmeng Ge" userId="bb5bc401-97cb-4caf-9857-8ff441375414" providerId="ADAL" clId="{E6A2C926-F659-4807-918C-CA4D6CD87D01}" dt="2024-07-07T23:53:06.326" v="378" actId="47"/>
        <pc:sldMkLst>
          <pc:docMk/>
          <pc:sldMk cId="3260384964" sldId="663"/>
        </pc:sldMkLst>
      </pc:sldChg>
      <pc:sldChg chg="modNotesTx">
        <pc:chgData name="Mengmeng Ge" userId="bb5bc401-97cb-4caf-9857-8ff441375414" providerId="ADAL" clId="{E6A2C926-F659-4807-918C-CA4D6CD87D01}" dt="2024-07-07T23:47:34.281" v="375" actId="20577"/>
        <pc:sldMkLst>
          <pc:docMk/>
          <pc:sldMk cId="3721559959" sldId="666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3F40FB-EACF-4FDD-8F12-89EC07D7E53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C1192E57-E2AC-4F10-A5F6-1F3753C87D98}">
      <dgm:prSet custT="1"/>
      <dgm:spPr/>
      <dgm:t>
        <a:bodyPr/>
        <a:lstStyle/>
        <a:p>
          <a:r>
            <a:rPr lang="en-US" sz="2800" dirty="0">
              <a:solidFill>
                <a:schemeClr val="tx1">
                  <a:lumMod val="75000"/>
                  <a:lumOff val="25000"/>
                </a:schemeClr>
              </a:solidFill>
            </a:rPr>
            <a:t>An AS exhibits the following characteristics:</a:t>
          </a:r>
          <a:endParaRPr lang="en-AU" sz="2800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A5E0B7E9-7AD0-477C-98DC-921808F0C997}" type="parTrans" cxnId="{B4A2F186-18EB-4DDD-B03A-30C0295323F7}">
      <dgm:prSet/>
      <dgm:spPr/>
      <dgm:t>
        <a:bodyPr/>
        <a:lstStyle/>
        <a:p>
          <a:endParaRPr lang="en-AU"/>
        </a:p>
      </dgm:t>
    </dgm:pt>
    <dgm:pt modelId="{EDEC259B-1105-48D6-8018-B972895F0545}" type="sibTrans" cxnId="{B4A2F186-18EB-4DDD-B03A-30C0295323F7}">
      <dgm:prSet/>
      <dgm:spPr/>
      <dgm:t>
        <a:bodyPr/>
        <a:lstStyle/>
        <a:p>
          <a:endParaRPr lang="en-AU"/>
        </a:p>
      </dgm:t>
    </dgm:pt>
    <dgm:pt modelId="{5F7C884C-9506-4F86-9043-BB717A5E6D12}">
      <dgm:prSet custT="1"/>
      <dgm:spPr/>
      <dgm:t>
        <a:bodyPr/>
        <a:lstStyle/>
        <a:p>
          <a:r>
            <a:rPr lang="en-US" sz="2800" dirty="0"/>
            <a:t>is a set of routers and networks managed by a </a:t>
          </a:r>
          <a:r>
            <a:rPr lang="en-US" sz="2800" i="1" dirty="0">
              <a:solidFill>
                <a:srgbClr val="FF0000"/>
              </a:solidFill>
            </a:rPr>
            <a:t>single</a:t>
          </a:r>
          <a:r>
            <a:rPr lang="en-US" sz="2800" dirty="0"/>
            <a:t> organisation</a:t>
          </a:r>
          <a:endParaRPr lang="en-AU" sz="2800" dirty="0"/>
        </a:p>
      </dgm:t>
    </dgm:pt>
    <dgm:pt modelId="{BBC8A994-647C-4BD5-87B1-612B87E8A64D}" type="parTrans" cxnId="{1E9A91E7-130A-4E46-9836-890EEC66AA4D}">
      <dgm:prSet/>
      <dgm:spPr/>
      <dgm:t>
        <a:bodyPr/>
        <a:lstStyle/>
        <a:p>
          <a:endParaRPr lang="en-AU"/>
        </a:p>
      </dgm:t>
    </dgm:pt>
    <dgm:pt modelId="{E43AA698-7328-4842-B512-898731727ED8}" type="sibTrans" cxnId="{1E9A91E7-130A-4E46-9836-890EEC66AA4D}">
      <dgm:prSet/>
      <dgm:spPr/>
      <dgm:t>
        <a:bodyPr/>
        <a:lstStyle/>
        <a:p>
          <a:endParaRPr lang="en-AU"/>
        </a:p>
      </dgm:t>
    </dgm:pt>
    <dgm:pt modelId="{BD1EE0EA-32D9-4957-B0F7-706E8B5BA014}">
      <dgm:prSet custT="1"/>
      <dgm:spPr/>
      <dgm:t>
        <a:bodyPr/>
        <a:lstStyle/>
        <a:p>
          <a:r>
            <a:rPr lang="en-US" sz="2800" dirty="0"/>
            <a:t>typically consists of a group of routers exchanging information via a </a:t>
          </a:r>
          <a:r>
            <a:rPr lang="en-US" sz="2800" i="1" dirty="0">
              <a:solidFill>
                <a:srgbClr val="FF0000"/>
              </a:solidFill>
            </a:rPr>
            <a:t>common</a:t>
          </a:r>
          <a:r>
            <a:rPr lang="en-US" sz="2800" dirty="0"/>
            <a:t> routing protocol</a:t>
          </a:r>
          <a:endParaRPr lang="en-AU" sz="2800" dirty="0"/>
        </a:p>
      </dgm:t>
    </dgm:pt>
    <dgm:pt modelId="{2758E654-C519-4AC3-AE9A-F0ED53F9C8C1}" type="parTrans" cxnId="{E4A5B35A-4120-4F44-A6B2-10469FC9E3BA}">
      <dgm:prSet/>
      <dgm:spPr/>
      <dgm:t>
        <a:bodyPr/>
        <a:lstStyle/>
        <a:p>
          <a:endParaRPr lang="en-AU"/>
        </a:p>
      </dgm:t>
    </dgm:pt>
    <dgm:pt modelId="{B137BDF6-F6AD-4D4F-A635-EAE4061D507C}" type="sibTrans" cxnId="{E4A5B35A-4120-4F44-A6B2-10469FC9E3BA}">
      <dgm:prSet/>
      <dgm:spPr/>
      <dgm:t>
        <a:bodyPr/>
        <a:lstStyle/>
        <a:p>
          <a:endParaRPr lang="en-AU"/>
        </a:p>
      </dgm:t>
    </dgm:pt>
    <dgm:pt modelId="{BE4CDEE6-4627-4555-A1BE-2BBCFA4C47C7}">
      <dgm:prSet custT="1"/>
      <dgm:spPr/>
      <dgm:t>
        <a:bodyPr/>
        <a:lstStyle/>
        <a:p>
          <a:r>
            <a:rPr lang="en-US" sz="2800" dirty="0"/>
            <a:t>is </a:t>
          </a:r>
          <a:r>
            <a:rPr lang="en-US" sz="2800" i="1" dirty="0">
              <a:solidFill>
                <a:srgbClr val="FF0000"/>
              </a:solidFill>
            </a:rPr>
            <a:t>connected</a:t>
          </a:r>
          <a:r>
            <a:rPr lang="en-US" sz="2800" dirty="0"/>
            <a:t>, except in times of failure</a:t>
          </a:r>
          <a:endParaRPr lang="en-AU" sz="2800" dirty="0"/>
        </a:p>
      </dgm:t>
    </dgm:pt>
    <dgm:pt modelId="{C744E5D8-E14E-431D-AD23-F5BCB1366302}" type="parTrans" cxnId="{32ECB58E-131E-4498-8D7F-96F1249F667A}">
      <dgm:prSet/>
      <dgm:spPr/>
      <dgm:t>
        <a:bodyPr/>
        <a:lstStyle/>
        <a:p>
          <a:endParaRPr lang="en-AU"/>
        </a:p>
      </dgm:t>
    </dgm:pt>
    <dgm:pt modelId="{523221F7-3B0D-4766-BB51-008463043872}" type="sibTrans" cxnId="{32ECB58E-131E-4498-8D7F-96F1249F667A}">
      <dgm:prSet/>
      <dgm:spPr/>
      <dgm:t>
        <a:bodyPr/>
        <a:lstStyle/>
        <a:p>
          <a:endParaRPr lang="en-AU"/>
        </a:p>
      </dgm:t>
    </dgm:pt>
    <dgm:pt modelId="{B18ADD35-828C-42A7-9FD9-697F5FBF75ED}" type="pres">
      <dgm:prSet presAssocID="{5F3F40FB-EACF-4FDD-8F12-89EC07D7E53D}" presName="linear" presStyleCnt="0">
        <dgm:presLayoutVars>
          <dgm:animLvl val="lvl"/>
          <dgm:resizeHandles val="exact"/>
        </dgm:presLayoutVars>
      </dgm:prSet>
      <dgm:spPr/>
    </dgm:pt>
    <dgm:pt modelId="{03E87B9E-BCDB-4EF7-8956-DEE0255F8093}" type="pres">
      <dgm:prSet presAssocID="{C1192E57-E2AC-4F10-A5F6-1F3753C87D98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D7F9CE6-58ED-45E3-A1B8-71A435E33BC6}" type="pres">
      <dgm:prSet presAssocID="{C1192E57-E2AC-4F10-A5F6-1F3753C87D98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86BA2E4A-227C-4C15-93CD-BBEE93F7149B}" type="presOf" srcId="{BE4CDEE6-4627-4555-A1BE-2BBCFA4C47C7}" destId="{8D7F9CE6-58ED-45E3-A1B8-71A435E33BC6}" srcOrd="0" destOrd="2" presId="urn:microsoft.com/office/officeart/2005/8/layout/vList2"/>
    <dgm:cxn modelId="{E4A5B35A-4120-4F44-A6B2-10469FC9E3BA}" srcId="{C1192E57-E2AC-4F10-A5F6-1F3753C87D98}" destId="{BD1EE0EA-32D9-4957-B0F7-706E8B5BA014}" srcOrd="1" destOrd="0" parTransId="{2758E654-C519-4AC3-AE9A-F0ED53F9C8C1}" sibTransId="{B137BDF6-F6AD-4D4F-A635-EAE4061D507C}"/>
    <dgm:cxn modelId="{ED7E927B-F5C9-42C7-919E-750FC0EA5B77}" type="presOf" srcId="{5F3F40FB-EACF-4FDD-8F12-89EC07D7E53D}" destId="{B18ADD35-828C-42A7-9FD9-697F5FBF75ED}" srcOrd="0" destOrd="0" presId="urn:microsoft.com/office/officeart/2005/8/layout/vList2"/>
    <dgm:cxn modelId="{B4A2F186-18EB-4DDD-B03A-30C0295323F7}" srcId="{5F3F40FB-EACF-4FDD-8F12-89EC07D7E53D}" destId="{C1192E57-E2AC-4F10-A5F6-1F3753C87D98}" srcOrd="0" destOrd="0" parTransId="{A5E0B7E9-7AD0-477C-98DC-921808F0C997}" sibTransId="{EDEC259B-1105-48D6-8018-B972895F0545}"/>
    <dgm:cxn modelId="{32ECB58E-131E-4498-8D7F-96F1249F667A}" srcId="{C1192E57-E2AC-4F10-A5F6-1F3753C87D98}" destId="{BE4CDEE6-4627-4555-A1BE-2BBCFA4C47C7}" srcOrd="2" destOrd="0" parTransId="{C744E5D8-E14E-431D-AD23-F5BCB1366302}" sibTransId="{523221F7-3B0D-4766-BB51-008463043872}"/>
    <dgm:cxn modelId="{B2F966AD-FC6C-40E6-86BD-F73A89AA5776}" type="presOf" srcId="{5F7C884C-9506-4F86-9043-BB717A5E6D12}" destId="{8D7F9CE6-58ED-45E3-A1B8-71A435E33BC6}" srcOrd="0" destOrd="0" presId="urn:microsoft.com/office/officeart/2005/8/layout/vList2"/>
    <dgm:cxn modelId="{00BEEDAE-5758-4B7F-ADB3-0E8A152503E4}" type="presOf" srcId="{C1192E57-E2AC-4F10-A5F6-1F3753C87D98}" destId="{03E87B9E-BCDB-4EF7-8956-DEE0255F8093}" srcOrd="0" destOrd="0" presId="urn:microsoft.com/office/officeart/2005/8/layout/vList2"/>
    <dgm:cxn modelId="{1E9A91E7-130A-4E46-9836-890EEC66AA4D}" srcId="{C1192E57-E2AC-4F10-A5F6-1F3753C87D98}" destId="{5F7C884C-9506-4F86-9043-BB717A5E6D12}" srcOrd="0" destOrd="0" parTransId="{BBC8A994-647C-4BD5-87B1-612B87E8A64D}" sibTransId="{E43AA698-7328-4842-B512-898731727ED8}"/>
    <dgm:cxn modelId="{BACA81EF-5807-43CD-9258-D8B12CB58DDF}" type="presOf" srcId="{BD1EE0EA-32D9-4957-B0F7-706E8B5BA014}" destId="{8D7F9CE6-58ED-45E3-A1B8-71A435E33BC6}" srcOrd="0" destOrd="1" presId="urn:microsoft.com/office/officeart/2005/8/layout/vList2"/>
    <dgm:cxn modelId="{7BC3D04B-D5DB-4B15-BE4B-A55F93D3ADBE}" type="presParOf" srcId="{B18ADD35-828C-42A7-9FD9-697F5FBF75ED}" destId="{03E87B9E-BCDB-4EF7-8956-DEE0255F8093}" srcOrd="0" destOrd="0" presId="urn:microsoft.com/office/officeart/2005/8/layout/vList2"/>
    <dgm:cxn modelId="{2DC883BB-6396-40F2-805B-699E7FEE8EDD}" type="presParOf" srcId="{B18ADD35-828C-42A7-9FD9-697F5FBF75ED}" destId="{8D7F9CE6-58ED-45E3-A1B8-71A435E33BC6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1F19A0F-C7B2-4A40-9A21-9915D046B7A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A053FB19-E3BF-4C63-A11B-F5484FF724E4}">
      <dgm:prSet/>
      <dgm:spPr/>
      <dgm:t>
        <a:bodyPr/>
        <a:lstStyle/>
        <a:p>
          <a:r>
            <a:rPr lang="en-AU" dirty="0">
              <a:solidFill>
                <a:schemeClr val="tx1"/>
              </a:solidFill>
            </a:rPr>
            <a:t>Fixed/static routing</a:t>
          </a:r>
        </a:p>
      </dgm:t>
    </dgm:pt>
    <dgm:pt modelId="{DF41F0E7-7341-46BA-B2BE-FEF844A2D9B2}" type="parTrans" cxnId="{D2790168-AD4B-44E7-80DC-0E2A92A05DDD}">
      <dgm:prSet/>
      <dgm:spPr/>
      <dgm:t>
        <a:bodyPr/>
        <a:lstStyle/>
        <a:p>
          <a:endParaRPr lang="en-AU"/>
        </a:p>
      </dgm:t>
    </dgm:pt>
    <dgm:pt modelId="{4016C027-711F-4450-8EB8-81E6D5FD8FE9}" type="sibTrans" cxnId="{D2790168-AD4B-44E7-80DC-0E2A92A05DDD}">
      <dgm:prSet/>
      <dgm:spPr/>
      <dgm:t>
        <a:bodyPr/>
        <a:lstStyle/>
        <a:p>
          <a:endParaRPr lang="en-AU"/>
        </a:p>
      </dgm:t>
    </dgm:pt>
    <dgm:pt modelId="{0A5B2780-C003-45F4-89CD-1E49FABBDED6}">
      <dgm:prSet/>
      <dgm:spPr/>
      <dgm:t>
        <a:bodyPr/>
        <a:lstStyle/>
        <a:p>
          <a:r>
            <a:rPr lang="en-GB" dirty="0"/>
            <a:t>A single, permanent route is configured for each source-destination pair of nodes in the network.</a:t>
          </a:r>
          <a:endParaRPr lang="en-AU" dirty="0"/>
        </a:p>
      </dgm:t>
    </dgm:pt>
    <dgm:pt modelId="{B0E5B0F4-18E4-4E23-ADA8-5F2E39EFA4AE}" type="parTrans" cxnId="{99B91E98-A9ED-4C09-B4DF-08B39F674097}">
      <dgm:prSet/>
      <dgm:spPr/>
      <dgm:t>
        <a:bodyPr/>
        <a:lstStyle/>
        <a:p>
          <a:endParaRPr lang="en-AU"/>
        </a:p>
      </dgm:t>
    </dgm:pt>
    <dgm:pt modelId="{FA0D742A-8ABE-4059-BDA3-7DF19EA47F07}" type="sibTrans" cxnId="{99B91E98-A9ED-4C09-B4DF-08B39F674097}">
      <dgm:prSet/>
      <dgm:spPr/>
      <dgm:t>
        <a:bodyPr/>
        <a:lstStyle/>
        <a:p>
          <a:endParaRPr lang="en-AU"/>
        </a:p>
      </dgm:t>
    </dgm:pt>
    <dgm:pt modelId="{C4580C2C-F45C-41AC-A970-1FBEDC259DC1}">
      <dgm:prSet/>
      <dgm:spPr/>
      <dgm:t>
        <a:bodyPr/>
        <a:lstStyle/>
        <a:p>
          <a:r>
            <a:rPr lang="en-GB" dirty="0"/>
            <a:t>The routes are fixed, or at least only change when there is a change in the topology of the network.</a:t>
          </a:r>
          <a:endParaRPr lang="en-AU" dirty="0"/>
        </a:p>
      </dgm:t>
    </dgm:pt>
    <dgm:pt modelId="{D393CC68-F710-4F09-AD39-6CB9B4E1E6FB}" type="parTrans" cxnId="{23D0D0A6-34C3-48A3-9ABE-FFC86DCAE65F}">
      <dgm:prSet/>
      <dgm:spPr/>
      <dgm:t>
        <a:bodyPr/>
        <a:lstStyle/>
        <a:p>
          <a:endParaRPr lang="en-AU"/>
        </a:p>
      </dgm:t>
    </dgm:pt>
    <dgm:pt modelId="{5273DAC9-123F-4A33-A01C-A2ED559471F5}" type="sibTrans" cxnId="{23D0D0A6-34C3-48A3-9ABE-FFC86DCAE65F}">
      <dgm:prSet/>
      <dgm:spPr/>
      <dgm:t>
        <a:bodyPr/>
        <a:lstStyle/>
        <a:p>
          <a:endParaRPr lang="en-AU"/>
        </a:p>
      </dgm:t>
    </dgm:pt>
    <dgm:pt modelId="{6C67C089-C88D-4CBB-9BBB-B7F7D0897D70}">
      <dgm:prSet/>
      <dgm:spPr/>
      <dgm:t>
        <a:bodyPr/>
        <a:lstStyle/>
        <a:p>
          <a:r>
            <a:rPr lang="en-GB" dirty="0">
              <a:solidFill>
                <a:schemeClr val="tx1"/>
              </a:solidFill>
            </a:rPr>
            <a:t>Flooding</a:t>
          </a:r>
          <a:endParaRPr lang="en-AU" dirty="0">
            <a:solidFill>
              <a:schemeClr val="tx1"/>
            </a:solidFill>
          </a:endParaRPr>
        </a:p>
      </dgm:t>
    </dgm:pt>
    <dgm:pt modelId="{E45DE444-9A9B-4D30-9455-3C57961A9C1F}" type="parTrans" cxnId="{2A39D8A2-9B2F-47B0-964B-237E8CD37CAA}">
      <dgm:prSet/>
      <dgm:spPr/>
      <dgm:t>
        <a:bodyPr/>
        <a:lstStyle/>
        <a:p>
          <a:endParaRPr lang="en-AU"/>
        </a:p>
      </dgm:t>
    </dgm:pt>
    <dgm:pt modelId="{77AEA6C5-A617-4CBE-BF66-23F2EB30EECF}" type="sibTrans" cxnId="{2A39D8A2-9B2F-47B0-964B-237E8CD37CAA}">
      <dgm:prSet/>
      <dgm:spPr/>
      <dgm:t>
        <a:bodyPr/>
        <a:lstStyle/>
        <a:p>
          <a:endParaRPr lang="en-AU"/>
        </a:p>
      </dgm:t>
    </dgm:pt>
    <dgm:pt modelId="{CA7E0A46-3B29-4D79-B69D-0FF5A2C7162C}">
      <dgm:prSet/>
      <dgm:spPr/>
      <dgm:t>
        <a:bodyPr/>
        <a:lstStyle/>
        <a:p>
          <a:r>
            <a:rPr lang="en-GB"/>
            <a:t>A packet is sent by a source node to every one of its neighbours. </a:t>
          </a:r>
          <a:endParaRPr lang="en-AU"/>
        </a:p>
      </dgm:t>
    </dgm:pt>
    <dgm:pt modelId="{AE6046DA-5EE0-4D72-82DB-C781F9FD29C3}" type="parTrans" cxnId="{20B5371E-C7CE-4A9C-99BD-2C4B8FAFAFE3}">
      <dgm:prSet/>
      <dgm:spPr/>
      <dgm:t>
        <a:bodyPr/>
        <a:lstStyle/>
        <a:p>
          <a:endParaRPr lang="en-AU"/>
        </a:p>
      </dgm:t>
    </dgm:pt>
    <dgm:pt modelId="{F0893C12-5FDE-4F46-BEA0-3E59AB8A5E9D}" type="sibTrans" cxnId="{20B5371E-C7CE-4A9C-99BD-2C4B8FAFAFE3}">
      <dgm:prSet/>
      <dgm:spPr/>
      <dgm:t>
        <a:bodyPr/>
        <a:lstStyle/>
        <a:p>
          <a:endParaRPr lang="en-AU"/>
        </a:p>
      </dgm:t>
    </dgm:pt>
    <dgm:pt modelId="{2A809326-D527-4F4C-8382-B2C13C21BD87}">
      <dgm:prSet/>
      <dgm:spPr/>
      <dgm:t>
        <a:bodyPr/>
        <a:lstStyle/>
        <a:p>
          <a:r>
            <a:rPr lang="en-GB"/>
            <a:t>At each node, an incoming packet is retransmitted on all outgoing links except for the link on which it arrived.</a:t>
          </a:r>
          <a:endParaRPr lang="en-AU"/>
        </a:p>
      </dgm:t>
    </dgm:pt>
    <dgm:pt modelId="{9D775F86-D900-4D81-8218-B20412A60F50}" type="parTrans" cxnId="{FCF6BDAC-D692-4E2F-BAF7-338ACD487B3A}">
      <dgm:prSet/>
      <dgm:spPr/>
      <dgm:t>
        <a:bodyPr/>
        <a:lstStyle/>
        <a:p>
          <a:endParaRPr lang="en-AU"/>
        </a:p>
      </dgm:t>
    </dgm:pt>
    <dgm:pt modelId="{9787087A-3C5F-4793-9B1A-92D46B6B490E}" type="sibTrans" cxnId="{FCF6BDAC-D692-4E2F-BAF7-338ACD487B3A}">
      <dgm:prSet/>
      <dgm:spPr/>
      <dgm:t>
        <a:bodyPr/>
        <a:lstStyle/>
        <a:p>
          <a:endParaRPr lang="en-AU"/>
        </a:p>
      </dgm:t>
    </dgm:pt>
    <dgm:pt modelId="{B6F47015-39A8-4719-A8AB-62F7FBF410BF}">
      <dgm:prSet/>
      <dgm:spPr/>
      <dgm:t>
        <a:bodyPr/>
        <a:lstStyle/>
        <a:p>
          <a:r>
            <a:rPr lang="en-GB" dirty="0">
              <a:solidFill>
                <a:schemeClr val="tx1"/>
              </a:solidFill>
            </a:rPr>
            <a:t>Adaptive/dynamic routing</a:t>
          </a:r>
          <a:endParaRPr lang="en-AU" dirty="0">
            <a:solidFill>
              <a:schemeClr val="tx1"/>
            </a:solidFill>
          </a:endParaRPr>
        </a:p>
      </dgm:t>
    </dgm:pt>
    <dgm:pt modelId="{A06CF73A-A4D1-4A97-ACD6-B5569258EDD9}" type="parTrans" cxnId="{E2C248EB-74C4-4D25-B303-D1497D402CC2}">
      <dgm:prSet/>
      <dgm:spPr/>
      <dgm:t>
        <a:bodyPr/>
        <a:lstStyle/>
        <a:p>
          <a:endParaRPr lang="en-AU"/>
        </a:p>
      </dgm:t>
    </dgm:pt>
    <dgm:pt modelId="{1EA526B0-EE8F-46E3-ADFF-B7850F0DA8E5}" type="sibTrans" cxnId="{E2C248EB-74C4-4D25-B303-D1497D402CC2}">
      <dgm:prSet/>
      <dgm:spPr/>
      <dgm:t>
        <a:bodyPr/>
        <a:lstStyle/>
        <a:p>
          <a:endParaRPr lang="en-AU"/>
        </a:p>
      </dgm:t>
    </dgm:pt>
    <dgm:pt modelId="{DEBFFFB9-ED20-4987-9F2C-52B02E789BA3}">
      <dgm:prSet/>
      <dgm:spPr/>
      <dgm:t>
        <a:bodyPr/>
        <a:lstStyle/>
        <a:p>
          <a:r>
            <a:rPr lang="en-GB"/>
            <a:t>Routing decisions change as conditions on the network change, such as failure or congestion.</a:t>
          </a:r>
          <a:endParaRPr lang="en-AU"/>
        </a:p>
      </dgm:t>
    </dgm:pt>
    <dgm:pt modelId="{055897D2-53C7-47B9-BCAB-FEEE2674ECE2}" type="parTrans" cxnId="{4A431EB8-4326-4EAC-9F84-F68A441842A2}">
      <dgm:prSet/>
      <dgm:spPr/>
      <dgm:t>
        <a:bodyPr/>
        <a:lstStyle/>
        <a:p>
          <a:endParaRPr lang="en-AU"/>
        </a:p>
      </dgm:t>
    </dgm:pt>
    <dgm:pt modelId="{29337FA0-678E-4C55-B29B-94DC8F731F44}" type="sibTrans" cxnId="{4A431EB8-4326-4EAC-9F84-F68A441842A2}">
      <dgm:prSet/>
      <dgm:spPr/>
      <dgm:t>
        <a:bodyPr/>
        <a:lstStyle/>
        <a:p>
          <a:endParaRPr lang="en-AU"/>
        </a:p>
      </dgm:t>
    </dgm:pt>
    <dgm:pt modelId="{7C80DDE9-A8B5-4690-961A-3CFE0AADB0BF}">
      <dgm:prSet/>
      <dgm:spPr/>
      <dgm:t>
        <a:bodyPr/>
        <a:lstStyle/>
        <a:p>
          <a:r>
            <a:rPr lang="en-GB"/>
            <a:t>Information about the state of the network must be exchanged among the nodes.</a:t>
          </a:r>
          <a:endParaRPr lang="en-AU"/>
        </a:p>
      </dgm:t>
    </dgm:pt>
    <dgm:pt modelId="{54A56969-8941-4201-98D3-BCBAA29AFE6F}" type="parTrans" cxnId="{9F9F068A-8049-4E5E-BC4C-BA78F4781118}">
      <dgm:prSet/>
      <dgm:spPr/>
      <dgm:t>
        <a:bodyPr/>
        <a:lstStyle/>
        <a:p>
          <a:endParaRPr lang="en-AU"/>
        </a:p>
      </dgm:t>
    </dgm:pt>
    <dgm:pt modelId="{1D60913C-1D7C-4190-877C-3ACDF2FA69FC}" type="sibTrans" cxnId="{9F9F068A-8049-4E5E-BC4C-BA78F4781118}">
      <dgm:prSet/>
      <dgm:spPr/>
      <dgm:t>
        <a:bodyPr/>
        <a:lstStyle/>
        <a:p>
          <a:endParaRPr lang="en-AU"/>
        </a:p>
      </dgm:t>
    </dgm:pt>
    <dgm:pt modelId="{D2D1F655-6563-44E9-AD0B-97BDE0704893}">
      <dgm:prSet/>
      <dgm:spPr/>
      <dgm:t>
        <a:bodyPr/>
        <a:lstStyle/>
        <a:p>
          <a:r>
            <a:rPr lang="en-AU" dirty="0">
              <a:solidFill>
                <a:schemeClr val="tx1"/>
              </a:solidFill>
            </a:rPr>
            <a:t>Random routing</a:t>
          </a:r>
        </a:p>
      </dgm:t>
    </dgm:pt>
    <dgm:pt modelId="{6055663E-0683-4CD2-BBD6-7FCC3668B98C}" type="parTrans" cxnId="{4713534D-9BED-4368-9481-BF5B7496D325}">
      <dgm:prSet/>
      <dgm:spPr/>
      <dgm:t>
        <a:bodyPr/>
        <a:lstStyle/>
        <a:p>
          <a:endParaRPr lang="en-NZ"/>
        </a:p>
      </dgm:t>
    </dgm:pt>
    <dgm:pt modelId="{418279E9-6086-4967-A534-F0AAF8690CDC}" type="sibTrans" cxnId="{4713534D-9BED-4368-9481-BF5B7496D325}">
      <dgm:prSet/>
      <dgm:spPr/>
      <dgm:t>
        <a:bodyPr/>
        <a:lstStyle/>
        <a:p>
          <a:endParaRPr lang="en-NZ"/>
        </a:p>
      </dgm:t>
    </dgm:pt>
    <dgm:pt modelId="{D36203E4-2F5C-44AD-9CAA-CA192D426DA9}">
      <dgm:prSet/>
      <dgm:spPr/>
      <dgm:t>
        <a:bodyPr/>
        <a:lstStyle/>
        <a:p>
          <a:r>
            <a:rPr lang="en-NZ" dirty="0"/>
            <a:t>A node selects only one outgoing path for retransmission of an incoming packet. </a:t>
          </a:r>
          <a:endParaRPr lang="en-AU" dirty="0"/>
        </a:p>
      </dgm:t>
    </dgm:pt>
    <dgm:pt modelId="{0676541B-2357-48DB-93E3-9D167AC5EC2F}" type="parTrans" cxnId="{804C0F5A-A7E7-4BD5-8929-E1A5E3E0F07A}">
      <dgm:prSet/>
      <dgm:spPr/>
      <dgm:t>
        <a:bodyPr/>
        <a:lstStyle/>
        <a:p>
          <a:endParaRPr lang="en-NZ"/>
        </a:p>
      </dgm:t>
    </dgm:pt>
    <dgm:pt modelId="{12C34A46-9B4E-45AC-9676-92178C2708BE}" type="sibTrans" cxnId="{804C0F5A-A7E7-4BD5-8929-E1A5E3E0F07A}">
      <dgm:prSet/>
      <dgm:spPr/>
      <dgm:t>
        <a:bodyPr/>
        <a:lstStyle/>
        <a:p>
          <a:endParaRPr lang="en-NZ"/>
        </a:p>
      </dgm:t>
    </dgm:pt>
    <dgm:pt modelId="{574353EA-9252-4AFA-BF23-364FC4A430A8}">
      <dgm:prSet/>
      <dgm:spPr/>
      <dgm:t>
        <a:bodyPr/>
        <a:lstStyle/>
        <a:p>
          <a:r>
            <a:rPr lang="en-NZ" dirty="0"/>
            <a:t>The outgoing link is chosen at random, excluding the link on which the packet arrived.</a:t>
          </a:r>
          <a:endParaRPr lang="en-AU" dirty="0"/>
        </a:p>
      </dgm:t>
    </dgm:pt>
    <dgm:pt modelId="{D0512B63-59D6-48D0-B647-AFFC4B1AC640}" type="parTrans" cxnId="{C36DF17D-69E3-426C-9983-5D8AAE6D610C}">
      <dgm:prSet/>
      <dgm:spPr/>
      <dgm:t>
        <a:bodyPr/>
        <a:lstStyle/>
        <a:p>
          <a:endParaRPr lang="en-NZ"/>
        </a:p>
      </dgm:t>
    </dgm:pt>
    <dgm:pt modelId="{B1D3E662-B072-41D8-BA0C-7D68AE7C2112}" type="sibTrans" cxnId="{C36DF17D-69E3-426C-9983-5D8AAE6D610C}">
      <dgm:prSet/>
      <dgm:spPr/>
      <dgm:t>
        <a:bodyPr/>
        <a:lstStyle/>
        <a:p>
          <a:endParaRPr lang="en-NZ"/>
        </a:p>
      </dgm:t>
    </dgm:pt>
    <dgm:pt modelId="{FC6FA770-2EF4-4125-A62A-55B688534DDC}" type="pres">
      <dgm:prSet presAssocID="{A1F19A0F-C7B2-4A40-9A21-9915D046B7AE}" presName="linear" presStyleCnt="0">
        <dgm:presLayoutVars>
          <dgm:animLvl val="lvl"/>
          <dgm:resizeHandles val="exact"/>
        </dgm:presLayoutVars>
      </dgm:prSet>
      <dgm:spPr/>
    </dgm:pt>
    <dgm:pt modelId="{325339DE-1BE3-4AFB-91EB-B430A9627D68}" type="pres">
      <dgm:prSet presAssocID="{A053FB19-E3BF-4C63-A11B-F5484FF724E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9ADBD38-4E19-42AC-83B3-D3808FFE1B59}" type="pres">
      <dgm:prSet presAssocID="{A053FB19-E3BF-4C63-A11B-F5484FF724E4}" presName="childText" presStyleLbl="revTx" presStyleIdx="0" presStyleCnt="4">
        <dgm:presLayoutVars>
          <dgm:bulletEnabled val="1"/>
        </dgm:presLayoutVars>
      </dgm:prSet>
      <dgm:spPr/>
    </dgm:pt>
    <dgm:pt modelId="{787D8708-9B75-4513-9484-55EC1BDB4B1A}" type="pres">
      <dgm:prSet presAssocID="{6C67C089-C88D-4CBB-9BBB-B7F7D0897D7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4223833-5E1D-4447-8EF3-11D7D2A7A338}" type="pres">
      <dgm:prSet presAssocID="{6C67C089-C88D-4CBB-9BBB-B7F7D0897D70}" presName="childText" presStyleLbl="revTx" presStyleIdx="1" presStyleCnt="4">
        <dgm:presLayoutVars>
          <dgm:bulletEnabled val="1"/>
        </dgm:presLayoutVars>
      </dgm:prSet>
      <dgm:spPr/>
    </dgm:pt>
    <dgm:pt modelId="{94820456-2A59-47FE-BE7D-B17BC4F5E815}" type="pres">
      <dgm:prSet presAssocID="{B6F47015-39A8-4719-A8AB-62F7FBF410B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D7024D5-BF63-4C05-87F5-49DCF20C64F8}" type="pres">
      <dgm:prSet presAssocID="{B6F47015-39A8-4719-A8AB-62F7FBF410BF}" presName="childText" presStyleLbl="revTx" presStyleIdx="2" presStyleCnt="4">
        <dgm:presLayoutVars>
          <dgm:bulletEnabled val="1"/>
        </dgm:presLayoutVars>
      </dgm:prSet>
      <dgm:spPr/>
    </dgm:pt>
    <dgm:pt modelId="{AF5987E3-81AB-47CE-915F-1AF737B7F7E2}" type="pres">
      <dgm:prSet presAssocID="{D2D1F655-6563-44E9-AD0B-97BDE070489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3FA18A38-CA25-4BF1-AF1F-7A9A2A143C48}" type="pres">
      <dgm:prSet presAssocID="{D2D1F655-6563-44E9-AD0B-97BDE0704893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C13ECE01-B5D9-4431-91E3-ADE09A3EAB75}" type="presOf" srcId="{C4580C2C-F45C-41AC-A970-1FBEDC259DC1}" destId="{F9ADBD38-4E19-42AC-83B3-D3808FFE1B59}" srcOrd="0" destOrd="1" presId="urn:microsoft.com/office/officeart/2005/8/layout/vList2"/>
    <dgm:cxn modelId="{20B5371E-C7CE-4A9C-99BD-2C4B8FAFAFE3}" srcId="{6C67C089-C88D-4CBB-9BBB-B7F7D0897D70}" destId="{CA7E0A46-3B29-4D79-B69D-0FF5A2C7162C}" srcOrd="0" destOrd="0" parTransId="{AE6046DA-5EE0-4D72-82DB-C781F9FD29C3}" sibTransId="{F0893C12-5FDE-4F46-BEA0-3E59AB8A5E9D}"/>
    <dgm:cxn modelId="{26ECE721-46EB-440D-A6D7-E1FA1C38BA8D}" type="presOf" srcId="{574353EA-9252-4AFA-BF23-364FC4A430A8}" destId="{3FA18A38-CA25-4BF1-AF1F-7A9A2A143C48}" srcOrd="0" destOrd="1" presId="urn:microsoft.com/office/officeart/2005/8/layout/vList2"/>
    <dgm:cxn modelId="{2CFE7040-2F8F-479E-B178-D1AE4E677954}" type="presOf" srcId="{A053FB19-E3BF-4C63-A11B-F5484FF724E4}" destId="{325339DE-1BE3-4AFB-91EB-B430A9627D68}" srcOrd="0" destOrd="0" presId="urn:microsoft.com/office/officeart/2005/8/layout/vList2"/>
    <dgm:cxn modelId="{29583949-D117-4BDD-B4CC-7B4F1B414F7C}" type="presOf" srcId="{CA7E0A46-3B29-4D79-B69D-0FF5A2C7162C}" destId="{24223833-5E1D-4447-8EF3-11D7D2A7A338}" srcOrd="0" destOrd="0" presId="urn:microsoft.com/office/officeart/2005/8/layout/vList2"/>
    <dgm:cxn modelId="{4713534D-9BED-4368-9481-BF5B7496D325}" srcId="{A1F19A0F-C7B2-4A40-9A21-9915D046B7AE}" destId="{D2D1F655-6563-44E9-AD0B-97BDE0704893}" srcOrd="3" destOrd="0" parTransId="{6055663E-0683-4CD2-BBD6-7FCC3668B98C}" sibTransId="{418279E9-6086-4967-A534-F0AAF8690CDC}"/>
    <dgm:cxn modelId="{804C0F5A-A7E7-4BD5-8929-E1A5E3E0F07A}" srcId="{D2D1F655-6563-44E9-AD0B-97BDE0704893}" destId="{D36203E4-2F5C-44AD-9CAA-CA192D426DA9}" srcOrd="0" destOrd="0" parTransId="{0676541B-2357-48DB-93E3-9D167AC5EC2F}" sibTransId="{12C34A46-9B4E-45AC-9676-92178C2708BE}"/>
    <dgm:cxn modelId="{AB632F5B-5E37-4E66-B99C-22001239F15D}" type="presOf" srcId="{B6F47015-39A8-4719-A8AB-62F7FBF410BF}" destId="{94820456-2A59-47FE-BE7D-B17BC4F5E815}" srcOrd="0" destOrd="0" presId="urn:microsoft.com/office/officeart/2005/8/layout/vList2"/>
    <dgm:cxn modelId="{D2790168-AD4B-44E7-80DC-0E2A92A05DDD}" srcId="{A1F19A0F-C7B2-4A40-9A21-9915D046B7AE}" destId="{A053FB19-E3BF-4C63-A11B-F5484FF724E4}" srcOrd="0" destOrd="0" parTransId="{DF41F0E7-7341-46BA-B2BE-FEF844A2D9B2}" sibTransId="{4016C027-711F-4450-8EB8-81E6D5FD8FE9}"/>
    <dgm:cxn modelId="{5D131E6A-A3CE-4B86-B0B6-0DDADE7F2E10}" type="presOf" srcId="{0A5B2780-C003-45F4-89CD-1E49FABBDED6}" destId="{F9ADBD38-4E19-42AC-83B3-D3808FFE1B59}" srcOrd="0" destOrd="0" presId="urn:microsoft.com/office/officeart/2005/8/layout/vList2"/>
    <dgm:cxn modelId="{C3CA096C-C234-48EF-BAD8-89A4D41F2F7F}" type="presOf" srcId="{A1F19A0F-C7B2-4A40-9A21-9915D046B7AE}" destId="{FC6FA770-2EF4-4125-A62A-55B688534DDC}" srcOrd="0" destOrd="0" presId="urn:microsoft.com/office/officeart/2005/8/layout/vList2"/>
    <dgm:cxn modelId="{E8E3D578-5A95-4C11-BDA9-3B21988D0E2A}" type="presOf" srcId="{D2D1F655-6563-44E9-AD0B-97BDE0704893}" destId="{AF5987E3-81AB-47CE-915F-1AF737B7F7E2}" srcOrd="0" destOrd="0" presId="urn:microsoft.com/office/officeart/2005/8/layout/vList2"/>
    <dgm:cxn modelId="{C36DF17D-69E3-426C-9983-5D8AAE6D610C}" srcId="{D2D1F655-6563-44E9-AD0B-97BDE0704893}" destId="{574353EA-9252-4AFA-BF23-364FC4A430A8}" srcOrd="1" destOrd="0" parTransId="{D0512B63-59D6-48D0-B647-AFFC4B1AC640}" sibTransId="{B1D3E662-B072-41D8-BA0C-7D68AE7C2112}"/>
    <dgm:cxn modelId="{FD18B384-7691-48D6-B42B-02AF1D5413F2}" type="presOf" srcId="{D36203E4-2F5C-44AD-9CAA-CA192D426DA9}" destId="{3FA18A38-CA25-4BF1-AF1F-7A9A2A143C48}" srcOrd="0" destOrd="0" presId="urn:microsoft.com/office/officeart/2005/8/layout/vList2"/>
    <dgm:cxn modelId="{9F9F068A-8049-4E5E-BC4C-BA78F4781118}" srcId="{B6F47015-39A8-4719-A8AB-62F7FBF410BF}" destId="{7C80DDE9-A8B5-4690-961A-3CFE0AADB0BF}" srcOrd="1" destOrd="0" parTransId="{54A56969-8941-4201-98D3-BCBAA29AFE6F}" sibTransId="{1D60913C-1D7C-4190-877C-3ACDF2FA69FC}"/>
    <dgm:cxn modelId="{99B91E98-A9ED-4C09-B4DF-08B39F674097}" srcId="{A053FB19-E3BF-4C63-A11B-F5484FF724E4}" destId="{0A5B2780-C003-45F4-89CD-1E49FABBDED6}" srcOrd="0" destOrd="0" parTransId="{B0E5B0F4-18E4-4E23-ADA8-5F2E39EFA4AE}" sibTransId="{FA0D742A-8ABE-4059-BDA3-7DF19EA47F07}"/>
    <dgm:cxn modelId="{2A39D8A2-9B2F-47B0-964B-237E8CD37CAA}" srcId="{A1F19A0F-C7B2-4A40-9A21-9915D046B7AE}" destId="{6C67C089-C88D-4CBB-9BBB-B7F7D0897D70}" srcOrd="1" destOrd="0" parTransId="{E45DE444-9A9B-4D30-9455-3C57961A9C1F}" sibTransId="{77AEA6C5-A617-4CBE-BF66-23F2EB30EECF}"/>
    <dgm:cxn modelId="{23D0D0A6-34C3-48A3-9ABE-FFC86DCAE65F}" srcId="{A053FB19-E3BF-4C63-A11B-F5484FF724E4}" destId="{C4580C2C-F45C-41AC-A970-1FBEDC259DC1}" srcOrd="1" destOrd="0" parTransId="{D393CC68-F710-4F09-AD39-6CB9B4E1E6FB}" sibTransId="{5273DAC9-123F-4A33-A01C-A2ED559471F5}"/>
    <dgm:cxn modelId="{D077ECAB-4A69-41D9-801A-0E7259993BBA}" type="presOf" srcId="{2A809326-D527-4F4C-8382-B2C13C21BD87}" destId="{24223833-5E1D-4447-8EF3-11D7D2A7A338}" srcOrd="0" destOrd="1" presId="urn:microsoft.com/office/officeart/2005/8/layout/vList2"/>
    <dgm:cxn modelId="{FCF6BDAC-D692-4E2F-BAF7-338ACD487B3A}" srcId="{6C67C089-C88D-4CBB-9BBB-B7F7D0897D70}" destId="{2A809326-D527-4F4C-8382-B2C13C21BD87}" srcOrd="1" destOrd="0" parTransId="{9D775F86-D900-4D81-8218-B20412A60F50}" sibTransId="{9787087A-3C5F-4793-9B1A-92D46B6B490E}"/>
    <dgm:cxn modelId="{4A431EB8-4326-4EAC-9F84-F68A441842A2}" srcId="{B6F47015-39A8-4719-A8AB-62F7FBF410BF}" destId="{DEBFFFB9-ED20-4987-9F2C-52B02E789BA3}" srcOrd="0" destOrd="0" parTransId="{055897D2-53C7-47B9-BCAB-FEEE2674ECE2}" sibTransId="{29337FA0-678E-4C55-B29B-94DC8F731F44}"/>
    <dgm:cxn modelId="{02AAB4C5-8025-42B7-A4B9-1DE86C6D7340}" type="presOf" srcId="{DEBFFFB9-ED20-4987-9F2C-52B02E789BA3}" destId="{CD7024D5-BF63-4C05-87F5-49DCF20C64F8}" srcOrd="0" destOrd="0" presId="urn:microsoft.com/office/officeart/2005/8/layout/vList2"/>
    <dgm:cxn modelId="{E2C248EB-74C4-4D25-B303-D1497D402CC2}" srcId="{A1F19A0F-C7B2-4A40-9A21-9915D046B7AE}" destId="{B6F47015-39A8-4719-A8AB-62F7FBF410BF}" srcOrd="2" destOrd="0" parTransId="{A06CF73A-A4D1-4A97-ACD6-B5569258EDD9}" sibTransId="{1EA526B0-EE8F-46E3-ADFF-B7850F0DA8E5}"/>
    <dgm:cxn modelId="{E8B886EC-C1C7-4FA7-8078-F75F4547B6A5}" type="presOf" srcId="{7C80DDE9-A8B5-4690-961A-3CFE0AADB0BF}" destId="{CD7024D5-BF63-4C05-87F5-49DCF20C64F8}" srcOrd="0" destOrd="1" presId="urn:microsoft.com/office/officeart/2005/8/layout/vList2"/>
    <dgm:cxn modelId="{BB0614F7-0EB3-4463-ADD3-3FA7AB9F3BE0}" type="presOf" srcId="{6C67C089-C88D-4CBB-9BBB-B7F7D0897D70}" destId="{787D8708-9B75-4513-9484-55EC1BDB4B1A}" srcOrd="0" destOrd="0" presId="urn:microsoft.com/office/officeart/2005/8/layout/vList2"/>
    <dgm:cxn modelId="{D757A23F-66E5-4A39-8F05-D0E039A4811D}" type="presParOf" srcId="{FC6FA770-2EF4-4125-A62A-55B688534DDC}" destId="{325339DE-1BE3-4AFB-91EB-B430A9627D68}" srcOrd="0" destOrd="0" presId="urn:microsoft.com/office/officeart/2005/8/layout/vList2"/>
    <dgm:cxn modelId="{AFC1542A-E382-4635-9353-B0740DD1EDF9}" type="presParOf" srcId="{FC6FA770-2EF4-4125-A62A-55B688534DDC}" destId="{F9ADBD38-4E19-42AC-83B3-D3808FFE1B59}" srcOrd="1" destOrd="0" presId="urn:microsoft.com/office/officeart/2005/8/layout/vList2"/>
    <dgm:cxn modelId="{734B9511-4428-4811-8933-7C05326F0BB2}" type="presParOf" srcId="{FC6FA770-2EF4-4125-A62A-55B688534DDC}" destId="{787D8708-9B75-4513-9484-55EC1BDB4B1A}" srcOrd="2" destOrd="0" presId="urn:microsoft.com/office/officeart/2005/8/layout/vList2"/>
    <dgm:cxn modelId="{484CD1DC-B420-4991-B867-62993C41F467}" type="presParOf" srcId="{FC6FA770-2EF4-4125-A62A-55B688534DDC}" destId="{24223833-5E1D-4447-8EF3-11D7D2A7A338}" srcOrd="3" destOrd="0" presId="urn:microsoft.com/office/officeart/2005/8/layout/vList2"/>
    <dgm:cxn modelId="{232861F5-11DD-40BE-B3AA-5C7E6F3C4091}" type="presParOf" srcId="{FC6FA770-2EF4-4125-A62A-55B688534DDC}" destId="{94820456-2A59-47FE-BE7D-B17BC4F5E815}" srcOrd="4" destOrd="0" presId="urn:microsoft.com/office/officeart/2005/8/layout/vList2"/>
    <dgm:cxn modelId="{EAA518C1-3E1A-47A8-9651-5FC8FF3B131B}" type="presParOf" srcId="{FC6FA770-2EF4-4125-A62A-55B688534DDC}" destId="{CD7024D5-BF63-4C05-87F5-49DCF20C64F8}" srcOrd="5" destOrd="0" presId="urn:microsoft.com/office/officeart/2005/8/layout/vList2"/>
    <dgm:cxn modelId="{BE1FB6B0-741E-4B26-8D58-D8DE49581E18}" type="presParOf" srcId="{FC6FA770-2EF4-4125-A62A-55B688534DDC}" destId="{AF5987E3-81AB-47CE-915F-1AF737B7F7E2}" srcOrd="6" destOrd="0" presId="urn:microsoft.com/office/officeart/2005/8/layout/vList2"/>
    <dgm:cxn modelId="{FEA3262D-8A76-4A3B-956F-B5135CDD2B79}" type="presParOf" srcId="{FC6FA770-2EF4-4125-A62A-55B688534DDC}" destId="{3FA18A38-CA25-4BF1-AF1F-7A9A2A143C48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FECDF60-B72E-4C01-8EA1-8D94C08483C0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249A0C6C-01AC-464B-B85B-160B675DECE5}">
      <dgm:prSet custT="1"/>
      <dgm:spPr/>
      <dgm:t>
        <a:bodyPr/>
        <a:lstStyle/>
        <a:p>
          <a:r>
            <a:rPr lang="en-GB" sz="3000" dirty="0"/>
            <a:t>Distance-vector routing</a:t>
          </a:r>
          <a:endParaRPr lang="en-AU" sz="3000" dirty="0"/>
        </a:p>
      </dgm:t>
    </dgm:pt>
    <dgm:pt modelId="{B876F25D-ECEB-4CB5-AC29-64A3DA230AE6}" type="parTrans" cxnId="{2CC75403-EA90-47E5-B95D-13F7FEC951C9}">
      <dgm:prSet/>
      <dgm:spPr/>
      <dgm:t>
        <a:bodyPr/>
        <a:lstStyle/>
        <a:p>
          <a:endParaRPr lang="en-AU"/>
        </a:p>
      </dgm:t>
    </dgm:pt>
    <dgm:pt modelId="{14549123-2BB5-43EA-8442-EDCD8A1BEC81}" type="sibTrans" cxnId="{2CC75403-EA90-47E5-B95D-13F7FEC951C9}">
      <dgm:prSet/>
      <dgm:spPr/>
      <dgm:t>
        <a:bodyPr/>
        <a:lstStyle/>
        <a:p>
          <a:endParaRPr lang="en-AU"/>
        </a:p>
      </dgm:t>
    </dgm:pt>
    <dgm:pt modelId="{0DEECC6A-8862-461F-84D2-379976FEF1D1}">
      <dgm:prSet custT="1"/>
      <dgm:spPr/>
      <dgm:t>
        <a:bodyPr/>
        <a:lstStyle/>
        <a:p>
          <a:r>
            <a:rPr lang="en-GB" sz="1600" dirty="0">
              <a:solidFill>
                <a:schemeClr val="tx1">
                  <a:lumMod val="75000"/>
                  <a:lumOff val="25000"/>
                </a:schemeClr>
              </a:solidFill>
            </a:rPr>
            <a:t>Each router maintains a vector giving the best-known distance to each destination and which link to use to get there. </a:t>
          </a:r>
          <a:endParaRPr lang="en-AU" sz="1600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85D95963-4C63-4225-804D-96E259A1D932}" type="parTrans" cxnId="{C51F4A2C-0008-4409-ABFC-F20300C82756}">
      <dgm:prSet/>
      <dgm:spPr/>
      <dgm:t>
        <a:bodyPr/>
        <a:lstStyle/>
        <a:p>
          <a:endParaRPr lang="en-AU"/>
        </a:p>
      </dgm:t>
    </dgm:pt>
    <dgm:pt modelId="{DA820463-AF0F-4BE5-A99F-601349A76E83}" type="sibTrans" cxnId="{C51F4A2C-0008-4409-ABFC-F20300C82756}">
      <dgm:prSet/>
      <dgm:spPr/>
      <dgm:t>
        <a:bodyPr/>
        <a:lstStyle/>
        <a:p>
          <a:endParaRPr lang="en-AU"/>
        </a:p>
      </dgm:t>
    </dgm:pt>
    <dgm:pt modelId="{66322495-3F9A-4799-B0D8-28594008CA5F}">
      <dgm:prSet custT="1"/>
      <dgm:spPr/>
      <dgm:t>
        <a:bodyPr/>
        <a:lstStyle/>
        <a:p>
          <a:r>
            <a:rPr lang="en-GB" sz="1600" dirty="0">
              <a:solidFill>
                <a:schemeClr val="tx1">
                  <a:lumMod val="75000"/>
                  <a:lumOff val="25000"/>
                </a:schemeClr>
              </a:solidFill>
            </a:rPr>
            <a:t>These vectors are updated by exchanging information with the neighbours.</a:t>
          </a:r>
          <a:endParaRPr lang="en-AU" sz="1600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D768F8A4-A3A1-43D7-A1E7-C8743353547F}" type="parTrans" cxnId="{F2A37F67-8F4A-4ED8-89C6-B0B926209B63}">
      <dgm:prSet/>
      <dgm:spPr/>
      <dgm:t>
        <a:bodyPr/>
        <a:lstStyle/>
        <a:p>
          <a:endParaRPr lang="en-AU"/>
        </a:p>
      </dgm:t>
    </dgm:pt>
    <dgm:pt modelId="{48FB1F56-295F-4AB6-9A92-E052C9A0E36D}" type="sibTrans" cxnId="{F2A37F67-8F4A-4ED8-89C6-B0B926209B63}">
      <dgm:prSet/>
      <dgm:spPr/>
      <dgm:t>
        <a:bodyPr/>
        <a:lstStyle/>
        <a:p>
          <a:endParaRPr lang="en-AU"/>
        </a:p>
      </dgm:t>
    </dgm:pt>
    <dgm:pt modelId="{028808F5-0DD0-42B3-83AE-CE15F8665494}">
      <dgm:prSet custT="1"/>
      <dgm:spPr/>
      <dgm:t>
        <a:bodyPr/>
        <a:lstStyle/>
        <a:p>
          <a:r>
            <a:rPr lang="en-GB" sz="1600" dirty="0">
              <a:solidFill>
                <a:schemeClr val="tx1">
                  <a:lumMod val="75000"/>
                  <a:lumOff val="25000"/>
                </a:schemeClr>
              </a:solidFill>
            </a:rPr>
            <a:t>Each router builds up </a:t>
          </a:r>
          <a:r>
            <a:rPr lang="en-GB" sz="1600" dirty="0">
              <a:solidFill>
                <a:srgbClr val="FF0000"/>
              </a:solidFill>
            </a:rPr>
            <a:t>a routing database based on neighbour updates</a:t>
          </a:r>
          <a:r>
            <a:rPr lang="en-GB" sz="1600" dirty="0">
              <a:solidFill>
                <a:schemeClr val="tx1">
                  <a:lumMod val="75000"/>
                  <a:lumOff val="25000"/>
                </a:schemeClr>
              </a:solidFill>
            </a:rPr>
            <a:t>.</a:t>
          </a:r>
          <a:endParaRPr lang="en-AU" sz="1600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96A68C10-DE2F-4D39-9BDB-509FE9B840E8}" type="parTrans" cxnId="{D522FF7E-F9D2-446E-AB99-003243A333C1}">
      <dgm:prSet/>
      <dgm:spPr/>
      <dgm:t>
        <a:bodyPr/>
        <a:lstStyle/>
        <a:p>
          <a:endParaRPr lang="en-AU"/>
        </a:p>
      </dgm:t>
    </dgm:pt>
    <dgm:pt modelId="{215F7982-16F1-4E96-9F01-F9ADB56384F6}" type="sibTrans" cxnId="{D522FF7E-F9D2-446E-AB99-003243A333C1}">
      <dgm:prSet/>
      <dgm:spPr/>
      <dgm:t>
        <a:bodyPr/>
        <a:lstStyle/>
        <a:p>
          <a:endParaRPr lang="en-AU"/>
        </a:p>
      </dgm:t>
    </dgm:pt>
    <dgm:pt modelId="{1DE7789E-2C65-48DD-A580-6D667D6F1702}">
      <dgm:prSet custT="1"/>
      <dgm:spPr/>
      <dgm:t>
        <a:bodyPr/>
        <a:lstStyle/>
        <a:p>
          <a:r>
            <a:rPr lang="en-GB" sz="3000" dirty="0"/>
            <a:t>Link-state routing</a:t>
          </a:r>
          <a:endParaRPr lang="en-AU" sz="3000" dirty="0"/>
        </a:p>
      </dgm:t>
    </dgm:pt>
    <dgm:pt modelId="{6A31231D-B268-4C79-99DE-42A801992BE0}" type="parTrans" cxnId="{0EBB8E41-20FF-4CA4-B6D4-1BB24F3E5856}">
      <dgm:prSet/>
      <dgm:spPr/>
      <dgm:t>
        <a:bodyPr/>
        <a:lstStyle/>
        <a:p>
          <a:endParaRPr lang="en-AU"/>
        </a:p>
      </dgm:t>
    </dgm:pt>
    <dgm:pt modelId="{8EBEC746-9570-4534-983B-4063DD4A26EE}" type="sibTrans" cxnId="{0EBB8E41-20FF-4CA4-B6D4-1BB24F3E5856}">
      <dgm:prSet/>
      <dgm:spPr/>
      <dgm:t>
        <a:bodyPr/>
        <a:lstStyle/>
        <a:p>
          <a:endParaRPr lang="en-AU"/>
        </a:p>
      </dgm:t>
    </dgm:pt>
    <dgm:pt modelId="{D67BF5A8-517B-4F7F-8B85-FAD4065EC39F}">
      <dgm:prSet custT="1"/>
      <dgm:spPr/>
      <dgm:t>
        <a:bodyPr/>
        <a:lstStyle/>
        <a:p>
          <a:r>
            <a:rPr lang="en-GB" sz="1600" dirty="0">
              <a:solidFill>
                <a:schemeClr val="tx1">
                  <a:lumMod val="75000"/>
                  <a:lumOff val="25000"/>
                </a:schemeClr>
              </a:solidFill>
            </a:rPr>
            <a:t>When a router is initialised, it determines the link cost on each of its network interfaces. </a:t>
          </a:r>
          <a:endParaRPr lang="en-AU" sz="1600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3C7F4828-E840-4B19-8E5C-5D3562FEE6A4}" type="parTrans" cxnId="{C317A133-E353-47BE-A77F-8EF1E021C50E}">
      <dgm:prSet/>
      <dgm:spPr/>
      <dgm:t>
        <a:bodyPr/>
        <a:lstStyle/>
        <a:p>
          <a:endParaRPr lang="en-AU"/>
        </a:p>
      </dgm:t>
    </dgm:pt>
    <dgm:pt modelId="{95E04D53-DD20-4C88-9459-7738DADE5888}" type="sibTrans" cxnId="{C317A133-E353-47BE-A77F-8EF1E021C50E}">
      <dgm:prSet/>
      <dgm:spPr/>
      <dgm:t>
        <a:bodyPr/>
        <a:lstStyle/>
        <a:p>
          <a:endParaRPr lang="en-AU"/>
        </a:p>
      </dgm:t>
    </dgm:pt>
    <dgm:pt modelId="{5DBC2B89-9963-4D3E-A9D8-EC110C22DE4F}">
      <dgm:prSet custT="1"/>
      <dgm:spPr/>
      <dgm:t>
        <a:bodyPr/>
        <a:lstStyle/>
        <a:p>
          <a:r>
            <a:rPr lang="en-GB" sz="1600" dirty="0">
              <a:solidFill>
                <a:schemeClr val="tx1">
                  <a:lumMod val="75000"/>
                  <a:lumOff val="25000"/>
                </a:schemeClr>
              </a:solidFill>
            </a:rPr>
            <a:t>The router advertises this set of link costs to </a:t>
          </a:r>
          <a:r>
            <a:rPr lang="en-GB" sz="1600" dirty="0">
              <a:solidFill>
                <a:srgbClr val="FF0000"/>
              </a:solidFill>
            </a:rPr>
            <a:t>all other routers </a:t>
          </a:r>
          <a:r>
            <a:rPr lang="en-GB" sz="1600" dirty="0">
              <a:solidFill>
                <a:schemeClr val="tx1">
                  <a:lumMod val="75000"/>
                  <a:lumOff val="25000"/>
                </a:schemeClr>
              </a:solidFill>
            </a:rPr>
            <a:t>in the internet topology.</a:t>
          </a:r>
          <a:endParaRPr lang="en-AU" sz="1600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9443FA0D-18CD-41EE-8536-7AF0758163C8}" type="parTrans" cxnId="{DD5B5186-D99E-410D-AF9C-4D5C28BFD340}">
      <dgm:prSet/>
      <dgm:spPr/>
      <dgm:t>
        <a:bodyPr/>
        <a:lstStyle/>
        <a:p>
          <a:endParaRPr lang="en-AU"/>
        </a:p>
      </dgm:t>
    </dgm:pt>
    <dgm:pt modelId="{D46F91B5-BE87-4745-9623-E65001424EDA}" type="sibTrans" cxnId="{DD5B5186-D99E-410D-AF9C-4D5C28BFD340}">
      <dgm:prSet/>
      <dgm:spPr/>
      <dgm:t>
        <a:bodyPr/>
        <a:lstStyle/>
        <a:p>
          <a:endParaRPr lang="en-AU"/>
        </a:p>
      </dgm:t>
    </dgm:pt>
    <dgm:pt modelId="{AD0BAF66-43DF-45E2-8B84-4C52470840A4}">
      <dgm:prSet custT="1"/>
      <dgm:spPr/>
      <dgm:t>
        <a:bodyPr/>
        <a:lstStyle/>
        <a:p>
          <a:r>
            <a:rPr lang="en-GB" sz="1600" dirty="0">
              <a:solidFill>
                <a:schemeClr val="tx1">
                  <a:lumMod val="75000"/>
                  <a:lumOff val="25000"/>
                </a:schemeClr>
              </a:solidFill>
            </a:rPr>
            <a:t>Each router builds up </a:t>
          </a:r>
          <a:r>
            <a:rPr lang="en-GB" sz="1600" dirty="0">
              <a:solidFill>
                <a:srgbClr val="FF0000"/>
              </a:solidFill>
            </a:rPr>
            <a:t>the complete topology </a:t>
          </a:r>
          <a:r>
            <a:rPr lang="en-GB" sz="1600" dirty="0">
              <a:solidFill>
                <a:schemeClr val="tx1">
                  <a:lumMod val="75000"/>
                  <a:lumOff val="25000"/>
                </a:schemeClr>
              </a:solidFill>
            </a:rPr>
            <a:t>of the configuration and then performs a routing calculation.</a:t>
          </a:r>
          <a:endParaRPr lang="en-AU" sz="1600" dirty="0">
            <a:solidFill>
              <a:schemeClr val="tx1">
                <a:lumMod val="75000"/>
                <a:lumOff val="25000"/>
              </a:schemeClr>
            </a:solidFill>
          </a:endParaRPr>
        </a:p>
      </dgm:t>
    </dgm:pt>
    <dgm:pt modelId="{811A89C9-E249-4CFA-B096-EC5D2357B841}" type="parTrans" cxnId="{FC9863F7-C407-4B31-9C01-2A5ABDA35D47}">
      <dgm:prSet/>
      <dgm:spPr/>
      <dgm:t>
        <a:bodyPr/>
        <a:lstStyle/>
        <a:p>
          <a:endParaRPr lang="en-AU"/>
        </a:p>
      </dgm:t>
    </dgm:pt>
    <dgm:pt modelId="{CDBA8022-5FE4-4F91-AB93-9D64426FD6EA}" type="sibTrans" cxnId="{FC9863F7-C407-4B31-9C01-2A5ABDA35D47}">
      <dgm:prSet/>
      <dgm:spPr/>
      <dgm:t>
        <a:bodyPr/>
        <a:lstStyle/>
        <a:p>
          <a:endParaRPr lang="en-AU"/>
        </a:p>
      </dgm:t>
    </dgm:pt>
    <dgm:pt modelId="{D1287F4A-77D3-4B99-B541-D50B52515A0D}" type="pres">
      <dgm:prSet presAssocID="{DFECDF60-B72E-4C01-8EA1-8D94C08483C0}" presName="theList" presStyleCnt="0">
        <dgm:presLayoutVars>
          <dgm:dir/>
          <dgm:animLvl val="lvl"/>
          <dgm:resizeHandles val="exact"/>
        </dgm:presLayoutVars>
      </dgm:prSet>
      <dgm:spPr/>
    </dgm:pt>
    <dgm:pt modelId="{76E49537-DF9B-4E29-BDC2-F7C6C8D42CC5}" type="pres">
      <dgm:prSet presAssocID="{249A0C6C-01AC-464B-B85B-160B675DECE5}" presName="compNode" presStyleCnt="0"/>
      <dgm:spPr/>
    </dgm:pt>
    <dgm:pt modelId="{64752528-7ED9-4F1D-98EC-5D46DD724132}" type="pres">
      <dgm:prSet presAssocID="{249A0C6C-01AC-464B-B85B-160B675DECE5}" presName="aNode" presStyleLbl="bgShp" presStyleIdx="0" presStyleCnt="2"/>
      <dgm:spPr/>
    </dgm:pt>
    <dgm:pt modelId="{B7BB507E-FFC0-4B45-8F63-4D8C4657106D}" type="pres">
      <dgm:prSet presAssocID="{249A0C6C-01AC-464B-B85B-160B675DECE5}" presName="textNode" presStyleLbl="bgShp" presStyleIdx="0" presStyleCnt="2"/>
      <dgm:spPr/>
    </dgm:pt>
    <dgm:pt modelId="{4C4A9A2F-6417-4987-A4AA-6507B9309AE0}" type="pres">
      <dgm:prSet presAssocID="{249A0C6C-01AC-464B-B85B-160B675DECE5}" presName="compChildNode" presStyleCnt="0"/>
      <dgm:spPr/>
    </dgm:pt>
    <dgm:pt modelId="{4B023823-E2E2-4C99-A59E-0FE5AD910C18}" type="pres">
      <dgm:prSet presAssocID="{249A0C6C-01AC-464B-B85B-160B675DECE5}" presName="theInnerList" presStyleCnt="0"/>
      <dgm:spPr/>
    </dgm:pt>
    <dgm:pt modelId="{700877E0-568B-4A04-AFCE-B62CD3256B9D}" type="pres">
      <dgm:prSet presAssocID="{0DEECC6A-8862-461F-84D2-379976FEF1D1}" presName="childNode" presStyleLbl="node1" presStyleIdx="0" presStyleCnt="6">
        <dgm:presLayoutVars>
          <dgm:bulletEnabled val="1"/>
        </dgm:presLayoutVars>
      </dgm:prSet>
      <dgm:spPr/>
    </dgm:pt>
    <dgm:pt modelId="{38C2FB96-29ED-436B-AB0D-67920C038A34}" type="pres">
      <dgm:prSet presAssocID="{0DEECC6A-8862-461F-84D2-379976FEF1D1}" presName="aSpace2" presStyleCnt="0"/>
      <dgm:spPr/>
    </dgm:pt>
    <dgm:pt modelId="{8BB1188D-E50E-415D-8832-A1DB9D32640B}" type="pres">
      <dgm:prSet presAssocID="{66322495-3F9A-4799-B0D8-28594008CA5F}" presName="childNode" presStyleLbl="node1" presStyleIdx="1" presStyleCnt="6">
        <dgm:presLayoutVars>
          <dgm:bulletEnabled val="1"/>
        </dgm:presLayoutVars>
      </dgm:prSet>
      <dgm:spPr/>
    </dgm:pt>
    <dgm:pt modelId="{0CD67975-DE24-4A2C-838B-CD591331AC5F}" type="pres">
      <dgm:prSet presAssocID="{66322495-3F9A-4799-B0D8-28594008CA5F}" presName="aSpace2" presStyleCnt="0"/>
      <dgm:spPr/>
    </dgm:pt>
    <dgm:pt modelId="{2284D6F4-88D0-4689-89D2-34F3220FD64D}" type="pres">
      <dgm:prSet presAssocID="{028808F5-0DD0-42B3-83AE-CE15F8665494}" presName="childNode" presStyleLbl="node1" presStyleIdx="2" presStyleCnt="6">
        <dgm:presLayoutVars>
          <dgm:bulletEnabled val="1"/>
        </dgm:presLayoutVars>
      </dgm:prSet>
      <dgm:spPr/>
    </dgm:pt>
    <dgm:pt modelId="{72F93770-A77C-4216-AF5F-493D1A27C178}" type="pres">
      <dgm:prSet presAssocID="{249A0C6C-01AC-464B-B85B-160B675DECE5}" presName="aSpace" presStyleCnt="0"/>
      <dgm:spPr/>
    </dgm:pt>
    <dgm:pt modelId="{AC778A67-445A-4FE6-8A4C-7D5D58FBB5ED}" type="pres">
      <dgm:prSet presAssocID="{1DE7789E-2C65-48DD-A580-6D667D6F1702}" presName="compNode" presStyleCnt="0"/>
      <dgm:spPr/>
    </dgm:pt>
    <dgm:pt modelId="{5185C3F6-E99E-4354-9EF5-3233639DCA6C}" type="pres">
      <dgm:prSet presAssocID="{1DE7789E-2C65-48DD-A580-6D667D6F1702}" presName="aNode" presStyleLbl="bgShp" presStyleIdx="1" presStyleCnt="2"/>
      <dgm:spPr/>
    </dgm:pt>
    <dgm:pt modelId="{B0C39B43-91A6-41DD-AC8E-ACBB81819A9D}" type="pres">
      <dgm:prSet presAssocID="{1DE7789E-2C65-48DD-A580-6D667D6F1702}" presName="textNode" presStyleLbl="bgShp" presStyleIdx="1" presStyleCnt="2"/>
      <dgm:spPr/>
    </dgm:pt>
    <dgm:pt modelId="{27077765-0F3D-41FD-8F2E-1A47AD34865F}" type="pres">
      <dgm:prSet presAssocID="{1DE7789E-2C65-48DD-A580-6D667D6F1702}" presName="compChildNode" presStyleCnt="0"/>
      <dgm:spPr/>
    </dgm:pt>
    <dgm:pt modelId="{D188D131-C6A5-44CF-886D-2F5CA9A5152E}" type="pres">
      <dgm:prSet presAssocID="{1DE7789E-2C65-48DD-A580-6D667D6F1702}" presName="theInnerList" presStyleCnt="0"/>
      <dgm:spPr/>
    </dgm:pt>
    <dgm:pt modelId="{F97FDC0E-2935-4A66-86A6-FEFFFA0169CC}" type="pres">
      <dgm:prSet presAssocID="{D67BF5A8-517B-4F7F-8B85-FAD4065EC39F}" presName="childNode" presStyleLbl="node1" presStyleIdx="3" presStyleCnt="6">
        <dgm:presLayoutVars>
          <dgm:bulletEnabled val="1"/>
        </dgm:presLayoutVars>
      </dgm:prSet>
      <dgm:spPr/>
    </dgm:pt>
    <dgm:pt modelId="{0EE81917-366B-402C-994E-0F745F6F09C9}" type="pres">
      <dgm:prSet presAssocID="{D67BF5A8-517B-4F7F-8B85-FAD4065EC39F}" presName="aSpace2" presStyleCnt="0"/>
      <dgm:spPr/>
    </dgm:pt>
    <dgm:pt modelId="{B1D634A5-70BF-4124-BA91-2D741E4B3DC8}" type="pres">
      <dgm:prSet presAssocID="{5DBC2B89-9963-4D3E-A9D8-EC110C22DE4F}" presName="childNode" presStyleLbl="node1" presStyleIdx="4" presStyleCnt="6">
        <dgm:presLayoutVars>
          <dgm:bulletEnabled val="1"/>
        </dgm:presLayoutVars>
      </dgm:prSet>
      <dgm:spPr/>
    </dgm:pt>
    <dgm:pt modelId="{A5D5FCF1-2433-42BB-8006-CF6397F43CEE}" type="pres">
      <dgm:prSet presAssocID="{5DBC2B89-9963-4D3E-A9D8-EC110C22DE4F}" presName="aSpace2" presStyleCnt="0"/>
      <dgm:spPr/>
    </dgm:pt>
    <dgm:pt modelId="{35670475-07DD-4CCA-BACC-031B99FB017D}" type="pres">
      <dgm:prSet presAssocID="{AD0BAF66-43DF-45E2-8B84-4C52470840A4}" presName="childNode" presStyleLbl="node1" presStyleIdx="5" presStyleCnt="6">
        <dgm:presLayoutVars>
          <dgm:bulletEnabled val="1"/>
        </dgm:presLayoutVars>
      </dgm:prSet>
      <dgm:spPr/>
    </dgm:pt>
  </dgm:ptLst>
  <dgm:cxnLst>
    <dgm:cxn modelId="{2CC75403-EA90-47E5-B95D-13F7FEC951C9}" srcId="{DFECDF60-B72E-4C01-8EA1-8D94C08483C0}" destId="{249A0C6C-01AC-464B-B85B-160B675DECE5}" srcOrd="0" destOrd="0" parTransId="{B876F25D-ECEB-4CB5-AC29-64A3DA230AE6}" sibTransId="{14549123-2BB5-43EA-8442-EDCD8A1BEC81}"/>
    <dgm:cxn modelId="{C51F4A2C-0008-4409-ABFC-F20300C82756}" srcId="{249A0C6C-01AC-464B-B85B-160B675DECE5}" destId="{0DEECC6A-8862-461F-84D2-379976FEF1D1}" srcOrd="0" destOrd="0" parTransId="{85D95963-4C63-4225-804D-96E259A1D932}" sibTransId="{DA820463-AF0F-4BE5-A99F-601349A76E83}"/>
    <dgm:cxn modelId="{C317A133-E353-47BE-A77F-8EF1E021C50E}" srcId="{1DE7789E-2C65-48DD-A580-6D667D6F1702}" destId="{D67BF5A8-517B-4F7F-8B85-FAD4065EC39F}" srcOrd="0" destOrd="0" parTransId="{3C7F4828-E840-4B19-8E5C-5D3562FEE6A4}" sibTransId="{95E04D53-DD20-4C88-9459-7738DADE5888}"/>
    <dgm:cxn modelId="{FB395E3E-8EC2-4631-BA1F-595A12849AF0}" type="presOf" srcId="{249A0C6C-01AC-464B-B85B-160B675DECE5}" destId="{B7BB507E-FFC0-4B45-8F63-4D8C4657106D}" srcOrd="1" destOrd="0" presId="urn:microsoft.com/office/officeart/2005/8/layout/lProcess2"/>
    <dgm:cxn modelId="{0EBB8E41-20FF-4CA4-B6D4-1BB24F3E5856}" srcId="{DFECDF60-B72E-4C01-8EA1-8D94C08483C0}" destId="{1DE7789E-2C65-48DD-A580-6D667D6F1702}" srcOrd="1" destOrd="0" parTransId="{6A31231D-B268-4C79-99DE-42A801992BE0}" sibTransId="{8EBEC746-9570-4534-983B-4063DD4A26EE}"/>
    <dgm:cxn modelId="{CEB1245B-678D-4B1B-8780-112C30FA4BB4}" type="presOf" srcId="{0DEECC6A-8862-461F-84D2-379976FEF1D1}" destId="{700877E0-568B-4A04-AFCE-B62CD3256B9D}" srcOrd="0" destOrd="0" presId="urn:microsoft.com/office/officeart/2005/8/layout/lProcess2"/>
    <dgm:cxn modelId="{F2A37F67-8F4A-4ED8-89C6-B0B926209B63}" srcId="{249A0C6C-01AC-464B-B85B-160B675DECE5}" destId="{66322495-3F9A-4799-B0D8-28594008CA5F}" srcOrd="1" destOrd="0" parTransId="{D768F8A4-A3A1-43D7-A1E7-C8743353547F}" sibTransId="{48FB1F56-295F-4AB6-9A92-E052C9A0E36D}"/>
    <dgm:cxn modelId="{4AF06273-3E2F-41DD-BFE9-187F81D4F69F}" type="presOf" srcId="{1DE7789E-2C65-48DD-A580-6D667D6F1702}" destId="{5185C3F6-E99E-4354-9EF5-3233639DCA6C}" srcOrd="0" destOrd="0" presId="urn:microsoft.com/office/officeart/2005/8/layout/lProcess2"/>
    <dgm:cxn modelId="{D522FF7E-F9D2-446E-AB99-003243A333C1}" srcId="{249A0C6C-01AC-464B-B85B-160B675DECE5}" destId="{028808F5-0DD0-42B3-83AE-CE15F8665494}" srcOrd="2" destOrd="0" parTransId="{96A68C10-DE2F-4D39-9BDB-509FE9B840E8}" sibTransId="{215F7982-16F1-4E96-9F01-F9ADB56384F6}"/>
    <dgm:cxn modelId="{9F79F585-1AFD-4AB2-8C80-754127AC9DC8}" type="presOf" srcId="{5DBC2B89-9963-4D3E-A9D8-EC110C22DE4F}" destId="{B1D634A5-70BF-4124-BA91-2D741E4B3DC8}" srcOrd="0" destOrd="0" presId="urn:microsoft.com/office/officeart/2005/8/layout/lProcess2"/>
    <dgm:cxn modelId="{DD5B5186-D99E-410D-AF9C-4D5C28BFD340}" srcId="{1DE7789E-2C65-48DD-A580-6D667D6F1702}" destId="{5DBC2B89-9963-4D3E-A9D8-EC110C22DE4F}" srcOrd="1" destOrd="0" parTransId="{9443FA0D-18CD-41EE-8536-7AF0758163C8}" sibTransId="{D46F91B5-BE87-4745-9623-E65001424EDA}"/>
    <dgm:cxn modelId="{D08E3B89-7E80-4FDA-B395-E4E4EB331D2E}" type="presOf" srcId="{D67BF5A8-517B-4F7F-8B85-FAD4065EC39F}" destId="{F97FDC0E-2935-4A66-86A6-FEFFFA0169CC}" srcOrd="0" destOrd="0" presId="urn:microsoft.com/office/officeart/2005/8/layout/lProcess2"/>
    <dgm:cxn modelId="{4BD3CC90-F271-4404-98DB-F406D1E3832B}" type="presOf" srcId="{66322495-3F9A-4799-B0D8-28594008CA5F}" destId="{8BB1188D-E50E-415D-8832-A1DB9D32640B}" srcOrd="0" destOrd="0" presId="urn:microsoft.com/office/officeart/2005/8/layout/lProcess2"/>
    <dgm:cxn modelId="{602B32CE-450E-41C4-9F8C-80E084C0E815}" type="presOf" srcId="{AD0BAF66-43DF-45E2-8B84-4C52470840A4}" destId="{35670475-07DD-4CCA-BACC-031B99FB017D}" srcOrd="0" destOrd="0" presId="urn:microsoft.com/office/officeart/2005/8/layout/lProcess2"/>
    <dgm:cxn modelId="{EFC6C1DA-8853-4B9A-B50C-31236D43B507}" type="presOf" srcId="{249A0C6C-01AC-464B-B85B-160B675DECE5}" destId="{64752528-7ED9-4F1D-98EC-5D46DD724132}" srcOrd="0" destOrd="0" presId="urn:microsoft.com/office/officeart/2005/8/layout/lProcess2"/>
    <dgm:cxn modelId="{660D7EE7-7B5A-4DF2-A357-F066743EFA28}" type="presOf" srcId="{1DE7789E-2C65-48DD-A580-6D667D6F1702}" destId="{B0C39B43-91A6-41DD-AC8E-ACBB81819A9D}" srcOrd="1" destOrd="0" presId="urn:microsoft.com/office/officeart/2005/8/layout/lProcess2"/>
    <dgm:cxn modelId="{E1BA6FEF-E960-439E-BD17-5E4F90B1CE3D}" type="presOf" srcId="{DFECDF60-B72E-4C01-8EA1-8D94C08483C0}" destId="{D1287F4A-77D3-4B99-B541-D50B52515A0D}" srcOrd="0" destOrd="0" presId="urn:microsoft.com/office/officeart/2005/8/layout/lProcess2"/>
    <dgm:cxn modelId="{5B40CDEF-8B1C-4164-B98F-B181FB04A6F6}" type="presOf" srcId="{028808F5-0DD0-42B3-83AE-CE15F8665494}" destId="{2284D6F4-88D0-4689-89D2-34F3220FD64D}" srcOrd="0" destOrd="0" presId="urn:microsoft.com/office/officeart/2005/8/layout/lProcess2"/>
    <dgm:cxn modelId="{FC9863F7-C407-4B31-9C01-2A5ABDA35D47}" srcId="{1DE7789E-2C65-48DD-A580-6D667D6F1702}" destId="{AD0BAF66-43DF-45E2-8B84-4C52470840A4}" srcOrd="2" destOrd="0" parTransId="{811A89C9-E249-4CFA-B096-EC5D2357B841}" sibTransId="{CDBA8022-5FE4-4F91-AB93-9D64426FD6EA}"/>
    <dgm:cxn modelId="{B1017316-A0E9-43AD-BE7D-9C8C166168EB}" type="presParOf" srcId="{D1287F4A-77D3-4B99-B541-D50B52515A0D}" destId="{76E49537-DF9B-4E29-BDC2-F7C6C8D42CC5}" srcOrd="0" destOrd="0" presId="urn:microsoft.com/office/officeart/2005/8/layout/lProcess2"/>
    <dgm:cxn modelId="{FEF8E29C-E52E-40FE-8AFE-309A82D29F03}" type="presParOf" srcId="{76E49537-DF9B-4E29-BDC2-F7C6C8D42CC5}" destId="{64752528-7ED9-4F1D-98EC-5D46DD724132}" srcOrd="0" destOrd="0" presId="urn:microsoft.com/office/officeart/2005/8/layout/lProcess2"/>
    <dgm:cxn modelId="{A312716E-78BB-42D2-A392-1FE053FC1C51}" type="presParOf" srcId="{76E49537-DF9B-4E29-BDC2-F7C6C8D42CC5}" destId="{B7BB507E-FFC0-4B45-8F63-4D8C4657106D}" srcOrd="1" destOrd="0" presId="urn:microsoft.com/office/officeart/2005/8/layout/lProcess2"/>
    <dgm:cxn modelId="{5736B6FF-F524-429D-B590-5899A572BEFE}" type="presParOf" srcId="{76E49537-DF9B-4E29-BDC2-F7C6C8D42CC5}" destId="{4C4A9A2F-6417-4987-A4AA-6507B9309AE0}" srcOrd="2" destOrd="0" presId="urn:microsoft.com/office/officeart/2005/8/layout/lProcess2"/>
    <dgm:cxn modelId="{CC6F3BD0-9D9D-4054-95DC-B69A1878E87A}" type="presParOf" srcId="{4C4A9A2F-6417-4987-A4AA-6507B9309AE0}" destId="{4B023823-E2E2-4C99-A59E-0FE5AD910C18}" srcOrd="0" destOrd="0" presId="urn:microsoft.com/office/officeart/2005/8/layout/lProcess2"/>
    <dgm:cxn modelId="{1E1DB5C7-24F1-4188-9D63-6395F13EEA89}" type="presParOf" srcId="{4B023823-E2E2-4C99-A59E-0FE5AD910C18}" destId="{700877E0-568B-4A04-AFCE-B62CD3256B9D}" srcOrd="0" destOrd="0" presId="urn:microsoft.com/office/officeart/2005/8/layout/lProcess2"/>
    <dgm:cxn modelId="{FB4CF03D-C7E3-4316-A8EB-94F5E22F492E}" type="presParOf" srcId="{4B023823-E2E2-4C99-A59E-0FE5AD910C18}" destId="{38C2FB96-29ED-436B-AB0D-67920C038A34}" srcOrd="1" destOrd="0" presId="urn:microsoft.com/office/officeart/2005/8/layout/lProcess2"/>
    <dgm:cxn modelId="{B0A9FD92-7208-4638-9806-ED1B0BDA3683}" type="presParOf" srcId="{4B023823-E2E2-4C99-A59E-0FE5AD910C18}" destId="{8BB1188D-E50E-415D-8832-A1DB9D32640B}" srcOrd="2" destOrd="0" presId="urn:microsoft.com/office/officeart/2005/8/layout/lProcess2"/>
    <dgm:cxn modelId="{9681ADE6-3B9D-4F13-BD41-09D9D6C5CF0E}" type="presParOf" srcId="{4B023823-E2E2-4C99-A59E-0FE5AD910C18}" destId="{0CD67975-DE24-4A2C-838B-CD591331AC5F}" srcOrd="3" destOrd="0" presId="urn:microsoft.com/office/officeart/2005/8/layout/lProcess2"/>
    <dgm:cxn modelId="{D1AE9E29-56E6-4ED9-B47A-F42C25F2BA93}" type="presParOf" srcId="{4B023823-E2E2-4C99-A59E-0FE5AD910C18}" destId="{2284D6F4-88D0-4689-89D2-34F3220FD64D}" srcOrd="4" destOrd="0" presId="urn:microsoft.com/office/officeart/2005/8/layout/lProcess2"/>
    <dgm:cxn modelId="{DB409654-EA7D-47BC-A257-012A1E351AD3}" type="presParOf" srcId="{D1287F4A-77D3-4B99-B541-D50B52515A0D}" destId="{72F93770-A77C-4216-AF5F-493D1A27C178}" srcOrd="1" destOrd="0" presId="urn:microsoft.com/office/officeart/2005/8/layout/lProcess2"/>
    <dgm:cxn modelId="{AC530260-AA9D-4BCC-AB9E-710FD776A4BB}" type="presParOf" srcId="{D1287F4A-77D3-4B99-B541-D50B52515A0D}" destId="{AC778A67-445A-4FE6-8A4C-7D5D58FBB5ED}" srcOrd="2" destOrd="0" presId="urn:microsoft.com/office/officeart/2005/8/layout/lProcess2"/>
    <dgm:cxn modelId="{1B0C9D90-A2D7-4BA6-B777-3C3BE3EB9EC5}" type="presParOf" srcId="{AC778A67-445A-4FE6-8A4C-7D5D58FBB5ED}" destId="{5185C3F6-E99E-4354-9EF5-3233639DCA6C}" srcOrd="0" destOrd="0" presId="urn:microsoft.com/office/officeart/2005/8/layout/lProcess2"/>
    <dgm:cxn modelId="{C3300863-3958-4A69-A955-9EE51B0E4AF3}" type="presParOf" srcId="{AC778A67-445A-4FE6-8A4C-7D5D58FBB5ED}" destId="{B0C39B43-91A6-41DD-AC8E-ACBB81819A9D}" srcOrd="1" destOrd="0" presId="urn:microsoft.com/office/officeart/2005/8/layout/lProcess2"/>
    <dgm:cxn modelId="{9129A64E-422C-4B4D-96DE-D890080B8776}" type="presParOf" srcId="{AC778A67-445A-4FE6-8A4C-7D5D58FBB5ED}" destId="{27077765-0F3D-41FD-8F2E-1A47AD34865F}" srcOrd="2" destOrd="0" presId="urn:microsoft.com/office/officeart/2005/8/layout/lProcess2"/>
    <dgm:cxn modelId="{8EA8E053-B58F-4A35-9B7C-C97BC328D137}" type="presParOf" srcId="{27077765-0F3D-41FD-8F2E-1A47AD34865F}" destId="{D188D131-C6A5-44CF-886D-2F5CA9A5152E}" srcOrd="0" destOrd="0" presId="urn:microsoft.com/office/officeart/2005/8/layout/lProcess2"/>
    <dgm:cxn modelId="{FAF9793A-9DC8-4BAD-BA96-B0AC5403C6E8}" type="presParOf" srcId="{D188D131-C6A5-44CF-886D-2F5CA9A5152E}" destId="{F97FDC0E-2935-4A66-86A6-FEFFFA0169CC}" srcOrd="0" destOrd="0" presId="urn:microsoft.com/office/officeart/2005/8/layout/lProcess2"/>
    <dgm:cxn modelId="{D271C882-E034-4D3C-9588-D22AE625AB1F}" type="presParOf" srcId="{D188D131-C6A5-44CF-886D-2F5CA9A5152E}" destId="{0EE81917-366B-402C-994E-0F745F6F09C9}" srcOrd="1" destOrd="0" presId="urn:microsoft.com/office/officeart/2005/8/layout/lProcess2"/>
    <dgm:cxn modelId="{18FF1F79-30A4-4B4E-AB2F-66382F562E9C}" type="presParOf" srcId="{D188D131-C6A5-44CF-886D-2F5CA9A5152E}" destId="{B1D634A5-70BF-4124-BA91-2D741E4B3DC8}" srcOrd="2" destOrd="0" presId="urn:microsoft.com/office/officeart/2005/8/layout/lProcess2"/>
    <dgm:cxn modelId="{708E046A-C940-408F-B8F8-B63AB61E8412}" type="presParOf" srcId="{D188D131-C6A5-44CF-886D-2F5CA9A5152E}" destId="{A5D5FCF1-2433-42BB-8006-CF6397F43CEE}" srcOrd="3" destOrd="0" presId="urn:microsoft.com/office/officeart/2005/8/layout/lProcess2"/>
    <dgm:cxn modelId="{2B4D945D-63EF-4D8A-996C-81F245351D75}" type="presParOf" srcId="{D188D131-C6A5-44CF-886D-2F5CA9A5152E}" destId="{35670475-07DD-4CCA-BACC-031B99FB017D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FC83825-4666-4268-B1CE-CD4A32BE5DC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7C6747FF-608D-46DE-98E2-A3B65DD6285C}">
      <dgm:prSet/>
      <dgm:spPr/>
      <dgm:t>
        <a:bodyPr/>
        <a:lstStyle/>
        <a:p>
          <a:r>
            <a:rPr lang="en-GB" dirty="0">
              <a:solidFill>
                <a:schemeClr val="tx1">
                  <a:lumMod val="85000"/>
                  <a:lumOff val="15000"/>
                </a:schemeClr>
              </a:solidFill>
            </a:rPr>
            <a:t>Topology change </a:t>
          </a:r>
          <a:endParaRPr lang="en-AU" dirty="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7F6E57AC-005F-4D41-9359-56D56C7AF89B}" type="parTrans" cxnId="{EDD80FF3-E26C-4FCF-AD3F-87EDA1966871}">
      <dgm:prSet/>
      <dgm:spPr/>
      <dgm:t>
        <a:bodyPr/>
        <a:lstStyle/>
        <a:p>
          <a:endParaRPr lang="en-AU"/>
        </a:p>
      </dgm:t>
    </dgm:pt>
    <dgm:pt modelId="{0DFB7E71-498E-4CD5-A8BD-9C308AB060D3}" type="sibTrans" cxnId="{EDD80FF3-E26C-4FCF-AD3F-87EDA1966871}">
      <dgm:prSet/>
      <dgm:spPr/>
      <dgm:t>
        <a:bodyPr/>
        <a:lstStyle/>
        <a:p>
          <a:endParaRPr lang="en-AU"/>
        </a:p>
      </dgm:t>
    </dgm:pt>
    <dgm:pt modelId="{18891E5A-5921-47AB-B88A-3BE0A2EA6ADE}">
      <dgm:prSet/>
      <dgm:spPr/>
      <dgm:t>
        <a:bodyPr/>
        <a:lstStyle/>
        <a:p>
          <a:r>
            <a:rPr lang="en-GB"/>
            <a:t>Link or node failure </a:t>
          </a:r>
          <a:endParaRPr lang="en-AU"/>
        </a:p>
      </dgm:t>
    </dgm:pt>
    <dgm:pt modelId="{46F556DB-8D94-4E5A-A300-680BC73E0390}" type="parTrans" cxnId="{B7941AF4-DE48-4A88-A5D0-D8B65A416151}">
      <dgm:prSet/>
      <dgm:spPr/>
      <dgm:t>
        <a:bodyPr/>
        <a:lstStyle/>
        <a:p>
          <a:endParaRPr lang="en-AU"/>
        </a:p>
      </dgm:t>
    </dgm:pt>
    <dgm:pt modelId="{80DF8BA9-B3FF-408B-8E06-C8CE8D230134}" type="sibTrans" cxnId="{B7941AF4-DE48-4A88-A5D0-D8B65A416151}">
      <dgm:prSet/>
      <dgm:spPr/>
      <dgm:t>
        <a:bodyPr/>
        <a:lstStyle/>
        <a:p>
          <a:endParaRPr lang="en-AU"/>
        </a:p>
      </dgm:t>
    </dgm:pt>
    <dgm:pt modelId="{0721699D-4DC0-40CC-BE87-5D0599A230EC}">
      <dgm:prSet/>
      <dgm:spPr/>
      <dgm:t>
        <a:bodyPr/>
        <a:lstStyle/>
        <a:p>
          <a:r>
            <a:rPr lang="en-GB"/>
            <a:t>Link or node recovery </a:t>
          </a:r>
          <a:endParaRPr lang="en-AU"/>
        </a:p>
      </dgm:t>
    </dgm:pt>
    <dgm:pt modelId="{82BBC3D2-C303-46B2-9C4A-E908F2BEC3E3}" type="parTrans" cxnId="{47AF25A1-017E-4604-AEBE-6B4A0DB720E8}">
      <dgm:prSet/>
      <dgm:spPr/>
      <dgm:t>
        <a:bodyPr/>
        <a:lstStyle/>
        <a:p>
          <a:endParaRPr lang="en-AU"/>
        </a:p>
      </dgm:t>
    </dgm:pt>
    <dgm:pt modelId="{97BA5449-11D3-4D6A-B895-BD87BBB5CD2F}" type="sibTrans" cxnId="{47AF25A1-017E-4604-AEBE-6B4A0DB720E8}">
      <dgm:prSet/>
      <dgm:spPr/>
      <dgm:t>
        <a:bodyPr/>
        <a:lstStyle/>
        <a:p>
          <a:endParaRPr lang="en-AU"/>
        </a:p>
      </dgm:t>
    </dgm:pt>
    <dgm:pt modelId="{ABB7C8B9-22E2-44F7-8B0C-86BE5745A011}">
      <dgm:prSet/>
      <dgm:spPr/>
      <dgm:t>
        <a:bodyPr/>
        <a:lstStyle/>
        <a:p>
          <a:r>
            <a:rPr lang="en-GB" dirty="0">
              <a:solidFill>
                <a:schemeClr val="tx1">
                  <a:lumMod val="85000"/>
                  <a:lumOff val="15000"/>
                </a:schemeClr>
              </a:solidFill>
            </a:rPr>
            <a:t>Configuration change </a:t>
          </a:r>
          <a:endParaRPr lang="en-AU" dirty="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C0B74FA3-44A3-466D-BA4B-C48D995E62BA}" type="parTrans" cxnId="{A191B01C-702B-446E-995C-5C069BD4810E}">
      <dgm:prSet/>
      <dgm:spPr/>
      <dgm:t>
        <a:bodyPr/>
        <a:lstStyle/>
        <a:p>
          <a:endParaRPr lang="en-AU"/>
        </a:p>
      </dgm:t>
    </dgm:pt>
    <dgm:pt modelId="{FD1760CE-D764-473A-B9B2-041A91496770}" type="sibTrans" cxnId="{A191B01C-702B-446E-995C-5C069BD4810E}">
      <dgm:prSet/>
      <dgm:spPr/>
      <dgm:t>
        <a:bodyPr/>
        <a:lstStyle/>
        <a:p>
          <a:endParaRPr lang="en-AU"/>
        </a:p>
      </dgm:t>
    </dgm:pt>
    <dgm:pt modelId="{9B191048-4FA2-44F0-B590-892DCBD28FAD}">
      <dgm:prSet/>
      <dgm:spPr/>
      <dgm:t>
        <a:bodyPr/>
        <a:lstStyle/>
        <a:p>
          <a:r>
            <a:rPr lang="en-GB"/>
            <a:t>Link cost change </a:t>
          </a:r>
          <a:endParaRPr lang="en-AU"/>
        </a:p>
      </dgm:t>
    </dgm:pt>
    <dgm:pt modelId="{C54B3B37-3132-49DF-A60A-E6B7A3F5AC7E}" type="parTrans" cxnId="{C80156FB-3C0C-4028-8796-9692326F6C99}">
      <dgm:prSet/>
      <dgm:spPr/>
      <dgm:t>
        <a:bodyPr/>
        <a:lstStyle/>
        <a:p>
          <a:endParaRPr lang="en-AU"/>
        </a:p>
      </dgm:t>
    </dgm:pt>
    <dgm:pt modelId="{00F822C4-5C71-4DD0-BDA0-CF08CF6F0745}" type="sibTrans" cxnId="{C80156FB-3C0C-4028-8796-9692326F6C99}">
      <dgm:prSet/>
      <dgm:spPr/>
      <dgm:t>
        <a:bodyPr/>
        <a:lstStyle/>
        <a:p>
          <a:endParaRPr lang="en-AU"/>
        </a:p>
      </dgm:t>
    </dgm:pt>
    <dgm:pt modelId="{17B9E818-709A-4138-9173-45975F8DF841}">
      <dgm:prSet/>
      <dgm:spPr/>
      <dgm:t>
        <a:bodyPr/>
        <a:lstStyle/>
        <a:p>
          <a:r>
            <a:rPr lang="en-GB" dirty="0">
              <a:solidFill>
                <a:schemeClr val="tx1">
                  <a:lumMod val="85000"/>
                  <a:lumOff val="15000"/>
                </a:schemeClr>
              </a:solidFill>
            </a:rPr>
            <a:t>Periodically </a:t>
          </a:r>
          <a:endParaRPr lang="en-AU" dirty="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828E9701-0292-42D8-AFE6-1D9F02732CAB}" type="parTrans" cxnId="{762CCAC3-ABE8-40D3-BDD2-69DA4BB89045}">
      <dgm:prSet/>
      <dgm:spPr/>
      <dgm:t>
        <a:bodyPr/>
        <a:lstStyle/>
        <a:p>
          <a:endParaRPr lang="en-AU"/>
        </a:p>
      </dgm:t>
    </dgm:pt>
    <dgm:pt modelId="{760B081E-CDE9-4C0D-87A0-66B3310A67D1}" type="sibTrans" cxnId="{762CCAC3-ABE8-40D3-BDD2-69DA4BB89045}">
      <dgm:prSet/>
      <dgm:spPr/>
      <dgm:t>
        <a:bodyPr/>
        <a:lstStyle/>
        <a:p>
          <a:endParaRPr lang="en-AU"/>
        </a:p>
      </dgm:t>
    </dgm:pt>
    <dgm:pt modelId="{94EAE39C-E553-40DD-B9A4-F578740BC248}">
      <dgm:prSet/>
      <dgm:spPr/>
      <dgm:t>
        <a:bodyPr/>
        <a:lstStyle/>
        <a:p>
          <a:r>
            <a:rPr lang="en-GB" dirty="0"/>
            <a:t>Typically, 30 minutes </a:t>
          </a:r>
          <a:endParaRPr lang="en-AU" dirty="0"/>
        </a:p>
      </dgm:t>
    </dgm:pt>
    <dgm:pt modelId="{154601EB-670B-487D-B1FD-2C68C6917F93}" type="parTrans" cxnId="{0A99652E-382E-4D36-9220-FBC061E0A4A8}">
      <dgm:prSet/>
      <dgm:spPr/>
      <dgm:t>
        <a:bodyPr/>
        <a:lstStyle/>
        <a:p>
          <a:endParaRPr lang="en-AU"/>
        </a:p>
      </dgm:t>
    </dgm:pt>
    <dgm:pt modelId="{88E17C39-D5B0-4718-AAF1-DBC739C274F0}" type="sibTrans" cxnId="{0A99652E-382E-4D36-9220-FBC061E0A4A8}">
      <dgm:prSet/>
      <dgm:spPr/>
      <dgm:t>
        <a:bodyPr/>
        <a:lstStyle/>
        <a:p>
          <a:endParaRPr lang="en-AU"/>
        </a:p>
      </dgm:t>
    </dgm:pt>
    <dgm:pt modelId="{3ED7CD48-3117-49C4-9DB6-0B439DB65CE4}">
      <dgm:prSet/>
      <dgm:spPr/>
      <dgm:t>
        <a:bodyPr/>
        <a:lstStyle/>
        <a:p>
          <a:r>
            <a:rPr lang="en-GB" dirty="0"/>
            <a:t>Corrects for possible corruption of the data</a:t>
          </a:r>
          <a:endParaRPr lang="en-AU" dirty="0"/>
        </a:p>
      </dgm:t>
    </dgm:pt>
    <dgm:pt modelId="{39C2EB52-E3B6-4C0E-A3A5-F3BAC169D730}" type="parTrans" cxnId="{A0395E0C-7C22-4AB0-87C7-DF075C56385A}">
      <dgm:prSet/>
      <dgm:spPr/>
      <dgm:t>
        <a:bodyPr/>
        <a:lstStyle/>
        <a:p>
          <a:endParaRPr lang="en-AU"/>
        </a:p>
      </dgm:t>
    </dgm:pt>
    <dgm:pt modelId="{C3F6EFC4-BB66-410D-9262-F226F0CDDFDE}" type="sibTrans" cxnId="{A0395E0C-7C22-4AB0-87C7-DF075C56385A}">
      <dgm:prSet/>
      <dgm:spPr/>
      <dgm:t>
        <a:bodyPr/>
        <a:lstStyle/>
        <a:p>
          <a:endParaRPr lang="en-AU"/>
        </a:p>
      </dgm:t>
    </dgm:pt>
    <dgm:pt modelId="{2236F09A-46FA-46E1-9374-D1E15896A355}" type="pres">
      <dgm:prSet presAssocID="{5FC83825-4666-4268-B1CE-CD4A32BE5DC5}" presName="linear" presStyleCnt="0">
        <dgm:presLayoutVars>
          <dgm:animLvl val="lvl"/>
          <dgm:resizeHandles val="exact"/>
        </dgm:presLayoutVars>
      </dgm:prSet>
      <dgm:spPr/>
    </dgm:pt>
    <dgm:pt modelId="{C0B16AE9-1FC5-4593-8198-47886E2DD503}" type="pres">
      <dgm:prSet presAssocID="{7C6747FF-608D-46DE-98E2-A3B65DD6285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295FF5A-EB93-4FC3-8B0C-C8EFBEE92D30}" type="pres">
      <dgm:prSet presAssocID="{7C6747FF-608D-46DE-98E2-A3B65DD6285C}" presName="childText" presStyleLbl="revTx" presStyleIdx="0" presStyleCnt="3">
        <dgm:presLayoutVars>
          <dgm:bulletEnabled val="1"/>
        </dgm:presLayoutVars>
      </dgm:prSet>
      <dgm:spPr/>
    </dgm:pt>
    <dgm:pt modelId="{1BAEFEB0-D976-4A0D-B598-CDC8710C87A7}" type="pres">
      <dgm:prSet presAssocID="{ABB7C8B9-22E2-44F7-8B0C-86BE5745A01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842AE87-BA39-44B3-9D00-C7C096FE1DC2}" type="pres">
      <dgm:prSet presAssocID="{ABB7C8B9-22E2-44F7-8B0C-86BE5745A011}" presName="childText" presStyleLbl="revTx" presStyleIdx="1" presStyleCnt="3">
        <dgm:presLayoutVars>
          <dgm:bulletEnabled val="1"/>
        </dgm:presLayoutVars>
      </dgm:prSet>
      <dgm:spPr/>
    </dgm:pt>
    <dgm:pt modelId="{5673BD5A-6B95-413F-9C2B-122AED132AB0}" type="pres">
      <dgm:prSet presAssocID="{17B9E818-709A-4138-9173-45975F8DF84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46C0215-0209-4783-AA87-0D5B947C90ED}" type="pres">
      <dgm:prSet presAssocID="{17B9E818-709A-4138-9173-45975F8DF841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A0395E0C-7C22-4AB0-87C7-DF075C56385A}" srcId="{17B9E818-709A-4138-9173-45975F8DF841}" destId="{3ED7CD48-3117-49C4-9DB6-0B439DB65CE4}" srcOrd="1" destOrd="0" parTransId="{39C2EB52-E3B6-4C0E-A3A5-F3BAC169D730}" sibTransId="{C3F6EFC4-BB66-410D-9262-F226F0CDDFDE}"/>
    <dgm:cxn modelId="{A191B01C-702B-446E-995C-5C069BD4810E}" srcId="{5FC83825-4666-4268-B1CE-CD4A32BE5DC5}" destId="{ABB7C8B9-22E2-44F7-8B0C-86BE5745A011}" srcOrd="1" destOrd="0" parTransId="{C0B74FA3-44A3-466D-BA4B-C48D995E62BA}" sibTransId="{FD1760CE-D764-473A-B9B2-041A91496770}"/>
    <dgm:cxn modelId="{0A99652E-382E-4D36-9220-FBC061E0A4A8}" srcId="{17B9E818-709A-4138-9173-45975F8DF841}" destId="{94EAE39C-E553-40DD-B9A4-F578740BC248}" srcOrd="0" destOrd="0" parTransId="{154601EB-670B-487D-B1FD-2C68C6917F93}" sibTransId="{88E17C39-D5B0-4718-AAF1-DBC739C274F0}"/>
    <dgm:cxn modelId="{02CBF52F-D0F1-4930-B733-631C51BF2002}" type="presOf" srcId="{5FC83825-4666-4268-B1CE-CD4A32BE5DC5}" destId="{2236F09A-46FA-46E1-9374-D1E15896A355}" srcOrd="0" destOrd="0" presId="urn:microsoft.com/office/officeart/2005/8/layout/vList2"/>
    <dgm:cxn modelId="{2FB7AC3F-F6BF-45DD-B568-6F106077D828}" type="presOf" srcId="{94EAE39C-E553-40DD-B9A4-F578740BC248}" destId="{546C0215-0209-4783-AA87-0D5B947C90ED}" srcOrd="0" destOrd="0" presId="urn:microsoft.com/office/officeart/2005/8/layout/vList2"/>
    <dgm:cxn modelId="{69DCED53-299D-46E5-A5E8-CD3CF86296CA}" type="presOf" srcId="{0721699D-4DC0-40CC-BE87-5D0599A230EC}" destId="{8295FF5A-EB93-4FC3-8B0C-C8EFBEE92D30}" srcOrd="0" destOrd="1" presId="urn:microsoft.com/office/officeart/2005/8/layout/vList2"/>
    <dgm:cxn modelId="{9D3E1499-E702-4D1C-A279-DC7833166ED4}" type="presOf" srcId="{ABB7C8B9-22E2-44F7-8B0C-86BE5745A011}" destId="{1BAEFEB0-D976-4A0D-B598-CDC8710C87A7}" srcOrd="0" destOrd="0" presId="urn:microsoft.com/office/officeart/2005/8/layout/vList2"/>
    <dgm:cxn modelId="{EC07C39A-7D97-455B-8E5A-002F35009BD9}" type="presOf" srcId="{18891E5A-5921-47AB-B88A-3BE0A2EA6ADE}" destId="{8295FF5A-EB93-4FC3-8B0C-C8EFBEE92D30}" srcOrd="0" destOrd="0" presId="urn:microsoft.com/office/officeart/2005/8/layout/vList2"/>
    <dgm:cxn modelId="{A4B1CE9A-63F2-4232-9756-8EE733420166}" type="presOf" srcId="{7C6747FF-608D-46DE-98E2-A3B65DD6285C}" destId="{C0B16AE9-1FC5-4593-8198-47886E2DD503}" srcOrd="0" destOrd="0" presId="urn:microsoft.com/office/officeart/2005/8/layout/vList2"/>
    <dgm:cxn modelId="{47AF25A1-017E-4604-AEBE-6B4A0DB720E8}" srcId="{7C6747FF-608D-46DE-98E2-A3B65DD6285C}" destId="{0721699D-4DC0-40CC-BE87-5D0599A230EC}" srcOrd="1" destOrd="0" parTransId="{82BBC3D2-C303-46B2-9C4A-E908F2BEC3E3}" sibTransId="{97BA5449-11D3-4D6A-B895-BD87BBB5CD2F}"/>
    <dgm:cxn modelId="{134E55A8-4380-4AC5-92D5-EC18E48B29BE}" type="presOf" srcId="{17B9E818-709A-4138-9173-45975F8DF841}" destId="{5673BD5A-6B95-413F-9C2B-122AED132AB0}" srcOrd="0" destOrd="0" presId="urn:microsoft.com/office/officeart/2005/8/layout/vList2"/>
    <dgm:cxn modelId="{5D00EFB2-8425-4885-BA1A-D4D33C205ABD}" type="presOf" srcId="{9B191048-4FA2-44F0-B590-892DCBD28FAD}" destId="{9842AE87-BA39-44B3-9D00-C7C096FE1DC2}" srcOrd="0" destOrd="0" presId="urn:microsoft.com/office/officeart/2005/8/layout/vList2"/>
    <dgm:cxn modelId="{762CCAC3-ABE8-40D3-BDD2-69DA4BB89045}" srcId="{5FC83825-4666-4268-B1CE-CD4A32BE5DC5}" destId="{17B9E818-709A-4138-9173-45975F8DF841}" srcOrd="2" destOrd="0" parTransId="{828E9701-0292-42D8-AFE6-1D9F02732CAB}" sibTransId="{760B081E-CDE9-4C0D-87A0-66B3310A67D1}"/>
    <dgm:cxn modelId="{2B3206D2-93A5-42CF-B38A-295340685C24}" type="presOf" srcId="{3ED7CD48-3117-49C4-9DB6-0B439DB65CE4}" destId="{546C0215-0209-4783-AA87-0D5B947C90ED}" srcOrd="0" destOrd="1" presId="urn:microsoft.com/office/officeart/2005/8/layout/vList2"/>
    <dgm:cxn modelId="{EDD80FF3-E26C-4FCF-AD3F-87EDA1966871}" srcId="{5FC83825-4666-4268-B1CE-CD4A32BE5DC5}" destId="{7C6747FF-608D-46DE-98E2-A3B65DD6285C}" srcOrd="0" destOrd="0" parTransId="{7F6E57AC-005F-4D41-9359-56D56C7AF89B}" sibTransId="{0DFB7E71-498E-4CD5-A8BD-9C308AB060D3}"/>
    <dgm:cxn modelId="{B7941AF4-DE48-4A88-A5D0-D8B65A416151}" srcId="{7C6747FF-608D-46DE-98E2-A3B65DD6285C}" destId="{18891E5A-5921-47AB-B88A-3BE0A2EA6ADE}" srcOrd="0" destOrd="0" parTransId="{46F556DB-8D94-4E5A-A300-680BC73E0390}" sibTransId="{80DF8BA9-B3FF-408B-8E06-C8CE8D230134}"/>
    <dgm:cxn modelId="{C80156FB-3C0C-4028-8796-9692326F6C99}" srcId="{ABB7C8B9-22E2-44F7-8B0C-86BE5745A011}" destId="{9B191048-4FA2-44F0-B590-892DCBD28FAD}" srcOrd="0" destOrd="0" parTransId="{C54B3B37-3132-49DF-A60A-E6B7A3F5AC7E}" sibTransId="{00F822C4-5C71-4DD0-BDA0-CF08CF6F0745}"/>
    <dgm:cxn modelId="{7E9877AA-8F83-43CC-BE03-6C6609CB66A0}" type="presParOf" srcId="{2236F09A-46FA-46E1-9374-D1E15896A355}" destId="{C0B16AE9-1FC5-4593-8198-47886E2DD503}" srcOrd="0" destOrd="0" presId="urn:microsoft.com/office/officeart/2005/8/layout/vList2"/>
    <dgm:cxn modelId="{7F734657-E64A-4CCC-95D5-9449C769A039}" type="presParOf" srcId="{2236F09A-46FA-46E1-9374-D1E15896A355}" destId="{8295FF5A-EB93-4FC3-8B0C-C8EFBEE92D30}" srcOrd="1" destOrd="0" presId="urn:microsoft.com/office/officeart/2005/8/layout/vList2"/>
    <dgm:cxn modelId="{2AD0637C-2BB2-4C34-85B5-0E1A23114AB1}" type="presParOf" srcId="{2236F09A-46FA-46E1-9374-D1E15896A355}" destId="{1BAEFEB0-D976-4A0D-B598-CDC8710C87A7}" srcOrd="2" destOrd="0" presId="urn:microsoft.com/office/officeart/2005/8/layout/vList2"/>
    <dgm:cxn modelId="{EEF80969-4C46-4504-BA6C-D081B07715D7}" type="presParOf" srcId="{2236F09A-46FA-46E1-9374-D1E15896A355}" destId="{9842AE87-BA39-44B3-9D00-C7C096FE1DC2}" srcOrd="3" destOrd="0" presId="urn:microsoft.com/office/officeart/2005/8/layout/vList2"/>
    <dgm:cxn modelId="{0D8BFD66-F58B-4202-A106-42C36190552C}" type="presParOf" srcId="{2236F09A-46FA-46E1-9374-D1E15896A355}" destId="{5673BD5A-6B95-413F-9C2B-122AED132AB0}" srcOrd="4" destOrd="0" presId="urn:microsoft.com/office/officeart/2005/8/layout/vList2"/>
    <dgm:cxn modelId="{984AC31A-B211-47E2-9472-9CEC12A561D8}" type="presParOf" srcId="{2236F09A-46FA-46E1-9374-D1E15896A355}" destId="{546C0215-0209-4783-AA87-0D5B947C90ED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0934C09-9809-47CA-BDA6-2B902AABC020}" type="doc">
      <dgm:prSet loTypeId="urn:microsoft.com/office/officeart/2011/layout/Tab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Z"/>
        </a:p>
      </dgm:t>
    </dgm:pt>
    <dgm:pt modelId="{CEF88B96-139E-4EE2-B272-343804403999}">
      <dgm:prSet/>
      <dgm:spPr/>
      <dgm:t>
        <a:bodyPr/>
        <a:lstStyle/>
        <a:p>
          <a:r>
            <a:rPr lang="en-US" u="sng" dirty="0">
              <a:solidFill>
                <a:schemeClr val="tx1"/>
              </a:solidFill>
            </a:rPr>
            <a:t>LS</a:t>
          </a:r>
          <a:r>
            <a:rPr lang="en-US" dirty="0">
              <a:solidFill>
                <a:schemeClr val="tx1"/>
              </a:solidFill>
            </a:rPr>
            <a:t> </a:t>
          </a:r>
          <a:endParaRPr lang="en-NZ" dirty="0">
            <a:solidFill>
              <a:schemeClr val="tx1"/>
            </a:solidFill>
          </a:endParaRPr>
        </a:p>
      </dgm:t>
    </dgm:pt>
    <dgm:pt modelId="{8F987ED2-6211-45EF-8B0D-F690C423F9CE}" type="parTrans" cxnId="{45B6C23A-4F67-4DA5-9155-5970CB4101CE}">
      <dgm:prSet/>
      <dgm:spPr/>
      <dgm:t>
        <a:bodyPr/>
        <a:lstStyle/>
        <a:p>
          <a:endParaRPr lang="en-NZ"/>
        </a:p>
      </dgm:t>
    </dgm:pt>
    <dgm:pt modelId="{25DD4089-958C-411E-B514-29E07E3FB832}" type="sibTrans" cxnId="{45B6C23A-4F67-4DA5-9155-5970CB4101CE}">
      <dgm:prSet/>
      <dgm:spPr/>
      <dgm:t>
        <a:bodyPr/>
        <a:lstStyle/>
        <a:p>
          <a:endParaRPr lang="en-NZ"/>
        </a:p>
      </dgm:t>
    </dgm:pt>
    <dgm:pt modelId="{3F68A5BE-E3C1-41C6-9EC6-980144CC5C2C}">
      <dgm:prSet/>
      <dgm:spPr/>
      <dgm:t>
        <a:bodyPr/>
        <a:lstStyle/>
        <a:p>
          <a:r>
            <a:rPr lang="en-US" dirty="0"/>
            <a:t>a </a:t>
          </a:r>
          <a:r>
            <a:rPr lang="en-US" b="1" dirty="0"/>
            <a:t>global </a:t>
          </a:r>
          <a:r>
            <a:rPr lang="en-US" b="0" dirty="0"/>
            <a:t>routing algorithm </a:t>
          </a:r>
          <a:endParaRPr lang="en-NZ" b="0" dirty="0"/>
        </a:p>
      </dgm:t>
    </dgm:pt>
    <dgm:pt modelId="{3F2D300E-3652-4F43-88FD-994B4538F38F}" type="parTrans" cxnId="{319E1525-9266-4EA4-841C-986C1A62BFE1}">
      <dgm:prSet/>
      <dgm:spPr/>
      <dgm:t>
        <a:bodyPr/>
        <a:lstStyle/>
        <a:p>
          <a:endParaRPr lang="en-NZ"/>
        </a:p>
      </dgm:t>
    </dgm:pt>
    <dgm:pt modelId="{7544CE6B-E815-4FDD-8CA5-828B94C9890C}" type="sibTrans" cxnId="{319E1525-9266-4EA4-841C-986C1A62BFE1}">
      <dgm:prSet/>
      <dgm:spPr/>
      <dgm:t>
        <a:bodyPr/>
        <a:lstStyle/>
        <a:p>
          <a:endParaRPr lang="en-NZ"/>
        </a:p>
      </dgm:t>
    </dgm:pt>
    <dgm:pt modelId="{DC193A47-A91E-4313-A680-C51482703C2C}">
      <dgm:prSet/>
      <dgm:spPr/>
      <dgm:t>
        <a:bodyPr/>
        <a:lstStyle/>
        <a:p>
          <a:r>
            <a:rPr lang="en-US"/>
            <a:t>compute the least-cost path between a source and destination using complete and global knowledge about the network</a:t>
          </a:r>
          <a:endParaRPr lang="en-NZ"/>
        </a:p>
      </dgm:t>
    </dgm:pt>
    <dgm:pt modelId="{8E177777-2E2A-4685-BA21-E130C5786059}" type="parTrans" cxnId="{B2AFB2C6-2EC9-4CFB-B4ED-B5F4CEA674ED}">
      <dgm:prSet/>
      <dgm:spPr/>
      <dgm:t>
        <a:bodyPr/>
        <a:lstStyle/>
        <a:p>
          <a:endParaRPr lang="en-NZ"/>
        </a:p>
      </dgm:t>
    </dgm:pt>
    <dgm:pt modelId="{C0A1BC8F-0693-4FBC-8542-7BF743644334}" type="sibTrans" cxnId="{B2AFB2C6-2EC9-4CFB-B4ED-B5F4CEA674ED}">
      <dgm:prSet/>
      <dgm:spPr/>
      <dgm:t>
        <a:bodyPr/>
        <a:lstStyle/>
        <a:p>
          <a:endParaRPr lang="en-NZ"/>
        </a:p>
      </dgm:t>
    </dgm:pt>
    <dgm:pt modelId="{245ECEEC-D361-4BE7-8AE6-297F2B61E965}">
      <dgm:prSet/>
      <dgm:spPr/>
      <dgm:t>
        <a:bodyPr/>
        <a:lstStyle/>
        <a:p>
          <a:r>
            <a:rPr lang="en-US" u="sng" dirty="0">
              <a:solidFill>
                <a:schemeClr val="tx1"/>
              </a:solidFill>
            </a:rPr>
            <a:t>DV</a:t>
          </a:r>
          <a:endParaRPr lang="en-NZ" dirty="0">
            <a:solidFill>
              <a:schemeClr val="tx1"/>
            </a:solidFill>
          </a:endParaRPr>
        </a:p>
      </dgm:t>
    </dgm:pt>
    <dgm:pt modelId="{46881826-7C0D-4530-B8C7-D30C9E3F281C}" type="parTrans" cxnId="{10E61698-E7A9-4CCE-AC01-D3147F07624C}">
      <dgm:prSet/>
      <dgm:spPr/>
      <dgm:t>
        <a:bodyPr/>
        <a:lstStyle/>
        <a:p>
          <a:endParaRPr lang="en-NZ"/>
        </a:p>
      </dgm:t>
    </dgm:pt>
    <dgm:pt modelId="{7AC0CAA4-F306-4CC3-9E1E-EF055DB95FE2}" type="sibTrans" cxnId="{10E61698-E7A9-4CCE-AC01-D3147F07624C}">
      <dgm:prSet/>
      <dgm:spPr/>
      <dgm:t>
        <a:bodyPr/>
        <a:lstStyle/>
        <a:p>
          <a:endParaRPr lang="en-NZ"/>
        </a:p>
      </dgm:t>
    </dgm:pt>
    <dgm:pt modelId="{F7037F45-7B80-42A5-ACAB-7697F440C840}">
      <dgm:prSet/>
      <dgm:spPr/>
      <dgm:t>
        <a:bodyPr/>
        <a:lstStyle/>
        <a:p>
          <a:r>
            <a:rPr lang="en-US" dirty="0"/>
            <a:t>a </a:t>
          </a:r>
          <a:r>
            <a:rPr lang="en-US" b="1" dirty="0"/>
            <a:t>decentralised</a:t>
          </a:r>
          <a:r>
            <a:rPr lang="en-US" dirty="0"/>
            <a:t> routing algorithm </a:t>
          </a:r>
          <a:endParaRPr lang="en-NZ" dirty="0"/>
        </a:p>
      </dgm:t>
    </dgm:pt>
    <dgm:pt modelId="{EA4538C1-4940-4082-8450-13F8C345FDA1}" type="parTrans" cxnId="{464CDD87-9CF6-42D1-884D-09F4AD1B42E4}">
      <dgm:prSet/>
      <dgm:spPr/>
      <dgm:t>
        <a:bodyPr/>
        <a:lstStyle/>
        <a:p>
          <a:endParaRPr lang="en-NZ"/>
        </a:p>
      </dgm:t>
    </dgm:pt>
    <dgm:pt modelId="{374F6087-414A-4E2B-BC5B-75BEA5CC509F}" type="sibTrans" cxnId="{464CDD87-9CF6-42D1-884D-09F4AD1B42E4}">
      <dgm:prSet/>
      <dgm:spPr/>
      <dgm:t>
        <a:bodyPr/>
        <a:lstStyle/>
        <a:p>
          <a:endParaRPr lang="en-NZ"/>
        </a:p>
      </dgm:t>
    </dgm:pt>
    <dgm:pt modelId="{CBF505E8-03D6-4B01-A381-118263C8F678}">
      <dgm:prSet/>
      <dgm:spPr/>
      <dgm:t>
        <a:bodyPr/>
        <a:lstStyle/>
        <a:p>
          <a:r>
            <a:rPr lang="en-US" dirty="0"/>
            <a:t>calculate the least-cost path in an iterative and distributed manner</a:t>
          </a:r>
          <a:endParaRPr lang="en-NZ" dirty="0"/>
        </a:p>
      </dgm:t>
    </dgm:pt>
    <dgm:pt modelId="{4283E81D-B1A0-4FA6-A55A-E479DF8EF6C9}" type="parTrans" cxnId="{F497E338-8B17-45C3-8B0B-2CBBF39F38B1}">
      <dgm:prSet/>
      <dgm:spPr/>
      <dgm:t>
        <a:bodyPr/>
        <a:lstStyle/>
        <a:p>
          <a:endParaRPr lang="en-NZ"/>
        </a:p>
      </dgm:t>
    </dgm:pt>
    <dgm:pt modelId="{97B9F694-25D4-4ADA-9E5D-B94D9841C080}" type="sibTrans" cxnId="{F497E338-8B17-45C3-8B0B-2CBBF39F38B1}">
      <dgm:prSet/>
      <dgm:spPr/>
      <dgm:t>
        <a:bodyPr/>
        <a:lstStyle/>
        <a:p>
          <a:endParaRPr lang="en-NZ"/>
        </a:p>
      </dgm:t>
    </dgm:pt>
    <dgm:pt modelId="{BFFC11B3-95F4-4017-A389-1E6C8307C332}">
      <dgm:prSet/>
      <dgm:spPr/>
      <dgm:t>
        <a:bodyPr/>
        <a:lstStyle/>
        <a:p>
          <a:r>
            <a:rPr lang="en-US" u="sng" dirty="0">
              <a:solidFill>
                <a:schemeClr val="tx1"/>
              </a:solidFill>
            </a:rPr>
            <a:t>Both</a:t>
          </a:r>
          <a:r>
            <a:rPr lang="en-US" dirty="0">
              <a:solidFill>
                <a:schemeClr val="tx1"/>
              </a:solidFill>
            </a:rPr>
            <a:t> </a:t>
          </a:r>
          <a:endParaRPr lang="en-NZ" dirty="0">
            <a:solidFill>
              <a:schemeClr val="tx1"/>
            </a:solidFill>
          </a:endParaRPr>
        </a:p>
      </dgm:t>
    </dgm:pt>
    <dgm:pt modelId="{FD217471-564B-42ED-8CBA-4919FB9D0D65}" type="parTrans" cxnId="{06FF33F1-4995-4E1A-BD89-AC0327B9D569}">
      <dgm:prSet/>
      <dgm:spPr/>
      <dgm:t>
        <a:bodyPr/>
        <a:lstStyle/>
        <a:p>
          <a:endParaRPr lang="en-NZ"/>
        </a:p>
      </dgm:t>
    </dgm:pt>
    <dgm:pt modelId="{F2A29048-2E41-48C3-A337-4CB55BB839BB}" type="sibTrans" cxnId="{06FF33F1-4995-4E1A-BD89-AC0327B9D569}">
      <dgm:prSet/>
      <dgm:spPr/>
      <dgm:t>
        <a:bodyPr/>
        <a:lstStyle/>
        <a:p>
          <a:endParaRPr lang="en-NZ"/>
        </a:p>
      </dgm:t>
    </dgm:pt>
    <dgm:pt modelId="{28AA3308-6F7C-4A6F-8600-A62C504F6A42}">
      <dgm:prSet/>
      <dgm:spPr/>
      <dgm:t>
        <a:bodyPr/>
        <a:lstStyle/>
        <a:p>
          <a:r>
            <a:rPr lang="en-US" b="1" dirty="0"/>
            <a:t>dynamic</a:t>
          </a:r>
          <a:r>
            <a:rPr lang="en-US" dirty="0"/>
            <a:t> routing algorithms</a:t>
          </a:r>
          <a:endParaRPr lang="en-NZ" dirty="0"/>
        </a:p>
      </dgm:t>
    </dgm:pt>
    <dgm:pt modelId="{266F2E15-450F-484D-826E-BACA7A228604}" type="parTrans" cxnId="{986E783F-2A49-48D0-BE79-39BCC45AB540}">
      <dgm:prSet/>
      <dgm:spPr/>
      <dgm:t>
        <a:bodyPr/>
        <a:lstStyle/>
        <a:p>
          <a:endParaRPr lang="en-NZ"/>
        </a:p>
      </dgm:t>
    </dgm:pt>
    <dgm:pt modelId="{6B52A2E6-AC69-4FC9-85AC-55C8F0105FFF}" type="sibTrans" cxnId="{986E783F-2A49-48D0-BE79-39BCC45AB540}">
      <dgm:prSet/>
      <dgm:spPr/>
      <dgm:t>
        <a:bodyPr/>
        <a:lstStyle/>
        <a:p>
          <a:endParaRPr lang="en-NZ"/>
        </a:p>
      </dgm:t>
    </dgm:pt>
    <dgm:pt modelId="{AED5E2C8-B028-46D4-A07C-0454698ECFC7}">
      <dgm:prSet/>
      <dgm:spPr/>
      <dgm:t>
        <a:bodyPr/>
        <a:lstStyle/>
        <a:p>
          <a:r>
            <a:rPr lang="en-US"/>
            <a:t>more responsive to network changes but more susceptible to problems such as routing loops and oscillation in routes</a:t>
          </a:r>
          <a:endParaRPr lang="en-NZ"/>
        </a:p>
      </dgm:t>
    </dgm:pt>
    <dgm:pt modelId="{F045D61A-4D9B-401C-A179-0741D98D843F}" type="parTrans" cxnId="{80DDA6C7-415F-4CDA-8B1F-A174D71A20D7}">
      <dgm:prSet/>
      <dgm:spPr/>
      <dgm:t>
        <a:bodyPr/>
        <a:lstStyle/>
        <a:p>
          <a:endParaRPr lang="en-NZ"/>
        </a:p>
      </dgm:t>
    </dgm:pt>
    <dgm:pt modelId="{B2586A63-2D79-4DF7-A447-3D8F91348156}" type="sibTrans" cxnId="{80DDA6C7-415F-4CDA-8B1F-A174D71A20D7}">
      <dgm:prSet/>
      <dgm:spPr/>
      <dgm:t>
        <a:bodyPr/>
        <a:lstStyle/>
        <a:p>
          <a:endParaRPr lang="en-NZ"/>
        </a:p>
      </dgm:t>
    </dgm:pt>
    <dgm:pt modelId="{85D5F2DA-EA57-43D9-9245-204E997F4FDB}" type="pres">
      <dgm:prSet presAssocID="{80934C09-9809-47CA-BDA6-2B902AABC020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1109FE54-FB08-463F-AAC2-3A02C33DB443}" type="pres">
      <dgm:prSet presAssocID="{CEF88B96-139E-4EE2-B272-343804403999}" presName="composite" presStyleCnt="0"/>
      <dgm:spPr/>
    </dgm:pt>
    <dgm:pt modelId="{245CD147-1494-404E-ACE2-28AA432FA24C}" type="pres">
      <dgm:prSet presAssocID="{CEF88B96-139E-4EE2-B272-343804403999}" presName="FirstChild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9104A5AC-8CDD-4336-B71F-97C91D3C433C}" type="pres">
      <dgm:prSet presAssocID="{CEF88B96-139E-4EE2-B272-343804403999}" presName="Parent" presStyleLbl="alignNode1" presStyleIdx="0" presStyleCnt="3">
        <dgm:presLayoutVars>
          <dgm:chMax val="3"/>
          <dgm:chPref val="3"/>
          <dgm:bulletEnabled val="1"/>
        </dgm:presLayoutVars>
      </dgm:prSet>
      <dgm:spPr/>
    </dgm:pt>
    <dgm:pt modelId="{A8C35F8C-0469-4C50-9CEF-631694C9B085}" type="pres">
      <dgm:prSet presAssocID="{CEF88B96-139E-4EE2-B272-343804403999}" presName="Accent" presStyleLbl="parChTrans1D1" presStyleIdx="0" presStyleCnt="3"/>
      <dgm:spPr/>
    </dgm:pt>
    <dgm:pt modelId="{23ACE481-2FCA-4DC3-B17A-107787EBFD17}" type="pres">
      <dgm:prSet presAssocID="{CEF88B96-139E-4EE2-B272-343804403999}" presName="Child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CA4A22FC-2123-482A-B58B-5A667635C989}" type="pres">
      <dgm:prSet presAssocID="{25DD4089-958C-411E-B514-29E07E3FB832}" presName="sibTrans" presStyleCnt="0"/>
      <dgm:spPr/>
    </dgm:pt>
    <dgm:pt modelId="{7D96BB33-E076-4A26-806F-A0C6ACECFD08}" type="pres">
      <dgm:prSet presAssocID="{245ECEEC-D361-4BE7-8AE6-297F2B61E965}" presName="composite" presStyleCnt="0"/>
      <dgm:spPr/>
    </dgm:pt>
    <dgm:pt modelId="{DE5493C4-122C-46E7-960B-A18C783F196B}" type="pres">
      <dgm:prSet presAssocID="{245ECEEC-D361-4BE7-8AE6-297F2B61E965}" presName="FirstChild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44E7E67B-369B-4D1D-8BC5-EADD26B81F31}" type="pres">
      <dgm:prSet presAssocID="{245ECEEC-D361-4BE7-8AE6-297F2B61E965}" presName="Parent" presStyleLbl="alignNode1" presStyleIdx="1" presStyleCnt="3">
        <dgm:presLayoutVars>
          <dgm:chMax val="3"/>
          <dgm:chPref val="3"/>
          <dgm:bulletEnabled val="1"/>
        </dgm:presLayoutVars>
      </dgm:prSet>
      <dgm:spPr/>
    </dgm:pt>
    <dgm:pt modelId="{F036403D-1457-448F-873C-7B389A007ADE}" type="pres">
      <dgm:prSet presAssocID="{245ECEEC-D361-4BE7-8AE6-297F2B61E965}" presName="Accent" presStyleLbl="parChTrans1D1" presStyleIdx="1" presStyleCnt="3"/>
      <dgm:spPr/>
    </dgm:pt>
    <dgm:pt modelId="{F00CDF8D-3828-41FC-962B-1C080E7D0D91}" type="pres">
      <dgm:prSet presAssocID="{245ECEEC-D361-4BE7-8AE6-297F2B61E965}" presName="Child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2B6B26F4-5625-4655-952E-C4456365E693}" type="pres">
      <dgm:prSet presAssocID="{7AC0CAA4-F306-4CC3-9E1E-EF055DB95FE2}" presName="sibTrans" presStyleCnt="0"/>
      <dgm:spPr/>
    </dgm:pt>
    <dgm:pt modelId="{C30DE653-05B9-447B-B376-21F1587F8289}" type="pres">
      <dgm:prSet presAssocID="{BFFC11B3-95F4-4017-A389-1E6C8307C332}" presName="composite" presStyleCnt="0"/>
      <dgm:spPr/>
    </dgm:pt>
    <dgm:pt modelId="{97828132-9209-4A9E-954F-F93A0C6692FC}" type="pres">
      <dgm:prSet presAssocID="{BFFC11B3-95F4-4017-A389-1E6C8307C332}" presName="FirstChild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AC0B607C-4C70-4D90-94E9-247AF8A31B0C}" type="pres">
      <dgm:prSet presAssocID="{BFFC11B3-95F4-4017-A389-1E6C8307C332}" presName="Parent" presStyleLbl="alignNode1" presStyleIdx="2" presStyleCnt="3">
        <dgm:presLayoutVars>
          <dgm:chMax val="3"/>
          <dgm:chPref val="3"/>
          <dgm:bulletEnabled val="1"/>
        </dgm:presLayoutVars>
      </dgm:prSet>
      <dgm:spPr/>
    </dgm:pt>
    <dgm:pt modelId="{C4F1367F-1661-49BB-A57E-F17C337FC6CA}" type="pres">
      <dgm:prSet presAssocID="{BFFC11B3-95F4-4017-A389-1E6C8307C332}" presName="Accent" presStyleLbl="parChTrans1D1" presStyleIdx="2" presStyleCnt="3"/>
      <dgm:spPr/>
    </dgm:pt>
    <dgm:pt modelId="{82D8FBC1-8C20-4574-95ED-57C6449E5E6D}" type="pres">
      <dgm:prSet presAssocID="{BFFC11B3-95F4-4017-A389-1E6C8307C332}" presName="Child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AE531E0F-17A8-42BC-B9F4-A89E98F76D88}" type="presOf" srcId="{28AA3308-6F7C-4A6F-8600-A62C504F6A42}" destId="{97828132-9209-4A9E-954F-F93A0C6692FC}" srcOrd="0" destOrd="0" presId="urn:microsoft.com/office/officeart/2011/layout/TabList"/>
    <dgm:cxn modelId="{8123F520-3A12-42E3-84CC-58D345BE1DD6}" type="presOf" srcId="{245ECEEC-D361-4BE7-8AE6-297F2B61E965}" destId="{44E7E67B-369B-4D1D-8BC5-EADD26B81F31}" srcOrd="0" destOrd="0" presId="urn:microsoft.com/office/officeart/2011/layout/TabList"/>
    <dgm:cxn modelId="{319E1525-9266-4EA4-841C-986C1A62BFE1}" srcId="{CEF88B96-139E-4EE2-B272-343804403999}" destId="{3F68A5BE-E3C1-41C6-9EC6-980144CC5C2C}" srcOrd="0" destOrd="0" parTransId="{3F2D300E-3652-4F43-88FD-994B4538F38F}" sibTransId="{7544CE6B-E815-4FDD-8CA5-828B94C9890C}"/>
    <dgm:cxn modelId="{B09D6D2B-C46E-4C8B-871A-60A1AD48DC2D}" type="presOf" srcId="{80934C09-9809-47CA-BDA6-2B902AABC020}" destId="{85D5F2DA-EA57-43D9-9245-204E997F4FDB}" srcOrd="0" destOrd="0" presId="urn:microsoft.com/office/officeart/2011/layout/TabList"/>
    <dgm:cxn modelId="{F497E338-8B17-45C3-8B0B-2CBBF39F38B1}" srcId="{245ECEEC-D361-4BE7-8AE6-297F2B61E965}" destId="{CBF505E8-03D6-4B01-A381-118263C8F678}" srcOrd="1" destOrd="0" parTransId="{4283E81D-B1A0-4FA6-A55A-E479DF8EF6C9}" sibTransId="{97B9F694-25D4-4ADA-9E5D-B94D9841C080}"/>
    <dgm:cxn modelId="{860B843A-056E-4F36-80AC-0E96B857A383}" type="presOf" srcId="{CBF505E8-03D6-4B01-A381-118263C8F678}" destId="{F00CDF8D-3828-41FC-962B-1C080E7D0D91}" srcOrd="0" destOrd="0" presId="urn:microsoft.com/office/officeart/2011/layout/TabList"/>
    <dgm:cxn modelId="{45B6C23A-4F67-4DA5-9155-5970CB4101CE}" srcId="{80934C09-9809-47CA-BDA6-2B902AABC020}" destId="{CEF88B96-139E-4EE2-B272-343804403999}" srcOrd="0" destOrd="0" parTransId="{8F987ED2-6211-45EF-8B0D-F690C423F9CE}" sibTransId="{25DD4089-958C-411E-B514-29E07E3FB832}"/>
    <dgm:cxn modelId="{986E783F-2A49-48D0-BE79-39BCC45AB540}" srcId="{BFFC11B3-95F4-4017-A389-1E6C8307C332}" destId="{28AA3308-6F7C-4A6F-8600-A62C504F6A42}" srcOrd="0" destOrd="0" parTransId="{266F2E15-450F-484D-826E-BACA7A228604}" sibTransId="{6B52A2E6-AC69-4FC9-85AC-55C8F0105FFF}"/>
    <dgm:cxn modelId="{72167041-6CF8-4C0D-B6DA-549725FE1977}" type="presOf" srcId="{AED5E2C8-B028-46D4-A07C-0454698ECFC7}" destId="{82D8FBC1-8C20-4574-95ED-57C6449E5E6D}" srcOrd="0" destOrd="0" presId="urn:microsoft.com/office/officeart/2011/layout/TabList"/>
    <dgm:cxn modelId="{6FBB925A-E95F-49C2-988E-9DF3DD419BF5}" type="presOf" srcId="{CEF88B96-139E-4EE2-B272-343804403999}" destId="{9104A5AC-8CDD-4336-B71F-97C91D3C433C}" srcOrd="0" destOrd="0" presId="urn:microsoft.com/office/officeart/2011/layout/TabList"/>
    <dgm:cxn modelId="{5AFA585E-FD4E-4ED3-BA05-ABB52ED43C25}" type="presOf" srcId="{DC193A47-A91E-4313-A680-C51482703C2C}" destId="{23ACE481-2FCA-4DC3-B17A-107787EBFD17}" srcOrd="0" destOrd="0" presId="urn:microsoft.com/office/officeart/2011/layout/TabList"/>
    <dgm:cxn modelId="{464CDD87-9CF6-42D1-884D-09F4AD1B42E4}" srcId="{245ECEEC-D361-4BE7-8AE6-297F2B61E965}" destId="{F7037F45-7B80-42A5-ACAB-7697F440C840}" srcOrd="0" destOrd="0" parTransId="{EA4538C1-4940-4082-8450-13F8C345FDA1}" sibTransId="{374F6087-414A-4E2B-BC5B-75BEA5CC509F}"/>
    <dgm:cxn modelId="{10E61698-E7A9-4CCE-AC01-D3147F07624C}" srcId="{80934C09-9809-47CA-BDA6-2B902AABC020}" destId="{245ECEEC-D361-4BE7-8AE6-297F2B61E965}" srcOrd="1" destOrd="0" parTransId="{46881826-7C0D-4530-B8C7-D30C9E3F281C}" sibTransId="{7AC0CAA4-F306-4CC3-9E1E-EF055DB95FE2}"/>
    <dgm:cxn modelId="{11D413BA-1018-4BDA-B8C6-8351F710C2A7}" type="presOf" srcId="{F7037F45-7B80-42A5-ACAB-7697F440C840}" destId="{DE5493C4-122C-46E7-960B-A18C783F196B}" srcOrd="0" destOrd="0" presId="urn:microsoft.com/office/officeart/2011/layout/TabList"/>
    <dgm:cxn modelId="{345E9CC0-7759-4F5B-A819-00FAC1E7129E}" type="presOf" srcId="{BFFC11B3-95F4-4017-A389-1E6C8307C332}" destId="{AC0B607C-4C70-4D90-94E9-247AF8A31B0C}" srcOrd="0" destOrd="0" presId="urn:microsoft.com/office/officeart/2011/layout/TabList"/>
    <dgm:cxn modelId="{B2AFB2C6-2EC9-4CFB-B4ED-B5F4CEA674ED}" srcId="{CEF88B96-139E-4EE2-B272-343804403999}" destId="{DC193A47-A91E-4313-A680-C51482703C2C}" srcOrd="1" destOrd="0" parTransId="{8E177777-2E2A-4685-BA21-E130C5786059}" sibTransId="{C0A1BC8F-0693-4FBC-8542-7BF743644334}"/>
    <dgm:cxn modelId="{80DDA6C7-415F-4CDA-8B1F-A174D71A20D7}" srcId="{BFFC11B3-95F4-4017-A389-1E6C8307C332}" destId="{AED5E2C8-B028-46D4-A07C-0454698ECFC7}" srcOrd="1" destOrd="0" parTransId="{F045D61A-4D9B-401C-A179-0741D98D843F}" sibTransId="{B2586A63-2D79-4DF7-A447-3D8F91348156}"/>
    <dgm:cxn modelId="{623941D9-DF12-4593-A5A3-2F89AC3AF1A0}" type="presOf" srcId="{3F68A5BE-E3C1-41C6-9EC6-980144CC5C2C}" destId="{245CD147-1494-404E-ACE2-28AA432FA24C}" srcOrd="0" destOrd="0" presId="urn:microsoft.com/office/officeart/2011/layout/TabList"/>
    <dgm:cxn modelId="{06FF33F1-4995-4E1A-BD89-AC0327B9D569}" srcId="{80934C09-9809-47CA-BDA6-2B902AABC020}" destId="{BFFC11B3-95F4-4017-A389-1E6C8307C332}" srcOrd="2" destOrd="0" parTransId="{FD217471-564B-42ED-8CBA-4919FB9D0D65}" sibTransId="{F2A29048-2E41-48C3-A337-4CB55BB839BB}"/>
    <dgm:cxn modelId="{7821DF5D-66D2-4DD0-BCC9-066524D873FE}" type="presParOf" srcId="{85D5F2DA-EA57-43D9-9245-204E997F4FDB}" destId="{1109FE54-FB08-463F-AAC2-3A02C33DB443}" srcOrd="0" destOrd="0" presId="urn:microsoft.com/office/officeart/2011/layout/TabList"/>
    <dgm:cxn modelId="{4F5E5DDA-7A30-4DC1-924A-152DFB18B60B}" type="presParOf" srcId="{1109FE54-FB08-463F-AAC2-3A02C33DB443}" destId="{245CD147-1494-404E-ACE2-28AA432FA24C}" srcOrd="0" destOrd="0" presId="urn:microsoft.com/office/officeart/2011/layout/TabList"/>
    <dgm:cxn modelId="{09341B35-0ACA-44CE-BBD3-D4510B715983}" type="presParOf" srcId="{1109FE54-FB08-463F-AAC2-3A02C33DB443}" destId="{9104A5AC-8CDD-4336-B71F-97C91D3C433C}" srcOrd="1" destOrd="0" presId="urn:microsoft.com/office/officeart/2011/layout/TabList"/>
    <dgm:cxn modelId="{0C08DEAD-2B53-445F-82DC-268E286A87DD}" type="presParOf" srcId="{1109FE54-FB08-463F-AAC2-3A02C33DB443}" destId="{A8C35F8C-0469-4C50-9CEF-631694C9B085}" srcOrd="2" destOrd="0" presId="urn:microsoft.com/office/officeart/2011/layout/TabList"/>
    <dgm:cxn modelId="{EECAC987-4B3B-408C-A46D-A21320488691}" type="presParOf" srcId="{85D5F2DA-EA57-43D9-9245-204E997F4FDB}" destId="{23ACE481-2FCA-4DC3-B17A-107787EBFD17}" srcOrd="1" destOrd="0" presId="urn:microsoft.com/office/officeart/2011/layout/TabList"/>
    <dgm:cxn modelId="{C542A0BA-E41F-4DD8-95B0-6C64A37B38F8}" type="presParOf" srcId="{85D5F2DA-EA57-43D9-9245-204E997F4FDB}" destId="{CA4A22FC-2123-482A-B58B-5A667635C989}" srcOrd="2" destOrd="0" presId="urn:microsoft.com/office/officeart/2011/layout/TabList"/>
    <dgm:cxn modelId="{A76E1CC2-AB7E-46C3-9908-75C067AE9BBD}" type="presParOf" srcId="{85D5F2DA-EA57-43D9-9245-204E997F4FDB}" destId="{7D96BB33-E076-4A26-806F-A0C6ACECFD08}" srcOrd="3" destOrd="0" presId="urn:microsoft.com/office/officeart/2011/layout/TabList"/>
    <dgm:cxn modelId="{2086BC63-6994-4070-8FDA-F02F58533461}" type="presParOf" srcId="{7D96BB33-E076-4A26-806F-A0C6ACECFD08}" destId="{DE5493C4-122C-46E7-960B-A18C783F196B}" srcOrd="0" destOrd="0" presId="urn:microsoft.com/office/officeart/2011/layout/TabList"/>
    <dgm:cxn modelId="{226EFEC5-6A3F-4C30-A8A3-7D7E4264C915}" type="presParOf" srcId="{7D96BB33-E076-4A26-806F-A0C6ACECFD08}" destId="{44E7E67B-369B-4D1D-8BC5-EADD26B81F31}" srcOrd="1" destOrd="0" presId="urn:microsoft.com/office/officeart/2011/layout/TabList"/>
    <dgm:cxn modelId="{255D03FB-2CA9-42AC-85B7-6AD40FDFC8EA}" type="presParOf" srcId="{7D96BB33-E076-4A26-806F-A0C6ACECFD08}" destId="{F036403D-1457-448F-873C-7B389A007ADE}" srcOrd="2" destOrd="0" presId="urn:microsoft.com/office/officeart/2011/layout/TabList"/>
    <dgm:cxn modelId="{1BD927C4-D4B3-4CF1-86B3-5107F62F26FF}" type="presParOf" srcId="{85D5F2DA-EA57-43D9-9245-204E997F4FDB}" destId="{F00CDF8D-3828-41FC-962B-1C080E7D0D91}" srcOrd="4" destOrd="0" presId="urn:microsoft.com/office/officeart/2011/layout/TabList"/>
    <dgm:cxn modelId="{2981D436-F69F-488D-B915-BA232E2F78B4}" type="presParOf" srcId="{85D5F2DA-EA57-43D9-9245-204E997F4FDB}" destId="{2B6B26F4-5625-4655-952E-C4456365E693}" srcOrd="5" destOrd="0" presId="urn:microsoft.com/office/officeart/2011/layout/TabList"/>
    <dgm:cxn modelId="{8A7F9230-303B-4FF1-8683-AF76D776E9A5}" type="presParOf" srcId="{85D5F2DA-EA57-43D9-9245-204E997F4FDB}" destId="{C30DE653-05B9-447B-B376-21F1587F8289}" srcOrd="6" destOrd="0" presId="urn:microsoft.com/office/officeart/2011/layout/TabList"/>
    <dgm:cxn modelId="{DD06CEE1-06DA-4EF6-B298-73528A83652F}" type="presParOf" srcId="{C30DE653-05B9-447B-B376-21F1587F8289}" destId="{97828132-9209-4A9E-954F-F93A0C6692FC}" srcOrd="0" destOrd="0" presId="urn:microsoft.com/office/officeart/2011/layout/TabList"/>
    <dgm:cxn modelId="{D5777866-28DA-4EC8-8F5E-29ED6245A090}" type="presParOf" srcId="{C30DE653-05B9-447B-B376-21F1587F8289}" destId="{AC0B607C-4C70-4D90-94E9-247AF8A31B0C}" srcOrd="1" destOrd="0" presId="urn:microsoft.com/office/officeart/2011/layout/TabList"/>
    <dgm:cxn modelId="{39A43BD1-A80A-47A9-B5BF-D70366C57078}" type="presParOf" srcId="{C30DE653-05B9-447B-B376-21F1587F8289}" destId="{C4F1367F-1661-49BB-A57E-F17C337FC6CA}" srcOrd="2" destOrd="0" presId="urn:microsoft.com/office/officeart/2011/layout/TabList"/>
    <dgm:cxn modelId="{D314D7AA-D8C3-439E-91F2-07C1DD5EA101}" type="presParOf" srcId="{85D5F2DA-EA57-43D9-9245-204E997F4FDB}" destId="{82D8FBC1-8C20-4574-95ED-57C6449E5E6D}" srcOrd="7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172A35B-F720-4FC2-8533-1BF094856EB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Z"/>
        </a:p>
      </dgm:t>
    </dgm:pt>
    <dgm:pt modelId="{BFDE7702-BEF1-41FA-8C33-E3B608F26FD9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Message complexity</a:t>
          </a:r>
          <a:endParaRPr lang="en-NZ" dirty="0">
            <a:solidFill>
              <a:schemeClr val="tx1"/>
            </a:solidFill>
          </a:endParaRPr>
        </a:p>
      </dgm:t>
    </dgm:pt>
    <dgm:pt modelId="{7892521E-6889-4CA7-975F-32A8F9018863}" type="parTrans" cxnId="{9EEB9E94-546F-438C-83E3-1DC58D56ADCE}">
      <dgm:prSet/>
      <dgm:spPr/>
      <dgm:t>
        <a:bodyPr/>
        <a:lstStyle/>
        <a:p>
          <a:endParaRPr lang="en-NZ"/>
        </a:p>
      </dgm:t>
    </dgm:pt>
    <dgm:pt modelId="{7F21CCF5-529E-4595-8368-0E46CCC841B2}" type="sibTrans" cxnId="{9EEB9E94-546F-438C-83E3-1DC58D56ADCE}">
      <dgm:prSet/>
      <dgm:spPr/>
      <dgm:t>
        <a:bodyPr/>
        <a:lstStyle/>
        <a:p>
          <a:endParaRPr lang="en-NZ"/>
        </a:p>
      </dgm:t>
    </dgm:pt>
    <dgm:pt modelId="{05880F6E-8EC5-4D0B-A1E0-BD1B77463CEE}">
      <dgm:prSet/>
      <dgm:spPr/>
      <dgm:t>
        <a:bodyPr/>
        <a:lstStyle/>
        <a:p>
          <a:r>
            <a:rPr lang="en-US" u="sng" dirty="0"/>
            <a:t>LS:</a:t>
          </a:r>
          <a:r>
            <a:rPr lang="en-US" dirty="0"/>
            <a:t> O(nm) with n nodes and m links</a:t>
          </a:r>
          <a:endParaRPr lang="en-NZ" dirty="0"/>
        </a:p>
      </dgm:t>
    </dgm:pt>
    <dgm:pt modelId="{E2911D3B-0B5A-48F5-AFDE-495AF95E5F86}" type="parTrans" cxnId="{3C4F5C48-441E-46F9-B70C-EFB4B3EAA9A6}">
      <dgm:prSet/>
      <dgm:spPr/>
      <dgm:t>
        <a:bodyPr/>
        <a:lstStyle/>
        <a:p>
          <a:endParaRPr lang="en-NZ"/>
        </a:p>
      </dgm:t>
    </dgm:pt>
    <dgm:pt modelId="{ECF4C745-EAD8-47AE-940E-FC56A20C2FDE}" type="sibTrans" cxnId="{3C4F5C48-441E-46F9-B70C-EFB4B3EAA9A6}">
      <dgm:prSet/>
      <dgm:spPr/>
      <dgm:t>
        <a:bodyPr/>
        <a:lstStyle/>
        <a:p>
          <a:endParaRPr lang="en-NZ"/>
        </a:p>
      </dgm:t>
    </dgm:pt>
    <dgm:pt modelId="{D55972ED-FD3B-4237-9163-0BF830815E80}">
      <dgm:prSet/>
      <dgm:spPr/>
      <dgm:t>
        <a:bodyPr/>
        <a:lstStyle/>
        <a:p>
          <a:r>
            <a:rPr lang="en-US" u="sng" dirty="0"/>
            <a:t>DV:</a:t>
          </a:r>
          <a:r>
            <a:rPr lang="en-US" dirty="0"/>
            <a:t> message exchange between neighbours only at each iteration</a:t>
          </a:r>
          <a:endParaRPr lang="en-NZ" dirty="0"/>
        </a:p>
      </dgm:t>
    </dgm:pt>
    <dgm:pt modelId="{1268E106-9891-4869-949F-FC9C2BD8CCC4}" type="parTrans" cxnId="{3A215393-ABD1-4B7D-AF62-32EAC0D4E7D1}">
      <dgm:prSet/>
      <dgm:spPr/>
      <dgm:t>
        <a:bodyPr/>
        <a:lstStyle/>
        <a:p>
          <a:endParaRPr lang="en-NZ"/>
        </a:p>
      </dgm:t>
    </dgm:pt>
    <dgm:pt modelId="{B74E8639-8206-47C6-8F3F-BABBD93E4F95}" type="sibTrans" cxnId="{3A215393-ABD1-4B7D-AF62-32EAC0D4E7D1}">
      <dgm:prSet/>
      <dgm:spPr/>
      <dgm:t>
        <a:bodyPr/>
        <a:lstStyle/>
        <a:p>
          <a:endParaRPr lang="en-NZ"/>
        </a:p>
      </dgm:t>
    </dgm:pt>
    <dgm:pt modelId="{419DC1BF-9C27-4AC4-8EBF-AFF2A8E48274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Speed of convergence</a:t>
          </a:r>
          <a:endParaRPr lang="en-NZ" dirty="0">
            <a:solidFill>
              <a:schemeClr val="tx1"/>
            </a:solidFill>
          </a:endParaRPr>
        </a:p>
      </dgm:t>
    </dgm:pt>
    <dgm:pt modelId="{B0054E2B-9BA8-4CC6-9FBE-A8FDBF4B46E9}" type="parTrans" cxnId="{E8CA3245-F638-4E43-8921-A8A21136573E}">
      <dgm:prSet/>
      <dgm:spPr/>
      <dgm:t>
        <a:bodyPr/>
        <a:lstStyle/>
        <a:p>
          <a:endParaRPr lang="en-NZ"/>
        </a:p>
      </dgm:t>
    </dgm:pt>
    <dgm:pt modelId="{B4E41F00-20CF-40C8-A0CC-C2CB07CE9B2B}" type="sibTrans" cxnId="{E8CA3245-F638-4E43-8921-A8A21136573E}">
      <dgm:prSet/>
      <dgm:spPr/>
      <dgm:t>
        <a:bodyPr/>
        <a:lstStyle/>
        <a:p>
          <a:endParaRPr lang="en-NZ"/>
        </a:p>
      </dgm:t>
    </dgm:pt>
    <dgm:pt modelId="{B12AF2D8-6BFC-4D92-A8A0-449F45D87E1C}">
      <dgm:prSet/>
      <dgm:spPr/>
      <dgm:t>
        <a:bodyPr/>
        <a:lstStyle/>
        <a:p>
          <a:r>
            <a:rPr lang="en-US" u="sng" dirty="0"/>
            <a:t>LS:</a:t>
          </a:r>
          <a:r>
            <a:rPr lang="en-US" dirty="0"/>
            <a:t> O(n</a:t>
          </a:r>
          <a:r>
            <a:rPr lang="en-US" b="1" baseline="30000" dirty="0"/>
            <a:t>2</a:t>
          </a:r>
          <a:r>
            <a:rPr lang="en-US" dirty="0"/>
            <a:t>)</a:t>
          </a:r>
          <a:endParaRPr lang="en-NZ" dirty="0"/>
        </a:p>
      </dgm:t>
    </dgm:pt>
    <dgm:pt modelId="{1D3C68A0-61B4-478A-A2FD-ABC1B9B1AF76}" type="parTrans" cxnId="{F1A91400-106F-4AED-9665-AD5C53F0E521}">
      <dgm:prSet/>
      <dgm:spPr/>
      <dgm:t>
        <a:bodyPr/>
        <a:lstStyle/>
        <a:p>
          <a:endParaRPr lang="en-NZ"/>
        </a:p>
      </dgm:t>
    </dgm:pt>
    <dgm:pt modelId="{0A88F311-809C-4FBF-B169-E95E4A1E6688}" type="sibTrans" cxnId="{F1A91400-106F-4AED-9665-AD5C53F0E521}">
      <dgm:prSet/>
      <dgm:spPr/>
      <dgm:t>
        <a:bodyPr/>
        <a:lstStyle/>
        <a:p>
          <a:endParaRPr lang="en-NZ"/>
        </a:p>
      </dgm:t>
    </dgm:pt>
    <dgm:pt modelId="{F58A2DAD-16E5-4656-97A2-0CEBCC751685}">
      <dgm:prSet/>
      <dgm:spPr/>
      <dgm:t>
        <a:bodyPr/>
        <a:lstStyle/>
        <a:p>
          <a:r>
            <a:rPr lang="en-US" u="sng" dirty="0"/>
            <a:t>DV</a:t>
          </a:r>
          <a:r>
            <a:rPr lang="en-US" dirty="0"/>
            <a:t>: convergence time varies; the count-to-infinity problem</a:t>
          </a:r>
          <a:endParaRPr lang="en-NZ" dirty="0"/>
        </a:p>
      </dgm:t>
    </dgm:pt>
    <dgm:pt modelId="{DCB54F63-2C9A-4366-86A3-9EDFAE682597}" type="parTrans" cxnId="{A2660BF5-D6C8-4787-9F23-CD332CE111B9}">
      <dgm:prSet/>
      <dgm:spPr/>
      <dgm:t>
        <a:bodyPr/>
        <a:lstStyle/>
        <a:p>
          <a:endParaRPr lang="en-NZ"/>
        </a:p>
      </dgm:t>
    </dgm:pt>
    <dgm:pt modelId="{886C1E05-B855-4310-8D54-62F8530C80C1}" type="sibTrans" cxnId="{A2660BF5-D6C8-4787-9F23-CD332CE111B9}">
      <dgm:prSet/>
      <dgm:spPr/>
      <dgm:t>
        <a:bodyPr/>
        <a:lstStyle/>
        <a:p>
          <a:endParaRPr lang="en-NZ"/>
        </a:p>
      </dgm:t>
    </dgm:pt>
    <dgm:pt modelId="{A074DD83-6C66-4C14-8EA1-F8EE8881C650}">
      <dgm:prSet/>
      <dgm:spPr/>
      <dgm:t>
        <a:bodyPr/>
        <a:lstStyle/>
        <a:p>
          <a:endParaRPr lang="en-NZ" dirty="0"/>
        </a:p>
      </dgm:t>
    </dgm:pt>
    <dgm:pt modelId="{A7EB5AEE-0426-4DF6-B9C7-F1CDF70154B2}" type="parTrans" cxnId="{8AB816EE-F2BA-4B7E-8F98-D6DA55AC9A07}">
      <dgm:prSet/>
      <dgm:spPr/>
      <dgm:t>
        <a:bodyPr/>
        <a:lstStyle/>
        <a:p>
          <a:endParaRPr lang="en-NZ"/>
        </a:p>
      </dgm:t>
    </dgm:pt>
    <dgm:pt modelId="{BAEDE614-9BEF-4695-BB6F-1465E7252B94}" type="sibTrans" cxnId="{8AB816EE-F2BA-4B7E-8F98-D6DA55AC9A07}">
      <dgm:prSet/>
      <dgm:spPr/>
      <dgm:t>
        <a:bodyPr/>
        <a:lstStyle/>
        <a:p>
          <a:endParaRPr lang="en-NZ"/>
        </a:p>
      </dgm:t>
    </dgm:pt>
    <dgm:pt modelId="{C5A6D313-F17A-4A25-9D2B-0817CB8C3FA1}">
      <dgm:prSet/>
      <dgm:spPr/>
      <dgm:t>
        <a:bodyPr/>
        <a:lstStyle/>
        <a:p>
          <a:endParaRPr lang="en-NZ" dirty="0"/>
        </a:p>
      </dgm:t>
    </dgm:pt>
    <dgm:pt modelId="{265D2B0D-2188-48B3-A75B-60B7DCBCD560}" type="parTrans" cxnId="{5086F093-7A5E-4EDB-92F3-F943CF521DD4}">
      <dgm:prSet/>
      <dgm:spPr/>
      <dgm:t>
        <a:bodyPr/>
        <a:lstStyle/>
        <a:p>
          <a:endParaRPr lang="en-NZ"/>
        </a:p>
      </dgm:t>
    </dgm:pt>
    <dgm:pt modelId="{F3146D88-91DE-494F-88FE-63E66241DED5}" type="sibTrans" cxnId="{5086F093-7A5E-4EDB-92F3-F943CF521DD4}">
      <dgm:prSet/>
      <dgm:spPr/>
      <dgm:t>
        <a:bodyPr/>
        <a:lstStyle/>
        <a:p>
          <a:endParaRPr lang="en-NZ"/>
        </a:p>
      </dgm:t>
    </dgm:pt>
    <dgm:pt modelId="{84047780-3AE3-409A-AD1D-45A2F097546B}" type="pres">
      <dgm:prSet presAssocID="{5172A35B-F720-4FC2-8533-1BF094856EB6}" presName="Name0" presStyleCnt="0">
        <dgm:presLayoutVars>
          <dgm:dir/>
          <dgm:animLvl val="lvl"/>
          <dgm:resizeHandles val="exact"/>
        </dgm:presLayoutVars>
      </dgm:prSet>
      <dgm:spPr/>
    </dgm:pt>
    <dgm:pt modelId="{F2E75D9D-F889-4B1E-80C0-EC1E8DCCDF42}" type="pres">
      <dgm:prSet presAssocID="{BFDE7702-BEF1-41FA-8C33-E3B608F26FD9}" presName="composite" presStyleCnt="0"/>
      <dgm:spPr/>
    </dgm:pt>
    <dgm:pt modelId="{9167C2F2-277A-4A90-BD80-FDD92262B371}" type="pres">
      <dgm:prSet presAssocID="{BFDE7702-BEF1-41FA-8C33-E3B608F26FD9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8088EC57-3E4F-45B9-A891-5C6628C02874}" type="pres">
      <dgm:prSet presAssocID="{BFDE7702-BEF1-41FA-8C33-E3B608F26FD9}" presName="desTx" presStyleLbl="alignAccFollowNode1" presStyleIdx="0" presStyleCnt="2">
        <dgm:presLayoutVars>
          <dgm:bulletEnabled val="1"/>
        </dgm:presLayoutVars>
      </dgm:prSet>
      <dgm:spPr/>
    </dgm:pt>
    <dgm:pt modelId="{983B7B85-BBE8-4214-935B-9ECF8C754ED1}" type="pres">
      <dgm:prSet presAssocID="{7F21CCF5-529E-4595-8368-0E46CCC841B2}" presName="space" presStyleCnt="0"/>
      <dgm:spPr/>
    </dgm:pt>
    <dgm:pt modelId="{717852EB-77FC-45E7-BB18-09DEEF654E2E}" type="pres">
      <dgm:prSet presAssocID="{419DC1BF-9C27-4AC4-8EBF-AFF2A8E48274}" presName="composite" presStyleCnt="0"/>
      <dgm:spPr/>
    </dgm:pt>
    <dgm:pt modelId="{D4D7CCF1-BAF0-42C7-A631-12068B075723}" type="pres">
      <dgm:prSet presAssocID="{419DC1BF-9C27-4AC4-8EBF-AFF2A8E48274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76FD0B7F-C55C-42BB-ADAD-250A9BB919A8}" type="pres">
      <dgm:prSet presAssocID="{419DC1BF-9C27-4AC4-8EBF-AFF2A8E48274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F1A91400-106F-4AED-9665-AD5C53F0E521}" srcId="{419DC1BF-9C27-4AC4-8EBF-AFF2A8E48274}" destId="{B12AF2D8-6BFC-4D92-A8A0-449F45D87E1C}" srcOrd="0" destOrd="0" parTransId="{1D3C68A0-61B4-478A-A2FD-ABC1B9B1AF76}" sibTransId="{0A88F311-809C-4FBF-B169-E95E4A1E6688}"/>
    <dgm:cxn modelId="{31A15002-79DD-429B-BBF7-A2DEF31A63E2}" type="presOf" srcId="{05880F6E-8EC5-4D0B-A1E0-BD1B77463CEE}" destId="{8088EC57-3E4F-45B9-A891-5C6628C02874}" srcOrd="0" destOrd="0" presId="urn:microsoft.com/office/officeart/2005/8/layout/hList1"/>
    <dgm:cxn modelId="{597B9D0D-487C-4DFD-9E32-5CC4978388C6}" type="presOf" srcId="{BFDE7702-BEF1-41FA-8C33-E3B608F26FD9}" destId="{9167C2F2-277A-4A90-BD80-FDD92262B371}" srcOrd="0" destOrd="0" presId="urn:microsoft.com/office/officeart/2005/8/layout/hList1"/>
    <dgm:cxn modelId="{6C8EFE39-16AC-4780-A8FF-3B6EDA38CFFC}" type="presOf" srcId="{C5A6D313-F17A-4A25-9D2B-0817CB8C3FA1}" destId="{8088EC57-3E4F-45B9-A891-5C6628C02874}" srcOrd="0" destOrd="1" presId="urn:microsoft.com/office/officeart/2005/8/layout/hList1"/>
    <dgm:cxn modelId="{0A1F9D44-4BC1-4AE1-A53C-1146A74DE278}" type="presOf" srcId="{F58A2DAD-16E5-4656-97A2-0CEBCC751685}" destId="{76FD0B7F-C55C-42BB-ADAD-250A9BB919A8}" srcOrd="0" destOrd="2" presId="urn:microsoft.com/office/officeart/2005/8/layout/hList1"/>
    <dgm:cxn modelId="{E8CA3245-F638-4E43-8921-A8A21136573E}" srcId="{5172A35B-F720-4FC2-8533-1BF094856EB6}" destId="{419DC1BF-9C27-4AC4-8EBF-AFF2A8E48274}" srcOrd="1" destOrd="0" parTransId="{B0054E2B-9BA8-4CC6-9FBE-A8FDBF4B46E9}" sibTransId="{B4E41F00-20CF-40C8-A0CC-C2CB07CE9B2B}"/>
    <dgm:cxn modelId="{3C4F5C48-441E-46F9-B70C-EFB4B3EAA9A6}" srcId="{BFDE7702-BEF1-41FA-8C33-E3B608F26FD9}" destId="{05880F6E-8EC5-4D0B-A1E0-BD1B77463CEE}" srcOrd="0" destOrd="0" parTransId="{E2911D3B-0B5A-48F5-AFDE-495AF95E5F86}" sibTransId="{ECF4C745-EAD8-47AE-940E-FC56A20C2FDE}"/>
    <dgm:cxn modelId="{AD951A73-8AC4-484B-BFE2-F9BB23F35C20}" type="presOf" srcId="{D55972ED-FD3B-4237-9163-0BF830815E80}" destId="{8088EC57-3E4F-45B9-A891-5C6628C02874}" srcOrd="0" destOrd="2" presId="urn:microsoft.com/office/officeart/2005/8/layout/hList1"/>
    <dgm:cxn modelId="{E083FF8A-0A37-4687-A329-A072E128E110}" type="presOf" srcId="{B12AF2D8-6BFC-4D92-A8A0-449F45D87E1C}" destId="{76FD0B7F-C55C-42BB-ADAD-250A9BB919A8}" srcOrd="0" destOrd="0" presId="urn:microsoft.com/office/officeart/2005/8/layout/hList1"/>
    <dgm:cxn modelId="{3A215393-ABD1-4B7D-AF62-32EAC0D4E7D1}" srcId="{BFDE7702-BEF1-41FA-8C33-E3B608F26FD9}" destId="{D55972ED-FD3B-4237-9163-0BF830815E80}" srcOrd="2" destOrd="0" parTransId="{1268E106-9891-4869-949F-FC9C2BD8CCC4}" sibTransId="{B74E8639-8206-47C6-8F3F-BABBD93E4F95}"/>
    <dgm:cxn modelId="{5086F093-7A5E-4EDB-92F3-F943CF521DD4}" srcId="{BFDE7702-BEF1-41FA-8C33-E3B608F26FD9}" destId="{C5A6D313-F17A-4A25-9D2B-0817CB8C3FA1}" srcOrd="1" destOrd="0" parTransId="{265D2B0D-2188-48B3-A75B-60B7DCBCD560}" sibTransId="{F3146D88-91DE-494F-88FE-63E66241DED5}"/>
    <dgm:cxn modelId="{9EEB9E94-546F-438C-83E3-1DC58D56ADCE}" srcId="{5172A35B-F720-4FC2-8533-1BF094856EB6}" destId="{BFDE7702-BEF1-41FA-8C33-E3B608F26FD9}" srcOrd="0" destOrd="0" parTransId="{7892521E-6889-4CA7-975F-32A8F9018863}" sibTransId="{7F21CCF5-529E-4595-8368-0E46CCC841B2}"/>
    <dgm:cxn modelId="{5BD99CB8-D9A6-4B4B-BABD-7EC88292F7E7}" type="presOf" srcId="{419DC1BF-9C27-4AC4-8EBF-AFF2A8E48274}" destId="{D4D7CCF1-BAF0-42C7-A631-12068B075723}" srcOrd="0" destOrd="0" presId="urn:microsoft.com/office/officeart/2005/8/layout/hList1"/>
    <dgm:cxn modelId="{B3953FC7-CD0B-461C-AA2B-6BF392E0D6CE}" type="presOf" srcId="{5172A35B-F720-4FC2-8533-1BF094856EB6}" destId="{84047780-3AE3-409A-AD1D-45A2F097546B}" srcOrd="0" destOrd="0" presId="urn:microsoft.com/office/officeart/2005/8/layout/hList1"/>
    <dgm:cxn modelId="{41E5BCEC-EED0-4AC9-ADAF-FEF5F024D76D}" type="presOf" srcId="{A074DD83-6C66-4C14-8EA1-F8EE8881C650}" destId="{76FD0B7F-C55C-42BB-ADAD-250A9BB919A8}" srcOrd="0" destOrd="1" presId="urn:microsoft.com/office/officeart/2005/8/layout/hList1"/>
    <dgm:cxn modelId="{8AB816EE-F2BA-4B7E-8F98-D6DA55AC9A07}" srcId="{419DC1BF-9C27-4AC4-8EBF-AFF2A8E48274}" destId="{A074DD83-6C66-4C14-8EA1-F8EE8881C650}" srcOrd="1" destOrd="0" parTransId="{A7EB5AEE-0426-4DF6-B9C7-F1CDF70154B2}" sibTransId="{BAEDE614-9BEF-4695-BB6F-1465E7252B94}"/>
    <dgm:cxn modelId="{A2660BF5-D6C8-4787-9F23-CD332CE111B9}" srcId="{419DC1BF-9C27-4AC4-8EBF-AFF2A8E48274}" destId="{F58A2DAD-16E5-4656-97A2-0CEBCC751685}" srcOrd="2" destOrd="0" parTransId="{DCB54F63-2C9A-4366-86A3-9EDFAE682597}" sibTransId="{886C1E05-B855-4310-8D54-62F8530C80C1}"/>
    <dgm:cxn modelId="{12209115-016D-4191-8552-3F5C56AE8850}" type="presParOf" srcId="{84047780-3AE3-409A-AD1D-45A2F097546B}" destId="{F2E75D9D-F889-4B1E-80C0-EC1E8DCCDF42}" srcOrd="0" destOrd="0" presId="urn:microsoft.com/office/officeart/2005/8/layout/hList1"/>
    <dgm:cxn modelId="{F5167D66-B493-47ED-9DFC-828CA10D7AED}" type="presParOf" srcId="{F2E75D9D-F889-4B1E-80C0-EC1E8DCCDF42}" destId="{9167C2F2-277A-4A90-BD80-FDD92262B371}" srcOrd="0" destOrd="0" presId="urn:microsoft.com/office/officeart/2005/8/layout/hList1"/>
    <dgm:cxn modelId="{F785C457-03DD-46A1-813A-1198B3C63653}" type="presParOf" srcId="{F2E75D9D-F889-4B1E-80C0-EC1E8DCCDF42}" destId="{8088EC57-3E4F-45B9-A891-5C6628C02874}" srcOrd="1" destOrd="0" presId="urn:microsoft.com/office/officeart/2005/8/layout/hList1"/>
    <dgm:cxn modelId="{5AB54E46-2482-4B01-9513-107E29FE292B}" type="presParOf" srcId="{84047780-3AE3-409A-AD1D-45A2F097546B}" destId="{983B7B85-BBE8-4214-935B-9ECF8C754ED1}" srcOrd="1" destOrd="0" presId="urn:microsoft.com/office/officeart/2005/8/layout/hList1"/>
    <dgm:cxn modelId="{267FA97F-1D72-4F65-A9C5-89F7BDA254B7}" type="presParOf" srcId="{84047780-3AE3-409A-AD1D-45A2F097546B}" destId="{717852EB-77FC-45E7-BB18-09DEEF654E2E}" srcOrd="2" destOrd="0" presId="urn:microsoft.com/office/officeart/2005/8/layout/hList1"/>
    <dgm:cxn modelId="{02A47037-1AC8-4BD4-B5C2-134AFD3AE973}" type="presParOf" srcId="{717852EB-77FC-45E7-BB18-09DEEF654E2E}" destId="{D4D7CCF1-BAF0-42C7-A631-12068B075723}" srcOrd="0" destOrd="0" presId="urn:microsoft.com/office/officeart/2005/8/layout/hList1"/>
    <dgm:cxn modelId="{C83EEE5C-7174-4FFE-8D2E-F211BFE7282D}" type="presParOf" srcId="{717852EB-77FC-45E7-BB18-09DEEF654E2E}" destId="{76FD0B7F-C55C-42BB-ADAD-250A9BB919A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4B955C4-8F99-4672-9444-F1AA7643E2D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Z"/>
        </a:p>
      </dgm:t>
    </dgm:pt>
    <dgm:pt modelId="{8BA0DDBE-E405-4345-984E-E7011BD2528E}">
      <dgm:prSet/>
      <dgm:spPr/>
      <dgm:t>
        <a:bodyPr/>
        <a:lstStyle/>
        <a:p>
          <a:r>
            <a:rPr lang="en-US" u="sng" dirty="0">
              <a:solidFill>
                <a:schemeClr val="tx1"/>
              </a:solidFill>
            </a:rPr>
            <a:t>LS</a:t>
          </a:r>
          <a:r>
            <a:rPr lang="en-US" dirty="0">
              <a:solidFill>
                <a:schemeClr val="tx1"/>
              </a:solidFill>
            </a:rPr>
            <a:t> </a:t>
          </a:r>
          <a:endParaRPr lang="en-NZ" dirty="0">
            <a:solidFill>
              <a:schemeClr val="tx1"/>
            </a:solidFill>
          </a:endParaRPr>
        </a:p>
      </dgm:t>
    </dgm:pt>
    <dgm:pt modelId="{9567FDE2-01FE-41B8-838F-40CCAF815CAE}" type="parTrans" cxnId="{5F32F797-A38D-4D2D-8C3B-E1D8987CD76A}">
      <dgm:prSet/>
      <dgm:spPr/>
      <dgm:t>
        <a:bodyPr/>
        <a:lstStyle/>
        <a:p>
          <a:endParaRPr lang="en-NZ"/>
        </a:p>
      </dgm:t>
    </dgm:pt>
    <dgm:pt modelId="{2FBA5B95-F31A-44AF-BD03-DD7690AAA705}" type="sibTrans" cxnId="{5F32F797-A38D-4D2D-8C3B-E1D8987CD76A}">
      <dgm:prSet/>
      <dgm:spPr/>
      <dgm:t>
        <a:bodyPr/>
        <a:lstStyle/>
        <a:p>
          <a:endParaRPr lang="en-NZ"/>
        </a:p>
      </dgm:t>
    </dgm:pt>
    <dgm:pt modelId="{488EEC44-9DAA-42EA-A91F-73E615E39CF8}">
      <dgm:prSet/>
      <dgm:spPr/>
      <dgm:t>
        <a:bodyPr/>
        <a:lstStyle/>
        <a:p>
          <a:r>
            <a:rPr lang="en-US" dirty="0"/>
            <a:t>a node can advertise incorrect </a:t>
          </a:r>
          <a:r>
            <a:rPr lang="en-US" i="1" dirty="0"/>
            <a:t>link</a:t>
          </a:r>
          <a:r>
            <a:rPr lang="en-US" dirty="0"/>
            <a:t> cost</a:t>
          </a:r>
          <a:endParaRPr lang="en-NZ" dirty="0"/>
        </a:p>
      </dgm:t>
    </dgm:pt>
    <dgm:pt modelId="{6BFD539F-7F5B-4F10-B20F-3076B5038FF1}" type="parTrans" cxnId="{66B219EB-D254-4F1D-803D-789A394846C5}">
      <dgm:prSet/>
      <dgm:spPr/>
      <dgm:t>
        <a:bodyPr/>
        <a:lstStyle/>
        <a:p>
          <a:endParaRPr lang="en-NZ"/>
        </a:p>
      </dgm:t>
    </dgm:pt>
    <dgm:pt modelId="{0E790077-3A6E-451F-8235-091B7E883371}" type="sibTrans" cxnId="{66B219EB-D254-4F1D-803D-789A394846C5}">
      <dgm:prSet/>
      <dgm:spPr/>
      <dgm:t>
        <a:bodyPr/>
        <a:lstStyle/>
        <a:p>
          <a:endParaRPr lang="en-NZ"/>
        </a:p>
      </dgm:t>
    </dgm:pt>
    <dgm:pt modelId="{5EB276C1-2834-487A-A6B9-8CE7A9661D18}">
      <dgm:prSet/>
      <dgm:spPr/>
      <dgm:t>
        <a:bodyPr/>
        <a:lstStyle/>
        <a:p>
          <a:r>
            <a:rPr lang="en-US" dirty="0"/>
            <a:t>each node computes only its </a:t>
          </a:r>
          <a:r>
            <a:rPr lang="en-US" i="1" dirty="0"/>
            <a:t>own</a:t>
          </a:r>
          <a:r>
            <a:rPr lang="en-US" dirty="0"/>
            <a:t> table</a:t>
          </a:r>
          <a:endParaRPr lang="en-NZ" dirty="0"/>
        </a:p>
      </dgm:t>
    </dgm:pt>
    <dgm:pt modelId="{30C5637A-AB6F-4AB4-A35B-9C19D114D5C0}" type="parTrans" cxnId="{AC5A3E47-E244-4EEF-8541-7305B03F9888}">
      <dgm:prSet/>
      <dgm:spPr/>
      <dgm:t>
        <a:bodyPr/>
        <a:lstStyle/>
        <a:p>
          <a:endParaRPr lang="en-NZ"/>
        </a:p>
      </dgm:t>
    </dgm:pt>
    <dgm:pt modelId="{40A1270D-655E-422E-8C31-744CC6EC69DE}" type="sibTrans" cxnId="{AC5A3E47-E244-4EEF-8541-7305B03F9888}">
      <dgm:prSet/>
      <dgm:spPr/>
      <dgm:t>
        <a:bodyPr/>
        <a:lstStyle/>
        <a:p>
          <a:endParaRPr lang="en-NZ"/>
        </a:p>
      </dgm:t>
    </dgm:pt>
    <dgm:pt modelId="{55D969B2-9B6C-4490-BD8A-343204DF10A6}">
      <dgm:prSet/>
      <dgm:spPr/>
      <dgm:t>
        <a:bodyPr/>
        <a:lstStyle/>
        <a:p>
          <a:r>
            <a:rPr lang="en-US" u="sng" dirty="0">
              <a:solidFill>
                <a:schemeClr val="tx1"/>
              </a:solidFill>
            </a:rPr>
            <a:t>DV</a:t>
          </a:r>
          <a:endParaRPr lang="en-NZ" dirty="0">
            <a:solidFill>
              <a:schemeClr val="tx1"/>
            </a:solidFill>
          </a:endParaRPr>
        </a:p>
      </dgm:t>
    </dgm:pt>
    <dgm:pt modelId="{BC60C13C-B98A-4711-BF96-B5CC5434A4AE}" type="parTrans" cxnId="{B6F6CCD1-FDA8-4179-9542-B631BDF033C2}">
      <dgm:prSet/>
      <dgm:spPr/>
      <dgm:t>
        <a:bodyPr/>
        <a:lstStyle/>
        <a:p>
          <a:endParaRPr lang="en-NZ"/>
        </a:p>
      </dgm:t>
    </dgm:pt>
    <dgm:pt modelId="{DB77D42D-2B28-4242-B1D3-C6B63973F5C9}" type="sibTrans" cxnId="{B6F6CCD1-FDA8-4179-9542-B631BDF033C2}">
      <dgm:prSet/>
      <dgm:spPr/>
      <dgm:t>
        <a:bodyPr/>
        <a:lstStyle/>
        <a:p>
          <a:endParaRPr lang="en-NZ"/>
        </a:p>
      </dgm:t>
    </dgm:pt>
    <dgm:pt modelId="{FBC47A23-8412-4B20-9419-7637A1629D11}">
      <dgm:prSet/>
      <dgm:spPr/>
      <dgm:t>
        <a:bodyPr/>
        <a:lstStyle/>
        <a:p>
          <a:r>
            <a:rPr lang="en-US"/>
            <a:t>a node can advertise incorrect </a:t>
          </a:r>
          <a:r>
            <a:rPr lang="en-US" i="1"/>
            <a:t>path</a:t>
          </a:r>
          <a:r>
            <a:rPr lang="en-US"/>
            <a:t> cost</a:t>
          </a:r>
          <a:endParaRPr lang="en-NZ"/>
        </a:p>
      </dgm:t>
    </dgm:pt>
    <dgm:pt modelId="{B464E88A-20B9-4D2C-8C3C-EE59FA082DD1}" type="parTrans" cxnId="{4F561D4C-BFE4-4BE4-88C2-CCEACF5D51C9}">
      <dgm:prSet/>
      <dgm:spPr/>
      <dgm:t>
        <a:bodyPr/>
        <a:lstStyle/>
        <a:p>
          <a:endParaRPr lang="en-NZ"/>
        </a:p>
      </dgm:t>
    </dgm:pt>
    <dgm:pt modelId="{F7BCF796-76D8-4AAA-B27D-157C8C63EDB6}" type="sibTrans" cxnId="{4F561D4C-BFE4-4BE4-88C2-CCEACF5D51C9}">
      <dgm:prSet/>
      <dgm:spPr/>
      <dgm:t>
        <a:bodyPr/>
        <a:lstStyle/>
        <a:p>
          <a:endParaRPr lang="en-NZ"/>
        </a:p>
      </dgm:t>
    </dgm:pt>
    <dgm:pt modelId="{537DBE86-239C-44D4-94D7-DFC9431CA94F}">
      <dgm:prSet/>
      <dgm:spPr/>
      <dgm:t>
        <a:bodyPr/>
        <a:lstStyle/>
        <a:p>
          <a:r>
            <a:rPr lang="en-US"/>
            <a:t>each node’s distance vector is used by others </a:t>
          </a:r>
          <a:endParaRPr lang="en-NZ"/>
        </a:p>
      </dgm:t>
    </dgm:pt>
    <dgm:pt modelId="{8A7CC913-D99C-4F98-94E0-6651FF2C2DF9}" type="parTrans" cxnId="{A2DA2062-2AFF-49EE-B723-04FD74D9EADB}">
      <dgm:prSet/>
      <dgm:spPr/>
      <dgm:t>
        <a:bodyPr/>
        <a:lstStyle/>
        <a:p>
          <a:endParaRPr lang="en-NZ"/>
        </a:p>
      </dgm:t>
    </dgm:pt>
    <dgm:pt modelId="{0355C130-D9A9-45F8-A9F3-996D37048542}" type="sibTrans" cxnId="{A2DA2062-2AFF-49EE-B723-04FD74D9EADB}">
      <dgm:prSet/>
      <dgm:spPr/>
      <dgm:t>
        <a:bodyPr/>
        <a:lstStyle/>
        <a:p>
          <a:endParaRPr lang="en-NZ"/>
        </a:p>
      </dgm:t>
    </dgm:pt>
    <dgm:pt modelId="{5873C0D7-4AA2-4C9A-8DF7-C652E0B6AD8B}">
      <dgm:prSet/>
      <dgm:spPr/>
      <dgm:t>
        <a:bodyPr/>
        <a:lstStyle/>
        <a:p>
          <a:r>
            <a:rPr lang="en-US"/>
            <a:t>error propagates through the entire network</a:t>
          </a:r>
          <a:endParaRPr lang="en-NZ"/>
        </a:p>
      </dgm:t>
    </dgm:pt>
    <dgm:pt modelId="{5FAFE9E0-34A7-4169-92CD-A04370352B0A}" type="parTrans" cxnId="{B71C6147-5132-480A-9FAA-16EA9013818E}">
      <dgm:prSet/>
      <dgm:spPr/>
      <dgm:t>
        <a:bodyPr/>
        <a:lstStyle/>
        <a:p>
          <a:endParaRPr lang="en-NZ"/>
        </a:p>
      </dgm:t>
    </dgm:pt>
    <dgm:pt modelId="{DDA0824E-D1D6-42A8-9E5D-D342CDAD6DC3}" type="sibTrans" cxnId="{B71C6147-5132-480A-9FAA-16EA9013818E}">
      <dgm:prSet/>
      <dgm:spPr/>
      <dgm:t>
        <a:bodyPr/>
        <a:lstStyle/>
        <a:p>
          <a:endParaRPr lang="en-NZ"/>
        </a:p>
      </dgm:t>
    </dgm:pt>
    <dgm:pt modelId="{0ED7FBC3-66ED-4930-90DC-9EDBF21DCB99}" type="pres">
      <dgm:prSet presAssocID="{44B955C4-8F99-4672-9444-F1AA7643E2DF}" presName="linear" presStyleCnt="0">
        <dgm:presLayoutVars>
          <dgm:dir/>
          <dgm:animLvl val="lvl"/>
          <dgm:resizeHandles val="exact"/>
        </dgm:presLayoutVars>
      </dgm:prSet>
      <dgm:spPr/>
    </dgm:pt>
    <dgm:pt modelId="{C54975B6-47F4-46EA-97BC-697DDF6A5C09}" type="pres">
      <dgm:prSet presAssocID="{8BA0DDBE-E405-4345-984E-E7011BD2528E}" presName="parentLin" presStyleCnt="0"/>
      <dgm:spPr/>
    </dgm:pt>
    <dgm:pt modelId="{8DEE29DC-4EA1-4924-B6DA-160605C0BF25}" type="pres">
      <dgm:prSet presAssocID="{8BA0DDBE-E405-4345-984E-E7011BD2528E}" presName="parentLeftMargin" presStyleLbl="node1" presStyleIdx="0" presStyleCnt="2"/>
      <dgm:spPr/>
    </dgm:pt>
    <dgm:pt modelId="{3C5E2005-30CA-492F-9341-1B36C9A1819D}" type="pres">
      <dgm:prSet presAssocID="{8BA0DDBE-E405-4345-984E-E7011BD2528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144161E-16C8-48B5-9816-DDB5929F382B}" type="pres">
      <dgm:prSet presAssocID="{8BA0DDBE-E405-4345-984E-E7011BD2528E}" presName="negativeSpace" presStyleCnt="0"/>
      <dgm:spPr/>
    </dgm:pt>
    <dgm:pt modelId="{E8011623-0738-4AB5-846F-42EE0238BEFC}" type="pres">
      <dgm:prSet presAssocID="{8BA0DDBE-E405-4345-984E-E7011BD2528E}" presName="childText" presStyleLbl="conFgAcc1" presStyleIdx="0" presStyleCnt="2">
        <dgm:presLayoutVars>
          <dgm:bulletEnabled val="1"/>
        </dgm:presLayoutVars>
      </dgm:prSet>
      <dgm:spPr/>
    </dgm:pt>
    <dgm:pt modelId="{08D4E6E4-91E2-41EF-B574-117340D5FCD4}" type="pres">
      <dgm:prSet presAssocID="{2FBA5B95-F31A-44AF-BD03-DD7690AAA705}" presName="spaceBetweenRectangles" presStyleCnt="0"/>
      <dgm:spPr/>
    </dgm:pt>
    <dgm:pt modelId="{B8A3AED4-A9E3-44D0-8FFD-763815E2037D}" type="pres">
      <dgm:prSet presAssocID="{55D969B2-9B6C-4490-BD8A-343204DF10A6}" presName="parentLin" presStyleCnt="0"/>
      <dgm:spPr/>
    </dgm:pt>
    <dgm:pt modelId="{B53CD8D3-CE9D-4F01-8289-AE68C435F62B}" type="pres">
      <dgm:prSet presAssocID="{55D969B2-9B6C-4490-BD8A-343204DF10A6}" presName="parentLeftMargin" presStyleLbl="node1" presStyleIdx="0" presStyleCnt="2"/>
      <dgm:spPr/>
    </dgm:pt>
    <dgm:pt modelId="{D7C58DE5-9F7B-4166-8DFB-76A571045BD1}" type="pres">
      <dgm:prSet presAssocID="{55D969B2-9B6C-4490-BD8A-343204DF10A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C3B46E3-2E04-4BF3-8789-13612ADE697F}" type="pres">
      <dgm:prSet presAssocID="{55D969B2-9B6C-4490-BD8A-343204DF10A6}" presName="negativeSpace" presStyleCnt="0"/>
      <dgm:spPr/>
    </dgm:pt>
    <dgm:pt modelId="{97B2DDD4-70CA-4830-A6F7-6C6A1FEF6F82}" type="pres">
      <dgm:prSet presAssocID="{55D969B2-9B6C-4490-BD8A-343204DF10A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85EAD20-AB79-451A-A83A-3F65217C318D}" type="presOf" srcId="{55D969B2-9B6C-4490-BD8A-343204DF10A6}" destId="{B53CD8D3-CE9D-4F01-8289-AE68C435F62B}" srcOrd="0" destOrd="0" presId="urn:microsoft.com/office/officeart/2005/8/layout/list1"/>
    <dgm:cxn modelId="{8399C925-B732-4C0B-B465-E9EF67578189}" type="presOf" srcId="{488EEC44-9DAA-42EA-A91F-73E615E39CF8}" destId="{E8011623-0738-4AB5-846F-42EE0238BEFC}" srcOrd="0" destOrd="0" presId="urn:microsoft.com/office/officeart/2005/8/layout/list1"/>
    <dgm:cxn modelId="{9E4A6631-559D-414C-890E-7771D3DA2483}" type="presOf" srcId="{44B955C4-8F99-4672-9444-F1AA7643E2DF}" destId="{0ED7FBC3-66ED-4930-90DC-9EDBF21DCB99}" srcOrd="0" destOrd="0" presId="urn:microsoft.com/office/officeart/2005/8/layout/list1"/>
    <dgm:cxn modelId="{ADCC533B-CD99-4D83-980D-E281EABF0C27}" type="presOf" srcId="{8BA0DDBE-E405-4345-984E-E7011BD2528E}" destId="{8DEE29DC-4EA1-4924-B6DA-160605C0BF25}" srcOrd="0" destOrd="0" presId="urn:microsoft.com/office/officeart/2005/8/layout/list1"/>
    <dgm:cxn modelId="{AC5A3E47-E244-4EEF-8541-7305B03F9888}" srcId="{8BA0DDBE-E405-4345-984E-E7011BD2528E}" destId="{5EB276C1-2834-487A-A6B9-8CE7A9661D18}" srcOrd="1" destOrd="0" parTransId="{30C5637A-AB6F-4AB4-A35B-9C19D114D5C0}" sibTransId="{40A1270D-655E-422E-8C31-744CC6EC69DE}"/>
    <dgm:cxn modelId="{B71C6147-5132-480A-9FAA-16EA9013818E}" srcId="{55D969B2-9B6C-4490-BD8A-343204DF10A6}" destId="{5873C0D7-4AA2-4C9A-8DF7-C652E0B6AD8B}" srcOrd="2" destOrd="0" parTransId="{5FAFE9E0-34A7-4169-92CD-A04370352B0A}" sibTransId="{DDA0824E-D1D6-42A8-9E5D-D342CDAD6DC3}"/>
    <dgm:cxn modelId="{4F561D4C-BFE4-4BE4-88C2-CCEACF5D51C9}" srcId="{55D969B2-9B6C-4490-BD8A-343204DF10A6}" destId="{FBC47A23-8412-4B20-9419-7637A1629D11}" srcOrd="0" destOrd="0" parTransId="{B464E88A-20B9-4D2C-8C3C-EE59FA082DD1}" sibTransId="{F7BCF796-76D8-4AAA-B27D-157C8C63EDB6}"/>
    <dgm:cxn modelId="{A2DA2062-2AFF-49EE-B723-04FD74D9EADB}" srcId="{55D969B2-9B6C-4490-BD8A-343204DF10A6}" destId="{537DBE86-239C-44D4-94D7-DFC9431CA94F}" srcOrd="1" destOrd="0" parTransId="{8A7CC913-D99C-4F98-94E0-6651FF2C2DF9}" sibTransId="{0355C130-D9A9-45F8-A9F3-996D37048542}"/>
    <dgm:cxn modelId="{75533497-8E06-4608-9FF2-B08E873C6283}" type="presOf" srcId="{5873C0D7-4AA2-4C9A-8DF7-C652E0B6AD8B}" destId="{97B2DDD4-70CA-4830-A6F7-6C6A1FEF6F82}" srcOrd="0" destOrd="2" presId="urn:microsoft.com/office/officeart/2005/8/layout/list1"/>
    <dgm:cxn modelId="{5F32F797-A38D-4D2D-8C3B-E1D8987CD76A}" srcId="{44B955C4-8F99-4672-9444-F1AA7643E2DF}" destId="{8BA0DDBE-E405-4345-984E-E7011BD2528E}" srcOrd="0" destOrd="0" parTransId="{9567FDE2-01FE-41B8-838F-40CCAF815CAE}" sibTransId="{2FBA5B95-F31A-44AF-BD03-DD7690AAA705}"/>
    <dgm:cxn modelId="{D979C4A2-BBC9-49DD-B035-3A349C30108F}" type="presOf" srcId="{537DBE86-239C-44D4-94D7-DFC9431CA94F}" destId="{97B2DDD4-70CA-4830-A6F7-6C6A1FEF6F82}" srcOrd="0" destOrd="1" presId="urn:microsoft.com/office/officeart/2005/8/layout/list1"/>
    <dgm:cxn modelId="{F9E0DBB1-555F-454D-8CE0-EB1335B5E1F4}" type="presOf" srcId="{8BA0DDBE-E405-4345-984E-E7011BD2528E}" destId="{3C5E2005-30CA-492F-9341-1B36C9A1819D}" srcOrd="1" destOrd="0" presId="urn:microsoft.com/office/officeart/2005/8/layout/list1"/>
    <dgm:cxn modelId="{B6F6CCD1-FDA8-4179-9542-B631BDF033C2}" srcId="{44B955C4-8F99-4672-9444-F1AA7643E2DF}" destId="{55D969B2-9B6C-4490-BD8A-343204DF10A6}" srcOrd="1" destOrd="0" parTransId="{BC60C13C-B98A-4711-BF96-B5CC5434A4AE}" sibTransId="{DB77D42D-2B28-4242-B1D3-C6B63973F5C9}"/>
    <dgm:cxn modelId="{683954DC-3738-4267-B86F-64CC9154D3E4}" type="presOf" srcId="{55D969B2-9B6C-4490-BD8A-343204DF10A6}" destId="{D7C58DE5-9F7B-4166-8DFB-76A571045BD1}" srcOrd="1" destOrd="0" presId="urn:microsoft.com/office/officeart/2005/8/layout/list1"/>
    <dgm:cxn modelId="{7E223FE3-537E-453C-A8A0-EA896CF43938}" type="presOf" srcId="{5EB276C1-2834-487A-A6B9-8CE7A9661D18}" destId="{E8011623-0738-4AB5-846F-42EE0238BEFC}" srcOrd="0" destOrd="1" presId="urn:microsoft.com/office/officeart/2005/8/layout/list1"/>
    <dgm:cxn modelId="{1AD7EFE3-8EB4-42A3-9DC7-756926C91969}" type="presOf" srcId="{FBC47A23-8412-4B20-9419-7637A1629D11}" destId="{97B2DDD4-70CA-4830-A6F7-6C6A1FEF6F82}" srcOrd="0" destOrd="0" presId="urn:microsoft.com/office/officeart/2005/8/layout/list1"/>
    <dgm:cxn modelId="{66B219EB-D254-4F1D-803D-789A394846C5}" srcId="{8BA0DDBE-E405-4345-984E-E7011BD2528E}" destId="{488EEC44-9DAA-42EA-A91F-73E615E39CF8}" srcOrd="0" destOrd="0" parTransId="{6BFD539F-7F5B-4F10-B20F-3076B5038FF1}" sibTransId="{0E790077-3A6E-451F-8235-091B7E883371}"/>
    <dgm:cxn modelId="{677D62D9-1872-4902-AE19-6022CCD0475E}" type="presParOf" srcId="{0ED7FBC3-66ED-4930-90DC-9EDBF21DCB99}" destId="{C54975B6-47F4-46EA-97BC-697DDF6A5C09}" srcOrd="0" destOrd="0" presId="urn:microsoft.com/office/officeart/2005/8/layout/list1"/>
    <dgm:cxn modelId="{7F213EED-B550-457B-B3E3-21D09DA26DE7}" type="presParOf" srcId="{C54975B6-47F4-46EA-97BC-697DDF6A5C09}" destId="{8DEE29DC-4EA1-4924-B6DA-160605C0BF25}" srcOrd="0" destOrd="0" presId="urn:microsoft.com/office/officeart/2005/8/layout/list1"/>
    <dgm:cxn modelId="{E4BE8EA0-52FB-4A16-AC7B-637CA3BFF9D3}" type="presParOf" srcId="{C54975B6-47F4-46EA-97BC-697DDF6A5C09}" destId="{3C5E2005-30CA-492F-9341-1B36C9A1819D}" srcOrd="1" destOrd="0" presId="urn:microsoft.com/office/officeart/2005/8/layout/list1"/>
    <dgm:cxn modelId="{421F2F50-B5F5-4CB3-9F26-CA1AEC700F4D}" type="presParOf" srcId="{0ED7FBC3-66ED-4930-90DC-9EDBF21DCB99}" destId="{8144161E-16C8-48B5-9816-DDB5929F382B}" srcOrd="1" destOrd="0" presId="urn:microsoft.com/office/officeart/2005/8/layout/list1"/>
    <dgm:cxn modelId="{F6A0A0B1-1EA5-4184-A85E-C711DD267CCE}" type="presParOf" srcId="{0ED7FBC3-66ED-4930-90DC-9EDBF21DCB99}" destId="{E8011623-0738-4AB5-846F-42EE0238BEFC}" srcOrd="2" destOrd="0" presId="urn:microsoft.com/office/officeart/2005/8/layout/list1"/>
    <dgm:cxn modelId="{A5375FC4-6869-40A2-9CDF-40A9D5384FBB}" type="presParOf" srcId="{0ED7FBC3-66ED-4930-90DC-9EDBF21DCB99}" destId="{08D4E6E4-91E2-41EF-B574-117340D5FCD4}" srcOrd="3" destOrd="0" presId="urn:microsoft.com/office/officeart/2005/8/layout/list1"/>
    <dgm:cxn modelId="{564E4728-CC04-4152-BAA7-0BB9E9608F3E}" type="presParOf" srcId="{0ED7FBC3-66ED-4930-90DC-9EDBF21DCB99}" destId="{B8A3AED4-A9E3-44D0-8FFD-763815E2037D}" srcOrd="4" destOrd="0" presId="urn:microsoft.com/office/officeart/2005/8/layout/list1"/>
    <dgm:cxn modelId="{A4DFB32D-7FAF-4141-92B0-CB8D3A5E66AD}" type="presParOf" srcId="{B8A3AED4-A9E3-44D0-8FFD-763815E2037D}" destId="{B53CD8D3-CE9D-4F01-8289-AE68C435F62B}" srcOrd="0" destOrd="0" presId="urn:microsoft.com/office/officeart/2005/8/layout/list1"/>
    <dgm:cxn modelId="{659B1EEC-C80E-4B46-AAC6-0CD16DF37954}" type="presParOf" srcId="{B8A3AED4-A9E3-44D0-8FFD-763815E2037D}" destId="{D7C58DE5-9F7B-4166-8DFB-76A571045BD1}" srcOrd="1" destOrd="0" presId="urn:microsoft.com/office/officeart/2005/8/layout/list1"/>
    <dgm:cxn modelId="{3415D0B3-C81A-44F6-A305-598D96C278F4}" type="presParOf" srcId="{0ED7FBC3-66ED-4930-90DC-9EDBF21DCB99}" destId="{7C3B46E3-2E04-4BF3-8789-13612ADE697F}" srcOrd="5" destOrd="0" presId="urn:microsoft.com/office/officeart/2005/8/layout/list1"/>
    <dgm:cxn modelId="{CE431E13-7E10-498E-A81F-C5CF78F28469}" type="presParOf" srcId="{0ED7FBC3-66ED-4930-90DC-9EDBF21DCB99}" destId="{97B2DDD4-70CA-4830-A6F7-6C6A1FEF6F82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E87B9E-BCDB-4EF7-8956-DEE0255F8093}">
      <dsp:nvSpPr>
        <dsp:cNvPr id="0" name=""/>
        <dsp:cNvSpPr/>
      </dsp:nvSpPr>
      <dsp:spPr>
        <a:xfrm>
          <a:off x="0" y="612187"/>
          <a:ext cx="8229600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tx1">
                  <a:lumMod val="75000"/>
                  <a:lumOff val="25000"/>
                </a:schemeClr>
              </a:solidFill>
            </a:rPr>
            <a:t>An AS exhibits the following characteristics:</a:t>
          </a:r>
          <a:endParaRPr lang="en-AU" sz="2800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59399" y="671586"/>
        <a:ext cx="8110802" cy="1098002"/>
      </dsp:txXfrm>
    </dsp:sp>
    <dsp:sp modelId="{8D7F9CE6-58ED-45E3-A1B8-71A435E33BC6}">
      <dsp:nvSpPr>
        <dsp:cNvPr id="0" name=""/>
        <dsp:cNvSpPr/>
      </dsp:nvSpPr>
      <dsp:spPr>
        <a:xfrm>
          <a:off x="0" y="1828987"/>
          <a:ext cx="8229600" cy="2892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35560" rIns="199136" bIns="3556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 dirty="0"/>
            <a:t>is a set of routers and networks managed by a </a:t>
          </a:r>
          <a:r>
            <a:rPr lang="en-US" sz="2800" i="1" kern="1200" dirty="0">
              <a:solidFill>
                <a:srgbClr val="FF0000"/>
              </a:solidFill>
            </a:rPr>
            <a:t>single</a:t>
          </a:r>
          <a:r>
            <a:rPr lang="en-US" sz="2800" kern="1200" dirty="0"/>
            <a:t> organisation</a:t>
          </a:r>
          <a:endParaRPr lang="en-AU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 dirty="0"/>
            <a:t>typically consists of a group of routers exchanging information via a </a:t>
          </a:r>
          <a:r>
            <a:rPr lang="en-US" sz="2800" i="1" kern="1200" dirty="0">
              <a:solidFill>
                <a:srgbClr val="FF0000"/>
              </a:solidFill>
            </a:rPr>
            <a:t>common</a:t>
          </a:r>
          <a:r>
            <a:rPr lang="en-US" sz="2800" kern="1200" dirty="0"/>
            <a:t> routing protocol</a:t>
          </a:r>
          <a:endParaRPr lang="en-AU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kern="1200" dirty="0"/>
            <a:t>is </a:t>
          </a:r>
          <a:r>
            <a:rPr lang="en-US" sz="2800" i="1" kern="1200" dirty="0">
              <a:solidFill>
                <a:srgbClr val="FF0000"/>
              </a:solidFill>
            </a:rPr>
            <a:t>connected</a:t>
          </a:r>
          <a:r>
            <a:rPr lang="en-US" sz="2800" kern="1200" dirty="0"/>
            <a:t>, except in times of failure</a:t>
          </a:r>
          <a:endParaRPr lang="en-AU" sz="2800" kern="1200" dirty="0"/>
        </a:p>
      </dsp:txBody>
      <dsp:txXfrm>
        <a:off x="0" y="1828987"/>
        <a:ext cx="8229600" cy="28928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5339DE-1BE3-4AFB-91EB-B430A9627D68}">
      <dsp:nvSpPr>
        <dsp:cNvPr id="0" name=""/>
        <dsp:cNvSpPr/>
      </dsp:nvSpPr>
      <dsp:spPr>
        <a:xfrm>
          <a:off x="0" y="190650"/>
          <a:ext cx="8229600" cy="489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900" kern="1200" dirty="0">
              <a:solidFill>
                <a:schemeClr val="tx1"/>
              </a:solidFill>
            </a:rPr>
            <a:t>Fixed/static routing</a:t>
          </a:r>
        </a:p>
      </dsp:txBody>
      <dsp:txXfrm>
        <a:off x="23874" y="214524"/>
        <a:ext cx="8181852" cy="441312"/>
      </dsp:txXfrm>
    </dsp:sp>
    <dsp:sp modelId="{F9ADBD38-4E19-42AC-83B3-D3808FFE1B59}">
      <dsp:nvSpPr>
        <dsp:cNvPr id="0" name=""/>
        <dsp:cNvSpPr/>
      </dsp:nvSpPr>
      <dsp:spPr>
        <a:xfrm>
          <a:off x="0" y="679710"/>
          <a:ext cx="8229600" cy="10422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 dirty="0"/>
            <a:t>A single, permanent route is configured for each source-destination pair of nodes in the network.</a:t>
          </a:r>
          <a:endParaRPr lang="en-AU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 dirty="0"/>
            <a:t>The routes are fixed, or at least only change when there is a change in the topology of the network.</a:t>
          </a:r>
          <a:endParaRPr lang="en-AU" sz="1500" kern="1200" dirty="0"/>
        </a:p>
      </dsp:txBody>
      <dsp:txXfrm>
        <a:off x="0" y="679710"/>
        <a:ext cx="8229600" cy="1042245"/>
      </dsp:txXfrm>
    </dsp:sp>
    <dsp:sp modelId="{787D8708-9B75-4513-9484-55EC1BDB4B1A}">
      <dsp:nvSpPr>
        <dsp:cNvPr id="0" name=""/>
        <dsp:cNvSpPr/>
      </dsp:nvSpPr>
      <dsp:spPr>
        <a:xfrm>
          <a:off x="0" y="1721955"/>
          <a:ext cx="8229600" cy="489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>
              <a:solidFill>
                <a:schemeClr val="tx1"/>
              </a:solidFill>
            </a:rPr>
            <a:t>Flooding</a:t>
          </a:r>
          <a:endParaRPr lang="en-AU" sz="1900" kern="1200" dirty="0">
            <a:solidFill>
              <a:schemeClr val="tx1"/>
            </a:solidFill>
          </a:endParaRPr>
        </a:p>
      </dsp:txBody>
      <dsp:txXfrm>
        <a:off x="23874" y="1745829"/>
        <a:ext cx="8181852" cy="441312"/>
      </dsp:txXfrm>
    </dsp:sp>
    <dsp:sp modelId="{24223833-5E1D-4447-8EF3-11D7D2A7A338}">
      <dsp:nvSpPr>
        <dsp:cNvPr id="0" name=""/>
        <dsp:cNvSpPr/>
      </dsp:nvSpPr>
      <dsp:spPr>
        <a:xfrm>
          <a:off x="0" y="2211015"/>
          <a:ext cx="8229600" cy="8062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/>
            <a:t>A packet is sent by a source node to every one of its neighbours. </a:t>
          </a:r>
          <a:endParaRPr lang="en-AU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/>
            <a:t>At each node, an incoming packet is retransmitted on all outgoing links except for the link on which it arrived.</a:t>
          </a:r>
          <a:endParaRPr lang="en-AU" sz="1500" kern="1200"/>
        </a:p>
      </dsp:txBody>
      <dsp:txXfrm>
        <a:off x="0" y="2211015"/>
        <a:ext cx="8229600" cy="806264"/>
      </dsp:txXfrm>
    </dsp:sp>
    <dsp:sp modelId="{94820456-2A59-47FE-BE7D-B17BC4F5E815}">
      <dsp:nvSpPr>
        <dsp:cNvPr id="0" name=""/>
        <dsp:cNvSpPr/>
      </dsp:nvSpPr>
      <dsp:spPr>
        <a:xfrm>
          <a:off x="0" y="3017280"/>
          <a:ext cx="8229600" cy="489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>
              <a:solidFill>
                <a:schemeClr val="tx1"/>
              </a:solidFill>
            </a:rPr>
            <a:t>Adaptive/dynamic routing</a:t>
          </a:r>
          <a:endParaRPr lang="en-AU" sz="1900" kern="1200" dirty="0">
            <a:solidFill>
              <a:schemeClr val="tx1"/>
            </a:solidFill>
          </a:endParaRPr>
        </a:p>
      </dsp:txBody>
      <dsp:txXfrm>
        <a:off x="23874" y="3041154"/>
        <a:ext cx="8181852" cy="441312"/>
      </dsp:txXfrm>
    </dsp:sp>
    <dsp:sp modelId="{CD7024D5-BF63-4C05-87F5-49DCF20C64F8}">
      <dsp:nvSpPr>
        <dsp:cNvPr id="0" name=""/>
        <dsp:cNvSpPr/>
      </dsp:nvSpPr>
      <dsp:spPr>
        <a:xfrm>
          <a:off x="0" y="3506340"/>
          <a:ext cx="8229600" cy="8062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/>
            <a:t>Routing decisions change as conditions on the network change, such as failure or congestion.</a:t>
          </a:r>
          <a:endParaRPr lang="en-AU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500" kern="1200"/>
            <a:t>Information about the state of the network must be exchanged among the nodes.</a:t>
          </a:r>
          <a:endParaRPr lang="en-AU" sz="1500" kern="1200"/>
        </a:p>
      </dsp:txBody>
      <dsp:txXfrm>
        <a:off x="0" y="3506340"/>
        <a:ext cx="8229600" cy="806264"/>
      </dsp:txXfrm>
    </dsp:sp>
    <dsp:sp modelId="{AF5987E3-81AB-47CE-915F-1AF737B7F7E2}">
      <dsp:nvSpPr>
        <dsp:cNvPr id="0" name=""/>
        <dsp:cNvSpPr/>
      </dsp:nvSpPr>
      <dsp:spPr>
        <a:xfrm>
          <a:off x="0" y="4312605"/>
          <a:ext cx="8229600" cy="489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900" kern="1200" dirty="0">
              <a:solidFill>
                <a:schemeClr val="tx1"/>
              </a:solidFill>
            </a:rPr>
            <a:t>Random routing</a:t>
          </a:r>
        </a:p>
      </dsp:txBody>
      <dsp:txXfrm>
        <a:off x="23874" y="4336479"/>
        <a:ext cx="8181852" cy="441312"/>
      </dsp:txXfrm>
    </dsp:sp>
    <dsp:sp modelId="{3FA18A38-CA25-4BF1-AF1F-7A9A2A143C48}">
      <dsp:nvSpPr>
        <dsp:cNvPr id="0" name=""/>
        <dsp:cNvSpPr/>
      </dsp:nvSpPr>
      <dsp:spPr>
        <a:xfrm>
          <a:off x="0" y="4801665"/>
          <a:ext cx="8229600" cy="570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Z" sz="1500" kern="1200" dirty="0"/>
            <a:t>A node selects only one outgoing path for retransmission of an incoming packet. </a:t>
          </a:r>
          <a:endParaRPr lang="en-AU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Z" sz="1500" kern="1200" dirty="0"/>
            <a:t>The outgoing link is chosen at random, excluding the link on which the packet arrived.</a:t>
          </a:r>
          <a:endParaRPr lang="en-AU" sz="1500" kern="1200" dirty="0"/>
        </a:p>
      </dsp:txBody>
      <dsp:txXfrm>
        <a:off x="0" y="4801665"/>
        <a:ext cx="8229600" cy="5702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752528-7ED9-4F1D-98EC-5D46DD724132}">
      <dsp:nvSpPr>
        <dsp:cNvPr id="0" name=""/>
        <dsp:cNvSpPr/>
      </dsp:nvSpPr>
      <dsp:spPr>
        <a:xfrm>
          <a:off x="4118" y="0"/>
          <a:ext cx="3962102" cy="53340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/>
            <a:t>Distance-vector routing</a:t>
          </a:r>
          <a:endParaRPr lang="en-AU" sz="3000" kern="1200" dirty="0"/>
        </a:p>
      </dsp:txBody>
      <dsp:txXfrm>
        <a:off x="4118" y="0"/>
        <a:ext cx="3962102" cy="1600199"/>
      </dsp:txXfrm>
    </dsp:sp>
    <dsp:sp modelId="{700877E0-568B-4A04-AFCE-B62CD3256B9D}">
      <dsp:nvSpPr>
        <dsp:cNvPr id="0" name=""/>
        <dsp:cNvSpPr/>
      </dsp:nvSpPr>
      <dsp:spPr>
        <a:xfrm>
          <a:off x="400329" y="1600655"/>
          <a:ext cx="3169681" cy="10479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chemeClr val="tx1">
                  <a:lumMod val="75000"/>
                  <a:lumOff val="25000"/>
                </a:schemeClr>
              </a:solidFill>
            </a:rPr>
            <a:t>Each router maintains a vector giving the best-known distance to each destination and which link to use to get there. </a:t>
          </a:r>
          <a:endParaRPr lang="en-AU" sz="1600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431021" y="1631347"/>
        <a:ext cx="3108297" cy="986533"/>
      </dsp:txXfrm>
    </dsp:sp>
    <dsp:sp modelId="{8BB1188D-E50E-415D-8832-A1DB9D32640B}">
      <dsp:nvSpPr>
        <dsp:cNvPr id="0" name=""/>
        <dsp:cNvSpPr/>
      </dsp:nvSpPr>
      <dsp:spPr>
        <a:xfrm>
          <a:off x="400329" y="2809791"/>
          <a:ext cx="3169681" cy="10479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chemeClr val="tx1">
                  <a:lumMod val="75000"/>
                  <a:lumOff val="25000"/>
                </a:schemeClr>
              </a:solidFill>
            </a:rPr>
            <a:t>These vectors are updated by exchanging information with the neighbours.</a:t>
          </a:r>
          <a:endParaRPr lang="en-AU" sz="1600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431021" y="2840483"/>
        <a:ext cx="3108297" cy="986533"/>
      </dsp:txXfrm>
    </dsp:sp>
    <dsp:sp modelId="{2284D6F4-88D0-4689-89D2-34F3220FD64D}">
      <dsp:nvSpPr>
        <dsp:cNvPr id="0" name=""/>
        <dsp:cNvSpPr/>
      </dsp:nvSpPr>
      <dsp:spPr>
        <a:xfrm>
          <a:off x="400329" y="4018926"/>
          <a:ext cx="3169681" cy="10479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chemeClr val="tx1">
                  <a:lumMod val="75000"/>
                  <a:lumOff val="25000"/>
                </a:schemeClr>
              </a:solidFill>
            </a:rPr>
            <a:t>Each router builds up </a:t>
          </a:r>
          <a:r>
            <a:rPr lang="en-GB" sz="1600" kern="1200" dirty="0">
              <a:solidFill>
                <a:srgbClr val="FF0000"/>
              </a:solidFill>
            </a:rPr>
            <a:t>a routing database based on neighbour updates</a:t>
          </a:r>
          <a:r>
            <a:rPr lang="en-GB" sz="1600" kern="1200" dirty="0">
              <a:solidFill>
                <a:schemeClr val="tx1">
                  <a:lumMod val="75000"/>
                  <a:lumOff val="25000"/>
                </a:schemeClr>
              </a:solidFill>
            </a:rPr>
            <a:t>.</a:t>
          </a:r>
          <a:endParaRPr lang="en-AU" sz="1600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431021" y="4049618"/>
        <a:ext cx="3108297" cy="986533"/>
      </dsp:txXfrm>
    </dsp:sp>
    <dsp:sp modelId="{5185C3F6-E99E-4354-9EF5-3233639DCA6C}">
      <dsp:nvSpPr>
        <dsp:cNvPr id="0" name=""/>
        <dsp:cNvSpPr/>
      </dsp:nvSpPr>
      <dsp:spPr>
        <a:xfrm>
          <a:off x="4263378" y="0"/>
          <a:ext cx="3962102" cy="53340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dirty="0"/>
            <a:t>Link-state routing</a:t>
          </a:r>
          <a:endParaRPr lang="en-AU" sz="3000" kern="1200" dirty="0"/>
        </a:p>
      </dsp:txBody>
      <dsp:txXfrm>
        <a:off x="4263378" y="0"/>
        <a:ext cx="3962102" cy="1600199"/>
      </dsp:txXfrm>
    </dsp:sp>
    <dsp:sp modelId="{F97FDC0E-2935-4A66-86A6-FEFFFA0169CC}">
      <dsp:nvSpPr>
        <dsp:cNvPr id="0" name=""/>
        <dsp:cNvSpPr/>
      </dsp:nvSpPr>
      <dsp:spPr>
        <a:xfrm>
          <a:off x="4659589" y="1600655"/>
          <a:ext cx="3169681" cy="10479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chemeClr val="tx1">
                  <a:lumMod val="75000"/>
                  <a:lumOff val="25000"/>
                </a:schemeClr>
              </a:solidFill>
            </a:rPr>
            <a:t>When a router is initialised, it determines the link cost on each of its network interfaces. </a:t>
          </a:r>
          <a:endParaRPr lang="en-AU" sz="1600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4690281" y="1631347"/>
        <a:ext cx="3108297" cy="986533"/>
      </dsp:txXfrm>
    </dsp:sp>
    <dsp:sp modelId="{B1D634A5-70BF-4124-BA91-2D741E4B3DC8}">
      <dsp:nvSpPr>
        <dsp:cNvPr id="0" name=""/>
        <dsp:cNvSpPr/>
      </dsp:nvSpPr>
      <dsp:spPr>
        <a:xfrm>
          <a:off x="4659589" y="2809791"/>
          <a:ext cx="3169681" cy="10479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chemeClr val="tx1">
                  <a:lumMod val="75000"/>
                  <a:lumOff val="25000"/>
                </a:schemeClr>
              </a:solidFill>
            </a:rPr>
            <a:t>The router advertises this set of link costs to </a:t>
          </a:r>
          <a:r>
            <a:rPr lang="en-GB" sz="1600" kern="1200" dirty="0">
              <a:solidFill>
                <a:srgbClr val="FF0000"/>
              </a:solidFill>
            </a:rPr>
            <a:t>all other routers </a:t>
          </a:r>
          <a:r>
            <a:rPr lang="en-GB" sz="1600" kern="1200" dirty="0">
              <a:solidFill>
                <a:schemeClr val="tx1">
                  <a:lumMod val="75000"/>
                  <a:lumOff val="25000"/>
                </a:schemeClr>
              </a:solidFill>
            </a:rPr>
            <a:t>in the internet topology.</a:t>
          </a:r>
          <a:endParaRPr lang="en-AU" sz="1600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4690281" y="2840483"/>
        <a:ext cx="3108297" cy="986533"/>
      </dsp:txXfrm>
    </dsp:sp>
    <dsp:sp modelId="{35670475-07DD-4CCA-BACC-031B99FB017D}">
      <dsp:nvSpPr>
        <dsp:cNvPr id="0" name=""/>
        <dsp:cNvSpPr/>
      </dsp:nvSpPr>
      <dsp:spPr>
        <a:xfrm>
          <a:off x="4659589" y="4018926"/>
          <a:ext cx="3169681" cy="10479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chemeClr val="tx1">
                  <a:lumMod val="75000"/>
                  <a:lumOff val="25000"/>
                </a:schemeClr>
              </a:solidFill>
            </a:rPr>
            <a:t>Each router builds up </a:t>
          </a:r>
          <a:r>
            <a:rPr lang="en-GB" sz="1600" kern="1200" dirty="0">
              <a:solidFill>
                <a:srgbClr val="FF0000"/>
              </a:solidFill>
            </a:rPr>
            <a:t>the complete topology </a:t>
          </a:r>
          <a:r>
            <a:rPr lang="en-GB" sz="1600" kern="1200" dirty="0">
              <a:solidFill>
                <a:schemeClr val="tx1">
                  <a:lumMod val="75000"/>
                  <a:lumOff val="25000"/>
                </a:schemeClr>
              </a:solidFill>
            </a:rPr>
            <a:t>of the configuration and then performs a routing calculation.</a:t>
          </a:r>
          <a:endParaRPr lang="en-AU" sz="1600" kern="1200" dirty="0">
            <a:solidFill>
              <a:schemeClr val="tx1">
                <a:lumMod val="75000"/>
                <a:lumOff val="25000"/>
              </a:schemeClr>
            </a:solidFill>
          </a:endParaRPr>
        </a:p>
      </dsp:txBody>
      <dsp:txXfrm>
        <a:off x="4690281" y="4049618"/>
        <a:ext cx="3108297" cy="98653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B16AE9-1FC5-4593-8198-47886E2DD503}">
      <dsp:nvSpPr>
        <dsp:cNvPr id="0" name=""/>
        <dsp:cNvSpPr/>
      </dsp:nvSpPr>
      <dsp:spPr>
        <a:xfrm>
          <a:off x="0" y="11550"/>
          <a:ext cx="8229600" cy="9008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 dirty="0">
              <a:solidFill>
                <a:schemeClr val="tx1">
                  <a:lumMod val="85000"/>
                  <a:lumOff val="15000"/>
                </a:schemeClr>
              </a:solidFill>
            </a:rPr>
            <a:t>Topology change </a:t>
          </a:r>
          <a:endParaRPr lang="en-AU" sz="3500" kern="1200" dirty="0">
            <a:solidFill>
              <a:schemeClr val="tx1">
                <a:lumMod val="85000"/>
                <a:lumOff val="15000"/>
              </a:schemeClr>
            </a:solidFill>
          </a:endParaRPr>
        </a:p>
      </dsp:txBody>
      <dsp:txXfrm>
        <a:off x="43978" y="55528"/>
        <a:ext cx="8141644" cy="812943"/>
      </dsp:txXfrm>
    </dsp:sp>
    <dsp:sp modelId="{8295FF5A-EB93-4FC3-8B0C-C8EFBEE92D30}">
      <dsp:nvSpPr>
        <dsp:cNvPr id="0" name=""/>
        <dsp:cNvSpPr/>
      </dsp:nvSpPr>
      <dsp:spPr>
        <a:xfrm>
          <a:off x="0" y="912450"/>
          <a:ext cx="8229600" cy="1014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700" kern="1200"/>
            <a:t>Link or node failure </a:t>
          </a:r>
          <a:endParaRPr lang="en-AU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700" kern="1200"/>
            <a:t>Link or node recovery </a:t>
          </a:r>
          <a:endParaRPr lang="en-AU" sz="2700" kern="1200"/>
        </a:p>
      </dsp:txBody>
      <dsp:txXfrm>
        <a:off x="0" y="912450"/>
        <a:ext cx="8229600" cy="1014300"/>
      </dsp:txXfrm>
    </dsp:sp>
    <dsp:sp modelId="{1BAEFEB0-D976-4A0D-B598-CDC8710C87A7}">
      <dsp:nvSpPr>
        <dsp:cNvPr id="0" name=""/>
        <dsp:cNvSpPr/>
      </dsp:nvSpPr>
      <dsp:spPr>
        <a:xfrm>
          <a:off x="0" y="1926750"/>
          <a:ext cx="8229600" cy="9008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 dirty="0">
              <a:solidFill>
                <a:schemeClr val="tx1">
                  <a:lumMod val="85000"/>
                  <a:lumOff val="15000"/>
                </a:schemeClr>
              </a:solidFill>
            </a:rPr>
            <a:t>Configuration change </a:t>
          </a:r>
          <a:endParaRPr lang="en-AU" sz="3500" kern="1200" dirty="0">
            <a:solidFill>
              <a:schemeClr val="tx1">
                <a:lumMod val="85000"/>
                <a:lumOff val="15000"/>
              </a:schemeClr>
            </a:solidFill>
          </a:endParaRPr>
        </a:p>
      </dsp:txBody>
      <dsp:txXfrm>
        <a:off x="43978" y="1970728"/>
        <a:ext cx="8141644" cy="812943"/>
      </dsp:txXfrm>
    </dsp:sp>
    <dsp:sp modelId="{9842AE87-BA39-44B3-9D00-C7C096FE1DC2}">
      <dsp:nvSpPr>
        <dsp:cNvPr id="0" name=""/>
        <dsp:cNvSpPr/>
      </dsp:nvSpPr>
      <dsp:spPr>
        <a:xfrm>
          <a:off x="0" y="2827650"/>
          <a:ext cx="8229600" cy="579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700" kern="1200"/>
            <a:t>Link cost change </a:t>
          </a:r>
          <a:endParaRPr lang="en-AU" sz="2700" kern="1200"/>
        </a:p>
      </dsp:txBody>
      <dsp:txXfrm>
        <a:off x="0" y="2827650"/>
        <a:ext cx="8229600" cy="579600"/>
      </dsp:txXfrm>
    </dsp:sp>
    <dsp:sp modelId="{5673BD5A-6B95-413F-9C2B-122AED132AB0}">
      <dsp:nvSpPr>
        <dsp:cNvPr id="0" name=""/>
        <dsp:cNvSpPr/>
      </dsp:nvSpPr>
      <dsp:spPr>
        <a:xfrm>
          <a:off x="0" y="3407250"/>
          <a:ext cx="8229600" cy="9008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 dirty="0">
              <a:solidFill>
                <a:schemeClr val="tx1">
                  <a:lumMod val="85000"/>
                  <a:lumOff val="15000"/>
                </a:schemeClr>
              </a:solidFill>
            </a:rPr>
            <a:t>Periodically </a:t>
          </a:r>
          <a:endParaRPr lang="en-AU" sz="3500" kern="1200" dirty="0">
            <a:solidFill>
              <a:schemeClr val="tx1">
                <a:lumMod val="85000"/>
                <a:lumOff val="15000"/>
              </a:schemeClr>
            </a:solidFill>
          </a:endParaRPr>
        </a:p>
      </dsp:txBody>
      <dsp:txXfrm>
        <a:off x="43978" y="3451228"/>
        <a:ext cx="8141644" cy="812943"/>
      </dsp:txXfrm>
    </dsp:sp>
    <dsp:sp modelId="{546C0215-0209-4783-AA87-0D5B947C90ED}">
      <dsp:nvSpPr>
        <dsp:cNvPr id="0" name=""/>
        <dsp:cNvSpPr/>
      </dsp:nvSpPr>
      <dsp:spPr>
        <a:xfrm>
          <a:off x="0" y="4308149"/>
          <a:ext cx="8229600" cy="1014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700" kern="1200" dirty="0"/>
            <a:t>Typically, 30 minutes </a:t>
          </a:r>
          <a:endParaRPr lang="en-AU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700" kern="1200" dirty="0"/>
            <a:t>Corrects for possible corruption of the data</a:t>
          </a:r>
          <a:endParaRPr lang="en-AU" sz="2700" kern="1200" dirty="0"/>
        </a:p>
      </dsp:txBody>
      <dsp:txXfrm>
        <a:off x="0" y="4308149"/>
        <a:ext cx="8229600" cy="10143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F1367F-1661-49BB-A57E-F17C337FC6CA}">
      <dsp:nvSpPr>
        <dsp:cNvPr id="0" name=""/>
        <dsp:cNvSpPr/>
      </dsp:nvSpPr>
      <dsp:spPr>
        <a:xfrm>
          <a:off x="0" y="3770069"/>
          <a:ext cx="7997031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36403D-1457-448F-873C-7B389A007ADE}">
      <dsp:nvSpPr>
        <dsp:cNvPr id="0" name=""/>
        <dsp:cNvSpPr/>
      </dsp:nvSpPr>
      <dsp:spPr>
        <a:xfrm>
          <a:off x="0" y="2150764"/>
          <a:ext cx="7997031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C35F8C-0469-4C50-9CEF-631694C9B085}">
      <dsp:nvSpPr>
        <dsp:cNvPr id="0" name=""/>
        <dsp:cNvSpPr/>
      </dsp:nvSpPr>
      <dsp:spPr>
        <a:xfrm>
          <a:off x="0" y="531459"/>
          <a:ext cx="7997031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5CD147-1494-404E-ACE2-28AA432FA24C}">
      <dsp:nvSpPr>
        <dsp:cNvPr id="0" name=""/>
        <dsp:cNvSpPr/>
      </dsp:nvSpPr>
      <dsp:spPr>
        <a:xfrm>
          <a:off x="2079228" y="592"/>
          <a:ext cx="5917802" cy="530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b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 </a:t>
          </a:r>
          <a:r>
            <a:rPr lang="en-US" sz="2600" b="1" kern="1200" dirty="0"/>
            <a:t>global </a:t>
          </a:r>
          <a:r>
            <a:rPr lang="en-US" sz="2600" b="0" kern="1200" dirty="0"/>
            <a:t>routing algorithm </a:t>
          </a:r>
          <a:endParaRPr lang="en-NZ" sz="2600" b="0" kern="1200" dirty="0"/>
        </a:p>
      </dsp:txBody>
      <dsp:txXfrm>
        <a:off x="2079228" y="592"/>
        <a:ext cx="5917802" cy="530867"/>
      </dsp:txXfrm>
    </dsp:sp>
    <dsp:sp modelId="{9104A5AC-8CDD-4336-B71F-97C91D3C433C}">
      <dsp:nvSpPr>
        <dsp:cNvPr id="0" name=""/>
        <dsp:cNvSpPr/>
      </dsp:nvSpPr>
      <dsp:spPr>
        <a:xfrm>
          <a:off x="0" y="592"/>
          <a:ext cx="2079228" cy="530867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u="sng" kern="1200" dirty="0">
              <a:solidFill>
                <a:schemeClr val="tx1"/>
              </a:solidFill>
            </a:rPr>
            <a:t>LS</a:t>
          </a:r>
          <a:r>
            <a:rPr lang="en-US" sz="2600" kern="1200" dirty="0">
              <a:solidFill>
                <a:schemeClr val="tx1"/>
              </a:solidFill>
            </a:rPr>
            <a:t> </a:t>
          </a:r>
          <a:endParaRPr lang="en-NZ" sz="2600" kern="1200" dirty="0">
            <a:solidFill>
              <a:schemeClr val="tx1"/>
            </a:solidFill>
          </a:endParaRPr>
        </a:p>
      </dsp:txBody>
      <dsp:txXfrm>
        <a:off x="25919" y="26511"/>
        <a:ext cx="2027390" cy="504948"/>
      </dsp:txXfrm>
    </dsp:sp>
    <dsp:sp modelId="{23ACE481-2FCA-4DC3-B17A-107787EBFD17}">
      <dsp:nvSpPr>
        <dsp:cNvPr id="0" name=""/>
        <dsp:cNvSpPr/>
      </dsp:nvSpPr>
      <dsp:spPr>
        <a:xfrm>
          <a:off x="0" y="531459"/>
          <a:ext cx="7997031" cy="1061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compute the least-cost path between a source and destination using complete and global knowledge about the network</a:t>
          </a:r>
          <a:endParaRPr lang="en-NZ" sz="2000" kern="1200"/>
        </a:p>
      </dsp:txBody>
      <dsp:txXfrm>
        <a:off x="0" y="531459"/>
        <a:ext cx="7997031" cy="1061894"/>
      </dsp:txXfrm>
    </dsp:sp>
    <dsp:sp modelId="{DE5493C4-122C-46E7-960B-A18C783F196B}">
      <dsp:nvSpPr>
        <dsp:cNvPr id="0" name=""/>
        <dsp:cNvSpPr/>
      </dsp:nvSpPr>
      <dsp:spPr>
        <a:xfrm>
          <a:off x="2079228" y="1619897"/>
          <a:ext cx="5917802" cy="530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b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 </a:t>
          </a:r>
          <a:r>
            <a:rPr lang="en-US" sz="2600" b="1" kern="1200" dirty="0"/>
            <a:t>decentralised</a:t>
          </a:r>
          <a:r>
            <a:rPr lang="en-US" sz="2600" kern="1200" dirty="0"/>
            <a:t> routing algorithm </a:t>
          </a:r>
          <a:endParaRPr lang="en-NZ" sz="2600" kern="1200" dirty="0"/>
        </a:p>
      </dsp:txBody>
      <dsp:txXfrm>
        <a:off x="2079228" y="1619897"/>
        <a:ext cx="5917802" cy="530867"/>
      </dsp:txXfrm>
    </dsp:sp>
    <dsp:sp modelId="{44E7E67B-369B-4D1D-8BC5-EADD26B81F31}">
      <dsp:nvSpPr>
        <dsp:cNvPr id="0" name=""/>
        <dsp:cNvSpPr/>
      </dsp:nvSpPr>
      <dsp:spPr>
        <a:xfrm>
          <a:off x="0" y="1619897"/>
          <a:ext cx="2079228" cy="530867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u="sng" kern="1200" dirty="0">
              <a:solidFill>
                <a:schemeClr val="tx1"/>
              </a:solidFill>
            </a:rPr>
            <a:t>DV</a:t>
          </a:r>
          <a:endParaRPr lang="en-NZ" sz="2600" kern="1200" dirty="0">
            <a:solidFill>
              <a:schemeClr val="tx1"/>
            </a:solidFill>
          </a:endParaRPr>
        </a:p>
      </dsp:txBody>
      <dsp:txXfrm>
        <a:off x="25919" y="1645816"/>
        <a:ext cx="2027390" cy="504948"/>
      </dsp:txXfrm>
    </dsp:sp>
    <dsp:sp modelId="{F00CDF8D-3828-41FC-962B-1C080E7D0D91}">
      <dsp:nvSpPr>
        <dsp:cNvPr id="0" name=""/>
        <dsp:cNvSpPr/>
      </dsp:nvSpPr>
      <dsp:spPr>
        <a:xfrm>
          <a:off x="0" y="2150764"/>
          <a:ext cx="7997031" cy="1061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calculate the least-cost path in an iterative and distributed manner</a:t>
          </a:r>
          <a:endParaRPr lang="en-NZ" sz="2000" kern="1200" dirty="0"/>
        </a:p>
      </dsp:txBody>
      <dsp:txXfrm>
        <a:off x="0" y="2150764"/>
        <a:ext cx="7997031" cy="1061894"/>
      </dsp:txXfrm>
    </dsp:sp>
    <dsp:sp modelId="{97828132-9209-4A9E-954F-F93A0C6692FC}">
      <dsp:nvSpPr>
        <dsp:cNvPr id="0" name=""/>
        <dsp:cNvSpPr/>
      </dsp:nvSpPr>
      <dsp:spPr>
        <a:xfrm>
          <a:off x="2079228" y="3239202"/>
          <a:ext cx="5917802" cy="530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b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dynamic</a:t>
          </a:r>
          <a:r>
            <a:rPr lang="en-US" sz="2600" kern="1200" dirty="0"/>
            <a:t> routing algorithms</a:t>
          </a:r>
          <a:endParaRPr lang="en-NZ" sz="2600" kern="1200" dirty="0"/>
        </a:p>
      </dsp:txBody>
      <dsp:txXfrm>
        <a:off x="2079228" y="3239202"/>
        <a:ext cx="5917802" cy="530867"/>
      </dsp:txXfrm>
    </dsp:sp>
    <dsp:sp modelId="{AC0B607C-4C70-4D90-94E9-247AF8A31B0C}">
      <dsp:nvSpPr>
        <dsp:cNvPr id="0" name=""/>
        <dsp:cNvSpPr/>
      </dsp:nvSpPr>
      <dsp:spPr>
        <a:xfrm>
          <a:off x="0" y="3239202"/>
          <a:ext cx="2079228" cy="530867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u="sng" kern="1200" dirty="0">
              <a:solidFill>
                <a:schemeClr val="tx1"/>
              </a:solidFill>
            </a:rPr>
            <a:t>Both</a:t>
          </a:r>
          <a:r>
            <a:rPr lang="en-US" sz="2600" kern="1200" dirty="0">
              <a:solidFill>
                <a:schemeClr val="tx1"/>
              </a:solidFill>
            </a:rPr>
            <a:t> </a:t>
          </a:r>
          <a:endParaRPr lang="en-NZ" sz="2600" kern="1200" dirty="0">
            <a:solidFill>
              <a:schemeClr val="tx1"/>
            </a:solidFill>
          </a:endParaRPr>
        </a:p>
      </dsp:txBody>
      <dsp:txXfrm>
        <a:off x="25919" y="3265121"/>
        <a:ext cx="2027390" cy="504948"/>
      </dsp:txXfrm>
    </dsp:sp>
    <dsp:sp modelId="{82D8FBC1-8C20-4574-95ED-57C6449E5E6D}">
      <dsp:nvSpPr>
        <dsp:cNvPr id="0" name=""/>
        <dsp:cNvSpPr/>
      </dsp:nvSpPr>
      <dsp:spPr>
        <a:xfrm>
          <a:off x="0" y="3770069"/>
          <a:ext cx="7997031" cy="1061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more responsive to network changes but more susceptible to problems such as routing loops and oscillation in routes</a:t>
          </a:r>
          <a:endParaRPr lang="en-NZ" sz="2000" kern="1200"/>
        </a:p>
      </dsp:txBody>
      <dsp:txXfrm>
        <a:off x="0" y="3770069"/>
        <a:ext cx="7997031" cy="106189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67C2F2-277A-4A90-BD80-FDD92262B371}">
      <dsp:nvSpPr>
        <dsp:cNvPr id="0" name=""/>
        <dsp:cNvSpPr/>
      </dsp:nvSpPr>
      <dsp:spPr>
        <a:xfrm>
          <a:off x="38" y="40101"/>
          <a:ext cx="3667534" cy="11313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solidFill>
                <a:schemeClr val="tx1"/>
              </a:solidFill>
            </a:rPr>
            <a:t>Message complexity</a:t>
          </a:r>
          <a:endParaRPr lang="en-NZ" sz="2900" kern="1200" dirty="0">
            <a:solidFill>
              <a:schemeClr val="tx1"/>
            </a:solidFill>
          </a:endParaRPr>
        </a:p>
      </dsp:txBody>
      <dsp:txXfrm>
        <a:off x="38" y="40101"/>
        <a:ext cx="3667534" cy="1131362"/>
      </dsp:txXfrm>
    </dsp:sp>
    <dsp:sp modelId="{8088EC57-3E4F-45B9-A891-5C6628C02874}">
      <dsp:nvSpPr>
        <dsp:cNvPr id="0" name=""/>
        <dsp:cNvSpPr/>
      </dsp:nvSpPr>
      <dsp:spPr>
        <a:xfrm>
          <a:off x="38" y="1171463"/>
          <a:ext cx="3667534" cy="374143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u="sng" kern="1200" dirty="0"/>
            <a:t>LS:</a:t>
          </a:r>
          <a:r>
            <a:rPr lang="en-US" sz="2900" kern="1200" dirty="0"/>
            <a:t> O(nm) with n nodes and m links</a:t>
          </a:r>
          <a:endParaRPr lang="en-NZ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NZ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u="sng" kern="1200" dirty="0"/>
            <a:t>DV:</a:t>
          </a:r>
          <a:r>
            <a:rPr lang="en-US" sz="2900" kern="1200" dirty="0"/>
            <a:t> message exchange between neighbours only at each iteration</a:t>
          </a:r>
          <a:endParaRPr lang="en-NZ" sz="2900" kern="1200" dirty="0"/>
        </a:p>
      </dsp:txBody>
      <dsp:txXfrm>
        <a:off x="38" y="1171463"/>
        <a:ext cx="3667534" cy="3741435"/>
      </dsp:txXfrm>
    </dsp:sp>
    <dsp:sp modelId="{D4D7CCF1-BAF0-42C7-A631-12068B075723}">
      <dsp:nvSpPr>
        <dsp:cNvPr id="0" name=""/>
        <dsp:cNvSpPr/>
      </dsp:nvSpPr>
      <dsp:spPr>
        <a:xfrm>
          <a:off x="4181027" y="40101"/>
          <a:ext cx="3667534" cy="11313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solidFill>
                <a:schemeClr val="tx1"/>
              </a:solidFill>
            </a:rPr>
            <a:t>Speed of convergence</a:t>
          </a:r>
          <a:endParaRPr lang="en-NZ" sz="2900" kern="1200" dirty="0">
            <a:solidFill>
              <a:schemeClr val="tx1"/>
            </a:solidFill>
          </a:endParaRPr>
        </a:p>
      </dsp:txBody>
      <dsp:txXfrm>
        <a:off x="4181027" y="40101"/>
        <a:ext cx="3667534" cy="1131362"/>
      </dsp:txXfrm>
    </dsp:sp>
    <dsp:sp modelId="{76FD0B7F-C55C-42BB-ADAD-250A9BB919A8}">
      <dsp:nvSpPr>
        <dsp:cNvPr id="0" name=""/>
        <dsp:cNvSpPr/>
      </dsp:nvSpPr>
      <dsp:spPr>
        <a:xfrm>
          <a:off x="4181027" y="1171463"/>
          <a:ext cx="3667534" cy="374143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u="sng" kern="1200" dirty="0"/>
            <a:t>LS:</a:t>
          </a:r>
          <a:r>
            <a:rPr lang="en-US" sz="2900" kern="1200" dirty="0"/>
            <a:t> O(n</a:t>
          </a:r>
          <a:r>
            <a:rPr lang="en-US" sz="2900" b="1" kern="1200" baseline="30000" dirty="0"/>
            <a:t>2</a:t>
          </a:r>
          <a:r>
            <a:rPr lang="en-US" sz="2900" kern="1200" dirty="0"/>
            <a:t>)</a:t>
          </a:r>
          <a:endParaRPr lang="en-NZ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NZ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u="sng" kern="1200" dirty="0"/>
            <a:t>DV</a:t>
          </a:r>
          <a:r>
            <a:rPr lang="en-US" sz="2900" kern="1200" dirty="0"/>
            <a:t>: convergence time varies; the count-to-infinity problem</a:t>
          </a:r>
          <a:endParaRPr lang="en-NZ" sz="2900" kern="1200" dirty="0"/>
        </a:p>
      </dsp:txBody>
      <dsp:txXfrm>
        <a:off x="4181027" y="1171463"/>
        <a:ext cx="3667534" cy="374143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011623-0738-4AB5-846F-42EE0238BEFC}">
      <dsp:nvSpPr>
        <dsp:cNvPr id="0" name=""/>
        <dsp:cNvSpPr/>
      </dsp:nvSpPr>
      <dsp:spPr>
        <a:xfrm>
          <a:off x="0" y="320757"/>
          <a:ext cx="7391400" cy="11670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3655" tIns="395732" rIns="573655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a node can advertise incorrect </a:t>
          </a:r>
          <a:r>
            <a:rPr lang="en-US" sz="1900" i="1" kern="1200" dirty="0"/>
            <a:t>link</a:t>
          </a:r>
          <a:r>
            <a:rPr lang="en-US" sz="1900" kern="1200" dirty="0"/>
            <a:t> cost</a:t>
          </a:r>
          <a:endParaRPr lang="en-NZ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each node computes only its </a:t>
          </a:r>
          <a:r>
            <a:rPr lang="en-US" sz="1900" i="1" kern="1200" dirty="0"/>
            <a:t>own</a:t>
          </a:r>
          <a:r>
            <a:rPr lang="en-US" sz="1900" kern="1200" dirty="0"/>
            <a:t> table</a:t>
          </a:r>
          <a:endParaRPr lang="en-NZ" sz="1900" kern="1200" dirty="0"/>
        </a:p>
      </dsp:txBody>
      <dsp:txXfrm>
        <a:off x="0" y="320757"/>
        <a:ext cx="7391400" cy="1167075"/>
      </dsp:txXfrm>
    </dsp:sp>
    <dsp:sp modelId="{3C5E2005-30CA-492F-9341-1B36C9A1819D}">
      <dsp:nvSpPr>
        <dsp:cNvPr id="0" name=""/>
        <dsp:cNvSpPr/>
      </dsp:nvSpPr>
      <dsp:spPr>
        <a:xfrm>
          <a:off x="369570" y="40317"/>
          <a:ext cx="5173980" cy="5608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564" tIns="0" rIns="195564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u="sng" kern="1200" dirty="0">
              <a:solidFill>
                <a:schemeClr val="tx1"/>
              </a:solidFill>
            </a:rPr>
            <a:t>LS</a:t>
          </a:r>
          <a:r>
            <a:rPr lang="en-US" sz="1900" kern="1200" dirty="0">
              <a:solidFill>
                <a:schemeClr val="tx1"/>
              </a:solidFill>
            </a:rPr>
            <a:t> </a:t>
          </a:r>
          <a:endParaRPr lang="en-NZ" sz="1900" kern="1200" dirty="0">
            <a:solidFill>
              <a:schemeClr val="tx1"/>
            </a:solidFill>
          </a:endParaRPr>
        </a:p>
      </dsp:txBody>
      <dsp:txXfrm>
        <a:off x="396950" y="67697"/>
        <a:ext cx="5119220" cy="506119"/>
      </dsp:txXfrm>
    </dsp:sp>
    <dsp:sp modelId="{97B2DDD4-70CA-4830-A6F7-6C6A1FEF6F82}">
      <dsp:nvSpPr>
        <dsp:cNvPr id="0" name=""/>
        <dsp:cNvSpPr/>
      </dsp:nvSpPr>
      <dsp:spPr>
        <a:xfrm>
          <a:off x="0" y="1870872"/>
          <a:ext cx="7391400" cy="152617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3655" tIns="395732" rIns="573655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a node can advertise incorrect </a:t>
          </a:r>
          <a:r>
            <a:rPr lang="en-US" sz="1900" i="1" kern="1200"/>
            <a:t>path</a:t>
          </a:r>
          <a:r>
            <a:rPr lang="en-US" sz="1900" kern="1200"/>
            <a:t> cost</a:t>
          </a:r>
          <a:endParaRPr lang="en-NZ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each node’s distance vector is used by others </a:t>
          </a:r>
          <a:endParaRPr lang="en-NZ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error propagates through the entire network</a:t>
          </a:r>
          <a:endParaRPr lang="en-NZ" sz="1900" kern="1200"/>
        </a:p>
      </dsp:txBody>
      <dsp:txXfrm>
        <a:off x="0" y="1870872"/>
        <a:ext cx="7391400" cy="1526174"/>
      </dsp:txXfrm>
    </dsp:sp>
    <dsp:sp modelId="{D7C58DE5-9F7B-4166-8DFB-76A571045BD1}">
      <dsp:nvSpPr>
        <dsp:cNvPr id="0" name=""/>
        <dsp:cNvSpPr/>
      </dsp:nvSpPr>
      <dsp:spPr>
        <a:xfrm>
          <a:off x="369570" y="1590432"/>
          <a:ext cx="5173980" cy="5608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5564" tIns="0" rIns="195564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u="sng" kern="1200" dirty="0">
              <a:solidFill>
                <a:schemeClr val="tx1"/>
              </a:solidFill>
            </a:rPr>
            <a:t>DV</a:t>
          </a:r>
          <a:endParaRPr lang="en-NZ" sz="1900" kern="1200" dirty="0">
            <a:solidFill>
              <a:schemeClr val="tx1"/>
            </a:solidFill>
          </a:endParaRPr>
        </a:p>
      </dsp:txBody>
      <dsp:txXfrm>
        <a:off x="396950" y="1617812"/>
        <a:ext cx="5119220" cy="5061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9798" cy="342900"/>
          </a:xfrm>
          <a:prstGeom prst="rect">
            <a:avLst/>
          </a:prstGeom>
        </p:spPr>
        <p:txBody>
          <a:bodyPr vert="horz" lIns="96017" tIns="48009" rIns="96017" bIns="48009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33590" y="1"/>
            <a:ext cx="4309798" cy="342900"/>
          </a:xfrm>
          <a:prstGeom prst="rect">
            <a:avLst/>
          </a:prstGeom>
        </p:spPr>
        <p:txBody>
          <a:bodyPr vert="horz" lIns="96017" tIns="48009" rIns="96017" bIns="48009" rtlCol="0"/>
          <a:lstStyle>
            <a:lvl1pPr algn="r">
              <a:defRPr sz="1300"/>
            </a:lvl1pPr>
          </a:lstStyle>
          <a:p>
            <a:fld id="{9171B9FB-064D-4E1A-BDB0-8DB78ADBE212}" type="datetimeFigureOut">
              <a:rPr lang="en-US" smtClean="0"/>
              <a:pPr/>
              <a:t>9/15/25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6513911"/>
            <a:ext cx="4309798" cy="342900"/>
          </a:xfrm>
          <a:prstGeom prst="rect">
            <a:avLst/>
          </a:prstGeom>
        </p:spPr>
        <p:txBody>
          <a:bodyPr vert="horz" lIns="96017" tIns="48009" rIns="96017" bIns="48009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33590" y="6513911"/>
            <a:ext cx="4309798" cy="342900"/>
          </a:xfrm>
          <a:prstGeom prst="rect">
            <a:avLst/>
          </a:prstGeom>
        </p:spPr>
        <p:txBody>
          <a:bodyPr vert="horz" lIns="96017" tIns="48009" rIns="96017" bIns="48009" rtlCol="0" anchor="b"/>
          <a:lstStyle>
            <a:lvl1pPr algn="r">
              <a:defRPr sz="1300"/>
            </a:lvl1pPr>
          </a:lstStyle>
          <a:p>
            <a:fld id="{7D18A78B-FBFA-426E-8172-10B041FD67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0491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4309798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17" tIns="48009" rIns="96017" bIns="48009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3590" y="1"/>
            <a:ext cx="4309798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17" tIns="48009" rIns="96017" bIns="48009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57550" y="515938"/>
            <a:ext cx="3430588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569" y="3257550"/>
            <a:ext cx="795655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17" tIns="48009" rIns="96017" bIns="480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513911"/>
            <a:ext cx="4309798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17" tIns="48009" rIns="96017" bIns="48009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3590" y="6513911"/>
            <a:ext cx="4309798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17" tIns="48009" rIns="96017" bIns="48009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CDD86EFA-503C-41EF-9C8B-1F7E04CC09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3505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774458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D86EFA-503C-41EF-9C8B-1F7E04CC090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07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Two classes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990700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F5882B-0A70-4DF9-862C-33A2772D8E57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482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dirty="0"/>
              <a:t>Routing is the main function of the network layer in the OSI model.</a:t>
            </a:r>
          </a:p>
          <a:p>
            <a:endParaRPr lang="en-GB" altLang="en-US" dirty="0"/>
          </a:p>
          <a:p>
            <a:r>
              <a:rPr lang="en-GB" b="0" i="0" dirty="0">
                <a:solidFill>
                  <a:srgbClr val="474747"/>
                </a:solidFill>
                <a:effectLst/>
                <a:latin typeface="Google Sans"/>
              </a:rPr>
              <a:t>RFC: a formal document from the Internet Engineering Task Force (IETF) that contains specifications about the internet and computer networking topics.</a:t>
            </a:r>
            <a:endParaRPr lang="en-GB" altLang="en-US" dirty="0"/>
          </a:p>
          <a:p>
            <a:endParaRPr lang="en-GB" altLang="en-US" dirty="0"/>
          </a:p>
          <a:p>
            <a:r>
              <a:rPr lang="en-GB" altLang="en-US" dirty="0"/>
              <a:t>Jon </a:t>
            </a:r>
            <a:r>
              <a:rPr lang="en-GB" altLang="en-US" dirty="0" err="1"/>
              <a:t>Postel</a:t>
            </a:r>
            <a:r>
              <a:rPr lang="en-GB" altLang="en-US" dirty="0"/>
              <a:t> was an American computer scientist who made many significant contributions to the development of the Internet, particularly with respect to standards.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32939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context in which the network layer protocols operate</a:t>
            </a:r>
          </a:p>
          <a:p>
            <a:endParaRPr lang="en-GB" dirty="0"/>
          </a:p>
          <a:p>
            <a:r>
              <a:rPr lang="en-GB" dirty="0"/>
              <a:t>The major components of the network are the ISP’s equipment (routers connected by transmission lines)</a:t>
            </a:r>
          </a:p>
          <a:p>
            <a:endParaRPr lang="en-GB" dirty="0"/>
          </a:p>
          <a:p>
            <a:r>
              <a:rPr lang="en-GB" dirty="0"/>
              <a:t>A host sends a packet to the nearest router, either on its own LAN or over a point-to-point link to the ISP. </a:t>
            </a:r>
          </a:p>
          <a:p>
            <a:endParaRPr lang="en-GB" dirty="0"/>
          </a:p>
          <a:p>
            <a:r>
              <a:rPr lang="en-GB" dirty="0"/>
              <a:t>Then it is forwarded to the next router along the path until it reaches the destination host, where it is delivered.</a:t>
            </a:r>
          </a:p>
        </p:txBody>
      </p:sp>
    </p:spTree>
    <p:extLst>
      <p:ext uri="{BB962C8B-B14F-4D97-AF65-F5344CB8AC3E}">
        <p14:creationId xmlns:p14="http://schemas.microsoft.com/office/powerpoint/2010/main" val="3723744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More precisely, from the sending </a:t>
            </a:r>
            <a:r>
              <a:rPr lang="en-US" altLang="en-US" i="1" dirty="0"/>
              <a:t>router</a:t>
            </a:r>
            <a:r>
              <a:rPr lang="en-US" altLang="en-US" dirty="0"/>
              <a:t> to the receiving </a:t>
            </a:r>
            <a:r>
              <a:rPr lang="en-US" altLang="en-US" i="1" dirty="0"/>
              <a:t>router</a:t>
            </a:r>
            <a:r>
              <a:rPr lang="en-US" altLang="en-US" dirty="0"/>
              <a:t>!!</a:t>
            </a: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lvl="1"/>
            <a:r>
              <a:rPr lang="en-GB" altLang="en-US" dirty="0"/>
              <a:t>End-to-end performance </a:t>
            </a:r>
          </a:p>
          <a:p>
            <a:pPr marL="0" lvl="1"/>
            <a:r>
              <a:rPr lang="en-GB" altLang="en-US" dirty="0"/>
              <a:t>• Quality of the path affects user performance </a:t>
            </a:r>
          </a:p>
          <a:p>
            <a:pPr marL="0" lvl="1"/>
            <a:r>
              <a:rPr lang="en-GB" altLang="en-US" dirty="0"/>
              <a:t>• Propagation delay and throughput</a:t>
            </a:r>
          </a:p>
          <a:p>
            <a:pPr marL="0" lvl="1"/>
            <a:endParaRPr lang="en-GB" altLang="en-US" dirty="0"/>
          </a:p>
          <a:p>
            <a:pPr marL="0" lvl="1"/>
            <a:r>
              <a:rPr lang="en-GB" altLang="en-US" dirty="0"/>
              <a:t>Use of network resources </a:t>
            </a:r>
          </a:p>
          <a:p>
            <a:pPr marL="0" lvl="1"/>
            <a:r>
              <a:rPr lang="en-GB" altLang="en-US" dirty="0"/>
              <a:t>• Balance of the traffic over the routers and links </a:t>
            </a:r>
          </a:p>
          <a:p>
            <a:pPr marL="0" lvl="1"/>
            <a:r>
              <a:rPr lang="en-GB" altLang="en-US" dirty="0"/>
              <a:t>• Avoiding congestion by directing traffic to lightly loaded links </a:t>
            </a:r>
          </a:p>
          <a:p>
            <a:pPr marL="0" lvl="1"/>
            <a:endParaRPr lang="en-GB" altLang="en-US" dirty="0"/>
          </a:p>
          <a:p>
            <a:pPr marL="0" lvl="1"/>
            <a:r>
              <a:rPr lang="en-GB" altLang="en-US" dirty="0"/>
              <a:t>Transient disruptions during changes </a:t>
            </a:r>
          </a:p>
          <a:p>
            <a:pPr marL="0" lvl="1"/>
            <a:r>
              <a:rPr lang="en-GB" altLang="en-US" dirty="0"/>
              <a:t>• Router failures and maintenance</a:t>
            </a:r>
          </a:p>
          <a:p>
            <a:pPr marL="0" lvl="1"/>
            <a:r>
              <a:rPr lang="en-GB" altLang="en-US" dirty="0"/>
              <a:t>• Limiting packet loss during changes</a:t>
            </a:r>
          </a:p>
          <a:p>
            <a:pPr marL="0" lvl="1"/>
            <a:endParaRPr lang="en-GB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 marL="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Efficient routing minimises delays, reduces congestion, and ensures that data packets are delivered efficiently.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91122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NZ" dirty="0"/>
              <a:t>To proceed with our discussion of routing protocols, we need to introduce the concept of an AS.</a:t>
            </a:r>
          </a:p>
          <a:p>
            <a:endParaRPr lang="en-US" dirty="0">
              <a:latin typeface="Times New Roman" pitchFamily="32" charset="0"/>
              <a:cs typeface="+mn-cs"/>
            </a:endParaRPr>
          </a:p>
          <a:p>
            <a:r>
              <a:rPr lang="en-US" dirty="0">
                <a:latin typeface="Times New Roman" pitchFamily="32" charset="0"/>
                <a:cs typeface="+mn-cs"/>
              </a:rPr>
              <a:t>3.  Except in times of failure, an AS is connected (in a graph-theoretic sense);</a:t>
            </a:r>
          </a:p>
          <a:p>
            <a:r>
              <a:rPr lang="en-US" dirty="0">
                <a:latin typeface="Times New Roman" pitchFamily="32" charset="0"/>
                <a:cs typeface="+mn-cs"/>
              </a:rPr>
              <a:t>that is, there is a path between any pair of nodes.</a:t>
            </a:r>
          </a:p>
          <a:p>
            <a:endParaRPr lang="en-US" dirty="0">
              <a:latin typeface="Times New Roman" pitchFamily="3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75032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Internet can be viewed as a collection of networks or ASs that are interconnected.</a:t>
            </a:r>
          </a:p>
          <a:p>
            <a:endParaRPr lang="en-GB" dirty="0">
              <a:latin typeface="Times New Roman" pitchFamily="32" charset="0"/>
              <a:cs typeface="+mn-cs"/>
            </a:endParaRPr>
          </a:p>
          <a:p>
            <a:r>
              <a:rPr lang="en-GB" b="0" dirty="0"/>
              <a:t>Google operates its own AS (AS15169) to manage its extensive network infrastructure and ensure efficient routing of data across its global data centres.</a:t>
            </a:r>
          </a:p>
          <a:p>
            <a:endParaRPr lang="en-GB" b="0" dirty="0"/>
          </a:p>
          <a:p>
            <a:r>
              <a:rPr lang="en-GB" b="0" dirty="0"/>
              <a:t>Amazon: Amazon has its own AS (AS16509) for Amazon Web Services (AWS) and other network operations, managing traffic for its cloud services and e-commerce platforms.</a:t>
            </a:r>
            <a:endParaRPr lang="en-US" b="0" dirty="0">
              <a:latin typeface="Times New Roman" pitchFamily="32" charset="0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Times New Roman" pitchFamily="3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94238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033568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b="0" i="0" dirty="0">
                <a:solidFill>
                  <a:srgbClr val="000000"/>
                </a:solidFill>
                <a:effectLst/>
                <a:latin typeface="urw"/>
              </a:rPr>
              <a:t>AS handle is the unique identifier.</a:t>
            </a:r>
          </a:p>
          <a:p>
            <a:endParaRPr lang="en-NZ" b="0" i="0" dirty="0">
              <a:solidFill>
                <a:srgbClr val="000000"/>
              </a:solidFill>
              <a:effectLst/>
              <a:latin typeface="urw"/>
            </a:endParaRPr>
          </a:p>
          <a:p>
            <a:r>
              <a:rPr lang="en-NZ" b="0" i="0" dirty="0">
                <a:solidFill>
                  <a:srgbClr val="000000"/>
                </a:solidFill>
                <a:effectLst/>
                <a:latin typeface="urw"/>
              </a:rPr>
              <a:t>There are five Regional Internet Registries (RIRs) for different service regions.</a:t>
            </a:r>
            <a:endParaRPr lang="en-GB" dirty="0"/>
          </a:p>
          <a:p>
            <a:endParaRPr lang="en-GB" dirty="0"/>
          </a:p>
          <a:p>
            <a:r>
              <a:rPr lang="en-GB" dirty="0"/>
              <a:t>APNIC is the </a:t>
            </a:r>
            <a:r>
              <a:rPr lang="en-GB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Asia Pacific Regional Internet Registry </a:t>
            </a:r>
            <a:r>
              <a:rPr lang="en-GB" dirty="0"/>
              <a:t>for the Asia-Pacific region. </a:t>
            </a:r>
          </a:p>
          <a:p>
            <a:endParaRPr lang="en-GB" dirty="0"/>
          </a:p>
          <a:p>
            <a:r>
              <a:rPr lang="en-GB" dirty="0"/>
              <a:t>Classless Inter-Domain Routing (CIDR) is an IP address allocation method that improves data routing efficiency on the internet.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609746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IRP: pass routing information between routers within an AS. </a:t>
            </a:r>
          </a:p>
          <a:p>
            <a:endParaRPr lang="en-GB" dirty="0"/>
          </a:p>
          <a:p>
            <a:r>
              <a:rPr lang="en-GB" dirty="0"/>
              <a:t>The protocol used within the AS does not need to be implemented outside of the system. </a:t>
            </a:r>
          </a:p>
          <a:p>
            <a:r>
              <a:rPr lang="en-GB" dirty="0"/>
              <a:t>This flexibility allows IRPs to be custom tailored to specific applications and requirements.</a:t>
            </a:r>
          </a:p>
          <a:p>
            <a:endParaRPr lang="en-GB" dirty="0"/>
          </a:p>
          <a:p>
            <a:r>
              <a:rPr lang="en-GB" dirty="0"/>
              <a:t>ERP: pass routing information between routers in different ASs.</a:t>
            </a:r>
          </a:p>
          <a:p>
            <a:endParaRPr lang="en-GB" dirty="0"/>
          </a:p>
          <a:p>
            <a:r>
              <a:rPr lang="en-NZ" dirty="0"/>
              <a:t>The routing algorithms and information in routing tables used by routers in different ASs may differ.</a:t>
            </a:r>
          </a:p>
          <a:p>
            <a:endParaRPr lang="en-NZ" dirty="0"/>
          </a:p>
          <a:p>
            <a:r>
              <a:rPr lang="en-NZ" dirty="0"/>
              <a:t>Route redistribution for different routing protocols within the same AS and between ASs</a:t>
            </a:r>
          </a:p>
          <a:p>
            <a:r>
              <a:rPr lang="en-NZ" dirty="0"/>
              <a:t>- </a:t>
            </a:r>
            <a:r>
              <a:rPr lang="en-GB" dirty="0"/>
              <a:t>share routing information between different routing protocols within a network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054572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NZ" dirty="0"/>
              <a:t>To move packets from a sending host to a receiving host, two important network-layer functions can be identified.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Routing: planning trip from source to destination</a:t>
            </a:r>
          </a:p>
          <a:p>
            <a:endParaRPr lang="en-US" altLang="en-US" sz="1200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r>
              <a:rPr lang="en-US" sz="1200" dirty="0"/>
              <a:t>Forwarding is per-packet decision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Forwarding: determining which exits to take on a motor way</a:t>
            </a:r>
          </a:p>
          <a:p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709721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normally only between routers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sz="1200" dirty="0"/>
              <a:t>To achieve the required speed and efficiency, packet forwarding is often implemented in specialised hardware (custom-design or reconfigurable chips).</a:t>
            </a:r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709721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Forwarding table entries are often populated by routing. </a:t>
            </a:r>
          </a:p>
          <a:p>
            <a:endParaRPr lang="en-GB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r>
              <a:rPr lang="en-GB" dirty="0"/>
              <a:t>Topology Changes: links going up or down, routers may need to update their forwarding tables to reflect the new paths available for packet forwarding. </a:t>
            </a:r>
          </a:p>
          <a:p>
            <a:endParaRPr lang="en-GB" dirty="0"/>
          </a:p>
          <a:p>
            <a:r>
              <a:rPr lang="en-GB" dirty="0"/>
              <a:t>Load Changes: Changes in network traffic patterns or congestion levels may require routers to adjust their forwarding decisions to optimise traffic flow and balance load across network links. </a:t>
            </a:r>
          </a:p>
          <a:p>
            <a:endParaRPr lang="en-GB" dirty="0"/>
          </a:p>
          <a:p>
            <a:r>
              <a:rPr lang="en-GB" dirty="0"/>
              <a:t>Metric Changes: link bandwidth, delay, or cost to calculate the best paths to network destinations. </a:t>
            </a:r>
          </a:p>
          <a:p>
            <a:r>
              <a:rPr lang="en-GB" dirty="0"/>
              <a:t>If these metrics change (e.g., due to link upgrades or failures), routers may need to update their forwarding tables accordingly.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898441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uaweiSans"/>
              </a:rPr>
              <a:t>Every router has a forwarding table. </a:t>
            </a:r>
          </a:p>
          <a:p>
            <a:r>
              <a:rPr lang="en-GB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uaweiSans"/>
              </a:rPr>
              <a:t>A router forwards a packet by examining the value of a field in the arriving packet's header and then using this header value to index into the router's forwarding table. </a:t>
            </a:r>
          </a:p>
          <a:p>
            <a:endParaRPr lang="en-GB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uaweiSans"/>
            </a:endParaRPr>
          </a:p>
          <a:p>
            <a:r>
              <a:rPr lang="en-GB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uaweiSans"/>
              </a:rPr>
              <a:t>The header value </a:t>
            </a:r>
          </a:p>
          <a:p>
            <a:r>
              <a:rPr lang="en-GB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uaweiSans"/>
              </a:rPr>
              <a:t>- Indicate the router's outgoing link interface to which that packet is to be forwarded</a:t>
            </a:r>
          </a:p>
          <a:p>
            <a:r>
              <a:rPr lang="en-GB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HuaweiSans"/>
              </a:rPr>
              <a:t>- Represent the destination network</a:t>
            </a:r>
          </a:p>
          <a:p>
            <a:endParaRPr lang="en-GB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uawei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Classless Inter-Domain Routing is a method for allocating IP addresses for IP routing. </a:t>
            </a:r>
            <a:endParaRPr lang="en-GB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HuaweiSans"/>
            </a:endParaRPr>
          </a:p>
        </p:txBody>
      </p:sp>
    </p:spTree>
    <p:extLst>
      <p:ext uri="{BB962C8B-B14F-4D97-AF65-F5344CB8AC3E}">
        <p14:creationId xmlns:p14="http://schemas.microsoft.com/office/powerpoint/2010/main" val="41797190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Distributed: each router independently determines the best paths based on routing information it receives from its neighbours.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28823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Fixed: simple, low overhead on the routers; manual updates of the routes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Flooding: broadcast or distribute some advertisement to all nodes in a network.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In virtually all packet-switching networks, some sort of adaptive routing technique is used.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Failure: if a node or link fails, it can no longer be used as part of a route.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Congestion: if a particular portion of the network is heavily congested, it is desirable to route packets around rather than through the area of congestion.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Drawbacks: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The routing decision is more complex; therefore, the processing burden on network nodes increases.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Trade-off between the quality of the information and the amount of overhead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  <a:p>
            <a:r>
              <a:rPr lang="en-NZ" dirty="0"/>
              <a:t>Random routing: </a:t>
            </a:r>
            <a:r>
              <a:rPr lang="en-GB" dirty="0"/>
              <a:t>implemented in telecommunication networks (Valiant load balancing) to improve load distribution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128152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NZ" dirty="0"/>
              <a:t>Internet routing protocols employ some approaches to gathering and using routing information.</a:t>
            </a:r>
            <a:endParaRPr lang="en-GB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DV: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GB" dirty="0"/>
              <a:t>Each router exchanges information with its neighbouring nodes.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GB" dirty="0"/>
              <a:t>Require the transmission of a considerable amount of information by each router.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GB" dirty="0"/>
              <a:t>When there is a significant change in a link cost or when a link is unavailable, it may take a considerable amount of time for this information to propagate through the network.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681461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Path-vector routing: a path vector lists the ASs that a packet must traverse if it follows this </a:t>
            </a:r>
          </a:p>
          <a:p>
            <a:r>
              <a:rPr lang="en-GB" dirty="0"/>
              <a:t>Provide information about which networks can be reached by a given router and the ASs that must be crossed to get there.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495031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517900" y="484188"/>
            <a:ext cx="3216275" cy="2411412"/>
          </a:xfrm>
          <a:solidFill>
            <a:srgbClr val="FFFFFF"/>
          </a:solidFill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65533" y="3055091"/>
            <a:ext cx="7517089" cy="28944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2321" tIns="46160" rIns="92321" bIns="46160"/>
          <a:lstStyle/>
          <a:p>
            <a:r>
              <a:rPr lang="en-GB" sz="1200" dirty="0"/>
              <a:t>The higher the data rate on a link, the lower the assigned cost of the link</a:t>
            </a:r>
          </a:p>
          <a:p>
            <a:endParaRPr lang="en-GB" altLang="en-US" sz="1200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r>
              <a:rPr lang="en-GB" altLang="en-US" sz="12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Weighted graph</a:t>
            </a:r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213110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Virtually all packet-switching networks base their routing decision on some form of least-cost criterion.</a:t>
            </a:r>
            <a:endParaRPr lang="en-GB" dirty="0"/>
          </a:p>
          <a:p>
            <a:endParaRPr lang="en-GB" dirty="0"/>
          </a:p>
          <a:p>
            <a:r>
              <a:rPr lang="en-GB" dirty="0"/>
              <a:t>Given a network of nodes connected by bidirectional links, where each link has a cost associated with it in each direction, define the cost of a path between two nodes as the sum of the costs of the links traversed. </a:t>
            </a:r>
          </a:p>
          <a:p>
            <a:endParaRPr lang="en-GB" dirty="0"/>
          </a:p>
          <a:p>
            <a:r>
              <a:rPr lang="en-GB" dirty="0"/>
              <a:t>For each pair of nodes, find a path with the least cost.</a:t>
            </a:r>
          </a:p>
          <a:p>
            <a:endParaRPr lang="en-GB" dirty="0"/>
          </a:p>
          <a:p>
            <a:r>
              <a:rPr lang="en-GB" dirty="0"/>
              <a:t>If the criterion is to minimise the number of hops, each link has a value of 1.</a:t>
            </a:r>
          </a:p>
          <a:p>
            <a:endParaRPr lang="en-GB" dirty="0"/>
          </a:p>
          <a:p>
            <a:r>
              <a:rPr lang="en-GB" dirty="0"/>
              <a:t>Note that the cost of a link may differ in its two directions.</a:t>
            </a:r>
          </a:p>
          <a:p>
            <a:pPr marL="171450" indent="-171450">
              <a:buFontTx/>
              <a:buChar char="-"/>
            </a:pPr>
            <a:r>
              <a:rPr lang="en-GB" dirty="0"/>
              <a:t>Link capacities in each direction</a:t>
            </a:r>
          </a:p>
          <a:p>
            <a:pPr marL="171450" indent="-171450">
              <a:buFontTx/>
              <a:buChar char="-"/>
            </a:pPr>
            <a:r>
              <a:rPr lang="en-GB" dirty="0"/>
              <a:t>Service agreements for incoming and outgoing traffic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929165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altLang="en-US" sz="3200" dirty="0"/>
              <a:t>1. Beaconing: </a:t>
            </a:r>
            <a:r>
              <a:rPr lang="en-US" altLang="en-US" sz="2800" dirty="0"/>
              <a:t>periodic “hello” messages in both directions</a:t>
            </a:r>
            <a:endParaRPr lang="en-GB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endParaRPr lang="en-GB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r>
              <a:rPr lang="en-GB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2. The cost to reach neighbours can be set automatically or configured by the network operator. </a:t>
            </a:r>
          </a:p>
          <a:p>
            <a:endParaRPr lang="en-GB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r>
              <a:rPr lang="en-GB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A common choice is to make the cost inversely proportional to the bandwidth of the link. </a:t>
            </a:r>
          </a:p>
          <a:p>
            <a:r>
              <a:rPr lang="en-GB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This makes higher-capacity paths better choices.</a:t>
            </a:r>
          </a:p>
          <a:p>
            <a:endParaRPr lang="en-GB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962836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Distributing the link state packets</a:t>
            </a:r>
          </a:p>
          <a:p>
            <a:endParaRPr lang="en-GB" dirty="0"/>
          </a:p>
          <a:p>
            <a:r>
              <a:rPr lang="en-GB" dirty="0"/>
              <a:t>Flooding is used in computer network routing algorithms in which every incoming packet is sent through every outgoing link except the one it arrived on.</a:t>
            </a:r>
          </a:p>
          <a:p>
            <a:endParaRPr lang="en-GB" dirty="0"/>
          </a:p>
          <a:p>
            <a:r>
              <a:rPr lang="en-GB" dirty="0"/>
              <a:t>Ensure all nodes receive link-state information</a:t>
            </a:r>
          </a:p>
          <a:p>
            <a:endParaRPr lang="en-GB" dirty="0"/>
          </a:p>
          <a:p>
            <a:r>
              <a:rPr lang="en-GB" dirty="0"/>
              <a:t>Broadcast storm: when there is an excessive amount of broadcast traffic on a network, which can overwhelm network resources and degrade performance.</a:t>
            </a:r>
          </a:p>
          <a:p>
            <a:r>
              <a:rPr lang="en-AU" dirty="0"/>
              <a:t>Spanning Tree Protocol 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40464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Each node ends up knowing the </a:t>
            </a:r>
            <a:r>
              <a:rPr lang="en-US" sz="1800" b="0" i="1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entire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network topology.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180719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043828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We want</a:t>
            </a:r>
            <a:r>
              <a:rPr lang="en-US" altLang="en-US" baseline="0" dirty="0"/>
              <a:t> to find the least-cost path from u to all the remaining nodes:</a:t>
            </a:r>
          </a:p>
          <a:p>
            <a:pPr marL="228600" indent="-228600">
              <a:buAutoNum type="arabicPeriod"/>
            </a:pPr>
            <a:r>
              <a:rPr lang="en-US" altLang="en-US" baseline="0" dirty="0"/>
              <a:t>We find the least-cost path from u to its direct neighbor x.</a:t>
            </a:r>
          </a:p>
          <a:p>
            <a:pPr marL="228600" indent="-228600">
              <a:buAutoNum type="arabicPeriod"/>
            </a:pPr>
            <a:r>
              <a:rPr lang="en-US" altLang="en-US" baseline="0" dirty="0"/>
              <a:t>If we can find a better path from u to any node via x; we record this path.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7211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706977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7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1400" dirty="0"/>
              <a:t>D(v): cost of the least-cost path</a:t>
            </a:r>
          </a:p>
          <a:p>
            <a:endParaRPr lang="en-US" altLang="en-US" sz="1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400" dirty="0"/>
              <a:t>Iterative algorithms use loops to repeatedly execute a set of operations.</a:t>
            </a:r>
            <a:endParaRPr lang="en-US" altLang="en-US" sz="1400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endParaRPr lang="en-US" altLang="en-US" sz="1400" dirty="0"/>
          </a:p>
          <a:p>
            <a:endParaRPr lang="en-US" altLang="en-US" sz="1400" dirty="0"/>
          </a:p>
          <a:p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1263235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517900" y="484188"/>
            <a:ext cx="3216275" cy="2411412"/>
          </a:xfrm>
          <a:solidFill>
            <a:srgbClr val="FFFFFF"/>
          </a:solidFill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65533" y="3055091"/>
            <a:ext cx="7517089" cy="289446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2321" tIns="46160" rIns="92321" bIns="46160"/>
          <a:lstStyle/>
          <a:p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298030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b="0" i="1" dirty="0"/>
              <a:t>D(v):</a:t>
            </a:r>
            <a:r>
              <a:rPr lang="en-US" altLang="en-US" sz="1200" b="0" dirty="0"/>
              <a:t> cost of the least-cost path from source u to node </a:t>
            </a:r>
            <a:r>
              <a:rPr lang="en-US" altLang="en-US" sz="1200" b="0" i="1" dirty="0"/>
              <a:t>v</a:t>
            </a:r>
          </a:p>
          <a:p>
            <a:endParaRPr lang="en-US" altLang="en-US" b="0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102742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699390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D(D) + c(D,B) = 1 + 2 = 3</a:t>
            </a:r>
          </a:p>
          <a:p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D(D) + c(D,C) = 1 + 3 = 4</a:t>
            </a:r>
          </a:p>
          <a:p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D(D) + c(D,E) = 1 + 1 = 2</a:t>
            </a:r>
          </a:p>
        </p:txBody>
      </p:sp>
    </p:spTree>
    <p:extLst>
      <p:ext uri="{BB962C8B-B14F-4D97-AF65-F5344CB8AC3E}">
        <p14:creationId xmlns:p14="http://schemas.microsoft.com/office/powerpoint/2010/main" val="25340949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D(C) = 4</a:t>
            </a:r>
          </a:p>
          <a:p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D(E) + c(E,C) = 3</a:t>
            </a:r>
          </a:p>
          <a:p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D(F)</a:t>
            </a:r>
          </a:p>
          <a:p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D(E) + c(E,F) = 4</a:t>
            </a:r>
          </a:p>
          <a:p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r>
              <a:rPr lang="en-GB" dirty="0"/>
              <a:t>Random selection</a:t>
            </a:r>
          </a:p>
          <a:p>
            <a:r>
              <a:rPr lang="en-GB" dirty="0"/>
              <a:t>Priority queue</a:t>
            </a:r>
          </a:p>
          <a:p>
            <a:endParaRPr lang="en-GB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r>
              <a:rPr lang="en-GB" dirty="0"/>
              <a:t>All nodes will eventually be processed, and the least cost paths will be correctly computed.</a:t>
            </a:r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122361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D(C) = 3</a:t>
            </a:r>
          </a:p>
          <a:p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D(B) + c(B,C) = 5</a:t>
            </a:r>
          </a:p>
        </p:txBody>
      </p:sp>
    </p:spTree>
    <p:extLst>
      <p:ext uri="{BB962C8B-B14F-4D97-AF65-F5344CB8AC3E}">
        <p14:creationId xmlns:p14="http://schemas.microsoft.com/office/powerpoint/2010/main" val="39936820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D(F) = 4</a:t>
            </a:r>
          </a:p>
          <a:p>
            <a:r>
              <a:rPr lang="en-US" altLang="en-US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D(C) + c(C,F) = 3 + 5 = 8</a:t>
            </a:r>
          </a:p>
        </p:txBody>
      </p:sp>
    </p:spTree>
    <p:extLst>
      <p:ext uri="{BB962C8B-B14F-4D97-AF65-F5344CB8AC3E}">
        <p14:creationId xmlns:p14="http://schemas.microsoft.com/office/powerpoint/2010/main" val="268173078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664956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GB" dirty="0"/>
              <a:t>To determine path A -&gt; F, work backward</a:t>
            </a:r>
          </a:p>
          <a:p>
            <a:endParaRPr lang="en-GB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4315388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3612496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New nodes or links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Periodic: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Refresh the link-state information to </a:t>
            </a:r>
            <a:r>
              <a:rPr lang="en-NZ" dirty="0"/>
              <a:t>avoid stale information.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NZ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NZ" b="1" dirty="0"/>
              <a:t>Software bugs </a:t>
            </a:r>
            <a:r>
              <a:rPr lang="en-NZ" dirty="0"/>
              <a:t>during LSA generation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NZ" b="1" dirty="0"/>
              <a:t>Transmission errors </a:t>
            </a:r>
            <a:r>
              <a:rPr lang="en-NZ" dirty="0"/>
              <a:t>due to physical issues on the network links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NZ" b="1" dirty="0"/>
              <a:t>Memory corruption </a:t>
            </a:r>
            <a:r>
              <a:rPr lang="en-NZ" dirty="0"/>
              <a:t>in storage of the 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NZ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NZ" dirty="0"/>
              <a:t>This ensures that corrupted or lost data can be corrected and that all routers maintain an accurate view of the network.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463836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An iterative algorithm is said to converge </a:t>
            </a:r>
            <a:r>
              <a:rPr lang="en-GB" b="0" i="0" dirty="0">
                <a:solidFill>
                  <a:srgbClr val="040C28"/>
                </a:solidFill>
                <a:effectLst/>
                <a:latin typeface="Google Sans"/>
              </a:rPr>
              <a:t>when as the iterations proceed the output gets closer and closer to a specific value</a:t>
            </a:r>
            <a:r>
              <a:rPr lang="en-GB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. </a:t>
            </a:r>
          </a:p>
          <a:p>
            <a:endParaRPr lang="en-GB" b="0" i="0" dirty="0">
              <a:solidFill>
                <a:srgbClr val="1F1F1F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r>
              <a:rPr lang="en-NZ" dirty="0"/>
              <a:t>Specific value: could be a fixed point, or optimal solution.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4701056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NZ" dirty="0"/>
              <a:t>Transient disruption: </a:t>
            </a:r>
            <a:r>
              <a:rPr lang="en-NZ" b="1" dirty="0"/>
              <a:t>temporary interruptions or inconsistencies </a:t>
            </a:r>
            <a:r>
              <a:rPr lang="en-NZ" dirty="0"/>
              <a:t>in the forwarding of packets across a network. </a:t>
            </a:r>
            <a:endParaRPr lang="en-US" altLang="en-US" sz="1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10 seconds, 60 seconds, 5 seconds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b="1" dirty="0"/>
              <a:t>Timeout: </a:t>
            </a:r>
            <a:r>
              <a:rPr lang="en-US" altLang="en-US" sz="1200" dirty="0"/>
              <a:t>detect a failure after a few missed “hellos”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40 seconds, 60 seconds, 15 seconds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sz="1200" dirty="0"/>
              <a:t>Faster detection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sz="1200" dirty="0"/>
              <a:t>- Smaller hello timers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sz="1200" dirty="0"/>
              <a:t>- Link-layer technologies that can detect failures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sz="1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sz="1200" dirty="0"/>
              <a:t>Faster flooding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sz="1200" dirty="0"/>
              <a:t>- Flooding immediately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sz="1200" dirty="0"/>
              <a:t>- Sending link-state packets with high-priority</a:t>
            </a:r>
            <a:endParaRPr lang="en-US" altLang="en-US" sz="12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34453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Routing tables continuously change and fluctuate. </a:t>
            </a:r>
          </a:p>
          <a:p>
            <a:r>
              <a:rPr lang="en-GB" dirty="0"/>
              <a:t>This can lead to </a:t>
            </a:r>
            <a:r>
              <a:rPr lang="en-GB" b="1" dirty="0"/>
              <a:t>instability</a:t>
            </a:r>
            <a:r>
              <a:rPr lang="en-GB" dirty="0"/>
              <a:t> in the network and inefficient routing.</a:t>
            </a:r>
          </a:p>
          <a:p>
            <a:endParaRPr lang="en-GB" dirty="0"/>
          </a:p>
          <a:p>
            <a:r>
              <a:rPr lang="en-GB" dirty="0"/>
              <a:t>If there are </a:t>
            </a:r>
            <a:r>
              <a:rPr lang="en-GB" b="1" dirty="0"/>
              <a:t>frequent changes in link costs </a:t>
            </a:r>
            <a:r>
              <a:rPr lang="en-GB" dirty="0"/>
              <a:t>(congestion or delay-based metrics), it can cause routers to recalculate and oscillate between different routing paths.</a:t>
            </a:r>
          </a:p>
          <a:p>
            <a:endParaRPr lang="en-GB" dirty="0"/>
          </a:p>
          <a:p>
            <a:r>
              <a:rPr lang="en-GB" dirty="0"/>
              <a:t>Assume link cost = </a:t>
            </a:r>
            <a:r>
              <a:rPr lang="en-GB" b="1" dirty="0"/>
              <a:t>amount of carried traffic </a:t>
            </a:r>
            <a:r>
              <a:rPr lang="en-GB" dirty="0"/>
              <a:t>on the link</a:t>
            </a:r>
          </a:p>
          <a:p>
            <a:endParaRPr lang="en-GB" dirty="0"/>
          </a:p>
          <a:p>
            <a:r>
              <a:rPr lang="en-GB" dirty="0"/>
              <a:t>a. All traffic sent to w</a:t>
            </a:r>
          </a:p>
          <a:p>
            <a:endParaRPr lang="en-GB" dirty="0"/>
          </a:p>
          <a:p>
            <a:r>
              <a:rPr lang="en-NZ" dirty="0"/>
              <a:t>b. x, y detect better path to w, clockwise</a:t>
            </a:r>
          </a:p>
          <a:p>
            <a:endParaRPr lang="en-NZ" dirty="0"/>
          </a:p>
          <a:p>
            <a:r>
              <a:rPr lang="en-NZ" dirty="0"/>
              <a:t>c. x, y, z detect a zero-cost path to w, counterclockwise, route their traffic to the counterclockwise routes</a:t>
            </a:r>
          </a:p>
          <a:p>
            <a:endParaRPr lang="en-NZ" dirty="0"/>
          </a:p>
          <a:p>
            <a:r>
              <a:rPr lang="en-NZ" dirty="0"/>
              <a:t>d. x, y, z detect a zero-cost path to w, clockwise</a:t>
            </a:r>
          </a:p>
          <a:p>
            <a:endParaRPr lang="en-NZ" sz="1200" b="0" i="0" u="none" strike="noStrike" dirty="0">
              <a:solidFill>
                <a:schemeClr val="tx1"/>
              </a:solidFill>
              <a:effectLst/>
              <a:latin typeface="Arial" charset="0"/>
            </a:endParaRPr>
          </a:p>
          <a:p>
            <a:endParaRPr lang="en-NZ" sz="1200" b="0" i="0" u="none" strike="noStrike" dirty="0">
              <a:solidFill>
                <a:schemeClr val="tx1"/>
              </a:solidFill>
              <a:effectLst/>
              <a:latin typeface="Arial" charset="0"/>
            </a:endParaRPr>
          </a:p>
          <a:p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Traditional Internet routing protocols 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(RIP, OSPF, and BGP) are </a:t>
            </a:r>
            <a:r>
              <a:rPr lang="en-GB" sz="1800" b="1" i="0" u="none" strike="noStrike" dirty="0">
                <a:solidFill>
                  <a:srgbClr val="FF0000"/>
                </a:solidFill>
                <a:effectLst/>
                <a:latin typeface="Palatino Linotype" panose="02040502050505030304" pitchFamily="18" charset="0"/>
              </a:rPr>
              <a:t>load-insensitive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.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​</a:t>
            </a:r>
          </a:p>
          <a:p>
            <a:pPr marL="285750" indent="-285750">
              <a:buFontTx/>
              <a:buChar char="-"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Palatino Linotype" panose="02040502050505030304" pitchFamily="18" charset="0"/>
              </a:rPr>
              <a:t>L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ink costs don’t change dynamically based on the current network load or congestion.</a:t>
            </a:r>
          </a:p>
          <a:p>
            <a:pPr marL="171450" indent="-171450">
              <a:buFontTx/>
              <a:buChar char="-"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FontTx/>
              <a:buNone/>
            </a:pPr>
            <a:r>
              <a:rPr lang="en-GB" b="1" i="0" dirty="0"/>
              <a:t>Advanced routing protocols</a:t>
            </a:r>
            <a:r>
              <a:rPr lang="en-GB" b="0" i="0" dirty="0"/>
              <a:t> like MPLS and Segment Routing, and enhancements to BGP are helping to address the need for more dynamic and load-aware routing solutions.</a:t>
            </a:r>
          </a:p>
          <a:p>
            <a:pPr marL="171450" indent="-171450">
              <a:buFontTx/>
              <a:buChar char="-"/>
            </a:pPr>
            <a:r>
              <a:rPr lang="en-NZ" b="0" i="0" dirty="0"/>
              <a:t>Better performance during high-traffic periods, reducing congestion</a:t>
            </a:r>
          </a:p>
          <a:p>
            <a:pPr marL="171450" indent="-171450">
              <a:buFontTx/>
              <a:buChar char="-"/>
            </a:pPr>
            <a:r>
              <a:rPr lang="en-NZ" b="0" i="0" dirty="0"/>
              <a:t>More responsive to congestion</a:t>
            </a:r>
          </a:p>
          <a:p>
            <a:pPr marL="171450" indent="-171450">
              <a:buFontTx/>
              <a:buChar char="-"/>
            </a:pPr>
            <a:r>
              <a:rPr lang="en-NZ" b="0" i="0" dirty="0"/>
              <a:t>More efficient use of network resources.</a:t>
            </a:r>
          </a:p>
        </p:txBody>
      </p:sp>
    </p:spTree>
    <p:extLst>
      <p:ext uri="{BB962C8B-B14F-4D97-AF65-F5344CB8AC3E}">
        <p14:creationId xmlns:p14="http://schemas.microsoft.com/office/powerpoint/2010/main" val="273325960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distance vector routing algorithm is sometimes called by other names, most commonly the distributed Bellman-Ford routing algorithm.</a:t>
            </a:r>
          </a:p>
        </p:txBody>
      </p:sp>
    </p:spTree>
    <p:extLst>
      <p:ext uri="{BB962C8B-B14F-4D97-AF65-F5344CB8AC3E}">
        <p14:creationId xmlns:p14="http://schemas.microsoft.com/office/powerpoint/2010/main" val="374545727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y</a:t>
            </a:r>
            <a:r>
              <a:rPr lang="en-NZ" baseline="0" dirty="0"/>
              <a:t> in RIP is a destination subnet; 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24078618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Min_v</a:t>
            </a:r>
            <a:r>
              <a:rPr lang="en-US" dirty="0"/>
              <a:t> is necessary because the new dv may bring bigger values. You still need to enumerate all possible </a:t>
            </a:r>
            <a:r>
              <a:rPr lang="en-US" dirty="0" err="1"/>
              <a:t>neighbours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070694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In RIP, routing table is used and it combines</a:t>
            </a:r>
            <a:r>
              <a:rPr lang="en-NZ" baseline="0" dirty="0"/>
              <a:t> the forwarding table and </a:t>
            </a:r>
            <a:r>
              <a:rPr lang="en-NZ" baseline="0"/>
              <a:t>distance vector. 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2183430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The back-and-forth</a:t>
            </a:r>
            <a:r>
              <a:rPr lang="en-NZ" baseline="0" dirty="0"/>
              <a:t> process will continue until after z computes the cost of its path via y to be greater than 9,999. </a:t>
            </a:r>
          </a:p>
          <a:p>
            <a:r>
              <a:rPr lang="en-NZ" baseline="0" dirty="0"/>
              <a:t>In every iteration, </a:t>
            </a:r>
            <a:r>
              <a:rPr lang="en-NZ" baseline="0" dirty="0" err="1"/>
              <a:t>Dz</a:t>
            </a:r>
            <a:r>
              <a:rPr lang="en-NZ" baseline="0" dirty="0"/>
              <a:t>(x) increases by 2. 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15596552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LS: the algorithm has complete information about connectivity and link costs.</a:t>
            </a:r>
            <a:endParaRPr lang="en-GB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endParaRPr lang="en-GB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endParaRPr lang="en-GB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67995303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Big O evaluates how well an algorithm will perform as the problem size increases.</a:t>
            </a:r>
            <a:endParaRPr lang="en-NZ" dirty="0"/>
          </a:p>
          <a:p>
            <a:endParaRPr lang="en-NZ" dirty="0"/>
          </a:p>
          <a:p>
            <a:r>
              <a:rPr lang="en-NZ" b="0" dirty="0"/>
              <a:t>LS requires each node to know the cost of each link in the network</a:t>
            </a: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</a:t>
            </a:r>
          </a:p>
          <a:p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Each link (there are m links in total) must carry LSAs for all routers.</a:t>
            </a:r>
          </a:p>
          <a:p>
            <a:endParaRPr lang="en-GB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r>
              <a:rPr lang="en-NZ" b="1" dirty="0"/>
              <a:t>LS: flooding + Dijkstra </a:t>
            </a:r>
          </a:p>
          <a:p>
            <a:r>
              <a:rPr lang="en-NZ" dirty="0"/>
              <a:t>The flooding of LSAs across the network can have a time complexity of O(n^2), where n is the number of routers. </a:t>
            </a:r>
          </a:p>
          <a:p>
            <a:r>
              <a:rPr lang="en-NZ" dirty="0"/>
              <a:t>This is because each router might send LSAs to every other router, and each LSA needs to be processed by every router in the network.</a:t>
            </a:r>
          </a:p>
          <a:p>
            <a:endParaRPr lang="en-NZ" dirty="0"/>
          </a:p>
          <a:p>
            <a:r>
              <a:rPr lang="en-NZ" dirty="0"/>
              <a:t>Dijkstra’s algorithm computes the shortest path from a single source node to all other nodes.</a:t>
            </a:r>
          </a:p>
          <a:p>
            <a:r>
              <a:rPr lang="en-GB" dirty="0"/>
              <a:t>In the first iteration, search through all n nodes to determine the node, w, not in N that has the minimum cost. </a:t>
            </a:r>
          </a:p>
          <a:p>
            <a:r>
              <a:rPr lang="en-GB" dirty="0"/>
              <a:t>In the second iteration, check n - 1 nodes to determine the minimum cost.</a:t>
            </a:r>
          </a:p>
          <a:p>
            <a:r>
              <a:rPr lang="en-GB" dirty="0"/>
              <a:t>In the third iteration n - 2 nodes, and so on.</a:t>
            </a:r>
          </a:p>
          <a:p>
            <a:r>
              <a:rPr lang="en-GB" dirty="0"/>
              <a:t>Comparisons: O(n2)​</a:t>
            </a:r>
            <a:endParaRPr lang="en-NZ" dirty="0"/>
          </a:p>
          <a:p>
            <a:endParaRPr lang="en-NZ" dirty="0"/>
          </a:p>
          <a:p>
            <a:r>
              <a:rPr lang="en-NZ" b="1" dirty="0"/>
              <a:t>DV: the time needed to converge can depend on many factors. </a:t>
            </a:r>
          </a:p>
          <a:p>
            <a:r>
              <a:rPr lang="en-NZ" dirty="0"/>
              <a:t>When link costs change, the DV algorithm will propagate the results of the changed link cost only if the new link cost results in a changed least-cost path for one of the nodes attached to that link.</a:t>
            </a:r>
          </a:p>
          <a:p>
            <a:endParaRPr lang="en-NZ" b="0" dirty="0"/>
          </a:p>
          <a:p>
            <a:r>
              <a:rPr lang="en-NZ" dirty="0"/>
              <a:t>The DV algorithm can </a:t>
            </a:r>
            <a:r>
              <a:rPr lang="en-NZ" b="1" dirty="0"/>
              <a:t>converge slowly </a:t>
            </a:r>
            <a:r>
              <a:rPr lang="en-NZ" dirty="0"/>
              <a:t>and can have </a:t>
            </a:r>
            <a:r>
              <a:rPr lang="en-NZ" b="1" dirty="0"/>
              <a:t>routing loops </a:t>
            </a:r>
            <a:r>
              <a:rPr lang="en-NZ" dirty="0"/>
              <a:t>while the algorithm is converging. </a:t>
            </a:r>
          </a:p>
          <a:p>
            <a:r>
              <a:rPr lang="en-NZ" dirty="0"/>
              <a:t>DV also suffers from the count-to-infinity problem.</a:t>
            </a:r>
            <a:endParaRPr lang="en-GB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9074151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LS: </a:t>
            </a:r>
          </a:p>
          <a:p>
            <a:r>
              <a:rPr lang="en-GB" dirty="0"/>
              <a:t>A router could broadcast an incorrect cost for one of its attached links (but no others). A router could also corrupt or drop any packets it received as part of an LS broadcast.</a:t>
            </a:r>
          </a:p>
          <a:p>
            <a:endParaRPr lang="en-GB" b="0" dirty="0"/>
          </a:p>
          <a:p>
            <a:r>
              <a:rPr lang="en-GB" dirty="0"/>
              <a:t>This means route calculations are somewhat separated under LS, providing a degree of robustness.</a:t>
            </a:r>
          </a:p>
          <a:p>
            <a:endParaRPr lang="en-GB" b="0" dirty="0"/>
          </a:p>
          <a:p>
            <a:r>
              <a:rPr lang="en-GB" b="1" dirty="0"/>
              <a:t>DV:</a:t>
            </a:r>
          </a:p>
          <a:p>
            <a:r>
              <a:rPr lang="en-GB" dirty="0"/>
              <a:t>A node’s calculation in DV is passed on to its neighbour and then indirectly to its neighbour’s neighbour on the next iteration. </a:t>
            </a:r>
          </a:p>
          <a:p>
            <a:r>
              <a:rPr lang="en-GB" dirty="0"/>
              <a:t>In this sense, an incorrect node calculation can be diffused through the entire network under DV.</a:t>
            </a:r>
            <a:endParaRPr lang="en-AU" b="0" dirty="0"/>
          </a:p>
        </p:txBody>
      </p:sp>
    </p:spTree>
    <p:extLst>
      <p:ext uri="{BB962C8B-B14F-4D97-AF65-F5344CB8AC3E}">
        <p14:creationId xmlns:p14="http://schemas.microsoft.com/office/powerpoint/2010/main" val="424344608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09246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080765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0" y="1676400"/>
            <a:ext cx="9144000" cy="1902346"/>
          </a:xfrm>
          <a:prstGeom prst="rect">
            <a:avLst/>
          </a:prstGeom>
          <a:noFill/>
          <a:ln>
            <a:solidFill>
              <a:srgbClr val="800000"/>
            </a:solidFill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146" name="Rectangle 2"/>
          <p:cNvSpPr>
            <a:spLocks noGrp="1" noChangeArrowheads="1"/>
          </p:cNvSpPr>
          <p:nvPr userDrawn="1">
            <p:ph type="ctrTitle"/>
          </p:nvPr>
        </p:nvSpPr>
        <p:spPr>
          <a:xfrm>
            <a:off x="685800" y="1882775"/>
            <a:ext cx="7772400" cy="1470025"/>
          </a:xfrm>
        </p:spPr>
        <p:txBody>
          <a:bodyPr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1371600" y="43434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84191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334000"/>
          </a:xfrm>
        </p:spPr>
        <p:txBody>
          <a:bodyPr/>
          <a:lstStyle>
            <a:lvl1pPr>
              <a:defRPr sz="3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" y="6553200"/>
            <a:ext cx="24384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2300" y="6553200"/>
            <a:ext cx="2011363" cy="278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842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1354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066800"/>
            <a:ext cx="4040188" cy="54102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066800"/>
            <a:ext cx="4041775" cy="54102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" y="6553200"/>
            <a:ext cx="24384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972300" y="6553200"/>
            <a:ext cx="2011363" cy="278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576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2300" y="6553200"/>
            <a:ext cx="2011363" cy="278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887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800"/>
            </a:lvl1pPr>
          </a:lstStyle>
          <a:p>
            <a:pPr>
              <a:defRPr/>
            </a:pPr>
            <a:endParaRPr lang="en-US" i="0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914399" y="1610713"/>
            <a:ext cx="7790214" cy="4600081"/>
          </a:xfrm>
        </p:spPr>
        <p:txBody>
          <a:bodyPr/>
          <a:lstStyle>
            <a:lvl1pPr>
              <a:buFont typeface="Arial" pitchFamily="34" charset="0"/>
              <a:buNone/>
              <a:defRPr/>
            </a:lvl1pPr>
            <a:lvl2pPr>
              <a:buClr>
                <a:srgbClr val="0000FF"/>
              </a:buClr>
              <a:defRPr/>
            </a:lvl2pPr>
            <a:lvl3pPr>
              <a:buClr>
                <a:srgbClr val="0000FF"/>
              </a:buClr>
              <a:defRPr/>
            </a:lvl3pPr>
            <a:lvl4pPr>
              <a:buClr>
                <a:srgbClr val="0000FF"/>
              </a:buClr>
              <a:defRPr/>
            </a:lvl4pPr>
            <a:lvl5pPr>
              <a:buClr>
                <a:srgbClr val="0000FF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5862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2F0810-A290-404C-AD50-B7D908288F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026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720311-A3DC-4B7A-B5CB-5D0CF7C088D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55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20.</a:t>
            </a:r>
            <a:fld id="{D2B7B4C9-F3F0-4319-8B33-B550139FCA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6063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0"/>
            <a:ext cx="9144000" cy="865697"/>
          </a:xfrm>
          <a:prstGeom prst="rect">
            <a:avLst/>
          </a:prstGeom>
          <a:noFill/>
          <a:ln>
            <a:solidFill>
              <a:srgbClr val="800000"/>
            </a:solidFill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457200" y="70056"/>
            <a:ext cx="822960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 userDrawn="1">
            <p:ph type="body" idx="1"/>
          </p:nvPr>
        </p:nvSpPr>
        <p:spPr bwMode="auto">
          <a:xfrm>
            <a:off x="457200" y="1066800"/>
            <a:ext cx="82296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 userDrawn="1">
            <p:ph type="ftr" sz="quarter" idx="3"/>
          </p:nvPr>
        </p:nvSpPr>
        <p:spPr bwMode="auto">
          <a:xfrm>
            <a:off x="76200" y="6553200"/>
            <a:ext cx="24384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 userDrawn="1">
            <p:ph type="sldNum" sz="quarter" idx="4"/>
          </p:nvPr>
        </p:nvSpPr>
        <p:spPr bwMode="auto">
          <a:xfrm>
            <a:off x="6972300" y="6553200"/>
            <a:ext cx="2011363" cy="278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31AE37-2590-2964-2CD0-A6D8B51CFFC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320350" y="6687820"/>
            <a:ext cx="523875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In-Confidence</a:t>
            </a:r>
          </a:p>
        </p:txBody>
      </p:sp>
    </p:spTree>
    <p:extLst>
      <p:ext uri="{BB962C8B-B14F-4D97-AF65-F5344CB8AC3E}">
        <p14:creationId xmlns:p14="http://schemas.microsoft.com/office/powerpoint/2010/main" val="3806536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3" r:id="rId4"/>
    <p:sldLayoutId id="2147483724" r:id="rId5"/>
    <p:sldLayoutId id="2147483727" r:id="rId6"/>
    <p:sldLayoutId id="2147483728" r:id="rId7"/>
    <p:sldLayoutId id="2147483729" r:id="rId8"/>
    <p:sldLayoutId id="2147483730" r:id="rId9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Palatino Linotype" pitchFamily="18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Palatino Linotype" pitchFamily="18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Palatino Linotype" pitchFamily="18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Palatino Linotype" pitchFamily="18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Palatino Linotype" pitchFamily="18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Palatino Linotype" pitchFamily="18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Palatino Linotype" pitchFamily="18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Palatino Linotype" pitchFamily="18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3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B050"/>
        </a:buClr>
        <a:buChar char="•"/>
        <a:defRPr sz="28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o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Barry.wu@canterbury.ac.nz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5" Type="http://schemas.openxmlformats.org/officeDocument/2006/relationships/oleObject" Target="../embeddings/oleObject3.bin"/><Relationship Id="rId4" Type="http://schemas.openxmlformats.org/officeDocument/2006/relationships/image" Target="../media/image11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5" Type="http://schemas.openxmlformats.org/officeDocument/2006/relationships/oleObject" Target="../embeddings/oleObject4.bin"/><Relationship Id="rId4" Type="http://schemas.openxmlformats.org/officeDocument/2006/relationships/image" Target="../media/image11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oleObject" Target="../embeddings/oleObject4.bin"/><Relationship Id="rId4" Type="http://schemas.openxmlformats.org/officeDocument/2006/relationships/image" Target="../media/image11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oleObject" Target="../embeddings/oleObject4.bin"/><Relationship Id="rId4" Type="http://schemas.openxmlformats.org/officeDocument/2006/relationships/image" Target="../media/image11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5" Type="http://schemas.openxmlformats.org/officeDocument/2006/relationships/oleObject" Target="../embeddings/oleObject5.bin"/><Relationship Id="rId4" Type="http://schemas.openxmlformats.org/officeDocument/2006/relationships/image" Target="../media/image11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5" Type="http://schemas.openxmlformats.org/officeDocument/2006/relationships/oleObject" Target="../embeddings/oleObject6.bin"/><Relationship Id="rId4" Type="http://schemas.openxmlformats.org/officeDocument/2006/relationships/image" Target="../media/image11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w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hyperlink" Target="https://users.cs.northwestern.edu/~akuzma/classes/CS340-w05/lecture_notes.ht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10000"/>
            <a:ext cx="7696200" cy="1752600"/>
          </a:xfrm>
        </p:spPr>
        <p:txBody>
          <a:bodyPr/>
          <a:lstStyle/>
          <a:p>
            <a:r>
              <a:rPr lang="en-US" sz="2400" dirty="0">
                <a:latin typeface="+mj-lt"/>
              </a:rPr>
              <a:t>Dr Barry Wu</a:t>
            </a:r>
          </a:p>
          <a:p>
            <a:endParaRPr lang="en-US" altLang="zh-CN" sz="1800" dirty="0">
              <a:latin typeface="+mj-lt"/>
            </a:endParaRPr>
          </a:p>
          <a:p>
            <a:r>
              <a:rPr lang="en-US" altLang="zh-CN" sz="1800" dirty="0">
                <a:latin typeface="+mj-lt"/>
              </a:rPr>
              <a:t>Wireless Research Centre (WRC)</a:t>
            </a:r>
          </a:p>
          <a:p>
            <a:r>
              <a:rPr lang="en-US" altLang="zh-CN" sz="1800" dirty="0">
                <a:latin typeface="+mj-lt"/>
              </a:rPr>
              <a:t>University of Canterbury</a:t>
            </a:r>
          </a:p>
          <a:p>
            <a:r>
              <a:rPr lang="en-US" sz="1600" dirty="0">
                <a:latin typeface="+mj-lt"/>
                <a:hlinkClick r:id="rId3"/>
              </a:rPr>
              <a:t>Barry.wu@canterbury.ac.nz</a:t>
            </a:r>
            <a:endParaRPr lang="en-US" sz="1600"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8200" y="594578"/>
            <a:ext cx="739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COSC264</a:t>
            </a:r>
          </a:p>
          <a:p>
            <a:pPr algn="ctr"/>
            <a:r>
              <a:rPr lang="en-NZ" sz="2400" dirty="0">
                <a:latin typeface="+mj-lt"/>
              </a:rPr>
              <a:t>Introduction to Computer Networks and the Internet</a:t>
            </a:r>
            <a:endParaRPr lang="en-US" sz="2400" dirty="0">
              <a:latin typeface="+mj-lt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Z" sz="3200" dirty="0"/>
              <a:t>Introduction to Routing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Learning Objectives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At the end of the lectures, you will be able to:</a:t>
            </a:r>
          </a:p>
          <a:p>
            <a:pPr lvl="1"/>
            <a:r>
              <a:rPr lang="en-GB" altLang="en-US" dirty="0"/>
              <a:t>Define the term routing</a:t>
            </a:r>
          </a:p>
          <a:p>
            <a:pPr lvl="1"/>
            <a:r>
              <a:rPr lang="en-GB" altLang="en-US" dirty="0"/>
              <a:t>Describe the term autonomous system</a:t>
            </a:r>
          </a:p>
          <a:p>
            <a:pPr lvl="1"/>
            <a:r>
              <a:rPr lang="en-GB" altLang="en-US" dirty="0"/>
              <a:t>Understand the difference between forwarding and routing</a:t>
            </a:r>
          </a:p>
          <a:p>
            <a:pPr lvl="1"/>
            <a:r>
              <a:rPr lang="en-GB" altLang="en-US" dirty="0"/>
              <a:t>Understand the principal routing strategies</a:t>
            </a:r>
          </a:p>
          <a:p>
            <a:pPr lvl="1"/>
            <a:r>
              <a:rPr lang="en-GB" altLang="en-US" dirty="0"/>
              <a:t>Discuss approaches to routing</a:t>
            </a:r>
          </a:p>
          <a:p>
            <a:pPr lvl="1"/>
            <a:r>
              <a:rPr lang="en-GB" altLang="en-US" dirty="0"/>
              <a:t>Compare and contrast the two representative routing algorithms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 bwMode="auto">
          <a:xfrm>
            <a:off x="6972300" y="6553200"/>
            <a:ext cx="2011363" cy="278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+mn-lt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395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en-US" sz="3200" dirty="0"/>
              <a:t>Routing overview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en-US" sz="3200" dirty="0"/>
              <a:t>Link state routing (Dijkstra’s algorithm)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en-US" sz="3200" dirty="0"/>
              <a:t>Distance vector routing (Bellman-Ford algorithm)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en-US" sz="3200" dirty="0"/>
              <a:t>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20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BC5A1A-7179-CF0F-2CFF-A5AE55A860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Routing Overview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E8B241AC-DA3B-C614-56E7-198D832B26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4C8DD-D417-7683-6A82-8CD64B4FBF6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132638" y="6553200"/>
            <a:ext cx="2011362" cy="277813"/>
          </a:xfrm>
        </p:spPr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692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What is routing?</a:t>
            </a:r>
          </a:p>
        </p:txBody>
      </p:sp>
      <p:sp>
        <p:nvSpPr>
          <p:cNvPr id="14202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229600" cy="20574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altLang="en-US" sz="2400" dirty="0"/>
              <a:t>A famous quotation from RFC 791 Internet Protocol</a:t>
            </a:r>
          </a:p>
          <a:p>
            <a:pPr marL="0" indent="0"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2400" dirty="0"/>
              <a:t>“A name indicates what we seek.</a:t>
            </a:r>
            <a:br>
              <a:rPr lang="en-GB" altLang="en-US" sz="2400" dirty="0"/>
            </a:br>
            <a:r>
              <a:rPr lang="en-GB" altLang="en-US" sz="2400" dirty="0"/>
              <a:t>An address indicates where it is.</a:t>
            </a:r>
            <a:br>
              <a:rPr lang="en-GB" altLang="en-US" sz="2400" dirty="0"/>
            </a:br>
            <a:r>
              <a:rPr lang="en-GB" altLang="en-US" sz="2400" dirty="0"/>
              <a:t>A route indicates how we get there.”</a:t>
            </a:r>
            <a:br>
              <a:rPr lang="en-GB" altLang="en-US" sz="2400" dirty="0"/>
            </a:br>
            <a:r>
              <a:rPr lang="en-GB" altLang="en-US" sz="2400" dirty="0"/>
              <a:t>      -- Jon </a:t>
            </a:r>
            <a:r>
              <a:rPr lang="en-GB" altLang="en-US" sz="2400" dirty="0" err="1"/>
              <a:t>Postel</a:t>
            </a:r>
            <a:endParaRPr lang="en-US" alt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8" name="Picture 7" descr="MCj02156880000[1]">
            <a:extLst>
              <a:ext uri="{FF2B5EF4-FFF2-40B4-BE49-F238E27FC236}">
                <a16:creationId xmlns:a16="http://schemas.microsoft.com/office/drawing/2014/main" id="{531ACBB1-FC85-63D6-D939-78A397DB3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1" y="3607417"/>
            <a:ext cx="1905000" cy="2919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2A8225-86CB-6A6D-D56E-BDD1ED02DAED}"/>
              </a:ext>
            </a:extLst>
          </p:cNvPr>
          <p:cNvSpPr txBox="1"/>
          <p:nvPr/>
        </p:nvSpPr>
        <p:spPr>
          <a:xfrm>
            <a:off x="457199" y="4263503"/>
            <a:ext cx="6324603" cy="108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Wingdings" pitchFamily="2" charset="2"/>
              <a:buChar char="§"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Routing refers to the network-wide process that determines the end-to-end paths that packets take from source to destination.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4A88B4-FB13-8CB6-4785-E7D756BF3CEC}"/>
              </a:ext>
            </a:extLst>
          </p:cNvPr>
          <p:cNvSpPr txBox="1"/>
          <p:nvPr/>
        </p:nvSpPr>
        <p:spPr>
          <a:xfrm>
            <a:off x="2895600" y="6517547"/>
            <a:ext cx="335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100" dirty="0"/>
              <a:t>Source: https://en.wikipedia.org/wiki/Routing</a:t>
            </a:r>
          </a:p>
        </p:txBody>
      </p:sp>
    </p:spTree>
    <p:extLst>
      <p:ext uri="{BB962C8B-B14F-4D97-AF65-F5344CB8AC3E}">
        <p14:creationId xmlns:p14="http://schemas.microsoft.com/office/powerpoint/2010/main" val="2453576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routing occur?</a:t>
            </a:r>
            <a:endParaRPr lang="en-NZ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4B8DE4E-388B-65EE-1CB4-CAFA4C5C5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150894"/>
          </a:xfrm>
        </p:spPr>
        <p:txBody>
          <a:bodyPr/>
          <a:lstStyle/>
          <a:p>
            <a:r>
              <a:rPr lang="en-GB" sz="2600" dirty="0"/>
              <a:t>The environment of the network layer protocols</a:t>
            </a:r>
            <a:endParaRPr lang="en-AU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F493B7-66A4-6864-CB82-05CD74C58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13811"/>
            <a:ext cx="9144000" cy="34249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8AEF50-8CCD-3BFC-B267-D965F3F9B8F3}"/>
              </a:ext>
            </a:extLst>
          </p:cNvPr>
          <p:cNvSpPr txBox="1"/>
          <p:nvPr/>
        </p:nvSpPr>
        <p:spPr>
          <a:xfrm>
            <a:off x="990600" y="6400664"/>
            <a:ext cx="716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/>
              <a:t>Source: Andrew S. Tanenbaum &amp; David J. Wetherall, Computer Networks, 5th edition, 2010, Figure 5-1. </a:t>
            </a:r>
            <a:endParaRPr lang="en-AU" sz="1100" dirty="0"/>
          </a:p>
        </p:txBody>
      </p:sp>
    </p:spTree>
    <p:extLst>
      <p:ext uri="{BB962C8B-B14F-4D97-AF65-F5344CB8AC3E}">
        <p14:creationId xmlns:p14="http://schemas.microsoft.com/office/powerpoint/2010/main" val="3880581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Why does routing matter?</a:t>
            </a:r>
          </a:p>
        </p:txBody>
      </p:sp>
      <p:sp>
        <p:nvSpPr>
          <p:cNvPr id="922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1843331"/>
          </a:xfrm>
        </p:spPr>
        <p:txBody>
          <a:bodyPr/>
          <a:lstStyle/>
          <a:p>
            <a:r>
              <a:rPr lang="en-US" altLang="en-US" dirty="0"/>
              <a:t>The network needs to work out </a:t>
            </a:r>
            <a:r>
              <a:rPr lang="en-US" altLang="en-US" dirty="0">
                <a:solidFill>
                  <a:srgbClr val="FF0000"/>
                </a:solidFill>
              </a:rPr>
              <a:t>the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FF0000"/>
                </a:solidFill>
              </a:rPr>
              <a:t>path</a:t>
            </a:r>
            <a:r>
              <a:rPr lang="en-US" altLang="en-US" dirty="0"/>
              <a:t> from the sender to the receiver </a:t>
            </a:r>
            <a:r>
              <a:rPr lang="en-US" altLang="en-US" i="1" dirty="0">
                <a:solidFill>
                  <a:srgbClr val="FF0000"/>
                </a:solidFill>
              </a:rPr>
              <a:t>automatically </a:t>
            </a:r>
            <a:r>
              <a:rPr lang="en-US" altLang="en-US" dirty="0"/>
              <a:t>in a dynamic environment.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104900" y="3352800"/>
            <a:ext cx="6934200" cy="2743200"/>
            <a:chOff x="1219200" y="3618053"/>
            <a:chExt cx="6934200" cy="2743200"/>
          </a:xfrm>
        </p:grpSpPr>
        <p:sp>
          <p:nvSpPr>
            <p:cNvPr id="3" name="Flowchart: Summing Junction 2"/>
            <p:cNvSpPr/>
            <p:nvPr/>
          </p:nvSpPr>
          <p:spPr>
            <a:xfrm>
              <a:off x="2743200" y="4532453"/>
              <a:ext cx="1066800" cy="304800"/>
            </a:xfrm>
            <a:prstGeom prst="flowChartSummingJunct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2" name="Flowchart: Summing Junction 11"/>
            <p:cNvSpPr/>
            <p:nvPr/>
          </p:nvSpPr>
          <p:spPr>
            <a:xfrm>
              <a:off x="3962400" y="3922853"/>
              <a:ext cx="1066800" cy="304800"/>
            </a:xfrm>
            <a:prstGeom prst="flowChartSummingJunct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3" name="Flowchart: Summing Junction 12"/>
            <p:cNvSpPr/>
            <p:nvPr/>
          </p:nvSpPr>
          <p:spPr>
            <a:xfrm>
              <a:off x="3982656" y="5523053"/>
              <a:ext cx="1066800" cy="304800"/>
            </a:xfrm>
            <a:prstGeom prst="flowChartSummingJunct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4" name="Flowchart: Summing Junction 13"/>
            <p:cNvSpPr/>
            <p:nvPr/>
          </p:nvSpPr>
          <p:spPr>
            <a:xfrm>
              <a:off x="5562600" y="4630775"/>
              <a:ext cx="1066800" cy="304800"/>
            </a:xfrm>
            <a:prstGeom prst="flowChartSummingJunct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7467600" y="4532453"/>
              <a:ext cx="685800" cy="501444"/>
              <a:chOff x="6705600" y="4495800"/>
              <a:chExt cx="685800" cy="501444"/>
            </a:xfrm>
          </p:grpSpPr>
          <p:sp>
            <p:nvSpPr>
              <p:cNvPr id="15" name="Round Single Corner Rectangle 14"/>
              <p:cNvSpPr/>
              <p:nvPr/>
            </p:nvSpPr>
            <p:spPr>
              <a:xfrm>
                <a:off x="6858000" y="4495800"/>
                <a:ext cx="533400" cy="304800"/>
              </a:xfrm>
              <a:prstGeom prst="round1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Z"/>
              </a:p>
            </p:txBody>
          </p:sp>
          <p:sp>
            <p:nvSpPr>
              <p:cNvPr id="16" name="Flowchart: Data 15"/>
              <p:cNvSpPr/>
              <p:nvPr/>
            </p:nvSpPr>
            <p:spPr>
              <a:xfrm>
                <a:off x="6705600" y="4800600"/>
                <a:ext cx="685800" cy="196644"/>
              </a:xfrm>
              <a:prstGeom prst="flowChartInputOutpu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Z"/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1219200" y="5119931"/>
              <a:ext cx="685800" cy="501444"/>
              <a:chOff x="457200" y="5083278"/>
              <a:chExt cx="685800" cy="501444"/>
            </a:xfrm>
          </p:grpSpPr>
          <p:sp>
            <p:nvSpPr>
              <p:cNvPr id="17" name="Round Single Corner Rectangle 16"/>
              <p:cNvSpPr/>
              <p:nvPr/>
            </p:nvSpPr>
            <p:spPr>
              <a:xfrm>
                <a:off x="609600" y="5083278"/>
                <a:ext cx="533400" cy="304800"/>
              </a:xfrm>
              <a:prstGeom prst="round1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Z"/>
              </a:p>
            </p:txBody>
          </p:sp>
          <p:sp>
            <p:nvSpPr>
              <p:cNvPr id="18" name="Flowchart: Data 17"/>
              <p:cNvSpPr/>
              <p:nvPr/>
            </p:nvSpPr>
            <p:spPr>
              <a:xfrm>
                <a:off x="457200" y="5388078"/>
                <a:ext cx="685800" cy="196644"/>
              </a:xfrm>
              <a:prstGeom prst="flowChartInputOutpu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Z"/>
              </a:p>
            </p:txBody>
          </p:sp>
        </p:grpSp>
        <p:sp>
          <p:nvSpPr>
            <p:cNvPr id="10" name="Cloud 9"/>
            <p:cNvSpPr/>
            <p:nvPr/>
          </p:nvSpPr>
          <p:spPr>
            <a:xfrm>
              <a:off x="2209800" y="3618053"/>
              <a:ext cx="4648200" cy="2743200"/>
            </a:xfrm>
            <a:prstGeom prst="cloud">
              <a:avLst/>
            </a:prstGeom>
            <a:noFill/>
            <a:ln>
              <a:solidFill>
                <a:schemeClr val="accent3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cxnSp>
          <p:nvCxnSpPr>
            <p:cNvPr id="19" name="Curved Connector 18"/>
            <p:cNvCxnSpPr>
              <a:stCxn id="3" idx="2"/>
              <a:endCxn id="17" idx="3"/>
            </p:cNvCxnSpPr>
            <p:nvPr/>
          </p:nvCxnSpPr>
          <p:spPr>
            <a:xfrm rot="10800000" flipV="1">
              <a:off x="1905000" y="4684853"/>
              <a:ext cx="838200" cy="587478"/>
            </a:xfrm>
            <a:prstGeom prst="curvedConnector3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Curved Connector 21"/>
            <p:cNvCxnSpPr>
              <a:stCxn id="16" idx="2"/>
              <a:endCxn id="14" idx="6"/>
            </p:cNvCxnSpPr>
            <p:nvPr/>
          </p:nvCxnSpPr>
          <p:spPr>
            <a:xfrm rot="10800000">
              <a:off x="6629400" y="4783175"/>
              <a:ext cx="906780" cy="152400"/>
            </a:xfrm>
            <a:prstGeom prst="curvedConnector3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48846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2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62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Autonomous System (AS)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34BD0D9-2987-E8F8-B5C6-E7DE380685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7673404"/>
              </p:ext>
            </p:extLst>
          </p:nvPr>
        </p:nvGraphicFramePr>
        <p:xfrm>
          <a:off x="457200" y="990600"/>
          <a:ext cx="82296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886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1524000"/>
          </a:xfrm>
        </p:spPr>
        <p:txBody>
          <a:bodyPr/>
          <a:lstStyle/>
          <a:p>
            <a:r>
              <a:rPr lang="en-GB" sz="2800" dirty="0"/>
              <a:t>Each AS is assigned an autonomous system number (ASN)</a:t>
            </a:r>
            <a:endParaRPr lang="en-US" sz="2800" dirty="0"/>
          </a:p>
          <a:p>
            <a:r>
              <a:rPr lang="en-US" sz="2800" dirty="0"/>
              <a:t>Typically each Internet Service Provider (ISP) is an AS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Other AS examples: corporations, universities​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9E74DF-1C17-89D9-AB4F-D057D0951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438400"/>
            <a:ext cx="3631081" cy="30920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ADF567-AC65-1B6E-ADAE-00B4FB6B2310}"/>
              </a:ext>
            </a:extLst>
          </p:cNvPr>
          <p:cNvSpPr txBox="1"/>
          <p:nvPr/>
        </p:nvSpPr>
        <p:spPr>
          <a:xfrm>
            <a:off x="1562099" y="6526334"/>
            <a:ext cx="6019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100" dirty="0"/>
              <a:t>Source: https://www.cloudflare.com/learning/network-layer/what-is-an-autonomous-system/</a:t>
            </a:r>
          </a:p>
        </p:txBody>
      </p:sp>
    </p:spTree>
    <p:extLst>
      <p:ext uri="{BB962C8B-B14F-4D97-AF65-F5344CB8AC3E}">
        <p14:creationId xmlns:p14="http://schemas.microsoft.com/office/powerpoint/2010/main" val="3994028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Common Types of ASs</a:t>
            </a:r>
          </a:p>
        </p:txBody>
      </p:sp>
      <p:sp>
        <p:nvSpPr>
          <p:cNvPr id="945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10699"/>
            <a:ext cx="4724400" cy="47752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en-US" sz="2000" dirty="0"/>
              <a:t>Stub AS</a:t>
            </a:r>
          </a:p>
          <a:p>
            <a:pPr lvl="1">
              <a:spcAft>
                <a:spcPts val="600"/>
              </a:spcAft>
            </a:pPr>
            <a:r>
              <a:rPr lang="en-US" altLang="en-US" sz="1800" dirty="0"/>
              <a:t>is only connected to another AS</a:t>
            </a:r>
          </a:p>
          <a:p>
            <a:pPr lvl="1">
              <a:spcAft>
                <a:spcPts val="600"/>
              </a:spcAft>
            </a:pPr>
            <a:r>
              <a:rPr lang="en-US" altLang="en-US" sz="1800" dirty="0"/>
              <a:t>e.g., AS1, AS5</a:t>
            </a:r>
          </a:p>
          <a:p>
            <a:pPr>
              <a:spcAft>
                <a:spcPts val="600"/>
              </a:spcAft>
            </a:pPr>
            <a:r>
              <a:rPr lang="en-US" altLang="en-US" sz="2000" dirty="0"/>
              <a:t>Multi-homed AS</a:t>
            </a:r>
          </a:p>
          <a:p>
            <a:pPr lvl="1">
              <a:spcAft>
                <a:spcPts val="600"/>
              </a:spcAft>
            </a:pPr>
            <a:r>
              <a:rPr lang="en-US" altLang="en-US" sz="1800" dirty="0"/>
              <a:t>has more than one connection to other ASs, but </a:t>
            </a:r>
            <a:r>
              <a:rPr lang="en-US" altLang="en-US" sz="1800" dirty="0">
                <a:solidFill>
                  <a:srgbClr val="FF0000"/>
                </a:solidFill>
              </a:rPr>
              <a:t>does not allow </a:t>
            </a:r>
            <a:r>
              <a:rPr lang="en-US" altLang="en-US" sz="1800" dirty="0"/>
              <a:t>traffic to pass through</a:t>
            </a:r>
          </a:p>
          <a:p>
            <a:pPr lvl="1">
              <a:spcAft>
                <a:spcPts val="600"/>
              </a:spcAft>
            </a:pPr>
            <a:r>
              <a:rPr lang="en-US" altLang="en-US" sz="1800" dirty="0"/>
              <a:t>e.g., AS2</a:t>
            </a:r>
          </a:p>
          <a:p>
            <a:pPr>
              <a:spcAft>
                <a:spcPts val="600"/>
              </a:spcAft>
            </a:pPr>
            <a:r>
              <a:rPr lang="en-US" altLang="en-US" sz="2000" dirty="0"/>
              <a:t>Transit AS</a:t>
            </a:r>
          </a:p>
          <a:p>
            <a:pPr lvl="1">
              <a:spcAft>
                <a:spcPts val="600"/>
              </a:spcAft>
            </a:pPr>
            <a:r>
              <a:rPr lang="en-US" altLang="en-US" sz="1800" dirty="0"/>
              <a:t>is connected to more than one AS and </a:t>
            </a:r>
            <a:r>
              <a:rPr lang="en-US" altLang="en-US" sz="1800" dirty="0">
                <a:solidFill>
                  <a:srgbClr val="FF0000"/>
                </a:solidFill>
              </a:rPr>
              <a:t>allows</a:t>
            </a:r>
            <a:r>
              <a:rPr lang="en-US" altLang="en-US" sz="1800" dirty="0"/>
              <a:t> the traffic to pass through</a:t>
            </a:r>
          </a:p>
          <a:p>
            <a:pPr lvl="1">
              <a:spcAft>
                <a:spcPts val="600"/>
              </a:spcAft>
            </a:pPr>
            <a:r>
              <a:rPr lang="en-US" altLang="en-US" sz="1800" dirty="0"/>
              <a:t>e.g., AS3, AS4</a:t>
            </a:r>
            <a:endParaRPr lang="en-US" altLang="en-US" sz="1400" dirty="0"/>
          </a:p>
        </p:txBody>
      </p:sp>
      <p:sp>
        <p:nvSpPr>
          <p:cNvPr id="24" name="Rectangle 23"/>
          <p:cNvSpPr/>
          <p:nvPr/>
        </p:nvSpPr>
        <p:spPr>
          <a:xfrm>
            <a:off x="2133600" y="6508453"/>
            <a:ext cx="48768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200" dirty="0"/>
              <a:t>Source: https://en.wikipedia.org/wiki/Autonomous_system_(Internet) </a:t>
            </a:r>
            <a:endParaRPr lang="en-US" altLang="en-US" sz="1100" dirty="0">
              <a:solidFill>
                <a:srgbClr val="008080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F4162D1-62E8-5107-26DB-798F95D820FC}"/>
              </a:ext>
            </a:extLst>
          </p:cNvPr>
          <p:cNvGrpSpPr/>
          <p:nvPr/>
        </p:nvGrpSpPr>
        <p:grpSpPr>
          <a:xfrm>
            <a:off x="4419600" y="2387600"/>
            <a:ext cx="4640813" cy="3022600"/>
            <a:chOff x="4503186" y="2082800"/>
            <a:chExt cx="4640813" cy="3022600"/>
          </a:xfrm>
        </p:grpSpPr>
        <p:graphicFrame>
          <p:nvGraphicFramePr>
            <p:cNvPr id="27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2704370"/>
                </p:ext>
              </p:extLst>
            </p:nvPr>
          </p:nvGraphicFramePr>
          <p:xfrm>
            <a:off x="4503186" y="2082800"/>
            <a:ext cx="4640813" cy="302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7098602" imgH="4624864" progId="Visio.Drawing.11">
                    <p:embed/>
                  </p:oleObj>
                </mc:Choice>
                <mc:Fallback>
                  <p:oleObj name="Visio" r:id="rId3" imgW="7098602" imgH="4624864" progId="Visio.Drawing.11">
                    <p:embed/>
                    <p:pic>
                      <p:nvPicPr>
                        <p:cNvPr id="27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3186" y="2082800"/>
                          <a:ext cx="4640813" cy="3022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" name="Straight Connector 2"/>
            <p:cNvCxnSpPr/>
            <p:nvPr/>
          </p:nvCxnSpPr>
          <p:spPr>
            <a:xfrm>
              <a:off x="6248400" y="3352800"/>
              <a:ext cx="381000" cy="0"/>
            </a:xfrm>
            <a:prstGeom prst="line">
              <a:avLst/>
            </a:prstGeom>
            <a:ln w="28575">
              <a:solidFill>
                <a:srgbClr val="33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8458200" y="3505200"/>
              <a:ext cx="228600" cy="304800"/>
            </a:xfrm>
            <a:prstGeom prst="line">
              <a:avLst/>
            </a:prstGeom>
            <a:ln w="28575">
              <a:solidFill>
                <a:srgbClr val="33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457200" y="986884"/>
            <a:ext cx="822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3333CC"/>
                </a:solidFill>
              </a:rPr>
              <a:t>ASs are categorised depending on the way they are connected. 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138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515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ASN Lookup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109901" y="6430726"/>
            <a:ext cx="29241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100" dirty="0"/>
              <a:t>Source: https://asnlookup.com/asn/AS9432/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ED6614-355A-1469-157F-732401122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863" y="1752600"/>
            <a:ext cx="8686800" cy="352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204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0D809-2EFD-44DE-8BAF-00607D1A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Exterior and Interior Routing Protocols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16D28-81A5-8C1D-3B4E-94D18D5C0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990600"/>
          </a:xfrm>
        </p:spPr>
        <p:txBody>
          <a:bodyPr/>
          <a:lstStyle/>
          <a:p>
            <a:r>
              <a:rPr lang="en-GB" sz="2600" dirty="0"/>
              <a:t>Interior router protocol </a:t>
            </a:r>
            <a:r>
              <a:rPr lang="en-GB" sz="2600" dirty="0">
                <a:solidFill>
                  <a:srgbClr val="FF0000"/>
                </a:solidFill>
              </a:rPr>
              <a:t>within AS</a:t>
            </a:r>
          </a:p>
          <a:p>
            <a:r>
              <a:rPr lang="en-GB" sz="2600" dirty="0"/>
              <a:t>Exterior router protocol for </a:t>
            </a:r>
            <a:r>
              <a:rPr lang="en-GB" sz="2600" dirty="0">
                <a:solidFill>
                  <a:srgbClr val="FF0000"/>
                </a:solidFill>
              </a:rPr>
              <a:t>AS-to-AS</a:t>
            </a:r>
            <a:r>
              <a:rPr lang="en-GB" sz="2600" dirty="0"/>
              <a:t> routing</a:t>
            </a:r>
            <a:endParaRPr lang="en-AU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6F8BE7-5D89-CAD8-C17F-8F5301FBC9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1DD471-A2BF-8EDB-6AB7-5068BDE0F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634" y="2160166"/>
            <a:ext cx="6334731" cy="44368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F6BA98-64BA-3DF7-20AC-1FEABED0747B}"/>
              </a:ext>
            </a:extLst>
          </p:cNvPr>
          <p:cNvSpPr txBox="1"/>
          <p:nvPr/>
        </p:nvSpPr>
        <p:spPr>
          <a:xfrm>
            <a:off x="3886200" y="6166155"/>
            <a:ext cx="45829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/>
              <a:t>Source: William Stallings, Data and Computer Communications, 10</a:t>
            </a:r>
            <a:r>
              <a:rPr lang="en-GB" sz="1100" baseline="30000" dirty="0"/>
              <a:t>th</a:t>
            </a:r>
            <a:r>
              <a:rPr lang="en-GB" sz="1100" dirty="0"/>
              <a:t> edition, 2013, Figure 19.9.</a:t>
            </a:r>
            <a:endParaRPr lang="en-AU" sz="1100" dirty="0"/>
          </a:p>
        </p:txBody>
      </p:sp>
    </p:spTree>
    <p:extLst>
      <p:ext uri="{BB962C8B-B14F-4D97-AF65-F5344CB8AC3E}">
        <p14:creationId xmlns:p14="http://schemas.microsoft.com/office/powerpoint/2010/main" val="3653929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Routing vs. Forwarding</a:t>
            </a:r>
          </a:p>
        </p:txBody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1"/>
            <a:ext cx="8686800" cy="106679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Routing: </a:t>
            </a:r>
            <a:r>
              <a:rPr lang="en-GB" altLang="en-US" sz="2800" dirty="0"/>
              <a:t>determine which paths to use</a:t>
            </a:r>
            <a:endParaRPr lang="en-US" altLang="en-US" sz="2800" dirty="0"/>
          </a:p>
          <a:p>
            <a:pPr lvl="1">
              <a:lnSpc>
                <a:spcPct val="90000"/>
              </a:lnSpc>
            </a:pPr>
            <a:r>
              <a:rPr lang="en-GB" altLang="en-US" sz="2400" dirty="0"/>
              <a:t>Routing algorithms calculate these paths</a:t>
            </a:r>
            <a:endParaRPr lang="en-US" altLang="en-US" sz="2400" dirty="0"/>
          </a:p>
          <a:p>
            <a:pPr marL="0" indent="0">
              <a:lnSpc>
                <a:spcPct val="90000"/>
              </a:lnSpc>
              <a:buNone/>
            </a:pPr>
            <a:endParaRPr lang="en-US" alt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45A1EDA-87B9-6C08-2CAA-CB7E7EF06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872936"/>
            <a:ext cx="8686800" cy="1384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31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B050"/>
              </a:buClr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800" kern="0" dirty="0"/>
              <a:t>Forwarding: handle each packet as it arrives</a:t>
            </a:r>
          </a:p>
          <a:p>
            <a:pPr lvl="1">
              <a:lnSpc>
                <a:spcPct val="90000"/>
              </a:lnSpc>
            </a:pPr>
            <a:r>
              <a:rPr lang="en-GB" altLang="en-US" sz="2400" kern="0" dirty="0"/>
              <a:t>The router consults a forwarding table to decide which output link to send the packet </a:t>
            </a:r>
          </a:p>
          <a:p>
            <a:pPr lvl="1">
              <a:lnSpc>
                <a:spcPct val="90000"/>
              </a:lnSpc>
            </a:pPr>
            <a:endParaRPr lang="en-US" altLang="en-US" sz="2400" b="1" i="1" u="sng" kern="0" dirty="0">
              <a:solidFill>
                <a:srgbClr val="FF000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C076AF6-9EF4-9623-2240-782989AF6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987801"/>
            <a:ext cx="1831282" cy="1739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7CD78CAF-B541-D61D-18BA-B68C7271D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121" y="1990120"/>
            <a:ext cx="1661143" cy="1739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8247" y="4745664"/>
            <a:ext cx="2977127" cy="198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445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8" grpId="0" build="p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Routing vs. Forwarding (cont.)</a:t>
            </a:r>
          </a:p>
        </p:txBody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24015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en-US" sz="2400" dirty="0"/>
              <a:t>Routing: computing paths the packets will follow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routers talking amongst themselves and jointly </a:t>
            </a:r>
            <a:r>
              <a:rPr lang="en-US" altLang="en-US" sz="2400" i="1" dirty="0"/>
              <a:t>creating</a:t>
            </a:r>
            <a:r>
              <a:rPr lang="en-US" altLang="en-US" sz="2400" dirty="0"/>
              <a:t> </a:t>
            </a:r>
            <a:r>
              <a:rPr lang="en-US" altLang="en-US" sz="2400" b="1" i="1" u="sng" dirty="0"/>
              <a:t>forwarding tables</a:t>
            </a:r>
            <a:endParaRPr lang="en-US" altLang="en-US" sz="2400" dirty="0"/>
          </a:p>
          <a:p>
            <a:pPr marL="704850" lvl="1" indent="-271463" defTabSz="866775" eaLnBrk="1" hangingPunct="1">
              <a:spcAft>
                <a:spcPts val="600"/>
              </a:spcAft>
            </a:pPr>
            <a:r>
              <a:rPr lang="en-US" altLang="en-US" sz="2400" b="1" dirty="0"/>
              <a:t>non-</a:t>
            </a:r>
            <a:r>
              <a:rPr lang="en-US" altLang="en-US" sz="2400" dirty="0"/>
              <a:t>real time: latency up to 2 minutes</a:t>
            </a:r>
          </a:p>
          <a:p>
            <a:pPr>
              <a:spcAft>
                <a:spcPts val="600"/>
              </a:spcAft>
            </a:pPr>
            <a:endParaRPr lang="en-US" altLang="en-US" sz="2800" dirty="0"/>
          </a:p>
          <a:p>
            <a:pPr>
              <a:spcAft>
                <a:spcPts val="600"/>
              </a:spcAft>
            </a:pPr>
            <a:endParaRPr lang="en-US" altLang="en-US" sz="2800" dirty="0"/>
          </a:p>
          <a:p>
            <a:pPr>
              <a:spcAft>
                <a:spcPts val="600"/>
              </a:spcAft>
            </a:pPr>
            <a:r>
              <a:rPr lang="en-US" altLang="en-US" sz="2400" dirty="0"/>
              <a:t>Forwarding: directing every data packet to an outgoing link</a:t>
            </a:r>
          </a:p>
          <a:p>
            <a:pPr marL="704850" lvl="1" indent="-271463" defTabSz="866775" eaLnBrk="1" hangingPunct="1">
              <a:spcAft>
                <a:spcPts val="600"/>
              </a:spcAft>
            </a:pPr>
            <a:r>
              <a:rPr lang="en-US" altLang="en-US" sz="2400" dirty="0"/>
              <a:t>individual router </a:t>
            </a:r>
            <a:r>
              <a:rPr lang="en-US" altLang="en-US" sz="2400" i="1" dirty="0"/>
              <a:t>using</a:t>
            </a:r>
            <a:r>
              <a:rPr lang="en-US" altLang="en-US" sz="2400" dirty="0"/>
              <a:t> a </a:t>
            </a:r>
            <a:r>
              <a:rPr lang="en-US" altLang="en-US" sz="2400" b="1" i="1" u="sng" dirty="0"/>
              <a:t>forwarding table</a:t>
            </a:r>
            <a:endParaRPr lang="en-US" altLang="en-US" sz="2400" b="1" dirty="0"/>
          </a:p>
          <a:p>
            <a:pPr marL="704850" lvl="1" indent="-271463" defTabSz="866775" eaLnBrk="1" hangingPunct="1">
              <a:spcAft>
                <a:spcPts val="600"/>
              </a:spcAft>
            </a:pPr>
            <a:r>
              <a:rPr lang="en-US" altLang="en-US" sz="2400" b="1" dirty="0"/>
              <a:t>real time; </a:t>
            </a:r>
            <a:r>
              <a:rPr lang="en-US" altLang="en-US" sz="2400" dirty="0"/>
              <a:t>may be implemented in </a:t>
            </a:r>
            <a:r>
              <a:rPr lang="en-US" altLang="en-US" sz="2400" dirty="0" err="1"/>
              <a:t>specialised</a:t>
            </a:r>
            <a:r>
              <a:rPr lang="en-US" altLang="en-US" sz="2400" dirty="0"/>
              <a:t> </a:t>
            </a:r>
            <a:r>
              <a:rPr lang="en-US" altLang="en-US" sz="2400" b="1" dirty="0"/>
              <a:t>hardware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618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1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1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1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8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Forwarding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A forwarding table: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results from the execution of the </a:t>
            </a:r>
            <a:r>
              <a:rPr lang="en-US" sz="2000" b="1" dirty="0"/>
              <a:t>routing protocol </a:t>
            </a:r>
            <a:r>
              <a:rPr lang="en-US" sz="2000" dirty="0"/>
              <a:t>(dynamic routing, or static / preconfigured routing)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is consulted for every packet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is changed on relatively large timescales, e.g., upon topology changes, load changes or changes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4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400" dirty="0"/>
              <a:t>At minimum, this contains the </a:t>
            </a:r>
            <a:r>
              <a:rPr lang="en-GB" sz="2400" dirty="0">
                <a:solidFill>
                  <a:srgbClr val="FF0000"/>
                </a:solidFill>
              </a:rPr>
              <a:t>interface identifier and next hop information </a:t>
            </a:r>
            <a:r>
              <a:rPr lang="en-GB" sz="2400" dirty="0"/>
              <a:t>for each reachable destination network prefix.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CC4E71-999A-BA88-45AE-6DA6DA703356}"/>
              </a:ext>
            </a:extLst>
          </p:cNvPr>
          <p:cNvSpPr txBox="1"/>
          <p:nvPr/>
        </p:nvSpPr>
        <p:spPr>
          <a:xfrm>
            <a:off x="2472956" y="6464197"/>
            <a:ext cx="41980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100" dirty="0"/>
              <a:t>Source: https://datatracker.ietf.org/doc/html/rfc3222#section-5.3</a:t>
            </a:r>
          </a:p>
        </p:txBody>
      </p:sp>
    </p:spTree>
    <p:extLst>
      <p:ext uri="{BB962C8B-B14F-4D97-AF65-F5344CB8AC3E}">
        <p14:creationId xmlns:p14="http://schemas.microsoft.com/office/powerpoint/2010/main" val="2561407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and Forwarding</a:t>
            </a:r>
            <a:endParaRPr lang="en-NZ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24" name="Freeform 2"/>
          <p:cNvSpPr>
            <a:spLocks/>
          </p:cNvSpPr>
          <p:nvPr/>
        </p:nvSpPr>
        <p:spPr bwMode="auto">
          <a:xfrm>
            <a:off x="4398963" y="4113316"/>
            <a:ext cx="2847975" cy="1481138"/>
          </a:xfrm>
          <a:custGeom>
            <a:avLst/>
            <a:gdLst>
              <a:gd name="T0" fmla="*/ 6 w 1794"/>
              <a:gd name="T1" fmla="*/ 483 h 933"/>
              <a:gd name="T2" fmla="*/ 108 w 1794"/>
              <a:gd name="T3" fmla="*/ 125 h 933"/>
              <a:gd name="T4" fmla="*/ 559 w 1794"/>
              <a:gd name="T5" fmla="*/ 100 h 933"/>
              <a:gd name="T6" fmla="*/ 1128 w 1794"/>
              <a:gd name="T7" fmla="*/ 29 h 933"/>
              <a:gd name="T8" fmla="*/ 1716 w 1794"/>
              <a:gd name="T9" fmla="*/ 275 h 933"/>
              <a:gd name="T10" fmla="*/ 1596 w 1794"/>
              <a:gd name="T11" fmla="*/ 827 h 933"/>
              <a:gd name="T12" fmla="*/ 1380 w 1794"/>
              <a:gd name="T13" fmla="*/ 911 h 933"/>
              <a:gd name="T14" fmla="*/ 840 w 1794"/>
              <a:gd name="T15" fmla="*/ 929 h 933"/>
              <a:gd name="T16" fmla="*/ 414 w 1794"/>
              <a:gd name="T17" fmla="*/ 911 h 933"/>
              <a:gd name="T18" fmla="*/ 143 w 1794"/>
              <a:gd name="T19" fmla="*/ 832 h 933"/>
              <a:gd name="T20" fmla="*/ 6 w 1794"/>
              <a:gd name="T21" fmla="*/ 483 h 9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25" name="Freeform 3"/>
          <p:cNvSpPr>
            <a:spLocks/>
          </p:cNvSpPr>
          <p:nvPr/>
        </p:nvSpPr>
        <p:spPr bwMode="auto">
          <a:xfrm>
            <a:off x="2905126" y="3376716"/>
            <a:ext cx="2290763" cy="1295400"/>
          </a:xfrm>
          <a:custGeom>
            <a:avLst/>
            <a:gdLst>
              <a:gd name="T0" fmla="*/ 0 w 1443"/>
              <a:gd name="T1" fmla="*/ 0 h 816"/>
              <a:gd name="T2" fmla="*/ 1076 w 1443"/>
              <a:gd name="T3" fmla="*/ 782 h 816"/>
              <a:gd name="T4" fmla="*/ 1320 w 1443"/>
              <a:gd name="T5" fmla="*/ 788 h 816"/>
              <a:gd name="T6" fmla="*/ 1443 w 1443"/>
              <a:gd name="T7" fmla="*/ 5 h 816"/>
              <a:gd name="T8" fmla="*/ 0 w 1443"/>
              <a:gd name="T9" fmla="*/ 0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43" h="816">
                <a:moveTo>
                  <a:pt x="0" y="0"/>
                </a:moveTo>
                <a:cubicBezTo>
                  <a:pt x="571" y="285"/>
                  <a:pt x="856" y="408"/>
                  <a:pt x="1076" y="782"/>
                </a:cubicBezTo>
                <a:cubicBezTo>
                  <a:pt x="1185" y="775"/>
                  <a:pt x="1220" y="816"/>
                  <a:pt x="1320" y="788"/>
                </a:cubicBezTo>
                <a:cubicBezTo>
                  <a:pt x="1264" y="347"/>
                  <a:pt x="1276" y="352"/>
                  <a:pt x="1443" y="5"/>
                </a:cubicBezTo>
                <a:cubicBezTo>
                  <a:pt x="867" y="5"/>
                  <a:pt x="233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2895601" y="1051028"/>
            <a:ext cx="2317750" cy="2333625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27" name="Oval 5"/>
          <p:cNvSpPr>
            <a:spLocks noChangeArrowheads="1"/>
          </p:cNvSpPr>
          <p:nvPr/>
        </p:nvSpPr>
        <p:spPr bwMode="auto">
          <a:xfrm>
            <a:off x="3021013" y="1103416"/>
            <a:ext cx="2095500" cy="6048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28" name="Freeform 6"/>
          <p:cNvSpPr>
            <a:spLocks/>
          </p:cNvSpPr>
          <p:nvPr/>
        </p:nvSpPr>
        <p:spPr bwMode="auto">
          <a:xfrm>
            <a:off x="5037138" y="4416528"/>
            <a:ext cx="542925" cy="295275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grpSp>
        <p:nvGrpSpPr>
          <p:cNvPr id="29" name="Group 7"/>
          <p:cNvGrpSpPr>
            <a:grpSpLocks/>
          </p:cNvGrpSpPr>
          <p:nvPr/>
        </p:nvGrpSpPr>
        <p:grpSpPr bwMode="auto">
          <a:xfrm>
            <a:off x="4543426" y="4591153"/>
            <a:ext cx="501650" cy="233363"/>
            <a:chOff x="3600" y="219"/>
            <a:chExt cx="360" cy="175"/>
          </a:xfrm>
        </p:grpSpPr>
        <p:sp>
          <p:nvSpPr>
            <p:cNvPr id="174" name="Oval 8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75" name="Line 9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76" name="Line 10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77" name="Rectangle 11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78" name="Oval 12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179" name="Group 13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84" name="Line 1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85" name="Line 1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86" name="Line 1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</p:grpSp>
        <p:grpSp>
          <p:nvGrpSpPr>
            <p:cNvPr id="180" name="Group 17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81" name="Line 18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82" name="Line 19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83" name="Line 20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</p:grpSp>
      </p:grpSp>
      <p:grpSp>
        <p:nvGrpSpPr>
          <p:cNvPr id="30" name="Group 21"/>
          <p:cNvGrpSpPr>
            <a:grpSpLocks/>
          </p:cNvGrpSpPr>
          <p:nvPr/>
        </p:nvGrpSpPr>
        <p:grpSpPr bwMode="auto">
          <a:xfrm>
            <a:off x="4895851" y="5229328"/>
            <a:ext cx="501650" cy="233363"/>
            <a:chOff x="3600" y="219"/>
            <a:chExt cx="360" cy="175"/>
          </a:xfrm>
        </p:grpSpPr>
        <p:sp>
          <p:nvSpPr>
            <p:cNvPr id="161" name="Oval 22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62" name="Line 23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63" name="Line 24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64" name="Rectangle 25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65" name="Oval 26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166" name="Group 27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71" name="Line 28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72" name="Line 29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73" name="Line 30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</p:grpSp>
        <p:grpSp>
          <p:nvGrpSpPr>
            <p:cNvPr id="167" name="Group 31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68" name="Line 32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69" name="Line 33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70" name="Line 34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</p:grpSp>
      </p:grpSp>
      <p:grpSp>
        <p:nvGrpSpPr>
          <p:cNvPr id="31" name="Group 35"/>
          <p:cNvGrpSpPr>
            <a:grpSpLocks/>
          </p:cNvGrpSpPr>
          <p:nvPr/>
        </p:nvGrpSpPr>
        <p:grpSpPr bwMode="auto">
          <a:xfrm>
            <a:off x="5570538" y="4286353"/>
            <a:ext cx="501650" cy="233363"/>
            <a:chOff x="3600" y="219"/>
            <a:chExt cx="360" cy="175"/>
          </a:xfrm>
        </p:grpSpPr>
        <p:sp>
          <p:nvSpPr>
            <p:cNvPr id="148" name="Oval 36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49" name="Line 37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50" name="Line 38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51" name="Rectangle 39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52" name="Oval 40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153" name="Group 41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58" name="Line 42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59" name="Line 43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60" name="Line 44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</p:grpSp>
        <p:grpSp>
          <p:nvGrpSpPr>
            <p:cNvPr id="154" name="Group 45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55" name="Line 4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56" name="Line 4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57" name="Line 4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</p:grpSp>
      </p:grpSp>
      <p:grpSp>
        <p:nvGrpSpPr>
          <p:cNvPr id="32" name="Group 49"/>
          <p:cNvGrpSpPr>
            <a:grpSpLocks/>
          </p:cNvGrpSpPr>
          <p:nvPr/>
        </p:nvGrpSpPr>
        <p:grpSpPr bwMode="auto">
          <a:xfrm>
            <a:off x="5492751" y="4951516"/>
            <a:ext cx="500063" cy="233363"/>
            <a:chOff x="3600" y="219"/>
            <a:chExt cx="360" cy="175"/>
          </a:xfrm>
        </p:grpSpPr>
        <p:sp>
          <p:nvSpPr>
            <p:cNvPr id="135" name="Oval 50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36" name="Line 51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37" name="Line 52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38" name="Rectangle 53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39" name="Oval 54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140" name="Group 55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45" name="Line 5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46" name="Line 5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47" name="Line 5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</p:grpSp>
        <p:grpSp>
          <p:nvGrpSpPr>
            <p:cNvPr id="141" name="Group 59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42" name="Line 6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43" name="Line 6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44" name="Line 6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</p:grpSp>
      </p:grpSp>
      <p:grpSp>
        <p:nvGrpSpPr>
          <p:cNvPr id="33" name="Group 63"/>
          <p:cNvGrpSpPr>
            <a:grpSpLocks/>
          </p:cNvGrpSpPr>
          <p:nvPr/>
        </p:nvGrpSpPr>
        <p:grpSpPr bwMode="auto">
          <a:xfrm>
            <a:off x="6127751" y="5248378"/>
            <a:ext cx="501650" cy="233363"/>
            <a:chOff x="3600" y="219"/>
            <a:chExt cx="360" cy="175"/>
          </a:xfrm>
        </p:grpSpPr>
        <p:sp>
          <p:nvSpPr>
            <p:cNvPr id="122" name="Oval 64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23" name="Line 65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24" name="Line 66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25" name="Rectangle 67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26" name="Oval 68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127" name="Group 69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32" name="Line 7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33" name="Line 7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34" name="Line 7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</p:grpSp>
        <p:grpSp>
          <p:nvGrpSpPr>
            <p:cNvPr id="128" name="Group 73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29" name="Line 7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30" name="Line 7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31" name="Line 7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</p:grpSp>
      </p:grpSp>
      <p:grpSp>
        <p:nvGrpSpPr>
          <p:cNvPr id="34" name="Group 77"/>
          <p:cNvGrpSpPr>
            <a:grpSpLocks/>
          </p:cNvGrpSpPr>
          <p:nvPr/>
        </p:nvGrpSpPr>
        <p:grpSpPr bwMode="auto">
          <a:xfrm>
            <a:off x="6572251" y="4592741"/>
            <a:ext cx="501650" cy="233363"/>
            <a:chOff x="3600" y="219"/>
            <a:chExt cx="360" cy="175"/>
          </a:xfrm>
        </p:grpSpPr>
        <p:sp>
          <p:nvSpPr>
            <p:cNvPr id="109" name="Oval 78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10" name="Line 79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11" name="Line 80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12" name="Rectangle 81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13" name="Oval 82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114" name="Group 83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19" name="Line 8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20" name="Line 8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21" name="Line 8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</p:grpSp>
        <p:grpSp>
          <p:nvGrpSpPr>
            <p:cNvPr id="115" name="Group 87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16" name="Line 88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17" name="Line 89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18" name="Line 90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</p:grpSp>
      </p:grpSp>
      <p:sp>
        <p:nvSpPr>
          <p:cNvPr id="35" name="Freeform 91"/>
          <p:cNvSpPr>
            <a:spLocks/>
          </p:cNvSpPr>
          <p:nvPr/>
        </p:nvSpPr>
        <p:spPr bwMode="auto">
          <a:xfrm>
            <a:off x="6078538" y="4410178"/>
            <a:ext cx="504825" cy="307975"/>
          </a:xfrm>
          <a:custGeom>
            <a:avLst/>
            <a:gdLst>
              <a:gd name="T0" fmla="*/ 0 w 318"/>
              <a:gd name="T1" fmla="*/ 0 h 194"/>
              <a:gd name="T2" fmla="*/ 318 w 318"/>
              <a:gd name="T3" fmla="*/ 194 h 19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18" h="194">
                <a:moveTo>
                  <a:pt x="0" y="0"/>
                </a:moveTo>
                <a:lnTo>
                  <a:pt x="318" y="194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36" name="Freeform 92"/>
          <p:cNvSpPr>
            <a:spLocks/>
          </p:cNvSpPr>
          <p:nvPr/>
        </p:nvSpPr>
        <p:spPr bwMode="auto">
          <a:xfrm>
            <a:off x="5013326" y="4802291"/>
            <a:ext cx="481013" cy="238125"/>
          </a:xfrm>
          <a:custGeom>
            <a:avLst/>
            <a:gdLst>
              <a:gd name="T0" fmla="*/ 0 w 294"/>
              <a:gd name="T1" fmla="*/ 0 h 174"/>
              <a:gd name="T2" fmla="*/ 294 w 294"/>
              <a:gd name="T3" fmla="*/ 174 h 17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94" h="174">
                <a:moveTo>
                  <a:pt x="0" y="0"/>
                </a:moveTo>
                <a:lnTo>
                  <a:pt x="294" y="174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37" name="Freeform 93"/>
          <p:cNvSpPr>
            <a:spLocks/>
          </p:cNvSpPr>
          <p:nvPr/>
        </p:nvSpPr>
        <p:spPr bwMode="auto">
          <a:xfrm>
            <a:off x="5961063" y="4778478"/>
            <a:ext cx="628650" cy="247650"/>
          </a:xfrm>
          <a:custGeom>
            <a:avLst/>
            <a:gdLst>
              <a:gd name="T0" fmla="*/ 0 w 378"/>
              <a:gd name="T1" fmla="*/ 174 h 174"/>
              <a:gd name="T2" fmla="*/ 378 w 378"/>
              <a:gd name="T3" fmla="*/ 0 h 17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38" name="Freeform 94"/>
          <p:cNvSpPr>
            <a:spLocks/>
          </p:cNvSpPr>
          <p:nvPr/>
        </p:nvSpPr>
        <p:spPr bwMode="auto">
          <a:xfrm>
            <a:off x="6627813" y="4832453"/>
            <a:ext cx="206375" cy="508000"/>
          </a:xfrm>
          <a:custGeom>
            <a:avLst/>
            <a:gdLst>
              <a:gd name="T0" fmla="*/ 0 w 118"/>
              <a:gd name="T1" fmla="*/ 500 h 500"/>
              <a:gd name="T2" fmla="*/ 118 w 118"/>
              <a:gd name="T3" fmla="*/ 0 h 50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18" h="500">
                <a:moveTo>
                  <a:pt x="0" y="500"/>
                </a:moveTo>
                <a:lnTo>
                  <a:pt x="118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39" name="Freeform 95"/>
          <p:cNvSpPr>
            <a:spLocks/>
          </p:cNvSpPr>
          <p:nvPr/>
        </p:nvSpPr>
        <p:spPr bwMode="auto">
          <a:xfrm>
            <a:off x="5392738" y="5365853"/>
            <a:ext cx="736600" cy="74613"/>
          </a:xfrm>
          <a:custGeom>
            <a:avLst/>
            <a:gdLst>
              <a:gd name="T0" fmla="*/ 370 w 370"/>
              <a:gd name="T1" fmla="*/ 32 h 32"/>
              <a:gd name="T2" fmla="*/ 0 w 370"/>
              <a:gd name="T3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70" h="32">
                <a:moveTo>
                  <a:pt x="370" y="32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0" name="Freeform 96"/>
          <p:cNvSpPr>
            <a:spLocks/>
          </p:cNvSpPr>
          <p:nvPr/>
        </p:nvSpPr>
        <p:spPr bwMode="auto">
          <a:xfrm>
            <a:off x="4856163" y="4826103"/>
            <a:ext cx="193675" cy="425450"/>
          </a:xfrm>
          <a:custGeom>
            <a:avLst/>
            <a:gdLst>
              <a:gd name="T0" fmla="*/ 162 w 176"/>
              <a:gd name="T1" fmla="*/ 408 h 412"/>
              <a:gd name="T2" fmla="*/ 176 w 176"/>
              <a:gd name="T3" fmla="*/ 412 h 412"/>
              <a:gd name="T4" fmla="*/ 0 w 176"/>
              <a:gd name="T5" fmla="*/ 0 h 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6" h="412">
                <a:moveTo>
                  <a:pt x="162" y="408"/>
                </a:moveTo>
                <a:lnTo>
                  <a:pt x="176" y="412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4" name="Text Box 100"/>
          <p:cNvSpPr txBox="1">
            <a:spLocks noChangeArrowheads="1"/>
          </p:cNvSpPr>
          <p:nvPr/>
        </p:nvSpPr>
        <p:spPr bwMode="auto">
          <a:xfrm>
            <a:off x="4968876" y="4311753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5" name="Text Box 101"/>
          <p:cNvSpPr txBox="1">
            <a:spLocks noChangeArrowheads="1"/>
          </p:cNvSpPr>
          <p:nvPr/>
        </p:nvSpPr>
        <p:spPr bwMode="auto">
          <a:xfrm>
            <a:off x="4883151" y="4749903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16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6" name="Text Box 102"/>
          <p:cNvSpPr txBox="1">
            <a:spLocks noChangeArrowheads="1"/>
          </p:cNvSpPr>
          <p:nvPr/>
        </p:nvSpPr>
        <p:spPr bwMode="auto">
          <a:xfrm>
            <a:off x="4632326" y="4822928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16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51" name="Text Box 108"/>
          <p:cNvSpPr txBox="1">
            <a:spLocks noChangeArrowheads="1"/>
          </p:cNvSpPr>
          <p:nvPr/>
        </p:nvSpPr>
        <p:spPr bwMode="auto">
          <a:xfrm>
            <a:off x="3149601" y="1260578"/>
            <a:ext cx="18637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n-US" altLang="en-US" sz="1400" dirty="0">
                <a:latin typeface="Arial" panose="020B0604020202020204" pitchFamily="34" charset="0"/>
              </a:rPr>
              <a:t>Routing algorithm</a:t>
            </a:r>
          </a:p>
        </p:txBody>
      </p:sp>
      <p:sp>
        <p:nvSpPr>
          <p:cNvPr id="52" name="Rectangle 109"/>
          <p:cNvSpPr>
            <a:spLocks noChangeArrowheads="1"/>
          </p:cNvSpPr>
          <p:nvPr/>
        </p:nvSpPr>
        <p:spPr bwMode="auto">
          <a:xfrm>
            <a:off x="3074988" y="2008291"/>
            <a:ext cx="2005013" cy="12795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3" name="Text Box 110"/>
          <p:cNvSpPr txBox="1">
            <a:spLocks noChangeArrowheads="1"/>
          </p:cNvSpPr>
          <p:nvPr/>
        </p:nvSpPr>
        <p:spPr bwMode="auto">
          <a:xfrm>
            <a:off x="3155951" y="1960666"/>
            <a:ext cx="1935163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en-US" sz="1400" dirty="0">
                <a:latin typeface="Arial" panose="020B0604020202020204" pitchFamily="34" charset="0"/>
              </a:rPr>
              <a:t>Local forwarding table</a:t>
            </a:r>
          </a:p>
        </p:txBody>
      </p:sp>
      <p:sp>
        <p:nvSpPr>
          <p:cNvPr id="54" name="Text Box 111"/>
          <p:cNvSpPr txBox="1">
            <a:spLocks noChangeArrowheads="1"/>
          </p:cNvSpPr>
          <p:nvPr/>
        </p:nvSpPr>
        <p:spPr bwMode="auto">
          <a:xfrm>
            <a:off x="3038476" y="2208316"/>
            <a:ext cx="1212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n-US" altLang="en-US" sz="1400">
                <a:latin typeface="Arial" panose="020B0604020202020204" pitchFamily="34" charset="0"/>
              </a:rPr>
              <a:t>header value</a:t>
            </a:r>
          </a:p>
        </p:txBody>
      </p:sp>
      <p:sp>
        <p:nvSpPr>
          <p:cNvPr id="55" name="Text Box 112"/>
          <p:cNvSpPr txBox="1">
            <a:spLocks noChangeArrowheads="1"/>
          </p:cNvSpPr>
          <p:nvPr/>
        </p:nvSpPr>
        <p:spPr bwMode="auto">
          <a:xfrm>
            <a:off x="4105276" y="2209903"/>
            <a:ext cx="1041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n-US" altLang="en-US" sz="1400">
                <a:latin typeface="Arial" panose="020B0604020202020204" pitchFamily="34" charset="0"/>
              </a:rPr>
              <a:t>output link</a:t>
            </a:r>
          </a:p>
        </p:txBody>
      </p:sp>
      <p:sp>
        <p:nvSpPr>
          <p:cNvPr id="56" name="Line 113"/>
          <p:cNvSpPr>
            <a:spLocks noChangeShapeType="1"/>
          </p:cNvSpPr>
          <p:nvPr/>
        </p:nvSpPr>
        <p:spPr bwMode="auto">
          <a:xfrm>
            <a:off x="4208463" y="2228953"/>
            <a:ext cx="3175" cy="1058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57" name="Text Box 114"/>
          <p:cNvSpPr txBox="1">
            <a:spLocks noChangeArrowheads="1"/>
          </p:cNvSpPr>
          <p:nvPr/>
        </p:nvSpPr>
        <p:spPr bwMode="auto">
          <a:xfrm>
            <a:off x="3694113" y="2492478"/>
            <a:ext cx="5207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1" hangingPunct="1"/>
            <a:r>
              <a:rPr lang="en-US" altLang="en-US" sz="1200">
                <a:latin typeface="Arial" panose="020B0604020202020204" pitchFamily="34" charset="0"/>
              </a:rPr>
              <a:t>0100</a:t>
            </a:r>
          </a:p>
          <a:p>
            <a:pPr algn="r" eaLnBrk="1" hangingPunct="1"/>
            <a:r>
              <a:rPr lang="en-US" altLang="en-US" sz="1200">
                <a:latin typeface="Arial" panose="020B0604020202020204" pitchFamily="34" charset="0"/>
              </a:rPr>
              <a:t>0101</a:t>
            </a:r>
          </a:p>
          <a:p>
            <a:pPr algn="r" eaLnBrk="1" hangingPunct="1"/>
            <a:r>
              <a:rPr lang="en-US" altLang="en-US" sz="1200">
                <a:latin typeface="Arial" panose="020B0604020202020204" pitchFamily="34" charset="0"/>
              </a:rPr>
              <a:t>0111</a:t>
            </a:r>
          </a:p>
          <a:p>
            <a:pPr algn="r" eaLnBrk="1" hangingPunct="1"/>
            <a:r>
              <a:rPr lang="en-US" altLang="en-US" sz="1200">
                <a:latin typeface="Arial" panose="020B0604020202020204" pitchFamily="34" charset="0"/>
              </a:rPr>
              <a:t>1001</a:t>
            </a:r>
          </a:p>
        </p:txBody>
      </p:sp>
      <p:sp>
        <p:nvSpPr>
          <p:cNvPr id="58" name="Text Box 115"/>
          <p:cNvSpPr txBox="1">
            <a:spLocks noChangeArrowheads="1"/>
          </p:cNvSpPr>
          <p:nvPr/>
        </p:nvSpPr>
        <p:spPr bwMode="auto">
          <a:xfrm>
            <a:off x="4219576" y="2492478"/>
            <a:ext cx="26828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3</a:t>
            </a:r>
          </a:p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2</a:t>
            </a:r>
          </a:p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2</a:t>
            </a:r>
          </a:p>
          <a:p>
            <a:pPr algn="ctr" eaLnBrk="1" hangingPunct="1"/>
            <a:r>
              <a:rPr lang="en-US" alt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9" name="Line 116"/>
          <p:cNvSpPr>
            <a:spLocks noChangeShapeType="1"/>
          </p:cNvSpPr>
          <p:nvPr/>
        </p:nvSpPr>
        <p:spPr bwMode="auto">
          <a:xfrm>
            <a:off x="3074988" y="2478191"/>
            <a:ext cx="2006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60" name="Line 117"/>
          <p:cNvSpPr>
            <a:spLocks noChangeShapeType="1"/>
          </p:cNvSpPr>
          <p:nvPr/>
        </p:nvSpPr>
        <p:spPr bwMode="auto">
          <a:xfrm>
            <a:off x="3067051" y="2230541"/>
            <a:ext cx="2006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NZ" dirty="0"/>
          </a:p>
        </p:txBody>
      </p:sp>
      <p:sp>
        <p:nvSpPr>
          <p:cNvPr id="61" name="AutoShape 118"/>
          <p:cNvSpPr>
            <a:spLocks noChangeArrowheads="1"/>
          </p:cNvSpPr>
          <p:nvPr/>
        </p:nvSpPr>
        <p:spPr bwMode="auto">
          <a:xfrm rot="5400000">
            <a:off x="3973513" y="1716190"/>
            <a:ext cx="239713" cy="273050"/>
          </a:xfrm>
          <a:prstGeom prst="rightArrow">
            <a:avLst>
              <a:gd name="adj1" fmla="val 51167"/>
              <a:gd name="adj2" fmla="val 39736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93B23B6-E32A-0E32-BB55-1470A49A2BAD}"/>
              </a:ext>
            </a:extLst>
          </p:cNvPr>
          <p:cNvGrpSpPr/>
          <p:nvPr/>
        </p:nvGrpSpPr>
        <p:grpSpPr>
          <a:xfrm>
            <a:off x="1925638" y="3838678"/>
            <a:ext cx="3378200" cy="1074738"/>
            <a:chOff x="1925638" y="3838678"/>
            <a:chExt cx="3378200" cy="1074738"/>
          </a:xfrm>
        </p:grpSpPr>
        <p:sp>
          <p:nvSpPr>
            <p:cNvPr id="50" name="Line 107"/>
            <p:cNvSpPr>
              <a:spLocks noChangeShapeType="1"/>
            </p:cNvSpPr>
            <p:nvPr/>
          </p:nvSpPr>
          <p:spPr bwMode="auto">
            <a:xfrm flipH="1">
              <a:off x="3189288" y="4726091"/>
              <a:ext cx="13493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452D983-1AAF-CFEF-F524-4E8506F0EBBC}"/>
                </a:ext>
              </a:extLst>
            </p:cNvPr>
            <p:cNvGrpSpPr/>
            <p:nvPr/>
          </p:nvGrpSpPr>
          <p:grpSpPr>
            <a:xfrm>
              <a:off x="1925638" y="3838678"/>
              <a:ext cx="3378200" cy="1074738"/>
              <a:chOff x="1925638" y="3838678"/>
              <a:chExt cx="3378200" cy="1074738"/>
            </a:xfrm>
          </p:grpSpPr>
          <p:sp>
            <p:nvSpPr>
              <p:cNvPr id="41" name="Rectangle 97"/>
              <p:cNvSpPr>
                <a:spLocks noChangeArrowheads="1"/>
              </p:cNvSpPr>
              <p:nvPr/>
            </p:nvSpPr>
            <p:spPr bwMode="auto">
              <a:xfrm>
                <a:off x="2965451" y="4440341"/>
                <a:ext cx="1155700" cy="23812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2" name="Rectangle 98"/>
              <p:cNvSpPr>
                <a:spLocks noChangeArrowheads="1"/>
              </p:cNvSpPr>
              <p:nvPr/>
            </p:nvSpPr>
            <p:spPr bwMode="auto">
              <a:xfrm>
                <a:off x="2941638" y="4464153"/>
                <a:ext cx="1147763" cy="238125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3" name="Line 99"/>
              <p:cNvSpPr>
                <a:spLocks noChangeShapeType="1"/>
              </p:cNvSpPr>
              <p:nvPr/>
            </p:nvSpPr>
            <p:spPr bwMode="auto">
              <a:xfrm>
                <a:off x="3967163" y="4595916"/>
                <a:ext cx="422275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7" name="Rectangle 104"/>
              <p:cNvSpPr>
                <a:spLocks noChangeArrowheads="1"/>
              </p:cNvSpPr>
              <p:nvPr/>
            </p:nvSpPr>
            <p:spPr bwMode="auto">
              <a:xfrm>
                <a:off x="3570288" y="4467328"/>
                <a:ext cx="427038" cy="23971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8" name="Text Box 105"/>
              <p:cNvSpPr txBox="1">
                <a:spLocks noChangeArrowheads="1"/>
              </p:cNvSpPr>
              <p:nvPr/>
            </p:nvSpPr>
            <p:spPr bwMode="auto">
              <a:xfrm>
                <a:off x="3522663" y="4440341"/>
                <a:ext cx="520700" cy="2746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en-US" sz="1200">
                    <a:latin typeface="Arial" panose="020B0604020202020204" pitchFamily="34" charset="0"/>
                  </a:rPr>
                  <a:t>0111</a:t>
                </a:r>
              </a:p>
            </p:txBody>
          </p:sp>
          <p:sp>
            <p:nvSpPr>
              <p:cNvPr id="49" name="Text Box 106"/>
              <p:cNvSpPr txBox="1">
                <a:spLocks noChangeArrowheads="1"/>
              </p:cNvSpPr>
              <p:nvPr/>
            </p:nvSpPr>
            <p:spPr bwMode="auto">
              <a:xfrm>
                <a:off x="1925638" y="3838678"/>
                <a:ext cx="1455738" cy="5238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en-US" sz="1400" dirty="0">
                    <a:latin typeface="Arial" panose="020B0604020202020204" pitchFamily="34" charset="0"/>
                  </a:rPr>
                  <a:t>Value in arriving</a:t>
                </a:r>
              </a:p>
              <a:p>
                <a:pPr eaLnBrk="1" hangingPunct="1"/>
                <a:r>
                  <a:rPr lang="en-US" altLang="en-US" sz="1400" dirty="0">
                    <a:latin typeface="Arial" panose="020B0604020202020204" pitchFamily="34" charset="0"/>
                  </a:rPr>
                  <a:t>packet’s header</a:t>
                </a:r>
              </a:p>
            </p:txBody>
          </p:sp>
          <p:sp>
            <p:nvSpPr>
              <p:cNvPr id="62" name="Line 119"/>
              <p:cNvSpPr>
                <a:spLocks noChangeShapeType="1"/>
              </p:cNvSpPr>
              <p:nvPr/>
            </p:nvSpPr>
            <p:spPr bwMode="auto">
              <a:xfrm>
                <a:off x="3351213" y="4157766"/>
                <a:ext cx="363538" cy="3429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63" name="Freeform 120"/>
              <p:cNvSpPr>
                <a:spLocks/>
              </p:cNvSpPr>
              <p:nvPr/>
            </p:nvSpPr>
            <p:spPr bwMode="auto">
              <a:xfrm>
                <a:off x="4424363" y="4648303"/>
                <a:ext cx="879475" cy="265113"/>
              </a:xfrm>
              <a:custGeom>
                <a:avLst/>
                <a:gdLst>
                  <a:gd name="T0" fmla="*/ 0 w 554"/>
                  <a:gd name="T1" fmla="*/ 10 h 167"/>
                  <a:gd name="T2" fmla="*/ 324 w 554"/>
                  <a:gd name="T3" fmla="*/ 26 h 167"/>
                  <a:gd name="T4" fmla="*/ 554 w 554"/>
                  <a:gd name="T5" fmla="*/ 167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54" h="167">
                    <a:moveTo>
                      <a:pt x="0" y="10"/>
                    </a:moveTo>
                    <a:cubicBezTo>
                      <a:pt x="102" y="0"/>
                      <a:pt x="240" y="5"/>
                      <a:pt x="324" y="26"/>
                    </a:cubicBezTo>
                    <a:cubicBezTo>
                      <a:pt x="416" y="52"/>
                      <a:pt x="502" y="120"/>
                      <a:pt x="554" y="167"/>
                    </a:cubicBezTo>
                  </a:path>
                </a:pathLst>
              </a:custGeom>
              <a:noFill/>
              <a:ln w="57150" cmpd="sng">
                <a:solidFill>
                  <a:srgbClr val="FF3300"/>
                </a:solidFill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</p:grpSp>
      </p:grpSp>
      <p:sp>
        <p:nvSpPr>
          <p:cNvPr id="64" name="Freeform 121"/>
          <p:cNvSpPr>
            <a:spLocks/>
          </p:cNvSpPr>
          <p:nvPr/>
        </p:nvSpPr>
        <p:spPr bwMode="auto">
          <a:xfrm flipH="1">
            <a:off x="6759576" y="4222853"/>
            <a:ext cx="577850" cy="371475"/>
          </a:xfrm>
          <a:custGeom>
            <a:avLst/>
            <a:gdLst>
              <a:gd name="T0" fmla="*/ 0 w 1443"/>
              <a:gd name="T1" fmla="*/ 0 h 816"/>
              <a:gd name="T2" fmla="*/ 1076 w 1443"/>
              <a:gd name="T3" fmla="*/ 782 h 816"/>
              <a:gd name="T4" fmla="*/ 1320 w 1443"/>
              <a:gd name="T5" fmla="*/ 788 h 816"/>
              <a:gd name="T6" fmla="*/ 1443 w 1443"/>
              <a:gd name="T7" fmla="*/ 5 h 816"/>
              <a:gd name="T8" fmla="*/ 0 w 1443"/>
              <a:gd name="T9" fmla="*/ 0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43" h="816">
                <a:moveTo>
                  <a:pt x="0" y="0"/>
                </a:moveTo>
                <a:cubicBezTo>
                  <a:pt x="571" y="285"/>
                  <a:pt x="856" y="408"/>
                  <a:pt x="1076" y="782"/>
                </a:cubicBezTo>
                <a:cubicBezTo>
                  <a:pt x="1185" y="775"/>
                  <a:pt x="1220" y="816"/>
                  <a:pt x="1320" y="788"/>
                </a:cubicBezTo>
                <a:cubicBezTo>
                  <a:pt x="1264" y="347"/>
                  <a:pt x="1276" y="352"/>
                  <a:pt x="1443" y="5"/>
                </a:cubicBezTo>
                <a:cubicBezTo>
                  <a:pt x="867" y="5"/>
                  <a:pt x="233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65" name="Freeform 122"/>
          <p:cNvSpPr>
            <a:spLocks/>
          </p:cNvSpPr>
          <p:nvPr/>
        </p:nvSpPr>
        <p:spPr bwMode="auto">
          <a:xfrm flipH="1">
            <a:off x="5748338" y="3938691"/>
            <a:ext cx="577850" cy="371475"/>
          </a:xfrm>
          <a:custGeom>
            <a:avLst/>
            <a:gdLst>
              <a:gd name="T0" fmla="*/ 0 w 1443"/>
              <a:gd name="T1" fmla="*/ 0 h 816"/>
              <a:gd name="T2" fmla="*/ 1076 w 1443"/>
              <a:gd name="T3" fmla="*/ 782 h 816"/>
              <a:gd name="T4" fmla="*/ 1320 w 1443"/>
              <a:gd name="T5" fmla="*/ 788 h 816"/>
              <a:gd name="T6" fmla="*/ 1443 w 1443"/>
              <a:gd name="T7" fmla="*/ 5 h 816"/>
              <a:gd name="T8" fmla="*/ 0 w 1443"/>
              <a:gd name="T9" fmla="*/ 0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43" h="816">
                <a:moveTo>
                  <a:pt x="0" y="0"/>
                </a:moveTo>
                <a:cubicBezTo>
                  <a:pt x="571" y="285"/>
                  <a:pt x="856" y="408"/>
                  <a:pt x="1076" y="782"/>
                </a:cubicBezTo>
                <a:cubicBezTo>
                  <a:pt x="1185" y="775"/>
                  <a:pt x="1220" y="816"/>
                  <a:pt x="1320" y="788"/>
                </a:cubicBezTo>
                <a:cubicBezTo>
                  <a:pt x="1264" y="347"/>
                  <a:pt x="1276" y="352"/>
                  <a:pt x="1443" y="5"/>
                </a:cubicBezTo>
                <a:cubicBezTo>
                  <a:pt x="867" y="5"/>
                  <a:pt x="233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66" name="Freeform 123"/>
          <p:cNvSpPr>
            <a:spLocks/>
          </p:cNvSpPr>
          <p:nvPr/>
        </p:nvSpPr>
        <p:spPr bwMode="auto">
          <a:xfrm flipH="1" flipV="1">
            <a:off x="6416676" y="5484916"/>
            <a:ext cx="542925" cy="371475"/>
          </a:xfrm>
          <a:custGeom>
            <a:avLst/>
            <a:gdLst>
              <a:gd name="T0" fmla="*/ 0 w 1443"/>
              <a:gd name="T1" fmla="*/ 0 h 816"/>
              <a:gd name="T2" fmla="*/ 1076 w 1443"/>
              <a:gd name="T3" fmla="*/ 782 h 816"/>
              <a:gd name="T4" fmla="*/ 1320 w 1443"/>
              <a:gd name="T5" fmla="*/ 788 h 816"/>
              <a:gd name="T6" fmla="*/ 1443 w 1443"/>
              <a:gd name="T7" fmla="*/ 5 h 816"/>
              <a:gd name="T8" fmla="*/ 0 w 1443"/>
              <a:gd name="T9" fmla="*/ 0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43" h="816">
                <a:moveTo>
                  <a:pt x="0" y="0"/>
                </a:moveTo>
                <a:cubicBezTo>
                  <a:pt x="571" y="285"/>
                  <a:pt x="856" y="408"/>
                  <a:pt x="1076" y="782"/>
                </a:cubicBezTo>
                <a:cubicBezTo>
                  <a:pt x="1185" y="775"/>
                  <a:pt x="1220" y="816"/>
                  <a:pt x="1320" y="788"/>
                </a:cubicBezTo>
                <a:cubicBezTo>
                  <a:pt x="1264" y="347"/>
                  <a:pt x="1276" y="352"/>
                  <a:pt x="1443" y="5"/>
                </a:cubicBezTo>
                <a:cubicBezTo>
                  <a:pt x="867" y="5"/>
                  <a:pt x="233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67" name="Freeform 124"/>
          <p:cNvSpPr>
            <a:spLocks/>
          </p:cNvSpPr>
          <p:nvPr/>
        </p:nvSpPr>
        <p:spPr bwMode="auto">
          <a:xfrm flipH="1" flipV="1">
            <a:off x="5067301" y="5469041"/>
            <a:ext cx="542925" cy="371475"/>
          </a:xfrm>
          <a:custGeom>
            <a:avLst/>
            <a:gdLst>
              <a:gd name="T0" fmla="*/ 0 w 1443"/>
              <a:gd name="T1" fmla="*/ 0 h 816"/>
              <a:gd name="T2" fmla="*/ 1076 w 1443"/>
              <a:gd name="T3" fmla="*/ 782 h 816"/>
              <a:gd name="T4" fmla="*/ 1320 w 1443"/>
              <a:gd name="T5" fmla="*/ 788 h 816"/>
              <a:gd name="T6" fmla="*/ 1443 w 1443"/>
              <a:gd name="T7" fmla="*/ 5 h 816"/>
              <a:gd name="T8" fmla="*/ 0 w 1443"/>
              <a:gd name="T9" fmla="*/ 0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43" h="816">
                <a:moveTo>
                  <a:pt x="0" y="0"/>
                </a:moveTo>
                <a:cubicBezTo>
                  <a:pt x="571" y="285"/>
                  <a:pt x="856" y="408"/>
                  <a:pt x="1076" y="782"/>
                </a:cubicBezTo>
                <a:cubicBezTo>
                  <a:pt x="1185" y="775"/>
                  <a:pt x="1220" y="816"/>
                  <a:pt x="1320" y="788"/>
                </a:cubicBezTo>
                <a:cubicBezTo>
                  <a:pt x="1264" y="347"/>
                  <a:pt x="1276" y="352"/>
                  <a:pt x="1443" y="5"/>
                </a:cubicBezTo>
                <a:cubicBezTo>
                  <a:pt x="867" y="5"/>
                  <a:pt x="233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NZ"/>
          </a:p>
        </p:txBody>
      </p:sp>
      <p:sp>
        <p:nvSpPr>
          <p:cNvPr id="68" name="Freeform 125"/>
          <p:cNvSpPr>
            <a:spLocks/>
          </p:cNvSpPr>
          <p:nvPr/>
        </p:nvSpPr>
        <p:spPr bwMode="auto">
          <a:xfrm flipH="1" flipV="1">
            <a:off x="5707063" y="5176941"/>
            <a:ext cx="542925" cy="452438"/>
          </a:xfrm>
          <a:custGeom>
            <a:avLst/>
            <a:gdLst>
              <a:gd name="T0" fmla="*/ 0 w 1443"/>
              <a:gd name="T1" fmla="*/ 0 h 816"/>
              <a:gd name="T2" fmla="*/ 1076 w 1443"/>
              <a:gd name="T3" fmla="*/ 782 h 816"/>
              <a:gd name="T4" fmla="*/ 1320 w 1443"/>
              <a:gd name="T5" fmla="*/ 788 h 816"/>
              <a:gd name="T6" fmla="*/ 1443 w 1443"/>
              <a:gd name="T7" fmla="*/ 5 h 816"/>
              <a:gd name="T8" fmla="*/ 0 w 1443"/>
              <a:gd name="T9" fmla="*/ 0 h 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43" h="816">
                <a:moveTo>
                  <a:pt x="0" y="0"/>
                </a:moveTo>
                <a:cubicBezTo>
                  <a:pt x="571" y="285"/>
                  <a:pt x="856" y="408"/>
                  <a:pt x="1076" y="782"/>
                </a:cubicBezTo>
                <a:cubicBezTo>
                  <a:pt x="1185" y="775"/>
                  <a:pt x="1220" y="816"/>
                  <a:pt x="1320" y="788"/>
                </a:cubicBezTo>
                <a:cubicBezTo>
                  <a:pt x="1264" y="347"/>
                  <a:pt x="1276" y="352"/>
                  <a:pt x="1443" y="5"/>
                </a:cubicBezTo>
                <a:cubicBezTo>
                  <a:pt x="867" y="5"/>
                  <a:pt x="233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NZ"/>
          </a:p>
        </p:txBody>
      </p:sp>
      <p:grpSp>
        <p:nvGrpSpPr>
          <p:cNvPr id="69" name="Group 126"/>
          <p:cNvGrpSpPr>
            <a:grpSpLocks/>
          </p:cNvGrpSpPr>
          <p:nvPr/>
        </p:nvGrpSpPr>
        <p:grpSpPr bwMode="auto">
          <a:xfrm>
            <a:off x="5756276" y="3494191"/>
            <a:ext cx="550863" cy="452438"/>
            <a:chOff x="2886" y="1668"/>
            <a:chExt cx="347" cy="285"/>
          </a:xfrm>
        </p:grpSpPr>
        <p:sp>
          <p:nvSpPr>
            <p:cNvPr id="102" name="Rectangle 127"/>
            <p:cNvSpPr>
              <a:spLocks noChangeArrowheads="1"/>
            </p:cNvSpPr>
            <p:nvPr/>
          </p:nvSpPr>
          <p:spPr bwMode="auto">
            <a:xfrm>
              <a:off x="2886" y="1668"/>
              <a:ext cx="347" cy="28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03" name="Oval 128"/>
            <p:cNvSpPr>
              <a:spLocks noChangeArrowheads="1"/>
            </p:cNvSpPr>
            <p:nvPr/>
          </p:nvSpPr>
          <p:spPr bwMode="auto">
            <a:xfrm>
              <a:off x="2905" y="1674"/>
              <a:ext cx="314" cy="7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04" name="Rectangle 129"/>
            <p:cNvSpPr>
              <a:spLocks noChangeArrowheads="1"/>
            </p:cNvSpPr>
            <p:nvPr/>
          </p:nvSpPr>
          <p:spPr bwMode="auto">
            <a:xfrm>
              <a:off x="2913" y="1785"/>
              <a:ext cx="300" cy="1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05" name="Line 130"/>
            <p:cNvSpPr>
              <a:spLocks noChangeShapeType="1"/>
            </p:cNvSpPr>
            <p:nvPr/>
          </p:nvSpPr>
          <p:spPr bwMode="auto">
            <a:xfrm>
              <a:off x="3082" y="1811"/>
              <a:ext cx="1" cy="1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106" name="Line 131"/>
            <p:cNvSpPr>
              <a:spLocks noChangeShapeType="1"/>
            </p:cNvSpPr>
            <p:nvPr/>
          </p:nvSpPr>
          <p:spPr bwMode="auto">
            <a:xfrm>
              <a:off x="2913" y="1842"/>
              <a:ext cx="3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107" name="Line 132"/>
            <p:cNvSpPr>
              <a:spLocks noChangeShapeType="1"/>
            </p:cNvSpPr>
            <p:nvPr/>
          </p:nvSpPr>
          <p:spPr bwMode="auto">
            <a:xfrm>
              <a:off x="2912" y="1812"/>
              <a:ext cx="3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108" name="AutoShape 133"/>
            <p:cNvSpPr>
              <a:spLocks noChangeArrowheads="1"/>
            </p:cNvSpPr>
            <p:nvPr/>
          </p:nvSpPr>
          <p:spPr bwMode="auto">
            <a:xfrm rot="5400000">
              <a:off x="3051" y="1745"/>
              <a:ext cx="29" cy="41"/>
            </a:xfrm>
            <a:prstGeom prst="rightArrow">
              <a:avLst>
                <a:gd name="adj1" fmla="val 51167"/>
                <a:gd name="adj2" fmla="val 3973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</p:grpSp>
      <p:grpSp>
        <p:nvGrpSpPr>
          <p:cNvPr id="70" name="Group 134"/>
          <p:cNvGrpSpPr>
            <a:grpSpLocks/>
          </p:cNvGrpSpPr>
          <p:nvPr/>
        </p:nvGrpSpPr>
        <p:grpSpPr bwMode="auto">
          <a:xfrm>
            <a:off x="6769101" y="3767241"/>
            <a:ext cx="550863" cy="452438"/>
            <a:chOff x="2886" y="1668"/>
            <a:chExt cx="347" cy="285"/>
          </a:xfrm>
        </p:grpSpPr>
        <p:sp>
          <p:nvSpPr>
            <p:cNvPr id="95" name="Rectangle 135"/>
            <p:cNvSpPr>
              <a:spLocks noChangeArrowheads="1"/>
            </p:cNvSpPr>
            <p:nvPr/>
          </p:nvSpPr>
          <p:spPr bwMode="auto">
            <a:xfrm>
              <a:off x="2886" y="1668"/>
              <a:ext cx="347" cy="28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96" name="Oval 136"/>
            <p:cNvSpPr>
              <a:spLocks noChangeArrowheads="1"/>
            </p:cNvSpPr>
            <p:nvPr/>
          </p:nvSpPr>
          <p:spPr bwMode="auto">
            <a:xfrm>
              <a:off x="2905" y="1674"/>
              <a:ext cx="314" cy="7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97" name="Rectangle 137"/>
            <p:cNvSpPr>
              <a:spLocks noChangeArrowheads="1"/>
            </p:cNvSpPr>
            <p:nvPr/>
          </p:nvSpPr>
          <p:spPr bwMode="auto">
            <a:xfrm>
              <a:off x="2913" y="1785"/>
              <a:ext cx="300" cy="1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98" name="Line 138"/>
            <p:cNvSpPr>
              <a:spLocks noChangeShapeType="1"/>
            </p:cNvSpPr>
            <p:nvPr/>
          </p:nvSpPr>
          <p:spPr bwMode="auto">
            <a:xfrm>
              <a:off x="3082" y="1811"/>
              <a:ext cx="1" cy="1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99" name="Line 139"/>
            <p:cNvSpPr>
              <a:spLocks noChangeShapeType="1"/>
            </p:cNvSpPr>
            <p:nvPr/>
          </p:nvSpPr>
          <p:spPr bwMode="auto">
            <a:xfrm>
              <a:off x="2913" y="1842"/>
              <a:ext cx="3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100" name="Line 140"/>
            <p:cNvSpPr>
              <a:spLocks noChangeShapeType="1"/>
            </p:cNvSpPr>
            <p:nvPr/>
          </p:nvSpPr>
          <p:spPr bwMode="auto">
            <a:xfrm>
              <a:off x="2912" y="1812"/>
              <a:ext cx="3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101" name="AutoShape 141"/>
            <p:cNvSpPr>
              <a:spLocks noChangeArrowheads="1"/>
            </p:cNvSpPr>
            <p:nvPr/>
          </p:nvSpPr>
          <p:spPr bwMode="auto">
            <a:xfrm rot="5400000">
              <a:off x="3051" y="1745"/>
              <a:ext cx="29" cy="41"/>
            </a:xfrm>
            <a:prstGeom prst="rightArrow">
              <a:avLst>
                <a:gd name="adj1" fmla="val 51167"/>
                <a:gd name="adj2" fmla="val 3973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</p:grpSp>
      <p:grpSp>
        <p:nvGrpSpPr>
          <p:cNvPr id="71" name="Group 142"/>
          <p:cNvGrpSpPr>
            <a:grpSpLocks/>
          </p:cNvGrpSpPr>
          <p:nvPr/>
        </p:nvGrpSpPr>
        <p:grpSpPr bwMode="auto">
          <a:xfrm>
            <a:off x="6399213" y="5843691"/>
            <a:ext cx="550863" cy="452438"/>
            <a:chOff x="2886" y="1668"/>
            <a:chExt cx="347" cy="285"/>
          </a:xfrm>
        </p:grpSpPr>
        <p:sp>
          <p:nvSpPr>
            <p:cNvPr id="88" name="Rectangle 143"/>
            <p:cNvSpPr>
              <a:spLocks noChangeArrowheads="1"/>
            </p:cNvSpPr>
            <p:nvPr/>
          </p:nvSpPr>
          <p:spPr bwMode="auto">
            <a:xfrm>
              <a:off x="2886" y="1668"/>
              <a:ext cx="347" cy="28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89" name="Oval 144"/>
            <p:cNvSpPr>
              <a:spLocks noChangeArrowheads="1"/>
            </p:cNvSpPr>
            <p:nvPr/>
          </p:nvSpPr>
          <p:spPr bwMode="auto">
            <a:xfrm>
              <a:off x="2905" y="1674"/>
              <a:ext cx="314" cy="7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90" name="Rectangle 145"/>
            <p:cNvSpPr>
              <a:spLocks noChangeArrowheads="1"/>
            </p:cNvSpPr>
            <p:nvPr/>
          </p:nvSpPr>
          <p:spPr bwMode="auto">
            <a:xfrm>
              <a:off x="2913" y="1785"/>
              <a:ext cx="300" cy="1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91" name="Line 146"/>
            <p:cNvSpPr>
              <a:spLocks noChangeShapeType="1"/>
            </p:cNvSpPr>
            <p:nvPr/>
          </p:nvSpPr>
          <p:spPr bwMode="auto">
            <a:xfrm>
              <a:off x="3082" y="1811"/>
              <a:ext cx="1" cy="1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92" name="Line 147"/>
            <p:cNvSpPr>
              <a:spLocks noChangeShapeType="1"/>
            </p:cNvSpPr>
            <p:nvPr/>
          </p:nvSpPr>
          <p:spPr bwMode="auto">
            <a:xfrm>
              <a:off x="2913" y="1842"/>
              <a:ext cx="3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93" name="Line 148"/>
            <p:cNvSpPr>
              <a:spLocks noChangeShapeType="1"/>
            </p:cNvSpPr>
            <p:nvPr/>
          </p:nvSpPr>
          <p:spPr bwMode="auto">
            <a:xfrm>
              <a:off x="2912" y="1812"/>
              <a:ext cx="3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94" name="AutoShape 149"/>
            <p:cNvSpPr>
              <a:spLocks noChangeArrowheads="1"/>
            </p:cNvSpPr>
            <p:nvPr/>
          </p:nvSpPr>
          <p:spPr bwMode="auto">
            <a:xfrm rot="5400000">
              <a:off x="3051" y="1745"/>
              <a:ext cx="29" cy="41"/>
            </a:xfrm>
            <a:prstGeom prst="rightArrow">
              <a:avLst>
                <a:gd name="adj1" fmla="val 51167"/>
                <a:gd name="adj2" fmla="val 3973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</p:grpSp>
      <p:grpSp>
        <p:nvGrpSpPr>
          <p:cNvPr id="72" name="Group 150"/>
          <p:cNvGrpSpPr>
            <a:grpSpLocks/>
          </p:cNvGrpSpPr>
          <p:nvPr/>
        </p:nvGrpSpPr>
        <p:grpSpPr bwMode="auto">
          <a:xfrm>
            <a:off x="5703888" y="5624616"/>
            <a:ext cx="550863" cy="452438"/>
            <a:chOff x="2886" y="1668"/>
            <a:chExt cx="347" cy="285"/>
          </a:xfrm>
        </p:grpSpPr>
        <p:sp>
          <p:nvSpPr>
            <p:cNvPr id="81" name="Rectangle 151"/>
            <p:cNvSpPr>
              <a:spLocks noChangeArrowheads="1"/>
            </p:cNvSpPr>
            <p:nvPr/>
          </p:nvSpPr>
          <p:spPr bwMode="auto">
            <a:xfrm>
              <a:off x="2886" y="1668"/>
              <a:ext cx="347" cy="28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82" name="Oval 152"/>
            <p:cNvSpPr>
              <a:spLocks noChangeArrowheads="1"/>
            </p:cNvSpPr>
            <p:nvPr/>
          </p:nvSpPr>
          <p:spPr bwMode="auto">
            <a:xfrm>
              <a:off x="2905" y="1674"/>
              <a:ext cx="314" cy="7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83" name="Rectangle 153"/>
            <p:cNvSpPr>
              <a:spLocks noChangeArrowheads="1"/>
            </p:cNvSpPr>
            <p:nvPr/>
          </p:nvSpPr>
          <p:spPr bwMode="auto">
            <a:xfrm>
              <a:off x="2913" y="1785"/>
              <a:ext cx="300" cy="1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84" name="Line 154"/>
            <p:cNvSpPr>
              <a:spLocks noChangeShapeType="1"/>
            </p:cNvSpPr>
            <p:nvPr/>
          </p:nvSpPr>
          <p:spPr bwMode="auto">
            <a:xfrm>
              <a:off x="3082" y="1811"/>
              <a:ext cx="1" cy="1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85" name="Line 155"/>
            <p:cNvSpPr>
              <a:spLocks noChangeShapeType="1"/>
            </p:cNvSpPr>
            <p:nvPr/>
          </p:nvSpPr>
          <p:spPr bwMode="auto">
            <a:xfrm>
              <a:off x="2913" y="1842"/>
              <a:ext cx="3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86" name="Line 156"/>
            <p:cNvSpPr>
              <a:spLocks noChangeShapeType="1"/>
            </p:cNvSpPr>
            <p:nvPr/>
          </p:nvSpPr>
          <p:spPr bwMode="auto">
            <a:xfrm>
              <a:off x="2912" y="1812"/>
              <a:ext cx="3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87" name="AutoShape 157"/>
            <p:cNvSpPr>
              <a:spLocks noChangeArrowheads="1"/>
            </p:cNvSpPr>
            <p:nvPr/>
          </p:nvSpPr>
          <p:spPr bwMode="auto">
            <a:xfrm rot="5400000">
              <a:off x="3051" y="1745"/>
              <a:ext cx="29" cy="41"/>
            </a:xfrm>
            <a:prstGeom prst="rightArrow">
              <a:avLst>
                <a:gd name="adj1" fmla="val 51167"/>
                <a:gd name="adj2" fmla="val 3973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</p:grpSp>
      <p:grpSp>
        <p:nvGrpSpPr>
          <p:cNvPr id="73" name="Group 158"/>
          <p:cNvGrpSpPr>
            <a:grpSpLocks/>
          </p:cNvGrpSpPr>
          <p:nvPr/>
        </p:nvGrpSpPr>
        <p:grpSpPr bwMode="auto">
          <a:xfrm>
            <a:off x="5048251" y="5816703"/>
            <a:ext cx="550863" cy="452438"/>
            <a:chOff x="2886" y="1668"/>
            <a:chExt cx="347" cy="285"/>
          </a:xfrm>
        </p:grpSpPr>
        <p:sp>
          <p:nvSpPr>
            <p:cNvPr id="74" name="Rectangle 159"/>
            <p:cNvSpPr>
              <a:spLocks noChangeArrowheads="1"/>
            </p:cNvSpPr>
            <p:nvPr/>
          </p:nvSpPr>
          <p:spPr bwMode="auto">
            <a:xfrm>
              <a:off x="2886" y="1668"/>
              <a:ext cx="347" cy="28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75" name="Oval 160"/>
            <p:cNvSpPr>
              <a:spLocks noChangeArrowheads="1"/>
            </p:cNvSpPr>
            <p:nvPr/>
          </p:nvSpPr>
          <p:spPr bwMode="auto">
            <a:xfrm>
              <a:off x="2905" y="1674"/>
              <a:ext cx="314" cy="7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76" name="Rectangle 161"/>
            <p:cNvSpPr>
              <a:spLocks noChangeArrowheads="1"/>
            </p:cNvSpPr>
            <p:nvPr/>
          </p:nvSpPr>
          <p:spPr bwMode="auto">
            <a:xfrm>
              <a:off x="2913" y="1785"/>
              <a:ext cx="300" cy="1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77" name="Line 162"/>
            <p:cNvSpPr>
              <a:spLocks noChangeShapeType="1"/>
            </p:cNvSpPr>
            <p:nvPr/>
          </p:nvSpPr>
          <p:spPr bwMode="auto">
            <a:xfrm>
              <a:off x="3082" y="1811"/>
              <a:ext cx="1" cy="1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78" name="Line 163"/>
            <p:cNvSpPr>
              <a:spLocks noChangeShapeType="1"/>
            </p:cNvSpPr>
            <p:nvPr/>
          </p:nvSpPr>
          <p:spPr bwMode="auto">
            <a:xfrm>
              <a:off x="2913" y="1842"/>
              <a:ext cx="3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79" name="Line 164"/>
            <p:cNvSpPr>
              <a:spLocks noChangeShapeType="1"/>
            </p:cNvSpPr>
            <p:nvPr/>
          </p:nvSpPr>
          <p:spPr bwMode="auto">
            <a:xfrm>
              <a:off x="2912" y="1812"/>
              <a:ext cx="3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80" name="AutoShape 165"/>
            <p:cNvSpPr>
              <a:spLocks noChangeArrowheads="1"/>
            </p:cNvSpPr>
            <p:nvPr/>
          </p:nvSpPr>
          <p:spPr bwMode="auto">
            <a:xfrm rot="5400000">
              <a:off x="3051" y="1745"/>
              <a:ext cx="29" cy="41"/>
            </a:xfrm>
            <a:prstGeom prst="rightArrow">
              <a:avLst>
                <a:gd name="adj1" fmla="val 51167"/>
                <a:gd name="adj2" fmla="val 3973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</p:grpSp>
      <p:sp>
        <p:nvSpPr>
          <p:cNvPr id="5" name="Rounded Rectangular Callout 4"/>
          <p:cNvSpPr/>
          <p:nvPr/>
        </p:nvSpPr>
        <p:spPr>
          <a:xfrm>
            <a:off x="228599" y="1865314"/>
            <a:ext cx="2533651" cy="1106486"/>
          </a:xfrm>
          <a:prstGeom prst="wedgeRoundRectCallout">
            <a:avLst>
              <a:gd name="adj1" fmla="val 86344"/>
              <a:gd name="adj2" fmla="val 3394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Replaced by CIDR IP address</a:t>
            </a:r>
          </a:p>
          <a:p>
            <a:pPr algn="ctr"/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(e.g., </a:t>
            </a:r>
            <a:r>
              <a:rPr lang="en-NZ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200.23.16.0/24</a:t>
            </a:r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BD4CE2-8E5C-29B6-C27B-6A8547FB40A6}"/>
              </a:ext>
            </a:extLst>
          </p:cNvPr>
          <p:cNvSpPr txBox="1"/>
          <p:nvPr/>
        </p:nvSpPr>
        <p:spPr>
          <a:xfrm>
            <a:off x="5234345" y="2195151"/>
            <a:ext cx="2317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Next-hop | flags</a:t>
            </a:r>
          </a:p>
        </p:txBody>
      </p:sp>
    </p:spTree>
    <p:extLst>
      <p:ext uri="{BB962C8B-B14F-4D97-AF65-F5344CB8AC3E}">
        <p14:creationId xmlns:p14="http://schemas.microsoft.com/office/powerpoint/2010/main" val="252048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0A20CFE-5738-B466-DFBB-6633E320DB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82775"/>
            <a:ext cx="9144000" cy="1470025"/>
          </a:xfrm>
        </p:spPr>
        <p:txBody>
          <a:bodyPr/>
          <a:lstStyle/>
          <a:p>
            <a:r>
              <a:rPr lang="en-US" sz="3600" dirty="0">
                <a:solidFill>
                  <a:schemeClr val="accent2"/>
                </a:solidFill>
              </a:rPr>
              <a:t>Q: What is the difference between routing algorithms and routing protocols?</a:t>
            </a:r>
            <a:endParaRPr lang="en-AU" sz="3600" dirty="0">
              <a:solidFill>
                <a:schemeClr val="accent2"/>
              </a:solidFill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33F947F-F580-2E9C-6988-36460E979D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132638" y="6553200"/>
            <a:ext cx="2011362" cy="277813"/>
          </a:xfrm>
        </p:spPr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381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Routing Algorithms and Routing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A </a:t>
            </a:r>
            <a:r>
              <a:rPr lang="en-US" sz="2400" b="1" i="1" dirty="0"/>
              <a:t>routing algorithm </a:t>
            </a:r>
            <a:r>
              <a:rPr lang="en-US" sz="2400" dirty="0"/>
              <a:t>solves a routing problem with </a:t>
            </a:r>
            <a:r>
              <a:rPr lang="en-US" sz="2400" dirty="0">
                <a:solidFill>
                  <a:srgbClr val="FF0000"/>
                </a:solidFill>
              </a:rPr>
              <a:t>ideal assumptions</a:t>
            </a:r>
            <a:r>
              <a:rPr lang="en-US" sz="2400" dirty="0"/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4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A </a:t>
            </a:r>
            <a:r>
              <a:rPr lang="en-US" sz="2400" b="1" i="1" dirty="0"/>
              <a:t>routing protocol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embeds a </a:t>
            </a:r>
            <a:r>
              <a:rPr lang="en-US" sz="2400" i="1" dirty="0"/>
              <a:t>routing algorithm </a:t>
            </a:r>
            <a:r>
              <a:rPr lang="en-US" sz="2400" dirty="0"/>
              <a:t>into </a:t>
            </a:r>
            <a:r>
              <a:rPr lang="en-US" sz="2400" dirty="0">
                <a:solidFill>
                  <a:srgbClr val="FF0000"/>
                </a:solidFill>
              </a:rPr>
              <a:t>a real networking context</a:t>
            </a:r>
            <a:r>
              <a:rPr lang="en-US" sz="2400" dirty="0"/>
              <a:t>: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800" dirty="0"/>
              <a:t>It operates in a distributed environment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800" dirty="0"/>
              <a:t>It incorporates explicit information exchange among nodes 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800" dirty="0"/>
              <a:t>Information exchange takes time and might fail, the protocol must consider these possibilities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323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A9527-F42F-A84B-201F-373ED41C6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Routing Strategies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3D20CAC-6B17-9FF5-F4B0-6D0B2DD7B5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4753825"/>
              </p:ext>
            </p:extLst>
          </p:nvPr>
        </p:nvGraphicFramePr>
        <p:xfrm>
          <a:off x="457200" y="990600"/>
          <a:ext cx="8229600" cy="5562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A1A5B-872D-C19E-6094-B2C890112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0549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B8C80-2134-2C72-5E22-27AFEBB61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Approaches to Routing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1B0E877-8FEA-1A20-0EB2-A059CD9D26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1429293"/>
              </p:ext>
            </p:extLst>
          </p:nvPr>
        </p:nvGraphicFramePr>
        <p:xfrm>
          <a:off x="457200" y="990600"/>
          <a:ext cx="82296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77816-DB9E-E88D-7E01-027275A947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545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1BEFF-5715-BC8E-B957-86DFE4B3B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Common Routing Protocols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BCA1D-17DE-708C-905B-41013B661B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1F414E-8390-B6B4-03C1-13E52F53C43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560" t="14286"/>
          <a:stretch/>
        </p:blipFill>
        <p:spPr>
          <a:xfrm>
            <a:off x="2743200" y="1981200"/>
            <a:ext cx="5304719" cy="2743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8627C3-38CC-F7D0-CB2A-489755D305F4}"/>
              </a:ext>
            </a:extLst>
          </p:cNvPr>
          <p:cNvSpPr txBox="1"/>
          <p:nvPr/>
        </p:nvSpPr>
        <p:spPr>
          <a:xfrm>
            <a:off x="2209800" y="5410200"/>
            <a:ext cx="508790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/>
              <a:t>Open Shortest Path First (OSPF)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/>
              <a:t>Intermediate System – Intermediate System (IS-IS)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/>
              <a:t>Routing Information Protocol (RIP)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/>
              <a:t>Border Gateway Protocol (BGP)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515BA5-4648-E1D1-6A98-868E6714AA8C}"/>
              </a:ext>
            </a:extLst>
          </p:cNvPr>
          <p:cNvSpPr/>
          <p:nvPr/>
        </p:nvSpPr>
        <p:spPr>
          <a:xfrm>
            <a:off x="3023224" y="1415260"/>
            <a:ext cx="2209800" cy="4676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Link-state routing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C4CFD8-7349-7829-5354-8B5EF8082BEE}"/>
              </a:ext>
            </a:extLst>
          </p:cNvPr>
          <p:cNvSpPr/>
          <p:nvPr/>
        </p:nvSpPr>
        <p:spPr>
          <a:xfrm>
            <a:off x="5518608" y="1371600"/>
            <a:ext cx="2209800" cy="5549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 routing (distance or path)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ACBDC5-8C01-9998-BD2A-606B6C2A23C0}"/>
              </a:ext>
            </a:extLst>
          </p:cNvPr>
          <p:cNvSpPr/>
          <p:nvPr/>
        </p:nvSpPr>
        <p:spPr>
          <a:xfrm>
            <a:off x="457200" y="2438400"/>
            <a:ext cx="2209800" cy="60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Interior router protocol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5E59A7-B9AC-6417-9992-BE57B4468C21}"/>
              </a:ext>
            </a:extLst>
          </p:cNvPr>
          <p:cNvSpPr/>
          <p:nvPr/>
        </p:nvSpPr>
        <p:spPr>
          <a:xfrm>
            <a:off x="457200" y="3657600"/>
            <a:ext cx="2209800" cy="60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Exterior router protocol</a:t>
            </a:r>
          </a:p>
        </p:txBody>
      </p:sp>
    </p:spTree>
    <p:extLst>
      <p:ext uri="{BB962C8B-B14F-4D97-AF65-F5344CB8AC3E}">
        <p14:creationId xmlns:p14="http://schemas.microsoft.com/office/powerpoint/2010/main" val="2495595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Modelling a Network</a:t>
            </a:r>
          </a:p>
        </p:txBody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dirty="0"/>
              <a:t>Modelled as a graph</a:t>
            </a:r>
          </a:p>
          <a:p>
            <a:pPr lvl="1"/>
            <a:r>
              <a:rPr lang="en-US" altLang="en-US" sz="2000" dirty="0"/>
              <a:t>Routers </a:t>
            </a:r>
            <a:r>
              <a:rPr lang="en-US" altLang="en-US" sz="2000" dirty="0">
                <a:sym typeface="Symbol" panose="05050102010706020507" pitchFamily="18" charset="2"/>
              </a:rPr>
              <a:t></a:t>
            </a:r>
            <a:r>
              <a:rPr lang="en-US" altLang="en-US" sz="2000" dirty="0">
                <a:sym typeface="Wingdings" panose="05000000000000000000" pitchFamily="2" charset="2"/>
              </a:rPr>
              <a:t> vertices</a:t>
            </a:r>
          </a:p>
          <a:p>
            <a:pPr lvl="1"/>
            <a:r>
              <a:rPr lang="en-US" altLang="en-US" sz="2000" dirty="0">
                <a:sym typeface="Wingdings" panose="05000000000000000000" pitchFamily="2" charset="2"/>
              </a:rPr>
              <a:t>Links </a:t>
            </a:r>
            <a:r>
              <a:rPr lang="en-US" altLang="en-US" sz="2000" dirty="0">
                <a:sym typeface="Symbol" panose="05050102010706020507" pitchFamily="18" charset="2"/>
              </a:rPr>
              <a:t></a:t>
            </a:r>
            <a:r>
              <a:rPr lang="en-US" altLang="en-US" sz="2000" dirty="0">
                <a:sym typeface="Wingdings" panose="05000000000000000000" pitchFamily="2" charset="2"/>
              </a:rPr>
              <a:t> edges</a:t>
            </a:r>
          </a:p>
          <a:p>
            <a:pPr marL="914400" lvl="2" indent="0">
              <a:buNone/>
            </a:pPr>
            <a:endParaRPr lang="en-US" altLang="en-US" sz="16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Edge labels (called metrics) can be interpreted differently</a:t>
            </a:r>
          </a:p>
          <a:p>
            <a:pPr lvl="1"/>
            <a:r>
              <a:rPr lang="en-US" sz="2200" dirty="0"/>
              <a:t>as costs, such as the value that is </a:t>
            </a:r>
            <a:r>
              <a:rPr lang="en-GB" sz="2200" dirty="0"/>
              <a:t>inversely related to the data rate, </a:t>
            </a:r>
            <a:r>
              <a:rPr lang="en-US" sz="2200" dirty="0"/>
              <a:t>the current queuing delay</a:t>
            </a:r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pPr lvl="1"/>
            <a:endParaRPr lang="en-US" altLang="en-US" sz="2000" dirty="0"/>
          </a:p>
        </p:txBody>
      </p:sp>
      <p:grpSp>
        <p:nvGrpSpPr>
          <p:cNvPr id="29701" name="Group 4"/>
          <p:cNvGrpSpPr>
            <a:grpSpLocks/>
          </p:cNvGrpSpPr>
          <p:nvPr/>
        </p:nvGrpSpPr>
        <p:grpSpPr bwMode="auto">
          <a:xfrm>
            <a:off x="4191000" y="1066800"/>
            <a:ext cx="4690641" cy="2819400"/>
            <a:chOff x="3066" y="1107"/>
            <a:chExt cx="2250" cy="1409"/>
          </a:xfrm>
        </p:grpSpPr>
        <p:sp>
          <p:nvSpPr>
            <p:cNvPr id="29702" name="Freeform 5"/>
            <p:cNvSpPr>
              <a:spLocks/>
            </p:cNvSpPr>
            <p:nvPr/>
          </p:nvSpPr>
          <p:spPr bwMode="auto">
            <a:xfrm>
              <a:off x="3066" y="1107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9703" name="Freeform 6"/>
            <p:cNvSpPr>
              <a:spLocks/>
            </p:cNvSpPr>
            <p:nvPr/>
          </p:nvSpPr>
          <p:spPr bwMode="auto">
            <a:xfrm>
              <a:off x="3402" y="1656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9704" name="Oval 7"/>
            <p:cNvSpPr>
              <a:spLocks noChangeArrowheads="1"/>
            </p:cNvSpPr>
            <p:nvPr/>
          </p:nvSpPr>
          <p:spPr bwMode="auto">
            <a:xfrm>
              <a:off x="3142" y="1898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9705" name="Line 8"/>
            <p:cNvSpPr>
              <a:spLocks noChangeShapeType="1"/>
            </p:cNvSpPr>
            <p:nvPr/>
          </p:nvSpPr>
          <p:spPr bwMode="auto">
            <a:xfrm>
              <a:off x="3142" y="189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9706" name="Line 9"/>
            <p:cNvSpPr>
              <a:spLocks noChangeShapeType="1"/>
            </p:cNvSpPr>
            <p:nvPr/>
          </p:nvSpPr>
          <p:spPr bwMode="auto">
            <a:xfrm>
              <a:off x="3455" y="189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9707" name="Rectangle 10"/>
            <p:cNvSpPr>
              <a:spLocks noChangeArrowheads="1"/>
            </p:cNvSpPr>
            <p:nvPr/>
          </p:nvSpPr>
          <p:spPr bwMode="auto">
            <a:xfrm>
              <a:off x="3142" y="1891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9708" name="Oval 11"/>
            <p:cNvSpPr>
              <a:spLocks noChangeArrowheads="1"/>
            </p:cNvSpPr>
            <p:nvPr/>
          </p:nvSpPr>
          <p:spPr bwMode="auto">
            <a:xfrm>
              <a:off x="3139" y="1832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9709" name="Oval 12"/>
            <p:cNvSpPr>
              <a:spLocks noChangeArrowheads="1"/>
            </p:cNvSpPr>
            <p:nvPr/>
          </p:nvSpPr>
          <p:spPr bwMode="auto">
            <a:xfrm>
              <a:off x="3616" y="2285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9710" name="Line 13"/>
            <p:cNvSpPr>
              <a:spLocks noChangeShapeType="1"/>
            </p:cNvSpPr>
            <p:nvPr/>
          </p:nvSpPr>
          <p:spPr bwMode="auto">
            <a:xfrm>
              <a:off x="3616" y="227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9711" name="Line 14"/>
            <p:cNvSpPr>
              <a:spLocks noChangeShapeType="1"/>
            </p:cNvSpPr>
            <p:nvPr/>
          </p:nvSpPr>
          <p:spPr bwMode="auto">
            <a:xfrm>
              <a:off x="3929" y="227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9712" name="Rectangle 15"/>
            <p:cNvSpPr>
              <a:spLocks noChangeArrowheads="1"/>
            </p:cNvSpPr>
            <p:nvPr/>
          </p:nvSpPr>
          <p:spPr bwMode="auto">
            <a:xfrm>
              <a:off x="3616" y="2278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9713" name="Oval 16"/>
            <p:cNvSpPr>
              <a:spLocks noChangeArrowheads="1"/>
            </p:cNvSpPr>
            <p:nvPr/>
          </p:nvSpPr>
          <p:spPr bwMode="auto">
            <a:xfrm>
              <a:off x="3613" y="2219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9714" name="Oval 17"/>
            <p:cNvSpPr>
              <a:spLocks noChangeArrowheads="1"/>
            </p:cNvSpPr>
            <p:nvPr/>
          </p:nvSpPr>
          <p:spPr bwMode="auto">
            <a:xfrm>
              <a:off x="3612" y="1595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9715" name="Line 18"/>
            <p:cNvSpPr>
              <a:spLocks noChangeShapeType="1"/>
            </p:cNvSpPr>
            <p:nvPr/>
          </p:nvSpPr>
          <p:spPr bwMode="auto">
            <a:xfrm>
              <a:off x="3612" y="158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9716" name="Line 19"/>
            <p:cNvSpPr>
              <a:spLocks noChangeShapeType="1"/>
            </p:cNvSpPr>
            <p:nvPr/>
          </p:nvSpPr>
          <p:spPr bwMode="auto">
            <a:xfrm>
              <a:off x="3925" y="158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9717" name="Rectangle 20"/>
            <p:cNvSpPr>
              <a:spLocks noChangeArrowheads="1"/>
            </p:cNvSpPr>
            <p:nvPr/>
          </p:nvSpPr>
          <p:spPr bwMode="auto">
            <a:xfrm>
              <a:off x="3612" y="1588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9718" name="Oval 21"/>
            <p:cNvSpPr>
              <a:spLocks noChangeArrowheads="1"/>
            </p:cNvSpPr>
            <p:nvPr/>
          </p:nvSpPr>
          <p:spPr bwMode="auto">
            <a:xfrm>
              <a:off x="3609" y="1529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9719" name="Oval 22"/>
            <p:cNvSpPr>
              <a:spLocks noChangeArrowheads="1"/>
            </p:cNvSpPr>
            <p:nvPr/>
          </p:nvSpPr>
          <p:spPr bwMode="auto">
            <a:xfrm>
              <a:off x="4295" y="1591"/>
              <a:ext cx="312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9720" name="Line 23"/>
            <p:cNvSpPr>
              <a:spLocks noChangeShapeType="1"/>
            </p:cNvSpPr>
            <p:nvPr/>
          </p:nvSpPr>
          <p:spPr bwMode="auto">
            <a:xfrm>
              <a:off x="4295" y="1584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9721" name="Line 24"/>
            <p:cNvSpPr>
              <a:spLocks noChangeShapeType="1"/>
            </p:cNvSpPr>
            <p:nvPr/>
          </p:nvSpPr>
          <p:spPr bwMode="auto">
            <a:xfrm>
              <a:off x="4607" y="1584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9722" name="Rectangle 25"/>
            <p:cNvSpPr>
              <a:spLocks noChangeArrowheads="1"/>
            </p:cNvSpPr>
            <p:nvPr/>
          </p:nvSpPr>
          <p:spPr bwMode="auto">
            <a:xfrm>
              <a:off x="4295" y="1584"/>
              <a:ext cx="309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9723" name="Oval 26"/>
            <p:cNvSpPr>
              <a:spLocks noChangeArrowheads="1"/>
            </p:cNvSpPr>
            <p:nvPr/>
          </p:nvSpPr>
          <p:spPr bwMode="auto">
            <a:xfrm>
              <a:off x="4298" y="1528"/>
              <a:ext cx="312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9724" name="Oval 27"/>
            <p:cNvSpPr>
              <a:spLocks noChangeArrowheads="1"/>
            </p:cNvSpPr>
            <p:nvPr/>
          </p:nvSpPr>
          <p:spPr bwMode="auto">
            <a:xfrm>
              <a:off x="4305" y="228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9725" name="Line 28"/>
            <p:cNvSpPr>
              <a:spLocks noChangeShapeType="1"/>
            </p:cNvSpPr>
            <p:nvPr/>
          </p:nvSpPr>
          <p:spPr bwMode="auto">
            <a:xfrm>
              <a:off x="4305" y="227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9726" name="Line 29"/>
            <p:cNvSpPr>
              <a:spLocks noChangeShapeType="1"/>
            </p:cNvSpPr>
            <p:nvPr/>
          </p:nvSpPr>
          <p:spPr bwMode="auto">
            <a:xfrm>
              <a:off x="4618" y="227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9727" name="Rectangle 30"/>
            <p:cNvSpPr>
              <a:spLocks noChangeArrowheads="1"/>
            </p:cNvSpPr>
            <p:nvPr/>
          </p:nvSpPr>
          <p:spPr bwMode="auto">
            <a:xfrm>
              <a:off x="4305" y="227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9728" name="Oval 31"/>
            <p:cNvSpPr>
              <a:spLocks noChangeArrowheads="1"/>
            </p:cNvSpPr>
            <p:nvPr/>
          </p:nvSpPr>
          <p:spPr bwMode="auto">
            <a:xfrm>
              <a:off x="4302" y="221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9729" name="Oval 32"/>
            <p:cNvSpPr>
              <a:spLocks noChangeArrowheads="1"/>
            </p:cNvSpPr>
            <p:nvPr/>
          </p:nvSpPr>
          <p:spPr bwMode="auto">
            <a:xfrm>
              <a:off x="4870" y="1941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9730" name="Line 33"/>
            <p:cNvSpPr>
              <a:spLocks noChangeShapeType="1"/>
            </p:cNvSpPr>
            <p:nvPr/>
          </p:nvSpPr>
          <p:spPr bwMode="auto">
            <a:xfrm>
              <a:off x="4870" y="1934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9731" name="Line 34"/>
            <p:cNvSpPr>
              <a:spLocks noChangeShapeType="1"/>
            </p:cNvSpPr>
            <p:nvPr/>
          </p:nvSpPr>
          <p:spPr bwMode="auto">
            <a:xfrm>
              <a:off x="5183" y="1934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9732" name="Rectangle 35"/>
            <p:cNvSpPr>
              <a:spLocks noChangeArrowheads="1"/>
            </p:cNvSpPr>
            <p:nvPr/>
          </p:nvSpPr>
          <p:spPr bwMode="auto">
            <a:xfrm>
              <a:off x="4870" y="1934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9733" name="Oval 36"/>
            <p:cNvSpPr>
              <a:spLocks noChangeArrowheads="1"/>
            </p:cNvSpPr>
            <p:nvPr/>
          </p:nvSpPr>
          <p:spPr bwMode="auto">
            <a:xfrm>
              <a:off x="4867" y="1875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9734" name="Freeform 37"/>
            <p:cNvSpPr>
              <a:spLocks/>
            </p:cNvSpPr>
            <p:nvPr/>
          </p:nvSpPr>
          <p:spPr bwMode="auto">
            <a:xfrm>
              <a:off x="4461" y="1683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9735" name="Freeform 38"/>
            <p:cNvSpPr>
              <a:spLocks/>
            </p:cNvSpPr>
            <p:nvPr/>
          </p:nvSpPr>
          <p:spPr bwMode="auto">
            <a:xfrm>
              <a:off x="3768" y="1689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9736" name="Freeform 39"/>
            <p:cNvSpPr>
              <a:spLocks/>
            </p:cNvSpPr>
            <p:nvPr/>
          </p:nvSpPr>
          <p:spPr bwMode="auto">
            <a:xfrm>
              <a:off x="3933" y="1674"/>
              <a:ext cx="504" cy="600"/>
            </a:xfrm>
            <a:custGeom>
              <a:avLst/>
              <a:gdLst>
                <a:gd name="T0" fmla="*/ 0 w 378"/>
                <a:gd name="T1" fmla="*/ 600 h 174"/>
                <a:gd name="T2" fmla="*/ 504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9737" name="Freeform 40"/>
            <p:cNvSpPr>
              <a:spLocks/>
            </p:cNvSpPr>
            <p:nvPr/>
          </p:nvSpPr>
          <p:spPr bwMode="auto">
            <a:xfrm>
              <a:off x="4620" y="2022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9738" name="Freeform 41"/>
            <p:cNvSpPr>
              <a:spLocks/>
            </p:cNvSpPr>
            <p:nvPr/>
          </p:nvSpPr>
          <p:spPr bwMode="auto">
            <a:xfrm>
              <a:off x="3939" y="2304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9739" name="Freeform 42"/>
            <p:cNvSpPr>
              <a:spLocks/>
            </p:cNvSpPr>
            <p:nvPr/>
          </p:nvSpPr>
          <p:spPr bwMode="auto">
            <a:xfrm>
              <a:off x="3348" y="1980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9740" name="Freeform 43"/>
            <p:cNvSpPr>
              <a:spLocks/>
            </p:cNvSpPr>
            <p:nvPr/>
          </p:nvSpPr>
          <p:spPr bwMode="auto">
            <a:xfrm>
              <a:off x="3933" y="1614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9741" name="Freeform 44"/>
            <p:cNvSpPr>
              <a:spLocks/>
            </p:cNvSpPr>
            <p:nvPr/>
          </p:nvSpPr>
          <p:spPr bwMode="auto">
            <a:xfrm>
              <a:off x="4608" y="1611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9742" name="Freeform 45"/>
            <p:cNvSpPr>
              <a:spLocks/>
            </p:cNvSpPr>
            <p:nvPr/>
          </p:nvSpPr>
          <p:spPr bwMode="auto">
            <a:xfrm>
              <a:off x="3291" y="1182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29743" name="Group 46"/>
            <p:cNvGrpSpPr>
              <a:grpSpLocks/>
            </p:cNvGrpSpPr>
            <p:nvPr/>
          </p:nvGrpSpPr>
          <p:grpSpPr bwMode="auto">
            <a:xfrm>
              <a:off x="3216" y="1796"/>
              <a:ext cx="150" cy="185"/>
              <a:chOff x="2981" y="2441"/>
              <a:chExt cx="153" cy="185"/>
            </a:xfrm>
          </p:grpSpPr>
          <p:sp>
            <p:nvSpPr>
              <p:cNvPr id="29769" name="Rectangle 47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9770" name="Text Box 48"/>
              <p:cNvSpPr txBox="1">
                <a:spLocks noChangeArrowheads="1"/>
              </p:cNvSpPr>
              <p:nvPr/>
            </p:nvSpPr>
            <p:spPr bwMode="auto">
              <a:xfrm>
                <a:off x="2981" y="2441"/>
                <a:ext cx="153" cy="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1</a:t>
                </a:r>
              </a:p>
            </p:txBody>
          </p:sp>
        </p:grpSp>
        <p:grpSp>
          <p:nvGrpSpPr>
            <p:cNvPr id="29744" name="Group 49"/>
            <p:cNvGrpSpPr>
              <a:grpSpLocks/>
            </p:cNvGrpSpPr>
            <p:nvPr/>
          </p:nvGrpSpPr>
          <p:grpSpPr bwMode="auto">
            <a:xfrm>
              <a:off x="4387" y="2180"/>
              <a:ext cx="150" cy="185"/>
              <a:chOff x="2982" y="2441"/>
              <a:chExt cx="153" cy="185"/>
            </a:xfrm>
          </p:grpSpPr>
          <p:sp>
            <p:nvSpPr>
              <p:cNvPr id="29767" name="Rectangle 50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9768" name="Text Box 51"/>
              <p:cNvSpPr txBox="1">
                <a:spLocks noChangeArrowheads="1"/>
              </p:cNvSpPr>
              <p:nvPr/>
            </p:nvSpPr>
            <p:spPr bwMode="auto">
              <a:xfrm>
                <a:off x="2982" y="2441"/>
                <a:ext cx="153" cy="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5</a:t>
                </a:r>
              </a:p>
            </p:txBody>
          </p:sp>
        </p:grpSp>
        <p:grpSp>
          <p:nvGrpSpPr>
            <p:cNvPr id="29745" name="Group 52"/>
            <p:cNvGrpSpPr>
              <a:grpSpLocks/>
            </p:cNvGrpSpPr>
            <p:nvPr/>
          </p:nvGrpSpPr>
          <p:grpSpPr bwMode="auto">
            <a:xfrm>
              <a:off x="3704" y="2177"/>
              <a:ext cx="150" cy="185"/>
              <a:chOff x="2982" y="2441"/>
              <a:chExt cx="153" cy="185"/>
            </a:xfrm>
          </p:grpSpPr>
          <p:sp>
            <p:nvSpPr>
              <p:cNvPr id="29765" name="Rectangle 53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9766" name="Text Box 54"/>
              <p:cNvSpPr txBox="1">
                <a:spLocks noChangeArrowheads="1"/>
              </p:cNvSpPr>
              <p:nvPr/>
            </p:nvSpPr>
            <p:spPr bwMode="auto">
              <a:xfrm>
                <a:off x="2982" y="2441"/>
                <a:ext cx="153" cy="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3</a:t>
                </a:r>
              </a:p>
            </p:txBody>
          </p:sp>
        </p:grpSp>
        <p:grpSp>
          <p:nvGrpSpPr>
            <p:cNvPr id="29746" name="Group 55"/>
            <p:cNvGrpSpPr>
              <a:grpSpLocks/>
            </p:cNvGrpSpPr>
            <p:nvPr/>
          </p:nvGrpSpPr>
          <p:grpSpPr bwMode="auto">
            <a:xfrm>
              <a:off x="4378" y="1490"/>
              <a:ext cx="150" cy="185"/>
              <a:chOff x="2981" y="2441"/>
              <a:chExt cx="153" cy="185"/>
            </a:xfrm>
          </p:grpSpPr>
          <p:sp>
            <p:nvSpPr>
              <p:cNvPr id="29763" name="Rectangle 56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9764" name="Text Box 57"/>
              <p:cNvSpPr txBox="1">
                <a:spLocks noChangeArrowheads="1"/>
              </p:cNvSpPr>
              <p:nvPr/>
            </p:nvSpPr>
            <p:spPr bwMode="auto">
              <a:xfrm>
                <a:off x="2981" y="2441"/>
                <a:ext cx="153" cy="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4</a:t>
                </a:r>
              </a:p>
            </p:txBody>
          </p:sp>
        </p:grpSp>
        <p:grpSp>
          <p:nvGrpSpPr>
            <p:cNvPr id="29747" name="Group 58"/>
            <p:cNvGrpSpPr>
              <a:grpSpLocks/>
            </p:cNvGrpSpPr>
            <p:nvPr/>
          </p:nvGrpSpPr>
          <p:grpSpPr bwMode="auto">
            <a:xfrm>
              <a:off x="3697" y="1490"/>
              <a:ext cx="150" cy="185"/>
              <a:chOff x="2982" y="2441"/>
              <a:chExt cx="153" cy="185"/>
            </a:xfrm>
          </p:grpSpPr>
          <p:sp>
            <p:nvSpPr>
              <p:cNvPr id="29761" name="Rectangle 59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9762" name="Text Box 60"/>
              <p:cNvSpPr txBox="1">
                <a:spLocks noChangeArrowheads="1"/>
              </p:cNvSpPr>
              <p:nvPr/>
            </p:nvSpPr>
            <p:spPr bwMode="auto">
              <a:xfrm>
                <a:off x="2982" y="2441"/>
                <a:ext cx="153" cy="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2</a:t>
                </a:r>
              </a:p>
            </p:txBody>
          </p:sp>
        </p:grpSp>
        <p:grpSp>
          <p:nvGrpSpPr>
            <p:cNvPr id="29748" name="Group 61"/>
            <p:cNvGrpSpPr>
              <a:grpSpLocks/>
            </p:cNvGrpSpPr>
            <p:nvPr/>
          </p:nvGrpSpPr>
          <p:grpSpPr bwMode="auto">
            <a:xfrm>
              <a:off x="4962" y="1838"/>
              <a:ext cx="150" cy="185"/>
              <a:chOff x="2982" y="2441"/>
              <a:chExt cx="153" cy="185"/>
            </a:xfrm>
          </p:grpSpPr>
          <p:sp>
            <p:nvSpPr>
              <p:cNvPr id="29759" name="Rectangle 62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9760" name="Text Box 63"/>
              <p:cNvSpPr txBox="1">
                <a:spLocks noChangeArrowheads="1"/>
              </p:cNvSpPr>
              <p:nvPr/>
            </p:nvSpPr>
            <p:spPr bwMode="auto">
              <a:xfrm>
                <a:off x="2982" y="2441"/>
                <a:ext cx="153" cy="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29749" name="Text Box 64"/>
            <p:cNvSpPr txBox="1">
              <a:spLocks noChangeArrowheads="1"/>
            </p:cNvSpPr>
            <p:nvPr/>
          </p:nvSpPr>
          <p:spPr bwMode="auto">
            <a:xfrm>
              <a:off x="3423" y="1604"/>
              <a:ext cx="144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9750" name="Text Box 65"/>
            <p:cNvSpPr txBox="1">
              <a:spLocks noChangeArrowheads="1"/>
            </p:cNvSpPr>
            <p:nvPr/>
          </p:nvSpPr>
          <p:spPr bwMode="auto">
            <a:xfrm>
              <a:off x="3771" y="1823"/>
              <a:ext cx="144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9751" name="Text Box 66"/>
            <p:cNvSpPr txBox="1">
              <a:spLocks noChangeArrowheads="1"/>
            </p:cNvSpPr>
            <p:nvPr/>
          </p:nvSpPr>
          <p:spPr bwMode="auto">
            <a:xfrm>
              <a:off x="3336" y="2036"/>
              <a:ext cx="144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9752" name="Text Box 67"/>
            <p:cNvSpPr txBox="1">
              <a:spLocks noChangeArrowheads="1"/>
            </p:cNvSpPr>
            <p:nvPr/>
          </p:nvSpPr>
          <p:spPr bwMode="auto">
            <a:xfrm>
              <a:off x="4155" y="1916"/>
              <a:ext cx="144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 dirty="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29753" name="Text Box 68"/>
            <p:cNvSpPr txBox="1">
              <a:spLocks noChangeArrowheads="1"/>
            </p:cNvSpPr>
            <p:nvPr/>
          </p:nvSpPr>
          <p:spPr bwMode="auto">
            <a:xfrm>
              <a:off x="4092" y="2270"/>
              <a:ext cx="14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9754" name="Text Box 69"/>
            <p:cNvSpPr txBox="1">
              <a:spLocks noChangeArrowheads="1"/>
            </p:cNvSpPr>
            <p:nvPr/>
          </p:nvSpPr>
          <p:spPr bwMode="auto">
            <a:xfrm>
              <a:off x="4452" y="1841"/>
              <a:ext cx="144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9755" name="Text Box 70"/>
            <p:cNvSpPr txBox="1">
              <a:spLocks noChangeArrowheads="1"/>
            </p:cNvSpPr>
            <p:nvPr/>
          </p:nvSpPr>
          <p:spPr bwMode="auto">
            <a:xfrm>
              <a:off x="4812" y="2105"/>
              <a:ext cx="14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9756" name="Text Box 71"/>
            <p:cNvSpPr txBox="1">
              <a:spLocks noChangeArrowheads="1"/>
            </p:cNvSpPr>
            <p:nvPr/>
          </p:nvSpPr>
          <p:spPr bwMode="auto">
            <a:xfrm>
              <a:off x="4786" y="1568"/>
              <a:ext cx="143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 dirty="0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29757" name="Text Box 72"/>
            <p:cNvSpPr txBox="1">
              <a:spLocks noChangeArrowheads="1"/>
            </p:cNvSpPr>
            <p:nvPr/>
          </p:nvSpPr>
          <p:spPr bwMode="auto">
            <a:xfrm>
              <a:off x="4050" y="1418"/>
              <a:ext cx="14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29758" name="Text Box 73"/>
            <p:cNvSpPr txBox="1">
              <a:spLocks noChangeArrowheads="1"/>
            </p:cNvSpPr>
            <p:nvPr/>
          </p:nvSpPr>
          <p:spPr bwMode="auto">
            <a:xfrm>
              <a:off x="3700" y="1151"/>
              <a:ext cx="14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5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4891469" y="3837452"/>
            <a:ext cx="3183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An example network graph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818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Least-Cost Routing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722663"/>
          </a:xfrm>
        </p:spPr>
        <p:txBody>
          <a:bodyPr/>
          <a:lstStyle/>
          <a:p>
            <a:r>
              <a:rPr lang="en-US" altLang="en-US" dirty="0"/>
              <a:t>Find a path with the least cost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CE9E11-39C8-4E20-894F-A4A883CCF6EF}" type="slidenum">
              <a:rPr lang="en-US" smtClean="0"/>
              <a:pPr/>
              <a:t>23</a:t>
            </a:fld>
            <a:endParaRPr lang="en-US" dirty="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1E4CD5D-765E-1CB4-4F05-CAE1755A539D}"/>
              </a:ext>
            </a:extLst>
          </p:cNvPr>
          <p:cNvGrpSpPr/>
          <p:nvPr/>
        </p:nvGrpSpPr>
        <p:grpSpPr>
          <a:xfrm>
            <a:off x="228601" y="2819400"/>
            <a:ext cx="4200948" cy="2666325"/>
            <a:chOff x="228601" y="2819400"/>
            <a:chExt cx="4200948" cy="2666325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228601" y="2819400"/>
              <a:ext cx="4200948" cy="2666325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855943" y="3858302"/>
              <a:ext cx="638544" cy="351978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" name="Oval 7"/>
            <p:cNvSpPr>
              <a:spLocks noChangeArrowheads="1"/>
            </p:cNvSpPr>
            <p:nvPr/>
          </p:nvSpPr>
          <p:spPr bwMode="auto">
            <a:xfrm>
              <a:off x="370500" y="4316251"/>
              <a:ext cx="584399" cy="1532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>
              <a:off x="370500" y="4303005"/>
              <a:ext cx="0" cy="946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954898" y="4303005"/>
              <a:ext cx="0" cy="946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370500" y="4303005"/>
              <a:ext cx="578797" cy="92725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364898" y="4191356"/>
              <a:ext cx="584399" cy="179774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" name="Oval 12"/>
            <p:cNvSpPr>
              <a:spLocks noChangeArrowheads="1"/>
            </p:cNvSpPr>
            <p:nvPr/>
          </p:nvSpPr>
          <p:spPr bwMode="auto">
            <a:xfrm>
              <a:off x="1255499" y="5048592"/>
              <a:ext cx="584399" cy="1532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1255499" y="5035345"/>
              <a:ext cx="0" cy="946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1839898" y="5035345"/>
              <a:ext cx="0" cy="946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1255499" y="5035345"/>
              <a:ext cx="578797" cy="92725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7" name="Oval 16"/>
            <p:cNvSpPr>
              <a:spLocks noChangeArrowheads="1"/>
            </p:cNvSpPr>
            <p:nvPr/>
          </p:nvSpPr>
          <p:spPr bwMode="auto">
            <a:xfrm>
              <a:off x="1249898" y="4923696"/>
              <a:ext cx="584399" cy="179774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" name="Oval 17"/>
            <p:cNvSpPr>
              <a:spLocks noChangeArrowheads="1"/>
            </p:cNvSpPr>
            <p:nvPr/>
          </p:nvSpPr>
          <p:spPr bwMode="auto">
            <a:xfrm>
              <a:off x="1248031" y="3742868"/>
              <a:ext cx="584399" cy="1532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1248031" y="3729622"/>
              <a:ext cx="0" cy="946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>
              <a:off x="1832430" y="3729622"/>
              <a:ext cx="0" cy="946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1248031" y="3729622"/>
              <a:ext cx="578797" cy="92725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2" name="Oval 21"/>
            <p:cNvSpPr>
              <a:spLocks noChangeArrowheads="1"/>
            </p:cNvSpPr>
            <p:nvPr/>
          </p:nvSpPr>
          <p:spPr bwMode="auto">
            <a:xfrm>
              <a:off x="1242430" y="3617973"/>
              <a:ext cx="584399" cy="179774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" name="Oval 22"/>
            <p:cNvSpPr>
              <a:spLocks noChangeArrowheads="1"/>
            </p:cNvSpPr>
            <p:nvPr/>
          </p:nvSpPr>
          <p:spPr bwMode="auto">
            <a:xfrm>
              <a:off x="2523252" y="3735299"/>
              <a:ext cx="582531" cy="1532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>
              <a:off x="2523252" y="3722052"/>
              <a:ext cx="0" cy="946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5" name="Line 24"/>
            <p:cNvSpPr>
              <a:spLocks noChangeShapeType="1"/>
            </p:cNvSpPr>
            <p:nvPr/>
          </p:nvSpPr>
          <p:spPr bwMode="auto">
            <a:xfrm>
              <a:off x="3105784" y="3722052"/>
              <a:ext cx="0" cy="946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2523252" y="3722052"/>
              <a:ext cx="576930" cy="92725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7" name="Oval 26"/>
            <p:cNvSpPr>
              <a:spLocks noChangeArrowheads="1"/>
            </p:cNvSpPr>
            <p:nvPr/>
          </p:nvSpPr>
          <p:spPr bwMode="auto">
            <a:xfrm>
              <a:off x="2528853" y="3616081"/>
              <a:ext cx="582531" cy="179774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" name="Oval 27"/>
            <p:cNvSpPr>
              <a:spLocks noChangeArrowheads="1"/>
            </p:cNvSpPr>
            <p:nvPr/>
          </p:nvSpPr>
          <p:spPr bwMode="auto">
            <a:xfrm>
              <a:off x="2541923" y="5042914"/>
              <a:ext cx="584399" cy="1532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9" name="Line 28"/>
            <p:cNvSpPr>
              <a:spLocks noChangeShapeType="1"/>
            </p:cNvSpPr>
            <p:nvPr/>
          </p:nvSpPr>
          <p:spPr bwMode="auto">
            <a:xfrm>
              <a:off x="2541923" y="5029668"/>
              <a:ext cx="0" cy="946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0" name="Line 29"/>
            <p:cNvSpPr>
              <a:spLocks noChangeShapeType="1"/>
            </p:cNvSpPr>
            <p:nvPr/>
          </p:nvSpPr>
          <p:spPr bwMode="auto">
            <a:xfrm>
              <a:off x="3126322" y="5029668"/>
              <a:ext cx="0" cy="946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2541923" y="5029668"/>
              <a:ext cx="578797" cy="92725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2" name="Oval 31"/>
            <p:cNvSpPr>
              <a:spLocks noChangeArrowheads="1"/>
            </p:cNvSpPr>
            <p:nvPr/>
          </p:nvSpPr>
          <p:spPr bwMode="auto">
            <a:xfrm>
              <a:off x="2536322" y="4918019"/>
              <a:ext cx="584399" cy="179774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3" name="Oval 32"/>
            <p:cNvSpPr>
              <a:spLocks noChangeArrowheads="1"/>
            </p:cNvSpPr>
            <p:nvPr/>
          </p:nvSpPr>
          <p:spPr bwMode="auto">
            <a:xfrm>
              <a:off x="3596828" y="4397622"/>
              <a:ext cx="584399" cy="1532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4" name="Line 33"/>
            <p:cNvSpPr>
              <a:spLocks noChangeShapeType="1"/>
            </p:cNvSpPr>
            <p:nvPr/>
          </p:nvSpPr>
          <p:spPr bwMode="auto">
            <a:xfrm>
              <a:off x="3596828" y="4384376"/>
              <a:ext cx="0" cy="946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5" name="Line 34"/>
            <p:cNvSpPr>
              <a:spLocks noChangeShapeType="1"/>
            </p:cNvSpPr>
            <p:nvPr/>
          </p:nvSpPr>
          <p:spPr bwMode="auto">
            <a:xfrm>
              <a:off x="4181226" y="4384376"/>
              <a:ext cx="0" cy="946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6" name="Rectangle 35"/>
            <p:cNvSpPr>
              <a:spLocks noChangeArrowheads="1"/>
            </p:cNvSpPr>
            <p:nvPr/>
          </p:nvSpPr>
          <p:spPr bwMode="auto">
            <a:xfrm>
              <a:off x="3596828" y="4384376"/>
              <a:ext cx="578797" cy="92725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7" name="Oval 36"/>
            <p:cNvSpPr>
              <a:spLocks noChangeArrowheads="1"/>
            </p:cNvSpPr>
            <p:nvPr/>
          </p:nvSpPr>
          <p:spPr bwMode="auto">
            <a:xfrm>
              <a:off x="3591226" y="4272727"/>
              <a:ext cx="584399" cy="179774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8" name="Freeform 37"/>
            <p:cNvSpPr>
              <a:spLocks/>
            </p:cNvSpPr>
            <p:nvPr/>
          </p:nvSpPr>
          <p:spPr bwMode="auto">
            <a:xfrm>
              <a:off x="2833189" y="3909395"/>
              <a:ext cx="1867" cy="987808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9" name="Freeform 38"/>
            <p:cNvSpPr>
              <a:spLocks/>
            </p:cNvSpPr>
            <p:nvPr/>
          </p:nvSpPr>
          <p:spPr bwMode="auto">
            <a:xfrm>
              <a:off x="1539297" y="3920749"/>
              <a:ext cx="1867" cy="1016193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0" name="Freeform 39"/>
            <p:cNvSpPr>
              <a:spLocks/>
            </p:cNvSpPr>
            <p:nvPr/>
          </p:nvSpPr>
          <p:spPr bwMode="auto">
            <a:xfrm>
              <a:off x="1847366" y="3892364"/>
              <a:ext cx="941012" cy="1135412"/>
            </a:xfrm>
            <a:custGeom>
              <a:avLst/>
              <a:gdLst>
                <a:gd name="T0" fmla="*/ 0 w 378"/>
                <a:gd name="T1" fmla="*/ 600 h 174"/>
                <a:gd name="T2" fmla="*/ 504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1" name="Freeform 40"/>
            <p:cNvSpPr>
              <a:spLocks/>
            </p:cNvSpPr>
            <p:nvPr/>
          </p:nvSpPr>
          <p:spPr bwMode="auto">
            <a:xfrm>
              <a:off x="3130056" y="4550903"/>
              <a:ext cx="683354" cy="510935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2" name="Freeform 41"/>
            <p:cNvSpPr>
              <a:spLocks/>
            </p:cNvSpPr>
            <p:nvPr/>
          </p:nvSpPr>
          <p:spPr bwMode="auto">
            <a:xfrm>
              <a:off x="1858569" y="5084546"/>
              <a:ext cx="683354" cy="1892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" name="Freeform 42"/>
            <p:cNvSpPr>
              <a:spLocks/>
            </p:cNvSpPr>
            <p:nvPr/>
          </p:nvSpPr>
          <p:spPr bwMode="auto">
            <a:xfrm>
              <a:off x="755120" y="4471424"/>
              <a:ext cx="515316" cy="499581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4" name="Freeform 43"/>
            <p:cNvSpPr>
              <a:spLocks/>
            </p:cNvSpPr>
            <p:nvPr/>
          </p:nvSpPr>
          <p:spPr bwMode="auto">
            <a:xfrm>
              <a:off x="1847366" y="3778823"/>
              <a:ext cx="683354" cy="1892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" name="Freeform 44"/>
            <p:cNvSpPr>
              <a:spLocks/>
            </p:cNvSpPr>
            <p:nvPr/>
          </p:nvSpPr>
          <p:spPr bwMode="auto">
            <a:xfrm>
              <a:off x="3107651" y="3773146"/>
              <a:ext cx="739367" cy="505258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6" name="Freeform 45"/>
            <p:cNvSpPr>
              <a:spLocks/>
            </p:cNvSpPr>
            <p:nvPr/>
          </p:nvSpPr>
          <p:spPr bwMode="auto">
            <a:xfrm>
              <a:off x="648696" y="2961326"/>
              <a:ext cx="2072468" cy="1220568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47" name="Group 46"/>
            <p:cNvGrpSpPr>
              <a:grpSpLocks/>
            </p:cNvGrpSpPr>
            <p:nvPr/>
          </p:nvGrpSpPr>
          <p:grpSpPr bwMode="auto">
            <a:xfrm>
              <a:off x="508664" y="4123231"/>
              <a:ext cx="280063" cy="350085"/>
              <a:chOff x="2981" y="2441"/>
              <a:chExt cx="153" cy="185"/>
            </a:xfrm>
          </p:grpSpPr>
          <p:sp>
            <p:nvSpPr>
              <p:cNvPr id="73" name="Rectangle 47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4" name="Text Box 48"/>
              <p:cNvSpPr txBox="1">
                <a:spLocks noChangeArrowheads="1"/>
              </p:cNvSpPr>
              <p:nvPr/>
            </p:nvSpPr>
            <p:spPr bwMode="auto">
              <a:xfrm>
                <a:off x="2981" y="2441"/>
                <a:ext cx="153" cy="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1</a:t>
                </a:r>
              </a:p>
            </p:txBody>
          </p:sp>
        </p:grpSp>
        <p:grpSp>
          <p:nvGrpSpPr>
            <p:cNvPr id="48" name="Group 49"/>
            <p:cNvGrpSpPr>
              <a:grpSpLocks/>
            </p:cNvGrpSpPr>
            <p:nvPr/>
          </p:nvGrpSpPr>
          <p:grpSpPr bwMode="auto">
            <a:xfrm>
              <a:off x="2695024" y="4849894"/>
              <a:ext cx="280063" cy="350085"/>
              <a:chOff x="2982" y="2441"/>
              <a:chExt cx="153" cy="185"/>
            </a:xfrm>
          </p:grpSpPr>
          <p:sp>
            <p:nvSpPr>
              <p:cNvPr id="71" name="Rectangle 50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2" name="Text Box 51"/>
              <p:cNvSpPr txBox="1">
                <a:spLocks noChangeArrowheads="1"/>
              </p:cNvSpPr>
              <p:nvPr/>
            </p:nvSpPr>
            <p:spPr bwMode="auto">
              <a:xfrm>
                <a:off x="2982" y="2441"/>
                <a:ext cx="153" cy="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5</a:t>
                </a:r>
              </a:p>
            </p:txBody>
          </p:sp>
        </p:grpSp>
        <p:grpSp>
          <p:nvGrpSpPr>
            <p:cNvPr id="49" name="Group 52"/>
            <p:cNvGrpSpPr>
              <a:grpSpLocks/>
            </p:cNvGrpSpPr>
            <p:nvPr/>
          </p:nvGrpSpPr>
          <p:grpSpPr bwMode="auto">
            <a:xfrm>
              <a:off x="1419803" y="4844217"/>
              <a:ext cx="280063" cy="350085"/>
              <a:chOff x="2982" y="2441"/>
              <a:chExt cx="153" cy="185"/>
            </a:xfrm>
          </p:grpSpPr>
          <p:sp>
            <p:nvSpPr>
              <p:cNvPr id="69" name="Rectangle 53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0" name="Text Box 54"/>
              <p:cNvSpPr txBox="1">
                <a:spLocks noChangeArrowheads="1"/>
              </p:cNvSpPr>
              <p:nvPr/>
            </p:nvSpPr>
            <p:spPr bwMode="auto">
              <a:xfrm>
                <a:off x="2982" y="2441"/>
                <a:ext cx="153" cy="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3</a:t>
                </a:r>
              </a:p>
            </p:txBody>
          </p:sp>
        </p:grpSp>
        <p:grpSp>
          <p:nvGrpSpPr>
            <p:cNvPr id="50" name="Group 55"/>
            <p:cNvGrpSpPr>
              <a:grpSpLocks/>
            </p:cNvGrpSpPr>
            <p:nvPr/>
          </p:nvGrpSpPr>
          <p:grpSpPr bwMode="auto">
            <a:xfrm>
              <a:off x="2678220" y="3544171"/>
              <a:ext cx="280063" cy="350085"/>
              <a:chOff x="2981" y="2441"/>
              <a:chExt cx="153" cy="185"/>
            </a:xfrm>
          </p:grpSpPr>
          <p:sp>
            <p:nvSpPr>
              <p:cNvPr id="67" name="Rectangle 56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8" name="Text Box 57"/>
              <p:cNvSpPr txBox="1">
                <a:spLocks noChangeArrowheads="1"/>
              </p:cNvSpPr>
              <p:nvPr/>
            </p:nvSpPr>
            <p:spPr bwMode="auto">
              <a:xfrm>
                <a:off x="2981" y="2441"/>
                <a:ext cx="153" cy="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4</a:t>
                </a:r>
              </a:p>
            </p:txBody>
          </p:sp>
        </p:grpSp>
        <p:grpSp>
          <p:nvGrpSpPr>
            <p:cNvPr id="51" name="Group 58"/>
            <p:cNvGrpSpPr>
              <a:grpSpLocks/>
            </p:cNvGrpSpPr>
            <p:nvPr/>
          </p:nvGrpSpPr>
          <p:grpSpPr bwMode="auto">
            <a:xfrm>
              <a:off x="1406734" y="3544171"/>
              <a:ext cx="280063" cy="350085"/>
              <a:chOff x="2982" y="2441"/>
              <a:chExt cx="153" cy="185"/>
            </a:xfrm>
          </p:grpSpPr>
          <p:sp>
            <p:nvSpPr>
              <p:cNvPr id="65" name="Rectangle 59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6" name="Text Box 60"/>
              <p:cNvSpPr txBox="1">
                <a:spLocks noChangeArrowheads="1"/>
              </p:cNvSpPr>
              <p:nvPr/>
            </p:nvSpPr>
            <p:spPr bwMode="auto">
              <a:xfrm>
                <a:off x="2982" y="2441"/>
                <a:ext cx="153" cy="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2</a:t>
                </a:r>
              </a:p>
            </p:txBody>
          </p:sp>
        </p:grpSp>
        <p:grpSp>
          <p:nvGrpSpPr>
            <p:cNvPr id="52" name="Group 61"/>
            <p:cNvGrpSpPr>
              <a:grpSpLocks/>
            </p:cNvGrpSpPr>
            <p:nvPr/>
          </p:nvGrpSpPr>
          <p:grpSpPr bwMode="auto">
            <a:xfrm>
              <a:off x="3768600" y="4202710"/>
              <a:ext cx="280063" cy="350085"/>
              <a:chOff x="2982" y="2441"/>
              <a:chExt cx="153" cy="185"/>
            </a:xfrm>
          </p:grpSpPr>
          <p:sp>
            <p:nvSpPr>
              <p:cNvPr id="63" name="Rectangle 62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4" name="Text Box 63"/>
              <p:cNvSpPr txBox="1">
                <a:spLocks noChangeArrowheads="1"/>
              </p:cNvSpPr>
              <p:nvPr/>
            </p:nvSpPr>
            <p:spPr bwMode="auto">
              <a:xfrm>
                <a:off x="2982" y="2441"/>
                <a:ext cx="153" cy="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53" name="Text Box 64"/>
            <p:cNvSpPr txBox="1">
              <a:spLocks noChangeArrowheads="1"/>
            </p:cNvSpPr>
            <p:nvPr/>
          </p:nvSpPr>
          <p:spPr bwMode="auto">
            <a:xfrm>
              <a:off x="895151" y="3759899"/>
              <a:ext cx="268861" cy="342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54" name="Text Box 65"/>
            <p:cNvSpPr txBox="1">
              <a:spLocks noChangeArrowheads="1"/>
            </p:cNvSpPr>
            <p:nvPr/>
          </p:nvSpPr>
          <p:spPr bwMode="auto">
            <a:xfrm>
              <a:off x="1544898" y="4174325"/>
              <a:ext cx="268861" cy="342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55" name="Text Box 66"/>
            <p:cNvSpPr txBox="1">
              <a:spLocks noChangeArrowheads="1"/>
            </p:cNvSpPr>
            <p:nvPr/>
          </p:nvSpPr>
          <p:spPr bwMode="auto">
            <a:xfrm>
              <a:off x="732715" y="4577396"/>
              <a:ext cx="268861" cy="342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56" name="Text Box 67"/>
            <p:cNvSpPr txBox="1">
              <a:spLocks noChangeArrowheads="1"/>
            </p:cNvSpPr>
            <p:nvPr/>
          </p:nvSpPr>
          <p:spPr bwMode="auto">
            <a:xfrm>
              <a:off x="2261860" y="4350313"/>
              <a:ext cx="268861" cy="342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 dirty="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57" name="Text Box 68"/>
            <p:cNvSpPr txBox="1">
              <a:spLocks noChangeArrowheads="1"/>
            </p:cNvSpPr>
            <p:nvPr/>
          </p:nvSpPr>
          <p:spPr bwMode="auto">
            <a:xfrm>
              <a:off x="2144233" y="5020206"/>
              <a:ext cx="268861" cy="344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58" name="Text Box 69"/>
            <p:cNvSpPr txBox="1">
              <a:spLocks noChangeArrowheads="1"/>
            </p:cNvSpPr>
            <p:nvPr/>
          </p:nvSpPr>
          <p:spPr bwMode="auto">
            <a:xfrm>
              <a:off x="2816385" y="4208387"/>
              <a:ext cx="268861" cy="342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59" name="Text Box 70"/>
            <p:cNvSpPr txBox="1">
              <a:spLocks noChangeArrowheads="1"/>
            </p:cNvSpPr>
            <p:nvPr/>
          </p:nvSpPr>
          <p:spPr bwMode="auto">
            <a:xfrm>
              <a:off x="3488537" y="4707968"/>
              <a:ext cx="268861" cy="344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 dirty="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60" name="Text Box 71"/>
            <p:cNvSpPr txBox="1">
              <a:spLocks noChangeArrowheads="1"/>
            </p:cNvSpPr>
            <p:nvPr/>
          </p:nvSpPr>
          <p:spPr bwMode="auto">
            <a:xfrm>
              <a:off x="3439992" y="3691775"/>
              <a:ext cx="266994" cy="344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 dirty="0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61" name="Text Box 72"/>
            <p:cNvSpPr txBox="1">
              <a:spLocks noChangeArrowheads="1"/>
            </p:cNvSpPr>
            <p:nvPr/>
          </p:nvSpPr>
          <p:spPr bwMode="auto">
            <a:xfrm>
              <a:off x="2065816" y="3407922"/>
              <a:ext cx="268861" cy="344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62" name="Text Box 73"/>
            <p:cNvSpPr txBox="1">
              <a:spLocks noChangeArrowheads="1"/>
            </p:cNvSpPr>
            <p:nvPr/>
          </p:nvSpPr>
          <p:spPr bwMode="auto">
            <a:xfrm>
              <a:off x="1412335" y="2902664"/>
              <a:ext cx="268861" cy="344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 dirty="0">
                  <a:latin typeface="Arial" panose="020B0604020202020204" pitchFamily="34" charset="0"/>
                </a:rPr>
                <a:t>5</a:t>
              </a:r>
            </a:p>
          </p:txBody>
        </p:sp>
      </p:grpSp>
      <p:grpSp>
        <p:nvGrpSpPr>
          <p:cNvPr id="77" name="Group 76"/>
          <p:cNvGrpSpPr>
            <a:grpSpLocks/>
          </p:cNvGrpSpPr>
          <p:nvPr/>
        </p:nvGrpSpPr>
        <p:grpSpPr bwMode="auto">
          <a:xfrm>
            <a:off x="4782428" y="2819400"/>
            <a:ext cx="4237122" cy="2570047"/>
            <a:chOff x="3066" y="1107"/>
            <a:chExt cx="2250" cy="1409"/>
          </a:xfrm>
        </p:grpSpPr>
        <p:sp>
          <p:nvSpPr>
            <p:cNvPr id="78" name="Freeform 77"/>
            <p:cNvSpPr>
              <a:spLocks/>
            </p:cNvSpPr>
            <p:nvPr/>
          </p:nvSpPr>
          <p:spPr bwMode="auto">
            <a:xfrm>
              <a:off x="3066" y="1107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9" name="Freeform 78"/>
            <p:cNvSpPr>
              <a:spLocks/>
            </p:cNvSpPr>
            <p:nvPr/>
          </p:nvSpPr>
          <p:spPr bwMode="auto">
            <a:xfrm>
              <a:off x="3402" y="1656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0" name="Oval 79"/>
            <p:cNvSpPr>
              <a:spLocks noChangeArrowheads="1"/>
            </p:cNvSpPr>
            <p:nvPr/>
          </p:nvSpPr>
          <p:spPr bwMode="auto">
            <a:xfrm>
              <a:off x="3142" y="1898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" name="Line 8"/>
            <p:cNvSpPr>
              <a:spLocks noChangeShapeType="1"/>
            </p:cNvSpPr>
            <p:nvPr/>
          </p:nvSpPr>
          <p:spPr bwMode="auto">
            <a:xfrm>
              <a:off x="3142" y="189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83" name="Line 9"/>
            <p:cNvSpPr>
              <a:spLocks noChangeShapeType="1"/>
            </p:cNvSpPr>
            <p:nvPr/>
          </p:nvSpPr>
          <p:spPr bwMode="auto">
            <a:xfrm>
              <a:off x="3455" y="189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84" name="Rectangle 83"/>
            <p:cNvSpPr>
              <a:spLocks noChangeArrowheads="1"/>
            </p:cNvSpPr>
            <p:nvPr/>
          </p:nvSpPr>
          <p:spPr bwMode="auto">
            <a:xfrm>
              <a:off x="3142" y="1891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85" name="Oval 84"/>
            <p:cNvSpPr>
              <a:spLocks noChangeArrowheads="1"/>
            </p:cNvSpPr>
            <p:nvPr/>
          </p:nvSpPr>
          <p:spPr bwMode="auto">
            <a:xfrm>
              <a:off x="3139" y="1832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6" name="Oval 85"/>
            <p:cNvSpPr>
              <a:spLocks noChangeArrowheads="1"/>
            </p:cNvSpPr>
            <p:nvPr/>
          </p:nvSpPr>
          <p:spPr bwMode="auto">
            <a:xfrm>
              <a:off x="3616" y="2285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7" name="Line 13"/>
            <p:cNvSpPr>
              <a:spLocks noChangeShapeType="1"/>
            </p:cNvSpPr>
            <p:nvPr/>
          </p:nvSpPr>
          <p:spPr bwMode="auto">
            <a:xfrm>
              <a:off x="3616" y="227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88" name="Line 14"/>
            <p:cNvSpPr>
              <a:spLocks noChangeShapeType="1"/>
            </p:cNvSpPr>
            <p:nvPr/>
          </p:nvSpPr>
          <p:spPr bwMode="auto">
            <a:xfrm>
              <a:off x="3929" y="227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89" name="Rectangle 88"/>
            <p:cNvSpPr>
              <a:spLocks noChangeArrowheads="1"/>
            </p:cNvSpPr>
            <p:nvPr/>
          </p:nvSpPr>
          <p:spPr bwMode="auto">
            <a:xfrm>
              <a:off x="3616" y="2278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90" name="Oval 89"/>
            <p:cNvSpPr>
              <a:spLocks noChangeArrowheads="1"/>
            </p:cNvSpPr>
            <p:nvPr/>
          </p:nvSpPr>
          <p:spPr bwMode="auto">
            <a:xfrm>
              <a:off x="3613" y="2219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1" name="Oval 90"/>
            <p:cNvSpPr>
              <a:spLocks noChangeArrowheads="1"/>
            </p:cNvSpPr>
            <p:nvPr/>
          </p:nvSpPr>
          <p:spPr bwMode="auto">
            <a:xfrm>
              <a:off x="3612" y="1595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2" name="Line 18"/>
            <p:cNvSpPr>
              <a:spLocks noChangeShapeType="1"/>
            </p:cNvSpPr>
            <p:nvPr/>
          </p:nvSpPr>
          <p:spPr bwMode="auto">
            <a:xfrm>
              <a:off x="3612" y="158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93" name="Line 19"/>
            <p:cNvSpPr>
              <a:spLocks noChangeShapeType="1"/>
            </p:cNvSpPr>
            <p:nvPr/>
          </p:nvSpPr>
          <p:spPr bwMode="auto">
            <a:xfrm>
              <a:off x="3925" y="158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94" name="Rectangle 93"/>
            <p:cNvSpPr>
              <a:spLocks noChangeArrowheads="1"/>
            </p:cNvSpPr>
            <p:nvPr/>
          </p:nvSpPr>
          <p:spPr bwMode="auto">
            <a:xfrm>
              <a:off x="3612" y="1588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95" name="Oval 94"/>
            <p:cNvSpPr>
              <a:spLocks noChangeArrowheads="1"/>
            </p:cNvSpPr>
            <p:nvPr/>
          </p:nvSpPr>
          <p:spPr bwMode="auto">
            <a:xfrm>
              <a:off x="3609" y="1529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6" name="Oval 95"/>
            <p:cNvSpPr>
              <a:spLocks noChangeArrowheads="1"/>
            </p:cNvSpPr>
            <p:nvPr/>
          </p:nvSpPr>
          <p:spPr bwMode="auto">
            <a:xfrm>
              <a:off x="4295" y="1591"/>
              <a:ext cx="312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7" name="Line 23"/>
            <p:cNvSpPr>
              <a:spLocks noChangeShapeType="1"/>
            </p:cNvSpPr>
            <p:nvPr/>
          </p:nvSpPr>
          <p:spPr bwMode="auto">
            <a:xfrm>
              <a:off x="4295" y="1584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98" name="Line 24"/>
            <p:cNvSpPr>
              <a:spLocks noChangeShapeType="1"/>
            </p:cNvSpPr>
            <p:nvPr/>
          </p:nvSpPr>
          <p:spPr bwMode="auto">
            <a:xfrm>
              <a:off x="4607" y="1584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99" name="Rectangle 98"/>
            <p:cNvSpPr>
              <a:spLocks noChangeArrowheads="1"/>
            </p:cNvSpPr>
            <p:nvPr/>
          </p:nvSpPr>
          <p:spPr bwMode="auto">
            <a:xfrm>
              <a:off x="4295" y="1584"/>
              <a:ext cx="309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00" name="Oval 99"/>
            <p:cNvSpPr>
              <a:spLocks noChangeArrowheads="1"/>
            </p:cNvSpPr>
            <p:nvPr/>
          </p:nvSpPr>
          <p:spPr bwMode="auto">
            <a:xfrm>
              <a:off x="4298" y="1528"/>
              <a:ext cx="312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1" name="Oval 100"/>
            <p:cNvSpPr>
              <a:spLocks noChangeArrowheads="1"/>
            </p:cNvSpPr>
            <p:nvPr/>
          </p:nvSpPr>
          <p:spPr bwMode="auto">
            <a:xfrm>
              <a:off x="4305" y="228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" name="Line 28"/>
            <p:cNvSpPr>
              <a:spLocks noChangeShapeType="1"/>
            </p:cNvSpPr>
            <p:nvPr/>
          </p:nvSpPr>
          <p:spPr bwMode="auto">
            <a:xfrm>
              <a:off x="4305" y="227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03" name="Line 29"/>
            <p:cNvSpPr>
              <a:spLocks noChangeShapeType="1"/>
            </p:cNvSpPr>
            <p:nvPr/>
          </p:nvSpPr>
          <p:spPr bwMode="auto">
            <a:xfrm>
              <a:off x="4618" y="227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04" name="Rectangle 103"/>
            <p:cNvSpPr>
              <a:spLocks noChangeArrowheads="1"/>
            </p:cNvSpPr>
            <p:nvPr/>
          </p:nvSpPr>
          <p:spPr bwMode="auto">
            <a:xfrm>
              <a:off x="4305" y="227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05" name="Oval 104"/>
            <p:cNvSpPr>
              <a:spLocks noChangeArrowheads="1"/>
            </p:cNvSpPr>
            <p:nvPr/>
          </p:nvSpPr>
          <p:spPr bwMode="auto">
            <a:xfrm>
              <a:off x="4302" y="221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6" name="Oval 105"/>
            <p:cNvSpPr>
              <a:spLocks noChangeArrowheads="1"/>
            </p:cNvSpPr>
            <p:nvPr/>
          </p:nvSpPr>
          <p:spPr bwMode="auto">
            <a:xfrm>
              <a:off x="4870" y="1941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7" name="Line 33"/>
            <p:cNvSpPr>
              <a:spLocks noChangeShapeType="1"/>
            </p:cNvSpPr>
            <p:nvPr/>
          </p:nvSpPr>
          <p:spPr bwMode="auto">
            <a:xfrm>
              <a:off x="4870" y="1934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08" name="Line 34"/>
            <p:cNvSpPr>
              <a:spLocks noChangeShapeType="1"/>
            </p:cNvSpPr>
            <p:nvPr/>
          </p:nvSpPr>
          <p:spPr bwMode="auto">
            <a:xfrm>
              <a:off x="5183" y="1934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09" name="Rectangle 108"/>
            <p:cNvSpPr>
              <a:spLocks noChangeArrowheads="1"/>
            </p:cNvSpPr>
            <p:nvPr/>
          </p:nvSpPr>
          <p:spPr bwMode="auto">
            <a:xfrm>
              <a:off x="4870" y="1934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10" name="Oval 109"/>
            <p:cNvSpPr>
              <a:spLocks noChangeArrowheads="1"/>
            </p:cNvSpPr>
            <p:nvPr/>
          </p:nvSpPr>
          <p:spPr bwMode="auto">
            <a:xfrm>
              <a:off x="4867" y="1875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1" name="Freeform 110"/>
            <p:cNvSpPr>
              <a:spLocks/>
            </p:cNvSpPr>
            <p:nvPr/>
          </p:nvSpPr>
          <p:spPr bwMode="auto">
            <a:xfrm>
              <a:off x="4461" y="1683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" name="Freeform 111"/>
            <p:cNvSpPr>
              <a:spLocks/>
            </p:cNvSpPr>
            <p:nvPr/>
          </p:nvSpPr>
          <p:spPr bwMode="auto">
            <a:xfrm>
              <a:off x="3768" y="1689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3" name="Freeform 112"/>
            <p:cNvSpPr>
              <a:spLocks/>
            </p:cNvSpPr>
            <p:nvPr/>
          </p:nvSpPr>
          <p:spPr bwMode="auto">
            <a:xfrm>
              <a:off x="3933" y="1674"/>
              <a:ext cx="504" cy="600"/>
            </a:xfrm>
            <a:custGeom>
              <a:avLst/>
              <a:gdLst>
                <a:gd name="T0" fmla="*/ 0 w 378"/>
                <a:gd name="T1" fmla="*/ 600 h 174"/>
                <a:gd name="T2" fmla="*/ 504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4" name="Freeform 113"/>
            <p:cNvSpPr>
              <a:spLocks/>
            </p:cNvSpPr>
            <p:nvPr/>
          </p:nvSpPr>
          <p:spPr bwMode="auto">
            <a:xfrm>
              <a:off x="4620" y="2022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5" name="Freeform 114"/>
            <p:cNvSpPr>
              <a:spLocks/>
            </p:cNvSpPr>
            <p:nvPr/>
          </p:nvSpPr>
          <p:spPr bwMode="auto">
            <a:xfrm>
              <a:off x="3939" y="2304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6" name="Freeform 115"/>
            <p:cNvSpPr>
              <a:spLocks/>
            </p:cNvSpPr>
            <p:nvPr/>
          </p:nvSpPr>
          <p:spPr bwMode="auto">
            <a:xfrm>
              <a:off x="3348" y="1980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7" name="Freeform 116"/>
            <p:cNvSpPr>
              <a:spLocks/>
            </p:cNvSpPr>
            <p:nvPr/>
          </p:nvSpPr>
          <p:spPr bwMode="auto">
            <a:xfrm>
              <a:off x="3933" y="1614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8" name="Freeform 117"/>
            <p:cNvSpPr>
              <a:spLocks/>
            </p:cNvSpPr>
            <p:nvPr/>
          </p:nvSpPr>
          <p:spPr bwMode="auto">
            <a:xfrm>
              <a:off x="4608" y="1611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9" name="Freeform 118"/>
            <p:cNvSpPr>
              <a:spLocks/>
            </p:cNvSpPr>
            <p:nvPr/>
          </p:nvSpPr>
          <p:spPr bwMode="auto">
            <a:xfrm>
              <a:off x="3291" y="1182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120" name="Group 119"/>
            <p:cNvGrpSpPr>
              <a:grpSpLocks/>
            </p:cNvGrpSpPr>
            <p:nvPr/>
          </p:nvGrpSpPr>
          <p:grpSpPr bwMode="auto">
            <a:xfrm>
              <a:off x="3216" y="1796"/>
              <a:ext cx="150" cy="185"/>
              <a:chOff x="2981" y="2441"/>
              <a:chExt cx="153" cy="185"/>
            </a:xfrm>
          </p:grpSpPr>
          <p:sp>
            <p:nvSpPr>
              <p:cNvPr id="146" name="Rectangle 47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47" name="Text Box 48"/>
              <p:cNvSpPr txBox="1">
                <a:spLocks noChangeArrowheads="1"/>
              </p:cNvSpPr>
              <p:nvPr/>
            </p:nvSpPr>
            <p:spPr bwMode="auto">
              <a:xfrm>
                <a:off x="2981" y="2441"/>
                <a:ext cx="153" cy="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1</a:t>
                </a:r>
              </a:p>
            </p:txBody>
          </p:sp>
        </p:grpSp>
        <p:grpSp>
          <p:nvGrpSpPr>
            <p:cNvPr id="121" name="Group 49"/>
            <p:cNvGrpSpPr>
              <a:grpSpLocks/>
            </p:cNvGrpSpPr>
            <p:nvPr/>
          </p:nvGrpSpPr>
          <p:grpSpPr bwMode="auto">
            <a:xfrm>
              <a:off x="4387" y="2180"/>
              <a:ext cx="150" cy="185"/>
              <a:chOff x="2982" y="2441"/>
              <a:chExt cx="153" cy="185"/>
            </a:xfrm>
          </p:grpSpPr>
          <p:sp>
            <p:nvSpPr>
              <p:cNvPr id="144" name="Rectangle 50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45" name="Text Box 51"/>
              <p:cNvSpPr txBox="1">
                <a:spLocks noChangeArrowheads="1"/>
              </p:cNvSpPr>
              <p:nvPr/>
            </p:nvSpPr>
            <p:spPr bwMode="auto">
              <a:xfrm>
                <a:off x="2982" y="2441"/>
                <a:ext cx="153" cy="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5</a:t>
                </a:r>
              </a:p>
            </p:txBody>
          </p:sp>
        </p:grpSp>
        <p:grpSp>
          <p:nvGrpSpPr>
            <p:cNvPr id="122" name="Group 52"/>
            <p:cNvGrpSpPr>
              <a:grpSpLocks/>
            </p:cNvGrpSpPr>
            <p:nvPr/>
          </p:nvGrpSpPr>
          <p:grpSpPr bwMode="auto">
            <a:xfrm>
              <a:off x="3704" y="2177"/>
              <a:ext cx="150" cy="185"/>
              <a:chOff x="2982" y="2441"/>
              <a:chExt cx="153" cy="185"/>
            </a:xfrm>
          </p:grpSpPr>
          <p:sp>
            <p:nvSpPr>
              <p:cNvPr id="142" name="Rectangle 53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43" name="Text Box 54"/>
              <p:cNvSpPr txBox="1">
                <a:spLocks noChangeArrowheads="1"/>
              </p:cNvSpPr>
              <p:nvPr/>
            </p:nvSpPr>
            <p:spPr bwMode="auto">
              <a:xfrm>
                <a:off x="2982" y="2441"/>
                <a:ext cx="153" cy="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3</a:t>
                </a:r>
              </a:p>
            </p:txBody>
          </p:sp>
        </p:grpSp>
        <p:grpSp>
          <p:nvGrpSpPr>
            <p:cNvPr id="123" name="Group 55"/>
            <p:cNvGrpSpPr>
              <a:grpSpLocks/>
            </p:cNvGrpSpPr>
            <p:nvPr/>
          </p:nvGrpSpPr>
          <p:grpSpPr bwMode="auto">
            <a:xfrm>
              <a:off x="4378" y="1490"/>
              <a:ext cx="150" cy="185"/>
              <a:chOff x="2981" y="2441"/>
              <a:chExt cx="153" cy="185"/>
            </a:xfrm>
          </p:grpSpPr>
          <p:sp>
            <p:nvSpPr>
              <p:cNvPr id="140" name="Rectangle 56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41" name="Text Box 57"/>
              <p:cNvSpPr txBox="1">
                <a:spLocks noChangeArrowheads="1"/>
              </p:cNvSpPr>
              <p:nvPr/>
            </p:nvSpPr>
            <p:spPr bwMode="auto">
              <a:xfrm>
                <a:off x="2981" y="2441"/>
                <a:ext cx="153" cy="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4</a:t>
                </a:r>
              </a:p>
            </p:txBody>
          </p:sp>
        </p:grpSp>
        <p:grpSp>
          <p:nvGrpSpPr>
            <p:cNvPr id="124" name="Group 58"/>
            <p:cNvGrpSpPr>
              <a:grpSpLocks/>
            </p:cNvGrpSpPr>
            <p:nvPr/>
          </p:nvGrpSpPr>
          <p:grpSpPr bwMode="auto">
            <a:xfrm>
              <a:off x="3697" y="1490"/>
              <a:ext cx="150" cy="185"/>
              <a:chOff x="2982" y="2441"/>
              <a:chExt cx="153" cy="185"/>
            </a:xfrm>
          </p:grpSpPr>
          <p:sp>
            <p:nvSpPr>
              <p:cNvPr id="138" name="Rectangle 59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39" name="Text Box 60"/>
              <p:cNvSpPr txBox="1">
                <a:spLocks noChangeArrowheads="1"/>
              </p:cNvSpPr>
              <p:nvPr/>
            </p:nvSpPr>
            <p:spPr bwMode="auto">
              <a:xfrm>
                <a:off x="2982" y="2441"/>
                <a:ext cx="153" cy="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2</a:t>
                </a:r>
              </a:p>
            </p:txBody>
          </p:sp>
        </p:grpSp>
        <p:grpSp>
          <p:nvGrpSpPr>
            <p:cNvPr id="125" name="Group 61"/>
            <p:cNvGrpSpPr>
              <a:grpSpLocks/>
            </p:cNvGrpSpPr>
            <p:nvPr/>
          </p:nvGrpSpPr>
          <p:grpSpPr bwMode="auto">
            <a:xfrm>
              <a:off x="4962" y="1838"/>
              <a:ext cx="150" cy="185"/>
              <a:chOff x="2982" y="2441"/>
              <a:chExt cx="153" cy="185"/>
            </a:xfrm>
          </p:grpSpPr>
          <p:sp>
            <p:nvSpPr>
              <p:cNvPr id="136" name="Rectangle 13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37" name="Text Box 63"/>
              <p:cNvSpPr txBox="1">
                <a:spLocks noChangeArrowheads="1"/>
              </p:cNvSpPr>
              <p:nvPr/>
            </p:nvSpPr>
            <p:spPr bwMode="auto">
              <a:xfrm>
                <a:off x="2982" y="2441"/>
                <a:ext cx="153" cy="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6</a:t>
                </a:r>
              </a:p>
            </p:txBody>
          </p:sp>
        </p:grpSp>
        <p:sp>
          <p:nvSpPr>
            <p:cNvPr id="126" name="Text Box 64"/>
            <p:cNvSpPr txBox="1">
              <a:spLocks noChangeArrowheads="1"/>
            </p:cNvSpPr>
            <p:nvPr/>
          </p:nvSpPr>
          <p:spPr bwMode="auto">
            <a:xfrm>
              <a:off x="3412" y="1604"/>
              <a:ext cx="16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 dirty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27" name="Text Box 65"/>
            <p:cNvSpPr txBox="1">
              <a:spLocks noChangeArrowheads="1"/>
            </p:cNvSpPr>
            <p:nvPr/>
          </p:nvSpPr>
          <p:spPr bwMode="auto">
            <a:xfrm>
              <a:off x="3760" y="1823"/>
              <a:ext cx="16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 dirty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28" name="Text Box 66"/>
            <p:cNvSpPr txBox="1">
              <a:spLocks noChangeArrowheads="1"/>
            </p:cNvSpPr>
            <p:nvPr/>
          </p:nvSpPr>
          <p:spPr bwMode="auto">
            <a:xfrm>
              <a:off x="3336" y="2036"/>
              <a:ext cx="144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29" name="Text Box 67"/>
            <p:cNvSpPr txBox="1">
              <a:spLocks noChangeArrowheads="1"/>
            </p:cNvSpPr>
            <p:nvPr/>
          </p:nvSpPr>
          <p:spPr bwMode="auto">
            <a:xfrm>
              <a:off x="4144" y="1916"/>
              <a:ext cx="16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 dirty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30" name="Text Box 68"/>
            <p:cNvSpPr txBox="1">
              <a:spLocks noChangeArrowheads="1"/>
            </p:cNvSpPr>
            <p:nvPr/>
          </p:nvSpPr>
          <p:spPr bwMode="auto">
            <a:xfrm>
              <a:off x="4092" y="2270"/>
              <a:ext cx="144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31" name="Text Box 69"/>
            <p:cNvSpPr txBox="1">
              <a:spLocks noChangeArrowheads="1"/>
            </p:cNvSpPr>
            <p:nvPr/>
          </p:nvSpPr>
          <p:spPr bwMode="auto">
            <a:xfrm>
              <a:off x="4452" y="1841"/>
              <a:ext cx="144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32" name="Text Box 70"/>
            <p:cNvSpPr txBox="1">
              <a:spLocks noChangeArrowheads="1"/>
            </p:cNvSpPr>
            <p:nvPr/>
          </p:nvSpPr>
          <p:spPr bwMode="auto">
            <a:xfrm>
              <a:off x="4801" y="2105"/>
              <a:ext cx="16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 dirty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33" name="Text Box 71"/>
            <p:cNvSpPr txBox="1">
              <a:spLocks noChangeArrowheads="1"/>
            </p:cNvSpPr>
            <p:nvPr/>
          </p:nvSpPr>
          <p:spPr bwMode="auto">
            <a:xfrm>
              <a:off x="4774" y="1568"/>
              <a:ext cx="16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 dirty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34" name="Text Box 72"/>
            <p:cNvSpPr txBox="1">
              <a:spLocks noChangeArrowheads="1"/>
            </p:cNvSpPr>
            <p:nvPr/>
          </p:nvSpPr>
          <p:spPr bwMode="auto">
            <a:xfrm>
              <a:off x="4039" y="1418"/>
              <a:ext cx="16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 dirty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35" name="Text Box 73"/>
            <p:cNvSpPr txBox="1">
              <a:spLocks noChangeArrowheads="1"/>
            </p:cNvSpPr>
            <p:nvPr/>
          </p:nvSpPr>
          <p:spPr bwMode="auto">
            <a:xfrm>
              <a:off x="3689" y="1151"/>
              <a:ext cx="16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 dirty="0">
                  <a:latin typeface="Arial" panose="020B0604020202020204" pitchFamily="34" charset="0"/>
                </a:rPr>
                <a:t>1</a:t>
              </a:r>
            </a:p>
          </p:txBody>
        </p:sp>
      </p:grp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49F133AD-4C69-D0DD-41C2-5A90B16D28E2}"/>
              </a:ext>
            </a:extLst>
          </p:cNvPr>
          <p:cNvSpPr/>
          <p:nvPr/>
        </p:nvSpPr>
        <p:spPr>
          <a:xfrm>
            <a:off x="241402" y="4343400"/>
            <a:ext cx="3964838" cy="973996"/>
          </a:xfrm>
          <a:custGeom>
            <a:avLst/>
            <a:gdLst>
              <a:gd name="connsiteX0" fmla="*/ 0 w 3964838"/>
              <a:gd name="connsiteY0" fmla="*/ 0 h 973996"/>
              <a:gd name="connsiteX1" fmla="*/ 1133856 w 3964838"/>
              <a:gd name="connsiteY1" fmla="*/ 877824 h 973996"/>
              <a:gd name="connsiteX2" fmla="*/ 2794406 w 3964838"/>
              <a:gd name="connsiteY2" fmla="*/ 863193 h 973996"/>
              <a:gd name="connsiteX3" fmla="*/ 3964838 w 3964838"/>
              <a:gd name="connsiteY3" fmla="*/ 95097 h 973996"/>
              <a:gd name="connsiteX4" fmla="*/ 3964838 w 3964838"/>
              <a:gd name="connsiteY4" fmla="*/ 95097 h 973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838" h="973996">
                <a:moveTo>
                  <a:pt x="0" y="0"/>
                </a:moveTo>
                <a:cubicBezTo>
                  <a:pt x="334061" y="366979"/>
                  <a:pt x="668122" y="733959"/>
                  <a:pt x="1133856" y="877824"/>
                </a:cubicBezTo>
                <a:cubicBezTo>
                  <a:pt x="1599590" y="1021689"/>
                  <a:pt x="2322576" y="993648"/>
                  <a:pt x="2794406" y="863193"/>
                </a:cubicBezTo>
                <a:cubicBezTo>
                  <a:pt x="3266236" y="732738"/>
                  <a:pt x="3964838" y="95097"/>
                  <a:pt x="3964838" y="95097"/>
                </a:cubicBezTo>
                <a:lnTo>
                  <a:pt x="3964838" y="95097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E12136E0-046A-5825-2BC4-426C163651E6}"/>
              </a:ext>
            </a:extLst>
          </p:cNvPr>
          <p:cNvSpPr/>
          <p:nvPr/>
        </p:nvSpPr>
        <p:spPr>
          <a:xfrm>
            <a:off x="4988966" y="3004841"/>
            <a:ext cx="3416199" cy="1033149"/>
          </a:xfrm>
          <a:custGeom>
            <a:avLst/>
            <a:gdLst>
              <a:gd name="connsiteX0" fmla="*/ 0 w 3416199"/>
              <a:gd name="connsiteY0" fmla="*/ 1003889 h 1033149"/>
              <a:gd name="connsiteX1" fmla="*/ 482804 w 3416199"/>
              <a:gd name="connsiteY1" fmla="*/ 250423 h 1033149"/>
              <a:gd name="connsiteX2" fmla="*/ 1433780 w 3416199"/>
              <a:gd name="connsiteY2" fmla="*/ 1706 h 1033149"/>
              <a:gd name="connsiteX3" fmla="*/ 2296973 w 3416199"/>
              <a:gd name="connsiteY3" fmla="*/ 191901 h 1033149"/>
              <a:gd name="connsiteX4" fmla="*/ 3416199 w 3416199"/>
              <a:gd name="connsiteY4" fmla="*/ 1033149 h 103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6199" h="1033149">
                <a:moveTo>
                  <a:pt x="0" y="1003889"/>
                </a:moveTo>
                <a:cubicBezTo>
                  <a:pt x="121920" y="710671"/>
                  <a:pt x="243841" y="417454"/>
                  <a:pt x="482804" y="250423"/>
                </a:cubicBezTo>
                <a:cubicBezTo>
                  <a:pt x="721767" y="83392"/>
                  <a:pt x="1131419" y="11460"/>
                  <a:pt x="1433780" y="1706"/>
                </a:cubicBezTo>
                <a:cubicBezTo>
                  <a:pt x="1736141" y="-8048"/>
                  <a:pt x="1966570" y="19994"/>
                  <a:pt x="2296973" y="191901"/>
                </a:cubicBezTo>
                <a:cubicBezTo>
                  <a:pt x="2627376" y="363808"/>
                  <a:pt x="3021787" y="698478"/>
                  <a:pt x="3416199" y="1033149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4976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 animBg="1"/>
      <p:bldP spid="15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9484C16-543D-E82D-5565-F4C8136B46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4000" dirty="0"/>
              <a:t>Link State </a:t>
            </a:r>
            <a:r>
              <a:rPr lang="en-US" altLang="en-US" dirty="0"/>
              <a:t>R</a:t>
            </a:r>
            <a:r>
              <a:rPr lang="en-US" altLang="en-US" sz="4000" dirty="0"/>
              <a:t>outing (Dijkstra’s Algorithm)</a:t>
            </a:r>
            <a:endParaRPr lang="en-AU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7DE4EA5-E828-C10C-29D6-5277DD2D89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CD7C4-62A9-E6FC-B024-FC96833D46D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132638" y="6553200"/>
            <a:ext cx="2011362" cy="277813"/>
          </a:xfrm>
        </p:spPr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23541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Link State Routing</a:t>
            </a:r>
          </a:p>
        </p:txBody>
      </p:sp>
      <p:sp>
        <p:nvSpPr>
          <p:cNvPr id="928770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2800" dirty="0"/>
              <a:t>Each router has </a:t>
            </a:r>
            <a:r>
              <a:rPr lang="en-US" altLang="en-US" sz="2800" dirty="0">
                <a:solidFill>
                  <a:schemeClr val="accent2"/>
                </a:solidFill>
              </a:rPr>
              <a:t>the complete network picture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/>
              <a:t>Topology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/>
              <a:t>Link costs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2800" dirty="0"/>
              <a:t>How does each router get the global state?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sz="2400" dirty="0"/>
              <a:t>Discover its neighbours and learn their network addresses.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sz="2400" dirty="0"/>
              <a:t>Set the distance or cost metric to each of its neighbours.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sz="2400" dirty="0"/>
              <a:t>Construct a packet telling all it has just learned.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sz="2400" dirty="0"/>
              <a:t>Send this packet to and receive packets from all other routers.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US" alt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694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Link State Routing: Control Traffic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dirty="0"/>
              <a:t>Each router reliably </a:t>
            </a:r>
            <a:r>
              <a:rPr lang="en-GB" altLang="en-US" dirty="0">
                <a:solidFill>
                  <a:schemeClr val="accent2"/>
                </a:solidFill>
              </a:rPr>
              <a:t>floods</a:t>
            </a:r>
            <a:r>
              <a:rPr lang="en-GB" altLang="en-US" dirty="0"/>
              <a:t> information about its neighbours to every other router</a:t>
            </a:r>
            <a:endParaRPr lang="en-US" altLang="en-US" dirty="0"/>
          </a:p>
        </p:txBody>
      </p:sp>
      <p:grpSp>
        <p:nvGrpSpPr>
          <p:cNvPr id="35845" name="Group 4"/>
          <p:cNvGrpSpPr>
            <a:grpSpLocks/>
          </p:cNvGrpSpPr>
          <p:nvPr/>
        </p:nvGrpSpPr>
        <p:grpSpPr bwMode="auto">
          <a:xfrm>
            <a:off x="633412" y="2438400"/>
            <a:ext cx="7824788" cy="3886200"/>
            <a:chOff x="192" y="1536"/>
            <a:chExt cx="4929" cy="2448"/>
          </a:xfrm>
        </p:grpSpPr>
        <p:sp>
          <p:nvSpPr>
            <p:cNvPr id="35858" name="Freeform 5"/>
            <p:cNvSpPr>
              <a:spLocks noEditPoints="1"/>
            </p:cNvSpPr>
            <p:nvPr/>
          </p:nvSpPr>
          <p:spPr bwMode="auto">
            <a:xfrm>
              <a:off x="854" y="2385"/>
              <a:ext cx="1500" cy="22"/>
            </a:xfrm>
            <a:custGeom>
              <a:avLst/>
              <a:gdLst>
                <a:gd name="T0" fmla="*/ 1500 w 1500"/>
                <a:gd name="T1" fmla="*/ 10 h 22"/>
                <a:gd name="T2" fmla="*/ 1498 w 1500"/>
                <a:gd name="T3" fmla="*/ 2 h 22"/>
                <a:gd name="T4" fmla="*/ 1490 w 1500"/>
                <a:gd name="T5" fmla="*/ 0 h 22"/>
                <a:gd name="T6" fmla="*/ 1482 w 1500"/>
                <a:gd name="T7" fmla="*/ 2 h 22"/>
                <a:gd name="T8" fmla="*/ 1478 w 1500"/>
                <a:gd name="T9" fmla="*/ 10 h 22"/>
                <a:gd name="T10" fmla="*/ 1482 w 1500"/>
                <a:gd name="T11" fmla="*/ 18 h 22"/>
                <a:gd name="T12" fmla="*/ 1490 w 1500"/>
                <a:gd name="T13" fmla="*/ 22 h 22"/>
                <a:gd name="T14" fmla="*/ 1498 w 1500"/>
                <a:gd name="T15" fmla="*/ 18 h 22"/>
                <a:gd name="T16" fmla="*/ 1500 w 1500"/>
                <a:gd name="T17" fmla="*/ 10 h 22"/>
                <a:gd name="T18" fmla="*/ 0 w 1500"/>
                <a:gd name="T19" fmla="*/ 10 h 22"/>
                <a:gd name="T20" fmla="*/ 2 w 1500"/>
                <a:gd name="T21" fmla="*/ 18 h 22"/>
                <a:gd name="T22" fmla="*/ 10 w 1500"/>
                <a:gd name="T23" fmla="*/ 22 h 22"/>
                <a:gd name="T24" fmla="*/ 18 w 1500"/>
                <a:gd name="T25" fmla="*/ 18 h 22"/>
                <a:gd name="T26" fmla="*/ 21 w 1500"/>
                <a:gd name="T27" fmla="*/ 10 h 22"/>
                <a:gd name="T28" fmla="*/ 18 w 1500"/>
                <a:gd name="T29" fmla="*/ 2 h 22"/>
                <a:gd name="T30" fmla="*/ 10 w 1500"/>
                <a:gd name="T31" fmla="*/ 0 h 22"/>
                <a:gd name="T32" fmla="*/ 2 w 1500"/>
                <a:gd name="T33" fmla="*/ 2 h 22"/>
                <a:gd name="T34" fmla="*/ 0 w 1500"/>
                <a:gd name="T35" fmla="*/ 10 h 2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00"/>
                <a:gd name="T55" fmla="*/ 0 h 22"/>
                <a:gd name="T56" fmla="*/ 1500 w 1500"/>
                <a:gd name="T57" fmla="*/ 22 h 2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00" h="22">
                  <a:moveTo>
                    <a:pt x="1500" y="10"/>
                  </a:moveTo>
                  <a:lnTo>
                    <a:pt x="1498" y="2"/>
                  </a:lnTo>
                  <a:lnTo>
                    <a:pt x="1490" y="0"/>
                  </a:lnTo>
                  <a:lnTo>
                    <a:pt x="1482" y="2"/>
                  </a:lnTo>
                  <a:lnTo>
                    <a:pt x="1478" y="10"/>
                  </a:lnTo>
                  <a:lnTo>
                    <a:pt x="1482" y="18"/>
                  </a:lnTo>
                  <a:lnTo>
                    <a:pt x="1490" y="22"/>
                  </a:lnTo>
                  <a:lnTo>
                    <a:pt x="1498" y="18"/>
                  </a:lnTo>
                  <a:lnTo>
                    <a:pt x="1500" y="10"/>
                  </a:lnTo>
                  <a:close/>
                  <a:moveTo>
                    <a:pt x="0" y="10"/>
                  </a:moveTo>
                  <a:lnTo>
                    <a:pt x="2" y="18"/>
                  </a:lnTo>
                  <a:lnTo>
                    <a:pt x="10" y="22"/>
                  </a:lnTo>
                  <a:lnTo>
                    <a:pt x="18" y="18"/>
                  </a:lnTo>
                  <a:lnTo>
                    <a:pt x="21" y="10"/>
                  </a:lnTo>
                  <a:lnTo>
                    <a:pt x="18" y="2"/>
                  </a:lnTo>
                  <a:lnTo>
                    <a:pt x="10" y="0"/>
                  </a:lnTo>
                  <a:lnTo>
                    <a:pt x="2" y="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5859" name="Line 6"/>
            <p:cNvSpPr>
              <a:spLocks noChangeShapeType="1"/>
            </p:cNvSpPr>
            <p:nvPr/>
          </p:nvSpPr>
          <p:spPr bwMode="auto">
            <a:xfrm flipH="1">
              <a:off x="875" y="2395"/>
              <a:ext cx="1457" cy="1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5860" name="Freeform 7"/>
            <p:cNvSpPr>
              <a:spLocks noEditPoints="1"/>
            </p:cNvSpPr>
            <p:nvPr/>
          </p:nvSpPr>
          <p:spPr bwMode="auto">
            <a:xfrm>
              <a:off x="854" y="3034"/>
              <a:ext cx="1500" cy="403"/>
            </a:xfrm>
            <a:custGeom>
              <a:avLst/>
              <a:gdLst>
                <a:gd name="T0" fmla="*/ 0 w 1500"/>
                <a:gd name="T1" fmla="*/ 395 h 403"/>
                <a:gd name="T2" fmla="*/ 4 w 1500"/>
                <a:gd name="T3" fmla="*/ 403 h 403"/>
                <a:gd name="T4" fmla="*/ 14 w 1500"/>
                <a:gd name="T5" fmla="*/ 403 h 403"/>
                <a:gd name="T6" fmla="*/ 20 w 1500"/>
                <a:gd name="T7" fmla="*/ 399 h 403"/>
                <a:gd name="T8" fmla="*/ 21 w 1500"/>
                <a:gd name="T9" fmla="*/ 391 h 403"/>
                <a:gd name="T10" fmla="*/ 16 w 1500"/>
                <a:gd name="T11" fmla="*/ 383 h 403"/>
                <a:gd name="T12" fmla="*/ 8 w 1500"/>
                <a:gd name="T13" fmla="*/ 381 h 403"/>
                <a:gd name="T14" fmla="*/ 0 w 1500"/>
                <a:gd name="T15" fmla="*/ 387 h 403"/>
                <a:gd name="T16" fmla="*/ 0 w 1500"/>
                <a:gd name="T17" fmla="*/ 395 h 403"/>
                <a:gd name="T18" fmla="*/ 1500 w 1500"/>
                <a:gd name="T19" fmla="*/ 8 h 403"/>
                <a:gd name="T20" fmla="*/ 1496 w 1500"/>
                <a:gd name="T21" fmla="*/ 2 h 403"/>
                <a:gd name="T22" fmla="*/ 1486 w 1500"/>
                <a:gd name="T23" fmla="*/ 0 h 403"/>
                <a:gd name="T24" fmla="*/ 1480 w 1500"/>
                <a:gd name="T25" fmla="*/ 6 h 403"/>
                <a:gd name="T26" fmla="*/ 1478 w 1500"/>
                <a:gd name="T27" fmla="*/ 14 h 403"/>
                <a:gd name="T28" fmla="*/ 1484 w 1500"/>
                <a:gd name="T29" fmla="*/ 22 h 403"/>
                <a:gd name="T30" fmla="*/ 1492 w 1500"/>
                <a:gd name="T31" fmla="*/ 22 h 403"/>
                <a:gd name="T32" fmla="*/ 1500 w 1500"/>
                <a:gd name="T33" fmla="*/ 18 h 403"/>
                <a:gd name="T34" fmla="*/ 1500 w 1500"/>
                <a:gd name="T35" fmla="*/ 8 h 40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00"/>
                <a:gd name="T55" fmla="*/ 0 h 403"/>
                <a:gd name="T56" fmla="*/ 1500 w 1500"/>
                <a:gd name="T57" fmla="*/ 403 h 40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00" h="403">
                  <a:moveTo>
                    <a:pt x="0" y="395"/>
                  </a:moveTo>
                  <a:lnTo>
                    <a:pt x="4" y="403"/>
                  </a:lnTo>
                  <a:lnTo>
                    <a:pt x="14" y="403"/>
                  </a:lnTo>
                  <a:lnTo>
                    <a:pt x="20" y="399"/>
                  </a:lnTo>
                  <a:lnTo>
                    <a:pt x="21" y="391"/>
                  </a:lnTo>
                  <a:lnTo>
                    <a:pt x="16" y="383"/>
                  </a:lnTo>
                  <a:lnTo>
                    <a:pt x="8" y="381"/>
                  </a:lnTo>
                  <a:lnTo>
                    <a:pt x="0" y="387"/>
                  </a:lnTo>
                  <a:lnTo>
                    <a:pt x="0" y="395"/>
                  </a:lnTo>
                  <a:close/>
                  <a:moveTo>
                    <a:pt x="1500" y="8"/>
                  </a:moveTo>
                  <a:lnTo>
                    <a:pt x="1496" y="2"/>
                  </a:lnTo>
                  <a:lnTo>
                    <a:pt x="1486" y="0"/>
                  </a:lnTo>
                  <a:lnTo>
                    <a:pt x="1480" y="6"/>
                  </a:lnTo>
                  <a:lnTo>
                    <a:pt x="1478" y="14"/>
                  </a:lnTo>
                  <a:lnTo>
                    <a:pt x="1484" y="22"/>
                  </a:lnTo>
                  <a:lnTo>
                    <a:pt x="1492" y="22"/>
                  </a:lnTo>
                  <a:lnTo>
                    <a:pt x="1500" y="18"/>
                  </a:lnTo>
                  <a:lnTo>
                    <a:pt x="1500" y="8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5861" name="Line 8"/>
            <p:cNvSpPr>
              <a:spLocks noChangeShapeType="1"/>
            </p:cNvSpPr>
            <p:nvPr/>
          </p:nvSpPr>
          <p:spPr bwMode="auto">
            <a:xfrm flipV="1">
              <a:off x="875" y="3048"/>
              <a:ext cx="1457" cy="377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5862" name="Freeform 9"/>
            <p:cNvSpPr>
              <a:spLocks noEditPoints="1"/>
            </p:cNvSpPr>
            <p:nvPr/>
          </p:nvSpPr>
          <p:spPr bwMode="auto">
            <a:xfrm>
              <a:off x="854" y="3415"/>
              <a:ext cx="1500" cy="381"/>
            </a:xfrm>
            <a:custGeom>
              <a:avLst/>
              <a:gdLst>
                <a:gd name="T0" fmla="*/ 0 w 1500"/>
                <a:gd name="T1" fmla="*/ 10 h 381"/>
                <a:gd name="T2" fmla="*/ 2 w 1500"/>
                <a:gd name="T3" fmla="*/ 18 h 381"/>
                <a:gd name="T4" fmla="*/ 8 w 1500"/>
                <a:gd name="T5" fmla="*/ 22 h 381"/>
                <a:gd name="T6" fmla="*/ 16 w 1500"/>
                <a:gd name="T7" fmla="*/ 22 h 381"/>
                <a:gd name="T8" fmla="*/ 21 w 1500"/>
                <a:gd name="T9" fmla="*/ 14 h 381"/>
                <a:gd name="T10" fmla="*/ 20 w 1500"/>
                <a:gd name="T11" fmla="*/ 6 h 381"/>
                <a:gd name="T12" fmla="*/ 14 w 1500"/>
                <a:gd name="T13" fmla="*/ 0 h 381"/>
                <a:gd name="T14" fmla="*/ 4 w 1500"/>
                <a:gd name="T15" fmla="*/ 2 h 381"/>
                <a:gd name="T16" fmla="*/ 0 w 1500"/>
                <a:gd name="T17" fmla="*/ 10 h 381"/>
                <a:gd name="T18" fmla="*/ 1500 w 1500"/>
                <a:gd name="T19" fmla="*/ 373 h 381"/>
                <a:gd name="T20" fmla="*/ 1500 w 1500"/>
                <a:gd name="T21" fmla="*/ 365 h 381"/>
                <a:gd name="T22" fmla="*/ 1492 w 1500"/>
                <a:gd name="T23" fmla="*/ 359 h 381"/>
                <a:gd name="T24" fmla="*/ 1484 w 1500"/>
                <a:gd name="T25" fmla="*/ 361 h 381"/>
                <a:gd name="T26" fmla="*/ 1478 w 1500"/>
                <a:gd name="T27" fmla="*/ 369 h 381"/>
                <a:gd name="T28" fmla="*/ 1480 w 1500"/>
                <a:gd name="T29" fmla="*/ 377 h 381"/>
                <a:gd name="T30" fmla="*/ 1486 w 1500"/>
                <a:gd name="T31" fmla="*/ 381 h 381"/>
                <a:gd name="T32" fmla="*/ 1496 w 1500"/>
                <a:gd name="T33" fmla="*/ 381 h 381"/>
                <a:gd name="T34" fmla="*/ 1500 w 1500"/>
                <a:gd name="T35" fmla="*/ 373 h 38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00"/>
                <a:gd name="T55" fmla="*/ 0 h 381"/>
                <a:gd name="T56" fmla="*/ 1500 w 1500"/>
                <a:gd name="T57" fmla="*/ 381 h 38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00" h="381">
                  <a:moveTo>
                    <a:pt x="0" y="10"/>
                  </a:moveTo>
                  <a:lnTo>
                    <a:pt x="2" y="18"/>
                  </a:lnTo>
                  <a:lnTo>
                    <a:pt x="8" y="22"/>
                  </a:lnTo>
                  <a:lnTo>
                    <a:pt x="16" y="22"/>
                  </a:lnTo>
                  <a:lnTo>
                    <a:pt x="21" y="14"/>
                  </a:lnTo>
                  <a:lnTo>
                    <a:pt x="20" y="6"/>
                  </a:lnTo>
                  <a:lnTo>
                    <a:pt x="14" y="0"/>
                  </a:lnTo>
                  <a:lnTo>
                    <a:pt x="4" y="2"/>
                  </a:lnTo>
                  <a:lnTo>
                    <a:pt x="0" y="10"/>
                  </a:lnTo>
                  <a:close/>
                  <a:moveTo>
                    <a:pt x="1500" y="373"/>
                  </a:moveTo>
                  <a:lnTo>
                    <a:pt x="1500" y="365"/>
                  </a:lnTo>
                  <a:lnTo>
                    <a:pt x="1492" y="359"/>
                  </a:lnTo>
                  <a:lnTo>
                    <a:pt x="1484" y="361"/>
                  </a:lnTo>
                  <a:lnTo>
                    <a:pt x="1478" y="369"/>
                  </a:lnTo>
                  <a:lnTo>
                    <a:pt x="1480" y="377"/>
                  </a:lnTo>
                  <a:lnTo>
                    <a:pt x="1486" y="381"/>
                  </a:lnTo>
                  <a:lnTo>
                    <a:pt x="1496" y="381"/>
                  </a:lnTo>
                  <a:lnTo>
                    <a:pt x="1500" y="373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5863" name="Line 10"/>
            <p:cNvSpPr>
              <a:spLocks noChangeShapeType="1"/>
            </p:cNvSpPr>
            <p:nvPr/>
          </p:nvSpPr>
          <p:spPr bwMode="auto">
            <a:xfrm>
              <a:off x="875" y="3429"/>
              <a:ext cx="1457" cy="355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5864" name="Freeform 11"/>
            <p:cNvSpPr>
              <a:spLocks noEditPoints="1"/>
            </p:cNvSpPr>
            <p:nvPr/>
          </p:nvSpPr>
          <p:spPr bwMode="auto">
            <a:xfrm>
              <a:off x="2332" y="2385"/>
              <a:ext cx="1660" cy="291"/>
            </a:xfrm>
            <a:custGeom>
              <a:avLst/>
              <a:gdLst>
                <a:gd name="T0" fmla="*/ 0 w 1660"/>
                <a:gd name="T1" fmla="*/ 10 h 291"/>
                <a:gd name="T2" fmla="*/ 2 w 1660"/>
                <a:gd name="T3" fmla="*/ 18 h 291"/>
                <a:gd name="T4" fmla="*/ 10 w 1660"/>
                <a:gd name="T5" fmla="*/ 22 h 291"/>
                <a:gd name="T6" fmla="*/ 18 w 1660"/>
                <a:gd name="T7" fmla="*/ 20 h 291"/>
                <a:gd name="T8" fmla="*/ 22 w 1660"/>
                <a:gd name="T9" fmla="*/ 12 h 291"/>
                <a:gd name="T10" fmla="*/ 20 w 1660"/>
                <a:gd name="T11" fmla="*/ 4 h 291"/>
                <a:gd name="T12" fmla="*/ 14 w 1660"/>
                <a:gd name="T13" fmla="*/ 0 h 291"/>
                <a:gd name="T14" fmla="*/ 6 w 1660"/>
                <a:gd name="T15" fmla="*/ 2 h 291"/>
                <a:gd name="T16" fmla="*/ 0 w 1660"/>
                <a:gd name="T17" fmla="*/ 10 h 291"/>
                <a:gd name="T18" fmla="*/ 1660 w 1660"/>
                <a:gd name="T19" fmla="*/ 281 h 291"/>
                <a:gd name="T20" fmla="*/ 1658 w 1660"/>
                <a:gd name="T21" fmla="*/ 273 h 291"/>
                <a:gd name="T22" fmla="*/ 1650 w 1660"/>
                <a:gd name="T23" fmla="*/ 269 h 291"/>
                <a:gd name="T24" fmla="*/ 1642 w 1660"/>
                <a:gd name="T25" fmla="*/ 271 h 291"/>
                <a:gd name="T26" fmla="*/ 1638 w 1660"/>
                <a:gd name="T27" fmla="*/ 279 h 291"/>
                <a:gd name="T28" fmla="*/ 1638 w 1660"/>
                <a:gd name="T29" fmla="*/ 287 h 291"/>
                <a:gd name="T30" fmla="*/ 1646 w 1660"/>
                <a:gd name="T31" fmla="*/ 291 h 291"/>
                <a:gd name="T32" fmla="*/ 1654 w 1660"/>
                <a:gd name="T33" fmla="*/ 289 h 291"/>
                <a:gd name="T34" fmla="*/ 1660 w 1660"/>
                <a:gd name="T35" fmla="*/ 281 h 29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660"/>
                <a:gd name="T55" fmla="*/ 0 h 291"/>
                <a:gd name="T56" fmla="*/ 1660 w 1660"/>
                <a:gd name="T57" fmla="*/ 291 h 29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660" h="291">
                  <a:moveTo>
                    <a:pt x="0" y="10"/>
                  </a:moveTo>
                  <a:lnTo>
                    <a:pt x="2" y="18"/>
                  </a:lnTo>
                  <a:lnTo>
                    <a:pt x="10" y="22"/>
                  </a:lnTo>
                  <a:lnTo>
                    <a:pt x="18" y="20"/>
                  </a:lnTo>
                  <a:lnTo>
                    <a:pt x="22" y="12"/>
                  </a:lnTo>
                  <a:lnTo>
                    <a:pt x="20" y="4"/>
                  </a:lnTo>
                  <a:lnTo>
                    <a:pt x="14" y="0"/>
                  </a:lnTo>
                  <a:lnTo>
                    <a:pt x="6" y="2"/>
                  </a:lnTo>
                  <a:lnTo>
                    <a:pt x="0" y="10"/>
                  </a:lnTo>
                  <a:close/>
                  <a:moveTo>
                    <a:pt x="1660" y="281"/>
                  </a:moveTo>
                  <a:lnTo>
                    <a:pt x="1658" y="273"/>
                  </a:lnTo>
                  <a:lnTo>
                    <a:pt x="1650" y="269"/>
                  </a:lnTo>
                  <a:lnTo>
                    <a:pt x="1642" y="271"/>
                  </a:lnTo>
                  <a:lnTo>
                    <a:pt x="1638" y="279"/>
                  </a:lnTo>
                  <a:lnTo>
                    <a:pt x="1638" y="287"/>
                  </a:lnTo>
                  <a:lnTo>
                    <a:pt x="1646" y="291"/>
                  </a:lnTo>
                  <a:lnTo>
                    <a:pt x="1654" y="289"/>
                  </a:lnTo>
                  <a:lnTo>
                    <a:pt x="1660" y="281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5865" name="Line 12"/>
            <p:cNvSpPr>
              <a:spLocks noChangeShapeType="1"/>
            </p:cNvSpPr>
            <p:nvPr/>
          </p:nvSpPr>
          <p:spPr bwMode="auto">
            <a:xfrm>
              <a:off x="2354" y="2397"/>
              <a:ext cx="1616" cy="267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5866" name="Freeform 13"/>
            <p:cNvSpPr>
              <a:spLocks noEditPoints="1"/>
            </p:cNvSpPr>
            <p:nvPr/>
          </p:nvSpPr>
          <p:spPr bwMode="auto">
            <a:xfrm>
              <a:off x="2332" y="2654"/>
              <a:ext cx="1660" cy="402"/>
            </a:xfrm>
            <a:custGeom>
              <a:avLst/>
              <a:gdLst>
                <a:gd name="T0" fmla="*/ 1660 w 1660"/>
                <a:gd name="T1" fmla="*/ 8 h 402"/>
                <a:gd name="T2" fmla="*/ 1654 w 1660"/>
                <a:gd name="T3" fmla="*/ 2 h 402"/>
                <a:gd name="T4" fmla="*/ 1646 w 1660"/>
                <a:gd name="T5" fmla="*/ 0 h 402"/>
                <a:gd name="T6" fmla="*/ 1638 w 1660"/>
                <a:gd name="T7" fmla="*/ 4 h 402"/>
                <a:gd name="T8" fmla="*/ 1638 w 1660"/>
                <a:gd name="T9" fmla="*/ 14 h 402"/>
                <a:gd name="T10" fmla="*/ 1642 w 1660"/>
                <a:gd name="T11" fmla="*/ 20 h 402"/>
                <a:gd name="T12" fmla="*/ 1650 w 1660"/>
                <a:gd name="T13" fmla="*/ 22 h 402"/>
                <a:gd name="T14" fmla="*/ 1658 w 1660"/>
                <a:gd name="T15" fmla="*/ 16 h 402"/>
                <a:gd name="T16" fmla="*/ 1660 w 1660"/>
                <a:gd name="T17" fmla="*/ 8 h 402"/>
                <a:gd name="T18" fmla="*/ 0 w 1660"/>
                <a:gd name="T19" fmla="*/ 394 h 402"/>
                <a:gd name="T20" fmla="*/ 6 w 1660"/>
                <a:gd name="T21" fmla="*/ 400 h 402"/>
                <a:gd name="T22" fmla="*/ 14 w 1660"/>
                <a:gd name="T23" fmla="*/ 402 h 402"/>
                <a:gd name="T24" fmla="*/ 22 w 1660"/>
                <a:gd name="T25" fmla="*/ 398 h 402"/>
                <a:gd name="T26" fmla="*/ 22 w 1660"/>
                <a:gd name="T27" fmla="*/ 388 h 402"/>
                <a:gd name="T28" fmla="*/ 18 w 1660"/>
                <a:gd name="T29" fmla="*/ 382 h 402"/>
                <a:gd name="T30" fmla="*/ 10 w 1660"/>
                <a:gd name="T31" fmla="*/ 380 h 402"/>
                <a:gd name="T32" fmla="*/ 2 w 1660"/>
                <a:gd name="T33" fmla="*/ 386 h 402"/>
                <a:gd name="T34" fmla="*/ 0 w 1660"/>
                <a:gd name="T35" fmla="*/ 394 h 40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660"/>
                <a:gd name="T55" fmla="*/ 0 h 402"/>
                <a:gd name="T56" fmla="*/ 1660 w 1660"/>
                <a:gd name="T57" fmla="*/ 402 h 40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660" h="402">
                  <a:moveTo>
                    <a:pt x="1660" y="8"/>
                  </a:moveTo>
                  <a:lnTo>
                    <a:pt x="1654" y="2"/>
                  </a:lnTo>
                  <a:lnTo>
                    <a:pt x="1646" y="0"/>
                  </a:lnTo>
                  <a:lnTo>
                    <a:pt x="1638" y="4"/>
                  </a:lnTo>
                  <a:lnTo>
                    <a:pt x="1638" y="14"/>
                  </a:lnTo>
                  <a:lnTo>
                    <a:pt x="1642" y="20"/>
                  </a:lnTo>
                  <a:lnTo>
                    <a:pt x="1650" y="22"/>
                  </a:lnTo>
                  <a:lnTo>
                    <a:pt x="1658" y="16"/>
                  </a:lnTo>
                  <a:lnTo>
                    <a:pt x="1660" y="8"/>
                  </a:lnTo>
                  <a:close/>
                  <a:moveTo>
                    <a:pt x="0" y="394"/>
                  </a:moveTo>
                  <a:lnTo>
                    <a:pt x="6" y="400"/>
                  </a:lnTo>
                  <a:lnTo>
                    <a:pt x="14" y="402"/>
                  </a:lnTo>
                  <a:lnTo>
                    <a:pt x="22" y="398"/>
                  </a:lnTo>
                  <a:lnTo>
                    <a:pt x="22" y="388"/>
                  </a:lnTo>
                  <a:lnTo>
                    <a:pt x="18" y="382"/>
                  </a:lnTo>
                  <a:lnTo>
                    <a:pt x="10" y="380"/>
                  </a:lnTo>
                  <a:lnTo>
                    <a:pt x="2" y="386"/>
                  </a:lnTo>
                  <a:lnTo>
                    <a:pt x="0" y="394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5867" name="Line 14"/>
            <p:cNvSpPr>
              <a:spLocks noChangeShapeType="1"/>
            </p:cNvSpPr>
            <p:nvPr/>
          </p:nvSpPr>
          <p:spPr bwMode="auto">
            <a:xfrm flipH="1">
              <a:off x="2354" y="2668"/>
              <a:ext cx="1616" cy="374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5868" name="Freeform 15"/>
            <p:cNvSpPr>
              <a:spLocks noEditPoints="1"/>
            </p:cNvSpPr>
            <p:nvPr/>
          </p:nvSpPr>
          <p:spPr bwMode="auto">
            <a:xfrm>
              <a:off x="2332" y="3774"/>
              <a:ext cx="1481" cy="24"/>
            </a:xfrm>
            <a:custGeom>
              <a:avLst/>
              <a:gdLst>
                <a:gd name="T0" fmla="*/ 0 w 1481"/>
                <a:gd name="T1" fmla="*/ 12 h 24"/>
                <a:gd name="T2" fmla="*/ 4 w 1481"/>
                <a:gd name="T3" fmla="*/ 20 h 24"/>
                <a:gd name="T4" fmla="*/ 12 w 1481"/>
                <a:gd name="T5" fmla="*/ 24 h 24"/>
                <a:gd name="T6" fmla="*/ 20 w 1481"/>
                <a:gd name="T7" fmla="*/ 20 h 24"/>
                <a:gd name="T8" fmla="*/ 22 w 1481"/>
                <a:gd name="T9" fmla="*/ 12 h 24"/>
                <a:gd name="T10" fmla="*/ 20 w 1481"/>
                <a:gd name="T11" fmla="*/ 4 h 24"/>
                <a:gd name="T12" fmla="*/ 12 w 1481"/>
                <a:gd name="T13" fmla="*/ 0 h 24"/>
                <a:gd name="T14" fmla="*/ 4 w 1481"/>
                <a:gd name="T15" fmla="*/ 4 h 24"/>
                <a:gd name="T16" fmla="*/ 0 w 1481"/>
                <a:gd name="T17" fmla="*/ 12 h 24"/>
                <a:gd name="T18" fmla="*/ 1481 w 1481"/>
                <a:gd name="T19" fmla="*/ 12 h 24"/>
                <a:gd name="T20" fmla="*/ 1477 w 1481"/>
                <a:gd name="T21" fmla="*/ 4 h 24"/>
                <a:gd name="T22" fmla="*/ 1469 w 1481"/>
                <a:gd name="T23" fmla="*/ 0 h 24"/>
                <a:gd name="T24" fmla="*/ 1461 w 1481"/>
                <a:gd name="T25" fmla="*/ 4 h 24"/>
                <a:gd name="T26" fmla="*/ 1457 w 1481"/>
                <a:gd name="T27" fmla="*/ 12 h 24"/>
                <a:gd name="T28" fmla="*/ 1461 w 1481"/>
                <a:gd name="T29" fmla="*/ 20 h 24"/>
                <a:gd name="T30" fmla="*/ 1469 w 1481"/>
                <a:gd name="T31" fmla="*/ 24 h 24"/>
                <a:gd name="T32" fmla="*/ 1477 w 1481"/>
                <a:gd name="T33" fmla="*/ 20 h 24"/>
                <a:gd name="T34" fmla="*/ 1481 w 1481"/>
                <a:gd name="T35" fmla="*/ 12 h 2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81"/>
                <a:gd name="T55" fmla="*/ 0 h 24"/>
                <a:gd name="T56" fmla="*/ 1481 w 1481"/>
                <a:gd name="T57" fmla="*/ 24 h 2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81" h="24">
                  <a:moveTo>
                    <a:pt x="0" y="12"/>
                  </a:moveTo>
                  <a:lnTo>
                    <a:pt x="4" y="20"/>
                  </a:lnTo>
                  <a:lnTo>
                    <a:pt x="12" y="24"/>
                  </a:lnTo>
                  <a:lnTo>
                    <a:pt x="20" y="20"/>
                  </a:lnTo>
                  <a:lnTo>
                    <a:pt x="22" y="12"/>
                  </a:lnTo>
                  <a:lnTo>
                    <a:pt x="20" y="4"/>
                  </a:lnTo>
                  <a:lnTo>
                    <a:pt x="12" y="0"/>
                  </a:lnTo>
                  <a:lnTo>
                    <a:pt x="4" y="4"/>
                  </a:lnTo>
                  <a:lnTo>
                    <a:pt x="0" y="12"/>
                  </a:lnTo>
                  <a:close/>
                  <a:moveTo>
                    <a:pt x="1481" y="12"/>
                  </a:moveTo>
                  <a:lnTo>
                    <a:pt x="1477" y="4"/>
                  </a:lnTo>
                  <a:lnTo>
                    <a:pt x="1469" y="0"/>
                  </a:lnTo>
                  <a:lnTo>
                    <a:pt x="1461" y="4"/>
                  </a:lnTo>
                  <a:lnTo>
                    <a:pt x="1457" y="12"/>
                  </a:lnTo>
                  <a:lnTo>
                    <a:pt x="1461" y="20"/>
                  </a:lnTo>
                  <a:lnTo>
                    <a:pt x="1469" y="24"/>
                  </a:lnTo>
                  <a:lnTo>
                    <a:pt x="1477" y="20"/>
                  </a:lnTo>
                  <a:lnTo>
                    <a:pt x="1481" y="12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5869" name="Line 16"/>
            <p:cNvSpPr>
              <a:spLocks noChangeShapeType="1"/>
            </p:cNvSpPr>
            <p:nvPr/>
          </p:nvSpPr>
          <p:spPr bwMode="auto">
            <a:xfrm>
              <a:off x="2354" y="3786"/>
              <a:ext cx="1435" cy="1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5870" name="Line 17"/>
            <p:cNvSpPr>
              <a:spLocks noChangeShapeType="1"/>
            </p:cNvSpPr>
            <p:nvPr/>
          </p:nvSpPr>
          <p:spPr bwMode="auto">
            <a:xfrm flipH="1" flipV="1">
              <a:off x="3801" y="3786"/>
              <a:ext cx="785" cy="14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5871" name="Line 18"/>
            <p:cNvSpPr>
              <a:spLocks noChangeShapeType="1"/>
            </p:cNvSpPr>
            <p:nvPr/>
          </p:nvSpPr>
          <p:spPr bwMode="auto">
            <a:xfrm>
              <a:off x="2344" y="1856"/>
              <a:ext cx="1" cy="539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5872" name="Line 19"/>
            <p:cNvSpPr>
              <a:spLocks noChangeShapeType="1"/>
            </p:cNvSpPr>
            <p:nvPr/>
          </p:nvSpPr>
          <p:spPr bwMode="auto">
            <a:xfrm flipV="1">
              <a:off x="192" y="3427"/>
              <a:ext cx="672" cy="373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5873" name="Line 20"/>
            <p:cNvSpPr>
              <a:spLocks noChangeShapeType="1"/>
            </p:cNvSpPr>
            <p:nvPr/>
          </p:nvSpPr>
          <p:spPr bwMode="auto">
            <a:xfrm flipH="1">
              <a:off x="3980" y="2171"/>
              <a:ext cx="516" cy="493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5874" name="Rectangle 21"/>
            <p:cNvSpPr>
              <a:spLocks noChangeArrowheads="1"/>
            </p:cNvSpPr>
            <p:nvPr/>
          </p:nvSpPr>
          <p:spPr bwMode="auto">
            <a:xfrm>
              <a:off x="1167" y="2304"/>
              <a:ext cx="192" cy="288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5875" name="Rectangle 22"/>
            <p:cNvSpPr>
              <a:spLocks noChangeArrowheads="1"/>
            </p:cNvSpPr>
            <p:nvPr/>
          </p:nvSpPr>
          <p:spPr bwMode="auto">
            <a:xfrm>
              <a:off x="1119" y="3360"/>
              <a:ext cx="192" cy="288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5876" name="Rectangle 23"/>
            <p:cNvSpPr>
              <a:spLocks noChangeArrowheads="1"/>
            </p:cNvSpPr>
            <p:nvPr/>
          </p:nvSpPr>
          <p:spPr bwMode="auto">
            <a:xfrm>
              <a:off x="2511" y="2256"/>
              <a:ext cx="192" cy="288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5877" name="Rectangle 24"/>
            <p:cNvSpPr>
              <a:spLocks noChangeArrowheads="1"/>
            </p:cNvSpPr>
            <p:nvPr/>
          </p:nvSpPr>
          <p:spPr bwMode="auto">
            <a:xfrm>
              <a:off x="2511" y="2880"/>
              <a:ext cx="192" cy="288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5878" name="Rectangle 25"/>
            <p:cNvSpPr>
              <a:spLocks noChangeArrowheads="1"/>
            </p:cNvSpPr>
            <p:nvPr/>
          </p:nvSpPr>
          <p:spPr bwMode="auto">
            <a:xfrm>
              <a:off x="2511" y="3696"/>
              <a:ext cx="192" cy="288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5879" name="Rectangle 26"/>
            <p:cNvSpPr>
              <a:spLocks noChangeArrowheads="1"/>
            </p:cNvSpPr>
            <p:nvPr/>
          </p:nvSpPr>
          <p:spPr bwMode="auto">
            <a:xfrm>
              <a:off x="4143" y="2544"/>
              <a:ext cx="192" cy="288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5880" name="Rectangle 27"/>
            <p:cNvSpPr>
              <a:spLocks noChangeArrowheads="1"/>
            </p:cNvSpPr>
            <p:nvPr/>
          </p:nvSpPr>
          <p:spPr bwMode="auto">
            <a:xfrm>
              <a:off x="3951" y="3648"/>
              <a:ext cx="192" cy="288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35881" name="Group 28"/>
            <p:cNvGrpSpPr>
              <a:grpSpLocks/>
            </p:cNvGrpSpPr>
            <p:nvPr/>
          </p:nvGrpSpPr>
          <p:grpSpPr bwMode="auto">
            <a:xfrm>
              <a:off x="399" y="2016"/>
              <a:ext cx="286" cy="288"/>
              <a:chOff x="712" y="2330"/>
              <a:chExt cx="286" cy="288"/>
            </a:xfrm>
          </p:grpSpPr>
          <p:sp>
            <p:nvSpPr>
              <p:cNvPr id="35960" name="Freeform 29"/>
              <p:cNvSpPr>
                <a:spLocks/>
              </p:cNvSpPr>
              <p:nvPr/>
            </p:nvSpPr>
            <p:spPr bwMode="auto">
              <a:xfrm>
                <a:off x="712" y="2330"/>
                <a:ext cx="286" cy="288"/>
              </a:xfrm>
              <a:custGeom>
                <a:avLst/>
                <a:gdLst>
                  <a:gd name="T0" fmla="*/ 126 w 572"/>
                  <a:gd name="T1" fmla="*/ 377 h 577"/>
                  <a:gd name="T2" fmla="*/ 0 w 572"/>
                  <a:gd name="T3" fmla="*/ 377 h 577"/>
                  <a:gd name="T4" fmla="*/ 0 w 572"/>
                  <a:gd name="T5" fmla="*/ 577 h 577"/>
                  <a:gd name="T6" fmla="*/ 572 w 572"/>
                  <a:gd name="T7" fmla="*/ 577 h 577"/>
                  <a:gd name="T8" fmla="*/ 572 w 572"/>
                  <a:gd name="T9" fmla="*/ 377 h 577"/>
                  <a:gd name="T10" fmla="*/ 446 w 572"/>
                  <a:gd name="T11" fmla="*/ 377 h 577"/>
                  <a:gd name="T12" fmla="*/ 446 w 572"/>
                  <a:gd name="T13" fmla="*/ 350 h 577"/>
                  <a:gd name="T14" fmla="*/ 500 w 572"/>
                  <a:gd name="T15" fmla="*/ 350 h 577"/>
                  <a:gd name="T16" fmla="*/ 500 w 572"/>
                  <a:gd name="T17" fmla="*/ 0 h 577"/>
                  <a:gd name="T18" fmla="*/ 71 w 572"/>
                  <a:gd name="T19" fmla="*/ 0 h 577"/>
                  <a:gd name="T20" fmla="*/ 71 w 572"/>
                  <a:gd name="T21" fmla="*/ 350 h 577"/>
                  <a:gd name="T22" fmla="*/ 126 w 572"/>
                  <a:gd name="T23" fmla="*/ 350 h 577"/>
                  <a:gd name="T24" fmla="*/ 126 w 572"/>
                  <a:gd name="T25" fmla="*/ 377 h 57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72"/>
                  <a:gd name="T40" fmla="*/ 0 h 577"/>
                  <a:gd name="T41" fmla="*/ 572 w 572"/>
                  <a:gd name="T42" fmla="*/ 577 h 57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72" h="577">
                    <a:moveTo>
                      <a:pt x="126" y="377"/>
                    </a:moveTo>
                    <a:lnTo>
                      <a:pt x="0" y="377"/>
                    </a:lnTo>
                    <a:lnTo>
                      <a:pt x="0" y="577"/>
                    </a:lnTo>
                    <a:lnTo>
                      <a:pt x="572" y="577"/>
                    </a:lnTo>
                    <a:lnTo>
                      <a:pt x="572" y="377"/>
                    </a:lnTo>
                    <a:lnTo>
                      <a:pt x="446" y="377"/>
                    </a:lnTo>
                    <a:lnTo>
                      <a:pt x="446" y="350"/>
                    </a:lnTo>
                    <a:lnTo>
                      <a:pt x="500" y="350"/>
                    </a:lnTo>
                    <a:lnTo>
                      <a:pt x="500" y="0"/>
                    </a:lnTo>
                    <a:lnTo>
                      <a:pt x="71" y="0"/>
                    </a:lnTo>
                    <a:lnTo>
                      <a:pt x="71" y="350"/>
                    </a:lnTo>
                    <a:lnTo>
                      <a:pt x="126" y="350"/>
                    </a:lnTo>
                    <a:lnTo>
                      <a:pt x="126" y="377"/>
                    </a:lnTo>
                    <a:close/>
                  </a:path>
                </a:pathLst>
              </a:custGeom>
              <a:solidFill>
                <a:srgbClr val="FFFFFF"/>
              </a:solidFill>
              <a:ln w="1111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5961" name="Line 30"/>
              <p:cNvSpPr>
                <a:spLocks noChangeShapeType="1"/>
              </p:cNvSpPr>
              <p:nvPr/>
            </p:nvSpPr>
            <p:spPr bwMode="auto">
              <a:xfrm>
                <a:off x="774" y="2518"/>
                <a:ext cx="161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62" name="Line 31"/>
              <p:cNvSpPr>
                <a:spLocks noChangeShapeType="1"/>
              </p:cNvSpPr>
              <p:nvPr/>
            </p:nvSpPr>
            <p:spPr bwMode="auto">
              <a:xfrm>
                <a:off x="774" y="2505"/>
                <a:ext cx="161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63" name="Freeform 32"/>
              <p:cNvSpPr>
                <a:spLocks noEditPoints="1"/>
              </p:cNvSpPr>
              <p:nvPr/>
            </p:nvSpPr>
            <p:spPr bwMode="auto">
              <a:xfrm>
                <a:off x="859" y="2528"/>
                <a:ext cx="116" cy="81"/>
              </a:xfrm>
              <a:custGeom>
                <a:avLst/>
                <a:gdLst>
                  <a:gd name="T0" fmla="*/ 0 w 231"/>
                  <a:gd name="T1" fmla="*/ 161 h 161"/>
                  <a:gd name="T2" fmla="*/ 187 w 231"/>
                  <a:gd name="T3" fmla="*/ 161 h 161"/>
                  <a:gd name="T4" fmla="*/ 187 w 231"/>
                  <a:gd name="T5" fmla="*/ 0 h 161"/>
                  <a:gd name="T6" fmla="*/ 0 w 231"/>
                  <a:gd name="T7" fmla="*/ 0 h 161"/>
                  <a:gd name="T8" fmla="*/ 0 w 231"/>
                  <a:gd name="T9" fmla="*/ 161 h 161"/>
                  <a:gd name="T10" fmla="*/ 204 w 231"/>
                  <a:gd name="T11" fmla="*/ 27 h 161"/>
                  <a:gd name="T12" fmla="*/ 231 w 231"/>
                  <a:gd name="T13" fmla="*/ 27 h 161"/>
                  <a:gd name="T14" fmla="*/ 231 w 231"/>
                  <a:gd name="T15" fmla="*/ 0 h 161"/>
                  <a:gd name="T16" fmla="*/ 204 w 231"/>
                  <a:gd name="T17" fmla="*/ 0 h 161"/>
                  <a:gd name="T18" fmla="*/ 204 w 231"/>
                  <a:gd name="T19" fmla="*/ 27 h 16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31"/>
                  <a:gd name="T31" fmla="*/ 0 h 161"/>
                  <a:gd name="T32" fmla="*/ 231 w 231"/>
                  <a:gd name="T33" fmla="*/ 161 h 16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31" h="161">
                    <a:moveTo>
                      <a:pt x="0" y="161"/>
                    </a:moveTo>
                    <a:lnTo>
                      <a:pt x="187" y="161"/>
                    </a:lnTo>
                    <a:lnTo>
                      <a:pt x="187" y="0"/>
                    </a:lnTo>
                    <a:lnTo>
                      <a:pt x="0" y="0"/>
                    </a:lnTo>
                    <a:lnTo>
                      <a:pt x="0" y="161"/>
                    </a:lnTo>
                    <a:close/>
                    <a:moveTo>
                      <a:pt x="204" y="27"/>
                    </a:moveTo>
                    <a:lnTo>
                      <a:pt x="231" y="27"/>
                    </a:lnTo>
                    <a:lnTo>
                      <a:pt x="231" y="0"/>
                    </a:lnTo>
                    <a:lnTo>
                      <a:pt x="204" y="0"/>
                    </a:lnTo>
                    <a:lnTo>
                      <a:pt x="204" y="27"/>
                    </a:lnTo>
                    <a:close/>
                  </a:path>
                </a:pathLst>
              </a:custGeom>
              <a:solidFill>
                <a:srgbClr val="FFFFFF"/>
              </a:solidFill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5964" name="Line 33"/>
              <p:cNvSpPr>
                <a:spLocks noChangeShapeType="1"/>
              </p:cNvSpPr>
              <p:nvPr/>
            </p:nvSpPr>
            <p:spPr bwMode="auto">
              <a:xfrm>
                <a:off x="859" y="2555"/>
                <a:ext cx="9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65" name="Line 34"/>
              <p:cNvSpPr>
                <a:spLocks noChangeShapeType="1"/>
              </p:cNvSpPr>
              <p:nvPr/>
            </p:nvSpPr>
            <p:spPr bwMode="auto">
              <a:xfrm>
                <a:off x="859" y="2582"/>
                <a:ext cx="9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66" name="Line 35"/>
              <p:cNvSpPr>
                <a:spLocks noChangeShapeType="1"/>
              </p:cNvSpPr>
              <p:nvPr/>
            </p:nvSpPr>
            <p:spPr bwMode="auto">
              <a:xfrm>
                <a:off x="863" y="2568"/>
                <a:ext cx="8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67" name="Rectangle 36"/>
              <p:cNvSpPr>
                <a:spLocks noChangeArrowheads="1"/>
              </p:cNvSpPr>
              <p:nvPr/>
            </p:nvSpPr>
            <p:spPr bwMode="auto">
              <a:xfrm>
                <a:off x="913" y="2560"/>
                <a:ext cx="26" cy="17"/>
              </a:xfrm>
              <a:prstGeom prst="rect">
                <a:avLst/>
              </a:prstGeom>
              <a:noFill/>
              <a:ln w="47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5968" name="Freeform 37"/>
              <p:cNvSpPr>
                <a:spLocks noEditPoints="1"/>
              </p:cNvSpPr>
              <p:nvPr/>
            </p:nvSpPr>
            <p:spPr bwMode="auto">
              <a:xfrm>
                <a:off x="720" y="2350"/>
                <a:ext cx="269" cy="193"/>
              </a:xfrm>
              <a:custGeom>
                <a:avLst/>
                <a:gdLst>
                  <a:gd name="T0" fmla="*/ 450 w 538"/>
                  <a:gd name="T1" fmla="*/ 277 h 387"/>
                  <a:gd name="T2" fmla="*/ 469 w 538"/>
                  <a:gd name="T3" fmla="*/ 277 h 387"/>
                  <a:gd name="T4" fmla="*/ 469 w 538"/>
                  <a:gd name="T5" fmla="*/ 269 h 387"/>
                  <a:gd name="T6" fmla="*/ 450 w 538"/>
                  <a:gd name="T7" fmla="*/ 269 h 387"/>
                  <a:gd name="T8" fmla="*/ 450 w 538"/>
                  <a:gd name="T9" fmla="*/ 277 h 387"/>
                  <a:gd name="T10" fmla="*/ 122 w 538"/>
                  <a:gd name="T11" fmla="*/ 229 h 387"/>
                  <a:gd name="T12" fmla="*/ 122 w 538"/>
                  <a:gd name="T13" fmla="*/ 27 h 387"/>
                  <a:gd name="T14" fmla="*/ 416 w 538"/>
                  <a:gd name="T15" fmla="*/ 27 h 387"/>
                  <a:gd name="T16" fmla="*/ 416 w 538"/>
                  <a:gd name="T17" fmla="*/ 229 h 387"/>
                  <a:gd name="T18" fmla="*/ 122 w 538"/>
                  <a:gd name="T19" fmla="*/ 229 h 387"/>
                  <a:gd name="T20" fmla="*/ 109 w 538"/>
                  <a:gd name="T21" fmla="*/ 243 h 387"/>
                  <a:gd name="T22" fmla="*/ 429 w 538"/>
                  <a:gd name="T23" fmla="*/ 243 h 387"/>
                  <a:gd name="T24" fmla="*/ 429 w 538"/>
                  <a:gd name="T25" fmla="*/ 14 h 387"/>
                  <a:gd name="T26" fmla="*/ 443 w 538"/>
                  <a:gd name="T27" fmla="*/ 14 h 387"/>
                  <a:gd name="T28" fmla="*/ 443 w 538"/>
                  <a:gd name="T29" fmla="*/ 0 h 387"/>
                  <a:gd name="T30" fmla="*/ 94 w 538"/>
                  <a:gd name="T31" fmla="*/ 0 h 387"/>
                  <a:gd name="T32" fmla="*/ 94 w 538"/>
                  <a:gd name="T33" fmla="*/ 256 h 387"/>
                  <a:gd name="T34" fmla="*/ 109 w 538"/>
                  <a:gd name="T35" fmla="*/ 256 h 387"/>
                  <a:gd name="T36" fmla="*/ 109 w 538"/>
                  <a:gd name="T37" fmla="*/ 243 h 387"/>
                  <a:gd name="T38" fmla="*/ 0 w 538"/>
                  <a:gd name="T39" fmla="*/ 373 h 387"/>
                  <a:gd name="T40" fmla="*/ 54 w 538"/>
                  <a:gd name="T41" fmla="*/ 373 h 387"/>
                  <a:gd name="T42" fmla="*/ 54 w 538"/>
                  <a:gd name="T43" fmla="*/ 356 h 387"/>
                  <a:gd name="T44" fmla="*/ 0 w 538"/>
                  <a:gd name="T45" fmla="*/ 356 h 387"/>
                  <a:gd name="T46" fmla="*/ 0 w 538"/>
                  <a:gd name="T47" fmla="*/ 373 h 387"/>
                  <a:gd name="T48" fmla="*/ 313 w 538"/>
                  <a:gd name="T49" fmla="*/ 387 h 387"/>
                  <a:gd name="T50" fmla="*/ 429 w 538"/>
                  <a:gd name="T51" fmla="*/ 387 h 387"/>
                  <a:gd name="T52" fmla="*/ 429 w 538"/>
                  <a:gd name="T53" fmla="*/ 379 h 387"/>
                  <a:gd name="T54" fmla="*/ 313 w 538"/>
                  <a:gd name="T55" fmla="*/ 379 h 387"/>
                  <a:gd name="T56" fmla="*/ 313 w 538"/>
                  <a:gd name="T57" fmla="*/ 387 h 387"/>
                  <a:gd name="T58" fmla="*/ 519 w 538"/>
                  <a:gd name="T59" fmla="*/ 364 h 387"/>
                  <a:gd name="T60" fmla="*/ 538 w 538"/>
                  <a:gd name="T61" fmla="*/ 364 h 387"/>
                  <a:gd name="T62" fmla="*/ 538 w 538"/>
                  <a:gd name="T63" fmla="*/ 356 h 387"/>
                  <a:gd name="T64" fmla="*/ 519 w 538"/>
                  <a:gd name="T65" fmla="*/ 356 h 387"/>
                  <a:gd name="T66" fmla="*/ 519 w 538"/>
                  <a:gd name="T67" fmla="*/ 364 h 387"/>
                  <a:gd name="T68" fmla="*/ 519 w 538"/>
                  <a:gd name="T69" fmla="*/ 383 h 387"/>
                  <a:gd name="T70" fmla="*/ 538 w 538"/>
                  <a:gd name="T71" fmla="*/ 383 h 387"/>
                  <a:gd name="T72" fmla="*/ 538 w 538"/>
                  <a:gd name="T73" fmla="*/ 373 h 387"/>
                  <a:gd name="T74" fmla="*/ 519 w 538"/>
                  <a:gd name="T75" fmla="*/ 373 h 387"/>
                  <a:gd name="T76" fmla="*/ 519 w 538"/>
                  <a:gd name="T77" fmla="*/ 383 h 387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538"/>
                  <a:gd name="T118" fmla="*/ 0 h 387"/>
                  <a:gd name="T119" fmla="*/ 538 w 538"/>
                  <a:gd name="T120" fmla="*/ 387 h 387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538" h="387">
                    <a:moveTo>
                      <a:pt x="450" y="277"/>
                    </a:moveTo>
                    <a:lnTo>
                      <a:pt x="469" y="277"/>
                    </a:lnTo>
                    <a:lnTo>
                      <a:pt x="469" y="269"/>
                    </a:lnTo>
                    <a:lnTo>
                      <a:pt x="450" y="269"/>
                    </a:lnTo>
                    <a:lnTo>
                      <a:pt x="450" y="277"/>
                    </a:lnTo>
                    <a:close/>
                    <a:moveTo>
                      <a:pt x="122" y="229"/>
                    </a:moveTo>
                    <a:lnTo>
                      <a:pt x="122" y="27"/>
                    </a:lnTo>
                    <a:lnTo>
                      <a:pt x="416" y="27"/>
                    </a:lnTo>
                    <a:lnTo>
                      <a:pt x="416" y="229"/>
                    </a:lnTo>
                    <a:lnTo>
                      <a:pt x="122" y="229"/>
                    </a:lnTo>
                    <a:close/>
                    <a:moveTo>
                      <a:pt x="109" y="243"/>
                    </a:moveTo>
                    <a:lnTo>
                      <a:pt x="429" y="243"/>
                    </a:lnTo>
                    <a:lnTo>
                      <a:pt x="429" y="14"/>
                    </a:lnTo>
                    <a:lnTo>
                      <a:pt x="443" y="14"/>
                    </a:lnTo>
                    <a:lnTo>
                      <a:pt x="443" y="0"/>
                    </a:lnTo>
                    <a:lnTo>
                      <a:pt x="94" y="0"/>
                    </a:lnTo>
                    <a:lnTo>
                      <a:pt x="94" y="256"/>
                    </a:lnTo>
                    <a:lnTo>
                      <a:pt x="109" y="256"/>
                    </a:lnTo>
                    <a:lnTo>
                      <a:pt x="109" y="243"/>
                    </a:lnTo>
                    <a:close/>
                    <a:moveTo>
                      <a:pt x="0" y="373"/>
                    </a:moveTo>
                    <a:lnTo>
                      <a:pt x="54" y="373"/>
                    </a:lnTo>
                    <a:lnTo>
                      <a:pt x="54" y="356"/>
                    </a:lnTo>
                    <a:lnTo>
                      <a:pt x="0" y="356"/>
                    </a:lnTo>
                    <a:lnTo>
                      <a:pt x="0" y="373"/>
                    </a:lnTo>
                    <a:close/>
                    <a:moveTo>
                      <a:pt x="313" y="387"/>
                    </a:moveTo>
                    <a:lnTo>
                      <a:pt x="429" y="387"/>
                    </a:lnTo>
                    <a:lnTo>
                      <a:pt x="429" y="379"/>
                    </a:lnTo>
                    <a:lnTo>
                      <a:pt x="313" y="379"/>
                    </a:lnTo>
                    <a:lnTo>
                      <a:pt x="313" y="387"/>
                    </a:lnTo>
                    <a:close/>
                    <a:moveTo>
                      <a:pt x="519" y="364"/>
                    </a:moveTo>
                    <a:lnTo>
                      <a:pt x="538" y="364"/>
                    </a:lnTo>
                    <a:lnTo>
                      <a:pt x="538" y="356"/>
                    </a:lnTo>
                    <a:lnTo>
                      <a:pt x="519" y="356"/>
                    </a:lnTo>
                    <a:lnTo>
                      <a:pt x="519" y="364"/>
                    </a:lnTo>
                    <a:close/>
                    <a:moveTo>
                      <a:pt x="519" y="383"/>
                    </a:moveTo>
                    <a:lnTo>
                      <a:pt x="538" y="383"/>
                    </a:lnTo>
                    <a:lnTo>
                      <a:pt x="538" y="373"/>
                    </a:lnTo>
                    <a:lnTo>
                      <a:pt x="519" y="373"/>
                    </a:lnTo>
                    <a:lnTo>
                      <a:pt x="519" y="383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5969" name="Line 38"/>
              <p:cNvSpPr>
                <a:spLocks noChangeShapeType="1"/>
              </p:cNvSpPr>
              <p:nvPr/>
            </p:nvSpPr>
            <p:spPr bwMode="auto">
              <a:xfrm>
                <a:off x="747" y="2495"/>
                <a:ext cx="2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70" name="Line 39"/>
              <p:cNvSpPr>
                <a:spLocks noChangeShapeType="1"/>
              </p:cNvSpPr>
              <p:nvPr/>
            </p:nvSpPr>
            <p:spPr bwMode="auto">
              <a:xfrm flipV="1">
                <a:off x="801" y="2495"/>
                <a:ext cx="1" cy="1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71" name="Line 40"/>
              <p:cNvSpPr>
                <a:spLocks noChangeShapeType="1"/>
              </p:cNvSpPr>
              <p:nvPr/>
            </p:nvSpPr>
            <p:spPr bwMode="auto">
              <a:xfrm flipV="1">
                <a:off x="855" y="2495"/>
                <a:ext cx="1" cy="1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</p:grpSp>
        <p:grpSp>
          <p:nvGrpSpPr>
            <p:cNvPr id="35882" name="Group 41"/>
            <p:cNvGrpSpPr>
              <a:grpSpLocks/>
            </p:cNvGrpSpPr>
            <p:nvPr/>
          </p:nvGrpSpPr>
          <p:grpSpPr bwMode="auto">
            <a:xfrm>
              <a:off x="447" y="3504"/>
              <a:ext cx="286" cy="288"/>
              <a:chOff x="712" y="2330"/>
              <a:chExt cx="286" cy="288"/>
            </a:xfrm>
          </p:grpSpPr>
          <p:sp>
            <p:nvSpPr>
              <p:cNvPr id="35948" name="Freeform 42"/>
              <p:cNvSpPr>
                <a:spLocks/>
              </p:cNvSpPr>
              <p:nvPr/>
            </p:nvSpPr>
            <p:spPr bwMode="auto">
              <a:xfrm>
                <a:off x="712" y="2330"/>
                <a:ext cx="286" cy="288"/>
              </a:xfrm>
              <a:custGeom>
                <a:avLst/>
                <a:gdLst>
                  <a:gd name="T0" fmla="*/ 126 w 572"/>
                  <a:gd name="T1" fmla="*/ 377 h 577"/>
                  <a:gd name="T2" fmla="*/ 0 w 572"/>
                  <a:gd name="T3" fmla="*/ 377 h 577"/>
                  <a:gd name="T4" fmla="*/ 0 w 572"/>
                  <a:gd name="T5" fmla="*/ 577 h 577"/>
                  <a:gd name="T6" fmla="*/ 572 w 572"/>
                  <a:gd name="T7" fmla="*/ 577 h 577"/>
                  <a:gd name="T8" fmla="*/ 572 w 572"/>
                  <a:gd name="T9" fmla="*/ 377 h 577"/>
                  <a:gd name="T10" fmla="*/ 446 w 572"/>
                  <a:gd name="T11" fmla="*/ 377 h 577"/>
                  <a:gd name="T12" fmla="*/ 446 w 572"/>
                  <a:gd name="T13" fmla="*/ 350 h 577"/>
                  <a:gd name="T14" fmla="*/ 500 w 572"/>
                  <a:gd name="T15" fmla="*/ 350 h 577"/>
                  <a:gd name="T16" fmla="*/ 500 w 572"/>
                  <a:gd name="T17" fmla="*/ 0 h 577"/>
                  <a:gd name="T18" fmla="*/ 71 w 572"/>
                  <a:gd name="T19" fmla="*/ 0 h 577"/>
                  <a:gd name="T20" fmla="*/ 71 w 572"/>
                  <a:gd name="T21" fmla="*/ 350 h 577"/>
                  <a:gd name="T22" fmla="*/ 126 w 572"/>
                  <a:gd name="T23" fmla="*/ 350 h 577"/>
                  <a:gd name="T24" fmla="*/ 126 w 572"/>
                  <a:gd name="T25" fmla="*/ 377 h 57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72"/>
                  <a:gd name="T40" fmla="*/ 0 h 577"/>
                  <a:gd name="T41" fmla="*/ 572 w 572"/>
                  <a:gd name="T42" fmla="*/ 577 h 57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72" h="577">
                    <a:moveTo>
                      <a:pt x="126" y="377"/>
                    </a:moveTo>
                    <a:lnTo>
                      <a:pt x="0" y="377"/>
                    </a:lnTo>
                    <a:lnTo>
                      <a:pt x="0" y="577"/>
                    </a:lnTo>
                    <a:lnTo>
                      <a:pt x="572" y="577"/>
                    </a:lnTo>
                    <a:lnTo>
                      <a:pt x="572" y="377"/>
                    </a:lnTo>
                    <a:lnTo>
                      <a:pt x="446" y="377"/>
                    </a:lnTo>
                    <a:lnTo>
                      <a:pt x="446" y="350"/>
                    </a:lnTo>
                    <a:lnTo>
                      <a:pt x="500" y="350"/>
                    </a:lnTo>
                    <a:lnTo>
                      <a:pt x="500" y="0"/>
                    </a:lnTo>
                    <a:lnTo>
                      <a:pt x="71" y="0"/>
                    </a:lnTo>
                    <a:lnTo>
                      <a:pt x="71" y="350"/>
                    </a:lnTo>
                    <a:lnTo>
                      <a:pt x="126" y="350"/>
                    </a:lnTo>
                    <a:lnTo>
                      <a:pt x="126" y="377"/>
                    </a:lnTo>
                    <a:close/>
                  </a:path>
                </a:pathLst>
              </a:custGeom>
              <a:solidFill>
                <a:srgbClr val="FFFFFF"/>
              </a:solidFill>
              <a:ln w="1111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5949" name="Line 43"/>
              <p:cNvSpPr>
                <a:spLocks noChangeShapeType="1"/>
              </p:cNvSpPr>
              <p:nvPr/>
            </p:nvSpPr>
            <p:spPr bwMode="auto">
              <a:xfrm>
                <a:off x="774" y="2518"/>
                <a:ext cx="161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50" name="Line 44"/>
              <p:cNvSpPr>
                <a:spLocks noChangeShapeType="1"/>
              </p:cNvSpPr>
              <p:nvPr/>
            </p:nvSpPr>
            <p:spPr bwMode="auto">
              <a:xfrm>
                <a:off x="774" y="2505"/>
                <a:ext cx="161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51" name="Freeform 45"/>
              <p:cNvSpPr>
                <a:spLocks noEditPoints="1"/>
              </p:cNvSpPr>
              <p:nvPr/>
            </p:nvSpPr>
            <p:spPr bwMode="auto">
              <a:xfrm>
                <a:off x="859" y="2528"/>
                <a:ext cx="116" cy="81"/>
              </a:xfrm>
              <a:custGeom>
                <a:avLst/>
                <a:gdLst>
                  <a:gd name="T0" fmla="*/ 0 w 231"/>
                  <a:gd name="T1" fmla="*/ 161 h 161"/>
                  <a:gd name="T2" fmla="*/ 187 w 231"/>
                  <a:gd name="T3" fmla="*/ 161 h 161"/>
                  <a:gd name="T4" fmla="*/ 187 w 231"/>
                  <a:gd name="T5" fmla="*/ 0 h 161"/>
                  <a:gd name="T6" fmla="*/ 0 w 231"/>
                  <a:gd name="T7" fmla="*/ 0 h 161"/>
                  <a:gd name="T8" fmla="*/ 0 w 231"/>
                  <a:gd name="T9" fmla="*/ 161 h 161"/>
                  <a:gd name="T10" fmla="*/ 204 w 231"/>
                  <a:gd name="T11" fmla="*/ 27 h 161"/>
                  <a:gd name="T12" fmla="*/ 231 w 231"/>
                  <a:gd name="T13" fmla="*/ 27 h 161"/>
                  <a:gd name="T14" fmla="*/ 231 w 231"/>
                  <a:gd name="T15" fmla="*/ 0 h 161"/>
                  <a:gd name="T16" fmla="*/ 204 w 231"/>
                  <a:gd name="T17" fmla="*/ 0 h 161"/>
                  <a:gd name="T18" fmla="*/ 204 w 231"/>
                  <a:gd name="T19" fmla="*/ 27 h 16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31"/>
                  <a:gd name="T31" fmla="*/ 0 h 161"/>
                  <a:gd name="T32" fmla="*/ 231 w 231"/>
                  <a:gd name="T33" fmla="*/ 161 h 16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31" h="161">
                    <a:moveTo>
                      <a:pt x="0" y="161"/>
                    </a:moveTo>
                    <a:lnTo>
                      <a:pt x="187" y="161"/>
                    </a:lnTo>
                    <a:lnTo>
                      <a:pt x="187" y="0"/>
                    </a:lnTo>
                    <a:lnTo>
                      <a:pt x="0" y="0"/>
                    </a:lnTo>
                    <a:lnTo>
                      <a:pt x="0" y="161"/>
                    </a:lnTo>
                    <a:close/>
                    <a:moveTo>
                      <a:pt x="204" y="27"/>
                    </a:moveTo>
                    <a:lnTo>
                      <a:pt x="231" y="27"/>
                    </a:lnTo>
                    <a:lnTo>
                      <a:pt x="231" y="0"/>
                    </a:lnTo>
                    <a:lnTo>
                      <a:pt x="204" y="0"/>
                    </a:lnTo>
                    <a:lnTo>
                      <a:pt x="204" y="27"/>
                    </a:lnTo>
                    <a:close/>
                  </a:path>
                </a:pathLst>
              </a:custGeom>
              <a:solidFill>
                <a:srgbClr val="FFFFFF"/>
              </a:solidFill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5952" name="Line 46"/>
              <p:cNvSpPr>
                <a:spLocks noChangeShapeType="1"/>
              </p:cNvSpPr>
              <p:nvPr/>
            </p:nvSpPr>
            <p:spPr bwMode="auto">
              <a:xfrm>
                <a:off x="859" y="2555"/>
                <a:ext cx="9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53" name="Line 47"/>
              <p:cNvSpPr>
                <a:spLocks noChangeShapeType="1"/>
              </p:cNvSpPr>
              <p:nvPr/>
            </p:nvSpPr>
            <p:spPr bwMode="auto">
              <a:xfrm>
                <a:off x="859" y="2582"/>
                <a:ext cx="9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54" name="Line 48"/>
              <p:cNvSpPr>
                <a:spLocks noChangeShapeType="1"/>
              </p:cNvSpPr>
              <p:nvPr/>
            </p:nvSpPr>
            <p:spPr bwMode="auto">
              <a:xfrm>
                <a:off x="863" y="2568"/>
                <a:ext cx="8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55" name="Rectangle 49"/>
              <p:cNvSpPr>
                <a:spLocks noChangeArrowheads="1"/>
              </p:cNvSpPr>
              <p:nvPr/>
            </p:nvSpPr>
            <p:spPr bwMode="auto">
              <a:xfrm>
                <a:off x="913" y="2560"/>
                <a:ext cx="26" cy="17"/>
              </a:xfrm>
              <a:prstGeom prst="rect">
                <a:avLst/>
              </a:prstGeom>
              <a:noFill/>
              <a:ln w="47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5956" name="Freeform 50"/>
              <p:cNvSpPr>
                <a:spLocks noEditPoints="1"/>
              </p:cNvSpPr>
              <p:nvPr/>
            </p:nvSpPr>
            <p:spPr bwMode="auto">
              <a:xfrm>
                <a:off x="720" y="2350"/>
                <a:ext cx="269" cy="193"/>
              </a:xfrm>
              <a:custGeom>
                <a:avLst/>
                <a:gdLst>
                  <a:gd name="T0" fmla="*/ 450 w 538"/>
                  <a:gd name="T1" fmla="*/ 277 h 387"/>
                  <a:gd name="T2" fmla="*/ 469 w 538"/>
                  <a:gd name="T3" fmla="*/ 277 h 387"/>
                  <a:gd name="T4" fmla="*/ 469 w 538"/>
                  <a:gd name="T5" fmla="*/ 269 h 387"/>
                  <a:gd name="T6" fmla="*/ 450 w 538"/>
                  <a:gd name="T7" fmla="*/ 269 h 387"/>
                  <a:gd name="T8" fmla="*/ 450 w 538"/>
                  <a:gd name="T9" fmla="*/ 277 h 387"/>
                  <a:gd name="T10" fmla="*/ 122 w 538"/>
                  <a:gd name="T11" fmla="*/ 229 h 387"/>
                  <a:gd name="T12" fmla="*/ 122 w 538"/>
                  <a:gd name="T13" fmla="*/ 27 h 387"/>
                  <a:gd name="T14" fmla="*/ 416 w 538"/>
                  <a:gd name="T15" fmla="*/ 27 h 387"/>
                  <a:gd name="T16" fmla="*/ 416 w 538"/>
                  <a:gd name="T17" fmla="*/ 229 h 387"/>
                  <a:gd name="T18" fmla="*/ 122 w 538"/>
                  <a:gd name="T19" fmla="*/ 229 h 387"/>
                  <a:gd name="T20" fmla="*/ 109 w 538"/>
                  <a:gd name="T21" fmla="*/ 243 h 387"/>
                  <a:gd name="T22" fmla="*/ 429 w 538"/>
                  <a:gd name="T23" fmla="*/ 243 h 387"/>
                  <a:gd name="T24" fmla="*/ 429 w 538"/>
                  <a:gd name="T25" fmla="*/ 14 h 387"/>
                  <a:gd name="T26" fmla="*/ 443 w 538"/>
                  <a:gd name="T27" fmla="*/ 14 h 387"/>
                  <a:gd name="T28" fmla="*/ 443 w 538"/>
                  <a:gd name="T29" fmla="*/ 0 h 387"/>
                  <a:gd name="T30" fmla="*/ 94 w 538"/>
                  <a:gd name="T31" fmla="*/ 0 h 387"/>
                  <a:gd name="T32" fmla="*/ 94 w 538"/>
                  <a:gd name="T33" fmla="*/ 256 h 387"/>
                  <a:gd name="T34" fmla="*/ 109 w 538"/>
                  <a:gd name="T35" fmla="*/ 256 h 387"/>
                  <a:gd name="T36" fmla="*/ 109 w 538"/>
                  <a:gd name="T37" fmla="*/ 243 h 387"/>
                  <a:gd name="T38" fmla="*/ 0 w 538"/>
                  <a:gd name="T39" fmla="*/ 373 h 387"/>
                  <a:gd name="T40" fmla="*/ 54 w 538"/>
                  <a:gd name="T41" fmla="*/ 373 h 387"/>
                  <a:gd name="T42" fmla="*/ 54 w 538"/>
                  <a:gd name="T43" fmla="*/ 356 h 387"/>
                  <a:gd name="T44" fmla="*/ 0 w 538"/>
                  <a:gd name="T45" fmla="*/ 356 h 387"/>
                  <a:gd name="T46" fmla="*/ 0 w 538"/>
                  <a:gd name="T47" fmla="*/ 373 h 387"/>
                  <a:gd name="T48" fmla="*/ 313 w 538"/>
                  <a:gd name="T49" fmla="*/ 387 h 387"/>
                  <a:gd name="T50" fmla="*/ 429 w 538"/>
                  <a:gd name="T51" fmla="*/ 387 h 387"/>
                  <a:gd name="T52" fmla="*/ 429 w 538"/>
                  <a:gd name="T53" fmla="*/ 379 h 387"/>
                  <a:gd name="T54" fmla="*/ 313 w 538"/>
                  <a:gd name="T55" fmla="*/ 379 h 387"/>
                  <a:gd name="T56" fmla="*/ 313 w 538"/>
                  <a:gd name="T57" fmla="*/ 387 h 387"/>
                  <a:gd name="T58" fmla="*/ 519 w 538"/>
                  <a:gd name="T59" fmla="*/ 364 h 387"/>
                  <a:gd name="T60" fmla="*/ 538 w 538"/>
                  <a:gd name="T61" fmla="*/ 364 h 387"/>
                  <a:gd name="T62" fmla="*/ 538 w 538"/>
                  <a:gd name="T63" fmla="*/ 356 h 387"/>
                  <a:gd name="T64" fmla="*/ 519 w 538"/>
                  <a:gd name="T65" fmla="*/ 356 h 387"/>
                  <a:gd name="T66" fmla="*/ 519 w 538"/>
                  <a:gd name="T67" fmla="*/ 364 h 387"/>
                  <a:gd name="T68" fmla="*/ 519 w 538"/>
                  <a:gd name="T69" fmla="*/ 383 h 387"/>
                  <a:gd name="T70" fmla="*/ 538 w 538"/>
                  <a:gd name="T71" fmla="*/ 383 h 387"/>
                  <a:gd name="T72" fmla="*/ 538 w 538"/>
                  <a:gd name="T73" fmla="*/ 373 h 387"/>
                  <a:gd name="T74" fmla="*/ 519 w 538"/>
                  <a:gd name="T75" fmla="*/ 373 h 387"/>
                  <a:gd name="T76" fmla="*/ 519 w 538"/>
                  <a:gd name="T77" fmla="*/ 383 h 387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538"/>
                  <a:gd name="T118" fmla="*/ 0 h 387"/>
                  <a:gd name="T119" fmla="*/ 538 w 538"/>
                  <a:gd name="T120" fmla="*/ 387 h 387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538" h="387">
                    <a:moveTo>
                      <a:pt x="450" y="277"/>
                    </a:moveTo>
                    <a:lnTo>
                      <a:pt x="469" y="277"/>
                    </a:lnTo>
                    <a:lnTo>
                      <a:pt x="469" y="269"/>
                    </a:lnTo>
                    <a:lnTo>
                      <a:pt x="450" y="269"/>
                    </a:lnTo>
                    <a:lnTo>
                      <a:pt x="450" y="277"/>
                    </a:lnTo>
                    <a:close/>
                    <a:moveTo>
                      <a:pt x="122" y="229"/>
                    </a:moveTo>
                    <a:lnTo>
                      <a:pt x="122" y="27"/>
                    </a:lnTo>
                    <a:lnTo>
                      <a:pt x="416" y="27"/>
                    </a:lnTo>
                    <a:lnTo>
                      <a:pt x="416" y="229"/>
                    </a:lnTo>
                    <a:lnTo>
                      <a:pt x="122" y="229"/>
                    </a:lnTo>
                    <a:close/>
                    <a:moveTo>
                      <a:pt x="109" y="243"/>
                    </a:moveTo>
                    <a:lnTo>
                      <a:pt x="429" y="243"/>
                    </a:lnTo>
                    <a:lnTo>
                      <a:pt x="429" y="14"/>
                    </a:lnTo>
                    <a:lnTo>
                      <a:pt x="443" y="14"/>
                    </a:lnTo>
                    <a:lnTo>
                      <a:pt x="443" y="0"/>
                    </a:lnTo>
                    <a:lnTo>
                      <a:pt x="94" y="0"/>
                    </a:lnTo>
                    <a:lnTo>
                      <a:pt x="94" y="256"/>
                    </a:lnTo>
                    <a:lnTo>
                      <a:pt x="109" y="256"/>
                    </a:lnTo>
                    <a:lnTo>
                      <a:pt x="109" y="243"/>
                    </a:lnTo>
                    <a:close/>
                    <a:moveTo>
                      <a:pt x="0" y="373"/>
                    </a:moveTo>
                    <a:lnTo>
                      <a:pt x="54" y="373"/>
                    </a:lnTo>
                    <a:lnTo>
                      <a:pt x="54" y="356"/>
                    </a:lnTo>
                    <a:lnTo>
                      <a:pt x="0" y="356"/>
                    </a:lnTo>
                    <a:lnTo>
                      <a:pt x="0" y="373"/>
                    </a:lnTo>
                    <a:close/>
                    <a:moveTo>
                      <a:pt x="313" y="387"/>
                    </a:moveTo>
                    <a:lnTo>
                      <a:pt x="429" y="387"/>
                    </a:lnTo>
                    <a:lnTo>
                      <a:pt x="429" y="379"/>
                    </a:lnTo>
                    <a:lnTo>
                      <a:pt x="313" y="379"/>
                    </a:lnTo>
                    <a:lnTo>
                      <a:pt x="313" y="387"/>
                    </a:lnTo>
                    <a:close/>
                    <a:moveTo>
                      <a:pt x="519" y="364"/>
                    </a:moveTo>
                    <a:lnTo>
                      <a:pt x="538" y="364"/>
                    </a:lnTo>
                    <a:lnTo>
                      <a:pt x="538" y="356"/>
                    </a:lnTo>
                    <a:lnTo>
                      <a:pt x="519" y="356"/>
                    </a:lnTo>
                    <a:lnTo>
                      <a:pt x="519" y="364"/>
                    </a:lnTo>
                    <a:close/>
                    <a:moveTo>
                      <a:pt x="519" y="383"/>
                    </a:moveTo>
                    <a:lnTo>
                      <a:pt x="538" y="383"/>
                    </a:lnTo>
                    <a:lnTo>
                      <a:pt x="538" y="373"/>
                    </a:lnTo>
                    <a:lnTo>
                      <a:pt x="519" y="373"/>
                    </a:lnTo>
                    <a:lnTo>
                      <a:pt x="519" y="383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5957" name="Line 51"/>
              <p:cNvSpPr>
                <a:spLocks noChangeShapeType="1"/>
              </p:cNvSpPr>
              <p:nvPr/>
            </p:nvSpPr>
            <p:spPr bwMode="auto">
              <a:xfrm>
                <a:off x="747" y="2495"/>
                <a:ext cx="2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58" name="Line 52"/>
              <p:cNvSpPr>
                <a:spLocks noChangeShapeType="1"/>
              </p:cNvSpPr>
              <p:nvPr/>
            </p:nvSpPr>
            <p:spPr bwMode="auto">
              <a:xfrm flipV="1">
                <a:off x="801" y="2495"/>
                <a:ext cx="1" cy="1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59" name="Line 53"/>
              <p:cNvSpPr>
                <a:spLocks noChangeShapeType="1"/>
              </p:cNvSpPr>
              <p:nvPr/>
            </p:nvSpPr>
            <p:spPr bwMode="auto">
              <a:xfrm flipV="1">
                <a:off x="855" y="2495"/>
                <a:ext cx="1" cy="1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</p:grpSp>
        <p:grpSp>
          <p:nvGrpSpPr>
            <p:cNvPr id="35883" name="Group 54"/>
            <p:cNvGrpSpPr>
              <a:grpSpLocks/>
            </p:cNvGrpSpPr>
            <p:nvPr/>
          </p:nvGrpSpPr>
          <p:grpSpPr bwMode="auto">
            <a:xfrm>
              <a:off x="2559" y="1728"/>
              <a:ext cx="286" cy="288"/>
              <a:chOff x="712" y="2330"/>
              <a:chExt cx="286" cy="288"/>
            </a:xfrm>
          </p:grpSpPr>
          <p:sp>
            <p:nvSpPr>
              <p:cNvPr id="35936" name="Freeform 55"/>
              <p:cNvSpPr>
                <a:spLocks/>
              </p:cNvSpPr>
              <p:nvPr/>
            </p:nvSpPr>
            <p:spPr bwMode="auto">
              <a:xfrm>
                <a:off x="712" y="2330"/>
                <a:ext cx="286" cy="288"/>
              </a:xfrm>
              <a:custGeom>
                <a:avLst/>
                <a:gdLst>
                  <a:gd name="T0" fmla="*/ 126 w 572"/>
                  <a:gd name="T1" fmla="*/ 377 h 577"/>
                  <a:gd name="T2" fmla="*/ 0 w 572"/>
                  <a:gd name="T3" fmla="*/ 377 h 577"/>
                  <a:gd name="T4" fmla="*/ 0 w 572"/>
                  <a:gd name="T5" fmla="*/ 577 h 577"/>
                  <a:gd name="T6" fmla="*/ 572 w 572"/>
                  <a:gd name="T7" fmla="*/ 577 h 577"/>
                  <a:gd name="T8" fmla="*/ 572 w 572"/>
                  <a:gd name="T9" fmla="*/ 377 h 577"/>
                  <a:gd name="T10" fmla="*/ 446 w 572"/>
                  <a:gd name="T11" fmla="*/ 377 h 577"/>
                  <a:gd name="T12" fmla="*/ 446 w 572"/>
                  <a:gd name="T13" fmla="*/ 350 h 577"/>
                  <a:gd name="T14" fmla="*/ 500 w 572"/>
                  <a:gd name="T15" fmla="*/ 350 h 577"/>
                  <a:gd name="T16" fmla="*/ 500 w 572"/>
                  <a:gd name="T17" fmla="*/ 0 h 577"/>
                  <a:gd name="T18" fmla="*/ 71 w 572"/>
                  <a:gd name="T19" fmla="*/ 0 h 577"/>
                  <a:gd name="T20" fmla="*/ 71 w 572"/>
                  <a:gd name="T21" fmla="*/ 350 h 577"/>
                  <a:gd name="T22" fmla="*/ 126 w 572"/>
                  <a:gd name="T23" fmla="*/ 350 h 577"/>
                  <a:gd name="T24" fmla="*/ 126 w 572"/>
                  <a:gd name="T25" fmla="*/ 377 h 57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72"/>
                  <a:gd name="T40" fmla="*/ 0 h 577"/>
                  <a:gd name="T41" fmla="*/ 572 w 572"/>
                  <a:gd name="T42" fmla="*/ 577 h 57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72" h="577">
                    <a:moveTo>
                      <a:pt x="126" y="377"/>
                    </a:moveTo>
                    <a:lnTo>
                      <a:pt x="0" y="377"/>
                    </a:lnTo>
                    <a:lnTo>
                      <a:pt x="0" y="577"/>
                    </a:lnTo>
                    <a:lnTo>
                      <a:pt x="572" y="577"/>
                    </a:lnTo>
                    <a:lnTo>
                      <a:pt x="572" y="377"/>
                    </a:lnTo>
                    <a:lnTo>
                      <a:pt x="446" y="377"/>
                    </a:lnTo>
                    <a:lnTo>
                      <a:pt x="446" y="350"/>
                    </a:lnTo>
                    <a:lnTo>
                      <a:pt x="500" y="350"/>
                    </a:lnTo>
                    <a:lnTo>
                      <a:pt x="500" y="0"/>
                    </a:lnTo>
                    <a:lnTo>
                      <a:pt x="71" y="0"/>
                    </a:lnTo>
                    <a:lnTo>
                      <a:pt x="71" y="350"/>
                    </a:lnTo>
                    <a:lnTo>
                      <a:pt x="126" y="350"/>
                    </a:lnTo>
                    <a:lnTo>
                      <a:pt x="126" y="377"/>
                    </a:lnTo>
                    <a:close/>
                  </a:path>
                </a:pathLst>
              </a:custGeom>
              <a:solidFill>
                <a:srgbClr val="FFFFFF"/>
              </a:solidFill>
              <a:ln w="1111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5937" name="Line 56"/>
              <p:cNvSpPr>
                <a:spLocks noChangeShapeType="1"/>
              </p:cNvSpPr>
              <p:nvPr/>
            </p:nvSpPr>
            <p:spPr bwMode="auto">
              <a:xfrm>
                <a:off x="774" y="2518"/>
                <a:ext cx="161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38" name="Line 57"/>
              <p:cNvSpPr>
                <a:spLocks noChangeShapeType="1"/>
              </p:cNvSpPr>
              <p:nvPr/>
            </p:nvSpPr>
            <p:spPr bwMode="auto">
              <a:xfrm>
                <a:off x="774" y="2505"/>
                <a:ext cx="161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39" name="Freeform 58"/>
              <p:cNvSpPr>
                <a:spLocks noEditPoints="1"/>
              </p:cNvSpPr>
              <p:nvPr/>
            </p:nvSpPr>
            <p:spPr bwMode="auto">
              <a:xfrm>
                <a:off x="859" y="2528"/>
                <a:ext cx="116" cy="81"/>
              </a:xfrm>
              <a:custGeom>
                <a:avLst/>
                <a:gdLst>
                  <a:gd name="T0" fmla="*/ 0 w 231"/>
                  <a:gd name="T1" fmla="*/ 161 h 161"/>
                  <a:gd name="T2" fmla="*/ 187 w 231"/>
                  <a:gd name="T3" fmla="*/ 161 h 161"/>
                  <a:gd name="T4" fmla="*/ 187 w 231"/>
                  <a:gd name="T5" fmla="*/ 0 h 161"/>
                  <a:gd name="T6" fmla="*/ 0 w 231"/>
                  <a:gd name="T7" fmla="*/ 0 h 161"/>
                  <a:gd name="T8" fmla="*/ 0 w 231"/>
                  <a:gd name="T9" fmla="*/ 161 h 161"/>
                  <a:gd name="T10" fmla="*/ 204 w 231"/>
                  <a:gd name="T11" fmla="*/ 27 h 161"/>
                  <a:gd name="T12" fmla="*/ 231 w 231"/>
                  <a:gd name="T13" fmla="*/ 27 h 161"/>
                  <a:gd name="T14" fmla="*/ 231 w 231"/>
                  <a:gd name="T15" fmla="*/ 0 h 161"/>
                  <a:gd name="T16" fmla="*/ 204 w 231"/>
                  <a:gd name="T17" fmla="*/ 0 h 161"/>
                  <a:gd name="T18" fmla="*/ 204 w 231"/>
                  <a:gd name="T19" fmla="*/ 27 h 16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31"/>
                  <a:gd name="T31" fmla="*/ 0 h 161"/>
                  <a:gd name="T32" fmla="*/ 231 w 231"/>
                  <a:gd name="T33" fmla="*/ 161 h 16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31" h="161">
                    <a:moveTo>
                      <a:pt x="0" y="161"/>
                    </a:moveTo>
                    <a:lnTo>
                      <a:pt x="187" y="161"/>
                    </a:lnTo>
                    <a:lnTo>
                      <a:pt x="187" y="0"/>
                    </a:lnTo>
                    <a:lnTo>
                      <a:pt x="0" y="0"/>
                    </a:lnTo>
                    <a:lnTo>
                      <a:pt x="0" y="161"/>
                    </a:lnTo>
                    <a:close/>
                    <a:moveTo>
                      <a:pt x="204" y="27"/>
                    </a:moveTo>
                    <a:lnTo>
                      <a:pt x="231" y="27"/>
                    </a:lnTo>
                    <a:lnTo>
                      <a:pt x="231" y="0"/>
                    </a:lnTo>
                    <a:lnTo>
                      <a:pt x="204" y="0"/>
                    </a:lnTo>
                    <a:lnTo>
                      <a:pt x="204" y="27"/>
                    </a:lnTo>
                    <a:close/>
                  </a:path>
                </a:pathLst>
              </a:custGeom>
              <a:solidFill>
                <a:srgbClr val="FFFFFF"/>
              </a:solidFill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5940" name="Line 59"/>
              <p:cNvSpPr>
                <a:spLocks noChangeShapeType="1"/>
              </p:cNvSpPr>
              <p:nvPr/>
            </p:nvSpPr>
            <p:spPr bwMode="auto">
              <a:xfrm>
                <a:off x="859" y="2555"/>
                <a:ext cx="9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41" name="Line 60"/>
              <p:cNvSpPr>
                <a:spLocks noChangeShapeType="1"/>
              </p:cNvSpPr>
              <p:nvPr/>
            </p:nvSpPr>
            <p:spPr bwMode="auto">
              <a:xfrm>
                <a:off x="859" y="2582"/>
                <a:ext cx="9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42" name="Line 61"/>
              <p:cNvSpPr>
                <a:spLocks noChangeShapeType="1"/>
              </p:cNvSpPr>
              <p:nvPr/>
            </p:nvSpPr>
            <p:spPr bwMode="auto">
              <a:xfrm>
                <a:off x="863" y="2568"/>
                <a:ext cx="8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43" name="Rectangle 62"/>
              <p:cNvSpPr>
                <a:spLocks noChangeArrowheads="1"/>
              </p:cNvSpPr>
              <p:nvPr/>
            </p:nvSpPr>
            <p:spPr bwMode="auto">
              <a:xfrm>
                <a:off x="913" y="2560"/>
                <a:ext cx="26" cy="17"/>
              </a:xfrm>
              <a:prstGeom prst="rect">
                <a:avLst/>
              </a:prstGeom>
              <a:noFill/>
              <a:ln w="47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5944" name="Freeform 63"/>
              <p:cNvSpPr>
                <a:spLocks noEditPoints="1"/>
              </p:cNvSpPr>
              <p:nvPr/>
            </p:nvSpPr>
            <p:spPr bwMode="auto">
              <a:xfrm>
                <a:off x="720" y="2350"/>
                <a:ext cx="269" cy="193"/>
              </a:xfrm>
              <a:custGeom>
                <a:avLst/>
                <a:gdLst>
                  <a:gd name="T0" fmla="*/ 450 w 538"/>
                  <a:gd name="T1" fmla="*/ 277 h 387"/>
                  <a:gd name="T2" fmla="*/ 469 w 538"/>
                  <a:gd name="T3" fmla="*/ 277 h 387"/>
                  <a:gd name="T4" fmla="*/ 469 w 538"/>
                  <a:gd name="T5" fmla="*/ 269 h 387"/>
                  <a:gd name="T6" fmla="*/ 450 w 538"/>
                  <a:gd name="T7" fmla="*/ 269 h 387"/>
                  <a:gd name="T8" fmla="*/ 450 w 538"/>
                  <a:gd name="T9" fmla="*/ 277 h 387"/>
                  <a:gd name="T10" fmla="*/ 122 w 538"/>
                  <a:gd name="T11" fmla="*/ 229 h 387"/>
                  <a:gd name="T12" fmla="*/ 122 w 538"/>
                  <a:gd name="T13" fmla="*/ 27 h 387"/>
                  <a:gd name="T14" fmla="*/ 416 w 538"/>
                  <a:gd name="T15" fmla="*/ 27 h 387"/>
                  <a:gd name="T16" fmla="*/ 416 w 538"/>
                  <a:gd name="T17" fmla="*/ 229 h 387"/>
                  <a:gd name="T18" fmla="*/ 122 w 538"/>
                  <a:gd name="T19" fmla="*/ 229 h 387"/>
                  <a:gd name="T20" fmla="*/ 109 w 538"/>
                  <a:gd name="T21" fmla="*/ 243 h 387"/>
                  <a:gd name="T22" fmla="*/ 429 w 538"/>
                  <a:gd name="T23" fmla="*/ 243 h 387"/>
                  <a:gd name="T24" fmla="*/ 429 w 538"/>
                  <a:gd name="T25" fmla="*/ 14 h 387"/>
                  <a:gd name="T26" fmla="*/ 443 w 538"/>
                  <a:gd name="T27" fmla="*/ 14 h 387"/>
                  <a:gd name="T28" fmla="*/ 443 w 538"/>
                  <a:gd name="T29" fmla="*/ 0 h 387"/>
                  <a:gd name="T30" fmla="*/ 94 w 538"/>
                  <a:gd name="T31" fmla="*/ 0 h 387"/>
                  <a:gd name="T32" fmla="*/ 94 w 538"/>
                  <a:gd name="T33" fmla="*/ 256 h 387"/>
                  <a:gd name="T34" fmla="*/ 109 w 538"/>
                  <a:gd name="T35" fmla="*/ 256 h 387"/>
                  <a:gd name="T36" fmla="*/ 109 w 538"/>
                  <a:gd name="T37" fmla="*/ 243 h 387"/>
                  <a:gd name="T38" fmla="*/ 0 w 538"/>
                  <a:gd name="T39" fmla="*/ 373 h 387"/>
                  <a:gd name="T40" fmla="*/ 54 w 538"/>
                  <a:gd name="T41" fmla="*/ 373 h 387"/>
                  <a:gd name="T42" fmla="*/ 54 w 538"/>
                  <a:gd name="T43" fmla="*/ 356 h 387"/>
                  <a:gd name="T44" fmla="*/ 0 w 538"/>
                  <a:gd name="T45" fmla="*/ 356 h 387"/>
                  <a:gd name="T46" fmla="*/ 0 w 538"/>
                  <a:gd name="T47" fmla="*/ 373 h 387"/>
                  <a:gd name="T48" fmla="*/ 313 w 538"/>
                  <a:gd name="T49" fmla="*/ 387 h 387"/>
                  <a:gd name="T50" fmla="*/ 429 w 538"/>
                  <a:gd name="T51" fmla="*/ 387 h 387"/>
                  <a:gd name="T52" fmla="*/ 429 w 538"/>
                  <a:gd name="T53" fmla="*/ 379 h 387"/>
                  <a:gd name="T54" fmla="*/ 313 w 538"/>
                  <a:gd name="T55" fmla="*/ 379 h 387"/>
                  <a:gd name="T56" fmla="*/ 313 w 538"/>
                  <a:gd name="T57" fmla="*/ 387 h 387"/>
                  <a:gd name="T58" fmla="*/ 519 w 538"/>
                  <a:gd name="T59" fmla="*/ 364 h 387"/>
                  <a:gd name="T60" fmla="*/ 538 w 538"/>
                  <a:gd name="T61" fmla="*/ 364 h 387"/>
                  <a:gd name="T62" fmla="*/ 538 w 538"/>
                  <a:gd name="T63" fmla="*/ 356 h 387"/>
                  <a:gd name="T64" fmla="*/ 519 w 538"/>
                  <a:gd name="T65" fmla="*/ 356 h 387"/>
                  <a:gd name="T66" fmla="*/ 519 w 538"/>
                  <a:gd name="T67" fmla="*/ 364 h 387"/>
                  <a:gd name="T68" fmla="*/ 519 w 538"/>
                  <a:gd name="T69" fmla="*/ 383 h 387"/>
                  <a:gd name="T70" fmla="*/ 538 w 538"/>
                  <a:gd name="T71" fmla="*/ 383 h 387"/>
                  <a:gd name="T72" fmla="*/ 538 w 538"/>
                  <a:gd name="T73" fmla="*/ 373 h 387"/>
                  <a:gd name="T74" fmla="*/ 519 w 538"/>
                  <a:gd name="T75" fmla="*/ 373 h 387"/>
                  <a:gd name="T76" fmla="*/ 519 w 538"/>
                  <a:gd name="T77" fmla="*/ 383 h 387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538"/>
                  <a:gd name="T118" fmla="*/ 0 h 387"/>
                  <a:gd name="T119" fmla="*/ 538 w 538"/>
                  <a:gd name="T120" fmla="*/ 387 h 387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538" h="387">
                    <a:moveTo>
                      <a:pt x="450" y="277"/>
                    </a:moveTo>
                    <a:lnTo>
                      <a:pt x="469" y="277"/>
                    </a:lnTo>
                    <a:lnTo>
                      <a:pt x="469" y="269"/>
                    </a:lnTo>
                    <a:lnTo>
                      <a:pt x="450" y="269"/>
                    </a:lnTo>
                    <a:lnTo>
                      <a:pt x="450" y="277"/>
                    </a:lnTo>
                    <a:close/>
                    <a:moveTo>
                      <a:pt x="122" y="229"/>
                    </a:moveTo>
                    <a:lnTo>
                      <a:pt x="122" y="27"/>
                    </a:lnTo>
                    <a:lnTo>
                      <a:pt x="416" y="27"/>
                    </a:lnTo>
                    <a:lnTo>
                      <a:pt x="416" y="229"/>
                    </a:lnTo>
                    <a:lnTo>
                      <a:pt x="122" y="229"/>
                    </a:lnTo>
                    <a:close/>
                    <a:moveTo>
                      <a:pt x="109" y="243"/>
                    </a:moveTo>
                    <a:lnTo>
                      <a:pt x="429" y="243"/>
                    </a:lnTo>
                    <a:lnTo>
                      <a:pt x="429" y="14"/>
                    </a:lnTo>
                    <a:lnTo>
                      <a:pt x="443" y="14"/>
                    </a:lnTo>
                    <a:lnTo>
                      <a:pt x="443" y="0"/>
                    </a:lnTo>
                    <a:lnTo>
                      <a:pt x="94" y="0"/>
                    </a:lnTo>
                    <a:lnTo>
                      <a:pt x="94" y="256"/>
                    </a:lnTo>
                    <a:lnTo>
                      <a:pt x="109" y="256"/>
                    </a:lnTo>
                    <a:lnTo>
                      <a:pt x="109" y="243"/>
                    </a:lnTo>
                    <a:close/>
                    <a:moveTo>
                      <a:pt x="0" y="373"/>
                    </a:moveTo>
                    <a:lnTo>
                      <a:pt x="54" y="373"/>
                    </a:lnTo>
                    <a:lnTo>
                      <a:pt x="54" y="356"/>
                    </a:lnTo>
                    <a:lnTo>
                      <a:pt x="0" y="356"/>
                    </a:lnTo>
                    <a:lnTo>
                      <a:pt x="0" y="373"/>
                    </a:lnTo>
                    <a:close/>
                    <a:moveTo>
                      <a:pt x="313" y="387"/>
                    </a:moveTo>
                    <a:lnTo>
                      <a:pt x="429" y="387"/>
                    </a:lnTo>
                    <a:lnTo>
                      <a:pt x="429" y="379"/>
                    </a:lnTo>
                    <a:lnTo>
                      <a:pt x="313" y="379"/>
                    </a:lnTo>
                    <a:lnTo>
                      <a:pt x="313" y="387"/>
                    </a:lnTo>
                    <a:close/>
                    <a:moveTo>
                      <a:pt x="519" y="364"/>
                    </a:moveTo>
                    <a:lnTo>
                      <a:pt x="538" y="364"/>
                    </a:lnTo>
                    <a:lnTo>
                      <a:pt x="538" y="356"/>
                    </a:lnTo>
                    <a:lnTo>
                      <a:pt x="519" y="356"/>
                    </a:lnTo>
                    <a:lnTo>
                      <a:pt x="519" y="364"/>
                    </a:lnTo>
                    <a:close/>
                    <a:moveTo>
                      <a:pt x="519" y="383"/>
                    </a:moveTo>
                    <a:lnTo>
                      <a:pt x="538" y="383"/>
                    </a:lnTo>
                    <a:lnTo>
                      <a:pt x="538" y="373"/>
                    </a:lnTo>
                    <a:lnTo>
                      <a:pt x="519" y="373"/>
                    </a:lnTo>
                    <a:lnTo>
                      <a:pt x="519" y="383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5945" name="Line 64"/>
              <p:cNvSpPr>
                <a:spLocks noChangeShapeType="1"/>
              </p:cNvSpPr>
              <p:nvPr/>
            </p:nvSpPr>
            <p:spPr bwMode="auto">
              <a:xfrm>
                <a:off x="747" y="2495"/>
                <a:ext cx="2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46" name="Line 65"/>
              <p:cNvSpPr>
                <a:spLocks noChangeShapeType="1"/>
              </p:cNvSpPr>
              <p:nvPr/>
            </p:nvSpPr>
            <p:spPr bwMode="auto">
              <a:xfrm flipV="1">
                <a:off x="801" y="2495"/>
                <a:ext cx="1" cy="1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47" name="Line 66"/>
              <p:cNvSpPr>
                <a:spLocks noChangeShapeType="1"/>
              </p:cNvSpPr>
              <p:nvPr/>
            </p:nvSpPr>
            <p:spPr bwMode="auto">
              <a:xfrm flipV="1">
                <a:off x="855" y="2495"/>
                <a:ext cx="1" cy="1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</p:grpSp>
        <p:grpSp>
          <p:nvGrpSpPr>
            <p:cNvPr id="35884" name="Group 67"/>
            <p:cNvGrpSpPr>
              <a:grpSpLocks/>
            </p:cNvGrpSpPr>
            <p:nvPr/>
          </p:nvGrpSpPr>
          <p:grpSpPr bwMode="auto">
            <a:xfrm>
              <a:off x="4623" y="2016"/>
              <a:ext cx="286" cy="288"/>
              <a:chOff x="712" y="2330"/>
              <a:chExt cx="286" cy="288"/>
            </a:xfrm>
          </p:grpSpPr>
          <p:sp>
            <p:nvSpPr>
              <p:cNvPr id="35924" name="Freeform 68"/>
              <p:cNvSpPr>
                <a:spLocks/>
              </p:cNvSpPr>
              <p:nvPr/>
            </p:nvSpPr>
            <p:spPr bwMode="auto">
              <a:xfrm>
                <a:off x="712" y="2330"/>
                <a:ext cx="286" cy="288"/>
              </a:xfrm>
              <a:custGeom>
                <a:avLst/>
                <a:gdLst>
                  <a:gd name="T0" fmla="*/ 126 w 572"/>
                  <a:gd name="T1" fmla="*/ 377 h 577"/>
                  <a:gd name="T2" fmla="*/ 0 w 572"/>
                  <a:gd name="T3" fmla="*/ 377 h 577"/>
                  <a:gd name="T4" fmla="*/ 0 w 572"/>
                  <a:gd name="T5" fmla="*/ 577 h 577"/>
                  <a:gd name="T6" fmla="*/ 572 w 572"/>
                  <a:gd name="T7" fmla="*/ 577 h 577"/>
                  <a:gd name="T8" fmla="*/ 572 w 572"/>
                  <a:gd name="T9" fmla="*/ 377 h 577"/>
                  <a:gd name="T10" fmla="*/ 446 w 572"/>
                  <a:gd name="T11" fmla="*/ 377 h 577"/>
                  <a:gd name="T12" fmla="*/ 446 w 572"/>
                  <a:gd name="T13" fmla="*/ 350 h 577"/>
                  <a:gd name="T14" fmla="*/ 500 w 572"/>
                  <a:gd name="T15" fmla="*/ 350 h 577"/>
                  <a:gd name="T16" fmla="*/ 500 w 572"/>
                  <a:gd name="T17" fmla="*/ 0 h 577"/>
                  <a:gd name="T18" fmla="*/ 71 w 572"/>
                  <a:gd name="T19" fmla="*/ 0 h 577"/>
                  <a:gd name="T20" fmla="*/ 71 w 572"/>
                  <a:gd name="T21" fmla="*/ 350 h 577"/>
                  <a:gd name="T22" fmla="*/ 126 w 572"/>
                  <a:gd name="T23" fmla="*/ 350 h 577"/>
                  <a:gd name="T24" fmla="*/ 126 w 572"/>
                  <a:gd name="T25" fmla="*/ 377 h 57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72"/>
                  <a:gd name="T40" fmla="*/ 0 h 577"/>
                  <a:gd name="T41" fmla="*/ 572 w 572"/>
                  <a:gd name="T42" fmla="*/ 577 h 57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72" h="577">
                    <a:moveTo>
                      <a:pt x="126" y="377"/>
                    </a:moveTo>
                    <a:lnTo>
                      <a:pt x="0" y="377"/>
                    </a:lnTo>
                    <a:lnTo>
                      <a:pt x="0" y="577"/>
                    </a:lnTo>
                    <a:lnTo>
                      <a:pt x="572" y="577"/>
                    </a:lnTo>
                    <a:lnTo>
                      <a:pt x="572" y="377"/>
                    </a:lnTo>
                    <a:lnTo>
                      <a:pt x="446" y="377"/>
                    </a:lnTo>
                    <a:lnTo>
                      <a:pt x="446" y="350"/>
                    </a:lnTo>
                    <a:lnTo>
                      <a:pt x="500" y="350"/>
                    </a:lnTo>
                    <a:lnTo>
                      <a:pt x="500" y="0"/>
                    </a:lnTo>
                    <a:lnTo>
                      <a:pt x="71" y="0"/>
                    </a:lnTo>
                    <a:lnTo>
                      <a:pt x="71" y="350"/>
                    </a:lnTo>
                    <a:lnTo>
                      <a:pt x="126" y="350"/>
                    </a:lnTo>
                    <a:lnTo>
                      <a:pt x="126" y="377"/>
                    </a:lnTo>
                    <a:close/>
                  </a:path>
                </a:pathLst>
              </a:custGeom>
              <a:solidFill>
                <a:srgbClr val="FFFFFF"/>
              </a:solidFill>
              <a:ln w="1111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5925" name="Line 69"/>
              <p:cNvSpPr>
                <a:spLocks noChangeShapeType="1"/>
              </p:cNvSpPr>
              <p:nvPr/>
            </p:nvSpPr>
            <p:spPr bwMode="auto">
              <a:xfrm>
                <a:off x="774" y="2518"/>
                <a:ext cx="161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26" name="Line 70"/>
              <p:cNvSpPr>
                <a:spLocks noChangeShapeType="1"/>
              </p:cNvSpPr>
              <p:nvPr/>
            </p:nvSpPr>
            <p:spPr bwMode="auto">
              <a:xfrm>
                <a:off x="774" y="2505"/>
                <a:ext cx="161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27" name="Freeform 71"/>
              <p:cNvSpPr>
                <a:spLocks noEditPoints="1"/>
              </p:cNvSpPr>
              <p:nvPr/>
            </p:nvSpPr>
            <p:spPr bwMode="auto">
              <a:xfrm>
                <a:off x="859" y="2528"/>
                <a:ext cx="116" cy="81"/>
              </a:xfrm>
              <a:custGeom>
                <a:avLst/>
                <a:gdLst>
                  <a:gd name="T0" fmla="*/ 0 w 231"/>
                  <a:gd name="T1" fmla="*/ 161 h 161"/>
                  <a:gd name="T2" fmla="*/ 187 w 231"/>
                  <a:gd name="T3" fmla="*/ 161 h 161"/>
                  <a:gd name="T4" fmla="*/ 187 w 231"/>
                  <a:gd name="T5" fmla="*/ 0 h 161"/>
                  <a:gd name="T6" fmla="*/ 0 w 231"/>
                  <a:gd name="T7" fmla="*/ 0 h 161"/>
                  <a:gd name="T8" fmla="*/ 0 w 231"/>
                  <a:gd name="T9" fmla="*/ 161 h 161"/>
                  <a:gd name="T10" fmla="*/ 204 w 231"/>
                  <a:gd name="T11" fmla="*/ 27 h 161"/>
                  <a:gd name="T12" fmla="*/ 231 w 231"/>
                  <a:gd name="T13" fmla="*/ 27 h 161"/>
                  <a:gd name="T14" fmla="*/ 231 w 231"/>
                  <a:gd name="T15" fmla="*/ 0 h 161"/>
                  <a:gd name="T16" fmla="*/ 204 w 231"/>
                  <a:gd name="T17" fmla="*/ 0 h 161"/>
                  <a:gd name="T18" fmla="*/ 204 w 231"/>
                  <a:gd name="T19" fmla="*/ 27 h 16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31"/>
                  <a:gd name="T31" fmla="*/ 0 h 161"/>
                  <a:gd name="T32" fmla="*/ 231 w 231"/>
                  <a:gd name="T33" fmla="*/ 161 h 16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31" h="161">
                    <a:moveTo>
                      <a:pt x="0" y="161"/>
                    </a:moveTo>
                    <a:lnTo>
                      <a:pt x="187" y="161"/>
                    </a:lnTo>
                    <a:lnTo>
                      <a:pt x="187" y="0"/>
                    </a:lnTo>
                    <a:lnTo>
                      <a:pt x="0" y="0"/>
                    </a:lnTo>
                    <a:lnTo>
                      <a:pt x="0" y="161"/>
                    </a:lnTo>
                    <a:close/>
                    <a:moveTo>
                      <a:pt x="204" y="27"/>
                    </a:moveTo>
                    <a:lnTo>
                      <a:pt x="231" y="27"/>
                    </a:lnTo>
                    <a:lnTo>
                      <a:pt x="231" y="0"/>
                    </a:lnTo>
                    <a:lnTo>
                      <a:pt x="204" y="0"/>
                    </a:lnTo>
                    <a:lnTo>
                      <a:pt x="204" y="27"/>
                    </a:lnTo>
                    <a:close/>
                  </a:path>
                </a:pathLst>
              </a:custGeom>
              <a:solidFill>
                <a:srgbClr val="FFFFFF"/>
              </a:solidFill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5928" name="Line 72"/>
              <p:cNvSpPr>
                <a:spLocks noChangeShapeType="1"/>
              </p:cNvSpPr>
              <p:nvPr/>
            </p:nvSpPr>
            <p:spPr bwMode="auto">
              <a:xfrm>
                <a:off x="859" y="2555"/>
                <a:ext cx="9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29" name="Line 73"/>
              <p:cNvSpPr>
                <a:spLocks noChangeShapeType="1"/>
              </p:cNvSpPr>
              <p:nvPr/>
            </p:nvSpPr>
            <p:spPr bwMode="auto">
              <a:xfrm>
                <a:off x="859" y="2582"/>
                <a:ext cx="9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30" name="Line 74"/>
              <p:cNvSpPr>
                <a:spLocks noChangeShapeType="1"/>
              </p:cNvSpPr>
              <p:nvPr/>
            </p:nvSpPr>
            <p:spPr bwMode="auto">
              <a:xfrm>
                <a:off x="863" y="2568"/>
                <a:ext cx="8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31" name="Rectangle 75"/>
              <p:cNvSpPr>
                <a:spLocks noChangeArrowheads="1"/>
              </p:cNvSpPr>
              <p:nvPr/>
            </p:nvSpPr>
            <p:spPr bwMode="auto">
              <a:xfrm>
                <a:off x="913" y="2560"/>
                <a:ext cx="26" cy="17"/>
              </a:xfrm>
              <a:prstGeom prst="rect">
                <a:avLst/>
              </a:prstGeom>
              <a:noFill/>
              <a:ln w="47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5932" name="Freeform 76"/>
              <p:cNvSpPr>
                <a:spLocks noEditPoints="1"/>
              </p:cNvSpPr>
              <p:nvPr/>
            </p:nvSpPr>
            <p:spPr bwMode="auto">
              <a:xfrm>
                <a:off x="720" y="2350"/>
                <a:ext cx="269" cy="193"/>
              </a:xfrm>
              <a:custGeom>
                <a:avLst/>
                <a:gdLst>
                  <a:gd name="T0" fmla="*/ 450 w 538"/>
                  <a:gd name="T1" fmla="*/ 277 h 387"/>
                  <a:gd name="T2" fmla="*/ 469 w 538"/>
                  <a:gd name="T3" fmla="*/ 277 h 387"/>
                  <a:gd name="T4" fmla="*/ 469 w 538"/>
                  <a:gd name="T5" fmla="*/ 269 h 387"/>
                  <a:gd name="T6" fmla="*/ 450 w 538"/>
                  <a:gd name="T7" fmla="*/ 269 h 387"/>
                  <a:gd name="T8" fmla="*/ 450 w 538"/>
                  <a:gd name="T9" fmla="*/ 277 h 387"/>
                  <a:gd name="T10" fmla="*/ 122 w 538"/>
                  <a:gd name="T11" fmla="*/ 229 h 387"/>
                  <a:gd name="T12" fmla="*/ 122 w 538"/>
                  <a:gd name="T13" fmla="*/ 27 h 387"/>
                  <a:gd name="T14" fmla="*/ 416 w 538"/>
                  <a:gd name="T15" fmla="*/ 27 h 387"/>
                  <a:gd name="T16" fmla="*/ 416 w 538"/>
                  <a:gd name="T17" fmla="*/ 229 h 387"/>
                  <a:gd name="T18" fmla="*/ 122 w 538"/>
                  <a:gd name="T19" fmla="*/ 229 h 387"/>
                  <a:gd name="T20" fmla="*/ 109 w 538"/>
                  <a:gd name="T21" fmla="*/ 243 h 387"/>
                  <a:gd name="T22" fmla="*/ 429 w 538"/>
                  <a:gd name="T23" fmla="*/ 243 h 387"/>
                  <a:gd name="T24" fmla="*/ 429 w 538"/>
                  <a:gd name="T25" fmla="*/ 14 h 387"/>
                  <a:gd name="T26" fmla="*/ 443 w 538"/>
                  <a:gd name="T27" fmla="*/ 14 h 387"/>
                  <a:gd name="T28" fmla="*/ 443 w 538"/>
                  <a:gd name="T29" fmla="*/ 0 h 387"/>
                  <a:gd name="T30" fmla="*/ 94 w 538"/>
                  <a:gd name="T31" fmla="*/ 0 h 387"/>
                  <a:gd name="T32" fmla="*/ 94 w 538"/>
                  <a:gd name="T33" fmla="*/ 256 h 387"/>
                  <a:gd name="T34" fmla="*/ 109 w 538"/>
                  <a:gd name="T35" fmla="*/ 256 h 387"/>
                  <a:gd name="T36" fmla="*/ 109 w 538"/>
                  <a:gd name="T37" fmla="*/ 243 h 387"/>
                  <a:gd name="T38" fmla="*/ 0 w 538"/>
                  <a:gd name="T39" fmla="*/ 373 h 387"/>
                  <a:gd name="T40" fmla="*/ 54 w 538"/>
                  <a:gd name="T41" fmla="*/ 373 h 387"/>
                  <a:gd name="T42" fmla="*/ 54 w 538"/>
                  <a:gd name="T43" fmla="*/ 356 h 387"/>
                  <a:gd name="T44" fmla="*/ 0 w 538"/>
                  <a:gd name="T45" fmla="*/ 356 h 387"/>
                  <a:gd name="T46" fmla="*/ 0 w 538"/>
                  <a:gd name="T47" fmla="*/ 373 h 387"/>
                  <a:gd name="T48" fmla="*/ 313 w 538"/>
                  <a:gd name="T49" fmla="*/ 387 h 387"/>
                  <a:gd name="T50" fmla="*/ 429 w 538"/>
                  <a:gd name="T51" fmla="*/ 387 h 387"/>
                  <a:gd name="T52" fmla="*/ 429 w 538"/>
                  <a:gd name="T53" fmla="*/ 379 h 387"/>
                  <a:gd name="T54" fmla="*/ 313 w 538"/>
                  <a:gd name="T55" fmla="*/ 379 h 387"/>
                  <a:gd name="T56" fmla="*/ 313 w 538"/>
                  <a:gd name="T57" fmla="*/ 387 h 387"/>
                  <a:gd name="T58" fmla="*/ 519 w 538"/>
                  <a:gd name="T59" fmla="*/ 364 h 387"/>
                  <a:gd name="T60" fmla="*/ 538 w 538"/>
                  <a:gd name="T61" fmla="*/ 364 h 387"/>
                  <a:gd name="T62" fmla="*/ 538 w 538"/>
                  <a:gd name="T63" fmla="*/ 356 h 387"/>
                  <a:gd name="T64" fmla="*/ 519 w 538"/>
                  <a:gd name="T65" fmla="*/ 356 h 387"/>
                  <a:gd name="T66" fmla="*/ 519 w 538"/>
                  <a:gd name="T67" fmla="*/ 364 h 387"/>
                  <a:gd name="T68" fmla="*/ 519 w 538"/>
                  <a:gd name="T69" fmla="*/ 383 h 387"/>
                  <a:gd name="T70" fmla="*/ 538 w 538"/>
                  <a:gd name="T71" fmla="*/ 383 h 387"/>
                  <a:gd name="T72" fmla="*/ 538 w 538"/>
                  <a:gd name="T73" fmla="*/ 373 h 387"/>
                  <a:gd name="T74" fmla="*/ 519 w 538"/>
                  <a:gd name="T75" fmla="*/ 373 h 387"/>
                  <a:gd name="T76" fmla="*/ 519 w 538"/>
                  <a:gd name="T77" fmla="*/ 383 h 387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538"/>
                  <a:gd name="T118" fmla="*/ 0 h 387"/>
                  <a:gd name="T119" fmla="*/ 538 w 538"/>
                  <a:gd name="T120" fmla="*/ 387 h 387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538" h="387">
                    <a:moveTo>
                      <a:pt x="450" y="277"/>
                    </a:moveTo>
                    <a:lnTo>
                      <a:pt x="469" y="277"/>
                    </a:lnTo>
                    <a:lnTo>
                      <a:pt x="469" y="269"/>
                    </a:lnTo>
                    <a:lnTo>
                      <a:pt x="450" y="269"/>
                    </a:lnTo>
                    <a:lnTo>
                      <a:pt x="450" y="277"/>
                    </a:lnTo>
                    <a:close/>
                    <a:moveTo>
                      <a:pt x="122" y="229"/>
                    </a:moveTo>
                    <a:lnTo>
                      <a:pt x="122" y="27"/>
                    </a:lnTo>
                    <a:lnTo>
                      <a:pt x="416" y="27"/>
                    </a:lnTo>
                    <a:lnTo>
                      <a:pt x="416" y="229"/>
                    </a:lnTo>
                    <a:lnTo>
                      <a:pt x="122" y="229"/>
                    </a:lnTo>
                    <a:close/>
                    <a:moveTo>
                      <a:pt x="109" y="243"/>
                    </a:moveTo>
                    <a:lnTo>
                      <a:pt x="429" y="243"/>
                    </a:lnTo>
                    <a:lnTo>
                      <a:pt x="429" y="14"/>
                    </a:lnTo>
                    <a:lnTo>
                      <a:pt x="443" y="14"/>
                    </a:lnTo>
                    <a:lnTo>
                      <a:pt x="443" y="0"/>
                    </a:lnTo>
                    <a:lnTo>
                      <a:pt x="94" y="0"/>
                    </a:lnTo>
                    <a:lnTo>
                      <a:pt x="94" y="256"/>
                    </a:lnTo>
                    <a:lnTo>
                      <a:pt x="109" y="256"/>
                    </a:lnTo>
                    <a:lnTo>
                      <a:pt x="109" y="243"/>
                    </a:lnTo>
                    <a:close/>
                    <a:moveTo>
                      <a:pt x="0" y="373"/>
                    </a:moveTo>
                    <a:lnTo>
                      <a:pt x="54" y="373"/>
                    </a:lnTo>
                    <a:lnTo>
                      <a:pt x="54" y="356"/>
                    </a:lnTo>
                    <a:lnTo>
                      <a:pt x="0" y="356"/>
                    </a:lnTo>
                    <a:lnTo>
                      <a:pt x="0" y="373"/>
                    </a:lnTo>
                    <a:close/>
                    <a:moveTo>
                      <a:pt x="313" y="387"/>
                    </a:moveTo>
                    <a:lnTo>
                      <a:pt x="429" y="387"/>
                    </a:lnTo>
                    <a:lnTo>
                      <a:pt x="429" y="379"/>
                    </a:lnTo>
                    <a:lnTo>
                      <a:pt x="313" y="379"/>
                    </a:lnTo>
                    <a:lnTo>
                      <a:pt x="313" y="387"/>
                    </a:lnTo>
                    <a:close/>
                    <a:moveTo>
                      <a:pt x="519" y="364"/>
                    </a:moveTo>
                    <a:lnTo>
                      <a:pt x="538" y="364"/>
                    </a:lnTo>
                    <a:lnTo>
                      <a:pt x="538" y="356"/>
                    </a:lnTo>
                    <a:lnTo>
                      <a:pt x="519" y="356"/>
                    </a:lnTo>
                    <a:lnTo>
                      <a:pt x="519" y="364"/>
                    </a:lnTo>
                    <a:close/>
                    <a:moveTo>
                      <a:pt x="519" y="383"/>
                    </a:moveTo>
                    <a:lnTo>
                      <a:pt x="538" y="383"/>
                    </a:lnTo>
                    <a:lnTo>
                      <a:pt x="538" y="373"/>
                    </a:lnTo>
                    <a:lnTo>
                      <a:pt x="519" y="373"/>
                    </a:lnTo>
                    <a:lnTo>
                      <a:pt x="519" y="383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5933" name="Line 77"/>
              <p:cNvSpPr>
                <a:spLocks noChangeShapeType="1"/>
              </p:cNvSpPr>
              <p:nvPr/>
            </p:nvSpPr>
            <p:spPr bwMode="auto">
              <a:xfrm>
                <a:off x="747" y="2495"/>
                <a:ext cx="2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34" name="Line 78"/>
              <p:cNvSpPr>
                <a:spLocks noChangeShapeType="1"/>
              </p:cNvSpPr>
              <p:nvPr/>
            </p:nvSpPr>
            <p:spPr bwMode="auto">
              <a:xfrm flipV="1">
                <a:off x="801" y="2495"/>
                <a:ext cx="1" cy="1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35" name="Line 79"/>
              <p:cNvSpPr>
                <a:spLocks noChangeShapeType="1"/>
              </p:cNvSpPr>
              <p:nvPr/>
            </p:nvSpPr>
            <p:spPr bwMode="auto">
              <a:xfrm flipV="1">
                <a:off x="855" y="2495"/>
                <a:ext cx="1" cy="1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</p:grpSp>
        <p:grpSp>
          <p:nvGrpSpPr>
            <p:cNvPr id="35885" name="Group 80"/>
            <p:cNvGrpSpPr>
              <a:grpSpLocks/>
            </p:cNvGrpSpPr>
            <p:nvPr/>
          </p:nvGrpSpPr>
          <p:grpSpPr bwMode="auto">
            <a:xfrm>
              <a:off x="4817" y="3600"/>
              <a:ext cx="286" cy="288"/>
              <a:chOff x="712" y="2330"/>
              <a:chExt cx="286" cy="288"/>
            </a:xfrm>
          </p:grpSpPr>
          <p:sp>
            <p:nvSpPr>
              <p:cNvPr id="35912" name="Freeform 81"/>
              <p:cNvSpPr>
                <a:spLocks/>
              </p:cNvSpPr>
              <p:nvPr/>
            </p:nvSpPr>
            <p:spPr bwMode="auto">
              <a:xfrm>
                <a:off x="712" y="2330"/>
                <a:ext cx="286" cy="288"/>
              </a:xfrm>
              <a:custGeom>
                <a:avLst/>
                <a:gdLst>
                  <a:gd name="T0" fmla="*/ 126 w 572"/>
                  <a:gd name="T1" fmla="*/ 377 h 577"/>
                  <a:gd name="T2" fmla="*/ 0 w 572"/>
                  <a:gd name="T3" fmla="*/ 377 h 577"/>
                  <a:gd name="T4" fmla="*/ 0 w 572"/>
                  <a:gd name="T5" fmla="*/ 577 h 577"/>
                  <a:gd name="T6" fmla="*/ 572 w 572"/>
                  <a:gd name="T7" fmla="*/ 577 h 577"/>
                  <a:gd name="T8" fmla="*/ 572 w 572"/>
                  <a:gd name="T9" fmla="*/ 377 h 577"/>
                  <a:gd name="T10" fmla="*/ 446 w 572"/>
                  <a:gd name="T11" fmla="*/ 377 h 577"/>
                  <a:gd name="T12" fmla="*/ 446 w 572"/>
                  <a:gd name="T13" fmla="*/ 350 h 577"/>
                  <a:gd name="T14" fmla="*/ 500 w 572"/>
                  <a:gd name="T15" fmla="*/ 350 h 577"/>
                  <a:gd name="T16" fmla="*/ 500 w 572"/>
                  <a:gd name="T17" fmla="*/ 0 h 577"/>
                  <a:gd name="T18" fmla="*/ 71 w 572"/>
                  <a:gd name="T19" fmla="*/ 0 h 577"/>
                  <a:gd name="T20" fmla="*/ 71 w 572"/>
                  <a:gd name="T21" fmla="*/ 350 h 577"/>
                  <a:gd name="T22" fmla="*/ 126 w 572"/>
                  <a:gd name="T23" fmla="*/ 350 h 577"/>
                  <a:gd name="T24" fmla="*/ 126 w 572"/>
                  <a:gd name="T25" fmla="*/ 377 h 57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72"/>
                  <a:gd name="T40" fmla="*/ 0 h 577"/>
                  <a:gd name="T41" fmla="*/ 572 w 572"/>
                  <a:gd name="T42" fmla="*/ 577 h 57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72" h="577">
                    <a:moveTo>
                      <a:pt x="126" y="377"/>
                    </a:moveTo>
                    <a:lnTo>
                      <a:pt x="0" y="377"/>
                    </a:lnTo>
                    <a:lnTo>
                      <a:pt x="0" y="577"/>
                    </a:lnTo>
                    <a:lnTo>
                      <a:pt x="572" y="577"/>
                    </a:lnTo>
                    <a:lnTo>
                      <a:pt x="572" y="377"/>
                    </a:lnTo>
                    <a:lnTo>
                      <a:pt x="446" y="377"/>
                    </a:lnTo>
                    <a:lnTo>
                      <a:pt x="446" y="350"/>
                    </a:lnTo>
                    <a:lnTo>
                      <a:pt x="500" y="350"/>
                    </a:lnTo>
                    <a:lnTo>
                      <a:pt x="500" y="0"/>
                    </a:lnTo>
                    <a:lnTo>
                      <a:pt x="71" y="0"/>
                    </a:lnTo>
                    <a:lnTo>
                      <a:pt x="71" y="350"/>
                    </a:lnTo>
                    <a:lnTo>
                      <a:pt x="126" y="350"/>
                    </a:lnTo>
                    <a:lnTo>
                      <a:pt x="126" y="377"/>
                    </a:lnTo>
                    <a:close/>
                  </a:path>
                </a:pathLst>
              </a:custGeom>
              <a:solidFill>
                <a:srgbClr val="FFFFFF"/>
              </a:solidFill>
              <a:ln w="1111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5913" name="Line 82"/>
              <p:cNvSpPr>
                <a:spLocks noChangeShapeType="1"/>
              </p:cNvSpPr>
              <p:nvPr/>
            </p:nvSpPr>
            <p:spPr bwMode="auto">
              <a:xfrm>
                <a:off x="774" y="2518"/>
                <a:ext cx="161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14" name="Line 83"/>
              <p:cNvSpPr>
                <a:spLocks noChangeShapeType="1"/>
              </p:cNvSpPr>
              <p:nvPr/>
            </p:nvSpPr>
            <p:spPr bwMode="auto">
              <a:xfrm>
                <a:off x="774" y="2505"/>
                <a:ext cx="161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15" name="Freeform 84"/>
              <p:cNvSpPr>
                <a:spLocks noEditPoints="1"/>
              </p:cNvSpPr>
              <p:nvPr/>
            </p:nvSpPr>
            <p:spPr bwMode="auto">
              <a:xfrm>
                <a:off x="859" y="2528"/>
                <a:ext cx="116" cy="81"/>
              </a:xfrm>
              <a:custGeom>
                <a:avLst/>
                <a:gdLst>
                  <a:gd name="T0" fmla="*/ 0 w 231"/>
                  <a:gd name="T1" fmla="*/ 161 h 161"/>
                  <a:gd name="T2" fmla="*/ 187 w 231"/>
                  <a:gd name="T3" fmla="*/ 161 h 161"/>
                  <a:gd name="T4" fmla="*/ 187 w 231"/>
                  <a:gd name="T5" fmla="*/ 0 h 161"/>
                  <a:gd name="T6" fmla="*/ 0 w 231"/>
                  <a:gd name="T7" fmla="*/ 0 h 161"/>
                  <a:gd name="T8" fmla="*/ 0 w 231"/>
                  <a:gd name="T9" fmla="*/ 161 h 161"/>
                  <a:gd name="T10" fmla="*/ 204 w 231"/>
                  <a:gd name="T11" fmla="*/ 27 h 161"/>
                  <a:gd name="T12" fmla="*/ 231 w 231"/>
                  <a:gd name="T13" fmla="*/ 27 h 161"/>
                  <a:gd name="T14" fmla="*/ 231 w 231"/>
                  <a:gd name="T15" fmla="*/ 0 h 161"/>
                  <a:gd name="T16" fmla="*/ 204 w 231"/>
                  <a:gd name="T17" fmla="*/ 0 h 161"/>
                  <a:gd name="T18" fmla="*/ 204 w 231"/>
                  <a:gd name="T19" fmla="*/ 27 h 16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31"/>
                  <a:gd name="T31" fmla="*/ 0 h 161"/>
                  <a:gd name="T32" fmla="*/ 231 w 231"/>
                  <a:gd name="T33" fmla="*/ 161 h 16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31" h="161">
                    <a:moveTo>
                      <a:pt x="0" y="161"/>
                    </a:moveTo>
                    <a:lnTo>
                      <a:pt x="187" y="161"/>
                    </a:lnTo>
                    <a:lnTo>
                      <a:pt x="187" y="0"/>
                    </a:lnTo>
                    <a:lnTo>
                      <a:pt x="0" y="0"/>
                    </a:lnTo>
                    <a:lnTo>
                      <a:pt x="0" y="161"/>
                    </a:lnTo>
                    <a:close/>
                    <a:moveTo>
                      <a:pt x="204" y="27"/>
                    </a:moveTo>
                    <a:lnTo>
                      <a:pt x="231" y="27"/>
                    </a:lnTo>
                    <a:lnTo>
                      <a:pt x="231" y="0"/>
                    </a:lnTo>
                    <a:lnTo>
                      <a:pt x="204" y="0"/>
                    </a:lnTo>
                    <a:lnTo>
                      <a:pt x="204" y="27"/>
                    </a:lnTo>
                    <a:close/>
                  </a:path>
                </a:pathLst>
              </a:custGeom>
              <a:solidFill>
                <a:srgbClr val="FFFFFF"/>
              </a:solidFill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5916" name="Line 85"/>
              <p:cNvSpPr>
                <a:spLocks noChangeShapeType="1"/>
              </p:cNvSpPr>
              <p:nvPr/>
            </p:nvSpPr>
            <p:spPr bwMode="auto">
              <a:xfrm>
                <a:off x="859" y="2555"/>
                <a:ext cx="9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17" name="Line 86"/>
              <p:cNvSpPr>
                <a:spLocks noChangeShapeType="1"/>
              </p:cNvSpPr>
              <p:nvPr/>
            </p:nvSpPr>
            <p:spPr bwMode="auto">
              <a:xfrm>
                <a:off x="859" y="2582"/>
                <a:ext cx="9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18" name="Line 87"/>
              <p:cNvSpPr>
                <a:spLocks noChangeShapeType="1"/>
              </p:cNvSpPr>
              <p:nvPr/>
            </p:nvSpPr>
            <p:spPr bwMode="auto">
              <a:xfrm>
                <a:off x="863" y="2568"/>
                <a:ext cx="8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19" name="Rectangle 88"/>
              <p:cNvSpPr>
                <a:spLocks noChangeArrowheads="1"/>
              </p:cNvSpPr>
              <p:nvPr/>
            </p:nvSpPr>
            <p:spPr bwMode="auto">
              <a:xfrm>
                <a:off x="913" y="2560"/>
                <a:ext cx="26" cy="17"/>
              </a:xfrm>
              <a:prstGeom prst="rect">
                <a:avLst/>
              </a:prstGeom>
              <a:noFill/>
              <a:ln w="47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5920" name="Freeform 89"/>
              <p:cNvSpPr>
                <a:spLocks noEditPoints="1"/>
              </p:cNvSpPr>
              <p:nvPr/>
            </p:nvSpPr>
            <p:spPr bwMode="auto">
              <a:xfrm>
                <a:off x="720" y="2350"/>
                <a:ext cx="269" cy="193"/>
              </a:xfrm>
              <a:custGeom>
                <a:avLst/>
                <a:gdLst>
                  <a:gd name="T0" fmla="*/ 450 w 538"/>
                  <a:gd name="T1" fmla="*/ 277 h 387"/>
                  <a:gd name="T2" fmla="*/ 469 w 538"/>
                  <a:gd name="T3" fmla="*/ 277 h 387"/>
                  <a:gd name="T4" fmla="*/ 469 w 538"/>
                  <a:gd name="T5" fmla="*/ 269 h 387"/>
                  <a:gd name="T6" fmla="*/ 450 w 538"/>
                  <a:gd name="T7" fmla="*/ 269 h 387"/>
                  <a:gd name="T8" fmla="*/ 450 w 538"/>
                  <a:gd name="T9" fmla="*/ 277 h 387"/>
                  <a:gd name="T10" fmla="*/ 122 w 538"/>
                  <a:gd name="T11" fmla="*/ 229 h 387"/>
                  <a:gd name="T12" fmla="*/ 122 w 538"/>
                  <a:gd name="T13" fmla="*/ 27 h 387"/>
                  <a:gd name="T14" fmla="*/ 416 w 538"/>
                  <a:gd name="T15" fmla="*/ 27 h 387"/>
                  <a:gd name="T16" fmla="*/ 416 w 538"/>
                  <a:gd name="T17" fmla="*/ 229 h 387"/>
                  <a:gd name="T18" fmla="*/ 122 w 538"/>
                  <a:gd name="T19" fmla="*/ 229 h 387"/>
                  <a:gd name="T20" fmla="*/ 109 w 538"/>
                  <a:gd name="T21" fmla="*/ 243 h 387"/>
                  <a:gd name="T22" fmla="*/ 429 w 538"/>
                  <a:gd name="T23" fmla="*/ 243 h 387"/>
                  <a:gd name="T24" fmla="*/ 429 w 538"/>
                  <a:gd name="T25" fmla="*/ 14 h 387"/>
                  <a:gd name="T26" fmla="*/ 443 w 538"/>
                  <a:gd name="T27" fmla="*/ 14 h 387"/>
                  <a:gd name="T28" fmla="*/ 443 w 538"/>
                  <a:gd name="T29" fmla="*/ 0 h 387"/>
                  <a:gd name="T30" fmla="*/ 94 w 538"/>
                  <a:gd name="T31" fmla="*/ 0 h 387"/>
                  <a:gd name="T32" fmla="*/ 94 w 538"/>
                  <a:gd name="T33" fmla="*/ 256 h 387"/>
                  <a:gd name="T34" fmla="*/ 109 w 538"/>
                  <a:gd name="T35" fmla="*/ 256 h 387"/>
                  <a:gd name="T36" fmla="*/ 109 w 538"/>
                  <a:gd name="T37" fmla="*/ 243 h 387"/>
                  <a:gd name="T38" fmla="*/ 0 w 538"/>
                  <a:gd name="T39" fmla="*/ 373 h 387"/>
                  <a:gd name="T40" fmla="*/ 54 w 538"/>
                  <a:gd name="T41" fmla="*/ 373 h 387"/>
                  <a:gd name="T42" fmla="*/ 54 w 538"/>
                  <a:gd name="T43" fmla="*/ 356 h 387"/>
                  <a:gd name="T44" fmla="*/ 0 w 538"/>
                  <a:gd name="T45" fmla="*/ 356 h 387"/>
                  <a:gd name="T46" fmla="*/ 0 w 538"/>
                  <a:gd name="T47" fmla="*/ 373 h 387"/>
                  <a:gd name="T48" fmla="*/ 313 w 538"/>
                  <a:gd name="T49" fmla="*/ 387 h 387"/>
                  <a:gd name="T50" fmla="*/ 429 w 538"/>
                  <a:gd name="T51" fmla="*/ 387 h 387"/>
                  <a:gd name="T52" fmla="*/ 429 w 538"/>
                  <a:gd name="T53" fmla="*/ 379 h 387"/>
                  <a:gd name="T54" fmla="*/ 313 w 538"/>
                  <a:gd name="T55" fmla="*/ 379 h 387"/>
                  <a:gd name="T56" fmla="*/ 313 w 538"/>
                  <a:gd name="T57" fmla="*/ 387 h 387"/>
                  <a:gd name="T58" fmla="*/ 519 w 538"/>
                  <a:gd name="T59" fmla="*/ 364 h 387"/>
                  <a:gd name="T60" fmla="*/ 538 w 538"/>
                  <a:gd name="T61" fmla="*/ 364 h 387"/>
                  <a:gd name="T62" fmla="*/ 538 w 538"/>
                  <a:gd name="T63" fmla="*/ 356 h 387"/>
                  <a:gd name="T64" fmla="*/ 519 w 538"/>
                  <a:gd name="T65" fmla="*/ 356 h 387"/>
                  <a:gd name="T66" fmla="*/ 519 w 538"/>
                  <a:gd name="T67" fmla="*/ 364 h 387"/>
                  <a:gd name="T68" fmla="*/ 519 w 538"/>
                  <a:gd name="T69" fmla="*/ 383 h 387"/>
                  <a:gd name="T70" fmla="*/ 538 w 538"/>
                  <a:gd name="T71" fmla="*/ 383 h 387"/>
                  <a:gd name="T72" fmla="*/ 538 w 538"/>
                  <a:gd name="T73" fmla="*/ 373 h 387"/>
                  <a:gd name="T74" fmla="*/ 519 w 538"/>
                  <a:gd name="T75" fmla="*/ 373 h 387"/>
                  <a:gd name="T76" fmla="*/ 519 w 538"/>
                  <a:gd name="T77" fmla="*/ 383 h 387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538"/>
                  <a:gd name="T118" fmla="*/ 0 h 387"/>
                  <a:gd name="T119" fmla="*/ 538 w 538"/>
                  <a:gd name="T120" fmla="*/ 387 h 387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538" h="387">
                    <a:moveTo>
                      <a:pt x="450" y="277"/>
                    </a:moveTo>
                    <a:lnTo>
                      <a:pt x="469" y="277"/>
                    </a:lnTo>
                    <a:lnTo>
                      <a:pt x="469" y="269"/>
                    </a:lnTo>
                    <a:lnTo>
                      <a:pt x="450" y="269"/>
                    </a:lnTo>
                    <a:lnTo>
                      <a:pt x="450" y="277"/>
                    </a:lnTo>
                    <a:close/>
                    <a:moveTo>
                      <a:pt x="122" y="229"/>
                    </a:moveTo>
                    <a:lnTo>
                      <a:pt x="122" y="27"/>
                    </a:lnTo>
                    <a:lnTo>
                      <a:pt x="416" y="27"/>
                    </a:lnTo>
                    <a:lnTo>
                      <a:pt x="416" y="229"/>
                    </a:lnTo>
                    <a:lnTo>
                      <a:pt x="122" y="229"/>
                    </a:lnTo>
                    <a:close/>
                    <a:moveTo>
                      <a:pt x="109" y="243"/>
                    </a:moveTo>
                    <a:lnTo>
                      <a:pt x="429" y="243"/>
                    </a:lnTo>
                    <a:lnTo>
                      <a:pt x="429" y="14"/>
                    </a:lnTo>
                    <a:lnTo>
                      <a:pt x="443" y="14"/>
                    </a:lnTo>
                    <a:lnTo>
                      <a:pt x="443" y="0"/>
                    </a:lnTo>
                    <a:lnTo>
                      <a:pt x="94" y="0"/>
                    </a:lnTo>
                    <a:lnTo>
                      <a:pt x="94" y="256"/>
                    </a:lnTo>
                    <a:lnTo>
                      <a:pt x="109" y="256"/>
                    </a:lnTo>
                    <a:lnTo>
                      <a:pt x="109" y="243"/>
                    </a:lnTo>
                    <a:close/>
                    <a:moveTo>
                      <a:pt x="0" y="373"/>
                    </a:moveTo>
                    <a:lnTo>
                      <a:pt x="54" y="373"/>
                    </a:lnTo>
                    <a:lnTo>
                      <a:pt x="54" y="356"/>
                    </a:lnTo>
                    <a:lnTo>
                      <a:pt x="0" y="356"/>
                    </a:lnTo>
                    <a:lnTo>
                      <a:pt x="0" y="373"/>
                    </a:lnTo>
                    <a:close/>
                    <a:moveTo>
                      <a:pt x="313" y="387"/>
                    </a:moveTo>
                    <a:lnTo>
                      <a:pt x="429" y="387"/>
                    </a:lnTo>
                    <a:lnTo>
                      <a:pt x="429" y="379"/>
                    </a:lnTo>
                    <a:lnTo>
                      <a:pt x="313" y="379"/>
                    </a:lnTo>
                    <a:lnTo>
                      <a:pt x="313" y="387"/>
                    </a:lnTo>
                    <a:close/>
                    <a:moveTo>
                      <a:pt x="519" y="364"/>
                    </a:moveTo>
                    <a:lnTo>
                      <a:pt x="538" y="364"/>
                    </a:lnTo>
                    <a:lnTo>
                      <a:pt x="538" y="356"/>
                    </a:lnTo>
                    <a:lnTo>
                      <a:pt x="519" y="356"/>
                    </a:lnTo>
                    <a:lnTo>
                      <a:pt x="519" y="364"/>
                    </a:lnTo>
                    <a:close/>
                    <a:moveTo>
                      <a:pt x="519" y="383"/>
                    </a:moveTo>
                    <a:lnTo>
                      <a:pt x="538" y="383"/>
                    </a:lnTo>
                    <a:lnTo>
                      <a:pt x="538" y="373"/>
                    </a:lnTo>
                    <a:lnTo>
                      <a:pt x="519" y="373"/>
                    </a:lnTo>
                    <a:lnTo>
                      <a:pt x="519" y="383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5921" name="Line 90"/>
              <p:cNvSpPr>
                <a:spLocks noChangeShapeType="1"/>
              </p:cNvSpPr>
              <p:nvPr/>
            </p:nvSpPr>
            <p:spPr bwMode="auto">
              <a:xfrm>
                <a:off x="747" y="2495"/>
                <a:ext cx="2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22" name="Line 91"/>
              <p:cNvSpPr>
                <a:spLocks noChangeShapeType="1"/>
              </p:cNvSpPr>
              <p:nvPr/>
            </p:nvSpPr>
            <p:spPr bwMode="auto">
              <a:xfrm flipV="1">
                <a:off x="801" y="2495"/>
                <a:ext cx="1" cy="1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5923" name="Line 92"/>
              <p:cNvSpPr>
                <a:spLocks noChangeShapeType="1"/>
              </p:cNvSpPr>
              <p:nvPr/>
            </p:nvSpPr>
            <p:spPr bwMode="auto">
              <a:xfrm flipV="1">
                <a:off x="855" y="2495"/>
                <a:ext cx="1" cy="1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</p:grpSp>
        <p:cxnSp>
          <p:nvCxnSpPr>
            <p:cNvPr id="35886" name="AutoShape 93"/>
            <p:cNvCxnSpPr>
              <a:cxnSpLocks noChangeShapeType="1"/>
              <a:stCxn id="35874" idx="3"/>
              <a:endCxn id="35876" idx="1"/>
            </p:cNvCxnSpPr>
            <p:nvPr/>
          </p:nvCxnSpPr>
          <p:spPr bwMode="auto">
            <a:xfrm flipV="1">
              <a:off x="1359" y="2400"/>
              <a:ext cx="1152" cy="4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87" name="AutoShape 94"/>
            <p:cNvCxnSpPr>
              <a:cxnSpLocks noChangeShapeType="1"/>
              <a:stCxn id="35874" idx="3"/>
              <a:endCxn id="35877" idx="1"/>
            </p:cNvCxnSpPr>
            <p:nvPr/>
          </p:nvCxnSpPr>
          <p:spPr bwMode="auto">
            <a:xfrm>
              <a:off x="1359" y="2448"/>
              <a:ext cx="1152" cy="576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88" name="AutoShape 95"/>
            <p:cNvCxnSpPr>
              <a:cxnSpLocks noChangeShapeType="1"/>
              <a:stCxn id="35875" idx="3"/>
              <a:endCxn id="35877" idx="1"/>
            </p:cNvCxnSpPr>
            <p:nvPr/>
          </p:nvCxnSpPr>
          <p:spPr bwMode="auto">
            <a:xfrm flipV="1">
              <a:off x="1311" y="3024"/>
              <a:ext cx="1200" cy="48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89" name="AutoShape 96"/>
            <p:cNvCxnSpPr>
              <a:cxnSpLocks noChangeShapeType="1"/>
              <a:stCxn id="35875" idx="3"/>
              <a:endCxn id="35878" idx="1"/>
            </p:cNvCxnSpPr>
            <p:nvPr/>
          </p:nvCxnSpPr>
          <p:spPr bwMode="auto">
            <a:xfrm>
              <a:off x="1311" y="3504"/>
              <a:ext cx="1200" cy="336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90" name="AutoShape 97"/>
            <p:cNvCxnSpPr>
              <a:cxnSpLocks noChangeShapeType="1"/>
              <a:stCxn id="35877" idx="3"/>
              <a:endCxn id="35879" idx="1"/>
            </p:cNvCxnSpPr>
            <p:nvPr/>
          </p:nvCxnSpPr>
          <p:spPr bwMode="auto">
            <a:xfrm flipV="1">
              <a:off x="2703" y="2688"/>
              <a:ext cx="1440" cy="336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91" name="AutoShape 98"/>
            <p:cNvCxnSpPr>
              <a:cxnSpLocks noChangeShapeType="1"/>
              <a:stCxn id="35878" idx="3"/>
              <a:endCxn id="35880" idx="1"/>
            </p:cNvCxnSpPr>
            <p:nvPr/>
          </p:nvCxnSpPr>
          <p:spPr bwMode="auto">
            <a:xfrm flipV="1">
              <a:off x="2703" y="3792"/>
              <a:ext cx="1248" cy="4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92" name="AutoShape 99"/>
            <p:cNvCxnSpPr>
              <a:cxnSpLocks noChangeShapeType="1"/>
              <a:stCxn id="35880" idx="0"/>
              <a:endCxn id="35879" idx="2"/>
            </p:cNvCxnSpPr>
            <p:nvPr/>
          </p:nvCxnSpPr>
          <p:spPr bwMode="auto">
            <a:xfrm flipV="1">
              <a:off x="4047" y="2832"/>
              <a:ext cx="192" cy="816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93" name="AutoShape 100"/>
            <p:cNvCxnSpPr>
              <a:cxnSpLocks noChangeShapeType="1"/>
              <a:stCxn id="35875" idx="0"/>
              <a:endCxn id="35874" idx="2"/>
            </p:cNvCxnSpPr>
            <p:nvPr/>
          </p:nvCxnSpPr>
          <p:spPr bwMode="auto">
            <a:xfrm flipV="1">
              <a:off x="1215" y="2592"/>
              <a:ext cx="48" cy="76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94" name="AutoShape 101"/>
            <p:cNvCxnSpPr>
              <a:cxnSpLocks noChangeShapeType="1"/>
              <a:stCxn id="35876" idx="3"/>
              <a:endCxn id="35879" idx="1"/>
            </p:cNvCxnSpPr>
            <p:nvPr/>
          </p:nvCxnSpPr>
          <p:spPr bwMode="auto">
            <a:xfrm>
              <a:off x="2703" y="2400"/>
              <a:ext cx="1440" cy="28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95" name="AutoShape 102"/>
            <p:cNvCxnSpPr>
              <a:cxnSpLocks noChangeShapeType="1"/>
              <a:stCxn id="35968" idx="35"/>
              <a:endCxn id="35874" idx="1"/>
            </p:cNvCxnSpPr>
            <p:nvPr/>
          </p:nvCxnSpPr>
          <p:spPr bwMode="auto">
            <a:xfrm>
              <a:off x="676" y="2227"/>
              <a:ext cx="491" cy="221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96" name="AutoShape 103"/>
            <p:cNvCxnSpPr>
              <a:cxnSpLocks noChangeShapeType="1"/>
              <a:stCxn id="35956" idx="31"/>
              <a:endCxn id="35875" idx="1"/>
            </p:cNvCxnSpPr>
            <p:nvPr/>
          </p:nvCxnSpPr>
          <p:spPr bwMode="auto">
            <a:xfrm flipV="1">
              <a:off x="724" y="3504"/>
              <a:ext cx="395" cy="19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97" name="AutoShape 104"/>
            <p:cNvCxnSpPr>
              <a:cxnSpLocks noChangeShapeType="1"/>
              <a:stCxn id="35876" idx="0"/>
              <a:endCxn id="35939" idx="4"/>
            </p:cNvCxnSpPr>
            <p:nvPr/>
          </p:nvCxnSpPr>
          <p:spPr bwMode="auto">
            <a:xfrm flipV="1">
              <a:off x="2607" y="2007"/>
              <a:ext cx="99" cy="249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98" name="AutoShape 105"/>
            <p:cNvCxnSpPr>
              <a:cxnSpLocks noChangeShapeType="1"/>
              <a:stCxn id="35880" idx="3"/>
              <a:endCxn id="35920" idx="23"/>
            </p:cNvCxnSpPr>
            <p:nvPr/>
          </p:nvCxnSpPr>
          <p:spPr bwMode="auto">
            <a:xfrm>
              <a:off x="4143" y="3792"/>
              <a:ext cx="682" cy="14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99" name="AutoShape 106"/>
            <p:cNvCxnSpPr>
              <a:cxnSpLocks noChangeShapeType="1"/>
              <a:stCxn id="35879" idx="3"/>
              <a:endCxn id="35924" idx="2"/>
            </p:cNvCxnSpPr>
            <p:nvPr/>
          </p:nvCxnSpPr>
          <p:spPr bwMode="auto">
            <a:xfrm flipV="1">
              <a:off x="4335" y="2304"/>
              <a:ext cx="288" cy="384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900" name="Text Box 107"/>
            <p:cNvSpPr txBox="1">
              <a:spLocks noChangeArrowheads="1"/>
            </p:cNvSpPr>
            <p:nvPr/>
          </p:nvSpPr>
          <p:spPr bwMode="auto">
            <a:xfrm>
              <a:off x="303" y="1824"/>
              <a:ext cx="450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Host A</a:t>
              </a:r>
            </a:p>
          </p:txBody>
        </p:sp>
        <p:sp>
          <p:nvSpPr>
            <p:cNvPr id="35901" name="Text Box 108"/>
            <p:cNvSpPr txBox="1">
              <a:spLocks noChangeArrowheads="1"/>
            </p:cNvSpPr>
            <p:nvPr/>
          </p:nvSpPr>
          <p:spPr bwMode="auto">
            <a:xfrm>
              <a:off x="333" y="3314"/>
              <a:ext cx="450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Host B</a:t>
              </a:r>
            </a:p>
          </p:txBody>
        </p:sp>
        <p:sp>
          <p:nvSpPr>
            <p:cNvPr id="35902" name="Text Box 109"/>
            <p:cNvSpPr txBox="1">
              <a:spLocks noChangeArrowheads="1"/>
            </p:cNvSpPr>
            <p:nvPr/>
          </p:nvSpPr>
          <p:spPr bwMode="auto">
            <a:xfrm>
              <a:off x="4671" y="3408"/>
              <a:ext cx="450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Host E</a:t>
              </a:r>
            </a:p>
          </p:txBody>
        </p:sp>
        <p:sp>
          <p:nvSpPr>
            <p:cNvPr id="35903" name="Text Box 110"/>
            <p:cNvSpPr txBox="1">
              <a:spLocks noChangeArrowheads="1"/>
            </p:cNvSpPr>
            <p:nvPr/>
          </p:nvSpPr>
          <p:spPr bwMode="auto">
            <a:xfrm>
              <a:off x="4458" y="1778"/>
              <a:ext cx="456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Host D</a:t>
              </a:r>
            </a:p>
          </p:txBody>
        </p:sp>
        <p:sp>
          <p:nvSpPr>
            <p:cNvPr id="35904" name="Text Box 111"/>
            <p:cNvSpPr txBox="1">
              <a:spLocks noChangeArrowheads="1"/>
            </p:cNvSpPr>
            <p:nvPr/>
          </p:nvSpPr>
          <p:spPr bwMode="auto">
            <a:xfrm>
              <a:off x="2460" y="1536"/>
              <a:ext cx="456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Host C</a:t>
              </a:r>
            </a:p>
          </p:txBody>
        </p:sp>
        <p:sp>
          <p:nvSpPr>
            <p:cNvPr id="35905" name="Text Box 112"/>
            <p:cNvSpPr txBox="1">
              <a:spLocks noChangeArrowheads="1"/>
            </p:cNvSpPr>
            <p:nvPr/>
          </p:nvSpPr>
          <p:spPr bwMode="auto">
            <a:xfrm>
              <a:off x="1152" y="2354"/>
              <a:ext cx="25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N1</a:t>
              </a:r>
            </a:p>
          </p:txBody>
        </p:sp>
        <p:sp>
          <p:nvSpPr>
            <p:cNvPr id="35906" name="Text Box 113"/>
            <p:cNvSpPr txBox="1">
              <a:spLocks noChangeArrowheads="1"/>
            </p:cNvSpPr>
            <p:nvPr/>
          </p:nvSpPr>
          <p:spPr bwMode="auto">
            <a:xfrm>
              <a:off x="2479" y="2304"/>
              <a:ext cx="25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N2</a:t>
              </a:r>
            </a:p>
          </p:txBody>
        </p:sp>
        <p:sp>
          <p:nvSpPr>
            <p:cNvPr id="35907" name="Text Box 114"/>
            <p:cNvSpPr txBox="1">
              <a:spLocks noChangeArrowheads="1"/>
            </p:cNvSpPr>
            <p:nvPr/>
          </p:nvSpPr>
          <p:spPr bwMode="auto">
            <a:xfrm>
              <a:off x="4111" y="2594"/>
              <a:ext cx="25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N3</a:t>
              </a:r>
            </a:p>
          </p:txBody>
        </p:sp>
        <p:sp>
          <p:nvSpPr>
            <p:cNvPr id="35908" name="Text Box 115"/>
            <p:cNvSpPr txBox="1">
              <a:spLocks noChangeArrowheads="1"/>
            </p:cNvSpPr>
            <p:nvPr/>
          </p:nvSpPr>
          <p:spPr bwMode="auto">
            <a:xfrm>
              <a:off x="1089" y="3410"/>
              <a:ext cx="25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N4</a:t>
              </a:r>
            </a:p>
          </p:txBody>
        </p:sp>
        <p:sp>
          <p:nvSpPr>
            <p:cNvPr id="35909" name="Text Box 116"/>
            <p:cNvSpPr txBox="1">
              <a:spLocks noChangeArrowheads="1"/>
            </p:cNvSpPr>
            <p:nvPr/>
          </p:nvSpPr>
          <p:spPr bwMode="auto">
            <a:xfrm>
              <a:off x="2479" y="2930"/>
              <a:ext cx="25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N5</a:t>
              </a:r>
            </a:p>
          </p:txBody>
        </p:sp>
        <p:sp>
          <p:nvSpPr>
            <p:cNvPr id="35910" name="Text Box 117"/>
            <p:cNvSpPr txBox="1">
              <a:spLocks noChangeArrowheads="1"/>
            </p:cNvSpPr>
            <p:nvPr/>
          </p:nvSpPr>
          <p:spPr bwMode="auto">
            <a:xfrm>
              <a:off x="3919" y="3698"/>
              <a:ext cx="25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N7</a:t>
              </a:r>
            </a:p>
          </p:txBody>
        </p:sp>
        <p:sp>
          <p:nvSpPr>
            <p:cNvPr id="35911" name="Text Box 118"/>
            <p:cNvSpPr txBox="1">
              <a:spLocks noChangeArrowheads="1"/>
            </p:cNvSpPr>
            <p:nvPr/>
          </p:nvSpPr>
          <p:spPr bwMode="auto">
            <a:xfrm>
              <a:off x="2479" y="3698"/>
              <a:ext cx="25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N6</a:t>
              </a:r>
            </a:p>
          </p:txBody>
        </p:sp>
      </p:grpSp>
      <p:grpSp>
        <p:nvGrpSpPr>
          <p:cNvPr id="8" name="Group 119"/>
          <p:cNvGrpSpPr>
            <a:grpSpLocks/>
          </p:cNvGrpSpPr>
          <p:nvPr/>
        </p:nvGrpSpPr>
        <p:grpSpPr bwMode="auto">
          <a:xfrm>
            <a:off x="2157412" y="3657600"/>
            <a:ext cx="1981200" cy="1524000"/>
            <a:chOff x="1152" y="2304"/>
            <a:chExt cx="1248" cy="960"/>
          </a:xfrm>
        </p:grpSpPr>
        <p:sp>
          <p:nvSpPr>
            <p:cNvPr id="35855" name="Line 120"/>
            <p:cNvSpPr>
              <a:spLocks noChangeShapeType="1"/>
            </p:cNvSpPr>
            <p:nvPr/>
          </p:nvSpPr>
          <p:spPr bwMode="auto">
            <a:xfrm flipH="1">
              <a:off x="1152" y="2592"/>
              <a:ext cx="48" cy="672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NZ"/>
            </a:p>
          </p:txBody>
        </p:sp>
        <p:sp>
          <p:nvSpPr>
            <p:cNvPr id="35856" name="Line 121"/>
            <p:cNvSpPr>
              <a:spLocks noChangeShapeType="1"/>
            </p:cNvSpPr>
            <p:nvPr/>
          </p:nvSpPr>
          <p:spPr bwMode="auto">
            <a:xfrm>
              <a:off x="1344" y="2592"/>
              <a:ext cx="960" cy="432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NZ"/>
            </a:p>
          </p:txBody>
        </p:sp>
        <p:sp>
          <p:nvSpPr>
            <p:cNvPr id="35857" name="Line 122"/>
            <p:cNvSpPr>
              <a:spLocks noChangeShapeType="1"/>
            </p:cNvSpPr>
            <p:nvPr/>
          </p:nvSpPr>
          <p:spPr bwMode="auto">
            <a:xfrm flipV="1">
              <a:off x="1344" y="2304"/>
              <a:ext cx="1056" cy="48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NZ"/>
            </a:p>
          </p:txBody>
        </p:sp>
      </p:grpSp>
      <p:grpSp>
        <p:nvGrpSpPr>
          <p:cNvPr id="9" name="Group 123"/>
          <p:cNvGrpSpPr>
            <a:grpSpLocks/>
          </p:cNvGrpSpPr>
          <p:nvPr/>
        </p:nvGrpSpPr>
        <p:grpSpPr bwMode="auto">
          <a:xfrm>
            <a:off x="2386012" y="3733800"/>
            <a:ext cx="4495800" cy="2438400"/>
            <a:chOff x="1296" y="2352"/>
            <a:chExt cx="2832" cy="1536"/>
          </a:xfrm>
        </p:grpSpPr>
        <p:sp>
          <p:nvSpPr>
            <p:cNvPr id="35852" name="Line 124"/>
            <p:cNvSpPr>
              <a:spLocks noChangeShapeType="1"/>
            </p:cNvSpPr>
            <p:nvPr/>
          </p:nvSpPr>
          <p:spPr bwMode="auto">
            <a:xfrm>
              <a:off x="2736" y="2352"/>
              <a:ext cx="1344" cy="24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NZ"/>
            </a:p>
          </p:txBody>
        </p:sp>
        <p:sp>
          <p:nvSpPr>
            <p:cNvPr id="35853" name="Line 125"/>
            <p:cNvSpPr>
              <a:spLocks noChangeShapeType="1"/>
            </p:cNvSpPr>
            <p:nvPr/>
          </p:nvSpPr>
          <p:spPr bwMode="auto">
            <a:xfrm flipV="1">
              <a:off x="2736" y="2736"/>
              <a:ext cx="1392" cy="336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NZ"/>
            </a:p>
          </p:txBody>
        </p:sp>
        <p:sp>
          <p:nvSpPr>
            <p:cNvPr id="35854" name="Line 126"/>
            <p:cNvSpPr>
              <a:spLocks noChangeShapeType="1"/>
            </p:cNvSpPr>
            <p:nvPr/>
          </p:nvSpPr>
          <p:spPr bwMode="auto">
            <a:xfrm>
              <a:off x="1296" y="3552"/>
              <a:ext cx="1200" cy="336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NZ"/>
            </a:p>
          </p:txBody>
        </p:sp>
      </p:grpSp>
      <p:grpSp>
        <p:nvGrpSpPr>
          <p:cNvPr id="10" name="Group 127"/>
          <p:cNvGrpSpPr>
            <a:grpSpLocks/>
          </p:cNvGrpSpPr>
          <p:nvPr/>
        </p:nvGrpSpPr>
        <p:grpSpPr bwMode="auto">
          <a:xfrm>
            <a:off x="4595812" y="4495800"/>
            <a:ext cx="2590800" cy="1752600"/>
            <a:chOff x="2688" y="2832"/>
            <a:chExt cx="1632" cy="1104"/>
          </a:xfrm>
        </p:grpSpPr>
        <p:sp>
          <p:nvSpPr>
            <p:cNvPr id="35850" name="Line 128"/>
            <p:cNvSpPr>
              <a:spLocks noChangeShapeType="1"/>
            </p:cNvSpPr>
            <p:nvPr/>
          </p:nvSpPr>
          <p:spPr bwMode="auto">
            <a:xfrm flipH="1">
              <a:off x="4128" y="2832"/>
              <a:ext cx="192" cy="816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NZ"/>
            </a:p>
          </p:txBody>
        </p:sp>
        <p:sp>
          <p:nvSpPr>
            <p:cNvPr id="35851" name="Line 129"/>
            <p:cNvSpPr>
              <a:spLocks noChangeShapeType="1"/>
            </p:cNvSpPr>
            <p:nvPr/>
          </p:nvSpPr>
          <p:spPr bwMode="auto">
            <a:xfrm flipV="1">
              <a:off x="2688" y="3888"/>
              <a:ext cx="1248" cy="48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488" tIns="44450" rIns="90488" bIns="44450"/>
            <a:lstStyle/>
            <a:p>
              <a:endParaRPr lang="en-NZ"/>
            </a:p>
          </p:txBody>
        </p:sp>
      </p:grpSp>
      <p:sp>
        <p:nvSpPr>
          <p:cNvPr id="917634" name="Line 130"/>
          <p:cNvSpPr>
            <a:spLocks noChangeShapeType="1"/>
          </p:cNvSpPr>
          <p:nvPr/>
        </p:nvSpPr>
        <p:spPr bwMode="auto">
          <a:xfrm flipV="1">
            <a:off x="2462212" y="4800600"/>
            <a:ext cx="1676400" cy="6096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NZ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710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17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763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AutoShape 2"/>
          <p:cNvSpPr>
            <a:spLocks noChangeArrowheads="1"/>
          </p:cNvSpPr>
          <p:nvPr/>
        </p:nvSpPr>
        <p:spPr bwMode="auto">
          <a:xfrm>
            <a:off x="1905000" y="1609725"/>
            <a:ext cx="1371600" cy="914400"/>
          </a:xfrm>
          <a:prstGeom prst="wedgeRectCallout">
            <a:avLst>
              <a:gd name="adj1" fmla="val -28704"/>
              <a:gd name="adj2" fmla="val 74829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Link State Routing: Node State</a:t>
            </a:r>
          </a:p>
        </p:txBody>
      </p:sp>
      <p:grpSp>
        <p:nvGrpSpPr>
          <p:cNvPr id="36869" name="Group 4"/>
          <p:cNvGrpSpPr>
            <a:grpSpLocks/>
          </p:cNvGrpSpPr>
          <p:nvPr/>
        </p:nvGrpSpPr>
        <p:grpSpPr bwMode="auto">
          <a:xfrm>
            <a:off x="533400" y="1609725"/>
            <a:ext cx="7824788" cy="3886200"/>
            <a:chOff x="192" y="1536"/>
            <a:chExt cx="4929" cy="2448"/>
          </a:xfrm>
        </p:grpSpPr>
        <p:sp>
          <p:nvSpPr>
            <p:cNvPr id="37177" name="Freeform 5"/>
            <p:cNvSpPr>
              <a:spLocks noEditPoints="1"/>
            </p:cNvSpPr>
            <p:nvPr/>
          </p:nvSpPr>
          <p:spPr bwMode="auto">
            <a:xfrm>
              <a:off x="854" y="2385"/>
              <a:ext cx="1500" cy="22"/>
            </a:xfrm>
            <a:custGeom>
              <a:avLst/>
              <a:gdLst>
                <a:gd name="T0" fmla="*/ 1500 w 1500"/>
                <a:gd name="T1" fmla="*/ 10 h 22"/>
                <a:gd name="T2" fmla="*/ 1498 w 1500"/>
                <a:gd name="T3" fmla="*/ 2 h 22"/>
                <a:gd name="T4" fmla="*/ 1490 w 1500"/>
                <a:gd name="T5" fmla="*/ 0 h 22"/>
                <a:gd name="T6" fmla="*/ 1482 w 1500"/>
                <a:gd name="T7" fmla="*/ 2 h 22"/>
                <a:gd name="T8" fmla="*/ 1478 w 1500"/>
                <a:gd name="T9" fmla="*/ 10 h 22"/>
                <a:gd name="T10" fmla="*/ 1482 w 1500"/>
                <a:gd name="T11" fmla="*/ 18 h 22"/>
                <a:gd name="T12" fmla="*/ 1490 w 1500"/>
                <a:gd name="T13" fmla="*/ 22 h 22"/>
                <a:gd name="T14" fmla="*/ 1498 w 1500"/>
                <a:gd name="T15" fmla="*/ 18 h 22"/>
                <a:gd name="T16" fmla="*/ 1500 w 1500"/>
                <a:gd name="T17" fmla="*/ 10 h 22"/>
                <a:gd name="T18" fmla="*/ 0 w 1500"/>
                <a:gd name="T19" fmla="*/ 10 h 22"/>
                <a:gd name="T20" fmla="*/ 2 w 1500"/>
                <a:gd name="T21" fmla="*/ 18 h 22"/>
                <a:gd name="T22" fmla="*/ 10 w 1500"/>
                <a:gd name="T23" fmla="*/ 22 h 22"/>
                <a:gd name="T24" fmla="*/ 18 w 1500"/>
                <a:gd name="T25" fmla="*/ 18 h 22"/>
                <a:gd name="T26" fmla="*/ 21 w 1500"/>
                <a:gd name="T27" fmla="*/ 10 h 22"/>
                <a:gd name="T28" fmla="*/ 18 w 1500"/>
                <a:gd name="T29" fmla="*/ 2 h 22"/>
                <a:gd name="T30" fmla="*/ 10 w 1500"/>
                <a:gd name="T31" fmla="*/ 0 h 22"/>
                <a:gd name="T32" fmla="*/ 2 w 1500"/>
                <a:gd name="T33" fmla="*/ 2 h 22"/>
                <a:gd name="T34" fmla="*/ 0 w 1500"/>
                <a:gd name="T35" fmla="*/ 10 h 2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00"/>
                <a:gd name="T55" fmla="*/ 0 h 22"/>
                <a:gd name="T56" fmla="*/ 1500 w 1500"/>
                <a:gd name="T57" fmla="*/ 22 h 2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00" h="22">
                  <a:moveTo>
                    <a:pt x="1500" y="10"/>
                  </a:moveTo>
                  <a:lnTo>
                    <a:pt x="1498" y="2"/>
                  </a:lnTo>
                  <a:lnTo>
                    <a:pt x="1490" y="0"/>
                  </a:lnTo>
                  <a:lnTo>
                    <a:pt x="1482" y="2"/>
                  </a:lnTo>
                  <a:lnTo>
                    <a:pt x="1478" y="10"/>
                  </a:lnTo>
                  <a:lnTo>
                    <a:pt x="1482" y="18"/>
                  </a:lnTo>
                  <a:lnTo>
                    <a:pt x="1490" y="22"/>
                  </a:lnTo>
                  <a:lnTo>
                    <a:pt x="1498" y="18"/>
                  </a:lnTo>
                  <a:lnTo>
                    <a:pt x="1500" y="10"/>
                  </a:lnTo>
                  <a:close/>
                  <a:moveTo>
                    <a:pt x="0" y="10"/>
                  </a:moveTo>
                  <a:lnTo>
                    <a:pt x="2" y="18"/>
                  </a:lnTo>
                  <a:lnTo>
                    <a:pt x="10" y="22"/>
                  </a:lnTo>
                  <a:lnTo>
                    <a:pt x="18" y="18"/>
                  </a:lnTo>
                  <a:lnTo>
                    <a:pt x="21" y="10"/>
                  </a:lnTo>
                  <a:lnTo>
                    <a:pt x="18" y="2"/>
                  </a:lnTo>
                  <a:lnTo>
                    <a:pt x="10" y="0"/>
                  </a:lnTo>
                  <a:lnTo>
                    <a:pt x="2" y="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78" name="Line 6"/>
            <p:cNvSpPr>
              <a:spLocks noChangeShapeType="1"/>
            </p:cNvSpPr>
            <p:nvPr/>
          </p:nvSpPr>
          <p:spPr bwMode="auto">
            <a:xfrm flipH="1">
              <a:off x="875" y="2395"/>
              <a:ext cx="1457" cy="1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179" name="Freeform 7"/>
            <p:cNvSpPr>
              <a:spLocks noEditPoints="1"/>
            </p:cNvSpPr>
            <p:nvPr/>
          </p:nvSpPr>
          <p:spPr bwMode="auto">
            <a:xfrm>
              <a:off x="854" y="3034"/>
              <a:ext cx="1500" cy="403"/>
            </a:xfrm>
            <a:custGeom>
              <a:avLst/>
              <a:gdLst>
                <a:gd name="T0" fmla="*/ 0 w 1500"/>
                <a:gd name="T1" fmla="*/ 395 h 403"/>
                <a:gd name="T2" fmla="*/ 4 w 1500"/>
                <a:gd name="T3" fmla="*/ 403 h 403"/>
                <a:gd name="T4" fmla="*/ 14 w 1500"/>
                <a:gd name="T5" fmla="*/ 403 h 403"/>
                <a:gd name="T6" fmla="*/ 20 w 1500"/>
                <a:gd name="T7" fmla="*/ 399 h 403"/>
                <a:gd name="T8" fmla="*/ 21 w 1500"/>
                <a:gd name="T9" fmla="*/ 391 h 403"/>
                <a:gd name="T10" fmla="*/ 16 w 1500"/>
                <a:gd name="T11" fmla="*/ 383 h 403"/>
                <a:gd name="T12" fmla="*/ 8 w 1500"/>
                <a:gd name="T13" fmla="*/ 381 h 403"/>
                <a:gd name="T14" fmla="*/ 0 w 1500"/>
                <a:gd name="T15" fmla="*/ 387 h 403"/>
                <a:gd name="T16" fmla="*/ 0 w 1500"/>
                <a:gd name="T17" fmla="*/ 395 h 403"/>
                <a:gd name="T18" fmla="*/ 1500 w 1500"/>
                <a:gd name="T19" fmla="*/ 8 h 403"/>
                <a:gd name="T20" fmla="*/ 1496 w 1500"/>
                <a:gd name="T21" fmla="*/ 2 h 403"/>
                <a:gd name="T22" fmla="*/ 1486 w 1500"/>
                <a:gd name="T23" fmla="*/ 0 h 403"/>
                <a:gd name="T24" fmla="*/ 1480 w 1500"/>
                <a:gd name="T25" fmla="*/ 6 h 403"/>
                <a:gd name="T26" fmla="*/ 1478 w 1500"/>
                <a:gd name="T27" fmla="*/ 14 h 403"/>
                <a:gd name="T28" fmla="*/ 1484 w 1500"/>
                <a:gd name="T29" fmla="*/ 22 h 403"/>
                <a:gd name="T30" fmla="*/ 1492 w 1500"/>
                <a:gd name="T31" fmla="*/ 22 h 403"/>
                <a:gd name="T32" fmla="*/ 1500 w 1500"/>
                <a:gd name="T33" fmla="*/ 18 h 403"/>
                <a:gd name="T34" fmla="*/ 1500 w 1500"/>
                <a:gd name="T35" fmla="*/ 8 h 40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00"/>
                <a:gd name="T55" fmla="*/ 0 h 403"/>
                <a:gd name="T56" fmla="*/ 1500 w 1500"/>
                <a:gd name="T57" fmla="*/ 403 h 40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00" h="403">
                  <a:moveTo>
                    <a:pt x="0" y="395"/>
                  </a:moveTo>
                  <a:lnTo>
                    <a:pt x="4" y="403"/>
                  </a:lnTo>
                  <a:lnTo>
                    <a:pt x="14" y="403"/>
                  </a:lnTo>
                  <a:lnTo>
                    <a:pt x="20" y="399"/>
                  </a:lnTo>
                  <a:lnTo>
                    <a:pt x="21" y="391"/>
                  </a:lnTo>
                  <a:lnTo>
                    <a:pt x="16" y="383"/>
                  </a:lnTo>
                  <a:lnTo>
                    <a:pt x="8" y="381"/>
                  </a:lnTo>
                  <a:lnTo>
                    <a:pt x="0" y="387"/>
                  </a:lnTo>
                  <a:lnTo>
                    <a:pt x="0" y="395"/>
                  </a:lnTo>
                  <a:close/>
                  <a:moveTo>
                    <a:pt x="1500" y="8"/>
                  </a:moveTo>
                  <a:lnTo>
                    <a:pt x="1496" y="2"/>
                  </a:lnTo>
                  <a:lnTo>
                    <a:pt x="1486" y="0"/>
                  </a:lnTo>
                  <a:lnTo>
                    <a:pt x="1480" y="6"/>
                  </a:lnTo>
                  <a:lnTo>
                    <a:pt x="1478" y="14"/>
                  </a:lnTo>
                  <a:lnTo>
                    <a:pt x="1484" y="22"/>
                  </a:lnTo>
                  <a:lnTo>
                    <a:pt x="1492" y="22"/>
                  </a:lnTo>
                  <a:lnTo>
                    <a:pt x="1500" y="18"/>
                  </a:lnTo>
                  <a:lnTo>
                    <a:pt x="1500" y="8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80" name="Line 8"/>
            <p:cNvSpPr>
              <a:spLocks noChangeShapeType="1"/>
            </p:cNvSpPr>
            <p:nvPr/>
          </p:nvSpPr>
          <p:spPr bwMode="auto">
            <a:xfrm flipV="1">
              <a:off x="875" y="3048"/>
              <a:ext cx="1457" cy="377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181" name="Freeform 9"/>
            <p:cNvSpPr>
              <a:spLocks noEditPoints="1"/>
            </p:cNvSpPr>
            <p:nvPr/>
          </p:nvSpPr>
          <p:spPr bwMode="auto">
            <a:xfrm>
              <a:off x="854" y="3415"/>
              <a:ext cx="1500" cy="381"/>
            </a:xfrm>
            <a:custGeom>
              <a:avLst/>
              <a:gdLst>
                <a:gd name="T0" fmla="*/ 0 w 1500"/>
                <a:gd name="T1" fmla="*/ 10 h 381"/>
                <a:gd name="T2" fmla="*/ 2 w 1500"/>
                <a:gd name="T3" fmla="*/ 18 h 381"/>
                <a:gd name="T4" fmla="*/ 8 w 1500"/>
                <a:gd name="T5" fmla="*/ 22 h 381"/>
                <a:gd name="T6" fmla="*/ 16 w 1500"/>
                <a:gd name="T7" fmla="*/ 22 h 381"/>
                <a:gd name="T8" fmla="*/ 21 w 1500"/>
                <a:gd name="T9" fmla="*/ 14 h 381"/>
                <a:gd name="T10" fmla="*/ 20 w 1500"/>
                <a:gd name="T11" fmla="*/ 6 h 381"/>
                <a:gd name="T12" fmla="*/ 14 w 1500"/>
                <a:gd name="T13" fmla="*/ 0 h 381"/>
                <a:gd name="T14" fmla="*/ 4 w 1500"/>
                <a:gd name="T15" fmla="*/ 2 h 381"/>
                <a:gd name="T16" fmla="*/ 0 w 1500"/>
                <a:gd name="T17" fmla="*/ 10 h 381"/>
                <a:gd name="T18" fmla="*/ 1500 w 1500"/>
                <a:gd name="T19" fmla="*/ 373 h 381"/>
                <a:gd name="T20" fmla="*/ 1500 w 1500"/>
                <a:gd name="T21" fmla="*/ 365 h 381"/>
                <a:gd name="T22" fmla="*/ 1492 w 1500"/>
                <a:gd name="T23" fmla="*/ 359 h 381"/>
                <a:gd name="T24" fmla="*/ 1484 w 1500"/>
                <a:gd name="T25" fmla="*/ 361 h 381"/>
                <a:gd name="T26" fmla="*/ 1478 w 1500"/>
                <a:gd name="T27" fmla="*/ 369 h 381"/>
                <a:gd name="T28" fmla="*/ 1480 w 1500"/>
                <a:gd name="T29" fmla="*/ 377 h 381"/>
                <a:gd name="T30" fmla="*/ 1486 w 1500"/>
                <a:gd name="T31" fmla="*/ 381 h 381"/>
                <a:gd name="T32" fmla="*/ 1496 w 1500"/>
                <a:gd name="T33" fmla="*/ 381 h 381"/>
                <a:gd name="T34" fmla="*/ 1500 w 1500"/>
                <a:gd name="T35" fmla="*/ 373 h 38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00"/>
                <a:gd name="T55" fmla="*/ 0 h 381"/>
                <a:gd name="T56" fmla="*/ 1500 w 1500"/>
                <a:gd name="T57" fmla="*/ 381 h 38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00" h="381">
                  <a:moveTo>
                    <a:pt x="0" y="10"/>
                  </a:moveTo>
                  <a:lnTo>
                    <a:pt x="2" y="18"/>
                  </a:lnTo>
                  <a:lnTo>
                    <a:pt x="8" y="22"/>
                  </a:lnTo>
                  <a:lnTo>
                    <a:pt x="16" y="22"/>
                  </a:lnTo>
                  <a:lnTo>
                    <a:pt x="21" y="14"/>
                  </a:lnTo>
                  <a:lnTo>
                    <a:pt x="20" y="6"/>
                  </a:lnTo>
                  <a:lnTo>
                    <a:pt x="14" y="0"/>
                  </a:lnTo>
                  <a:lnTo>
                    <a:pt x="4" y="2"/>
                  </a:lnTo>
                  <a:lnTo>
                    <a:pt x="0" y="10"/>
                  </a:lnTo>
                  <a:close/>
                  <a:moveTo>
                    <a:pt x="1500" y="373"/>
                  </a:moveTo>
                  <a:lnTo>
                    <a:pt x="1500" y="365"/>
                  </a:lnTo>
                  <a:lnTo>
                    <a:pt x="1492" y="359"/>
                  </a:lnTo>
                  <a:lnTo>
                    <a:pt x="1484" y="361"/>
                  </a:lnTo>
                  <a:lnTo>
                    <a:pt x="1478" y="369"/>
                  </a:lnTo>
                  <a:lnTo>
                    <a:pt x="1480" y="377"/>
                  </a:lnTo>
                  <a:lnTo>
                    <a:pt x="1486" y="381"/>
                  </a:lnTo>
                  <a:lnTo>
                    <a:pt x="1496" y="381"/>
                  </a:lnTo>
                  <a:lnTo>
                    <a:pt x="1500" y="373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82" name="Line 10"/>
            <p:cNvSpPr>
              <a:spLocks noChangeShapeType="1"/>
            </p:cNvSpPr>
            <p:nvPr/>
          </p:nvSpPr>
          <p:spPr bwMode="auto">
            <a:xfrm>
              <a:off x="875" y="3429"/>
              <a:ext cx="1457" cy="355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183" name="Freeform 11"/>
            <p:cNvSpPr>
              <a:spLocks noEditPoints="1"/>
            </p:cNvSpPr>
            <p:nvPr/>
          </p:nvSpPr>
          <p:spPr bwMode="auto">
            <a:xfrm>
              <a:off x="2332" y="2385"/>
              <a:ext cx="1660" cy="291"/>
            </a:xfrm>
            <a:custGeom>
              <a:avLst/>
              <a:gdLst>
                <a:gd name="T0" fmla="*/ 0 w 1660"/>
                <a:gd name="T1" fmla="*/ 10 h 291"/>
                <a:gd name="T2" fmla="*/ 2 w 1660"/>
                <a:gd name="T3" fmla="*/ 18 h 291"/>
                <a:gd name="T4" fmla="*/ 10 w 1660"/>
                <a:gd name="T5" fmla="*/ 22 h 291"/>
                <a:gd name="T6" fmla="*/ 18 w 1660"/>
                <a:gd name="T7" fmla="*/ 20 h 291"/>
                <a:gd name="T8" fmla="*/ 22 w 1660"/>
                <a:gd name="T9" fmla="*/ 12 h 291"/>
                <a:gd name="T10" fmla="*/ 20 w 1660"/>
                <a:gd name="T11" fmla="*/ 4 h 291"/>
                <a:gd name="T12" fmla="*/ 14 w 1660"/>
                <a:gd name="T13" fmla="*/ 0 h 291"/>
                <a:gd name="T14" fmla="*/ 6 w 1660"/>
                <a:gd name="T15" fmla="*/ 2 h 291"/>
                <a:gd name="T16" fmla="*/ 0 w 1660"/>
                <a:gd name="T17" fmla="*/ 10 h 291"/>
                <a:gd name="T18" fmla="*/ 1660 w 1660"/>
                <a:gd name="T19" fmla="*/ 281 h 291"/>
                <a:gd name="T20" fmla="*/ 1658 w 1660"/>
                <a:gd name="T21" fmla="*/ 273 h 291"/>
                <a:gd name="T22" fmla="*/ 1650 w 1660"/>
                <a:gd name="T23" fmla="*/ 269 h 291"/>
                <a:gd name="T24" fmla="*/ 1642 w 1660"/>
                <a:gd name="T25" fmla="*/ 271 h 291"/>
                <a:gd name="T26" fmla="*/ 1638 w 1660"/>
                <a:gd name="T27" fmla="*/ 279 h 291"/>
                <a:gd name="T28" fmla="*/ 1638 w 1660"/>
                <a:gd name="T29" fmla="*/ 287 h 291"/>
                <a:gd name="T30" fmla="*/ 1646 w 1660"/>
                <a:gd name="T31" fmla="*/ 291 h 291"/>
                <a:gd name="T32" fmla="*/ 1654 w 1660"/>
                <a:gd name="T33" fmla="*/ 289 h 291"/>
                <a:gd name="T34" fmla="*/ 1660 w 1660"/>
                <a:gd name="T35" fmla="*/ 281 h 29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660"/>
                <a:gd name="T55" fmla="*/ 0 h 291"/>
                <a:gd name="T56" fmla="*/ 1660 w 1660"/>
                <a:gd name="T57" fmla="*/ 291 h 29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660" h="291">
                  <a:moveTo>
                    <a:pt x="0" y="10"/>
                  </a:moveTo>
                  <a:lnTo>
                    <a:pt x="2" y="18"/>
                  </a:lnTo>
                  <a:lnTo>
                    <a:pt x="10" y="22"/>
                  </a:lnTo>
                  <a:lnTo>
                    <a:pt x="18" y="20"/>
                  </a:lnTo>
                  <a:lnTo>
                    <a:pt x="22" y="12"/>
                  </a:lnTo>
                  <a:lnTo>
                    <a:pt x="20" y="4"/>
                  </a:lnTo>
                  <a:lnTo>
                    <a:pt x="14" y="0"/>
                  </a:lnTo>
                  <a:lnTo>
                    <a:pt x="6" y="2"/>
                  </a:lnTo>
                  <a:lnTo>
                    <a:pt x="0" y="10"/>
                  </a:lnTo>
                  <a:close/>
                  <a:moveTo>
                    <a:pt x="1660" y="281"/>
                  </a:moveTo>
                  <a:lnTo>
                    <a:pt x="1658" y="273"/>
                  </a:lnTo>
                  <a:lnTo>
                    <a:pt x="1650" y="269"/>
                  </a:lnTo>
                  <a:lnTo>
                    <a:pt x="1642" y="271"/>
                  </a:lnTo>
                  <a:lnTo>
                    <a:pt x="1638" y="279"/>
                  </a:lnTo>
                  <a:lnTo>
                    <a:pt x="1638" y="287"/>
                  </a:lnTo>
                  <a:lnTo>
                    <a:pt x="1646" y="291"/>
                  </a:lnTo>
                  <a:lnTo>
                    <a:pt x="1654" y="289"/>
                  </a:lnTo>
                  <a:lnTo>
                    <a:pt x="1660" y="281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84" name="Line 12"/>
            <p:cNvSpPr>
              <a:spLocks noChangeShapeType="1"/>
            </p:cNvSpPr>
            <p:nvPr/>
          </p:nvSpPr>
          <p:spPr bwMode="auto">
            <a:xfrm>
              <a:off x="2354" y="2397"/>
              <a:ext cx="1616" cy="267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185" name="Freeform 13"/>
            <p:cNvSpPr>
              <a:spLocks noEditPoints="1"/>
            </p:cNvSpPr>
            <p:nvPr/>
          </p:nvSpPr>
          <p:spPr bwMode="auto">
            <a:xfrm>
              <a:off x="2332" y="2654"/>
              <a:ext cx="1660" cy="402"/>
            </a:xfrm>
            <a:custGeom>
              <a:avLst/>
              <a:gdLst>
                <a:gd name="T0" fmla="*/ 1660 w 1660"/>
                <a:gd name="T1" fmla="*/ 8 h 402"/>
                <a:gd name="T2" fmla="*/ 1654 w 1660"/>
                <a:gd name="T3" fmla="*/ 2 h 402"/>
                <a:gd name="T4" fmla="*/ 1646 w 1660"/>
                <a:gd name="T5" fmla="*/ 0 h 402"/>
                <a:gd name="T6" fmla="*/ 1638 w 1660"/>
                <a:gd name="T7" fmla="*/ 4 h 402"/>
                <a:gd name="T8" fmla="*/ 1638 w 1660"/>
                <a:gd name="T9" fmla="*/ 14 h 402"/>
                <a:gd name="T10" fmla="*/ 1642 w 1660"/>
                <a:gd name="T11" fmla="*/ 20 h 402"/>
                <a:gd name="T12" fmla="*/ 1650 w 1660"/>
                <a:gd name="T13" fmla="*/ 22 h 402"/>
                <a:gd name="T14" fmla="*/ 1658 w 1660"/>
                <a:gd name="T15" fmla="*/ 16 h 402"/>
                <a:gd name="T16" fmla="*/ 1660 w 1660"/>
                <a:gd name="T17" fmla="*/ 8 h 402"/>
                <a:gd name="T18" fmla="*/ 0 w 1660"/>
                <a:gd name="T19" fmla="*/ 394 h 402"/>
                <a:gd name="T20" fmla="*/ 6 w 1660"/>
                <a:gd name="T21" fmla="*/ 400 h 402"/>
                <a:gd name="T22" fmla="*/ 14 w 1660"/>
                <a:gd name="T23" fmla="*/ 402 h 402"/>
                <a:gd name="T24" fmla="*/ 22 w 1660"/>
                <a:gd name="T25" fmla="*/ 398 h 402"/>
                <a:gd name="T26" fmla="*/ 22 w 1660"/>
                <a:gd name="T27" fmla="*/ 388 h 402"/>
                <a:gd name="T28" fmla="*/ 18 w 1660"/>
                <a:gd name="T29" fmla="*/ 382 h 402"/>
                <a:gd name="T30" fmla="*/ 10 w 1660"/>
                <a:gd name="T31" fmla="*/ 380 h 402"/>
                <a:gd name="T32" fmla="*/ 2 w 1660"/>
                <a:gd name="T33" fmla="*/ 386 h 402"/>
                <a:gd name="T34" fmla="*/ 0 w 1660"/>
                <a:gd name="T35" fmla="*/ 394 h 40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660"/>
                <a:gd name="T55" fmla="*/ 0 h 402"/>
                <a:gd name="T56" fmla="*/ 1660 w 1660"/>
                <a:gd name="T57" fmla="*/ 402 h 40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660" h="402">
                  <a:moveTo>
                    <a:pt x="1660" y="8"/>
                  </a:moveTo>
                  <a:lnTo>
                    <a:pt x="1654" y="2"/>
                  </a:lnTo>
                  <a:lnTo>
                    <a:pt x="1646" y="0"/>
                  </a:lnTo>
                  <a:lnTo>
                    <a:pt x="1638" y="4"/>
                  </a:lnTo>
                  <a:lnTo>
                    <a:pt x="1638" y="14"/>
                  </a:lnTo>
                  <a:lnTo>
                    <a:pt x="1642" y="20"/>
                  </a:lnTo>
                  <a:lnTo>
                    <a:pt x="1650" y="22"/>
                  </a:lnTo>
                  <a:lnTo>
                    <a:pt x="1658" y="16"/>
                  </a:lnTo>
                  <a:lnTo>
                    <a:pt x="1660" y="8"/>
                  </a:lnTo>
                  <a:close/>
                  <a:moveTo>
                    <a:pt x="0" y="394"/>
                  </a:moveTo>
                  <a:lnTo>
                    <a:pt x="6" y="400"/>
                  </a:lnTo>
                  <a:lnTo>
                    <a:pt x="14" y="402"/>
                  </a:lnTo>
                  <a:lnTo>
                    <a:pt x="22" y="398"/>
                  </a:lnTo>
                  <a:lnTo>
                    <a:pt x="22" y="388"/>
                  </a:lnTo>
                  <a:lnTo>
                    <a:pt x="18" y="382"/>
                  </a:lnTo>
                  <a:lnTo>
                    <a:pt x="10" y="380"/>
                  </a:lnTo>
                  <a:lnTo>
                    <a:pt x="2" y="386"/>
                  </a:lnTo>
                  <a:lnTo>
                    <a:pt x="0" y="394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86" name="Line 14"/>
            <p:cNvSpPr>
              <a:spLocks noChangeShapeType="1"/>
            </p:cNvSpPr>
            <p:nvPr/>
          </p:nvSpPr>
          <p:spPr bwMode="auto">
            <a:xfrm flipH="1">
              <a:off x="2354" y="2668"/>
              <a:ext cx="1616" cy="374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187" name="Freeform 15"/>
            <p:cNvSpPr>
              <a:spLocks noEditPoints="1"/>
            </p:cNvSpPr>
            <p:nvPr/>
          </p:nvSpPr>
          <p:spPr bwMode="auto">
            <a:xfrm>
              <a:off x="2332" y="3774"/>
              <a:ext cx="1481" cy="24"/>
            </a:xfrm>
            <a:custGeom>
              <a:avLst/>
              <a:gdLst>
                <a:gd name="T0" fmla="*/ 0 w 1481"/>
                <a:gd name="T1" fmla="*/ 12 h 24"/>
                <a:gd name="T2" fmla="*/ 4 w 1481"/>
                <a:gd name="T3" fmla="*/ 20 h 24"/>
                <a:gd name="T4" fmla="*/ 12 w 1481"/>
                <a:gd name="T5" fmla="*/ 24 h 24"/>
                <a:gd name="T6" fmla="*/ 20 w 1481"/>
                <a:gd name="T7" fmla="*/ 20 h 24"/>
                <a:gd name="T8" fmla="*/ 22 w 1481"/>
                <a:gd name="T9" fmla="*/ 12 h 24"/>
                <a:gd name="T10" fmla="*/ 20 w 1481"/>
                <a:gd name="T11" fmla="*/ 4 h 24"/>
                <a:gd name="T12" fmla="*/ 12 w 1481"/>
                <a:gd name="T13" fmla="*/ 0 h 24"/>
                <a:gd name="T14" fmla="*/ 4 w 1481"/>
                <a:gd name="T15" fmla="*/ 4 h 24"/>
                <a:gd name="T16" fmla="*/ 0 w 1481"/>
                <a:gd name="T17" fmla="*/ 12 h 24"/>
                <a:gd name="T18" fmla="*/ 1481 w 1481"/>
                <a:gd name="T19" fmla="*/ 12 h 24"/>
                <a:gd name="T20" fmla="*/ 1477 w 1481"/>
                <a:gd name="T21" fmla="*/ 4 h 24"/>
                <a:gd name="T22" fmla="*/ 1469 w 1481"/>
                <a:gd name="T23" fmla="*/ 0 h 24"/>
                <a:gd name="T24" fmla="*/ 1461 w 1481"/>
                <a:gd name="T25" fmla="*/ 4 h 24"/>
                <a:gd name="T26" fmla="*/ 1457 w 1481"/>
                <a:gd name="T27" fmla="*/ 12 h 24"/>
                <a:gd name="T28" fmla="*/ 1461 w 1481"/>
                <a:gd name="T29" fmla="*/ 20 h 24"/>
                <a:gd name="T30" fmla="*/ 1469 w 1481"/>
                <a:gd name="T31" fmla="*/ 24 h 24"/>
                <a:gd name="T32" fmla="*/ 1477 w 1481"/>
                <a:gd name="T33" fmla="*/ 20 h 24"/>
                <a:gd name="T34" fmla="*/ 1481 w 1481"/>
                <a:gd name="T35" fmla="*/ 12 h 2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81"/>
                <a:gd name="T55" fmla="*/ 0 h 24"/>
                <a:gd name="T56" fmla="*/ 1481 w 1481"/>
                <a:gd name="T57" fmla="*/ 24 h 2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81" h="24">
                  <a:moveTo>
                    <a:pt x="0" y="12"/>
                  </a:moveTo>
                  <a:lnTo>
                    <a:pt x="4" y="20"/>
                  </a:lnTo>
                  <a:lnTo>
                    <a:pt x="12" y="24"/>
                  </a:lnTo>
                  <a:lnTo>
                    <a:pt x="20" y="20"/>
                  </a:lnTo>
                  <a:lnTo>
                    <a:pt x="22" y="12"/>
                  </a:lnTo>
                  <a:lnTo>
                    <a:pt x="20" y="4"/>
                  </a:lnTo>
                  <a:lnTo>
                    <a:pt x="12" y="0"/>
                  </a:lnTo>
                  <a:lnTo>
                    <a:pt x="4" y="4"/>
                  </a:lnTo>
                  <a:lnTo>
                    <a:pt x="0" y="12"/>
                  </a:lnTo>
                  <a:close/>
                  <a:moveTo>
                    <a:pt x="1481" y="12"/>
                  </a:moveTo>
                  <a:lnTo>
                    <a:pt x="1477" y="4"/>
                  </a:lnTo>
                  <a:lnTo>
                    <a:pt x="1469" y="0"/>
                  </a:lnTo>
                  <a:lnTo>
                    <a:pt x="1461" y="4"/>
                  </a:lnTo>
                  <a:lnTo>
                    <a:pt x="1457" y="12"/>
                  </a:lnTo>
                  <a:lnTo>
                    <a:pt x="1461" y="20"/>
                  </a:lnTo>
                  <a:lnTo>
                    <a:pt x="1469" y="24"/>
                  </a:lnTo>
                  <a:lnTo>
                    <a:pt x="1477" y="20"/>
                  </a:lnTo>
                  <a:lnTo>
                    <a:pt x="1481" y="12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88" name="Line 16"/>
            <p:cNvSpPr>
              <a:spLocks noChangeShapeType="1"/>
            </p:cNvSpPr>
            <p:nvPr/>
          </p:nvSpPr>
          <p:spPr bwMode="auto">
            <a:xfrm>
              <a:off x="2354" y="3786"/>
              <a:ext cx="1435" cy="1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189" name="Line 17"/>
            <p:cNvSpPr>
              <a:spLocks noChangeShapeType="1"/>
            </p:cNvSpPr>
            <p:nvPr/>
          </p:nvSpPr>
          <p:spPr bwMode="auto">
            <a:xfrm flipH="1" flipV="1">
              <a:off x="3801" y="3786"/>
              <a:ext cx="785" cy="14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190" name="Line 18"/>
            <p:cNvSpPr>
              <a:spLocks noChangeShapeType="1"/>
            </p:cNvSpPr>
            <p:nvPr/>
          </p:nvSpPr>
          <p:spPr bwMode="auto">
            <a:xfrm>
              <a:off x="2344" y="1856"/>
              <a:ext cx="1" cy="539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191" name="Line 19"/>
            <p:cNvSpPr>
              <a:spLocks noChangeShapeType="1"/>
            </p:cNvSpPr>
            <p:nvPr/>
          </p:nvSpPr>
          <p:spPr bwMode="auto">
            <a:xfrm flipV="1">
              <a:off x="192" y="3427"/>
              <a:ext cx="672" cy="373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192" name="Line 20"/>
            <p:cNvSpPr>
              <a:spLocks noChangeShapeType="1"/>
            </p:cNvSpPr>
            <p:nvPr/>
          </p:nvSpPr>
          <p:spPr bwMode="auto">
            <a:xfrm flipH="1">
              <a:off x="3980" y="2171"/>
              <a:ext cx="516" cy="493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193" name="Rectangle 21"/>
            <p:cNvSpPr>
              <a:spLocks noChangeArrowheads="1"/>
            </p:cNvSpPr>
            <p:nvPr/>
          </p:nvSpPr>
          <p:spPr bwMode="auto">
            <a:xfrm>
              <a:off x="1167" y="2304"/>
              <a:ext cx="192" cy="288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94" name="Rectangle 22"/>
            <p:cNvSpPr>
              <a:spLocks noChangeArrowheads="1"/>
            </p:cNvSpPr>
            <p:nvPr/>
          </p:nvSpPr>
          <p:spPr bwMode="auto">
            <a:xfrm>
              <a:off x="1119" y="3360"/>
              <a:ext cx="192" cy="288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95" name="Rectangle 23"/>
            <p:cNvSpPr>
              <a:spLocks noChangeArrowheads="1"/>
            </p:cNvSpPr>
            <p:nvPr/>
          </p:nvSpPr>
          <p:spPr bwMode="auto">
            <a:xfrm>
              <a:off x="2511" y="2256"/>
              <a:ext cx="192" cy="288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96" name="Rectangle 24"/>
            <p:cNvSpPr>
              <a:spLocks noChangeArrowheads="1"/>
            </p:cNvSpPr>
            <p:nvPr/>
          </p:nvSpPr>
          <p:spPr bwMode="auto">
            <a:xfrm>
              <a:off x="2511" y="2880"/>
              <a:ext cx="192" cy="288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97" name="Rectangle 25"/>
            <p:cNvSpPr>
              <a:spLocks noChangeArrowheads="1"/>
            </p:cNvSpPr>
            <p:nvPr/>
          </p:nvSpPr>
          <p:spPr bwMode="auto">
            <a:xfrm>
              <a:off x="2511" y="3696"/>
              <a:ext cx="192" cy="288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98" name="Rectangle 26"/>
            <p:cNvSpPr>
              <a:spLocks noChangeArrowheads="1"/>
            </p:cNvSpPr>
            <p:nvPr/>
          </p:nvSpPr>
          <p:spPr bwMode="auto">
            <a:xfrm>
              <a:off x="4143" y="2544"/>
              <a:ext cx="192" cy="288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99" name="Rectangle 27"/>
            <p:cNvSpPr>
              <a:spLocks noChangeArrowheads="1"/>
            </p:cNvSpPr>
            <p:nvPr/>
          </p:nvSpPr>
          <p:spPr bwMode="auto">
            <a:xfrm>
              <a:off x="3951" y="3648"/>
              <a:ext cx="192" cy="288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37200" name="Group 28"/>
            <p:cNvGrpSpPr>
              <a:grpSpLocks/>
            </p:cNvGrpSpPr>
            <p:nvPr/>
          </p:nvGrpSpPr>
          <p:grpSpPr bwMode="auto">
            <a:xfrm>
              <a:off x="399" y="2016"/>
              <a:ext cx="286" cy="288"/>
              <a:chOff x="712" y="2330"/>
              <a:chExt cx="286" cy="288"/>
            </a:xfrm>
          </p:grpSpPr>
          <p:sp>
            <p:nvSpPr>
              <p:cNvPr id="37279" name="Freeform 29"/>
              <p:cNvSpPr>
                <a:spLocks/>
              </p:cNvSpPr>
              <p:nvPr/>
            </p:nvSpPr>
            <p:spPr bwMode="auto">
              <a:xfrm>
                <a:off x="712" y="2330"/>
                <a:ext cx="286" cy="288"/>
              </a:xfrm>
              <a:custGeom>
                <a:avLst/>
                <a:gdLst>
                  <a:gd name="T0" fmla="*/ 126 w 572"/>
                  <a:gd name="T1" fmla="*/ 377 h 577"/>
                  <a:gd name="T2" fmla="*/ 0 w 572"/>
                  <a:gd name="T3" fmla="*/ 377 h 577"/>
                  <a:gd name="T4" fmla="*/ 0 w 572"/>
                  <a:gd name="T5" fmla="*/ 577 h 577"/>
                  <a:gd name="T6" fmla="*/ 572 w 572"/>
                  <a:gd name="T7" fmla="*/ 577 h 577"/>
                  <a:gd name="T8" fmla="*/ 572 w 572"/>
                  <a:gd name="T9" fmla="*/ 377 h 577"/>
                  <a:gd name="T10" fmla="*/ 446 w 572"/>
                  <a:gd name="T11" fmla="*/ 377 h 577"/>
                  <a:gd name="T12" fmla="*/ 446 w 572"/>
                  <a:gd name="T13" fmla="*/ 350 h 577"/>
                  <a:gd name="T14" fmla="*/ 500 w 572"/>
                  <a:gd name="T15" fmla="*/ 350 h 577"/>
                  <a:gd name="T16" fmla="*/ 500 w 572"/>
                  <a:gd name="T17" fmla="*/ 0 h 577"/>
                  <a:gd name="T18" fmla="*/ 71 w 572"/>
                  <a:gd name="T19" fmla="*/ 0 h 577"/>
                  <a:gd name="T20" fmla="*/ 71 w 572"/>
                  <a:gd name="T21" fmla="*/ 350 h 577"/>
                  <a:gd name="T22" fmla="*/ 126 w 572"/>
                  <a:gd name="T23" fmla="*/ 350 h 577"/>
                  <a:gd name="T24" fmla="*/ 126 w 572"/>
                  <a:gd name="T25" fmla="*/ 377 h 57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72"/>
                  <a:gd name="T40" fmla="*/ 0 h 577"/>
                  <a:gd name="T41" fmla="*/ 572 w 572"/>
                  <a:gd name="T42" fmla="*/ 577 h 57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72" h="577">
                    <a:moveTo>
                      <a:pt x="126" y="377"/>
                    </a:moveTo>
                    <a:lnTo>
                      <a:pt x="0" y="377"/>
                    </a:lnTo>
                    <a:lnTo>
                      <a:pt x="0" y="577"/>
                    </a:lnTo>
                    <a:lnTo>
                      <a:pt x="572" y="577"/>
                    </a:lnTo>
                    <a:lnTo>
                      <a:pt x="572" y="377"/>
                    </a:lnTo>
                    <a:lnTo>
                      <a:pt x="446" y="377"/>
                    </a:lnTo>
                    <a:lnTo>
                      <a:pt x="446" y="350"/>
                    </a:lnTo>
                    <a:lnTo>
                      <a:pt x="500" y="350"/>
                    </a:lnTo>
                    <a:lnTo>
                      <a:pt x="500" y="0"/>
                    </a:lnTo>
                    <a:lnTo>
                      <a:pt x="71" y="0"/>
                    </a:lnTo>
                    <a:lnTo>
                      <a:pt x="71" y="350"/>
                    </a:lnTo>
                    <a:lnTo>
                      <a:pt x="126" y="350"/>
                    </a:lnTo>
                    <a:lnTo>
                      <a:pt x="126" y="377"/>
                    </a:lnTo>
                    <a:close/>
                  </a:path>
                </a:pathLst>
              </a:custGeom>
              <a:solidFill>
                <a:srgbClr val="FFFFFF"/>
              </a:solidFill>
              <a:ln w="1111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7280" name="Line 30"/>
              <p:cNvSpPr>
                <a:spLocks noChangeShapeType="1"/>
              </p:cNvSpPr>
              <p:nvPr/>
            </p:nvSpPr>
            <p:spPr bwMode="auto">
              <a:xfrm>
                <a:off x="774" y="2518"/>
                <a:ext cx="161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81" name="Line 31"/>
              <p:cNvSpPr>
                <a:spLocks noChangeShapeType="1"/>
              </p:cNvSpPr>
              <p:nvPr/>
            </p:nvSpPr>
            <p:spPr bwMode="auto">
              <a:xfrm>
                <a:off x="774" y="2505"/>
                <a:ext cx="161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82" name="Freeform 32"/>
              <p:cNvSpPr>
                <a:spLocks noEditPoints="1"/>
              </p:cNvSpPr>
              <p:nvPr/>
            </p:nvSpPr>
            <p:spPr bwMode="auto">
              <a:xfrm>
                <a:off x="859" y="2528"/>
                <a:ext cx="116" cy="81"/>
              </a:xfrm>
              <a:custGeom>
                <a:avLst/>
                <a:gdLst>
                  <a:gd name="T0" fmla="*/ 0 w 231"/>
                  <a:gd name="T1" fmla="*/ 161 h 161"/>
                  <a:gd name="T2" fmla="*/ 187 w 231"/>
                  <a:gd name="T3" fmla="*/ 161 h 161"/>
                  <a:gd name="T4" fmla="*/ 187 w 231"/>
                  <a:gd name="T5" fmla="*/ 0 h 161"/>
                  <a:gd name="T6" fmla="*/ 0 w 231"/>
                  <a:gd name="T7" fmla="*/ 0 h 161"/>
                  <a:gd name="T8" fmla="*/ 0 w 231"/>
                  <a:gd name="T9" fmla="*/ 161 h 161"/>
                  <a:gd name="T10" fmla="*/ 204 w 231"/>
                  <a:gd name="T11" fmla="*/ 27 h 161"/>
                  <a:gd name="T12" fmla="*/ 231 w 231"/>
                  <a:gd name="T13" fmla="*/ 27 h 161"/>
                  <a:gd name="T14" fmla="*/ 231 w 231"/>
                  <a:gd name="T15" fmla="*/ 0 h 161"/>
                  <a:gd name="T16" fmla="*/ 204 w 231"/>
                  <a:gd name="T17" fmla="*/ 0 h 161"/>
                  <a:gd name="T18" fmla="*/ 204 w 231"/>
                  <a:gd name="T19" fmla="*/ 27 h 16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31"/>
                  <a:gd name="T31" fmla="*/ 0 h 161"/>
                  <a:gd name="T32" fmla="*/ 231 w 231"/>
                  <a:gd name="T33" fmla="*/ 161 h 16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31" h="161">
                    <a:moveTo>
                      <a:pt x="0" y="161"/>
                    </a:moveTo>
                    <a:lnTo>
                      <a:pt x="187" y="161"/>
                    </a:lnTo>
                    <a:lnTo>
                      <a:pt x="187" y="0"/>
                    </a:lnTo>
                    <a:lnTo>
                      <a:pt x="0" y="0"/>
                    </a:lnTo>
                    <a:lnTo>
                      <a:pt x="0" y="161"/>
                    </a:lnTo>
                    <a:close/>
                    <a:moveTo>
                      <a:pt x="204" y="27"/>
                    </a:moveTo>
                    <a:lnTo>
                      <a:pt x="231" y="27"/>
                    </a:lnTo>
                    <a:lnTo>
                      <a:pt x="231" y="0"/>
                    </a:lnTo>
                    <a:lnTo>
                      <a:pt x="204" y="0"/>
                    </a:lnTo>
                    <a:lnTo>
                      <a:pt x="204" y="27"/>
                    </a:lnTo>
                    <a:close/>
                  </a:path>
                </a:pathLst>
              </a:custGeom>
              <a:solidFill>
                <a:srgbClr val="FFFFFF"/>
              </a:solidFill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7283" name="Line 33"/>
              <p:cNvSpPr>
                <a:spLocks noChangeShapeType="1"/>
              </p:cNvSpPr>
              <p:nvPr/>
            </p:nvSpPr>
            <p:spPr bwMode="auto">
              <a:xfrm>
                <a:off x="859" y="2555"/>
                <a:ext cx="9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84" name="Line 34"/>
              <p:cNvSpPr>
                <a:spLocks noChangeShapeType="1"/>
              </p:cNvSpPr>
              <p:nvPr/>
            </p:nvSpPr>
            <p:spPr bwMode="auto">
              <a:xfrm>
                <a:off x="859" y="2582"/>
                <a:ext cx="9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85" name="Line 35"/>
              <p:cNvSpPr>
                <a:spLocks noChangeShapeType="1"/>
              </p:cNvSpPr>
              <p:nvPr/>
            </p:nvSpPr>
            <p:spPr bwMode="auto">
              <a:xfrm>
                <a:off x="863" y="2568"/>
                <a:ext cx="8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86" name="Rectangle 36"/>
              <p:cNvSpPr>
                <a:spLocks noChangeArrowheads="1"/>
              </p:cNvSpPr>
              <p:nvPr/>
            </p:nvSpPr>
            <p:spPr bwMode="auto">
              <a:xfrm>
                <a:off x="913" y="2560"/>
                <a:ext cx="26" cy="17"/>
              </a:xfrm>
              <a:prstGeom prst="rect">
                <a:avLst/>
              </a:prstGeom>
              <a:noFill/>
              <a:ln w="47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7287" name="Freeform 37"/>
              <p:cNvSpPr>
                <a:spLocks noEditPoints="1"/>
              </p:cNvSpPr>
              <p:nvPr/>
            </p:nvSpPr>
            <p:spPr bwMode="auto">
              <a:xfrm>
                <a:off x="720" y="2350"/>
                <a:ext cx="269" cy="193"/>
              </a:xfrm>
              <a:custGeom>
                <a:avLst/>
                <a:gdLst>
                  <a:gd name="T0" fmla="*/ 450 w 538"/>
                  <a:gd name="T1" fmla="*/ 277 h 387"/>
                  <a:gd name="T2" fmla="*/ 469 w 538"/>
                  <a:gd name="T3" fmla="*/ 277 h 387"/>
                  <a:gd name="T4" fmla="*/ 469 w 538"/>
                  <a:gd name="T5" fmla="*/ 269 h 387"/>
                  <a:gd name="T6" fmla="*/ 450 w 538"/>
                  <a:gd name="T7" fmla="*/ 269 h 387"/>
                  <a:gd name="T8" fmla="*/ 450 w 538"/>
                  <a:gd name="T9" fmla="*/ 277 h 387"/>
                  <a:gd name="T10" fmla="*/ 122 w 538"/>
                  <a:gd name="T11" fmla="*/ 229 h 387"/>
                  <a:gd name="T12" fmla="*/ 122 w 538"/>
                  <a:gd name="T13" fmla="*/ 27 h 387"/>
                  <a:gd name="T14" fmla="*/ 416 w 538"/>
                  <a:gd name="T15" fmla="*/ 27 h 387"/>
                  <a:gd name="T16" fmla="*/ 416 w 538"/>
                  <a:gd name="T17" fmla="*/ 229 h 387"/>
                  <a:gd name="T18" fmla="*/ 122 w 538"/>
                  <a:gd name="T19" fmla="*/ 229 h 387"/>
                  <a:gd name="T20" fmla="*/ 109 w 538"/>
                  <a:gd name="T21" fmla="*/ 243 h 387"/>
                  <a:gd name="T22" fmla="*/ 429 w 538"/>
                  <a:gd name="T23" fmla="*/ 243 h 387"/>
                  <a:gd name="T24" fmla="*/ 429 w 538"/>
                  <a:gd name="T25" fmla="*/ 14 h 387"/>
                  <a:gd name="T26" fmla="*/ 443 w 538"/>
                  <a:gd name="T27" fmla="*/ 14 h 387"/>
                  <a:gd name="T28" fmla="*/ 443 w 538"/>
                  <a:gd name="T29" fmla="*/ 0 h 387"/>
                  <a:gd name="T30" fmla="*/ 94 w 538"/>
                  <a:gd name="T31" fmla="*/ 0 h 387"/>
                  <a:gd name="T32" fmla="*/ 94 w 538"/>
                  <a:gd name="T33" fmla="*/ 256 h 387"/>
                  <a:gd name="T34" fmla="*/ 109 w 538"/>
                  <a:gd name="T35" fmla="*/ 256 h 387"/>
                  <a:gd name="T36" fmla="*/ 109 w 538"/>
                  <a:gd name="T37" fmla="*/ 243 h 387"/>
                  <a:gd name="T38" fmla="*/ 0 w 538"/>
                  <a:gd name="T39" fmla="*/ 373 h 387"/>
                  <a:gd name="T40" fmla="*/ 54 w 538"/>
                  <a:gd name="T41" fmla="*/ 373 h 387"/>
                  <a:gd name="T42" fmla="*/ 54 w 538"/>
                  <a:gd name="T43" fmla="*/ 356 h 387"/>
                  <a:gd name="T44" fmla="*/ 0 w 538"/>
                  <a:gd name="T45" fmla="*/ 356 h 387"/>
                  <a:gd name="T46" fmla="*/ 0 w 538"/>
                  <a:gd name="T47" fmla="*/ 373 h 387"/>
                  <a:gd name="T48" fmla="*/ 313 w 538"/>
                  <a:gd name="T49" fmla="*/ 387 h 387"/>
                  <a:gd name="T50" fmla="*/ 429 w 538"/>
                  <a:gd name="T51" fmla="*/ 387 h 387"/>
                  <a:gd name="T52" fmla="*/ 429 w 538"/>
                  <a:gd name="T53" fmla="*/ 379 h 387"/>
                  <a:gd name="T54" fmla="*/ 313 w 538"/>
                  <a:gd name="T55" fmla="*/ 379 h 387"/>
                  <a:gd name="T56" fmla="*/ 313 w 538"/>
                  <a:gd name="T57" fmla="*/ 387 h 387"/>
                  <a:gd name="T58" fmla="*/ 519 w 538"/>
                  <a:gd name="T59" fmla="*/ 364 h 387"/>
                  <a:gd name="T60" fmla="*/ 538 w 538"/>
                  <a:gd name="T61" fmla="*/ 364 h 387"/>
                  <a:gd name="T62" fmla="*/ 538 w 538"/>
                  <a:gd name="T63" fmla="*/ 356 h 387"/>
                  <a:gd name="T64" fmla="*/ 519 w 538"/>
                  <a:gd name="T65" fmla="*/ 356 h 387"/>
                  <a:gd name="T66" fmla="*/ 519 w 538"/>
                  <a:gd name="T67" fmla="*/ 364 h 387"/>
                  <a:gd name="T68" fmla="*/ 519 w 538"/>
                  <a:gd name="T69" fmla="*/ 383 h 387"/>
                  <a:gd name="T70" fmla="*/ 538 w 538"/>
                  <a:gd name="T71" fmla="*/ 383 h 387"/>
                  <a:gd name="T72" fmla="*/ 538 w 538"/>
                  <a:gd name="T73" fmla="*/ 373 h 387"/>
                  <a:gd name="T74" fmla="*/ 519 w 538"/>
                  <a:gd name="T75" fmla="*/ 373 h 387"/>
                  <a:gd name="T76" fmla="*/ 519 w 538"/>
                  <a:gd name="T77" fmla="*/ 383 h 387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538"/>
                  <a:gd name="T118" fmla="*/ 0 h 387"/>
                  <a:gd name="T119" fmla="*/ 538 w 538"/>
                  <a:gd name="T120" fmla="*/ 387 h 387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538" h="387">
                    <a:moveTo>
                      <a:pt x="450" y="277"/>
                    </a:moveTo>
                    <a:lnTo>
                      <a:pt x="469" y="277"/>
                    </a:lnTo>
                    <a:lnTo>
                      <a:pt x="469" y="269"/>
                    </a:lnTo>
                    <a:lnTo>
                      <a:pt x="450" y="269"/>
                    </a:lnTo>
                    <a:lnTo>
                      <a:pt x="450" y="277"/>
                    </a:lnTo>
                    <a:close/>
                    <a:moveTo>
                      <a:pt x="122" y="229"/>
                    </a:moveTo>
                    <a:lnTo>
                      <a:pt x="122" y="27"/>
                    </a:lnTo>
                    <a:lnTo>
                      <a:pt x="416" y="27"/>
                    </a:lnTo>
                    <a:lnTo>
                      <a:pt x="416" y="229"/>
                    </a:lnTo>
                    <a:lnTo>
                      <a:pt x="122" y="229"/>
                    </a:lnTo>
                    <a:close/>
                    <a:moveTo>
                      <a:pt x="109" y="243"/>
                    </a:moveTo>
                    <a:lnTo>
                      <a:pt x="429" y="243"/>
                    </a:lnTo>
                    <a:lnTo>
                      <a:pt x="429" y="14"/>
                    </a:lnTo>
                    <a:lnTo>
                      <a:pt x="443" y="14"/>
                    </a:lnTo>
                    <a:lnTo>
                      <a:pt x="443" y="0"/>
                    </a:lnTo>
                    <a:lnTo>
                      <a:pt x="94" y="0"/>
                    </a:lnTo>
                    <a:lnTo>
                      <a:pt x="94" y="256"/>
                    </a:lnTo>
                    <a:lnTo>
                      <a:pt x="109" y="256"/>
                    </a:lnTo>
                    <a:lnTo>
                      <a:pt x="109" y="243"/>
                    </a:lnTo>
                    <a:close/>
                    <a:moveTo>
                      <a:pt x="0" y="373"/>
                    </a:moveTo>
                    <a:lnTo>
                      <a:pt x="54" y="373"/>
                    </a:lnTo>
                    <a:lnTo>
                      <a:pt x="54" y="356"/>
                    </a:lnTo>
                    <a:lnTo>
                      <a:pt x="0" y="356"/>
                    </a:lnTo>
                    <a:lnTo>
                      <a:pt x="0" y="373"/>
                    </a:lnTo>
                    <a:close/>
                    <a:moveTo>
                      <a:pt x="313" y="387"/>
                    </a:moveTo>
                    <a:lnTo>
                      <a:pt x="429" y="387"/>
                    </a:lnTo>
                    <a:lnTo>
                      <a:pt x="429" y="379"/>
                    </a:lnTo>
                    <a:lnTo>
                      <a:pt x="313" y="379"/>
                    </a:lnTo>
                    <a:lnTo>
                      <a:pt x="313" y="387"/>
                    </a:lnTo>
                    <a:close/>
                    <a:moveTo>
                      <a:pt x="519" y="364"/>
                    </a:moveTo>
                    <a:lnTo>
                      <a:pt x="538" y="364"/>
                    </a:lnTo>
                    <a:lnTo>
                      <a:pt x="538" y="356"/>
                    </a:lnTo>
                    <a:lnTo>
                      <a:pt x="519" y="356"/>
                    </a:lnTo>
                    <a:lnTo>
                      <a:pt x="519" y="364"/>
                    </a:lnTo>
                    <a:close/>
                    <a:moveTo>
                      <a:pt x="519" y="383"/>
                    </a:moveTo>
                    <a:lnTo>
                      <a:pt x="538" y="383"/>
                    </a:lnTo>
                    <a:lnTo>
                      <a:pt x="538" y="373"/>
                    </a:lnTo>
                    <a:lnTo>
                      <a:pt x="519" y="373"/>
                    </a:lnTo>
                    <a:lnTo>
                      <a:pt x="519" y="383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7288" name="Line 38"/>
              <p:cNvSpPr>
                <a:spLocks noChangeShapeType="1"/>
              </p:cNvSpPr>
              <p:nvPr/>
            </p:nvSpPr>
            <p:spPr bwMode="auto">
              <a:xfrm>
                <a:off x="747" y="2495"/>
                <a:ext cx="2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89" name="Line 39"/>
              <p:cNvSpPr>
                <a:spLocks noChangeShapeType="1"/>
              </p:cNvSpPr>
              <p:nvPr/>
            </p:nvSpPr>
            <p:spPr bwMode="auto">
              <a:xfrm flipV="1">
                <a:off x="801" y="2495"/>
                <a:ext cx="1" cy="1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90" name="Line 40"/>
              <p:cNvSpPr>
                <a:spLocks noChangeShapeType="1"/>
              </p:cNvSpPr>
              <p:nvPr/>
            </p:nvSpPr>
            <p:spPr bwMode="auto">
              <a:xfrm flipV="1">
                <a:off x="855" y="2495"/>
                <a:ext cx="1" cy="1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</p:grpSp>
        <p:grpSp>
          <p:nvGrpSpPr>
            <p:cNvPr id="37201" name="Group 41"/>
            <p:cNvGrpSpPr>
              <a:grpSpLocks/>
            </p:cNvGrpSpPr>
            <p:nvPr/>
          </p:nvGrpSpPr>
          <p:grpSpPr bwMode="auto">
            <a:xfrm>
              <a:off x="447" y="3504"/>
              <a:ext cx="286" cy="288"/>
              <a:chOff x="712" y="2330"/>
              <a:chExt cx="286" cy="288"/>
            </a:xfrm>
          </p:grpSpPr>
          <p:sp>
            <p:nvSpPr>
              <p:cNvPr id="37267" name="Freeform 42"/>
              <p:cNvSpPr>
                <a:spLocks/>
              </p:cNvSpPr>
              <p:nvPr/>
            </p:nvSpPr>
            <p:spPr bwMode="auto">
              <a:xfrm>
                <a:off x="712" y="2330"/>
                <a:ext cx="286" cy="288"/>
              </a:xfrm>
              <a:custGeom>
                <a:avLst/>
                <a:gdLst>
                  <a:gd name="T0" fmla="*/ 126 w 572"/>
                  <a:gd name="T1" fmla="*/ 377 h 577"/>
                  <a:gd name="T2" fmla="*/ 0 w 572"/>
                  <a:gd name="T3" fmla="*/ 377 h 577"/>
                  <a:gd name="T4" fmla="*/ 0 w 572"/>
                  <a:gd name="T5" fmla="*/ 577 h 577"/>
                  <a:gd name="T6" fmla="*/ 572 w 572"/>
                  <a:gd name="T7" fmla="*/ 577 h 577"/>
                  <a:gd name="T8" fmla="*/ 572 w 572"/>
                  <a:gd name="T9" fmla="*/ 377 h 577"/>
                  <a:gd name="T10" fmla="*/ 446 w 572"/>
                  <a:gd name="T11" fmla="*/ 377 h 577"/>
                  <a:gd name="T12" fmla="*/ 446 w 572"/>
                  <a:gd name="T13" fmla="*/ 350 h 577"/>
                  <a:gd name="T14" fmla="*/ 500 w 572"/>
                  <a:gd name="T15" fmla="*/ 350 h 577"/>
                  <a:gd name="T16" fmla="*/ 500 w 572"/>
                  <a:gd name="T17" fmla="*/ 0 h 577"/>
                  <a:gd name="T18" fmla="*/ 71 w 572"/>
                  <a:gd name="T19" fmla="*/ 0 h 577"/>
                  <a:gd name="T20" fmla="*/ 71 w 572"/>
                  <a:gd name="T21" fmla="*/ 350 h 577"/>
                  <a:gd name="T22" fmla="*/ 126 w 572"/>
                  <a:gd name="T23" fmla="*/ 350 h 577"/>
                  <a:gd name="T24" fmla="*/ 126 w 572"/>
                  <a:gd name="T25" fmla="*/ 377 h 57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72"/>
                  <a:gd name="T40" fmla="*/ 0 h 577"/>
                  <a:gd name="T41" fmla="*/ 572 w 572"/>
                  <a:gd name="T42" fmla="*/ 577 h 57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72" h="577">
                    <a:moveTo>
                      <a:pt x="126" y="377"/>
                    </a:moveTo>
                    <a:lnTo>
                      <a:pt x="0" y="377"/>
                    </a:lnTo>
                    <a:lnTo>
                      <a:pt x="0" y="577"/>
                    </a:lnTo>
                    <a:lnTo>
                      <a:pt x="572" y="577"/>
                    </a:lnTo>
                    <a:lnTo>
                      <a:pt x="572" y="377"/>
                    </a:lnTo>
                    <a:lnTo>
                      <a:pt x="446" y="377"/>
                    </a:lnTo>
                    <a:lnTo>
                      <a:pt x="446" y="350"/>
                    </a:lnTo>
                    <a:lnTo>
                      <a:pt x="500" y="350"/>
                    </a:lnTo>
                    <a:lnTo>
                      <a:pt x="500" y="0"/>
                    </a:lnTo>
                    <a:lnTo>
                      <a:pt x="71" y="0"/>
                    </a:lnTo>
                    <a:lnTo>
                      <a:pt x="71" y="350"/>
                    </a:lnTo>
                    <a:lnTo>
                      <a:pt x="126" y="350"/>
                    </a:lnTo>
                    <a:lnTo>
                      <a:pt x="126" y="377"/>
                    </a:lnTo>
                    <a:close/>
                  </a:path>
                </a:pathLst>
              </a:custGeom>
              <a:solidFill>
                <a:srgbClr val="FFFFFF"/>
              </a:solidFill>
              <a:ln w="1111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7268" name="Line 43"/>
              <p:cNvSpPr>
                <a:spLocks noChangeShapeType="1"/>
              </p:cNvSpPr>
              <p:nvPr/>
            </p:nvSpPr>
            <p:spPr bwMode="auto">
              <a:xfrm>
                <a:off x="774" y="2518"/>
                <a:ext cx="161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69" name="Line 44"/>
              <p:cNvSpPr>
                <a:spLocks noChangeShapeType="1"/>
              </p:cNvSpPr>
              <p:nvPr/>
            </p:nvSpPr>
            <p:spPr bwMode="auto">
              <a:xfrm>
                <a:off x="774" y="2505"/>
                <a:ext cx="161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70" name="Freeform 45"/>
              <p:cNvSpPr>
                <a:spLocks noEditPoints="1"/>
              </p:cNvSpPr>
              <p:nvPr/>
            </p:nvSpPr>
            <p:spPr bwMode="auto">
              <a:xfrm>
                <a:off x="859" y="2528"/>
                <a:ext cx="116" cy="81"/>
              </a:xfrm>
              <a:custGeom>
                <a:avLst/>
                <a:gdLst>
                  <a:gd name="T0" fmla="*/ 0 w 231"/>
                  <a:gd name="T1" fmla="*/ 161 h 161"/>
                  <a:gd name="T2" fmla="*/ 187 w 231"/>
                  <a:gd name="T3" fmla="*/ 161 h 161"/>
                  <a:gd name="T4" fmla="*/ 187 w 231"/>
                  <a:gd name="T5" fmla="*/ 0 h 161"/>
                  <a:gd name="T6" fmla="*/ 0 w 231"/>
                  <a:gd name="T7" fmla="*/ 0 h 161"/>
                  <a:gd name="T8" fmla="*/ 0 w 231"/>
                  <a:gd name="T9" fmla="*/ 161 h 161"/>
                  <a:gd name="T10" fmla="*/ 204 w 231"/>
                  <a:gd name="T11" fmla="*/ 27 h 161"/>
                  <a:gd name="T12" fmla="*/ 231 w 231"/>
                  <a:gd name="T13" fmla="*/ 27 h 161"/>
                  <a:gd name="T14" fmla="*/ 231 w 231"/>
                  <a:gd name="T15" fmla="*/ 0 h 161"/>
                  <a:gd name="T16" fmla="*/ 204 w 231"/>
                  <a:gd name="T17" fmla="*/ 0 h 161"/>
                  <a:gd name="T18" fmla="*/ 204 w 231"/>
                  <a:gd name="T19" fmla="*/ 27 h 16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31"/>
                  <a:gd name="T31" fmla="*/ 0 h 161"/>
                  <a:gd name="T32" fmla="*/ 231 w 231"/>
                  <a:gd name="T33" fmla="*/ 161 h 16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31" h="161">
                    <a:moveTo>
                      <a:pt x="0" y="161"/>
                    </a:moveTo>
                    <a:lnTo>
                      <a:pt x="187" y="161"/>
                    </a:lnTo>
                    <a:lnTo>
                      <a:pt x="187" y="0"/>
                    </a:lnTo>
                    <a:lnTo>
                      <a:pt x="0" y="0"/>
                    </a:lnTo>
                    <a:lnTo>
                      <a:pt x="0" y="161"/>
                    </a:lnTo>
                    <a:close/>
                    <a:moveTo>
                      <a:pt x="204" y="27"/>
                    </a:moveTo>
                    <a:lnTo>
                      <a:pt x="231" y="27"/>
                    </a:lnTo>
                    <a:lnTo>
                      <a:pt x="231" y="0"/>
                    </a:lnTo>
                    <a:lnTo>
                      <a:pt x="204" y="0"/>
                    </a:lnTo>
                    <a:lnTo>
                      <a:pt x="204" y="27"/>
                    </a:lnTo>
                    <a:close/>
                  </a:path>
                </a:pathLst>
              </a:custGeom>
              <a:solidFill>
                <a:srgbClr val="FFFFFF"/>
              </a:solidFill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7271" name="Line 46"/>
              <p:cNvSpPr>
                <a:spLocks noChangeShapeType="1"/>
              </p:cNvSpPr>
              <p:nvPr/>
            </p:nvSpPr>
            <p:spPr bwMode="auto">
              <a:xfrm>
                <a:off x="859" y="2555"/>
                <a:ext cx="9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72" name="Line 47"/>
              <p:cNvSpPr>
                <a:spLocks noChangeShapeType="1"/>
              </p:cNvSpPr>
              <p:nvPr/>
            </p:nvSpPr>
            <p:spPr bwMode="auto">
              <a:xfrm>
                <a:off x="859" y="2582"/>
                <a:ext cx="9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73" name="Line 48"/>
              <p:cNvSpPr>
                <a:spLocks noChangeShapeType="1"/>
              </p:cNvSpPr>
              <p:nvPr/>
            </p:nvSpPr>
            <p:spPr bwMode="auto">
              <a:xfrm>
                <a:off x="863" y="2568"/>
                <a:ext cx="8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74" name="Rectangle 49"/>
              <p:cNvSpPr>
                <a:spLocks noChangeArrowheads="1"/>
              </p:cNvSpPr>
              <p:nvPr/>
            </p:nvSpPr>
            <p:spPr bwMode="auto">
              <a:xfrm>
                <a:off x="913" y="2560"/>
                <a:ext cx="26" cy="17"/>
              </a:xfrm>
              <a:prstGeom prst="rect">
                <a:avLst/>
              </a:prstGeom>
              <a:noFill/>
              <a:ln w="47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7275" name="Freeform 50"/>
              <p:cNvSpPr>
                <a:spLocks noEditPoints="1"/>
              </p:cNvSpPr>
              <p:nvPr/>
            </p:nvSpPr>
            <p:spPr bwMode="auto">
              <a:xfrm>
                <a:off x="720" y="2350"/>
                <a:ext cx="269" cy="193"/>
              </a:xfrm>
              <a:custGeom>
                <a:avLst/>
                <a:gdLst>
                  <a:gd name="T0" fmla="*/ 450 w 538"/>
                  <a:gd name="T1" fmla="*/ 277 h 387"/>
                  <a:gd name="T2" fmla="*/ 469 w 538"/>
                  <a:gd name="T3" fmla="*/ 277 h 387"/>
                  <a:gd name="T4" fmla="*/ 469 w 538"/>
                  <a:gd name="T5" fmla="*/ 269 h 387"/>
                  <a:gd name="T6" fmla="*/ 450 w 538"/>
                  <a:gd name="T7" fmla="*/ 269 h 387"/>
                  <a:gd name="T8" fmla="*/ 450 w 538"/>
                  <a:gd name="T9" fmla="*/ 277 h 387"/>
                  <a:gd name="T10" fmla="*/ 122 w 538"/>
                  <a:gd name="T11" fmla="*/ 229 h 387"/>
                  <a:gd name="T12" fmla="*/ 122 w 538"/>
                  <a:gd name="T13" fmla="*/ 27 h 387"/>
                  <a:gd name="T14" fmla="*/ 416 w 538"/>
                  <a:gd name="T15" fmla="*/ 27 h 387"/>
                  <a:gd name="T16" fmla="*/ 416 w 538"/>
                  <a:gd name="T17" fmla="*/ 229 h 387"/>
                  <a:gd name="T18" fmla="*/ 122 w 538"/>
                  <a:gd name="T19" fmla="*/ 229 h 387"/>
                  <a:gd name="T20" fmla="*/ 109 w 538"/>
                  <a:gd name="T21" fmla="*/ 243 h 387"/>
                  <a:gd name="T22" fmla="*/ 429 w 538"/>
                  <a:gd name="T23" fmla="*/ 243 h 387"/>
                  <a:gd name="T24" fmla="*/ 429 w 538"/>
                  <a:gd name="T25" fmla="*/ 14 h 387"/>
                  <a:gd name="T26" fmla="*/ 443 w 538"/>
                  <a:gd name="T27" fmla="*/ 14 h 387"/>
                  <a:gd name="T28" fmla="*/ 443 w 538"/>
                  <a:gd name="T29" fmla="*/ 0 h 387"/>
                  <a:gd name="T30" fmla="*/ 94 w 538"/>
                  <a:gd name="T31" fmla="*/ 0 h 387"/>
                  <a:gd name="T32" fmla="*/ 94 w 538"/>
                  <a:gd name="T33" fmla="*/ 256 h 387"/>
                  <a:gd name="T34" fmla="*/ 109 w 538"/>
                  <a:gd name="T35" fmla="*/ 256 h 387"/>
                  <a:gd name="T36" fmla="*/ 109 w 538"/>
                  <a:gd name="T37" fmla="*/ 243 h 387"/>
                  <a:gd name="T38" fmla="*/ 0 w 538"/>
                  <a:gd name="T39" fmla="*/ 373 h 387"/>
                  <a:gd name="T40" fmla="*/ 54 w 538"/>
                  <a:gd name="T41" fmla="*/ 373 h 387"/>
                  <a:gd name="T42" fmla="*/ 54 w 538"/>
                  <a:gd name="T43" fmla="*/ 356 h 387"/>
                  <a:gd name="T44" fmla="*/ 0 w 538"/>
                  <a:gd name="T45" fmla="*/ 356 h 387"/>
                  <a:gd name="T46" fmla="*/ 0 w 538"/>
                  <a:gd name="T47" fmla="*/ 373 h 387"/>
                  <a:gd name="T48" fmla="*/ 313 w 538"/>
                  <a:gd name="T49" fmla="*/ 387 h 387"/>
                  <a:gd name="T50" fmla="*/ 429 w 538"/>
                  <a:gd name="T51" fmla="*/ 387 h 387"/>
                  <a:gd name="T52" fmla="*/ 429 w 538"/>
                  <a:gd name="T53" fmla="*/ 379 h 387"/>
                  <a:gd name="T54" fmla="*/ 313 w 538"/>
                  <a:gd name="T55" fmla="*/ 379 h 387"/>
                  <a:gd name="T56" fmla="*/ 313 w 538"/>
                  <a:gd name="T57" fmla="*/ 387 h 387"/>
                  <a:gd name="T58" fmla="*/ 519 w 538"/>
                  <a:gd name="T59" fmla="*/ 364 h 387"/>
                  <a:gd name="T60" fmla="*/ 538 w 538"/>
                  <a:gd name="T61" fmla="*/ 364 h 387"/>
                  <a:gd name="T62" fmla="*/ 538 w 538"/>
                  <a:gd name="T63" fmla="*/ 356 h 387"/>
                  <a:gd name="T64" fmla="*/ 519 w 538"/>
                  <a:gd name="T65" fmla="*/ 356 h 387"/>
                  <a:gd name="T66" fmla="*/ 519 w 538"/>
                  <a:gd name="T67" fmla="*/ 364 h 387"/>
                  <a:gd name="T68" fmla="*/ 519 w 538"/>
                  <a:gd name="T69" fmla="*/ 383 h 387"/>
                  <a:gd name="T70" fmla="*/ 538 w 538"/>
                  <a:gd name="T71" fmla="*/ 383 h 387"/>
                  <a:gd name="T72" fmla="*/ 538 w 538"/>
                  <a:gd name="T73" fmla="*/ 373 h 387"/>
                  <a:gd name="T74" fmla="*/ 519 w 538"/>
                  <a:gd name="T75" fmla="*/ 373 h 387"/>
                  <a:gd name="T76" fmla="*/ 519 w 538"/>
                  <a:gd name="T77" fmla="*/ 383 h 387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538"/>
                  <a:gd name="T118" fmla="*/ 0 h 387"/>
                  <a:gd name="T119" fmla="*/ 538 w 538"/>
                  <a:gd name="T120" fmla="*/ 387 h 387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538" h="387">
                    <a:moveTo>
                      <a:pt x="450" y="277"/>
                    </a:moveTo>
                    <a:lnTo>
                      <a:pt x="469" y="277"/>
                    </a:lnTo>
                    <a:lnTo>
                      <a:pt x="469" y="269"/>
                    </a:lnTo>
                    <a:lnTo>
                      <a:pt x="450" y="269"/>
                    </a:lnTo>
                    <a:lnTo>
                      <a:pt x="450" y="277"/>
                    </a:lnTo>
                    <a:close/>
                    <a:moveTo>
                      <a:pt x="122" y="229"/>
                    </a:moveTo>
                    <a:lnTo>
                      <a:pt x="122" y="27"/>
                    </a:lnTo>
                    <a:lnTo>
                      <a:pt x="416" y="27"/>
                    </a:lnTo>
                    <a:lnTo>
                      <a:pt x="416" y="229"/>
                    </a:lnTo>
                    <a:lnTo>
                      <a:pt x="122" y="229"/>
                    </a:lnTo>
                    <a:close/>
                    <a:moveTo>
                      <a:pt x="109" y="243"/>
                    </a:moveTo>
                    <a:lnTo>
                      <a:pt x="429" y="243"/>
                    </a:lnTo>
                    <a:lnTo>
                      <a:pt x="429" y="14"/>
                    </a:lnTo>
                    <a:lnTo>
                      <a:pt x="443" y="14"/>
                    </a:lnTo>
                    <a:lnTo>
                      <a:pt x="443" y="0"/>
                    </a:lnTo>
                    <a:lnTo>
                      <a:pt x="94" y="0"/>
                    </a:lnTo>
                    <a:lnTo>
                      <a:pt x="94" y="256"/>
                    </a:lnTo>
                    <a:lnTo>
                      <a:pt x="109" y="256"/>
                    </a:lnTo>
                    <a:lnTo>
                      <a:pt x="109" y="243"/>
                    </a:lnTo>
                    <a:close/>
                    <a:moveTo>
                      <a:pt x="0" y="373"/>
                    </a:moveTo>
                    <a:lnTo>
                      <a:pt x="54" y="373"/>
                    </a:lnTo>
                    <a:lnTo>
                      <a:pt x="54" y="356"/>
                    </a:lnTo>
                    <a:lnTo>
                      <a:pt x="0" y="356"/>
                    </a:lnTo>
                    <a:lnTo>
                      <a:pt x="0" y="373"/>
                    </a:lnTo>
                    <a:close/>
                    <a:moveTo>
                      <a:pt x="313" y="387"/>
                    </a:moveTo>
                    <a:lnTo>
                      <a:pt x="429" y="387"/>
                    </a:lnTo>
                    <a:lnTo>
                      <a:pt x="429" y="379"/>
                    </a:lnTo>
                    <a:lnTo>
                      <a:pt x="313" y="379"/>
                    </a:lnTo>
                    <a:lnTo>
                      <a:pt x="313" y="387"/>
                    </a:lnTo>
                    <a:close/>
                    <a:moveTo>
                      <a:pt x="519" y="364"/>
                    </a:moveTo>
                    <a:lnTo>
                      <a:pt x="538" y="364"/>
                    </a:lnTo>
                    <a:lnTo>
                      <a:pt x="538" y="356"/>
                    </a:lnTo>
                    <a:lnTo>
                      <a:pt x="519" y="356"/>
                    </a:lnTo>
                    <a:lnTo>
                      <a:pt x="519" y="364"/>
                    </a:lnTo>
                    <a:close/>
                    <a:moveTo>
                      <a:pt x="519" y="383"/>
                    </a:moveTo>
                    <a:lnTo>
                      <a:pt x="538" y="383"/>
                    </a:lnTo>
                    <a:lnTo>
                      <a:pt x="538" y="373"/>
                    </a:lnTo>
                    <a:lnTo>
                      <a:pt x="519" y="373"/>
                    </a:lnTo>
                    <a:lnTo>
                      <a:pt x="519" y="383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7276" name="Line 51"/>
              <p:cNvSpPr>
                <a:spLocks noChangeShapeType="1"/>
              </p:cNvSpPr>
              <p:nvPr/>
            </p:nvSpPr>
            <p:spPr bwMode="auto">
              <a:xfrm>
                <a:off x="747" y="2495"/>
                <a:ext cx="2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77" name="Line 52"/>
              <p:cNvSpPr>
                <a:spLocks noChangeShapeType="1"/>
              </p:cNvSpPr>
              <p:nvPr/>
            </p:nvSpPr>
            <p:spPr bwMode="auto">
              <a:xfrm flipV="1">
                <a:off x="801" y="2495"/>
                <a:ext cx="1" cy="1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78" name="Line 53"/>
              <p:cNvSpPr>
                <a:spLocks noChangeShapeType="1"/>
              </p:cNvSpPr>
              <p:nvPr/>
            </p:nvSpPr>
            <p:spPr bwMode="auto">
              <a:xfrm flipV="1">
                <a:off x="855" y="2495"/>
                <a:ext cx="1" cy="1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</p:grpSp>
        <p:grpSp>
          <p:nvGrpSpPr>
            <p:cNvPr id="37202" name="Group 54"/>
            <p:cNvGrpSpPr>
              <a:grpSpLocks/>
            </p:cNvGrpSpPr>
            <p:nvPr/>
          </p:nvGrpSpPr>
          <p:grpSpPr bwMode="auto">
            <a:xfrm>
              <a:off x="2559" y="1728"/>
              <a:ext cx="286" cy="288"/>
              <a:chOff x="712" y="2330"/>
              <a:chExt cx="286" cy="288"/>
            </a:xfrm>
          </p:grpSpPr>
          <p:sp>
            <p:nvSpPr>
              <p:cNvPr id="37255" name="Freeform 55"/>
              <p:cNvSpPr>
                <a:spLocks/>
              </p:cNvSpPr>
              <p:nvPr/>
            </p:nvSpPr>
            <p:spPr bwMode="auto">
              <a:xfrm>
                <a:off x="712" y="2330"/>
                <a:ext cx="286" cy="288"/>
              </a:xfrm>
              <a:custGeom>
                <a:avLst/>
                <a:gdLst>
                  <a:gd name="T0" fmla="*/ 126 w 572"/>
                  <a:gd name="T1" fmla="*/ 377 h 577"/>
                  <a:gd name="T2" fmla="*/ 0 w 572"/>
                  <a:gd name="T3" fmla="*/ 377 h 577"/>
                  <a:gd name="T4" fmla="*/ 0 w 572"/>
                  <a:gd name="T5" fmla="*/ 577 h 577"/>
                  <a:gd name="T6" fmla="*/ 572 w 572"/>
                  <a:gd name="T7" fmla="*/ 577 h 577"/>
                  <a:gd name="T8" fmla="*/ 572 w 572"/>
                  <a:gd name="T9" fmla="*/ 377 h 577"/>
                  <a:gd name="T10" fmla="*/ 446 w 572"/>
                  <a:gd name="T11" fmla="*/ 377 h 577"/>
                  <a:gd name="T12" fmla="*/ 446 w 572"/>
                  <a:gd name="T13" fmla="*/ 350 h 577"/>
                  <a:gd name="T14" fmla="*/ 500 w 572"/>
                  <a:gd name="T15" fmla="*/ 350 h 577"/>
                  <a:gd name="T16" fmla="*/ 500 w 572"/>
                  <a:gd name="T17" fmla="*/ 0 h 577"/>
                  <a:gd name="T18" fmla="*/ 71 w 572"/>
                  <a:gd name="T19" fmla="*/ 0 h 577"/>
                  <a:gd name="T20" fmla="*/ 71 w 572"/>
                  <a:gd name="T21" fmla="*/ 350 h 577"/>
                  <a:gd name="T22" fmla="*/ 126 w 572"/>
                  <a:gd name="T23" fmla="*/ 350 h 577"/>
                  <a:gd name="T24" fmla="*/ 126 w 572"/>
                  <a:gd name="T25" fmla="*/ 377 h 57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72"/>
                  <a:gd name="T40" fmla="*/ 0 h 577"/>
                  <a:gd name="T41" fmla="*/ 572 w 572"/>
                  <a:gd name="T42" fmla="*/ 577 h 57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72" h="577">
                    <a:moveTo>
                      <a:pt x="126" y="377"/>
                    </a:moveTo>
                    <a:lnTo>
                      <a:pt x="0" y="377"/>
                    </a:lnTo>
                    <a:lnTo>
                      <a:pt x="0" y="577"/>
                    </a:lnTo>
                    <a:lnTo>
                      <a:pt x="572" y="577"/>
                    </a:lnTo>
                    <a:lnTo>
                      <a:pt x="572" y="377"/>
                    </a:lnTo>
                    <a:lnTo>
                      <a:pt x="446" y="377"/>
                    </a:lnTo>
                    <a:lnTo>
                      <a:pt x="446" y="350"/>
                    </a:lnTo>
                    <a:lnTo>
                      <a:pt x="500" y="350"/>
                    </a:lnTo>
                    <a:lnTo>
                      <a:pt x="500" y="0"/>
                    </a:lnTo>
                    <a:lnTo>
                      <a:pt x="71" y="0"/>
                    </a:lnTo>
                    <a:lnTo>
                      <a:pt x="71" y="350"/>
                    </a:lnTo>
                    <a:lnTo>
                      <a:pt x="126" y="350"/>
                    </a:lnTo>
                    <a:lnTo>
                      <a:pt x="126" y="377"/>
                    </a:lnTo>
                    <a:close/>
                  </a:path>
                </a:pathLst>
              </a:custGeom>
              <a:solidFill>
                <a:srgbClr val="FFFFFF"/>
              </a:solidFill>
              <a:ln w="1111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7256" name="Line 56"/>
              <p:cNvSpPr>
                <a:spLocks noChangeShapeType="1"/>
              </p:cNvSpPr>
              <p:nvPr/>
            </p:nvSpPr>
            <p:spPr bwMode="auto">
              <a:xfrm>
                <a:off x="774" y="2518"/>
                <a:ext cx="161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57" name="Line 57"/>
              <p:cNvSpPr>
                <a:spLocks noChangeShapeType="1"/>
              </p:cNvSpPr>
              <p:nvPr/>
            </p:nvSpPr>
            <p:spPr bwMode="auto">
              <a:xfrm>
                <a:off x="774" y="2505"/>
                <a:ext cx="161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58" name="Freeform 58"/>
              <p:cNvSpPr>
                <a:spLocks noEditPoints="1"/>
              </p:cNvSpPr>
              <p:nvPr/>
            </p:nvSpPr>
            <p:spPr bwMode="auto">
              <a:xfrm>
                <a:off x="859" y="2528"/>
                <a:ext cx="116" cy="81"/>
              </a:xfrm>
              <a:custGeom>
                <a:avLst/>
                <a:gdLst>
                  <a:gd name="T0" fmla="*/ 0 w 231"/>
                  <a:gd name="T1" fmla="*/ 161 h 161"/>
                  <a:gd name="T2" fmla="*/ 187 w 231"/>
                  <a:gd name="T3" fmla="*/ 161 h 161"/>
                  <a:gd name="T4" fmla="*/ 187 w 231"/>
                  <a:gd name="T5" fmla="*/ 0 h 161"/>
                  <a:gd name="T6" fmla="*/ 0 w 231"/>
                  <a:gd name="T7" fmla="*/ 0 h 161"/>
                  <a:gd name="T8" fmla="*/ 0 w 231"/>
                  <a:gd name="T9" fmla="*/ 161 h 161"/>
                  <a:gd name="T10" fmla="*/ 204 w 231"/>
                  <a:gd name="T11" fmla="*/ 27 h 161"/>
                  <a:gd name="T12" fmla="*/ 231 w 231"/>
                  <a:gd name="T13" fmla="*/ 27 h 161"/>
                  <a:gd name="T14" fmla="*/ 231 w 231"/>
                  <a:gd name="T15" fmla="*/ 0 h 161"/>
                  <a:gd name="T16" fmla="*/ 204 w 231"/>
                  <a:gd name="T17" fmla="*/ 0 h 161"/>
                  <a:gd name="T18" fmla="*/ 204 w 231"/>
                  <a:gd name="T19" fmla="*/ 27 h 16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31"/>
                  <a:gd name="T31" fmla="*/ 0 h 161"/>
                  <a:gd name="T32" fmla="*/ 231 w 231"/>
                  <a:gd name="T33" fmla="*/ 161 h 16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31" h="161">
                    <a:moveTo>
                      <a:pt x="0" y="161"/>
                    </a:moveTo>
                    <a:lnTo>
                      <a:pt x="187" y="161"/>
                    </a:lnTo>
                    <a:lnTo>
                      <a:pt x="187" y="0"/>
                    </a:lnTo>
                    <a:lnTo>
                      <a:pt x="0" y="0"/>
                    </a:lnTo>
                    <a:lnTo>
                      <a:pt x="0" y="161"/>
                    </a:lnTo>
                    <a:close/>
                    <a:moveTo>
                      <a:pt x="204" y="27"/>
                    </a:moveTo>
                    <a:lnTo>
                      <a:pt x="231" y="27"/>
                    </a:lnTo>
                    <a:lnTo>
                      <a:pt x="231" y="0"/>
                    </a:lnTo>
                    <a:lnTo>
                      <a:pt x="204" y="0"/>
                    </a:lnTo>
                    <a:lnTo>
                      <a:pt x="204" y="27"/>
                    </a:lnTo>
                    <a:close/>
                  </a:path>
                </a:pathLst>
              </a:custGeom>
              <a:solidFill>
                <a:srgbClr val="FFFFFF"/>
              </a:solidFill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7259" name="Line 59"/>
              <p:cNvSpPr>
                <a:spLocks noChangeShapeType="1"/>
              </p:cNvSpPr>
              <p:nvPr/>
            </p:nvSpPr>
            <p:spPr bwMode="auto">
              <a:xfrm>
                <a:off x="859" y="2555"/>
                <a:ext cx="9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60" name="Line 60"/>
              <p:cNvSpPr>
                <a:spLocks noChangeShapeType="1"/>
              </p:cNvSpPr>
              <p:nvPr/>
            </p:nvSpPr>
            <p:spPr bwMode="auto">
              <a:xfrm>
                <a:off x="859" y="2582"/>
                <a:ext cx="9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61" name="Line 61"/>
              <p:cNvSpPr>
                <a:spLocks noChangeShapeType="1"/>
              </p:cNvSpPr>
              <p:nvPr/>
            </p:nvSpPr>
            <p:spPr bwMode="auto">
              <a:xfrm>
                <a:off x="863" y="2568"/>
                <a:ext cx="8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62" name="Rectangle 62"/>
              <p:cNvSpPr>
                <a:spLocks noChangeArrowheads="1"/>
              </p:cNvSpPr>
              <p:nvPr/>
            </p:nvSpPr>
            <p:spPr bwMode="auto">
              <a:xfrm>
                <a:off x="913" y="2560"/>
                <a:ext cx="26" cy="17"/>
              </a:xfrm>
              <a:prstGeom prst="rect">
                <a:avLst/>
              </a:prstGeom>
              <a:noFill/>
              <a:ln w="47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7263" name="Freeform 63"/>
              <p:cNvSpPr>
                <a:spLocks noEditPoints="1"/>
              </p:cNvSpPr>
              <p:nvPr/>
            </p:nvSpPr>
            <p:spPr bwMode="auto">
              <a:xfrm>
                <a:off x="720" y="2350"/>
                <a:ext cx="269" cy="193"/>
              </a:xfrm>
              <a:custGeom>
                <a:avLst/>
                <a:gdLst>
                  <a:gd name="T0" fmla="*/ 450 w 538"/>
                  <a:gd name="T1" fmla="*/ 277 h 387"/>
                  <a:gd name="T2" fmla="*/ 469 w 538"/>
                  <a:gd name="T3" fmla="*/ 277 h 387"/>
                  <a:gd name="T4" fmla="*/ 469 w 538"/>
                  <a:gd name="T5" fmla="*/ 269 h 387"/>
                  <a:gd name="T6" fmla="*/ 450 w 538"/>
                  <a:gd name="T7" fmla="*/ 269 h 387"/>
                  <a:gd name="T8" fmla="*/ 450 w 538"/>
                  <a:gd name="T9" fmla="*/ 277 h 387"/>
                  <a:gd name="T10" fmla="*/ 122 w 538"/>
                  <a:gd name="T11" fmla="*/ 229 h 387"/>
                  <a:gd name="T12" fmla="*/ 122 w 538"/>
                  <a:gd name="T13" fmla="*/ 27 h 387"/>
                  <a:gd name="T14" fmla="*/ 416 w 538"/>
                  <a:gd name="T15" fmla="*/ 27 h 387"/>
                  <a:gd name="T16" fmla="*/ 416 w 538"/>
                  <a:gd name="T17" fmla="*/ 229 h 387"/>
                  <a:gd name="T18" fmla="*/ 122 w 538"/>
                  <a:gd name="T19" fmla="*/ 229 h 387"/>
                  <a:gd name="T20" fmla="*/ 109 w 538"/>
                  <a:gd name="T21" fmla="*/ 243 h 387"/>
                  <a:gd name="T22" fmla="*/ 429 w 538"/>
                  <a:gd name="T23" fmla="*/ 243 h 387"/>
                  <a:gd name="T24" fmla="*/ 429 w 538"/>
                  <a:gd name="T25" fmla="*/ 14 h 387"/>
                  <a:gd name="T26" fmla="*/ 443 w 538"/>
                  <a:gd name="T27" fmla="*/ 14 h 387"/>
                  <a:gd name="T28" fmla="*/ 443 w 538"/>
                  <a:gd name="T29" fmla="*/ 0 h 387"/>
                  <a:gd name="T30" fmla="*/ 94 w 538"/>
                  <a:gd name="T31" fmla="*/ 0 h 387"/>
                  <a:gd name="T32" fmla="*/ 94 w 538"/>
                  <a:gd name="T33" fmla="*/ 256 h 387"/>
                  <a:gd name="T34" fmla="*/ 109 w 538"/>
                  <a:gd name="T35" fmla="*/ 256 h 387"/>
                  <a:gd name="T36" fmla="*/ 109 w 538"/>
                  <a:gd name="T37" fmla="*/ 243 h 387"/>
                  <a:gd name="T38" fmla="*/ 0 w 538"/>
                  <a:gd name="T39" fmla="*/ 373 h 387"/>
                  <a:gd name="T40" fmla="*/ 54 w 538"/>
                  <a:gd name="T41" fmla="*/ 373 h 387"/>
                  <a:gd name="T42" fmla="*/ 54 w 538"/>
                  <a:gd name="T43" fmla="*/ 356 h 387"/>
                  <a:gd name="T44" fmla="*/ 0 w 538"/>
                  <a:gd name="T45" fmla="*/ 356 h 387"/>
                  <a:gd name="T46" fmla="*/ 0 w 538"/>
                  <a:gd name="T47" fmla="*/ 373 h 387"/>
                  <a:gd name="T48" fmla="*/ 313 w 538"/>
                  <a:gd name="T49" fmla="*/ 387 h 387"/>
                  <a:gd name="T50" fmla="*/ 429 w 538"/>
                  <a:gd name="T51" fmla="*/ 387 h 387"/>
                  <a:gd name="T52" fmla="*/ 429 w 538"/>
                  <a:gd name="T53" fmla="*/ 379 h 387"/>
                  <a:gd name="T54" fmla="*/ 313 w 538"/>
                  <a:gd name="T55" fmla="*/ 379 h 387"/>
                  <a:gd name="T56" fmla="*/ 313 w 538"/>
                  <a:gd name="T57" fmla="*/ 387 h 387"/>
                  <a:gd name="T58" fmla="*/ 519 w 538"/>
                  <a:gd name="T59" fmla="*/ 364 h 387"/>
                  <a:gd name="T60" fmla="*/ 538 w 538"/>
                  <a:gd name="T61" fmla="*/ 364 h 387"/>
                  <a:gd name="T62" fmla="*/ 538 w 538"/>
                  <a:gd name="T63" fmla="*/ 356 h 387"/>
                  <a:gd name="T64" fmla="*/ 519 w 538"/>
                  <a:gd name="T65" fmla="*/ 356 h 387"/>
                  <a:gd name="T66" fmla="*/ 519 w 538"/>
                  <a:gd name="T67" fmla="*/ 364 h 387"/>
                  <a:gd name="T68" fmla="*/ 519 w 538"/>
                  <a:gd name="T69" fmla="*/ 383 h 387"/>
                  <a:gd name="T70" fmla="*/ 538 w 538"/>
                  <a:gd name="T71" fmla="*/ 383 h 387"/>
                  <a:gd name="T72" fmla="*/ 538 w 538"/>
                  <a:gd name="T73" fmla="*/ 373 h 387"/>
                  <a:gd name="T74" fmla="*/ 519 w 538"/>
                  <a:gd name="T75" fmla="*/ 373 h 387"/>
                  <a:gd name="T76" fmla="*/ 519 w 538"/>
                  <a:gd name="T77" fmla="*/ 383 h 387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538"/>
                  <a:gd name="T118" fmla="*/ 0 h 387"/>
                  <a:gd name="T119" fmla="*/ 538 w 538"/>
                  <a:gd name="T120" fmla="*/ 387 h 387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538" h="387">
                    <a:moveTo>
                      <a:pt x="450" y="277"/>
                    </a:moveTo>
                    <a:lnTo>
                      <a:pt x="469" y="277"/>
                    </a:lnTo>
                    <a:lnTo>
                      <a:pt x="469" y="269"/>
                    </a:lnTo>
                    <a:lnTo>
                      <a:pt x="450" y="269"/>
                    </a:lnTo>
                    <a:lnTo>
                      <a:pt x="450" y="277"/>
                    </a:lnTo>
                    <a:close/>
                    <a:moveTo>
                      <a:pt x="122" y="229"/>
                    </a:moveTo>
                    <a:lnTo>
                      <a:pt x="122" y="27"/>
                    </a:lnTo>
                    <a:lnTo>
                      <a:pt x="416" y="27"/>
                    </a:lnTo>
                    <a:lnTo>
                      <a:pt x="416" y="229"/>
                    </a:lnTo>
                    <a:lnTo>
                      <a:pt x="122" y="229"/>
                    </a:lnTo>
                    <a:close/>
                    <a:moveTo>
                      <a:pt x="109" y="243"/>
                    </a:moveTo>
                    <a:lnTo>
                      <a:pt x="429" y="243"/>
                    </a:lnTo>
                    <a:lnTo>
                      <a:pt x="429" y="14"/>
                    </a:lnTo>
                    <a:lnTo>
                      <a:pt x="443" y="14"/>
                    </a:lnTo>
                    <a:lnTo>
                      <a:pt x="443" y="0"/>
                    </a:lnTo>
                    <a:lnTo>
                      <a:pt x="94" y="0"/>
                    </a:lnTo>
                    <a:lnTo>
                      <a:pt x="94" y="256"/>
                    </a:lnTo>
                    <a:lnTo>
                      <a:pt x="109" y="256"/>
                    </a:lnTo>
                    <a:lnTo>
                      <a:pt x="109" y="243"/>
                    </a:lnTo>
                    <a:close/>
                    <a:moveTo>
                      <a:pt x="0" y="373"/>
                    </a:moveTo>
                    <a:lnTo>
                      <a:pt x="54" y="373"/>
                    </a:lnTo>
                    <a:lnTo>
                      <a:pt x="54" y="356"/>
                    </a:lnTo>
                    <a:lnTo>
                      <a:pt x="0" y="356"/>
                    </a:lnTo>
                    <a:lnTo>
                      <a:pt x="0" y="373"/>
                    </a:lnTo>
                    <a:close/>
                    <a:moveTo>
                      <a:pt x="313" y="387"/>
                    </a:moveTo>
                    <a:lnTo>
                      <a:pt x="429" y="387"/>
                    </a:lnTo>
                    <a:lnTo>
                      <a:pt x="429" y="379"/>
                    </a:lnTo>
                    <a:lnTo>
                      <a:pt x="313" y="379"/>
                    </a:lnTo>
                    <a:lnTo>
                      <a:pt x="313" y="387"/>
                    </a:lnTo>
                    <a:close/>
                    <a:moveTo>
                      <a:pt x="519" y="364"/>
                    </a:moveTo>
                    <a:lnTo>
                      <a:pt x="538" y="364"/>
                    </a:lnTo>
                    <a:lnTo>
                      <a:pt x="538" y="356"/>
                    </a:lnTo>
                    <a:lnTo>
                      <a:pt x="519" y="356"/>
                    </a:lnTo>
                    <a:lnTo>
                      <a:pt x="519" y="364"/>
                    </a:lnTo>
                    <a:close/>
                    <a:moveTo>
                      <a:pt x="519" y="383"/>
                    </a:moveTo>
                    <a:lnTo>
                      <a:pt x="538" y="383"/>
                    </a:lnTo>
                    <a:lnTo>
                      <a:pt x="538" y="373"/>
                    </a:lnTo>
                    <a:lnTo>
                      <a:pt x="519" y="373"/>
                    </a:lnTo>
                    <a:lnTo>
                      <a:pt x="519" y="383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7264" name="Line 64"/>
              <p:cNvSpPr>
                <a:spLocks noChangeShapeType="1"/>
              </p:cNvSpPr>
              <p:nvPr/>
            </p:nvSpPr>
            <p:spPr bwMode="auto">
              <a:xfrm>
                <a:off x="747" y="2495"/>
                <a:ext cx="2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65" name="Line 65"/>
              <p:cNvSpPr>
                <a:spLocks noChangeShapeType="1"/>
              </p:cNvSpPr>
              <p:nvPr/>
            </p:nvSpPr>
            <p:spPr bwMode="auto">
              <a:xfrm flipV="1">
                <a:off x="801" y="2495"/>
                <a:ext cx="1" cy="1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66" name="Line 66"/>
              <p:cNvSpPr>
                <a:spLocks noChangeShapeType="1"/>
              </p:cNvSpPr>
              <p:nvPr/>
            </p:nvSpPr>
            <p:spPr bwMode="auto">
              <a:xfrm flipV="1">
                <a:off x="855" y="2495"/>
                <a:ext cx="1" cy="1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</p:grpSp>
        <p:grpSp>
          <p:nvGrpSpPr>
            <p:cNvPr id="37203" name="Group 67"/>
            <p:cNvGrpSpPr>
              <a:grpSpLocks/>
            </p:cNvGrpSpPr>
            <p:nvPr/>
          </p:nvGrpSpPr>
          <p:grpSpPr bwMode="auto">
            <a:xfrm>
              <a:off x="4623" y="2016"/>
              <a:ext cx="286" cy="288"/>
              <a:chOff x="712" y="2330"/>
              <a:chExt cx="286" cy="288"/>
            </a:xfrm>
          </p:grpSpPr>
          <p:sp>
            <p:nvSpPr>
              <p:cNvPr id="37243" name="Freeform 68"/>
              <p:cNvSpPr>
                <a:spLocks/>
              </p:cNvSpPr>
              <p:nvPr/>
            </p:nvSpPr>
            <p:spPr bwMode="auto">
              <a:xfrm>
                <a:off x="712" y="2330"/>
                <a:ext cx="286" cy="288"/>
              </a:xfrm>
              <a:custGeom>
                <a:avLst/>
                <a:gdLst>
                  <a:gd name="T0" fmla="*/ 126 w 572"/>
                  <a:gd name="T1" fmla="*/ 377 h 577"/>
                  <a:gd name="T2" fmla="*/ 0 w 572"/>
                  <a:gd name="T3" fmla="*/ 377 h 577"/>
                  <a:gd name="T4" fmla="*/ 0 w 572"/>
                  <a:gd name="T5" fmla="*/ 577 h 577"/>
                  <a:gd name="T6" fmla="*/ 572 w 572"/>
                  <a:gd name="T7" fmla="*/ 577 h 577"/>
                  <a:gd name="T8" fmla="*/ 572 w 572"/>
                  <a:gd name="T9" fmla="*/ 377 h 577"/>
                  <a:gd name="T10" fmla="*/ 446 w 572"/>
                  <a:gd name="T11" fmla="*/ 377 h 577"/>
                  <a:gd name="T12" fmla="*/ 446 w 572"/>
                  <a:gd name="T13" fmla="*/ 350 h 577"/>
                  <a:gd name="T14" fmla="*/ 500 w 572"/>
                  <a:gd name="T15" fmla="*/ 350 h 577"/>
                  <a:gd name="T16" fmla="*/ 500 w 572"/>
                  <a:gd name="T17" fmla="*/ 0 h 577"/>
                  <a:gd name="T18" fmla="*/ 71 w 572"/>
                  <a:gd name="T19" fmla="*/ 0 h 577"/>
                  <a:gd name="T20" fmla="*/ 71 w 572"/>
                  <a:gd name="T21" fmla="*/ 350 h 577"/>
                  <a:gd name="T22" fmla="*/ 126 w 572"/>
                  <a:gd name="T23" fmla="*/ 350 h 577"/>
                  <a:gd name="T24" fmla="*/ 126 w 572"/>
                  <a:gd name="T25" fmla="*/ 377 h 57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72"/>
                  <a:gd name="T40" fmla="*/ 0 h 577"/>
                  <a:gd name="T41" fmla="*/ 572 w 572"/>
                  <a:gd name="T42" fmla="*/ 577 h 57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72" h="577">
                    <a:moveTo>
                      <a:pt x="126" y="377"/>
                    </a:moveTo>
                    <a:lnTo>
                      <a:pt x="0" y="377"/>
                    </a:lnTo>
                    <a:lnTo>
                      <a:pt x="0" y="577"/>
                    </a:lnTo>
                    <a:lnTo>
                      <a:pt x="572" y="577"/>
                    </a:lnTo>
                    <a:lnTo>
                      <a:pt x="572" y="377"/>
                    </a:lnTo>
                    <a:lnTo>
                      <a:pt x="446" y="377"/>
                    </a:lnTo>
                    <a:lnTo>
                      <a:pt x="446" y="350"/>
                    </a:lnTo>
                    <a:lnTo>
                      <a:pt x="500" y="350"/>
                    </a:lnTo>
                    <a:lnTo>
                      <a:pt x="500" y="0"/>
                    </a:lnTo>
                    <a:lnTo>
                      <a:pt x="71" y="0"/>
                    </a:lnTo>
                    <a:lnTo>
                      <a:pt x="71" y="350"/>
                    </a:lnTo>
                    <a:lnTo>
                      <a:pt x="126" y="350"/>
                    </a:lnTo>
                    <a:lnTo>
                      <a:pt x="126" y="377"/>
                    </a:lnTo>
                    <a:close/>
                  </a:path>
                </a:pathLst>
              </a:custGeom>
              <a:solidFill>
                <a:srgbClr val="FFFFFF"/>
              </a:solidFill>
              <a:ln w="1111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7244" name="Line 69"/>
              <p:cNvSpPr>
                <a:spLocks noChangeShapeType="1"/>
              </p:cNvSpPr>
              <p:nvPr/>
            </p:nvSpPr>
            <p:spPr bwMode="auto">
              <a:xfrm>
                <a:off x="774" y="2518"/>
                <a:ext cx="161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45" name="Line 70"/>
              <p:cNvSpPr>
                <a:spLocks noChangeShapeType="1"/>
              </p:cNvSpPr>
              <p:nvPr/>
            </p:nvSpPr>
            <p:spPr bwMode="auto">
              <a:xfrm>
                <a:off x="774" y="2505"/>
                <a:ext cx="161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46" name="Freeform 71"/>
              <p:cNvSpPr>
                <a:spLocks noEditPoints="1"/>
              </p:cNvSpPr>
              <p:nvPr/>
            </p:nvSpPr>
            <p:spPr bwMode="auto">
              <a:xfrm>
                <a:off x="859" y="2528"/>
                <a:ext cx="116" cy="81"/>
              </a:xfrm>
              <a:custGeom>
                <a:avLst/>
                <a:gdLst>
                  <a:gd name="T0" fmla="*/ 0 w 231"/>
                  <a:gd name="T1" fmla="*/ 161 h 161"/>
                  <a:gd name="T2" fmla="*/ 187 w 231"/>
                  <a:gd name="T3" fmla="*/ 161 h 161"/>
                  <a:gd name="T4" fmla="*/ 187 w 231"/>
                  <a:gd name="T5" fmla="*/ 0 h 161"/>
                  <a:gd name="T6" fmla="*/ 0 w 231"/>
                  <a:gd name="T7" fmla="*/ 0 h 161"/>
                  <a:gd name="T8" fmla="*/ 0 w 231"/>
                  <a:gd name="T9" fmla="*/ 161 h 161"/>
                  <a:gd name="T10" fmla="*/ 204 w 231"/>
                  <a:gd name="T11" fmla="*/ 27 h 161"/>
                  <a:gd name="T12" fmla="*/ 231 w 231"/>
                  <a:gd name="T13" fmla="*/ 27 h 161"/>
                  <a:gd name="T14" fmla="*/ 231 w 231"/>
                  <a:gd name="T15" fmla="*/ 0 h 161"/>
                  <a:gd name="T16" fmla="*/ 204 w 231"/>
                  <a:gd name="T17" fmla="*/ 0 h 161"/>
                  <a:gd name="T18" fmla="*/ 204 w 231"/>
                  <a:gd name="T19" fmla="*/ 27 h 16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31"/>
                  <a:gd name="T31" fmla="*/ 0 h 161"/>
                  <a:gd name="T32" fmla="*/ 231 w 231"/>
                  <a:gd name="T33" fmla="*/ 161 h 16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31" h="161">
                    <a:moveTo>
                      <a:pt x="0" y="161"/>
                    </a:moveTo>
                    <a:lnTo>
                      <a:pt x="187" y="161"/>
                    </a:lnTo>
                    <a:lnTo>
                      <a:pt x="187" y="0"/>
                    </a:lnTo>
                    <a:lnTo>
                      <a:pt x="0" y="0"/>
                    </a:lnTo>
                    <a:lnTo>
                      <a:pt x="0" y="161"/>
                    </a:lnTo>
                    <a:close/>
                    <a:moveTo>
                      <a:pt x="204" y="27"/>
                    </a:moveTo>
                    <a:lnTo>
                      <a:pt x="231" y="27"/>
                    </a:lnTo>
                    <a:lnTo>
                      <a:pt x="231" y="0"/>
                    </a:lnTo>
                    <a:lnTo>
                      <a:pt x="204" y="0"/>
                    </a:lnTo>
                    <a:lnTo>
                      <a:pt x="204" y="27"/>
                    </a:lnTo>
                    <a:close/>
                  </a:path>
                </a:pathLst>
              </a:custGeom>
              <a:solidFill>
                <a:srgbClr val="FFFFFF"/>
              </a:solidFill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7247" name="Line 72"/>
              <p:cNvSpPr>
                <a:spLocks noChangeShapeType="1"/>
              </p:cNvSpPr>
              <p:nvPr/>
            </p:nvSpPr>
            <p:spPr bwMode="auto">
              <a:xfrm>
                <a:off x="859" y="2555"/>
                <a:ext cx="9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48" name="Line 73"/>
              <p:cNvSpPr>
                <a:spLocks noChangeShapeType="1"/>
              </p:cNvSpPr>
              <p:nvPr/>
            </p:nvSpPr>
            <p:spPr bwMode="auto">
              <a:xfrm>
                <a:off x="859" y="2582"/>
                <a:ext cx="9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49" name="Line 74"/>
              <p:cNvSpPr>
                <a:spLocks noChangeShapeType="1"/>
              </p:cNvSpPr>
              <p:nvPr/>
            </p:nvSpPr>
            <p:spPr bwMode="auto">
              <a:xfrm>
                <a:off x="863" y="2568"/>
                <a:ext cx="8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50" name="Rectangle 75"/>
              <p:cNvSpPr>
                <a:spLocks noChangeArrowheads="1"/>
              </p:cNvSpPr>
              <p:nvPr/>
            </p:nvSpPr>
            <p:spPr bwMode="auto">
              <a:xfrm>
                <a:off x="913" y="2560"/>
                <a:ext cx="26" cy="17"/>
              </a:xfrm>
              <a:prstGeom prst="rect">
                <a:avLst/>
              </a:prstGeom>
              <a:noFill/>
              <a:ln w="47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7251" name="Freeform 76"/>
              <p:cNvSpPr>
                <a:spLocks noEditPoints="1"/>
              </p:cNvSpPr>
              <p:nvPr/>
            </p:nvSpPr>
            <p:spPr bwMode="auto">
              <a:xfrm>
                <a:off x="720" y="2350"/>
                <a:ext cx="269" cy="193"/>
              </a:xfrm>
              <a:custGeom>
                <a:avLst/>
                <a:gdLst>
                  <a:gd name="T0" fmla="*/ 450 w 538"/>
                  <a:gd name="T1" fmla="*/ 277 h 387"/>
                  <a:gd name="T2" fmla="*/ 469 w 538"/>
                  <a:gd name="T3" fmla="*/ 277 h 387"/>
                  <a:gd name="T4" fmla="*/ 469 w 538"/>
                  <a:gd name="T5" fmla="*/ 269 h 387"/>
                  <a:gd name="T6" fmla="*/ 450 w 538"/>
                  <a:gd name="T7" fmla="*/ 269 h 387"/>
                  <a:gd name="T8" fmla="*/ 450 w 538"/>
                  <a:gd name="T9" fmla="*/ 277 h 387"/>
                  <a:gd name="T10" fmla="*/ 122 w 538"/>
                  <a:gd name="T11" fmla="*/ 229 h 387"/>
                  <a:gd name="T12" fmla="*/ 122 w 538"/>
                  <a:gd name="T13" fmla="*/ 27 h 387"/>
                  <a:gd name="T14" fmla="*/ 416 w 538"/>
                  <a:gd name="T15" fmla="*/ 27 h 387"/>
                  <a:gd name="T16" fmla="*/ 416 w 538"/>
                  <a:gd name="T17" fmla="*/ 229 h 387"/>
                  <a:gd name="T18" fmla="*/ 122 w 538"/>
                  <a:gd name="T19" fmla="*/ 229 h 387"/>
                  <a:gd name="T20" fmla="*/ 109 w 538"/>
                  <a:gd name="T21" fmla="*/ 243 h 387"/>
                  <a:gd name="T22" fmla="*/ 429 w 538"/>
                  <a:gd name="T23" fmla="*/ 243 h 387"/>
                  <a:gd name="T24" fmla="*/ 429 w 538"/>
                  <a:gd name="T25" fmla="*/ 14 h 387"/>
                  <a:gd name="T26" fmla="*/ 443 w 538"/>
                  <a:gd name="T27" fmla="*/ 14 h 387"/>
                  <a:gd name="T28" fmla="*/ 443 w 538"/>
                  <a:gd name="T29" fmla="*/ 0 h 387"/>
                  <a:gd name="T30" fmla="*/ 94 w 538"/>
                  <a:gd name="T31" fmla="*/ 0 h 387"/>
                  <a:gd name="T32" fmla="*/ 94 w 538"/>
                  <a:gd name="T33" fmla="*/ 256 h 387"/>
                  <a:gd name="T34" fmla="*/ 109 w 538"/>
                  <a:gd name="T35" fmla="*/ 256 h 387"/>
                  <a:gd name="T36" fmla="*/ 109 w 538"/>
                  <a:gd name="T37" fmla="*/ 243 h 387"/>
                  <a:gd name="T38" fmla="*/ 0 w 538"/>
                  <a:gd name="T39" fmla="*/ 373 h 387"/>
                  <a:gd name="T40" fmla="*/ 54 w 538"/>
                  <a:gd name="T41" fmla="*/ 373 h 387"/>
                  <a:gd name="T42" fmla="*/ 54 w 538"/>
                  <a:gd name="T43" fmla="*/ 356 h 387"/>
                  <a:gd name="T44" fmla="*/ 0 w 538"/>
                  <a:gd name="T45" fmla="*/ 356 h 387"/>
                  <a:gd name="T46" fmla="*/ 0 w 538"/>
                  <a:gd name="T47" fmla="*/ 373 h 387"/>
                  <a:gd name="T48" fmla="*/ 313 w 538"/>
                  <a:gd name="T49" fmla="*/ 387 h 387"/>
                  <a:gd name="T50" fmla="*/ 429 w 538"/>
                  <a:gd name="T51" fmla="*/ 387 h 387"/>
                  <a:gd name="T52" fmla="*/ 429 w 538"/>
                  <a:gd name="T53" fmla="*/ 379 h 387"/>
                  <a:gd name="T54" fmla="*/ 313 w 538"/>
                  <a:gd name="T55" fmla="*/ 379 h 387"/>
                  <a:gd name="T56" fmla="*/ 313 w 538"/>
                  <a:gd name="T57" fmla="*/ 387 h 387"/>
                  <a:gd name="T58" fmla="*/ 519 w 538"/>
                  <a:gd name="T59" fmla="*/ 364 h 387"/>
                  <a:gd name="T60" fmla="*/ 538 w 538"/>
                  <a:gd name="T61" fmla="*/ 364 h 387"/>
                  <a:gd name="T62" fmla="*/ 538 w 538"/>
                  <a:gd name="T63" fmla="*/ 356 h 387"/>
                  <a:gd name="T64" fmla="*/ 519 w 538"/>
                  <a:gd name="T65" fmla="*/ 356 h 387"/>
                  <a:gd name="T66" fmla="*/ 519 w 538"/>
                  <a:gd name="T67" fmla="*/ 364 h 387"/>
                  <a:gd name="T68" fmla="*/ 519 w 538"/>
                  <a:gd name="T69" fmla="*/ 383 h 387"/>
                  <a:gd name="T70" fmla="*/ 538 w 538"/>
                  <a:gd name="T71" fmla="*/ 383 h 387"/>
                  <a:gd name="T72" fmla="*/ 538 w 538"/>
                  <a:gd name="T73" fmla="*/ 373 h 387"/>
                  <a:gd name="T74" fmla="*/ 519 w 538"/>
                  <a:gd name="T75" fmla="*/ 373 h 387"/>
                  <a:gd name="T76" fmla="*/ 519 w 538"/>
                  <a:gd name="T77" fmla="*/ 383 h 387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538"/>
                  <a:gd name="T118" fmla="*/ 0 h 387"/>
                  <a:gd name="T119" fmla="*/ 538 w 538"/>
                  <a:gd name="T120" fmla="*/ 387 h 387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538" h="387">
                    <a:moveTo>
                      <a:pt x="450" y="277"/>
                    </a:moveTo>
                    <a:lnTo>
                      <a:pt x="469" y="277"/>
                    </a:lnTo>
                    <a:lnTo>
                      <a:pt x="469" y="269"/>
                    </a:lnTo>
                    <a:lnTo>
                      <a:pt x="450" y="269"/>
                    </a:lnTo>
                    <a:lnTo>
                      <a:pt x="450" y="277"/>
                    </a:lnTo>
                    <a:close/>
                    <a:moveTo>
                      <a:pt x="122" y="229"/>
                    </a:moveTo>
                    <a:lnTo>
                      <a:pt x="122" y="27"/>
                    </a:lnTo>
                    <a:lnTo>
                      <a:pt x="416" y="27"/>
                    </a:lnTo>
                    <a:lnTo>
                      <a:pt x="416" y="229"/>
                    </a:lnTo>
                    <a:lnTo>
                      <a:pt x="122" y="229"/>
                    </a:lnTo>
                    <a:close/>
                    <a:moveTo>
                      <a:pt x="109" y="243"/>
                    </a:moveTo>
                    <a:lnTo>
                      <a:pt x="429" y="243"/>
                    </a:lnTo>
                    <a:lnTo>
                      <a:pt x="429" y="14"/>
                    </a:lnTo>
                    <a:lnTo>
                      <a:pt x="443" y="14"/>
                    </a:lnTo>
                    <a:lnTo>
                      <a:pt x="443" y="0"/>
                    </a:lnTo>
                    <a:lnTo>
                      <a:pt x="94" y="0"/>
                    </a:lnTo>
                    <a:lnTo>
                      <a:pt x="94" y="256"/>
                    </a:lnTo>
                    <a:lnTo>
                      <a:pt x="109" y="256"/>
                    </a:lnTo>
                    <a:lnTo>
                      <a:pt x="109" y="243"/>
                    </a:lnTo>
                    <a:close/>
                    <a:moveTo>
                      <a:pt x="0" y="373"/>
                    </a:moveTo>
                    <a:lnTo>
                      <a:pt x="54" y="373"/>
                    </a:lnTo>
                    <a:lnTo>
                      <a:pt x="54" y="356"/>
                    </a:lnTo>
                    <a:lnTo>
                      <a:pt x="0" y="356"/>
                    </a:lnTo>
                    <a:lnTo>
                      <a:pt x="0" y="373"/>
                    </a:lnTo>
                    <a:close/>
                    <a:moveTo>
                      <a:pt x="313" y="387"/>
                    </a:moveTo>
                    <a:lnTo>
                      <a:pt x="429" y="387"/>
                    </a:lnTo>
                    <a:lnTo>
                      <a:pt x="429" y="379"/>
                    </a:lnTo>
                    <a:lnTo>
                      <a:pt x="313" y="379"/>
                    </a:lnTo>
                    <a:lnTo>
                      <a:pt x="313" y="387"/>
                    </a:lnTo>
                    <a:close/>
                    <a:moveTo>
                      <a:pt x="519" y="364"/>
                    </a:moveTo>
                    <a:lnTo>
                      <a:pt x="538" y="364"/>
                    </a:lnTo>
                    <a:lnTo>
                      <a:pt x="538" y="356"/>
                    </a:lnTo>
                    <a:lnTo>
                      <a:pt x="519" y="356"/>
                    </a:lnTo>
                    <a:lnTo>
                      <a:pt x="519" y="364"/>
                    </a:lnTo>
                    <a:close/>
                    <a:moveTo>
                      <a:pt x="519" y="383"/>
                    </a:moveTo>
                    <a:lnTo>
                      <a:pt x="538" y="383"/>
                    </a:lnTo>
                    <a:lnTo>
                      <a:pt x="538" y="373"/>
                    </a:lnTo>
                    <a:lnTo>
                      <a:pt x="519" y="373"/>
                    </a:lnTo>
                    <a:lnTo>
                      <a:pt x="519" y="383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7252" name="Line 77"/>
              <p:cNvSpPr>
                <a:spLocks noChangeShapeType="1"/>
              </p:cNvSpPr>
              <p:nvPr/>
            </p:nvSpPr>
            <p:spPr bwMode="auto">
              <a:xfrm>
                <a:off x="747" y="2495"/>
                <a:ext cx="2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53" name="Line 78"/>
              <p:cNvSpPr>
                <a:spLocks noChangeShapeType="1"/>
              </p:cNvSpPr>
              <p:nvPr/>
            </p:nvSpPr>
            <p:spPr bwMode="auto">
              <a:xfrm flipV="1">
                <a:off x="801" y="2495"/>
                <a:ext cx="1" cy="1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54" name="Line 79"/>
              <p:cNvSpPr>
                <a:spLocks noChangeShapeType="1"/>
              </p:cNvSpPr>
              <p:nvPr/>
            </p:nvSpPr>
            <p:spPr bwMode="auto">
              <a:xfrm flipV="1">
                <a:off x="855" y="2495"/>
                <a:ext cx="1" cy="1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</p:grpSp>
        <p:grpSp>
          <p:nvGrpSpPr>
            <p:cNvPr id="37204" name="Group 80"/>
            <p:cNvGrpSpPr>
              <a:grpSpLocks/>
            </p:cNvGrpSpPr>
            <p:nvPr/>
          </p:nvGrpSpPr>
          <p:grpSpPr bwMode="auto">
            <a:xfrm>
              <a:off x="4817" y="3600"/>
              <a:ext cx="286" cy="288"/>
              <a:chOff x="712" y="2330"/>
              <a:chExt cx="286" cy="288"/>
            </a:xfrm>
          </p:grpSpPr>
          <p:sp>
            <p:nvSpPr>
              <p:cNvPr id="37231" name="Freeform 81"/>
              <p:cNvSpPr>
                <a:spLocks/>
              </p:cNvSpPr>
              <p:nvPr/>
            </p:nvSpPr>
            <p:spPr bwMode="auto">
              <a:xfrm>
                <a:off x="712" y="2330"/>
                <a:ext cx="286" cy="288"/>
              </a:xfrm>
              <a:custGeom>
                <a:avLst/>
                <a:gdLst>
                  <a:gd name="T0" fmla="*/ 126 w 572"/>
                  <a:gd name="T1" fmla="*/ 377 h 577"/>
                  <a:gd name="T2" fmla="*/ 0 w 572"/>
                  <a:gd name="T3" fmla="*/ 377 h 577"/>
                  <a:gd name="T4" fmla="*/ 0 w 572"/>
                  <a:gd name="T5" fmla="*/ 577 h 577"/>
                  <a:gd name="T6" fmla="*/ 572 w 572"/>
                  <a:gd name="T7" fmla="*/ 577 h 577"/>
                  <a:gd name="T8" fmla="*/ 572 w 572"/>
                  <a:gd name="T9" fmla="*/ 377 h 577"/>
                  <a:gd name="T10" fmla="*/ 446 w 572"/>
                  <a:gd name="T11" fmla="*/ 377 h 577"/>
                  <a:gd name="T12" fmla="*/ 446 w 572"/>
                  <a:gd name="T13" fmla="*/ 350 h 577"/>
                  <a:gd name="T14" fmla="*/ 500 w 572"/>
                  <a:gd name="T15" fmla="*/ 350 h 577"/>
                  <a:gd name="T16" fmla="*/ 500 w 572"/>
                  <a:gd name="T17" fmla="*/ 0 h 577"/>
                  <a:gd name="T18" fmla="*/ 71 w 572"/>
                  <a:gd name="T19" fmla="*/ 0 h 577"/>
                  <a:gd name="T20" fmla="*/ 71 w 572"/>
                  <a:gd name="T21" fmla="*/ 350 h 577"/>
                  <a:gd name="T22" fmla="*/ 126 w 572"/>
                  <a:gd name="T23" fmla="*/ 350 h 577"/>
                  <a:gd name="T24" fmla="*/ 126 w 572"/>
                  <a:gd name="T25" fmla="*/ 377 h 57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72"/>
                  <a:gd name="T40" fmla="*/ 0 h 577"/>
                  <a:gd name="T41" fmla="*/ 572 w 572"/>
                  <a:gd name="T42" fmla="*/ 577 h 57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72" h="577">
                    <a:moveTo>
                      <a:pt x="126" y="377"/>
                    </a:moveTo>
                    <a:lnTo>
                      <a:pt x="0" y="377"/>
                    </a:lnTo>
                    <a:lnTo>
                      <a:pt x="0" y="577"/>
                    </a:lnTo>
                    <a:lnTo>
                      <a:pt x="572" y="577"/>
                    </a:lnTo>
                    <a:lnTo>
                      <a:pt x="572" y="377"/>
                    </a:lnTo>
                    <a:lnTo>
                      <a:pt x="446" y="377"/>
                    </a:lnTo>
                    <a:lnTo>
                      <a:pt x="446" y="350"/>
                    </a:lnTo>
                    <a:lnTo>
                      <a:pt x="500" y="350"/>
                    </a:lnTo>
                    <a:lnTo>
                      <a:pt x="500" y="0"/>
                    </a:lnTo>
                    <a:lnTo>
                      <a:pt x="71" y="0"/>
                    </a:lnTo>
                    <a:lnTo>
                      <a:pt x="71" y="350"/>
                    </a:lnTo>
                    <a:lnTo>
                      <a:pt x="126" y="350"/>
                    </a:lnTo>
                    <a:lnTo>
                      <a:pt x="126" y="377"/>
                    </a:lnTo>
                    <a:close/>
                  </a:path>
                </a:pathLst>
              </a:custGeom>
              <a:solidFill>
                <a:srgbClr val="FFFFFF"/>
              </a:solidFill>
              <a:ln w="1111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7232" name="Line 82"/>
              <p:cNvSpPr>
                <a:spLocks noChangeShapeType="1"/>
              </p:cNvSpPr>
              <p:nvPr/>
            </p:nvSpPr>
            <p:spPr bwMode="auto">
              <a:xfrm>
                <a:off x="774" y="2518"/>
                <a:ext cx="161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33" name="Line 83"/>
              <p:cNvSpPr>
                <a:spLocks noChangeShapeType="1"/>
              </p:cNvSpPr>
              <p:nvPr/>
            </p:nvSpPr>
            <p:spPr bwMode="auto">
              <a:xfrm>
                <a:off x="774" y="2505"/>
                <a:ext cx="161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34" name="Freeform 84"/>
              <p:cNvSpPr>
                <a:spLocks noEditPoints="1"/>
              </p:cNvSpPr>
              <p:nvPr/>
            </p:nvSpPr>
            <p:spPr bwMode="auto">
              <a:xfrm>
                <a:off x="859" y="2528"/>
                <a:ext cx="116" cy="81"/>
              </a:xfrm>
              <a:custGeom>
                <a:avLst/>
                <a:gdLst>
                  <a:gd name="T0" fmla="*/ 0 w 231"/>
                  <a:gd name="T1" fmla="*/ 161 h 161"/>
                  <a:gd name="T2" fmla="*/ 187 w 231"/>
                  <a:gd name="T3" fmla="*/ 161 h 161"/>
                  <a:gd name="T4" fmla="*/ 187 w 231"/>
                  <a:gd name="T5" fmla="*/ 0 h 161"/>
                  <a:gd name="T6" fmla="*/ 0 w 231"/>
                  <a:gd name="T7" fmla="*/ 0 h 161"/>
                  <a:gd name="T8" fmla="*/ 0 w 231"/>
                  <a:gd name="T9" fmla="*/ 161 h 161"/>
                  <a:gd name="T10" fmla="*/ 204 w 231"/>
                  <a:gd name="T11" fmla="*/ 27 h 161"/>
                  <a:gd name="T12" fmla="*/ 231 w 231"/>
                  <a:gd name="T13" fmla="*/ 27 h 161"/>
                  <a:gd name="T14" fmla="*/ 231 w 231"/>
                  <a:gd name="T15" fmla="*/ 0 h 161"/>
                  <a:gd name="T16" fmla="*/ 204 w 231"/>
                  <a:gd name="T17" fmla="*/ 0 h 161"/>
                  <a:gd name="T18" fmla="*/ 204 w 231"/>
                  <a:gd name="T19" fmla="*/ 27 h 16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31"/>
                  <a:gd name="T31" fmla="*/ 0 h 161"/>
                  <a:gd name="T32" fmla="*/ 231 w 231"/>
                  <a:gd name="T33" fmla="*/ 161 h 16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31" h="161">
                    <a:moveTo>
                      <a:pt x="0" y="161"/>
                    </a:moveTo>
                    <a:lnTo>
                      <a:pt x="187" y="161"/>
                    </a:lnTo>
                    <a:lnTo>
                      <a:pt x="187" y="0"/>
                    </a:lnTo>
                    <a:lnTo>
                      <a:pt x="0" y="0"/>
                    </a:lnTo>
                    <a:lnTo>
                      <a:pt x="0" y="161"/>
                    </a:lnTo>
                    <a:close/>
                    <a:moveTo>
                      <a:pt x="204" y="27"/>
                    </a:moveTo>
                    <a:lnTo>
                      <a:pt x="231" y="27"/>
                    </a:lnTo>
                    <a:lnTo>
                      <a:pt x="231" y="0"/>
                    </a:lnTo>
                    <a:lnTo>
                      <a:pt x="204" y="0"/>
                    </a:lnTo>
                    <a:lnTo>
                      <a:pt x="204" y="27"/>
                    </a:lnTo>
                    <a:close/>
                  </a:path>
                </a:pathLst>
              </a:custGeom>
              <a:solidFill>
                <a:srgbClr val="FFFFFF"/>
              </a:solidFill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7235" name="Line 85"/>
              <p:cNvSpPr>
                <a:spLocks noChangeShapeType="1"/>
              </p:cNvSpPr>
              <p:nvPr/>
            </p:nvSpPr>
            <p:spPr bwMode="auto">
              <a:xfrm>
                <a:off x="859" y="2555"/>
                <a:ext cx="9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36" name="Line 86"/>
              <p:cNvSpPr>
                <a:spLocks noChangeShapeType="1"/>
              </p:cNvSpPr>
              <p:nvPr/>
            </p:nvSpPr>
            <p:spPr bwMode="auto">
              <a:xfrm>
                <a:off x="859" y="2582"/>
                <a:ext cx="9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37" name="Line 87"/>
              <p:cNvSpPr>
                <a:spLocks noChangeShapeType="1"/>
              </p:cNvSpPr>
              <p:nvPr/>
            </p:nvSpPr>
            <p:spPr bwMode="auto">
              <a:xfrm>
                <a:off x="863" y="2568"/>
                <a:ext cx="85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38" name="Rectangle 88"/>
              <p:cNvSpPr>
                <a:spLocks noChangeArrowheads="1"/>
              </p:cNvSpPr>
              <p:nvPr/>
            </p:nvSpPr>
            <p:spPr bwMode="auto">
              <a:xfrm>
                <a:off x="913" y="2560"/>
                <a:ext cx="26" cy="17"/>
              </a:xfrm>
              <a:prstGeom prst="rect">
                <a:avLst/>
              </a:prstGeom>
              <a:noFill/>
              <a:ln w="47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7239" name="Freeform 89"/>
              <p:cNvSpPr>
                <a:spLocks noEditPoints="1"/>
              </p:cNvSpPr>
              <p:nvPr/>
            </p:nvSpPr>
            <p:spPr bwMode="auto">
              <a:xfrm>
                <a:off x="720" y="2350"/>
                <a:ext cx="269" cy="193"/>
              </a:xfrm>
              <a:custGeom>
                <a:avLst/>
                <a:gdLst>
                  <a:gd name="T0" fmla="*/ 450 w 538"/>
                  <a:gd name="T1" fmla="*/ 277 h 387"/>
                  <a:gd name="T2" fmla="*/ 469 w 538"/>
                  <a:gd name="T3" fmla="*/ 277 h 387"/>
                  <a:gd name="T4" fmla="*/ 469 w 538"/>
                  <a:gd name="T5" fmla="*/ 269 h 387"/>
                  <a:gd name="T6" fmla="*/ 450 w 538"/>
                  <a:gd name="T7" fmla="*/ 269 h 387"/>
                  <a:gd name="T8" fmla="*/ 450 w 538"/>
                  <a:gd name="T9" fmla="*/ 277 h 387"/>
                  <a:gd name="T10" fmla="*/ 122 w 538"/>
                  <a:gd name="T11" fmla="*/ 229 h 387"/>
                  <a:gd name="T12" fmla="*/ 122 w 538"/>
                  <a:gd name="T13" fmla="*/ 27 h 387"/>
                  <a:gd name="T14" fmla="*/ 416 w 538"/>
                  <a:gd name="T15" fmla="*/ 27 h 387"/>
                  <a:gd name="T16" fmla="*/ 416 w 538"/>
                  <a:gd name="T17" fmla="*/ 229 h 387"/>
                  <a:gd name="T18" fmla="*/ 122 w 538"/>
                  <a:gd name="T19" fmla="*/ 229 h 387"/>
                  <a:gd name="T20" fmla="*/ 109 w 538"/>
                  <a:gd name="T21" fmla="*/ 243 h 387"/>
                  <a:gd name="T22" fmla="*/ 429 w 538"/>
                  <a:gd name="T23" fmla="*/ 243 h 387"/>
                  <a:gd name="T24" fmla="*/ 429 w 538"/>
                  <a:gd name="T25" fmla="*/ 14 h 387"/>
                  <a:gd name="T26" fmla="*/ 443 w 538"/>
                  <a:gd name="T27" fmla="*/ 14 h 387"/>
                  <a:gd name="T28" fmla="*/ 443 w 538"/>
                  <a:gd name="T29" fmla="*/ 0 h 387"/>
                  <a:gd name="T30" fmla="*/ 94 w 538"/>
                  <a:gd name="T31" fmla="*/ 0 h 387"/>
                  <a:gd name="T32" fmla="*/ 94 w 538"/>
                  <a:gd name="T33" fmla="*/ 256 h 387"/>
                  <a:gd name="T34" fmla="*/ 109 w 538"/>
                  <a:gd name="T35" fmla="*/ 256 h 387"/>
                  <a:gd name="T36" fmla="*/ 109 w 538"/>
                  <a:gd name="T37" fmla="*/ 243 h 387"/>
                  <a:gd name="T38" fmla="*/ 0 w 538"/>
                  <a:gd name="T39" fmla="*/ 373 h 387"/>
                  <a:gd name="T40" fmla="*/ 54 w 538"/>
                  <a:gd name="T41" fmla="*/ 373 h 387"/>
                  <a:gd name="T42" fmla="*/ 54 w 538"/>
                  <a:gd name="T43" fmla="*/ 356 h 387"/>
                  <a:gd name="T44" fmla="*/ 0 w 538"/>
                  <a:gd name="T45" fmla="*/ 356 h 387"/>
                  <a:gd name="T46" fmla="*/ 0 w 538"/>
                  <a:gd name="T47" fmla="*/ 373 h 387"/>
                  <a:gd name="T48" fmla="*/ 313 w 538"/>
                  <a:gd name="T49" fmla="*/ 387 h 387"/>
                  <a:gd name="T50" fmla="*/ 429 w 538"/>
                  <a:gd name="T51" fmla="*/ 387 h 387"/>
                  <a:gd name="T52" fmla="*/ 429 w 538"/>
                  <a:gd name="T53" fmla="*/ 379 h 387"/>
                  <a:gd name="T54" fmla="*/ 313 w 538"/>
                  <a:gd name="T55" fmla="*/ 379 h 387"/>
                  <a:gd name="T56" fmla="*/ 313 w 538"/>
                  <a:gd name="T57" fmla="*/ 387 h 387"/>
                  <a:gd name="T58" fmla="*/ 519 w 538"/>
                  <a:gd name="T59" fmla="*/ 364 h 387"/>
                  <a:gd name="T60" fmla="*/ 538 w 538"/>
                  <a:gd name="T61" fmla="*/ 364 h 387"/>
                  <a:gd name="T62" fmla="*/ 538 w 538"/>
                  <a:gd name="T63" fmla="*/ 356 h 387"/>
                  <a:gd name="T64" fmla="*/ 519 w 538"/>
                  <a:gd name="T65" fmla="*/ 356 h 387"/>
                  <a:gd name="T66" fmla="*/ 519 w 538"/>
                  <a:gd name="T67" fmla="*/ 364 h 387"/>
                  <a:gd name="T68" fmla="*/ 519 w 538"/>
                  <a:gd name="T69" fmla="*/ 383 h 387"/>
                  <a:gd name="T70" fmla="*/ 538 w 538"/>
                  <a:gd name="T71" fmla="*/ 383 h 387"/>
                  <a:gd name="T72" fmla="*/ 538 w 538"/>
                  <a:gd name="T73" fmla="*/ 373 h 387"/>
                  <a:gd name="T74" fmla="*/ 519 w 538"/>
                  <a:gd name="T75" fmla="*/ 373 h 387"/>
                  <a:gd name="T76" fmla="*/ 519 w 538"/>
                  <a:gd name="T77" fmla="*/ 383 h 387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538"/>
                  <a:gd name="T118" fmla="*/ 0 h 387"/>
                  <a:gd name="T119" fmla="*/ 538 w 538"/>
                  <a:gd name="T120" fmla="*/ 387 h 387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538" h="387">
                    <a:moveTo>
                      <a:pt x="450" y="277"/>
                    </a:moveTo>
                    <a:lnTo>
                      <a:pt x="469" y="277"/>
                    </a:lnTo>
                    <a:lnTo>
                      <a:pt x="469" y="269"/>
                    </a:lnTo>
                    <a:lnTo>
                      <a:pt x="450" y="269"/>
                    </a:lnTo>
                    <a:lnTo>
                      <a:pt x="450" y="277"/>
                    </a:lnTo>
                    <a:close/>
                    <a:moveTo>
                      <a:pt x="122" y="229"/>
                    </a:moveTo>
                    <a:lnTo>
                      <a:pt x="122" y="27"/>
                    </a:lnTo>
                    <a:lnTo>
                      <a:pt x="416" y="27"/>
                    </a:lnTo>
                    <a:lnTo>
                      <a:pt x="416" y="229"/>
                    </a:lnTo>
                    <a:lnTo>
                      <a:pt x="122" y="229"/>
                    </a:lnTo>
                    <a:close/>
                    <a:moveTo>
                      <a:pt x="109" y="243"/>
                    </a:moveTo>
                    <a:lnTo>
                      <a:pt x="429" y="243"/>
                    </a:lnTo>
                    <a:lnTo>
                      <a:pt x="429" y="14"/>
                    </a:lnTo>
                    <a:lnTo>
                      <a:pt x="443" y="14"/>
                    </a:lnTo>
                    <a:lnTo>
                      <a:pt x="443" y="0"/>
                    </a:lnTo>
                    <a:lnTo>
                      <a:pt x="94" y="0"/>
                    </a:lnTo>
                    <a:lnTo>
                      <a:pt x="94" y="256"/>
                    </a:lnTo>
                    <a:lnTo>
                      <a:pt x="109" y="256"/>
                    </a:lnTo>
                    <a:lnTo>
                      <a:pt x="109" y="243"/>
                    </a:lnTo>
                    <a:close/>
                    <a:moveTo>
                      <a:pt x="0" y="373"/>
                    </a:moveTo>
                    <a:lnTo>
                      <a:pt x="54" y="373"/>
                    </a:lnTo>
                    <a:lnTo>
                      <a:pt x="54" y="356"/>
                    </a:lnTo>
                    <a:lnTo>
                      <a:pt x="0" y="356"/>
                    </a:lnTo>
                    <a:lnTo>
                      <a:pt x="0" y="373"/>
                    </a:lnTo>
                    <a:close/>
                    <a:moveTo>
                      <a:pt x="313" y="387"/>
                    </a:moveTo>
                    <a:lnTo>
                      <a:pt x="429" y="387"/>
                    </a:lnTo>
                    <a:lnTo>
                      <a:pt x="429" y="379"/>
                    </a:lnTo>
                    <a:lnTo>
                      <a:pt x="313" y="379"/>
                    </a:lnTo>
                    <a:lnTo>
                      <a:pt x="313" y="387"/>
                    </a:lnTo>
                    <a:close/>
                    <a:moveTo>
                      <a:pt x="519" y="364"/>
                    </a:moveTo>
                    <a:lnTo>
                      <a:pt x="538" y="364"/>
                    </a:lnTo>
                    <a:lnTo>
                      <a:pt x="538" y="356"/>
                    </a:lnTo>
                    <a:lnTo>
                      <a:pt x="519" y="356"/>
                    </a:lnTo>
                    <a:lnTo>
                      <a:pt x="519" y="364"/>
                    </a:lnTo>
                    <a:close/>
                    <a:moveTo>
                      <a:pt x="519" y="383"/>
                    </a:moveTo>
                    <a:lnTo>
                      <a:pt x="538" y="383"/>
                    </a:lnTo>
                    <a:lnTo>
                      <a:pt x="538" y="373"/>
                    </a:lnTo>
                    <a:lnTo>
                      <a:pt x="519" y="373"/>
                    </a:lnTo>
                    <a:lnTo>
                      <a:pt x="519" y="383"/>
                    </a:lnTo>
                    <a:close/>
                  </a:path>
                </a:pathLst>
              </a:custGeom>
              <a:solidFill>
                <a:srgbClr val="000000"/>
              </a:solidFill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7240" name="Line 90"/>
              <p:cNvSpPr>
                <a:spLocks noChangeShapeType="1"/>
              </p:cNvSpPr>
              <p:nvPr/>
            </p:nvSpPr>
            <p:spPr bwMode="auto">
              <a:xfrm>
                <a:off x="747" y="2495"/>
                <a:ext cx="214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41" name="Line 91"/>
              <p:cNvSpPr>
                <a:spLocks noChangeShapeType="1"/>
              </p:cNvSpPr>
              <p:nvPr/>
            </p:nvSpPr>
            <p:spPr bwMode="auto">
              <a:xfrm flipV="1">
                <a:off x="801" y="2495"/>
                <a:ext cx="1" cy="1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  <p:sp>
            <p:nvSpPr>
              <p:cNvPr id="37242" name="Line 92"/>
              <p:cNvSpPr>
                <a:spLocks noChangeShapeType="1"/>
              </p:cNvSpPr>
              <p:nvPr/>
            </p:nvSpPr>
            <p:spPr bwMode="auto">
              <a:xfrm flipV="1">
                <a:off x="855" y="2495"/>
                <a:ext cx="1" cy="1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NZ"/>
              </a:p>
            </p:txBody>
          </p:sp>
        </p:grpSp>
        <p:cxnSp>
          <p:nvCxnSpPr>
            <p:cNvPr id="37205" name="AutoShape 93"/>
            <p:cNvCxnSpPr>
              <a:cxnSpLocks noChangeShapeType="1"/>
              <a:stCxn id="37193" idx="3"/>
              <a:endCxn id="37195" idx="1"/>
            </p:cNvCxnSpPr>
            <p:nvPr/>
          </p:nvCxnSpPr>
          <p:spPr bwMode="auto">
            <a:xfrm flipV="1">
              <a:off x="1359" y="2400"/>
              <a:ext cx="1152" cy="4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206" name="AutoShape 94"/>
            <p:cNvCxnSpPr>
              <a:cxnSpLocks noChangeShapeType="1"/>
              <a:stCxn id="37193" idx="3"/>
              <a:endCxn id="37196" idx="1"/>
            </p:cNvCxnSpPr>
            <p:nvPr/>
          </p:nvCxnSpPr>
          <p:spPr bwMode="auto">
            <a:xfrm>
              <a:off x="1359" y="2448"/>
              <a:ext cx="1152" cy="576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207" name="AutoShape 95"/>
            <p:cNvCxnSpPr>
              <a:cxnSpLocks noChangeShapeType="1"/>
              <a:stCxn id="37194" idx="3"/>
              <a:endCxn id="37196" idx="1"/>
            </p:cNvCxnSpPr>
            <p:nvPr/>
          </p:nvCxnSpPr>
          <p:spPr bwMode="auto">
            <a:xfrm flipV="1">
              <a:off x="1311" y="3024"/>
              <a:ext cx="1200" cy="48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208" name="AutoShape 96"/>
            <p:cNvCxnSpPr>
              <a:cxnSpLocks noChangeShapeType="1"/>
              <a:stCxn id="37194" idx="3"/>
              <a:endCxn id="37197" idx="1"/>
            </p:cNvCxnSpPr>
            <p:nvPr/>
          </p:nvCxnSpPr>
          <p:spPr bwMode="auto">
            <a:xfrm>
              <a:off x="1311" y="3504"/>
              <a:ext cx="1200" cy="336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209" name="AutoShape 97"/>
            <p:cNvCxnSpPr>
              <a:cxnSpLocks noChangeShapeType="1"/>
              <a:stCxn id="37196" idx="3"/>
              <a:endCxn id="37198" idx="1"/>
            </p:cNvCxnSpPr>
            <p:nvPr/>
          </p:nvCxnSpPr>
          <p:spPr bwMode="auto">
            <a:xfrm flipV="1">
              <a:off x="2703" y="2688"/>
              <a:ext cx="1440" cy="336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210" name="AutoShape 98"/>
            <p:cNvCxnSpPr>
              <a:cxnSpLocks noChangeShapeType="1"/>
              <a:stCxn id="37197" idx="3"/>
              <a:endCxn id="37199" idx="1"/>
            </p:cNvCxnSpPr>
            <p:nvPr/>
          </p:nvCxnSpPr>
          <p:spPr bwMode="auto">
            <a:xfrm flipV="1">
              <a:off x="2703" y="3792"/>
              <a:ext cx="1248" cy="4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211" name="AutoShape 99"/>
            <p:cNvCxnSpPr>
              <a:cxnSpLocks noChangeShapeType="1"/>
              <a:stCxn id="37199" idx="0"/>
              <a:endCxn id="37198" idx="2"/>
            </p:cNvCxnSpPr>
            <p:nvPr/>
          </p:nvCxnSpPr>
          <p:spPr bwMode="auto">
            <a:xfrm flipV="1">
              <a:off x="4047" y="2832"/>
              <a:ext cx="192" cy="816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212" name="AutoShape 100"/>
            <p:cNvCxnSpPr>
              <a:cxnSpLocks noChangeShapeType="1"/>
              <a:stCxn id="37194" idx="0"/>
              <a:endCxn id="37193" idx="2"/>
            </p:cNvCxnSpPr>
            <p:nvPr/>
          </p:nvCxnSpPr>
          <p:spPr bwMode="auto">
            <a:xfrm flipV="1">
              <a:off x="1215" y="2592"/>
              <a:ext cx="48" cy="76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213" name="AutoShape 101"/>
            <p:cNvCxnSpPr>
              <a:cxnSpLocks noChangeShapeType="1"/>
              <a:stCxn id="37195" idx="3"/>
              <a:endCxn id="37198" idx="1"/>
            </p:cNvCxnSpPr>
            <p:nvPr/>
          </p:nvCxnSpPr>
          <p:spPr bwMode="auto">
            <a:xfrm>
              <a:off x="2703" y="2400"/>
              <a:ext cx="1440" cy="28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214" name="AutoShape 102"/>
            <p:cNvCxnSpPr>
              <a:cxnSpLocks noChangeShapeType="1"/>
              <a:stCxn id="37287" idx="35"/>
              <a:endCxn id="37193" idx="1"/>
            </p:cNvCxnSpPr>
            <p:nvPr/>
          </p:nvCxnSpPr>
          <p:spPr bwMode="auto">
            <a:xfrm>
              <a:off x="676" y="2227"/>
              <a:ext cx="491" cy="221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215" name="AutoShape 103"/>
            <p:cNvCxnSpPr>
              <a:cxnSpLocks noChangeShapeType="1"/>
              <a:stCxn id="37275" idx="31"/>
              <a:endCxn id="37194" idx="1"/>
            </p:cNvCxnSpPr>
            <p:nvPr/>
          </p:nvCxnSpPr>
          <p:spPr bwMode="auto">
            <a:xfrm flipV="1">
              <a:off x="724" y="3504"/>
              <a:ext cx="395" cy="19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216" name="AutoShape 104"/>
            <p:cNvCxnSpPr>
              <a:cxnSpLocks noChangeShapeType="1"/>
              <a:stCxn id="37195" idx="0"/>
              <a:endCxn id="37258" idx="4"/>
            </p:cNvCxnSpPr>
            <p:nvPr/>
          </p:nvCxnSpPr>
          <p:spPr bwMode="auto">
            <a:xfrm flipV="1">
              <a:off x="2607" y="2007"/>
              <a:ext cx="99" cy="249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217" name="AutoShape 105"/>
            <p:cNvCxnSpPr>
              <a:cxnSpLocks noChangeShapeType="1"/>
              <a:stCxn id="37199" idx="3"/>
              <a:endCxn id="37239" idx="23"/>
            </p:cNvCxnSpPr>
            <p:nvPr/>
          </p:nvCxnSpPr>
          <p:spPr bwMode="auto">
            <a:xfrm>
              <a:off x="4143" y="3792"/>
              <a:ext cx="682" cy="14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218" name="AutoShape 106"/>
            <p:cNvCxnSpPr>
              <a:cxnSpLocks noChangeShapeType="1"/>
              <a:stCxn id="37198" idx="3"/>
              <a:endCxn id="37243" idx="2"/>
            </p:cNvCxnSpPr>
            <p:nvPr/>
          </p:nvCxnSpPr>
          <p:spPr bwMode="auto">
            <a:xfrm flipV="1">
              <a:off x="4335" y="2304"/>
              <a:ext cx="288" cy="384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7219" name="Text Box 107"/>
            <p:cNvSpPr txBox="1">
              <a:spLocks noChangeArrowheads="1"/>
            </p:cNvSpPr>
            <p:nvPr/>
          </p:nvSpPr>
          <p:spPr bwMode="auto">
            <a:xfrm>
              <a:off x="303" y="1824"/>
              <a:ext cx="450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Host A</a:t>
              </a:r>
            </a:p>
          </p:txBody>
        </p:sp>
        <p:sp>
          <p:nvSpPr>
            <p:cNvPr id="37220" name="Text Box 108"/>
            <p:cNvSpPr txBox="1">
              <a:spLocks noChangeArrowheads="1"/>
            </p:cNvSpPr>
            <p:nvPr/>
          </p:nvSpPr>
          <p:spPr bwMode="auto">
            <a:xfrm>
              <a:off x="333" y="3314"/>
              <a:ext cx="450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Host B</a:t>
              </a:r>
            </a:p>
          </p:txBody>
        </p:sp>
        <p:sp>
          <p:nvSpPr>
            <p:cNvPr id="37221" name="Text Box 109"/>
            <p:cNvSpPr txBox="1">
              <a:spLocks noChangeArrowheads="1"/>
            </p:cNvSpPr>
            <p:nvPr/>
          </p:nvSpPr>
          <p:spPr bwMode="auto">
            <a:xfrm>
              <a:off x="4671" y="3408"/>
              <a:ext cx="450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Host E</a:t>
              </a:r>
            </a:p>
          </p:txBody>
        </p:sp>
        <p:sp>
          <p:nvSpPr>
            <p:cNvPr id="37222" name="Text Box 110"/>
            <p:cNvSpPr txBox="1">
              <a:spLocks noChangeArrowheads="1"/>
            </p:cNvSpPr>
            <p:nvPr/>
          </p:nvSpPr>
          <p:spPr bwMode="auto">
            <a:xfrm>
              <a:off x="4458" y="1778"/>
              <a:ext cx="456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Host D</a:t>
              </a:r>
            </a:p>
          </p:txBody>
        </p:sp>
        <p:sp>
          <p:nvSpPr>
            <p:cNvPr id="37223" name="Text Box 111"/>
            <p:cNvSpPr txBox="1">
              <a:spLocks noChangeArrowheads="1"/>
            </p:cNvSpPr>
            <p:nvPr/>
          </p:nvSpPr>
          <p:spPr bwMode="auto">
            <a:xfrm>
              <a:off x="2460" y="1536"/>
              <a:ext cx="456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Host C</a:t>
              </a:r>
            </a:p>
          </p:txBody>
        </p:sp>
        <p:sp>
          <p:nvSpPr>
            <p:cNvPr id="37224" name="Text Box 112"/>
            <p:cNvSpPr txBox="1">
              <a:spLocks noChangeArrowheads="1"/>
            </p:cNvSpPr>
            <p:nvPr/>
          </p:nvSpPr>
          <p:spPr bwMode="auto">
            <a:xfrm>
              <a:off x="1152" y="2354"/>
              <a:ext cx="25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N1</a:t>
              </a:r>
            </a:p>
          </p:txBody>
        </p:sp>
        <p:sp>
          <p:nvSpPr>
            <p:cNvPr id="37225" name="Text Box 113"/>
            <p:cNvSpPr txBox="1">
              <a:spLocks noChangeArrowheads="1"/>
            </p:cNvSpPr>
            <p:nvPr/>
          </p:nvSpPr>
          <p:spPr bwMode="auto">
            <a:xfrm>
              <a:off x="2479" y="2304"/>
              <a:ext cx="25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N2</a:t>
              </a:r>
            </a:p>
          </p:txBody>
        </p:sp>
        <p:sp>
          <p:nvSpPr>
            <p:cNvPr id="37226" name="Text Box 114"/>
            <p:cNvSpPr txBox="1">
              <a:spLocks noChangeArrowheads="1"/>
            </p:cNvSpPr>
            <p:nvPr/>
          </p:nvSpPr>
          <p:spPr bwMode="auto">
            <a:xfrm>
              <a:off x="4111" y="2594"/>
              <a:ext cx="25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N3</a:t>
              </a:r>
            </a:p>
          </p:txBody>
        </p:sp>
        <p:sp>
          <p:nvSpPr>
            <p:cNvPr id="37227" name="Text Box 115"/>
            <p:cNvSpPr txBox="1">
              <a:spLocks noChangeArrowheads="1"/>
            </p:cNvSpPr>
            <p:nvPr/>
          </p:nvSpPr>
          <p:spPr bwMode="auto">
            <a:xfrm>
              <a:off x="1089" y="3410"/>
              <a:ext cx="25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N4</a:t>
              </a:r>
            </a:p>
          </p:txBody>
        </p:sp>
        <p:sp>
          <p:nvSpPr>
            <p:cNvPr id="37228" name="Text Box 116"/>
            <p:cNvSpPr txBox="1">
              <a:spLocks noChangeArrowheads="1"/>
            </p:cNvSpPr>
            <p:nvPr/>
          </p:nvSpPr>
          <p:spPr bwMode="auto">
            <a:xfrm>
              <a:off x="2479" y="2930"/>
              <a:ext cx="25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N5</a:t>
              </a:r>
            </a:p>
          </p:txBody>
        </p:sp>
        <p:sp>
          <p:nvSpPr>
            <p:cNvPr id="37229" name="Text Box 117"/>
            <p:cNvSpPr txBox="1">
              <a:spLocks noChangeArrowheads="1"/>
            </p:cNvSpPr>
            <p:nvPr/>
          </p:nvSpPr>
          <p:spPr bwMode="auto">
            <a:xfrm>
              <a:off x="3919" y="3698"/>
              <a:ext cx="25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N7</a:t>
              </a:r>
            </a:p>
          </p:txBody>
        </p:sp>
        <p:sp>
          <p:nvSpPr>
            <p:cNvPr id="37230" name="Text Box 118"/>
            <p:cNvSpPr txBox="1">
              <a:spLocks noChangeArrowheads="1"/>
            </p:cNvSpPr>
            <p:nvPr/>
          </p:nvSpPr>
          <p:spPr bwMode="auto">
            <a:xfrm>
              <a:off x="2479" y="3698"/>
              <a:ext cx="25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/>
                <a:t>N6</a:t>
              </a:r>
            </a:p>
          </p:txBody>
        </p:sp>
      </p:grpSp>
      <p:grpSp>
        <p:nvGrpSpPr>
          <p:cNvPr id="36870" name="Group 119"/>
          <p:cNvGrpSpPr>
            <a:grpSpLocks/>
          </p:cNvGrpSpPr>
          <p:nvPr/>
        </p:nvGrpSpPr>
        <p:grpSpPr bwMode="auto">
          <a:xfrm>
            <a:off x="1828800" y="1533525"/>
            <a:ext cx="1479550" cy="1000125"/>
            <a:chOff x="1008" y="1392"/>
            <a:chExt cx="932" cy="630"/>
          </a:xfrm>
        </p:grpSpPr>
        <p:sp>
          <p:nvSpPr>
            <p:cNvPr id="37135" name="Freeform 120"/>
            <p:cNvSpPr>
              <a:spLocks noEditPoints="1"/>
            </p:cNvSpPr>
            <p:nvPr/>
          </p:nvSpPr>
          <p:spPr bwMode="auto">
            <a:xfrm>
              <a:off x="1134" y="1595"/>
              <a:ext cx="284" cy="6"/>
            </a:xfrm>
            <a:custGeom>
              <a:avLst/>
              <a:gdLst>
                <a:gd name="T0" fmla="*/ 1500 w 1500"/>
                <a:gd name="T1" fmla="*/ 10 h 22"/>
                <a:gd name="T2" fmla="*/ 1498 w 1500"/>
                <a:gd name="T3" fmla="*/ 2 h 22"/>
                <a:gd name="T4" fmla="*/ 1490 w 1500"/>
                <a:gd name="T5" fmla="*/ 0 h 22"/>
                <a:gd name="T6" fmla="*/ 1482 w 1500"/>
                <a:gd name="T7" fmla="*/ 2 h 22"/>
                <a:gd name="T8" fmla="*/ 1478 w 1500"/>
                <a:gd name="T9" fmla="*/ 10 h 22"/>
                <a:gd name="T10" fmla="*/ 1482 w 1500"/>
                <a:gd name="T11" fmla="*/ 18 h 22"/>
                <a:gd name="T12" fmla="*/ 1490 w 1500"/>
                <a:gd name="T13" fmla="*/ 22 h 22"/>
                <a:gd name="T14" fmla="*/ 1498 w 1500"/>
                <a:gd name="T15" fmla="*/ 18 h 22"/>
                <a:gd name="T16" fmla="*/ 1500 w 1500"/>
                <a:gd name="T17" fmla="*/ 10 h 22"/>
                <a:gd name="T18" fmla="*/ 0 w 1500"/>
                <a:gd name="T19" fmla="*/ 10 h 22"/>
                <a:gd name="T20" fmla="*/ 2 w 1500"/>
                <a:gd name="T21" fmla="*/ 18 h 22"/>
                <a:gd name="T22" fmla="*/ 10 w 1500"/>
                <a:gd name="T23" fmla="*/ 22 h 22"/>
                <a:gd name="T24" fmla="*/ 18 w 1500"/>
                <a:gd name="T25" fmla="*/ 18 h 22"/>
                <a:gd name="T26" fmla="*/ 21 w 1500"/>
                <a:gd name="T27" fmla="*/ 10 h 22"/>
                <a:gd name="T28" fmla="*/ 18 w 1500"/>
                <a:gd name="T29" fmla="*/ 2 h 22"/>
                <a:gd name="T30" fmla="*/ 10 w 1500"/>
                <a:gd name="T31" fmla="*/ 0 h 22"/>
                <a:gd name="T32" fmla="*/ 2 w 1500"/>
                <a:gd name="T33" fmla="*/ 2 h 22"/>
                <a:gd name="T34" fmla="*/ 0 w 1500"/>
                <a:gd name="T35" fmla="*/ 10 h 2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00"/>
                <a:gd name="T55" fmla="*/ 0 h 22"/>
                <a:gd name="T56" fmla="*/ 1500 w 1500"/>
                <a:gd name="T57" fmla="*/ 22 h 2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00" h="22">
                  <a:moveTo>
                    <a:pt x="1500" y="10"/>
                  </a:moveTo>
                  <a:lnTo>
                    <a:pt x="1498" y="2"/>
                  </a:lnTo>
                  <a:lnTo>
                    <a:pt x="1490" y="0"/>
                  </a:lnTo>
                  <a:lnTo>
                    <a:pt x="1482" y="2"/>
                  </a:lnTo>
                  <a:lnTo>
                    <a:pt x="1478" y="10"/>
                  </a:lnTo>
                  <a:lnTo>
                    <a:pt x="1482" y="18"/>
                  </a:lnTo>
                  <a:lnTo>
                    <a:pt x="1490" y="22"/>
                  </a:lnTo>
                  <a:lnTo>
                    <a:pt x="1498" y="18"/>
                  </a:lnTo>
                  <a:lnTo>
                    <a:pt x="1500" y="10"/>
                  </a:lnTo>
                  <a:close/>
                  <a:moveTo>
                    <a:pt x="0" y="10"/>
                  </a:moveTo>
                  <a:lnTo>
                    <a:pt x="2" y="18"/>
                  </a:lnTo>
                  <a:lnTo>
                    <a:pt x="10" y="22"/>
                  </a:lnTo>
                  <a:lnTo>
                    <a:pt x="18" y="18"/>
                  </a:lnTo>
                  <a:lnTo>
                    <a:pt x="21" y="10"/>
                  </a:lnTo>
                  <a:lnTo>
                    <a:pt x="18" y="2"/>
                  </a:lnTo>
                  <a:lnTo>
                    <a:pt x="10" y="0"/>
                  </a:lnTo>
                  <a:lnTo>
                    <a:pt x="2" y="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36" name="Line 121"/>
            <p:cNvSpPr>
              <a:spLocks noChangeShapeType="1"/>
            </p:cNvSpPr>
            <p:nvPr/>
          </p:nvSpPr>
          <p:spPr bwMode="auto">
            <a:xfrm flipH="1">
              <a:off x="1138" y="1598"/>
              <a:ext cx="276" cy="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137" name="Freeform 122"/>
            <p:cNvSpPr>
              <a:spLocks noEditPoints="1"/>
            </p:cNvSpPr>
            <p:nvPr/>
          </p:nvSpPr>
          <p:spPr bwMode="auto">
            <a:xfrm>
              <a:off x="1134" y="1753"/>
              <a:ext cx="284" cy="99"/>
            </a:xfrm>
            <a:custGeom>
              <a:avLst/>
              <a:gdLst>
                <a:gd name="T0" fmla="*/ 0 w 1500"/>
                <a:gd name="T1" fmla="*/ 395 h 403"/>
                <a:gd name="T2" fmla="*/ 4 w 1500"/>
                <a:gd name="T3" fmla="*/ 403 h 403"/>
                <a:gd name="T4" fmla="*/ 14 w 1500"/>
                <a:gd name="T5" fmla="*/ 403 h 403"/>
                <a:gd name="T6" fmla="*/ 20 w 1500"/>
                <a:gd name="T7" fmla="*/ 399 h 403"/>
                <a:gd name="T8" fmla="*/ 21 w 1500"/>
                <a:gd name="T9" fmla="*/ 391 h 403"/>
                <a:gd name="T10" fmla="*/ 16 w 1500"/>
                <a:gd name="T11" fmla="*/ 383 h 403"/>
                <a:gd name="T12" fmla="*/ 8 w 1500"/>
                <a:gd name="T13" fmla="*/ 381 h 403"/>
                <a:gd name="T14" fmla="*/ 0 w 1500"/>
                <a:gd name="T15" fmla="*/ 387 h 403"/>
                <a:gd name="T16" fmla="*/ 0 w 1500"/>
                <a:gd name="T17" fmla="*/ 395 h 403"/>
                <a:gd name="T18" fmla="*/ 1500 w 1500"/>
                <a:gd name="T19" fmla="*/ 8 h 403"/>
                <a:gd name="T20" fmla="*/ 1496 w 1500"/>
                <a:gd name="T21" fmla="*/ 2 h 403"/>
                <a:gd name="T22" fmla="*/ 1486 w 1500"/>
                <a:gd name="T23" fmla="*/ 0 h 403"/>
                <a:gd name="T24" fmla="*/ 1480 w 1500"/>
                <a:gd name="T25" fmla="*/ 6 h 403"/>
                <a:gd name="T26" fmla="*/ 1478 w 1500"/>
                <a:gd name="T27" fmla="*/ 14 h 403"/>
                <a:gd name="T28" fmla="*/ 1484 w 1500"/>
                <a:gd name="T29" fmla="*/ 22 h 403"/>
                <a:gd name="T30" fmla="*/ 1492 w 1500"/>
                <a:gd name="T31" fmla="*/ 22 h 403"/>
                <a:gd name="T32" fmla="*/ 1500 w 1500"/>
                <a:gd name="T33" fmla="*/ 18 h 403"/>
                <a:gd name="T34" fmla="*/ 1500 w 1500"/>
                <a:gd name="T35" fmla="*/ 8 h 40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00"/>
                <a:gd name="T55" fmla="*/ 0 h 403"/>
                <a:gd name="T56" fmla="*/ 1500 w 1500"/>
                <a:gd name="T57" fmla="*/ 403 h 40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00" h="403">
                  <a:moveTo>
                    <a:pt x="0" y="395"/>
                  </a:moveTo>
                  <a:lnTo>
                    <a:pt x="4" y="403"/>
                  </a:lnTo>
                  <a:lnTo>
                    <a:pt x="14" y="403"/>
                  </a:lnTo>
                  <a:lnTo>
                    <a:pt x="20" y="399"/>
                  </a:lnTo>
                  <a:lnTo>
                    <a:pt x="21" y="391"/>
                  </a:lnTo>
                  <a:lnTo>
                    <a:pt x="16" y="383"/>
                  </a:lnTo>
                  <a:lnTo>
                    <a:pt x="8" y="381"/>
                  </a:lnTo>
                  <a:lnTo>
                    <a:pt x="0" y="387"/>
                  </a:lnTo>
                  <a:lnTo>
                    <a:pt x="0" y="395"/>
                  </a:lnTo>
                  <a:close/>
                  <a:moveTo>
                    <a:pt x="1500" y="8"/>
                  </a:moveTo>
                  <a:lnTo>
                    <a:pt x="1496" y="2"/>
                  </a:lnTo>
                  <a:lnTo>
                    <a:pt x="1486" y="0"/>
                  </a:lnTo>
                  <a:lnTo>
                    <a:pt x="1480" y="6"/>
                  </a:lnTo>
                  <a:lnTo>
                    <a:pt x="1478" y="14"/>
                  </a:lnTo>
                  <a:lnTo>
                    <a:pt x="1484" y="22"/>
                  </a:lnTo>
                  <a:lnTo>
                    <a:pt x="1492" y="22"/>
                  </a:lnTo>
                  <a:lnTo>
                    <a:pt x="1500" y="18"/>
                  </a:lnTo>
                  <a:lnTo>
                    <a:pt x="1500" y="8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38" name="Line 123"/>
            <p:cNvSpPr>
              <a:spLocks noChangeShapeType="1"/>
            </p:cNvSpPr>
            <p:nvPr/>
          </p:nvSpPr>
          <p:spPr bwMode="auto">
            <a:xfrm flipV="1">
              <a:off x="1138" y="1757"/>
              <a:ext cx="276" cy="92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139" name="Freeform 124"/>
            <p:cNvSpPr>
              <a:spLocks noEditPoints="1"/>
            </p:cNvSpPr>
            <p:nvPr/>
          </p:nvSpPr>
          <p:spPr bwMode="auto">
            <a:xfrm>
              <a:off x="1134" y="1846"/>
              <a:ext cx="284" cy="93"/>
            </a:xfrm>
            <a:custGeom>
              <a:avLst/>
              <a:gdLst>
                <a:gd name="T0" fmla="*/ 0 w 1500"/>
                <a:gd name="T1" fmla="*/ 10 h 381"/>
                <a:gd name="T2" fmla="*/ 2 w 1500"/>
                <a:gd name="T3" fmla="*/ 18 h 381"/>
                <a:gd name="T4" fmla="*/ 8 w 1500"/>
                <a:gd name="T5" fmla="*/ 22 h 381"/>
                <a:gd name="T6" fmla="*/ 16 w 1500"/>
                <a:gd name="T7" fmla="*/ 22 h 381"/>
                <a:gd name="T8" fmla="*/ 21 w 1500"/>
                <a:gd name="T9" fmla="*/ 14 h 381"/>
                <a:gd name="T10" fmla="*/ 20 w 1500"/>
                <a:gd name="T11" fmla="*/ 6 h 381"/>
                <a:gd name="T12" fmla="*/ 14 w 1500"/>
                <a:gd name="T13" fmla="*/ 0 h 381"/>
                <a:gd name="T14" fmla="*/ 4 w 1500"/>
                <a:gd name="T15" fmla="*/ 2 h 381"/>
                <a:gd name="T16" fmla="*/ 0 w 1500"/>
                <a:gd name="T17" fmla="*/ 10 h 381"/>
                <a:gd name="T18" fmla="*/ 1500 w 1500"/>
                <a:gd name="T19" fmla="*/ 373 h 381"/>
                <a:gd name="T20" fmla="*/ 1500 w 1500"/>
                <a:gd name="T21" fmla="*/ 365 h 381"/>
                <a:gd name="T22" fmla="*/ 1492 w 1500"/>
                <a:gd name="T23" fmla="*/ 359 h 381"/>
                <a:gd name="T24" fmla="*/ 1484 w 1500"/>
                <a:gd name="T25" fmla="*/ 361 h 381"/>
                <a:gd name="T26" fmla="*/ 1478 w 1500"/>
                <a:gd name="T27" fmla="*/ 369 h 381"/>
                <a:gd name="T28" fmla="*/ 1480 w 1500"/>
                <a:gd name="T29" fmla="*/ 377 h 381"/>
                <a:gd name="T30" fmla="*/ 1486 w 1500"/>
                <a:gd name="T31" fmla="*/ 381 h 381"/>
                <a:gd name="T32" fmla="*/ 1496 w 1500"/>
                <a:gd name="T33" fmla="*/ 381 h 381"/>
                <a:gd name="T34" fmla="*/ 1500 w 1500"/>
                <a:gd name="T35" fmla="*/ 373 h 38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00"/>
                <a:gd name="T55" fmla="*/ 0 h 381"/>
                <a:gd name="T56" fmla="*/ 1500 w 1500"/>
                <a:gd name="T57" fmla="*/ 381 h 38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00" h="381">
                  <a:moveTo>
                    <a:pt x="0" y="10"/>
                  </a:moveTo>
                  <a:lnTo>
                    <a:pt x="2" y="18"/>
                  </a:lnTo>
                  <a:lnTo>
                    <a:pt x="8" y="22"/>
                  </a:lnTo>
                  <a:lnTo>
                    <a:pt x="16" y="22"/>
                  </a:lnTo>
                  <a:lnTo>
                    <a:pt x="21" y="14"/>
                  </a:lnTo>
                  <a:lnTo>
                    <a:pt x="20" y="6"/>
                  </a:lnTo>
                  <a:lnTo>
                    <a:pt x="14" y="0"/>
                  </a:lnTo>
                  <a:lnTo>
                    <a:pt x="4" y="2"/>
                  </a:lnTo>
                  <a:lnTo>
                    <a:pt x="0" y="10"/>
                  </a:lnTo>
                  <a:close/>
                  <a:moveTo>
                    <a:pt x="1500" y="373"/>
                  </a:moveTo>
                  <a:lnTo>
                    <a:pt x="1500" y="365"/>
                  </a:lnTo>
                  <a:lnTo>
                    <a:pt x="1492" y="359"/>
                  </a:lnTo>
                  <a:lnTo>
                    <a:pt x="1484" y="361"/>
                  </a:lnTo>
                  <a:lnTo>
                    <a:pt x="1478" y="369"/>
                  </a:lnTo>
                  <a:lnTo>
                    <a:pt x="1480" y="377"/>
                  </a:lnTo>
                  <a:lnTo>
                    <a:pt x="1486" y="381"/>
                  </a:lnTo>
                  <a:lnTo>
                    <a:pt x="1496" y="381"/>
                  </a:lnTo>
                  <a:lnTo>
                    <a:pt x="1500" y="373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40" name="Line 125"/>
            <p:cNvSpPr>
              <a:spLocks noChangeShapeType="1"/>
            </p:cNvSpPr>
            <p:nvPr/>
          </p:nvSpPr>
          <p:spPr bwMode="auto">
            <a:xfrm>
              <a:off x="1138" y="1850"/>
              <a:ext cx="276" cy="86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141" name="Freeform 126"/>
            <p:cNvSpPr>
              <a:spLocks noEditPoints="1"/>
            </p:cNvSpPr>
            <p:nvPr/>
          </p:nvSpPr>
          <p:spPr bwMode="auto">
            <a:xfrm>
              <a:off x="1414" y="1595"/>
              <a:ext cx="315" cy="71"/>
            </a:xfrm>
            <a:custGeom>
              <a:avLst/>
              <a:gdLst>
                <a:gd name="T0" fmla="*/ 0 w 1660"/>
                <a:gd name="T1" fmla="*/ 10 h 291"/>
                <a:gd name="T2" fmla="*/ 2 w 1660"/>
                <a:gd name="T3" fmla="*/ 18 h 291"/>
                <a:gd name="T4" fmla="*/ 10 w 1660"/>
                <a:gd name="T5" fmla="*/ 22 h 291"/>
                <a:gd name="T6" fmla="*/ 18 w 1660"/>
                <a:gd name="T7" fmla="*/ 20 h 291"/>
                <a:gd name="T8" fmla="*/ 22 w 1660"/>
                <a:gd name="T9" fmla="*/ 12 h 291"/>
                <a:gd name="T10" fmla="*/ 20 w 1660"/>
                <a:gd name="T11" fmla="*/ 4 h 291"/>
                <a:gd name="T12" fmla="*/ 14 w 1660"/>
                <a:gd name="T13" fmla="*/ 0 h 291"/>
                <a:gd name="T14" fmla="*/ 6 w 1660"/>
                <a:gd name="T15" fmla="*/ 2 h 291"/>
                <a:gd name="T16" fmla="*/ 0 w 1660"/>
                <a:gd name="T17" fmla="*/ 10 h 291"/>
                <a:gd name="T18" fmla="*/ 1660 w 1660"/>
                <a:gd name="T19" fmla="*/ 281 h 291"/>
                <a:gd name="T20" fmla="*/ 1658 w 1660"/>
                <a:gd name="T21" fmla="*/ 273 h 291"/>
                <a:gd name="T22" fmla="*/ 1650 w 1660"/>
                <a:gd name="T23" fmla="*/ 269 h 291"/>
                <a:gd name="T24" fmla="*/ 1642 w 1660"/>
                <a:gd name="T25" fmla="*/ 271 h 291"/>
                <a:gd name="T26" fmla="*/ 1638 w 1660"/>
                <a:gd name="T27" fmla="*/ 279 h 291"/>
                <a:gd name="T28" fmla="*/ 1638 w 1660"/>
                <a:gd name="T29" fmla="*/ 287 h 291"/>
                <a:gd name="T30" fmla="*/ 1646 w 1660"/>
                <a:gd name="T31" fmla="*/ 291 h 291"/>
                <a:gd name="T32" fmla="*/ 1654 w 1660"/>
                <a:gd name="T33" fmla="*/ 289 h 291"/>
                <a:gd name="T34" fmla="*/ 1660 w 1660"/>
                <a:gd name="T35" fmla="*/ 281 h 29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660"/>
                <a:gd name="T55" fmla="*/ 0 h 291"/>
                <a:gd name="T56" fmla="*/ 1660 w 1660"/>
                <a:gd name="T57" fmla="*/ 291 h 29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660" h="291">
                  <a:moveTo>
                    <a:pt x="0" y="10"/>
                  </a:moveTo>
                  <a:lnTo>
                    <a:pt x="2" y="18"/>
                  </a:lnTo>
                  <a:lnTo>
                    <a:pt x="10" y="22"/>
                  </a:lnTo>
                  <a:lnTo>
                    <a:pt x="18" y="20"/>
                  </a:lnTo>
                  <a:lnTo>
                    <a:pt x="22" y="12"/>
                  </a:lnTo>
                  <a:lnTo>
                    <a:pt x="20" y="4"/>
                  </a:lnTo>
                  <a:lnTo>
                    <a:pt x="14" y="0"/>
                  </a:lnTo>
                  <a:lnTo>
                    <a:pt x="6" y="2"/>
                  </a:lnTo>
                  <a:lnTo>
                    <a:pt x="0" y="10"/>
                  </a:lnTo>
                  <a:close/>
                  <a:moveTo>
                    <a:pt x="1660" y="281"/>
                  </a:moveTo>
                  <a:lnTo>
                    <a:pt x="1658" y="273"/>
                  </a:lnTo>
                  <a:lnTo>
                    <a:pt x="1650" y="269"/>
                  </a:lnTo>
                  <a:lnTo>
                    <a:pt x="1642" y="271"/>
                  </a:lnTo>
                  <a:lnTo>
                    <a:pt x="1638" y="279"/>
                  </a:lnTo>
                  <a:lnTo>
                    <a:pt x="1638" y="287"/>
                  </a:lnTo>
                  <a:lnTo>
                    <a:pt x="1646" y="291"/>
                  </a:lnTo>
                  <a:lnTo>
                    <a:pt x="1654" y="289"/>
                  </a:lnTo>
                  <a:lnTo>
                    <a:pt x="1660" y="281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42" name="Line 127"/>
            <p:cNvSpPr>
              <a:spLocks noChangeShapeType="1"/>
            </p:cNvSpPr>
            <p:nvPr/>
          </p:nvSpPr>
          <p:spPr bwMode="auto">
            <a:xfrm>
              <a:off x="1418" y="1598"/>
              <a:ext cx="306" cy="65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143" name="Freeform 128"/>
            <p:cNvSpPr>
              <a:spLocks noEditPoints="1"/>
            </p:cNvSpPr>
            <p:nvPr/>
          </p:nvSpPr>
          <p:spPr bwMode="auto">
            <a:xfrm>
              <a:off x="1414" y="1661"/>
              <a:ext cx="315" cy="98"/>
            </a:xfrm>
            <a:custGeom>
              <a:avLst/>
              <a:gdLst>
                <a:gd name="T0" fmla="*/ 1660 w 1660"/>
                <a:gd name="T1" fmla="*/ 8 h 402"/>
                <a:gd name="T2" fmla="*/ 1654 w 1660"/>
                <a:gd name="T3" fmla="*/ 2 h 402"/>
                <a:gd name="T4" fmla="*/ 1646 w 1660"/>
                <a:gd name="T5" fmla="*/ 0 h 402"/>
                <a:gd name="T6" fmla="*/ 1638 w 1660"/>
                <a:gd name="T7" fmla="*/ 4 h 402"/>
                <a:gd name="T8" fmla="*/ 1638 w 1660"/>
                <a:gd name="T9" fmla="*/ 14 h 402"/>
                <a:gd name="T10" fmla="*/ 1642 w 1660"/>
                <a:gd name="T11" fmla="*/ 20 h 402"/>
                <a:gd name="T12" fmla="*/ 1650 w 1660"/>
                <a:gd name="T13" fmla="*/ 22 h 402"/>
                <a:gd name="T14" fmla="*/ 1658 w 1660"/>
                <a:gd name="T15" fmla="*/ 16 h 402"/>
                <a:gd name="T16" fmla="*/ 1660 w 1660"/>
                <a:gd name="T17" fmla="*/ 8 h 402"/>
                <a:gd name="T18" fmla="*/ 0 w 1660"/>
                <a:gd name="T19" fmla="*/ 394 h 402"/>
                <a:gd name="T20" fmla="*/ 6 w 1660"/>
                <a:gd name="T21" fmla="*/ 400 h 402"/>
                <a:gd name="T22" fmla="*/ 14 w 1660"/>
                <a:gd name="T23" fmla="*/ 402 h 402"/>
                <a:gd name="T24" fmla="*/ 22 w 1660"/>
                <a:gd name="T25" fmla="*/ 398 h 402"/>
                <a:gd name="T26" fmla="*/ 22 w 1660"/>
                <a:gd name="T27" fmla="*/ 388 h 402"/>
                <a:gd name="T28" fmla="*/ 18 w 1660"/>
                <a:gd name="T29" fmla="*/ 382 h 402"/>
                <a:gd name="T30" fmla="*/ 10 w 1660"/>
                <a:gd name="T31" fmla="*/ 380 h 402"/>
                <a:gd name="T32" fmla="*/ 2 w 1660"/>
                <a:gd name="T33" fmla="*/ 386 h 402"/>
                <a:gd name="T34" fmla="*/ 0 w 1660"/>
                <a:gd name="T35" fmla="*/ 394 h 40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660"/>
                <a:gd name="T55" fmla="*/ 0 h 402"/>
                <a:gd name="T56" fmla="*/ 1660 w 1660"/>
                <a:gd name="T57" fmla="*/ 402 h 40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660" h="402">
                  <a:moveTo>
                    <a:pt x="1660" y="8"/>
                  </a:moveTo>
                  <a:lnTo>
                    <a:pt x="1654" y="2"/>
                  </a:lnTo>
                  <a:lnTo>
                    <a:pt x="1646" y="0"/>
                  </a:lnTo>
                  <a:lnTo>
                    <a:pt x="1638" y="4"/>
                  </a:lnTo>
                  <a:lnTo>
                    <a:pt x="1638" y="14"/>
                  </a:lnTo>
                  <a:lnTo>
                    <a:pt x="1642" y="20"/>
                  </a:lnTo>
                  <a:lnTo>
                    <a:pt x="1650" y="22"/>
                  </a:lnTo>
                  <a:lnTo>
                    <a:pt x="1658" y="16"/>
                  </a:lnTo>
                  <a:lnTo>
                    <a:pt x="1660" y="8"/>
                  </a:lnTo>
                  <a:close/>
                  <a:moveTo>
                    <a:pt x="0" y="394"/>
                  </a:moveTo>
                  <a:lnTo>
                    <a:pt x="6" y="400"/>
                  </a:lnTo>
                  <a:lnTo>
                    <a:pt x="14" y="402"/>
                  </a:lnTo>
                  <a:lnTo>
                    <a:pt x="22" y="398"/>
                  </a:lnTo>
                  <a:lnTo>
                    <a:pt x="22" y="388"/>
                  </a:lnTo>
                  <a:lnTo>
                    <a:pt x="18" y="382"/>
                  </a:lnTo>
                  <a:lnTo>
                    <a:pt x="10" y="380"/>
                  </a:lnTo>
                  <a:lnTo>
                    <a:pt x="2" y="386"/>
                  </a:lnTo>
                  <a:lnTo>
                    <a:pt x="0" y="394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44" name="Line 129"/>
            <p:cNvSpPr>
              <a:spLocks noChangeShapeType="1"/>
            </p:cNvSpPr>
            <p:nvPr/>
          </p:nvSpPr>
          <p:spPr bwMode="auto">
            <a:xfrm flipH="1">
              <a:off x="1418" y="1664"/>
              <a:ext cx="306" cy="91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145" name="Freeform 130"/>
            <p:cNvSpPr>
              <a:spLocks noEditPoints="1"/>
            </p:cNvSpPr>
            <p:nvPr/>
          </p:nvSpPr>
          <p:spPr bwMode="auto">
            <a:xfrm>
              <a:off x="1414" y="1934"/>
              <a:ext cx="281" cy="6"/>
            </a:xfrm>
            <a:custGeom>
              <a:avLst/>
              <a:gdLst>
                <a:gd name="T0" fmla="*/ 0 w 1481"/>
                <a:gd name="T1" fmla="*/ 12 h 24"/>
                <a:gd name="T2" fmla="*/ 4 w 1481"/>
                <a:gd name="T3" fmla="*/ 20 h 24"/>
                <a:gd name="T4" fmla="*/ 12 w 1481"/>
                <a:gd name="T5" fmla="*/ 24 h 24"/>
                <a:gd name="T6" fmla="*/ 20 w 1481"/>
                <a:gd name="T7" fmla="*/ 20 h 24"/>
                <a:gd name="T8" fmla="*/ 22 w 1481"/>
                <a:gd name="T9" fmla="*/ 12 h 24"/>
                <a:gd name="T10" fmla="*/ 20 w 1481"/>
                <a:gd name="T11" fmla="*/ 4 h 24"/>
                <a:gd name="T12" fmla="*/ 12 w 1481"/>
                <a:gd name="T13" fmla="*/ 0 h 24"/>
                <a:gd name="T14" fmla="*/ 4 w 1481"/>
                <a:gd name="T15" fmla="*/ 4 h 24"/>
                <a:gd name="T16" fmla="*/ 0 w 1481"/>
                <a:gd name="T17" fmla="*/ 12 h 24"/>
                <a:gd name="T18" fmla="*/ 1481 w 1481"/>
                <a:gd name="T19" fmla="*/ 12 h 24"/>
                <a:gd name="T20" fmla="*/ 1477 w 1481"/>
                <a:gd name="T21" fmla="*/ 4 h 24"/>
                <a:gd name="T22" fmla="*/ 1469 w 1481"/>
                <a:gd name="T23" fmla="*/ 0 h 24"/>
                <a:gd name="T24" fmla="*/ 1461 w 1481"/>
                <a:gd name="T25" fmla="*/ 4 h 24"/>
                <a:gd name="T26" fmla="*/ 1457 w 1481"/>
                <a:gd name="T27" fmla="*/ 12 h 24"/>
                <a:gd name="T28" fmla="*/ 1461 w 1481"/>
                <a:gd name="T29" fmla="*/ 20 h 24"/>
                <a:gd name="T30" fmla="*/ 1469 w 1481"/>
                <a:gd name="T31" fmla="*/ 24 h 24"/>
                <a:gd name="T32" fmla="*/ 1477 w 1481"/>
                <a:gd name="T33" fmla="*/ 20 h 24"/>
                <a:gd name="T34" fmla="*/ 1481 w 1481"/>
                <a:gd name="T35" fmla="*/ 12 h 2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81"/>
                <a:gd name="T55" fmla="*/ 0 h 24"/>
                <a:gd name="T56" fmla="*/ 1481 w 1481"/>
                <a:gd name="T57" fmla="*/ 24 h 2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81" h="24">
                  <a:moveTo>
                    <a:pt x="0" y="12"/>
                  </a:moveTo>
                  <a:lnTo>
                    <a:pt x="4" y="20"/>
                  </a:lnTo>
                  <a:lnTo>
                    <a:pt x="12" y="24"/>
                  </a:lnTo>
                  <a:lnTo>
                    <a:pt x="20" y="20"/>
                  </a:lnTo>
                  <a:lnTo>
                    <a:pt x="22" y="12"/>
                  </a:lnTo>
                  <a:lnTo>
                    <a:pt x="20" y="4"/>
                  </a:lnTo>
                  <a:lnTo>
                    <a:pt x="12" y="0"/>
                  </a:lnTo>
                  <a:lnTo>
                    <a:pt x="4" y="4"/>
                  </a:lnTo>
                  <a:lnTo>
                    <a:pt x="0" y="12"/>
                  </a:lnTo>
                  <a:close/>
                  <a:moveTo>
                    <a:pt x="1481" y="12"/>
                  </a:moveTo>
                  <a:lnTo>
                    <a:pt x="1477" y="4"/>
                  </a:lnTo>
                  <a:lnTo>
                    <a:pt x="1469" y="0"/>
                  </a:lnTo>
                  <a:lnTo>
                    <a:pt x="1461" y="4"/>
                  </a:lnTo>
                  <a:lnTo>
                    <a:pt x="1457" y="12"/>
                  </a:lnTo>
                  <a:lnTo>
                    <a:pt x="1461" y="20"/>
                  </a:lnTo>
                  <a:lnTo>
                    <a:pt x="1469" y="24"/>
                  </a:lnTo>
                  <a:lnTo>
                    <a:pt x="1477" y="20"/>
                  </a:lnTo>
                  <a:lnTo>
                    <a:pt x="1481" y="12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46" name="Line 131"/>
            <p:cNvSpPr>
              <a:spLocks noChangeShapeType="1"/>
            </p:cNvSpPr>
            <p:nvPr/>
          </p:nvSpPr>
          <p:spPr bwMode="auto">
            <a:xfrm>
              <a:off x="1418" y="1937"/>
              <a:ext cx="272" cy="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147" name="Line 132"/>
            <p:cNvSpPr>
              <a:spLocks noChangeShapeType="1"/>
            </p:cNvSpPr>
            <p:nvPr/>
          </p:nvSpPr>
          <p:spPr bwMode="auto">
            <a:xfrm flipH="1" flipV="1">
              <a:off x="1692" y="1937"/>
              <a:ext cx="149" cy="3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148" name="Line 133"/>
            <p:cNvSpPr>
              <a:spLocks noChangeShapeType="1"/>
            </p:cNvSpPr>
            <p:nvPr/>
          </p:nvSpPr>
          <p:spPr bwMode="auto">
            <a:xfrm>
              <a:off x="1416" y="1466"/>
              <a:ext cx="0" cy="132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149" name="Line 134"/>
            <p:cNvSpPr>
              <a:spLocks noChangeShapeType="1"/>
            </p:cNvSpPr>
            <p:nvPr/>
          </p:nvSpPr>
          <p:spPr bwMode="auto">
            <a:xfrm flipV="1">
              <a:off x="1008" y="1849"/>
              <a:ext cx="127" cy="91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150" name="Line 135"/>
            <p:cNvSpPr>
              <a:spLocks noChangeShapeType="1"/>
            </p:cNvSpPr>
            <p:nvPr/>
          </p:nvSpPr>
          <p:spPr bwMode="auto">
            <a:xfrm flipH="1">
              <a:off x="1726" y="1543"/>
              <a:ext cx="98" cy="12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151" name="Rectangle 136"/>
            <p:cNvSpPr>
              <a:spLocks noChangeArrowheads="1"/>
            </p:cNvSpPr>
            <p:nvPr/>
          </p:nvSpPr>
          <p:spPr bwMode="auto">
            <a:xfrm>
              <a:off x="1193" y="1576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52" name="Rectangle 137"/>
            <p:cNvSpPr>
              <a:spLocks noChangeArrowheads="1"/>
            </p:cNvSpPr>
            <p:nvPr/>
          </p:nvSpPr>
          <p:spPr bwMode="auto">
            <a:xfrm>
              <a:off x="1184" y="1833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53" name="Rectangle 138"/>
            <p:cNvSpPr>
              <a:spLocks noChangeArrowheads="1"/>
            </p:cNvSpPr>
            <p:nvPr/>
          </p:nvSpPr>
          <p:spPr bwMode="auto">
            <a:xfrm>
              <a:off x="1448" y="1564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54" name="Rectangle 139"/>
            <p:cNvSpPr>
              <a:spLocks noChangeArrowheads="1"/>
            </p:cNvSpPr>
            <p:nvPr/>
          </p:nvSpPr>
          <p:spPr bwMode="auto">
            <a:xfrm>
              <a:off x="1448" y="1716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55" name="Rectangle 140"/>
            <p:cNvSpPr>
              <a:spLocks noChangeArrowheads="1"/>
            </p:cNvSpPr>
            <p:nvPr/>
          </p:nvSpPr>
          <p:spPr bwMode="auto">
            <a:xfrm>
              <a:off x="1448" y="1915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56" name="Rectangle 141"/>
            <p:cNvSpPr>
              <a:spLocks noChangeArrowheads="1"/>
            </p:cNvSpPr>
            <p:nvPr/>
          </p:nvSpPr>
          <p:spPr bwMode="auto">
            <a:xfrm>
              <a:off x="1757" y="1634"/>
              <a:ext cx="37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57" name="Rectangle 142"/>
            <p:cNvSpPr>
              <a:spLocks noChangeArrowheads="1"/>
            </p:cNvSpPr>
            <p:nvPr/>
          </p:nvSpPr>
          <p:spPr bwMode="auto">
            <a:xfrm>
              <a:off x="1721" y="1903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37158" name="AutoShape 143"/>
            <p:cNvCxnSpPr>
              <a:cxnSpLocks noChangeShapeType="1"/>
              <a:stCxn id="37151" idx="3"/>
              <a:endCxn id="37153" idx="1"/>
            </p:cNvCxnSpPr>
            <p:nvPr/>
          </p:nvCxnSpPr>
          <p:spPr bwMode="auto">
            <a:xfrm flipV="1">
              <a:off x="1229" y="1599"/>
              <a:ext cx="219" cy="1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159" name="AutoShape 144"/>
            <p:cNvCxnSpPr>
              <a:cxnSpLocks noChangeShapeType="1"/>
              <a:stCxn id="37151" idx="3"/>
              <a:endCxn id="37154" idx="1"/>
            </p:cNvCxnSpPr>
            <p:nvPr/>
          </p:nvCxnSpPr>
          <p:spPr bwMode="auto">
            <a:xfrm>
              <a:off x="1229" y="1611"/>
              <a:ext cx="219" cy="14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160" name="AutoShape 145"/>
            <p:cNvCxnSpPr>
              <a:cxnSpLocks noChangeShapeType="1"/>
              <a:stCxn id="37152" idx="3"/>
              <a:endCxn id="37154" idx="1"/>
            </p:cNvCxnSpPr>
            <p:nvPr/>
          </p:nvCxnSpPr>
          <p:spPr bwMode="auto">
            <a:xfrm flipV="1">
              <a:off x="1220" y="1751"/>
              <a:ext cx="228" cy="117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161" name="AutoShape 146"/>
            <p:cNvCxnSpPr>
              <a:cxnSpLocks noChangeShapeType="1"/>
              <a:stCxn id="37152" idx="3"/>
              <a:endCxn id="37155" idx="1"/>
            </p:cNvCxnSpPr>
            <p:nvPr/>
          </p:nvCxnSpPr>
          <p:spPr bwMode="auto">
            <a:xfrm>
              <a:off x="1220" y="1868"/>
              <a:ext cx="228" cy="8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162" name="AutoShape 147"/>
            <p:cNvCxnSpPr>
              <a:cxnSpLocks noChangeShapeType="1"/>
              <a:stCxn id="37154" idx="3"/>
              <a:endCxn id="37156" idx="1"/>
            </p:cNvCxnSpPr>
            <p:nvPr/>
          </p:nvCxnSpPr>
          <p:spPr bwMode="auto">
            <a:xfrm flipV="1">
              <a:off x="1484" y="1669"/>
              <a:ext cx="273" cy="8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163" name="AutoShape 148"/>
            <p:cNvCxnSpPr>
              <a:cxnSpLocks noChangeShapeType="1"/>
              <a:stCxn id="37155" idx="3"/>
              <a:endCxn id="37157" idx="1"/>
            </p:cNvCxnSpPr>
            <p:nvPr/>
          </p:nvCxnSpPr>
          <p:spPr bwMode="auto">
            <a:xfrm flipV="1">
              <a:off x="1484" y="1938"/>
              <a:ext cx="237" cy="1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164" name="AutoShape 149"/>
            <p:cNvCxnSpPr>
              <a:cxnSpLocks noChangeShapeType="1"/>
              <a:stCxn id="37157" idx="0"/>
              <a:endCxn id="37156" idx="2"/>
            </p:cNvCxnSpPr>
            <p:nvPr/>
          </p:nvCxnSpPr>
          <p:spPr bwMode="auto">
            <a:xfrm flipV="1">
              <a:off x="1739" y="1704"/>
              <a:ext cx="37" cy="199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165" name="AutoShape 150"/>
            <p:cNvCxnSpPr>
              <a:cxnSpLocks noChangeShapeType="1"/>
              <a:stCxn id="37152" idx="0"/>
              <a:endCxn id="37151" idx="2"/>
            </p:cNvCxnSpPr>
            <p:nvPr/>
          </p:nvCxnSpPr>
          <p:spPr bwMode="auto">
            <a:xfrm flipV="1">
              <a:off x="1202" y="1646"/>
              <a:ext cx="9" cy="187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166" name="AutoShape 151"/>
            <p:cNvCxnSpPr>
              <a:cxnSpLocks noChangeShapeType="1"/>
              <a:stCxn id="37153" idx="3"/>
              <a:endCxn id="37156" idx="1"/>
            </p:cNvCxnSpPr>
            <p:nvPr/>
          </p:nvCxnSpPr>
          <p:spPr bwMode="auto">
            <a:xfrm>
              <a:off x="1484" y="1599"/>
              <a:ext cx="273" cy="7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167" name="AutoShape 152"/>
            <p:cNvCxnSpPr>
              <a:cxnSpLocks noChangeShapeType="1"/>
              <a:endCxn id="37151" idx="1"/>
            </p:cNvCxnSpPr>
            <p:nvPr/>
          </p:nvCxnSpPr>
          <p:spPr bwMode="auto">
            <a:xfrm>
              <a:off x="1100" y="1557"/>
              <a:ext cx="93" cy="54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168" name="AutoShape 153"/>
            <p:cNvCxnSpPr>
              <a:cxnSpLocks noChangeShapeType="1"/>
              <a:endCxn id="37152" idx="1"/>
            </p:cNvCxnSpPr>
            <p:nvPr/>
          </p:nvCxnSpPr>
          <p:spPr bwMode="auto">
            <a:xfrm flipV="1">
              <a:off x="1109" y="1868"/>
              <a:ext cx="75" cy="4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169" name="AutoShape 154"/>
            <p:cNvCxnSpPr>
              <a:cxnSpLocks noChangeShapeType="1"/>
              <a:stCxn id="37153" idx="0"/>
            </p:cNvCxnSpPr>
            <p:nvPr/>
          </p:nvCxnSpPr>
          <p:spPr bwMode="auto">
            <a:xfrm flipV="1">
              <a:off x="1466" y="1503"/>
              <a:ext cx="19" cy="61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170" name="AutoShape 155"/>
            <p:cNvCxnSpPr>
              <a:cxnSpLocks noChangeShapeType="1"/>
              <a:stCxn id="37157" idx="3"/>
              <a:endCxn id="37174" idx="1"/>
            </p:cNvCxnSpPr>
            <p:nvPr/>
          </p:nvCxnSpPr>
          <p:spPr bwMode="auto">
            <a:xfrm>
              <a:off x="1757" y="1938"/>
              <a:ext cx="19" cy="1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171" name="AutoShape 156"/>
            <p:cNvCxnSpPr>
              <a:cxnSpLocks noChangeShapeType="1"/>
              <a:stCxn id="37156" idx="3"/>
            </p:cNvCxnSpPr>
            <p:nvPr/>
          </p:nvCxnSpPr>
          <p:spPr bwMode="auto">
            <a:xfrm flipV="1">
              <a:off x="1794" y="1576"/>
              <a:ext cx="54" cy="9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7172" name="Text Box 157"/>
            <p:cNvSpPr txBox="1">
              <a:spLocks noChangeArrowheads="1"/>
            </p:cNvSpPr>
            <p:nvPr/>
          </p:nvSpPr>
          <p:spPr bwMode="auto">
            <a:xfrm>
              <a:off x="1012" y="1462"/>
              <a:ext cx="15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A</a:t>
              </a:r>
            </a:p>
          </p:txBody>
        </p:sp>
        <p:sp>
          <p:nvSpPr>
            <p:cNvPr id="37173" name="Text Box 158"/>
            <p:cNvSpPr txBox="1">
              <a:spLocks noChangeArrowheads="1"/>
            </p:cNvSpPr>
            <p:nvPr/>
          </p:nvSpPr>
          <p:spPr bwMode="auto">
            <a:xfrm>
              <a:off x="1008" y="1852"/>
              <a:ext cx="15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B</a:t>
              </a:r>
            </a:p>
          </p:txBody>
        </p:sp>
        <p:sp>
          <p:nvSpPr>
            <p:cNvPr id="37174" name="Text Box 159"/>
            <p:cNvSpPr txBox="1">
              <a:spLocks noChangeArrowheads="1"/>
            </p:cNvSpPr>
            <p:nvPr/>
          </p:nvSpPr>
          <p:spPr bwMode="auto">
            <a:xfrm>
              <a:off x="1776" y="1889"/>
              <a:ext cx="15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E</a:t>
              </a:r>
            </a:p>
          </p:txBody>
        </p:sp>
        <p:sp>
          <p:nvSpPr>
            <p:cNvPr id="37175" name="Text Box 160"/>
            <p:cNvSpPr txBox="1">
              <a:spLocks noChangeArrowheads="1"/>
            </p:cNvSpPr>
            <p:nvPr/>
          </p:nvSpPr>
          <p:spPr bwMode="auto">
            <a:xfrm>
              <a:off x="1780" y="1474"/>
              <a:ext cx="160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D</a:t>
              </a:r>
            </a:p>
          </p:txBody>
        </p:sp>
        <p:sp>
          <p:nvSpPr>
            <p:cNvPr id="37176" name="Text Box 161"/>
            <p:cNvSpPr txBox="1">
              <a:spLocks noChangeArrowheads="1"/>
            </p:cNvSpPr>
            <p:nvPr/>
          </p:nvSpPr>
          <p:spPr bwMode="auto">
            <a:xfrm>
              <a:off x="1401" y="1392"/>
              <a:ext cx="160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C</a:t>
              </a:r>
            </a:p>
          </p:txBody>
        </p:sp>
      </p:grpSp>
      <p:sp>
        <p:nvSpPr>
          <p:cNvPr id="36871" name="AutoShape 162"/>
          <p:cNvSpPr>
            <a:spLocks noChangeArrowheads="1"/>
          </p:cNvSpPr>
          <p:nvPr/>
        </p:nvSpPr>
        <p:spPr bwMode="auto">
          <a:xfrm>
            <a:off x="4845050" y="1762125"/>
            <a:ext cx="1371600" cy="914400"/>
          </a:xfrm>
          <a:prstGeom prst="wedgeRectCallout">
            <a:avLst>
              <a:gd name="adj1" fmla="val -74190"/>
              <a:gd name="adj2" fmla="val 55731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grpSp>
        <p:nvGrpSpPr>
          <p:cNvPr id="36872" name="Group 163"/>
          <p:cNvGrpSpPr>
            <a:grpSpLocks/>
          </p:cNvGrpSpPr>
          <p:nvPr/>
        </p:nvGrpSpPr>
        <p:grpSpPr bwMode="auto">
          <a:xfrm>
            <a:off x="4768850" y="1685925"/>
            <a:ext cx="1479550" cy="1000125"/>
            <a:chOff x="1008" y="1392"/>
            <a:chExt cx="932" cy="630"/>
          </a:xfrm>
        </p:grpSpPr>
        <p:sp>
          <p:nvSpPr>
            <p:cNvPr id="37093" name="Freeform 164"/>
            <p:cNvSpPr>
              <a:spLocks noEditPoints="1"/>
            </p:cNvSpPr>
            <p:nvPr/>
          </p:nvSpPr>
          <p:spPr bwMode="auto">
            <a:xfrm>
              <a:off x="1134" y="1595"/>
              <a:ext cx="284" cy="6"/>
            </a:xfrm>
            <a:custGeom>
              <a:avLst/>
              <a:gdLst>
                <a:gd name="T0" fmla="*/ 1500 w 1500"/>
                <a:gd name="T1" fmla="*/ 10 h 22"/>
                <a:gd name="T2" fmla="*/ 1498 w 1500"/>
                <a:gd name="T3" fmla="*/ 2 h 22"/>
                <a:gd name="T4" fmla="*/ 1490 w 1500"/>
                <a:gd name="T5" fmla="*/ 0 h 22"/>
                <a:gd name="T6" fmla="*/ 1482 w 1500"/>
                <a:gd name="T7" fmla="*/ 2 h 22"/>
                <a:gd name="T8" fmla="*/ 1478 w 1500"/>
                <a:gd name="T9" fmla="*/ 10 h 22"/>
                <a:gd name="T10" fmla="*/ 1482 w 1500"/>
                <a:gd name="T11" fmla="*/ 18 h 22"/>
                <a:gd name="T12" fmla="*/ 1490 w 1500"/>
                <a:gd name="T13" fmla="*/ 22 h 22"/>
                <a:gd name="T14" fmla="*/ 1498 w 1500"/>
                <a:gd name="T15" fmla="*/ 18 h 22"/>
                <a:gd name="T16" fmla="*/ 1500 w 1500"/>
                <a:gd name="T17" fmla="*/ 10 h 22"/>
                <a:gd name="T18" fmla="*/ 0 w 1500"/>
                <a:gd name="T19" fmla="*/ 10 h 22"/>
                <a:gd name="T20" fmla="*/ 2 w 1500"/>
                <a:gd name="T21" fmla="*/ 18 h 22"/>
                <a:gd name="T22" fmla="*/ 10 w 1500"/>
                <a:gd name="T23" fmla="*/ 22 h 22"/>
                <a:gd name="T24" fmla="*/ 18 w 1500"/>
                <a:gd name="T25" fmla="*/ 18 h 22"/>
                <a:gd name="T26" fmla="*/ 21 w 1500"/>
                <a:gd name="T27" fmla="*/ 10 h 22"/>
                <a:gd name="T28" fmla="*/ 18 w 1500"/>
                <a:gd name="T29" fmla="*/ 2 h 22"/>
                <a:gd name="T30" fmla="*/ 10 w 1500"/>
                <a:gd name="T31" fmla="*/ 0 h 22"/>
                <a:gd name="T32" fmla="*/ 2 w 1500"/>
                <a:gd name="T33" fmla="*/ 2 h 22"/>
                <a:gd name="T34" fmla="*/ 0 w 1500"/>
                <a:gd name="T35" fmla="*/ 10 h 2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00"/>
                <a:gd name="T55" fmla="*/ 0 h 22"/>
                <a:gd name="T56" fmla="*/ 1500 w 1500"/>
                <a:gd name="T57" fmla="*/ 22 h 2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00" h="22">
                  <a:moveTo>
                    <a:pt x="1500" y="10"/>
                  </a:moveTo>
                  <a:lnTo>
                    <a:pt x="1498" y="2"/>
                  </a:lnTo>
                  <a:lnTo>
                    <a:pt x="1490" y="0"/>
                  </a:lnTo>
                  <a:lnTo>
                    <a:pt x="1482" y="2"/>
                  </a:lnTo>
                  <a:lnTo>
                    <a:pt x="1478" y="10"/>
                  </a:lnTo>
                  <a:lnTo>
                    <a:pt x="1482" y="18"/>
                  </a:lnTo>
                  <a:lnTo>
                    <a:pt x="1490" y="22"/>
                  </a:lnTo>
                  <a:lnTo>
                    <a:pt x="1498" y="18"/>
                  </a:lnTo>
                  <a:lnTo>
                    <a:pt x="1500" y="10"/>
                  </a:lnTo>
                  <a:close/>
                  <a:moveTo>
                    <a:pt x="0" y="10"/>
                  </a:moveTo>
                  <a:lnTo>
                    <a:pt x="2" y="18"/>
                  </a:lnTo>
                  <a:lnTo>
                    <a:pt x="10" y="22"/>
                  </a:lnTo>
                  <a:lnTo>
                    <a:pt x="18" y="18"/>
                  </a:lnTo>
                  <a:lnTo>
                    <a:pt x="21" y="10"/>
                  </a:lnTo>
                  <a:lnTo>
                    <a:pt x="18" y="2"/>
                  </a:lnTo>
                  <a:lnTo>
                    <a:pt x="10" y="0"/>
                  </a:lnTo>
                  <a:lnTo>
                    <a:pt x="2" y="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94" name="Line 165"/>
            <p:cNvSpPr>
              <a:spLocks noChangeShapeType="1"/>
            </p:cNvSpPr>
            <p:nvPr/>
          </p:nvSpPr>
          <p:spPr bwMode="auto">
            <a:xfrm flipH="1">
              <a:off x="1138" y="1598"/>
              <a:ext cx="276" cy="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095" name="Freeform 166"/>
            <p:cNvSpPr>
              <a:spLocks noEditPoints="1"/>
            </p:cNvSpPr>
            <p:nvPr/>
          </p:nvSpPr>
          <p:spPr bwMode="auto">
            <a:xfrm>
              <a:off x="1134" y="1753"/>
              <a:ext cx="284" cy="99"/>
            </a:xfrm>
            <a:custGeom>
              <a:avLst/>
              <a:gdLst>
                <a:gd name="T0" fmla="*/ 0 w 1500"/>
                <a:gd name="T1" fmla="*/ 395 h 403"/>
                <a:gd name="T2" fmla="*/ 4 w 1500"/>
                <a:gd name="T3" fmla="*/ 403 h 403"/>
                <a:gd name="T4" fmla="*/ 14 w 1500"/>
                <a:gd name="T5" fmla="*/ 403 h 403"/>
                <a:gd name="T6" fmla="*/ 20 w 1500"/>
                <a:gd name="T7" fmla="*/ 399 h 403"/>
                <a:gd name="T8" fmla="*/ 21 w 1500"/>
                <a:gd name="T9" fmla="*/ 391 h 403"/>
                <a:gd name="T10" fmla="*/ 16 w 1500"/>
                <a:gd name="T11" fmla="*/ 383 h 403"/>
                <a:gd name="T12" fmla="*/ 8 w 1500"/>
                <a:gd name="T13" fmla="*/ 381 h 403"/>
                <a:gd name="T14" fmla="*/ 0 w 1500"/>
                <a:gd name="T15" fmla="*/ 387 h 403"/>
                <a:gd name="T16" fmla="*/ 0 w 1500"/>
                <a:gd name="T17" fmla="*/ 395 h 403"/>
                <a:gd name="T18" fmla="*/ 1500 w 1500"/>
                <a:gd name="T19" fmla="*/ 8 h 403"/>
                <a:gd name="T20" fmla="*/ 1496 w 1500"/>
                <a:gd name="T21" fmla="*/ 2 h 403"/>
                <a:gd name="T22" fmla="*/ 1486 w 1500"/>
                <a:gd name="T23" fmla="*/ 0 h 403"/>
                <a:gd name="T24" fmla="*/ 1480 w 1500"/>
                <a:gd name="T25" fmla="*/ 6 h 403"/>
                <a:gd name="T26" fmla="*/ 1478 w 1500"/>
                <a:gd name="T27" fmla="*/ 14 h 403"/>
                <a:gd name="T28" fmla="*/ 1484 w 1500"/>
                <a:gd name="T29" fmla="*/ 22 h 403"/>
                <a:gd name="T30" fmla="*/ 1492 w 1500"/>
                <a:gd name="T31" fmla="*/ 22 h 403"/>
                <a:gd name="T32" fmla="*/ 1500 w 1500"/>
                <a:gd name="T33" fmla="*/ 18 h 403"/>
                <a:gd name="T34" fmla="*/ 1500 w 1500"/>
                <a:gd name="T35" fmla="*/ 8 h 40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00"/>
                <a:gd name="T55" fmla="*/ 0 h 403"/>
                <a:gd name="T56" fmla="*/ 1500 w 1500"/>
                <a:gd name="T57" fmla="*/ 403 h 40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00" h="403">
                  <a:moveTo>
                    <a:pt x="0" y="395"/>
                  </a:moveTo>
                  <a:lnTo>
                    <a:pt x="4" y="403"/>
                  </a:lnTo>
                  <a:lnTo>
                    <a:pt x="14" y="403"/>
                  </a:lnTo>
                  <a:lnTo>
                    <a:pt x="20" y="399"/>
                  </a:lnTo>
                  <a:lnTo>
                    <a:pt x="21" y="391"/>
                  </a:lnTo>
                  <a:lnTo>
                    <a:pt x="16" y="383"/>
                  </a:lnTo>
                  <a:lnTo>
                    <a:pt x="8" y="381"/>
                  </a:lnTo>
                  <a:lnTo>
                    <a:pt x="0" y="387"/>
                  </a:lnTo>
                  <a:lnTo>
                    <a:pt x="0" y="395"/>
                  </a:lnTo>
                  <a:close/>
                  <a:moveTo>
                    <a:pt x="1500" y="8"/>
                  </a:moveTo>
                  <a:lnTo>
                    <a:pt x="1496" y="2"/>
                  </a:lnTo>
                  <a:lnTo>
                    <a:pt x="1486" y="0"/>
                  </a:lnTo>
                  <a:lnTo>
                    <a:pt x="1480" y="6"/>
                  </a:lnTo>
                  <a:lnTo>
                    <a:pt x="1478" y="14"/>
                  </a:lnTo>
                  <a:lnTo>
                    <a:pt x="1484" y="22"/>
                  </a:lnTo>
                  <a:lnTo>
                    <a:pt x="1492" y="22"/>
                  </a:lnTo>
                  <a:lnTo>
                    <a:pt x="1500" y="18"/>
                  </a:lnTo>
                  <a:lnTo>
                    <a:pt x="1500" y="8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96" name="Line 167"/>
            <p:cNvSpPr>
              <a:spLocks noChangeShapeType="1"/>
            </p:cNvSpPr>
            <p:nvPr/>
          </p:nvSpPr>
          <p:spPr bwMode="auto">
            <a:xfrm flipV="1">
              <a:off x="1138" y="1757"/>
              <a:ext cx="276" cy="92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097" name="Freeform 168"/>
            <p:cNvSpPr>
              <a:spLocks noEditPoints="1"/>
            </p:cNvSpPr>
            <p:nvPr/>
          </p:nvSpPr>
          <p:spPr bwMode="auto">
            <a:xfrm>
              <a:off x="1134" y="1846"/>
              <a:ext cx="284" cy="93"/>
            </a:xfrm>
            <a:custGeom>
              <a:avLst/>
              <a:gdLst>
                <a:gd name="T0" fmla="*/ 0 w 1500"/>
                <a:gd name="T1" fmla="*/ 10 h 381"/>
                <a:gd name="T2" fmla="*/ 2 w 1500"/>
                <a:gd name="T3" fmla="*/ 18 h 381"/>
                <a:gd name="T4" fmla="*/ 8 w 1500"/>
                <a:gd name="T5" fmla="*/ 22 h 381"/>
                <a:gd name="T6" fmla="*/ 16 w 1500"/>
                <a:gd name="T7" fmla="*/ 22 h 381"/>
                <a:gd name="T8" fmla="*/ 21 w 1500"/>
                <a:gd name="T9" fmla="*/ 14 h 381"/>
                <a:gd name="T10" fmla="*/ 20 w 1500"/>
                <a:gd name="T11" fmla="*/ 6 h 381"/>
                <a:gd name="T12" fmla="*/ 14 w 1500"/>
                <a:gd name="T13" fmla="*/ 0 h 381"/>
                <a:gd name="T14" fmla="*/ 4 w 1500"/>
                <a:gd name="T15" fmla="*/ 2 h 381"/>
                <a:gd name="T16" fmla="*/ 0 w 1500"/>
                <a:gd name="T17" fmla="*/ 10 h 381"/>
                <a:gd name="T18" fmla="*/ 1500 w 1500"/>
                <a:gd name="T19" fmla="*/ 373 h 381"/>
                <a:gd name="T20" fmla="*/ 1500 w 1500"/>
                <a:gd name="T21" fmla="*/ 365 h 381"/>
                <a:gd name="T22" fmla="*/ 1492 w 1500"/>
                <a:gd name="T23" fmla="*/ 359 h 381"/>
                <a:gd name="T24" fmla="*/ 1484 w 1500"/>
                <a:gd name="T25" fmla="*/ 361 h 381"/>
                <a:gd name="T26" fmla="*/ 1478 w 1500"/>
                <a:gd name="T27" fmla="*/ 369 h 381"/>
                <a:gd name="T28" fmla="*/ 1480 w 1500"/>
                <a:gd name="T29" fmla="*/ 377 h 381"/>
                <a:gd name="T30" fmla="*/ 1486 w 1500"/>
                <a:gd name="T31" fmla="*/ 381 h 381"/>
                <a:gd name="T32" fmla="*/ 1496 w 1500"/>
                <a:gd name="T33" fmla="*/ 381 h 381"/>
                <a:gd name="T34" fmla="*/ 1500 w 1500"/>
                <a:gd name="T35" fmla="*/ 373 h 38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00"/>
                <a:gd name="T55" fmla="*/ 0 h 381"/>
                <a:gd name="T56" fmla="*/ 1500 w 1500"/>
                <a:gd name="T57" fmla="*/ 381 h 38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00" h="381">
                  <a:moveTo>
                    <a:pt x="0" y="10"/>
                  </a:moveTo>
                  <a:lnTo>
                    <a:pt x="2" y="18"/>
                  </a:lnTo>
                  <a:lnTo>
                    <a:pt x="8" y="22"/>
                  </a:lnTo>
                  <a:lnTo>
                    <a:pt x="16" y="22"/>
                  </a:lnTo>
                  <a:lnTo>
                    <a:pt x="21" y="14"/>
                  </a:lnTo>
                  <a:lnTo>
                    <a:pt x="20" y="6"/>
                  </a:lnTo>
                  <a:lnTo>
                    <a:pt x="14" y="0"/>
                  </a:lnTo>
                  <a:lnTo>
                    <a:pt x="4" y="2"/>
                  </a:lnTo>
                  <a:lnTo>
                    <a:pt x="0" y="10"/>
                  </a:lnTo>
                  <a:close/>
                  <a:moveTo>
                    <a:pt x="1500" y="373"/>
                  </a:moveTo>
                  <a:lnTo>
                    <a:pt x="1500" y="365"/>
                  </a:lnTo>
                  <a:lnTo>
                    <a:pt x="1492" y="359"/>
                  </a:lnTo>
                  <a:lnTo>
                    <a:pt x="1484" y="361"/>
                  </a:lnTo>
                  <a:lnTo>
                    <a:pt x="1478" y="369"/>
                  </a:lnTo>
                  <a:lnTo>
                    <a:pt x="1480" y="377"/>
                  </a:lnTo>
                  <a:lnTo>
                    <a:pt x="1486" y="381"/>
                  </a:lnTo>
                  <a:lnTo>
                    <a:pt x="1496" y="381"/>
                  </a:lnTo>
                  <a:lnTo>
                    <a:pt x="1500" y="373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98" name="Line 169"/>
            <p:cNvSpPr>
              <a:spLocks noChangeShapeType="1"/>
            </p:cNvSpPr>
            <p:nvPr/>
          </p:nvSpPr>
          <p:spPr bwMode="auto">
            <a:xfrm>
              <a:off x="1138" y="1850"/>
              <a:ext cx="276" cy="86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099" name="Freeform 170"/>
            <p:cNvSpPr>
              <a:spLocks noEditPoints="1"/>
            </p:cNvSpPr>
            <p:nvPr/>
          </p:nvSpPr>
          <p:spPr bwMode="auto">
            <a:xfrm>
              <a:off x="1414" y="1595"/>
              <a:ext cx="315" cy="71"/>
            </a:xfrm>
            <a:custGeom>
              <a:avLst/>
              <a:gdLst>
                <a:gd name="T0" fmla="*/ 0 w 1660"/>
                <a:gd name="T1" fmla="*/ 10 h 291"/>
                <a:gd name="T2" fmla="*/ 2 w 1660"/>
                <a:gd name="T3" fmla="*/ 18 h 291"/>
                <a:gd name="T4" fmla="*/ 10 w 1660"/>
                <a:gd name="T5" fmla="*/ 22 h 291"/>
                <a:gd name="T6" fmla="*/ 18 w 1660"/>
                <a:gd name="T7" fmla="*/ 20 h 291"/>
                <a:gd name="T8" fmla="*/ 22 w 1660"/>
                <a:gd name="T9" fmla="*/ 12 h 291"/>
                <a:gd name="T10" fmla="*/ 20 w 1660"/>
                <a:gd name="T11" fmla="*/ 4 h 291"/>
                <a:gd name="T12" fmla="*/ 14 w 1660"/>
                <a:gd name="T13" fmla="*/ 0 h 291"/>
                <a:gd name="T14" fmla="*/ 6 w 1660"/>
                <a:gd name="T15" fmla="*/ 2 h 291"/>
                <a:gd name="T16" fmla="*/ 0 w 1660"/>
                <a:gd name="T17" fmla="*/ 10 h 291"/>
                <a:gd name="T18" fmla="*/ 1660 w 1660"/>
                <a:gd name="T19" fmla="*/ 281 h 291"/>
                <a:gd name="T20" fmla="*/ 1658 w 1660"/>
                <a:gd name="T21" fmla="*/ 273 h 291"/>
                <a:gd name="T22" fmla="*/ 1650 w 1660"/>
                <a:gd name="T23" fmla="*/ 269 h 291"/>
                <a:gd name="T24" fmla="*/ 1642 w 1660"/>
                <a:gd name="T25" fmla="*/ 271 h 291"/>
                <a:gd name="T26" fmla="*/ 1638 w 1660"/>
                <a:gd name="T27" fmla="*/ 279 h 291"/>
                <a:gd name="T28" fmla="*/ 1638 w 1660"/>
                <a:gd name="T29" fmla="*/ 287 h 291"/>
                <a:gd name="T30" fmla="*/ 1646 w 1660"/>
                <a:gd name="T31" fmla="*/ 291 h 291"/>
                <a:gd name="T32" fmla="*/ 1654 w 1660"/>
                <a:gd name="T33" fmla="*/ 289 h 291"/>
                <a:gd name="T34" fmla="*/ 1660 w 1660"/>
                <a:gd name="T35" fmla="*/ 281 h 29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660"/>
                <a:gd name="T55" fmla="*/ 0 h 291"/>
                <a:gd name="T56" fmla="*/ 1660 w 1660"/>
                <a:gd name="T57" fmla="*/ 291 h 29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660" h="291">
                  <a:moveTo>
                    <a:pt x="0" y="10"/>
                  </a:moveTo>
                  <a:lnTo>
                    <a:pt x="2" y="18"/>
                  </a:lnTo>
                  <a:lnTo>
                    <a:pt x="10" y="22"/>
                  </a:lnTo>
                  <a:lnTo>
                    <a:pt x="18" y="20"/>
                  </a:lnTo>
                  <a:lnTo>
                    <a:pt x="22" y="12"/>
                  </a:lnTo>
                  <a:lnTo>
                    <a:pt x="20" y="4"/>
                  </a:lnTo>
                  <a:lnTo>
                    <a:pt x="14" y="0"/>
                  </a:lnTo>
                  <a:lnTo>
                    <a:pt x="6" y="2"/>
                  </a:lnTo>
                  <a:lnTo>
                    <a:pt x="0" y="10"/>
                  </a:lnTo>
                  <a:close/>
                  <a:moveTo>
                    <a:pt x="1660" y="281"/>
                  </a:moveTo>
                  <a:lnTo>
                    <a:pt x="1658" y="273"/>
                  </a:lnTo>
                  <a:lnTo>
                    <a:pt x="1650" y="269"/>
                  </a:lnTo>
                  <a:lnTo>
                    <a:pt x="1642" y="271"/>
                  </a:lnTo>
                  <a:lnTo>
                    <a:pt x="1638" y="279"/>
                  </a:lnTo>
                  <a:lnTo>
                    <a:pt x="1638" y="287"/>
                  </a:lnTo>
                  <a:lnTo>
                    <a:pt x="1646" y="291"/>
                  </a:lnTo>
                  <a:lnTo>
                    <a:pt x="1654" y="289"/>
                  </a:lnTo>
                  <a:lnTo>
                    <a:pt x="1660" y="281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00" name="Line 171"/>
            <p:cNvSpPr>
              <a:spLocks noChangeShapeType="1"/>
            </p:cNvSpPr>
            <p:nvPr/>
          </p:nvSpPr>
          <p:spPr bwMode="auto">
            <a:xfrm>
              <a:off x="1418" y="1598"/>
              <a:ext cx="306" cy="65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101" name="Freeform 172"/>
            <p:cNvSpPr>
              <a:spLocks noEditPoints="1"/>
            </p:cNvSpPr>
            <p:nvPr/>
          </p:nvSpPr>
          <p:spPr bwMode="auto">
            <a:xfrm>
              <a:off x="1414" y="1661"/>
              <a:ext cx="315" cy="98"/>
            </a:xfrm>
            <a:custGeom>
              <a:avLst/>
              <a:gdLst>
                <a:gd name="T0" fmla="*/ 1660 w 1660"/>
                <a:gd name="T1" fmla="*/ 8 h 402"/>
                <a:gd name="T2" fmla="*/ 1654 w 1660"/>
                <a:gd name="T3" fmla="*/ 2 h 402"/>
                <a:gd name="T4" fmla="*/ 1646 w 1660"/>
                <a:gd name="T5" fmla="*/ 0 h 402"/>
                <a:gd name="T6" fmla="*/ 1638 w 1660"/>
                <a:gd name="T7" fmla="*/ 4 h 402"/>
                <a:gd name="T8" fmla="*/ 1638 w 1660"/>
                <a:gd name="T9" fmla="*/ 14 h 402"/>
                <a:gd name="T10" fmla="*/ 1642 w 1660"/>
                <a:gd name="T11" fmla="*/ 20 h 402"/>
                <a:gd name="T12" fmla="*/ 1650 w 1660"/>
                <a:gd name="T13" fmla="*/ 22 h 402"/>
                <a:gd name="T14" fmla="*/ 1658 w 1660"/>
                <a:gd name="T15" fmla="*/ 16 h 402"/>
                <a:gd name="T16" fmla="*/ 1660 w 1660"/>
                <a:gd name="T17" fmla="*/ 8 h 402"/>
                <a:gd name="T18" fmla="*/ 0 w 1660"/>
                <a:gd name="T19" fmla="*/ 394 h 402"/>
                <a:gd name="T20" fmla="*/ 6 w 1660"/>
                <a:gd name="T21" fmla="*/ 400 h 402"/>
                <a:gd name="T22" fmla="*/ 14 w 1660"/>
                <a:gd name="T23" fmla="*/ 402 h 402"/>
                <a:gd name="T24" fmla="*/ 22 w 1660"/>
                <a:gd name="T25" fmla="*/ 398 h 402"/>
                <a:gd name="T26" fmla="*/ 22 w 1660"/>
                <a:gd name="T27" fmla="*/ 388 h 402"/>
                <a:gd name="T28" fmla="*/ 18 w 1660"/>
                <a:gd name="T29" fmla="*/ 382 h 402"/>
                <a:gd name="T30" fmla="*/ 10 w 1660"/>
                <a:gd name="T31" fmla="*/ 380 h 402"/>
                <a:gd name="T32" fmla="*/ 2 w 1660"/>
                <a:gd name="T33" fmla="*/ 386 h 402"/>
                <a:gd name="T34" fmla="*/ 0 w 1660"/>
                <a:gd name="T35" fmla="*/ 394 h 40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660"/>
                <a:gd name="T55" fmla="*/ 0 h 402"/>
                <a:gd name="T56" fmla="*/ 1660 w 1660"/>
                <a:gd name="T57" fmla="*/ 402 h 40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660" h="402">
                  <a:moveTo>
                    <a:pt x="1660" y="8"/>
                  </a:moveTo>
                  <a:lnTo>
                    <a:pt x="1654" y="2"/>
                  </a:lnTo>
                  <a:lnTo>
                    <a:pt x="1646" y="0"/>
                  </a:lnTo>
                  <a:lnTo>
                    <a:pt x="1638" y="4"/>
                  </a:lnTo>
                  <a:lnTo>
                    <a:pt x="1638" y="14"/>
                  </a:lnTo>
                  <a:lnTo>
                    <a:pt x="1642" y="20"/>
                  </a:lnTo>
                  <a:lnTo>
                    <a:pt x="1650" y="22"/>
                  </a:lnTo>
                  <a:lnTo>
                    <a:pt x="1658" y="16"/>
                  </a:lnTo>
                  <a:lnTo>
                    <a:pt x="1660" y="8"/>
                  </a:lnTo>
                  <a:close/>
                  <a:moveTo>
                    <a:pt x="0" y="394"/>
                  </a:moveTo>
                  <a:lnTo>
                    <a:pt x="6" y="400"/>
                  </a:lnTo>
                  <a:lnTo>
                    <a:pt x="14" y="402"/>
                  </a:lnTo>
                  <a:lnTo>
                    <a:pt x="22" y="398"/>
                  </a:lnTo>
                  <a:lnTo>
                    <a:pt x="22" y="388"/>
                  </a:lnTo>
                  <a:lnTo>
                    <a:pt x="18" y="382"/>
                  </a:lnTo>
                  <a:lnTo>
                    <a:pt x="10" y="380"/>
                  </a:lnTo>
                  <a:lnTo>
                    <a:pt x="2" y="386"/>
                  </a:lnTo>
                  <a:lnTo>
                    <a:pt x="0" y="394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02" name="Line 173"/>
            <p:cNvSpPr>
              <a:spLocks noChangeShapeType="1"/>
            </p:cNvSpPr>
            <p:nvPr/>
          </p:nvSpPr>
          <p:spPr bwMode="auto">
            <a:xfrm flipH="1">
              <a:off x="1418" y="1664"/>
              <a:ext cx="306" cy="91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103" name="Freeform 174"/>
            <p:cNvSpPr>
              <a:spLocks noEditPoints="1"/>
            </p:cNvSpPr>
            <p:nvPr/>
          </p:nvSpPr>
          <p:spPr bwMode="auto">
            <a:xfrm>
              <a:off x="1414" y="1934"/>
              <a:ext cx="281" cy="6"/>
            </a:xfrm>
            <a:custGeom>
              <a:avLst/>
              <a:gdLst>
                <a:gd name="T0" fmla="*/ 0 w 1481"/>
                <a:gd name="T1" fmla="*/ 12 h 24"/>
                <a:gd name="T2" fmla="*/ 4 w 1481"/>
                <a:gd name="T3" fmla="*/ 20 h 24"/>
                <a:gd name="T4" fmla="*/ 12 w 1481"/>
                <a:gd name="T5" fmla="*/ 24 h 24"/>
                <a:gd name="T6" fmla="*/ 20 w 1481"/>
                <a:gd name="T7" fmla="*/ 20 h 24"/>
                <a:gd name="T8" fmla="*/ 22 w 1481"/>
                <a:gd name="T9" fmla="*/ 12 h 24"/>
                <a:gd name="T10" fmla="*/ 20 w 1481"/>
                <a:gd name="T11" fmla="*/ 4 h 24"/>
                <a:gd name="T12" fmla="*/ 12 w 1481"/>
                <a:gd name="T13" fmla="*/ 0 h 24"/>
                <a:gd name="T14" fmla="*/ 4 w 1481"/>
                <a:gd name="T15" fmla="*/ 4 h 24"/>
                <a:gd name="T16" fmla="*/ 0 w 1481"/>
                <a:gd name="T17" fmla="*/ 12 h 24"/>
                <a:gd name="T18" fmla="*/ 1481 w 1481"/>
                <a:gd name="T19" fmla="*/ 12 h 24"/>
                <a:gd name="T20" fmla="*/ 1477 w 1481"/>
                <a:gd name="T21" fmla="*/ 4 h 24"/>
                <a:gd name="T22" fmla="*/ 1469 w 1481"/>
                <a:gd name="T23" fmla="*/ 0 h 24"/>
                <a:gd name="T24" fmla="*/ 1461 w 1481"/>
                <a:gd name="T25" fmla="*/ 4 h 24"/>
                <a:gd name="T26" fmla="*/ 1457 w 1481"/>
                <a:gd name="T27" fmla="*/ 12 h 24"/>
                <a:gd name="T28" fmla="*/ 1461 w 1481"/>
                <a:gd name="T29" fmla="*/ 20 h 24"/>
                <a:gd name="T30" fmla="*/ 1469 w 1481"/>
                <a:gd name="T31" fmla="*/ 24 h 24"/>
                <a:gd name="T32" fmla="*/ 1477 w 1481"/>
                <a:gd name="T33" fmla="*/ 20 h 24"/>
                <a:gd name="T34" fmla="*/ 1481 w 1481"/>
                <a:gd name="T35" fmla="*/ 12 h 2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81"/>
                <a:gd name="T55" fmla="*/ 0 h 24"/>
                <a:gd name="T56" fmla="*/ 1481 w 1481"/>
                <a:gd name="T57" fmla="*/ 24 h 2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81" h="24">
                  <a:moveTo>
                    <a:pt x="0" y="12"/>
                  </a:moveTo>
                  <a:lnTo>
                    <a:pt x="4" y="20"/>
                  </a:lnTo>
                  <a:lnTo>
                    <a:pt x="12" y="24"/>
                  </a:lnTo>
                  <a:lnTo>
                    <a:pt x="20" y="20"/>
                  </a:lnTo>
                  <a:lnTo>
                    <a:pt x="22" y="12"/>
                  </a:lnTo>
                  <a:lnTo>
                    <a:pt x="20" y="4"/>
                  </a:lnTo>
                  <a:lnTo>
                    <a:pt x="12" y="0"/>
                  </a:lnTo>
                  <a:lnTo>
                    <a:pt x="4" y="4"/>
                  </a:lnTo>
                  <a:lnTo>
                    <a:pt x="0" y="12"/>
                  </a:lnTo>
                  <a:close/>
                  <a:moveTo>
                    <a:pt x="1481" y="12"/>
                  </a:moveTo>
                  <a:lnTo>
                    <a:pt x="1477" y="4"/>
                  </a:lnTo>
                  <a:lnTo>
                    <a:pt x="1469" y="0"/>
                  </a:lnTo>
                  <a:lnTo>
                    <a:pt x="1461" y="4"/>
                  </a:lnTo>
                  <a:lnTo>
                    <a:pt x="1457" y="12"/>
                  </a:lnTo>
                  <a:lnTo>
                    <a:pt x="1461" y="20"/>
                  </a:lnTo>
                  <a:lnTo>
                    <a:pt x="1469" y="24"/>
                  </a:lnTo>
                  <a:lnTo>
                    <a:pt x="1477" y="20"/>
                  </a:lnTo>
                  <a:lnTo>
                    <a:pt x="1481" y="12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04" name="Line 175"/>
            <p:cNvSpPr>
              <a:spLocks noChangeShapeType="1"/>
            </p:cNvSpPr>
            <p:nvPr/>
          </p:nvSpPr>
          <p:spPr bwMode="auto">
            <a:xfrm>
              <a:off x="1418" y="1937"/>
              <a:ext cx="272" cy="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105" name="Line 176"/>
            <p:cNvSpPr>
              <a:spLocks noChangeShapeType="1"/>
            </p:cNvSpPr>
            <p:nvPr/>
          </p:nvSpPr>
          <p:spPr bwMode="auto">
            <a:xfrm flipH="1" flipV="1">
              <a:off x="1692" y="1937"/>
              <a:ext cx="149" cy="3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106" name="Line 177"/>
            <p:cNvSpPr>
              <a:spLocks noChangeShapeType="1"/>
            </p:cNvSpPr>
            <p:nvPr/>
          </p:nvSpPr>
          <p:spPr bwMode="auto">
            <a:xfrm>
              <a:off x="1416" y="1466"/>
              <a:ext cx="0" cy="132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107" name="Line 178"/>
            <p:cNvSpPr>
              <a:spLocks noChangeShapeType="1"/>
            </p:cNvSpPr>
            <p:nvPr/>
          </p:nvSpPr>
          <p:spPr bwMode="auto">
            <a:xfrm flipV="1">
              <a:off x="1008" y="1849"/>
              <a:ext cx="127" cy="91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108" name="Line 179"/>
            <p:cNvSpPr>
              <a:spLocks noChangeShapeType="1"/>
            </p:cNvSpPr>
            <p:nvPr/>
          </p:nvSpPr>
          <p:spPr bwMode="auto">
            <a:xfrm flipH="1">
              <a:off x="1726" y="1543"/>
              <a:ext cx="98" cy="12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109" name="Rectangle 180"/>
            <p:cNvSpPr>
              <a:spLocks noChangeArrowheads="1"/>
            </p:cNvSpPr>
            <p:nvPr/>
          </p:nvSpPr>
          <p:spPr bwMode="auto">
            <a:xfrm>
              <a:off x="1193" y="1576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10" name="Rectangle 181"/>
            <p:cNvSpPr>
              <a:spLocks noChangeArrowheads="1"/>
            </p:cNvSpPr>
            <p:nvPr/>
          </p:nvSpPr>
          <p:spPr bwMode="auto">
            <a:xfrm>
              <a:off x="1184" y="1833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11" name="Rectangle 182"/>
            <p:cNvSpPr>
              <a:spLocks noChangeArrowheads="1"/>
            </p:cNvSpPr>
            <p:nvPr/>
          </p:nvSpPr>
          <p:spPr bwMode="auto">
            <a:xfrm>
              <a:off x="1448" y="1564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12" name="Rectangle 183"/>
            <p:cNvSpPr>
              <a:spLocks noChangeArrowheads="1"/>
            </p:cNvSpPr>
            <p:nvPr/>
          </p:nvSpPr>
          <p:spPr bwMode="auto">
            <a:xfrm>
              <a:off x="1448" y="1716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13" name="Rectangle 184"/>
            <p:cNvSpPr>
              <a:spLocks noChangeArrowheads="1"/>
            </p:cNvSpPr>
            <p:nvPr/>
          </p:nvSpPr>
          <p:spPr bwMode="auto">
            <a:xfrm>
              <a:off x="1448" y="1915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14" name="Rectangle 185"/>
            <p:cNvSpPr>
              <a:spLocks noChangeArrowheads="1"/>
            </p:cNvSpPr>
            <p:nvPr/>
          </p:nvSpPr>
          <p:spPr bwMode="auto">
            <a:xfrm>
              <a:off x="1757" y="1634"/>
              <a:ext cx="37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115" name="Rectangle 186"/>
            <p:cNvSpPr>
              <a:spLocks noChangeArrowheads="1"/>
            </p:cNvSpPr>
            <p:nvPr/>
          </p:nvSpPr>
          <p:spPr bwMode="auto">
            <a:xfrm>
              <a:off x="1721" y="1903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37116" name="AutoShape 187"/>
            <p:cNvCxnSpPr>
              <a:cxnSpLocks noChangeShapeType="1"/>
              <a:stCxn id="37109" idx="3"/>
              <a:endCxn id="37111" idx="1"/>
            </p:cNvCxnSpPr>
            <p:nvPr/>
          </p:nvCxnSpPr>
          <p:spPr bwMode="auto">
            <a:xfrm flipV="1">
              <a:off x="1229" y="1599"/>
              <a:ext cx="219" cy="1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117" name="AutoShape 188"/>
            <p:cNvCxnSpPr>
              <a:cxnSpLocks noChangeShapeType="1"/>
              <a:stCxn id="37109" idx="3"/>
              <a:endCxn id="37112" idx="1"/>
            </p:cNvCxnSpPr>
            <p:nvPr/>
          </p:nvCxnSpPr>
          <p:spPr bwMode="auto">
            <a:xfrm>
              <a:off x="1229" y="1611"/>
              <a:ext cx="219" cy="14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118" name="AutoShape 189"/>
            <p:cNvCxnSpPr>
              <a:cxnSpLocks noChangeShapeType="1"/>
              <a:stCxn id="37110" idx="3"/>
              <a:endCxn id="37112" idx="1"/>
            </p:cNvCxnSpPr>
            <p:nvPr/>
          </p:nvCxnSpPr>
          <p:spPr bwMode="auto">
            <a:xfrm flipV="1">
              <a:off x="1220" y="1751"/>
              <a:ext cx="228" cy="117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119" name="AutoShape 190"/>
            <p:cNvCxnSpPr>
              <a:cxnSpLocks noChangeShapeType="1"/>
              <a:stCxn id="37110" idx="3"/>
              <a:endCxn id="37113" idx="1"/>
            </p:cNvCxnSpPr>
            <p:nvPr/>
          </p:nvCxnSpPr>
          <p:spPr bwMode="auto">
            <a:xfrm>
              <a:off x="1220" y="1868"/>
              <a:ext cx="228" cy="8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120" name="AutoShape 191"/>
            <p:cNvCxnSpPr>
              <a:cxnSpLocks noChangeShapeType="1"/>
              <a:stCxn id="37112" idx="3"/>
              <a:endCxn id="37114" idx="1"/>
            </p:cNvCxnSpPr>
            <p:nvPr/>
          </p:nvCxnSpPr>
          <p:spPr bwMode="auto">
            <a:xfrm flipV="1">
              <a:off x="1484" y="1669"/>
              <a:ext cx="273" cy="8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121" name="AutoShape 192"/>
            <p:cNvCxnSpPr>
              <a:cxnSpLocks noChangeShapeType="1"/>
              <a:stCxn id="37113" idx="3"/>
              <a:endCxn id="37115" idx="1"/>
            </p:cNvCxnSpPr>
            <p:nvPr/>
          </p:nvCxnSpPr>
          <p:spPr bwMode="auto">
            <a:xfrm flipV="1">
              <a:off x="1484" y="1938"/>
              <a:ext cx="237" cy="1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122" name="AutoShape 193"/>
            <p:cNvCxnSpPr>
              <a:cxnSpLocks noChangeShapeType="1"/>
              <a:stCxn id="37115" idx="0"/>
              <a:endCxn id="37114" idx="2"/>
            </p:cNvCxnSpPr>
            <p:nvPr/>
          </p:nvCxnSpPr>
          <p:spPr bwMode="auto">
            <a:xfrm flipV="1">
              <a:off x="1739" y="1704"/>
              <a:ext cx="37" cy="199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123" name="AutoShape 194"/>
            <p:cNvCxnSpPr>
              <a:cxnSpLocks noChangeShapeType="1"/>
              <a:stCxn id="37110" idx="0"/>
              <a:endCxn id="37109" idx="2"/>
            </p:cNvCxnSpPr>
            <p:nvPr/>
          </p:nvCxnSpPr>
          <p:spPr bwMode="auto">
            <a:xfrm flipV="1">
              <a:off x="1202" y="1646"/>
              <a:ext cx="9" cy="187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124" name="AutoShape 195"/>
            <p:cNvCxnSpPr>
              <a:cxnSpLocks noChangeShapeType="1"/>
              <a:stCxn id="37111" idx="3"/>
              <a:endCxn id="37114" idx="1"/>
            </p:cNvCxnSpPr>
            <p:nvPr/>
          </p:nvCxnSpPr>
          <p:spPr bwMode="auto">
            <a:xfrm>
              <a:off x="1484" y="1599"/>
              <a:ext cx="273" cy="7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125" name="AutoShape 196"/>
            <p:cNvCxnSpPr>
              <a:cxnSpLocks noChangeShapeType="1"/>
              <a:endCxn id="37109" idx="1"/>
            </p:cNvCxnSpPr>
            <p:nvPr/>
          </p:nvCxnSpPr>
          <p:spPr bwMode="auto">
            <a:xfrm>
              <a:off x="1100" y="1557"/>
              <a:ext cx="93" cy="54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126" name="AutoShape 197"/>
            <p:cNvCxnSpPr>
              <a:cxnSpLocks noChangeShapeType="1"/>
              <a:endCxn id="37110" idx="1"/>
            </p:cNvCxnSpPr>
            <p:nvPr/>
          </p:nvCxnSpPr>
          <p:spPr bwMode="auto">
            <a:xfrm flipV="1">
              <a:off x="1109" y="1868"/>
              <a:ext cx="75" cy="4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127" name="AutoShape 198"/>
            <p:cNvCxnSpPr>
              <a:cxnSpLocks noChangeShapeType="1"/>
              <a:stCxn id="37111" idx="0"/>
            </p:cNvCxnSpPr>
            <p:nvPr/>
          </p:nvCxnSpPr>
          <p:spPr bwMode="auto">
            <a:xfrm flipV="1">
              <a:off x="1466" y="1503"/>
              <a:ext cx="19" cy="61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128" name="AutoShape 199"/>
            <p:cNvCxnSpPr>
              <a:cxnSpLocks noChangeShapeType="1"/>
              <a:stCxn id="37115" idx="3"/>
              <a:endCxn id="37132" idx="1"/>
            </p:cNvCxnSpPr>
            <p:nvPr/>
          </p:nvCxnSpPr>
          <p:spPr bwMode="auto">
            <a:xfrm>
              <a:off x="1757" y="1938"/>
              <a:ext cx="19" cy="1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129" name="AutoShape 200"/>
            <p:cNvCxnSpPr>
              <a:cxnSpLocks noChangeShapeType="1"/>
              <a:stCxn id="37114" idx="3"/>
            </p:cNvCxnSpPr>
            <p:nvPr/>
          </p:nvCxnSpPr>
          <p:spPr bwMode="auto">
            <a:xfrm flipV="1">
              <a:off x="1794" y="1576"/>
              <a:ext cx="54" cy="9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7130" name="Text Box 201"/>
            <p:cNvSpPr txBox="1">
              <a:spLocks noChangeArrowheads="1"/>
            </p:cNvSpPr>
            <p:nvPr/>
          </p:nvSpPr>
          <p:spPr bwMode="auto">
            <a:xfrm>
              <a:off x="1012" y="1462"/>
              <a:ext cx="15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A</a:t>
              </a:r>
            </a:p>
          </p:txBody>
        </p:sp>
        <p:sp>
          <p:nvSpPr>
            <p:cNvPr id="37131" name="Text Box 202"/>
            <p:cNvSpPr txBox="1">
              <a:spLocks noChangeArrowheads="1"/>
            </p:cNvSpPr>
            <p:nvPr/>
          </p:nvSpPr>
          <p:spPr bwMode="auto">
            <a:xfrm>
              <a:off x="1008" y="1852"/>
              <a:ext cx="15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B</a:t>
              </a:r>
            </a:p>
          </p:txBody>
        </p:sp>
        <p:sp>
          <p:nvSpPr>
            <p:cNvPr id="37132" name="Text Box 203"/>
            <p:cNvSpPr txBox="1">
              <a:spLocks noChangeArrowheads="1"/>
            </p:cNvSpPr>
            <p:nvPr/>
          </p:nvSpPr>
          <p:spPr bwMode="auto">
            <a:xfrm>
              <a:off x="1776" y="1889"/>
              <a:ext cx="15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E</a:t>
              </a:r>
            </a:p>
          </p:txBody>
        </p:sp>
        <p:sp>
          <p:nvSpPr>
            <p:cNvPr id="37133" name="Text Box 204"/>
            <p:cNvSpPr txBox="1">
              <a:spLocks noChangeArrowheads="1"/>
            </p:cNvSpPr>
            <p:nvPr/>
          </p:nvSpPr>
          <p:spPr bwMode="auto">
            <a:xfrm>
              <a:off x="1780" y="1474"/>
              <a:ext cx="160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D</a:t>
              </a:r>
            </a:p>
          </p:txBody>
        </p:sp>
        <p:sp>
          <p:nvSpPr>
            <p:cNvPr id="37134" name="Text Box 205"/>
            <p:cNvSpPr txBox="1">
              <a:spLocks noChangeArrowheads="1"/>
            </p:cNvSpPr>
            <p:nvPr/>
          </p:nvSpPr>
          <p:spPr bwMode="auto">
            <a:xfrm>
              <a:off x="1401" y="1392"/>
              <a:ext cx="160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C</a:t>
              </a:r>
            </a:p>
          </p:txBody>
        </p:sp>
      </p:grpSp>
      <p:sp>
        <p:nvSpPr>
          <p:cNvPr id="36873" name="AutoShape 206"/>
          <p:cNvSpPr>
            <a:spLocks noChangeArrowheads="1"/>
          </p:cNvSpPr>
          <p:nvPr/>
        </p:nvSpPr>
        <p:spPr bwMode="auto">
          <a:xfrm>
            <a:off x="6597650" y="1600200"/>
            <a:ext cx="1371600" cy="914400"/>
          </a:xfrm>
          <a:prstGeom prst="wedgeRectCallout">
            <a:avLst>
              <a:gd name="adj1" fmla="val -26620"/>
              <a:gd name="adj2" fmla="val 120833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grpSp>
        <p:nvGrpSpPr>
          <p:cNvPr id="36874" name="Group 207"/>
          <p:cNvGrpSpPr>
            <a:grpSpLocks/>
          </p:cNvGrpSpPr>
          <p:nvPr/>
        </p:nvGrpSpPr>
        <p:grpSpPr bwMode="auto">
          <a:xfrm>
            <a:off x="6521450" y="1524000"/>
            <a:ext cx="1479550" cy="1000125"/>
            <a:chOff x="1008" y="1392"/>
            <a:chExt cx="932" cy="630"/>
          </a:xfrm>
        </p:grpSpPr>
        <p:sp>
          <p:nvSpPr>
            <p:cNvPr id="37051" name="Freeform 208"/>
            <p:cNvSpPr>
              <a:spLocks noEditPoints="1"/>
            </p:cNvSpPr>
            <p:nvPr/>
          </p:nvSpPr>
          <p:spPr bwMode="auto">
            <a:xfrm>
              <a:off x="1134" y="1595"/>
              <a:ext cx="284" cy="6"/>
            </a:xfrm>
            <a:custGeom>
              <a:avLst/>
              <a:gdLst>
                <a:gd name="T0" fmla="*/ 1500 w 1500"/>
                <a:gd name="T1" fmla="*/ 10 h 22"/>
                <a:gd name="T2" fmla="*/ 1498 w 1500"/>
                <a:gd name="T3" fmla="*/ 2 h 22"/>
                <a:gd name="T4" fmla="*/ 1490 w 1500"/>
                <a:gd name="T5" fmla="*/ 0 h 22"/>
                <a:gd name="T6" fmla="*/ 1482 w 1500"/>
                <a:gd name="T7" fmla="*/ 2 h 22"/>
                <a:gd name="T8" fmla="*/ 1478 w 1500"/>
                <a:gd name="T9" fmla="*/ 10 h 22"/>
                <a:gd name="T10" fmla="*/ 1482 w 1500"/>
                <a:gd name="T11" fmla="*/ 18 h 22"/>
                <a:gd name="T12" fmla="*/ 1490 w 1500"/>
                <a:gd name="T13" fmla="*/ 22 h 22"/>
                <a:gd name="T14" fmla="*/ 1498 w 1500"/>
                <a:gd name="T15" fmla="*/ 18 h 22"/>
                <a:gd name="T16" fmla="*/ 1500 w 1500"/>
                <a:gd name="T17" fmla="*/ 10 h 22"/>
                <a:gd name="T18" fmla="*/ 0 w 1500"/>
                <a:gd name="T19" fmla="*/ 10 h 22"/>
                <a:gd name="T20" fmla="*/ 2 w 1500"/>
                <a:gd name="T21" fmla="*/ 18 h 22"/>
                <a:gd name="T22" fmla="*/ 10 w 1500"/>
                <a:gd name="T23" fmla="*/ 22 h 22"/>
                <a:gd name="T24" fmla="*/ 18 w 1500"/>
                <a:gd name="T25" fmla="*/ 18 h 22"/>
                <a:gd name="T26" fmla="*/ 21 w 1500"/>
                <a:gd name="T27" fmla="*/ 10 h 22"/>
                <a:gd name="T28" fmla="*/ 18 w 1500"/>
                <a:gd name="T29" fmla="*/ 2 h 22"/>
                <a:gd name="T30" fmla="*/ 10 w 1500"/>
                <a:gd name="T31" fmla="*/ 0 h 22"/>
                <a:gd name="T32" fmla="*/ 2 w 1500"/>
                <a:gd name="T33" fmla="*/ 2 h 22"/>
                <a:gd name="T34" fmla="*/ 0 w 1500"/>
                <a:gd name="T35" fmla="*/ 10 h 2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00"/>
                <a:gd name="T55" fmla="*/ 0 h 22"/>
                <a:gd name="T56" fmla="*/ 1500 w 1500"/>
                <a:gd name="T57" fmla="*/ 22 h 2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00" h="22">
                  <a:moveTo>
                    <a:pt x="1500" y="10"/>
                  </a:moveTo>
                  <a:lnTo>
                    <a:pt x="1498" y="2"/>
                  </a:lnTo>
                  <a:lnTo>
                    <a:pt x="1490" y="0"/>
                  </a:lnTo>
                  <a:lnTo>
                    <a:pt x="1482" y="2"/>
                  </a:lnTo>
                  <a:lnTo>
                    <a:pt x="1478" y="10"/>
                  </a:lnTo>
                  <a:lnTo>
                    <a:pt x="1482" y="18"/>
                  </a:lnTo>
                  <a:lnTo>
                    <a:pt x="1490" y="22"/>
                  </a:lnTo>
                  <a:lnTo>
                    <a:pt x="1498" y="18"/>
                  </a:lnTo>
                  <a:lnTo>
                    <a:pt x="1500" y="10"/>
                  </a:lnTo>
                  <a:close/>
                  <a:moveTo>
                    <a:pt x="0" y="10"/>
                  </a:moveTo>
                  <a:lnTo>
                    <a:pt x="2" y="18"/>
                  </a:lnTo>
                  <a:lnTo>
                    <a:pt x="10" y="22"/>
                  </a:lnTo>
                  <a:lnTo>
                    <a:pt x="18" y="18"/>
                  </a:lnTo>
                  <a:lnTo>
                    <a:pt x="21" y="10"/>
                  </a:lnTo>
                  <a:lnTo>
                    <a:pt x="18" y="2"/>
                  </a:lnTo>
                  <a:lnTo>
                    <a:pt x="10" y="0"/>
                  </a:lnTo>
                  <a:lnTo>
                    <a:pt x="2" y="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52" name="Line 209"/>
            <p:cNvSpPr>
              <a:spLocks noChangeShapeType="1"/>
            </p:cNvSpPr>
            <p:nvPr/>
          </p:nvSpPr>
          <p:spPr bwMode="auto">
            <a:xfrm flipH="1">
              <a:off x="1138" y="1598"/>
              <a:ext cx="276" cy="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053" name="Freeform 210"/>
            <p:cNvSpPr>
              <a:spLocks noEditPoints="1"/>
            </p:cNvSpPr>
            <p:nvPr/>
          </p:nvSpPr>
          <p:spPr bwMode="auto">
            <a:xfrm>
              <a:off x="1134" y="1753"/>
              <a:ext cx="284" cy="99"/>
            </a:xfrm>
            <a:custGeom>
              <a:avLst/>
              <a:gdLst>
                <a:gd name="T0" fmla="*/ 0 w 1500"/>
                <a:gd name="T1" fmla="*/ 395 h 403"/>
                <a:gd name="T2" fmla="*/ 4 w 1500"/>
                <a:gd name="T3" fmla="*/ 403 h 403"/>
                <a:gd name="T4" fmla="*/ 14 w 1500"/>
                <a:gd name="T5" fmla="*/ 403 h 403"/>
                <a:gd name="T6" fmla="*/ 20 w 1500"/>
                <a:gd name="T7" fmla="*/ 399 h 403"/>
                <a:gd name="T8" fmla="*/ 21 w 1500"/>
                <a:gd name="T9" fmla="*/ 391 h 403"/>
                <a:gd name="T10" fmla="*/ 16 w 1500"/>
                <a:gd name="T11" fmla="*/ 383 h 403"/>
                <a:gd name="T12" fmla="*/ 8 w 1500"/>
                <a:gd name="T13" fmla="*/ 381 h 403"/>
                <a:gd name="T14" fmla="*/ 0 w 1500"/>
                <a:gd name="T15" fmla="*/ 387 h 403"/>
                <a:gd name="T16" fmla="*/ 0 w 1500"/>
                <a:gd name="T17" fmla="*/ 395 h 403"/>
                <a:gd name="T18" fmla="*/ 1500 w 1500"/>
                <a:gd name="T19" fmla="*/ 8 h 403"/>
                <a:gd name="T20" fmla="*/ 1496 w 1500"/>
                <a:gd name="T21" fmla="*/ 2 h 403"/>
                <a:gd name="T22" fmla="*/ 1486 w 1500"/>
                <a:gd name="T23" fmla="*/ 0 h 403"/>
                <a:gd name="T24" fmla="*/ 1480 w 1500"/>
                <a:gd name="T25" fmla="*/ 6 h 403"/>
                <a:gd name="T26" fmla="*/ 1478 w 1500"/>
                <a:gd name="T27" fmla="*/ 14 h 403"/>
                <a:gd name="T28" fmla="*/ 1484 w 1500"/>
                <a:gd name="T29" fmla="*/ 22 h 403"/>
                <a:gd name="T30" fmla="*/ 1492 w 1500"/>
                <a:gd name="T31" fmla="*/ 22 h 403"/>
                <a:gd name="T32" fmla="*/ 1500 w 1500"/>
                <a:gd name="T33" fmla="*/ 18 h 403"/>
                <a:gd name="T34" fmla="*/ 1500 w 1500"/>
                <a:gd name="T35" fmla="*/ 8 h 40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00"/>
                <a:gd name="T55" fmla="*/ 0 h 403"/>
                <a:gd name="T56" fmla="*/ 1500 w 1500"/>
                <a:gd name="T57" fmla="*/ 403 h 40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00" h="403">
                  <a:moveTo>
                    <a:pt x="0" y="395"/>
                  </a:moveTo>
                  <a:lnTo>
                    <a:pt x="4" y="403"/>
                  </a:lnTo>
                  <a:lnTo>
                    <a:pt x="14" y="403"/>
                  </a:lnTo>
                  <a:lnTo>
                    <a:pt x="20" y="399"/>
                  </a:lnTo>
                  <a:lnTo>
                    <a:pt x="21" y="391"/>
                  </a:lnTo>
                  <a:lnTo>
                    <a:pt x="16" y="383"/>
                  </a:lnTo>
                  <a:lnTo>
                    <a:pt x="8" y="381"/>
                  </a:lnTo>
                  <a:lnTo>
                    <a:pt x="0" y="387"/>
                  </a:lnTo>
                  <a:lnTo>
                    <a:pt x="0" y="395"/>
                  </a:lnTo>
                  <a:close/>
                  <a:moveTo>
                    <a:pt x="1500" y="8"/>
                  </a:moveTo>
                  <a:lnTo>
                    <a:pt x="1496" y="2"/>
                  </a:lnTo>
                  <a:lnTo>
                    <a:pt x="1486" y="0"/>
                  </a:lnTo>
                  <a:lnTo>
                    <a:pt x="1480" y="6"/>
                  </a:lnTo>
                  <a:lnTo>
                    <a:pt x="1478" y="14"/>
                  </a:lnTo>
                  <a:lnTo>
                    <a:pt x="1484" y="22"/>
                  </a:lnTo>
                  <a:lnTo>
                    <a:pt x="1492" y="22"/>
                  </a:lnTo>
                  <a:lnTo>
                    <a:pt x="1500" y="18"/>
                  </a:lnTo>
                  <a:lnTo>
                    <a:pt x="1500" y="8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54" name="Line 211"/>
            <p:cNvSpPr>
              <a:spLocks noChangeShapeType="1"/>
            </p:cNvSpPr>
            <p:nvPr/>
          </p:nvSpPr>
          <p:spPr bwMode="auto">
            <a:xfrm flipV="1">
              <a:off x="1138" y="1757"/>
              <a:ext cx="276" cy="92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055" name="Freeform 212"/>
            <p:cNvSpPr>
              <a:spLocks noEditPoints="1"/>
            </p:cNvSpPr>
            <p:nvPr/>
          </p:nvSpPr>
          <p:spPr bwMode="auto">
            <a:xfrm>
              <a:off x="1134" y="1846"/>
              <a:ext cx="284" cy="93"/>
            </a:xfrm>
            <a:custGeom>
              <a:avLst/>
              <a:gdLst>
                <a:gd name="T0" fmla="*/ 0 w 1500"/>
                <a:gd name="T1" fmla="*/ 10 h 381"/>
                <a:gd name="T2" fmla="*/ 2 w 1500"/>
                <a:gd name="T3" fmla="*/ 18 h 381"/>
                <a:gd name="T4" fmla="*/ 8 w 1500"/>
                <a:gd name="T5" fmla="*/ 22 h 381"/>
                <a:gd name="T6" fmla="*/ 16 w 1500"/>
                <a:gd name="T7" fmla="*/ 22 h 381"/>
                <a:gd name="T8" fmla="*/ 21 w 1500"/>
                <a:gd name="T9" fmla="*/ 14 h 381"/>
                <a:gd name="T10" fmla="*/ 20 w 1500"/>
                <a:gd name="T11" fmla="*/ 6 h 381"/>
                <a:gd name="T12" fmla="*/ 14 w 1500"/>
                <a:gd name="T13" fmla="*/ 0 h 381"/>
                <a:gd name="T14" fmla="*/ 4 w 1500"/>
                <a:gd name="T15" fmla="*/ 2 h 381"/>
                <a:gd name="T16" fmla="*/ 0 w 1500"/>
                <a:gd name="T17" fmla="*/ 10 h 381"/>
                <a:gd name="T18" fmla="*/ 1500 w 1500"/>
                <a:gd name="T19" fmla="*/ 373 h 381"/>
                <a:gd name="T20" fmla="*/ 1500 w 1500"/>
                <a:gd name="T21" fmla="*/ 365 h 381"/>
                <a:gd name="T22" fmla="*/ 1492 w 1500"/>
                <a:gd name="T23" fmla="*/ 359 h 381"/>
                <a:gd name="T24" fmla="*/ 1484 w 1500"/>
                <a:gd name="T25" fmla="*/ 361 h 381"/>
                <a:gd name="T26" fmla="*/ 1478 w 1500"/>
                <a:gd name="T27" fmla="*/ 369 h 381"/>
                <a:gd name="T28" fmla="*/ 1480 w 1500"/>
                <a:gd name="T29" fmla="*/ 377 h 381"/>
                <a:gd name="T30" fmla="*/ 1486 w 1500"/>
                <a:gd name="T31" fmla="*/ 381 h 381"/>
                <a:gd name="T32" fmla="*/ 1496 w 1500"/>
                <a:gd name="T33" fmla="*/ 381 h 381"/>
                <a:gd name="T34" fmla="*/ 1500 w 1500"/>
                <a:gd name="T35" fmla="*/ 373 h 38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00"/>
                <a:gd name="T55" fmla="*/ 0 h 381"/>
                <a:gd name="T56" fmla="*/ 1500 w 1500"/>
                <a:gd name="T57" fmla="*/ 381 h 38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00" h="381">
                  <a:moveTo>
                    <a:pt x="0" y="10"/>
                  </a:moveTo>
                  <a:lnTo>
                    <a:pt x="2" y="18"/>
                  </a:lnTo>
                  <a:lnTo>
                    <a:pt x="8" y="22"/>
                  </a:lnTo>
                  <a:lnTo>
                    <a:pt x="16" y="22"/>
                  </a:lnTo>
                  <a:lnTo>
                    <a:pt x="21" y="14"/>
                  </a:lnTo>
                  <a:lnTo>
                    <a:pt x="20" y="6"/>
                  </a:lnTo>
                  <a:lnTo>
                    <a:pt x="14" y="0"/>
                  </a:lnTo>
                  <a:lnTo>
                    <a:pt x="4" y="2"/>
                  </a:lnTo>
                  <a:lnTo>
                    <a:pt x="0" y="10"/>
                  </a:lnTo>
                  <a:close/>
                  <a:moveTo>
                    <a:pt x="1500" y="373"/>
                  </a:moveTo>
                  <a:lnTo>
                    <a:pt x="1500" y="365"/>
                  </a:lnTo>
                  <a:lnTo>
                    <a:pt x="1492" y="359"/>
                  </a:lnTo>
                  <a:lnTo>
                    <a:pt x="1484" y="361"/>
                  </a:lnTo>
                  <a:lnTo>
                    <a:pt x="1478" y="369"/>
                  </a:lnTo>
                  <a:lnTo>
                    <a:pt x="1480" y="377"/>
                  </a:lnTo>
                  <a:lnTo>
                    <a:pt x="1486" y="381"/>
                  </a:lnTo>
                  <a:lnTo>
                    <a:pt x="1496" y="381"/>
                  </a:lnTo>
                  <a:lnTo>
                    <a:pt x="1500" y="373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56" name="Line 213"/>
            <p:cNvSpPr>
              <a:spLocks noChangeShapeType="1"/>
            </p:cNvSpPr>
            <p:nvPr/>
          </p:nvSpPr>
          <p:spPr bwMode="auto">
            <a:xfrm>
              <a:off x="1138" y="1850"/>
              <a:ext cx="276" cy="86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057" name="Freeform 214"/>
            <p:cNvSpPr>
              <a:spLocks noEditPoints="1"/>
            </p:cNvSpPr>
            <p:nvPr/>
          </p:nvSpPr>
          <p:spPr bwMode="auto">
            <a:xfrm>
              <a:off x="1414" y="1595"/>
              <a:ext cx="315" cy="71"/>
            </a:xfrm>
            <a:custGeom>
              <a:avLst/>
              <a:gdLst>
                <a:gd name="T0" fmla="*/ 0 w 1660"/>
                <a:gd name="T1" fmla="*/ 10 h 291"/>
                <a:gd name="T2" fmla="*/ 2 w 1660"/>
                <a:gd name="T3" fmla="*/ 18 h 291"/>
                <a:gd name="T4" fmla="*/ 10 w 1660"/>
                <a:gd name="T5" fmla="*/ 22 h 291"/>
                <a:gd name="T6" fmla="*/ 18 w 1660"/>
                <a:gd name="T7" fmla="*/ 20 h 291"/>
                <a:gd name="T8" fmla="*/ 22 w 1660"/>
                <a:gd name="T9" fmla="*/ 12 h 291"/>
                <a:gd name="T10" fmla="*/ 20 w 1660"/>
                <a:gd name="T11" fmla="*/ 4 h 291"/>
                <a:gd name="T12" fmla="*/ 14 w 1660"/>
                <a:gd name="T13" fmla="*/ 0 h 291"/>
                <a:gd name="T14" fmla="*/ 6 w 1660"/>
                <a:gd name="T15" fmla="*/ 2 h 291"/>
                <a:gd name="T16" fmla="*/ 0 w 1660"/>
                <a:gd name="T17" fmla="*/ 10 h 291"/>
                <a:gd name="T18" fmla="*/ 1660 w 1660"/>
                <a:gd name="T19" fmla="*/ 281 h 291"/>
                <a:gd name="T20" fmla="*/ 1658 w 1660"/>
                <a:gd name="T21" fmla="*/ 273 h 291"/>
                <a:gd name="T22" fmla="*/ 1650 w 1660"/>
                <a:gd name="T23" fmla="*/ 269 h 291"/>
                <a:gd name="T24" fmla="*/ 1642 w 1660"/>
                <a:gd name="T25" fmla="*/ 271 h 291"/>
                <a:gd name="T26" fmla="*/ 1638 w 1660"/>
                <a:gd name="T27" fmla="*/ 279 h 291"/>
                <a:gd name="T28" fmla="*/ 1638 w 1660"/>
                <a:gd name="T29" fmla="*/ 287 h 291"/>
                <a:gd name="T30" fmla="*/ 1646 w 1660"/>
                <a:gd name="T31" fmla="*/ 291 h 291"/>
                <a:gd name="T32" fmla="*/ 1654 w 1660"/>
                <a:gd name="T33" fmla="*/ 289 h 291"/>
                <a:gd name="T34" fmla="*/ 1660 w 1660"/>
                <a:gd name="T35" fmla="*/ 281 h 29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660"/>
                <a:gd name="T55" fmla="*/ 0 h 291"/>
                <a:gd name="T56" fmla="*/ 1660 w 1660"/>
                <a:gd name="T57" fmla="*/ 291 h 29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660" h="291">
                  <a:moveTo>
                    <a:pt x="0" y="10"/>
                  </a:moveTo>
                  <a:lnTo>
                    <a:pt x="2" y="18"/>
                  </a:lnTo>
                  <a:lnTo>
                    <a:pt x="10" y="22"/>
                  </a:lnTo>
                  <a:lnTo>
                    <a:pt x="18" y="20"/>
                  </a:lnTo>
                  <a:lnTo>
                    <a:pt x="22" y="12"/>
                  </a:lnTo>
                  <a:lnTo>
                    <a:pt x="20" y="4"/>
                  </a:lnTo>
                  <a:lnTo>
                    <a:pt x="14" y="0"/>
                  </a:lnTo>
                  <a:lnTo>
                    <a:pt x="6" y="2"/>
                  </a:lnTo>
                  <a:lnTo>
                    <a:pt x="0" y="10"/>
                  </a:lnTo>
                  <a:close/>
                  <a:moveTo>
                    <a:pt x="1660" y="281"/>
                  </a:moveTo>
                  <a:lnTo>
                    <a:pt x="1658" y="273"/>
                  </a:lnTo>
                  <a:lnTo>
                    <a:pt x="1650" y="269"/>
                  </a:lnTo>
                  <a:lnTo>
                    <a:pt x="1642" y="271"/>
                  </a:lnTo>
                  <a:lnTo>
                    <a:pt x="1638" y="279"/>
                  </a:lnTo>
                  <a:lnTo>
                    <a:pt x="1638" y="287"/>
                  </a:lnTo>
                  <a:lnTo>
                    <a:pt x="1646" y="291"/>
                  </a:lnTo>
                  <a:lnTo>
                    <a:pt x="1654" y="289"/>
                  </a:lnTo>
                  <a:lnTo>
                    <a:pt x="1660" y="281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58" name="Line 215"/>
            <p:cNvSpPr>
              <a:spLocks noChangeShapeType="1"/>
            </p:cNvSpPr>
            <p:nvPr/>
          </p:nvSpPr>
          <p:spPr bwMode="auto">
            <a:xfrm>
              <a:off x="1418" y="1598"/>
              <a:ext cx="306" cy="65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059" name="Freeform 216"/>
            <p:cNvSpPr>
              <a:spLocks noEditPoints="1"/>
            </p:cNvSpPr>
            <p:nvPr/>
          </p:nvSpPr>
          <p:spPr bwMode="auto">
            <a:xfrm>
              <a:off x="1414" y="1661"/>
              <a:ext cx="315" cy="98"/>
            </a:xfrm>
            <a:custGeom>
              <a:avLst/>
              <a:gdLst>
                <a:gd name="T0" fmla="*/ 1660 w 1660"/>
                <a:gd name="T1" fmla="*/ 8 h 402"/>
                <a:gd name="T2" fmla="*/ 1654 w 1660"/>
                <a:gd name="T3" fmla="*/ 2 h 402"/>
                <a:gd name="T4" fmla="*/ 1646 w 1660"/>
                <a:gd name="T5" fmla="*/ 0 h 402"/>
                <a:gd name="T6" fmla="*/ 1638 w 1660"/>
                <a:gd name="T7" fmla="*/ 4 h 402"/>
                <a:gd name="T8" fmla="*/ 1638 w 1660"/>
                <a:gd name="T9" fmla="*/ 14 h 402"/>
                <a:gd name="T10" fmla="*/ 1642 w 1660"/>
                <a:gd name="T11" fmla="*/ 20 h 402"/>
                <a:gd name="T12" fmla="*/ 1650 w 1660"/>
                <a:gd name="T13" fmla="*/ 22 h 402"/>
                <a:gd name="T14" fmla="*/ 1658 w 1660"/>
                <a:gd name="T15" fmla="*/ 16 h 402"/>
                <a:gd name="T16" fmla="*/ 1660 w 1660"/>
                <a:gd name="T17" fmla="*/ 8 h 402"/>
                <a:gd name="T18" fmla="*/ 0 w 1660"/>
                <a:gd name="T19" fmla="*/ 394 h 402"/>
                <a:gd name="T20" fmla="*/ 6 w 1660"/>
                <a:gd name="T21" fmla="*/ 400 h 402"/>
                <a:gd name="T22" fmla="*/ 14 w 1660"/>
                <a:gd name="T23" fmla="*/ 402 h 402"/>
                <a:gd name="T24" fmla="*/ 22 w 1660"/>
                <a:gd name="T25" fmla="*/ 398 h 402"/>
                <a:gd name="T26" fmla="*/ 22 w 1660"/>
                <a:gd name="T27" fmla="*/ 388 h 402"/>
                <a:gd name="T28" fmla="*/ 18 w 1660"/>
                <a:gd name="T29" fmla="*/ 382 h 402"/>
                <a:gd name="T30" fmla="*/ 10 w 1660"/>
                <a:gd name="T31" fmla="*/ 380 h 402"/>
                <a:gd name="T32" fmla="*/ 2 w 1660"/>
                <a:gd name="T33" fmla="*/ 386 h 402"/>
                <a:gd name="T34" fmla="*/ 0 w 1660"/>
                <a:gd name="T35" fmla="*/ 394 h 40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660"/>
                <a:gd name="T55" fmla="*/ 0 h 402"/>
                <a:gd name="T56" fmla="*/ 1660 w 1660"/>
                <a:gd name="T57" fmla="*/ 402 h 40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660" h="402">
                  <a:moveTo>
                    <a:pt x="1660" y="8"/>
                  </a:moveTo>
                  <a:lnTo>
                    <a:pt x="1654" y="2"/>
                  </a:lnTo>
                  <a:lnTo>
                    <a:pt x="1646" y="0"/>
                  </a:lnTo>
                  <a:lnTo>
                    <a:pt x="1638" y="4"/>
                  </a:lnTo>
                  <a:lnTo>
                    <a:pt x="1638" y="14"/>
                  </a:lnTo>
                  <a:lnTo>
                    <a:pt x="1642" y="20"/>
                  </a:lnTo>
                  <a:lnTo>
                    <a:pt x="1650" y="22"/>
                  </a:lnTo>
                  <a:lnTo>
                    <a:pt x="1658" y="16"/>
                  </a:lnTo>
                  <a:lnTo>
                    <a:pt x="1660" y="8"/>
                  </a:lnTo>
                  <a:close/>
                  <a:moveTo>
                    <a:pt x="0" y="394"/>
                  </a:moveTo>
                  <a:lnTo>
                    <a:pt x="6" y="400"/>
                  </a:lnTo>
                  <a:lnTo>
                    <a:pt x="14" y="402"/>
                  </a:lnTo>
                  <a:lnTo>
                    <a:pt x="22" y="398"/>
                  </a:lnTo>
                  <a:lnTo>
                    <a:pt x="22" y="388"/>
                  </a:lnTo>
                  <a:lnTo>
                    <a:pt x="18" y="382"/>
                  </a:lnTo>
                  <a:lnTo>
                    <a:pt x="10" y="380"/>
                  </a:lnTo>
                  <a:lnTo>
                    <a:pt x="2" y="386"/>
                  </a:lnTo>
                  <a:lnTo>
                    <a:pt x="0" y="394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60" name="Line 217"/>
            <p:cNvSpPr>
              <a:spLocks noChangeShapeType="1"/>
            </p:cNvSpPr>
            <p:nvPr/>
          </p:nvSpPr>
          <p:spPr bwMode="auto">
            <a:xfrm flipH="1">
              <a:off x="1418" y="1664"/>
              <a:ext cx="306" cy="91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061" name="Freeform 218"/>
            <p:cNvSpPr>
              <a:spLocks noEditPoints="1"/>
            </p:cNvSpPr>
            <p:nvPr/>
          </p:nvSpPr>
          <p:spPr bwMode="auto">
            <a:xfrm>
              <a:off x="1414" y="1934"/>
              <a:ext cx="281" cy="6"/>
            </a:xfrm>
            <a:custGeom>
              <a:avLst/>
              <a:gdLst>
                <a:gd name="T0" fmla="*/ 0 w 1481"/>
                <a:gd name="T1" fmla="*/ 12 h 24"/>
                <a:gd name="T2" fmla="*/ 4 w 1481"/>
                <a:gd name="T3" fmla="*/ 20 h 24"/>
                <a:gd name="T4" fmla="*/ 12 w 1481"/>
                <a:gd name="T5" fmla="*/ 24 h 24"/>
                <a:gd name="T6" fmla="*/ 20 w 1481"/>
                <a:gd name="T7" fmla="*/ 20 h 24"/>
                <a:gd name="T8" fmla="*/ 22 w 1481"/>
                <a:gd name="T9" fmla="*/ 12 h 24"/>
                <a:gd name="T10" fmla="*/ 20 w 1481"/>
                <a:gd name="T11" fmla="*/ 4 h 24"/>
                <a:gd name="T12" fmla="*/ 12 w 1481"/>
                <a:gd name="T13" fmla="*/ 0 h 24"/>
                <a:gd name="T14" fmla="*/ 4 w 1481"/>
                <a:gd name="T15" fmla="*/ 4 h 24"/>
                <a:gd name="T16" fmla="*/ 0 w 1481"/>
                <a:gd name="T17" fmla="*/ 12 h 24"/>
                <a:gd name="T18" fmla="*/ 1481 w 1481"/>
                <a:gd name="T19" fmla="*/ 12 h 24"/>
                <a:gd name="T20" fmla="*/ 1477 w 1481"/>
                <a:gd name="T21" fmla="*/ 4 h 24"/>
                <a:gd name="T22" fmla="*/ 1469 w 1481"/>
                <a:gd name="T23" fmla="*/ 0 h 24"/>
                <a:gd name="T24" fmla="*/ 1461 w 1481"/>
                <a:gd name="T25" fmla="*/ 4 h 24"/>
                <a:gd name="T26" fmla="*/ 1457 w 1481"/>
                <a:gd name="T27" fmla="*/ 12 h 24"/>
                <a:gd name="T28" fmla="*/ 1461 w 1481"/>
                <a:gd name="T29" fmla="*/ 20 h 24"/>
                <a:gd name="T30" fmla="*/ 1469 w 1481"/>
                <a:gd name="T31" fmla="*/ 24 h 24"/>
                <a:gd name="T32" fmla="*/ 1477 w 1481"/>
                <a:gd name="T33" fmla="*/ 20 h 24"/>
                <a:gd name="T34" fmla="*/ 1481 w 1481"/>
                <a:gd name="T35" fmla="*/ 12 h 2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81"/>
                <a:gd name="T55" fmla="*/ 0 h 24"/>
                <a:gd name="T56" fmla="*/ 1481 w 1481"/>
                <a:gd name="T57" fmla="*/ 24 h 2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81" h="24">
                  <a:moveTo>
                    <a:pt x="0" y="12"/>
                  </a:moveTo>
                  <a:lnTo>
                    <a:pt x="4" y="20"/>
                  </a:lnTo>
                  <a:lnTo>
                    <a:pt x="12" y="24"/>
                  </a:lnTo>
                  <a:lnTo>
                    <a:pt x="20" y="20"/>
                  </a:lnTo>
                  <a:lnTo>
                    <a:pt x="22" y="12"/>
                  </a:lnTo>
                  <a:lnTo>
                    <a:pt x="20" y="4"/>
                  </a:lnTo>
                  <a:lnTo>
                    <a:pt x="12" y="0"/>
                  </a:lnTo>
                  <a:lnTo>
                    <a:pt x="4" y="4"/>
                  </a:lnTo>
                  <a:lnTo>
                    <a:pt x="0" y="12"/>
                  </a:lnTo>
                  <a:close/>
                  <a:moveTo>
                    <a:pt x="1481" y="12"/>
                  </a:moveTo>
                  <a:lnTo>
                    <a:pt x="1477" y="4"/>
                  </a:lnTo>
                  <a:lnTo>
                    <a:pt x="1469" y="0"/>
                  </a:lnTo>
                  <a:lnTo>
                    <a:pt x="1461" y="4"/>
                  </a:lnTo>
                  <a:lnTo>
                    <a:pt x="1457" y="12"/>
                  </a:lnTo>
                  <a:lnTo>
                    <a:pt x="1461" y="20"/>
                  </a:lnTo>
                  <a:lnTo>
                    <a:pt x="1469" y="24"/>
                  </a:lnTo>
                  <a:lnTo>
                    <a:pt x="1477" y="20"/>
                  </a:lnTo>
                  <a:lnTo>
                    <a:pt x="1481" y="12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62" name="Line 219"/>
            <p:cNvSpPr>
              <a:spLocks noChangeShapeType="1"/>
            </p:cNvSpPr>
            <p:nvPr/>
          </p:nvSpPr>
          <p:spPr bwMode="auto">
            <a:xfrm>
              <a:off x="1418" y="1937"/>
              <a:ext cx="272" cy="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063" name="Line 220"/>
            <p:cNvSpPr>
              <a:spLocks noChangeShapeType="1"/>
            </p:cNvSpPr>
            <p:nvPr/>
          </p:nvSpPr>
          <p:spPr bwMode="auto">
            <a:xfrm flipH="1" flipV="1">
              <a:off x="1692" y="1937"/>
              <a:ext cx="149" cy="3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064" name="Line 221"/>
            <p:cNvSpPr>
              <a:spLocks noChangeShapeType="1"/>
            </p:cNvSpPr>
            <p:nvPr/>
          </p:nvSpPr>
          <p:spPr bwMode="auto">
            <a:xfrm>
              <a:off x="1416" y="1466"/>
              <a:ext cx="0" cy="132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065" name="Line 222"/>
            <p:cNvSpPr>
              <a:spLocks noChangeShapeType="1"/>
            </p:cNvSpPr>
            <p:nvPr/>
          </p:nvSpPr>
          <p:spPr bwMode="auto">
            <a:xfrm flipV="1">
              <a:off x="1008" y="1849"/>
              <a:ext cx="127" cy="91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066" name="Line 223"/>
            <p:cNvSpPr>
              <a:spLocks noChangeShapeType="1"/>
            </p:cNvSpPr>
            <p:nvPr/>
          </p:nvSpPr>
          <p:spPr bwMode="auto">
            <a:xfrm flipH="1">
              <a:off x="1726" y="1543"/>
              <a:ext cx="98" cy="12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067" name="Rectangle 224"/>
            <p:cNvSpPr>
              <a:spLocks noChangeArrowheads="1"/>
            </p:cNvSpPr>
            <p:nvPr/>
          </p:nvSpPr>
          <p:spPr bwMode="auto">
            <a:xfrm>
              <a:off x="1193" y="1576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68" name="Rectangle 225"/>
            <p:cNvSpPr>
              <a:spLocks noChangeArrowheads="1"/>
            </p:cNvSpPr>
            <p:nvPr/>
          </p:nvSpPr>
          <p:spPr bwMode="auto">
            <a:xfrm>
              <a:off x="1184" y="1833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69" name="Rectangle 226"/>
            <p:cNvSpPr>
              <a:spLocks noChangeArrowheads="1"/>
            </p:cNvSpPr>
            <p:nvPr/>
          </p:nvSpPr>
          <p:spPr bwMode="auto">
            <a:xfrm>
              <a:off x="1448" y="1564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70" name="Rectangle 227"/>
            <p:cNvSpPr>
              <a:spLocks noChangeArrowheads="1"/>
            </p:cNvSpPr>
            <p:nvPr/>
          </p:nvSpPr>
          <p:spPr bwMode="auto">
            <a:xfrm>
              <a:off x="1448" y="1716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71" name="Rectangle 228"/>
            <p:cNvSpPr>
              <a:spLocks noChangeArrowheads="1"/>
            </p:cNvSpPr>
            <p:nvPr/>
          </p:nvSpPr>
          <p:spPr bwMode="auto">
            <a:xfrm>
              <a:off x="1448" y="1915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72" name="Rectangle 229"/>
            <p:cNvSpPr>
              <a:spLocks noChangeArrowheads="1"/>
            </p:cNvSpPr>
            <p:nvPr/>
          </p:nvSpPr>
          <p:spPr bwMode="auto">
            <a:xfrm>
              <a:off x="1757" y="1634"/>
              <a:ext cx="37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73" name="Rectangle 230"/>
            <p:cNvSpPr>
              <a:spLocks noChangeArrowheads="1"/>
            </p:cNvSpPr>
            <p:nvPr/>
          </p:nvSpPr>
          <p:spPr bwMode="auto">
            <a:xfrm>
              <a:off x="1721" y="1903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37074" name="AutoShape 231"/>
            <p:cNvCxnSpPr>
              <a:cxnSpLocks noChangeShapeType="1"/>
              <a:stCxn id="37067" idx="3"/>
              <a:endCxn id="37069" idx="1"/>
            </p:cNvCxnSpPr>
            <p:nvPr/>
          </p:nvCxnSpPr>
          <p:spPr bwMode="auto">
            <a:xfrm flipV="1">
              <a:off x="1229" y="1599"/>
              <a:ext cx="219" cy="1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075" name="AutoShape 232"/>
            <p:cNvCxnSpPr>
              <a:cxnSpLocks noChangeShapeType="1"/>
              <a:stCxn id="37067" idx="3"/>
              <a:endCxn id="37070" idx="1"/>
            </p:cNvCxnSpPr>
            <p:nvPr/>
          </p:nvCxnSpPr>
          <p:spPr bwMode="auto">
            <a:xfrm>
              <a:off x="1229" y="1611"/>
              <a:ext cx="219" cy="14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076" name="AutoShape 233"/>
            <p:cNvCxnSpPr>
              <a:cxnSpLocks noChangeShapeType="1"/>
              <a:stCxn id="37068" idx="3"/>
              <a:endCxn id="37070" idx="1"/>
            </p:cNvCxnSpPr>
            <p:nvPr/>
          </p:nvCxnSpPr>
          <p:spPr bwMode="auto">
            <a:xfrm flipV="1">
              <a:off x="1220" y="1751"/>
              <a:ext cx="228" cy="117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077" name="AutoShape 234"/>
            <p:cNvCxnSpPr>
              <a:cxnSpLocks noChangeShapeType="1"/>
              <a:stCxn id="37068" idx="3"/>
              <a:endCxn id="37071" idx="1"/>
            </p:cNvCxnSpPr>
            <p:nvPr/>
          </p:nvCxnSpPr>
          <p:spPr bwMode="auto">
            <a:xfrm>
              <a:off x="1220" y="1868"/>
              <a:ext cx="228" cy="8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078" name="AutoShape 235"/>
            <p:cNvCxnSpPr>
              <a:cxnSpLocks noChangeShapeType="1"/>
              <a:stCxn id="37070" idx="3"/>
              <a:endCxn id="37072" idx="1"/>
            </p:cNvCxnSpPr>
            <p:nvPr/>
          </p:nvCxnSpPr>
          <p:spPr bwMode="auto">
            <a:xfrm flipV="1">
              <a:off x="1484" y="1669"/>
              <a:ext cx="273" cy="8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079" name="AutoShape 236"/>
            <p:cNvCxnSpPr>
              <a:cxnSpLocks noChangeShapeType="1"/>
              <a:stCxn id="37071" idx="3"/>
              <a:endCxn id="37073" idx="1"/>
            </p:cNvCxnSpPr>
            <p:nvPr/>
          </p:nvCxnSpPr>
          <p:spPr bwMode="auto">
            <a:xfrm flipV="1">
              <a:off x="1484" y="1938"/>
              <a:ext cx="237" cy="1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080" name="AutoShape 237"/>
            <p:cNvCxnSpPr>
              <a:cxnSpLocks noChangeShapeType="1"/>
              <a:stCxn id="37073" idx="0"/>
              <a:endCxn id="37072" idx="2"/>
            </p:cNvCxnSpPr>
            <p:nvPr/>
          </p:nvCxnSpPr>
          <p:spPr bwMode="auto">
            <a:xfrm flipV="1">
              <a:off x="1739" y="1704"/>
              <a:ext cx="37" cy="199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081" name="AutoShape 238"/>
            <p:cNvCxnSpPr>
              <a:cxnSpLocks noChangeShapeType="1"/>
              <a:stCxn id="37068" idx="0"/>
              <a:endCxn id="37067" idx="2"/>
            </p:cNvCxnSpPr>
            <p:nvPr/>
          </p:nvCxnSpPr>
          <p:spPr bwMode="auto">
            <a:xfrm flipV="1">
              <a:off x="1202" y="1646"/>
              <a:ext cx="9" cy="187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082" name="AutoShape 239"/>
            <p:cNvCxnSpPr>
              <a:cxnSpLocks noChangeShapeType="1"/>
              <a:stCxn id="37069" idx="3"/>
              <a:endCxn id="37072" idx="1"/>
            </p:cNvCxnSpPr>
            <p:nvPr/>
          </p:nvCxnSpPr>
          <p:spPr bwMode="auto">
            <a:xfrm>
              <a:off x="1484" y="1599"/>
              <a:ext cx="273" cy="7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083" name="AutoShape 240"/>
            <p:cNvCxnSpPr>
              <a:cxnSpLocks noChangeShapeType="1"/>
              <a:endCxn id="37067" idx="1"/>
            </p:cNvCxnSpPr>
            <p:nvPr/>
          </p:nvCxnSpPr>
          <p:spPr bwMode="auto">
            <a:xfrm>
              <a:off x="1100" y="1557"/>
              <a:ext cx="93" cy="54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084" name="AutoShape 241"/>
            <p:cNvCxnSpPr>
              <a:cxnSpLocks noChangeShapeType="1"/>
              <a:endCxn id="37068" idx="1"/>
            </p:cNvCxnSpPr>
            <p:nvPr/>
          </p:nvCxnSpPr>
          <p:spPr bwMode="auto">
            <a:xfrm flipV="1">
              <a:off x="1109" y="1868"/>
              <a:ext cx="75" cy="4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085" name="AutoShape 242"/>
            <p:cNvCxnSpPr>
              <a:cxnSpLocks noChangeShapeType="1"/>
              <a:stCxn id="37069" idx="0"/>
            </p:cNvCxnSpPr>
            <p:nvPr/>
          </p:nvCxnSpPr>
          <p:spPr bwMode="auto">
            <a:xfrm flipV="1">
              <a:off x="1466" y="1503"/>
              <a:ext cx="19" cy="61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086" name="AutoShape 243"/>
            <p:cNvCxnSpPr>
              <a:cxnSpLocks noChangeShapeType="1"/>
              <a:stCxn id="37073" idx="3"/>
              <a:endCxn id="37090" idx="1"/>
            </p:cNvCxnSpPr>
            <p:nvPr/>
          </p:nvCxnSpPr>
          <p:spPr bwMode="auto">
            <a:xfrm>
              <a:off x="1757" y="1938"/>
              <a:ext cx="19" cy="1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087" name="AutoShape 244"/>
            <p:cNvCxnSpPr>
              <a:cxnSpLocks noChangeShapeType="1"/>
              <a:stCxn id="37072" idx="3"/>
            </p:cNvCxnSpPr>
            <p:nvPr/>
          </p:nvCxnSpPr>
          <p:spPr bwMode="auto">
            <a:xfrm flipV="1">
              <a:off x="1794" y="1576"/>
              <a:ext cx="54" cy="9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7088" name="Text Box 245"/>
            <p:cNvSpPr txBox="1">
              <a:spLocks noChangeArrowheads="1"/>
            </p:cNvSpPr>
            <p:nvPr/>
          </p:nvSpPr>
          <p:spPr bwMode="auto">
            <a:xfrm>
              <a:off x="1012" y="1462"/>
              <a:ext cx="15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A</a:t>
              </a:r>
            </a:p>
          </p:txBody>
        </p:sp>
        <p:sp>
          <p:nvSpPr>
            <p:cNvPr id="37089" name="Text Box 246"/>
            <p:cNvSpPr txBox="1">
              <a:spLocks noChangeArrowheads="1"/>
            </p:cNvSpPr>
            <p:nvPr/>
          </p:nvSpPr>
          <p:spPr bwMode="auto">
            <a:xfrm>
              <a:off x="1008" y="1852"/>
              <a:ext cx="15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B</a:t>
              </a:r>
            </a:p>
          </p:txBody>
        </p:sp>
        <p:sp>
          <p:nvSpPr>
            <p:cNvPr id="37090" name="Text Box 247"/>
            <p:cNvSpPr txBox="1">
              <a:spLocks noChangeArrowheads="1"/>
            </p:cNvSpPr>
            <p:nvPr/>
          </p:nvSpPr>
          <p:spPr bwMode="auto">
            <a:xfrm>
              <a:off x="1776" y="1889"/>
              <a:ext cx="15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E</a:t>
              </a:r>
            </a:p>
          </p:txBody>
        </p:sp>
        <p:sp>
          <p:nvSpPr>
            <p:cNvPr id="37091" name="Text Box 248"/>
            <p:cNvSpPr txBox="1">
              <a:spLocks noChangeArrowheads="1"/>
            </p:cNvSpPr>
            <p:nvPr/>
          </p:nvSpPr>
          <p:spPr bwMode="auto">
            <a:xfrm>
              <a:off x="1780" y="1474"/>
              <a:ext cx="160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D</a:t>
              </a:r>
            </a:p>
          </p:txBody>
        </p:sp>
        <p:sp>
          <p:nvSpPr>
            <p:cNvPr id="37092" name="Text Box 249"/>
            <p:cNvSpPr txBox="1">
              <a:spLocks noChangeArrowheads="1"/>
            </p:cNvSpPr>
            <p:nvPr/>
          </p:nvSpPr>
          <p:spPr bwMode="auto">
            <a:xfrm>
              <a:off x="1401" y="1392"/>
              <a:ext cx="160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C</a:t>
              </a:r>
            </a:p>
          </p:txBody>
        </p:sp>
      </p:grpSp>
      <p:sp>
        <p:nvSpPr>
          <p:cNvPr id="36875" name="AutoShape 250"/>
          <p:cNvSpPr>
            <a:spLocks noChangeArrowheads="1"/>
          </p:cNvSpPr>
          <p:nvPr/>
        </p:nvSpPr>
        <p:spPr bwMode="auto">
          <a:xfrm>
            <a:off x="2406650" y="3657600"/>
            <a:ext cx="1371600" cy="914400"/>
          </a:xfrm>
          <a:prstGeom prst="wedgeRectCallout">
            <a:avLst>
              <a:gd name="adj1" fmla="val -56134"/>
              <a:gd name="adj2" fmla="val 60417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grpSp>
        <p:nvGrpSpPr>
          <p:cNvPr id="36876" name="Group 251"/>
          <p:cNvGrpSpPr>
            <a:grpSpLocks/>
          </p:cNvGrpSpPr>
          <p:nvPr/>
        </p:nvGrpSpPr>
        <p:grpSpPr bwMode="auto">
          <a:xfrm>
            <a:off x="2330450" y="3581400"/>
            <a:ext cx="1479550" cy="1000125"/>
            <a:chOff x="1008" y="1392"/>
            <a:chExt cx="932" cy="630"/>
          </a:xfrm>
        </p:grpSpPr>
        <p:sp>
          <p:nvSpPr>
            <p:cNvPr id="37009" name="Freeform 252"/>
            <p:cNvSpPr>
              <a:spLocks noEditPoints="1"/>
            </p:cNvSpPr>
            <p:nvPr/>
          </p:nvSpPr>
          <p:spPr bwMode="auto">
            <a:xfrm>
              <a:off x="1134" y="1595"/>
              <a:ext cx="284" cy="6"/>
            </a:xfrm>
            <a:custGeom>
              <a:avLst/>
              <a:gdLst>
                <a:gd name="T0" fmla="*/ 1500 w 1500"/>
                <a:gd name="T1" fmla="*/ 10 h 22"/>
                <a:gd name="T2" fmla="*/ 1498 w 1500"/>
                <a:gd name="T3" fmla="*/ 2 h 22"/>
                <a:gd name="T4" fmla="*/ 1490 w 1500"/>
                <a:gd name="T5" fmla="*/ 0 h 22"/>
                <a:gd name="T6" fmla="*/ 1482 w 1500"/>
                <a:gd name="T7" fmla="*/ 2 h 22"/>
                <a:gd name="T8" fmla="*/ 1478 w 1500"/>
                <a:gd name="T9" fmla="*/ 10 h 22"/>
                <a:gd name="T10" fmla="*/ 1482 w 1500"/>
                <a:gd name="T11" fmla="*/ 18 h 22"/>
                <a:gd name="T12" fmla="*/ 1490 w 1500"/>
                <a:gd name="T13" fmla="*/ 22 h 22"/>
                <a:gd name="T14" fmla="*/ 1498 w 1500"/>
                <a:gd name="T15" fmla="*/ 18 h 22"/>
                <a:gd name="T16" fmla="*/ 1500 w 1500"/>
                <a:gd name="T17" fmla="*/ 10 h 22"/>
                <a:gd name="T18" fmla="*/ 0 w 1500"/>
                <a:gd name="T19" fmla="*/ 10 h 22"/>
                <a:gd name="T20" fmla="*/ 2 w 1500"/>
                <a:gd name="T21" fmla="*/ 18 h 22"/>
                <a:gd name="T22" fmla="*/ 10 w 1500"/>
                <a:gd name="T23" fmla="*/ 22 h 22"/>
                <a:gd name="T24" fmla="*/ 18 w 1500"/>
                <a:gd name="T25" fmla="*/ 18 h 22"/>
                <a:gd name="T26" fmla="*/ 21 w 1500"/>
                <a:gd name="T27" fmla="*/ 10 h 22"/>
                <a:gd name="T28" fmla="*/ 18 w 1500"/>
                <a:gd name="T29" fmla="*/ 2 h 22"/>
                <a:gd name="T30" fmla="*/ 10 w 1500"/>
                <a:gd name="T31" fmla="*/ 0 h 22"/>
                <a:gd name="T32" fmla="*/ 2 w 1500"/>
                <a:gd name="T33" fmla="*/ 2 h 22"/>
                <a:gd name="T34" fmla="*/ 0 w 1500"/>
                <a:gd name="T35" fmla="*/ 10 h 2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00"/>
                <a:gd name="T55" fmla="*/ 0 h 22"/>
                <a:gd name="T56" fmla="*/ 1500 w 1500"/>
                <a:gd name="T57" fmla="*/ 22 h 2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00" h="22">
                  <a:moveTo>
                    <a:pt x="1500" y="10"/>
                  </a:moveTo>
                  <a:lnTo>
                    <a:pt x="1498" y="2"/>
                  </a:lnTo>
                  <a:lnTo>
                    <a:pt x="1490" y="0"/>
                  </a:lnTo>
                  <a:lnTo>
                    <a:pt x="1482" y="2"/>
                  </a:lnTo>
                  <a:lnTo>
                    <a:pt x="1478" y="10"/>
                  </a:lnTo>
                  <a:lnTo>
                    <a:pt x="1482" y="18"/>
                  </a:lnTo>
                  <a:lnTo>
                    <a:pt x="1490" y="22"/>
                  </a:lnTo>
                  <a:lnTo>
                    <a:pt x="1498" y="18"/>
                  </a:lnTo>
                  <a:lnTo>
                    <a:pt x="1500" y="10"/>
                  </a:lnTo>
                  <a:close/>
                  <a:moveTo>
                    <a:pt x="0" y="10"/>
                  </a:moveTo>
                  <a:lnTo>
                    <a:pt x="2" y="18"/>
                  </a:lnTo>
                  <a:lnTo>
                    <a:pt x="10" y="22"/>
                  </a:lnTo>
                  <a:lnTo>
                    <a:pt x="18" y="18"/>
                  </a:lnTo>
                  <a:lnTo>
                    <a:pt x="21" y="10"/>
                  </a:lnTo>
                  <a:lnTo>
                    <a:pt x="18" y="2"/>
                  </a:lnTo>
                  <a:lnTo>
                    <a:pt x="10" y="0"/>
                  </a:lnTo>
                  <a:lnTo>
                    <a:pt x="2" y="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10" name="Line 253"/>
            <p:cNvSpPr>
              <a:spLocks noChangeShapeType="1"/>
            </p:cNvSpPr>
            <p:nvPr/>
          </p:nvSpPr>
          <p:spPr bwMode="auto">
            <a:xfrm flipH="1">
              <a:off x="1138" y="1598"/>
              <a:ext cx="276" cy="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011" name="Freeform 254"/>
            <p:cNvSpPr>
              <a:spLocks noEditPoints="1"/>
            </p:cNvSpPr>
            <p:nvPr/>
          </p:nvSpPr>
          <p:spPr bwMode="auto">
            <a:xfrm>
              <a:off x="1134" y="1753"/>
              <a:ext cx="284" cy="99"/>
            </a:xfrm>
            <a:custGeom>
              <a:avLst/>
              <a:gdLst>
                <a:gd name="T0" fmla="*/ 0 w 1500"/>
                <a:gd name="T1" fmla="*/ 395 h 403"/>
                <a:gd name="T2" fmla="*/ 4 w 1500"/>
                <a:gd name="T3" fmla="*/ 403 h 403"/>
                <a:gd name="T4" fmla="*/ 14 w 1500"/>
                <a:gd name="T5" fmla="*/ 403 h 403"/>
                <a:gd name="T6" fmla="*/ 20 w 1500"/>
                <a:gd name="T7" fmla="*/ 399 h 403"/>
                <a:gd name="T8" fmla="*/ 21 w 1500"/>
                <a:gd name="T9" fmla="*/ 391 h 403"/>
                <a:gd name="T10" fmla="*/ 16 w 1500"/>
                <a:gd name="T11" fmla="*/ 383 h 403"/>
                <a:gd name="T12" fmla="*/ 8 w 1500"/>
                <a:gd name="T13" fmla="*/ 381 h 403"/>
                <a:gd name="T14" fmla="*/ 0 w 1500"/>
                <a:gd name="T15" fmla="*/ 387 h 403"/>
                <a:gd name="T16" fmla="*/ 0 w 1500"/>
                <a:gd name="T17" fmla="*/ 395 h 403"/>
                <a:gd name="T18" fmla="*/ 1500 w 1500"/>
                <a:gd name="T19" fmla="*/ 8 h 403"/>
                <a:gd name="T20" fmla="*/ 1496 w 1500"/>
                <a:gd name="T21" fmla="*/ 2 h 403"/>
                <a:gd name="T22" fmla="*/ 1486 w 1500"/>
                <a:gd name="T23" fmla="*/ 0 h 403"/>
                <a:gd name="T24" fmla="*/ 1480 w 1500"/>
                <a:gd name="T25" fmla="*/ 6 h 403"/>
                <a:gd name="T26" fmla="*/ 1478 w 1500"/>
                <a:gd name="T27" fmla="*/ 14 h 403"/>
                <a:gd name="T28" fmla="*/ 1484 w 1500"/>
                <a:gd name="T29" fmla="*/ 22 h 403"/>
                <a:gd name="T30" fmla="*/ 1492 w 1500"/>
                <a:gd name="T31" fmla="*/ 22 h 403"/>
                <a:gd name="T32" fmla="*/ 1500 w 1500"/>
                <a:gd name="T33" fmla="*/ 18 h 403"/>
                <a:gd name="T34" fmla="*/ 1500 w 1500"/>
                <a:gd name="T35" fmla="*/ 8 h 40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00"/>
                <a:gd name="T55" fmla="*/ 0 h 403"/>
                <a:gd name="T56" fmla="*/ 1500 w 1500"/>
                <a:gd name="T57" fmla="*/ 403 h 40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00" h="403">
                  <a:moveTo>
                    <a:pt x="0" y="395"/>
                  </a:moveTo>
                  <a:lnTo>
                    <a:pt x="4" y="403"/>
                  </a:lnTo>
                  <a:lnTo>
                    <a:pt x="14" y="403"/>
                  </a:lnTo>
                  <a:lnTo>
                    <a:pt x="20" y="399"/>
                  </a:lnTo>
                  <a:lnTo>
                    <a:pt x="21" y="391"/>
                  </a:lnTo>
                  <a:lnTo>
                    <a:pt x="16" y="383"/>
                  </a:lnTo>
                  <a:lnTo>
                    <a:pt x="8" y="381"/>
                  </a:lnTo>
                  <a:lnTo>
                    <a:pt x="0" y="387"/>
                  </a:lnTo>
                  <a:lnTo>
                    <a:pt x="0" y="395"/>
                  </a:lnTo>
                  <a:close/>
                  <a:moveTo>
                    <a:pt x="1500" y="8"/>
                  </a:moveTo>
                  <a:lnTo>
                    <a:pt x="1496" y="2"/>
                  </a:lnTo>
                  <a:lnTo>
                    <a:pt x="1486" y="0"/>
                  </a:lnTo>
                  <a:lnTo>
                    <a:pt x="1480" y="6"/>
                  </a:lnTo>
                  <a:lnTo>
                    <a:pt x="1478" y="14"/>
                  </a:lnTo>
                  <a:lnTo>
                    <a:pt x="1484" y="22"/>
                  </a:lnTo>
                  <a:lnTo>
                    <a:pt x="1492" y="22"/>
                  </a:lnTo>
                  <a:lnTo>
                    <a:pt x="1500" y="18"/>
                  </a:lnTo>
                  <a:lnTo>
                    <a:pt x="1500" y="8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12" name="Line 255"/>
            <p:cNvSpPr>
              <a:spLocks noChangeShapeType="1"/>
            </p:cNvSpPr>
            <p:nvPr/>
          </p:nvSpPr>
          <p:spPr bwMode="auto">
            <a:xfrm flipV="1">
              <a:off x="1138" y="1757"/>
              <a:ext cx="276" cy="92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013" name="Freeform 256"/>
            <p:cNvSpPr>
              <a:spLocks noEditPoints="1"/>
            </p:cNvSpPr>
            <p:nvPr/>
          </p:nvSpPr>
          <p:spPr bwMode="auto">
            <a:xfrm>
              <a:off x="1134" y="1846"/>
              <a:ext cx="284" cy="93"/>
            </a:xfrm>
            <a:custGeom>
              <a:avLst/>
              <a:gdLst>
                <a:gd name="T0" fmla="*/ 0 w 1500"/>
                <a:gd name="T1" fmla="*/ 10 h 381"/>
                <a:gd name="T2" fmla="*/ 2 w 1500"/>
                <a:gd name="T3" fmla="*/ 18 h 381"/>
                <a:gd name="T4" fmla="*/ 8 w 1500"/>
                <a:gd name="T5" fmla="*/ 22 h 381"/>
                <a:gd name="T6" fmla="*/ 16 w 1500"/>
                <a:gd name="T7" fmla="*/ 22 h 381"/>
                <a:gd name="T8" fmla="*/ 21 w 1500"/>
                <a:gd name="T9" fmla="*/ 14 h 381"/>
                <a:gd name="T10" fmla="*/ 20 w 1500"/>
                <a:gd name="T11" fmla="*/ 6 h 381"/>
                <a:gd name="T12" fmla="*/ 14 w 1500"/>
                <a:gd name="T13" fmla="*/ 0 h 381"/>
                <a:gd name="T14" fmla="*/ 4 w 1500"/>
                <a:gd name="T15" fmla="*/ 2 h 381"/>
                <a:gd name="T16" fmla="*/ 0 w 1500"/>
                <a:gd name="T17" fmla="*/ 10 h 381"/>
                <a:gd name="T18" fmla="*/ 1500 w 1500"/>
                <a:gd name="T19" fmla="*/ 373 h 381"/>
                <a:gd name="T20" fmla="*/ 1500 w 1500"/>
                <a:gd name="T21" fmla="*/ 365 h 381"/>
                <a:gd name="T22" fmla="*/ 1492 w 1500"/>
                <a:gd name="T23" fmla="*/ 359 h 381"/>
                <a:gd name="T24" fmla="*/ 1484 w 1500"/>
                <a:gd name="T25" fmla="*/ 361 h 381"/>
                <a:gd name="T26" fmla="*/ 1478 w 1500"/>
                <a:gd name="T27" fmla="*/ 369 h 381"/>
                <a:gd name="T28" fmla="*/ 1480 w 1500"/>
                <a:gd name="T29" fmla="*/ 377 h 381"/>
                <a:gd name="T30" fmla="*/ 1486 w 1500"/>
                <a:gd name="T31" fmla="*/ 381 h 381"/>
                <a:gd name="T32" fmla="*/ 1496 w 1500"/>
                <a:gd name="T33" fmla="*/ 381 h 381"/>
                <a:gd name="T34" fmla="*/ 1500 w 1500"/>
                <a:gd name="T35" fmla="*/ 373 h 38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00"/>
                <a:gd name="T55" fmla="*/ 0 h 381"/>
                <a:gd name="T56" fmla="*/ 1500 w 1500"/>
                <a:gd name="T57" fmla="*/ 381 h 38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00" h="381">
                  <a:moveTo>
                    <a:pt x="0" y="10"/>
                  </a:moveTo>
                  <a:lnTo>
                    <a:pt x="2" y="18"/>
                  </a:lnTo>
                  <a:lnTo>
                    <a:pt x="8" y="22"/>
                  </a:lnTo>
                  <a:lnTo>
                    <a:pt x="16" y="22"/>
                  </a:lnTo>
                  <a:lnTo>
                    <a:pt x="21" y="14"/>
                  </a:lnTo>
                  <a:lnTo>
                    <a:pt x="20" y="6"/>
                  </a:lnTo>
                  <a:lnTo>
                    <a:pt x="14" y="0"/>
                  </a:lnTo>
                  <a:lnTo>
                    <a:pt x="4" y="2"/>
                  </a:lnTo>
                  <a:lnTo>
                    <a:pt x="0" y="10"/>
                  </a:lnTo>
                  <a:close/>
                  <a:moveTo>
                    <a:pt x="1500" y="373"/>
                  </a:moveTo>
                  <a:lnTo>
                    <a:pt x="1500" y="365"/>
                  </a:lnTo>
                  <a:lnTo>
                    <a:pt x="1492" y="359"/>
                  </a:lnTo>
                  <a:lnTo>
                    <a:pt x="1484" y="361"/>
                  </a:lnTo>
                  <a:lnTo>
                    <a:pt x="1478" y="369"/>
                  </a:lnTo>
                  <a:lnTo>
                    <a:pt x="1480" y="377"/>
                  </a:lnTo>
                  <a:lnTo>
                    <a:pt x="1486" y="381"/>
                  </a:lnTo>
                  <a:lnTo>
                    <a:pt x="1496" y="381"/>
                  </a:lnTo>
                  <a:lnTo>
                    <a:pt x="1500" y="373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14" name="Line 257"/>
            <p:cNvSpPr>
              <a:spLocks noChangeShapeType="1"/>
            </p:cNvSpPr>
            <p:nvPr/>
          </p:nvSpPr>
          <p:spPr bwMode="auto">
            <a:xfrm>
              <a:off x="1138" y="1850"/>
              <a:ext cx="276" cy="86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015" name="Freeform 258"/>
            <p:cNvSpPr>
              <a:spLocks noEditPoints="1"/>
            </p:cNvSpPr>
            <p:nvPr/>
          </p:nvSpPr>
          <p:spPr bwMode="auto">
            <a:xfrm>
              <a:off x="1414" y="1595"/>
              <a:ext cx="315" cy="71"/>
            </a:xfrm>
            <a:custGeom>
              <a:avLst/>
              <a:gdLst>
                <a:gd name="T0" fmla="*/ 0 w 1660"/>
                <a:gd name="T1" fmla="*/ 10 h 291"/>
                <a:gd name="T2" fmla="*/ 2 w 1660"/>
                <a:gd name="T3" fmla="*/ 18 h 291"/>
                <a:gd name="T4" fmla="*/ 10 w 1660"/>
                <a:gd name="T5" fmla="*/ 22 h 291"/>
                <a:gd name="T6" fmla="*/ 18 w 1660"/>
                <a:gd name="T7" fmla="*/ 20 h 291"/>
                <a:gd name="T8" fmla="*/ 22 w 1660"/>
                <a:gd name="T9" fmla="*/ 12 h 291"/>
                <a:gd name="T10" fmla="*/ 20 w 1660"/>
                <a:gd name="T11" fmla="*/ 4 h 291"/>
                <a:gd name="T12" fmla="*/ 14 w 1660"/>
                <a:gd name="T13" fmla="*/ 0 h 291"/>
                <a:gd name="T14" fmla="*/ 6 w 1660"/>
                <a:gd name="T15" fmla="*/ 2 h 291"/>
                <a:gd name="T16" fmla="*/ 0 w 1660"/>
                <a:gd name="T17" fmla="*/ 10 h 291"/>
                <a:gd name="T18" fmla="*/ 1660 w 1660"/>
                <a:gd name="T19" fmla="*/ 281 h 291"/>
                <a:gd name="T20" fmla="*/ 1658 w 1660"/>
                <a:gd name="T21" fmla="*/ 273 h 291"/>
                <a:gd name="T22" fmla="*/ 1650 w 1660"/>
                <a:gd name="T23" fmla="*/ 269 h 291"/>
                <a:gd name="T24" fmla="*/ 1642 w 1660"/>
                <a:gd name="T25" fmla="*/ 271 h 291"/>
                <a:gd name="T26" fmla="*/ 1638 w 1660"/>
                <a:gd name="T27" fmla="*/ 279 h 291"/>
                <a:gd name="T28" fmla="*/ 1638 w 1660"/>
                <a:gd name="T29" fmla="*/ 287 h 291"/>
                <a:gd name="T30" fmla="*/ 1646 w 1660"/>
                <a:gd name="T31" fmla="*/ 291 h 291"/>
                <a:gd name="T32" fmla="*/ 1654 w 1660"/>
                <a:gd name="T33" fmla="*/ 289 h 291"/>
                <a:gd name="T34" fmla="*/ 1660 w 1660"/>
                <a:gd name="T35" fmla="*/ 281 h 29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660"/>
                <a:gd name="T55" fmla="*/ 0 h 291"/>
                <a:gd name="T56" fmla="*/ 1660 w 1660"/>
                <a:gd name="T57" fmla="*/ 291 h 29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660" h="291">
                  <a:moveTo>
                    <a:pt x="0" y="10"/>
                  </a:moveTo>
                  <a:lnTo>
                    <a:pt x="2" y="18"/>
                  </a:lnTo>
                  <a:lnTo>
                    <a:pt x="10" y="22"/>
                  </a:lnTo>
                  <a:lnTo>
                    <a:pt x="18" y="20"/>
                  </a:lnTo>
                  <a:lnTo>
                    <a:pt x="22" y="12"/>
                  </a:lnTo>
                  <a:lnTo>
                    <a:pt x="20" y="4"/>
                  </a:lnTo>
                  <a:lnTo>
                    <a:pt x="14" y="0"/>
                  </a:lnTo>
                  <a:lnTo>
                    <a:pt x="6" y="2"/>
                  </a:lnTo>
                  <a:lnTo>
                    <a:pt x="0" y="10"/>
                  </a:lnTo>
                  <a:close/>
                  <a:moveTo>
                    <a:pt x="1660" y="281"/>
                  </a:moveTo>
                  <a:lnTo>
                    <a:pt x="1658" y="273"/>
                  </a:lnTo>
                  <a:lnTo>
                    <a:pt x="1650" y="269"/>
                  </a:lnTo>
                  <a:lnTo>
                    <a:pt x="1642" y="271"/>
                  </a:lnTo>
                  <a:lnTo>
                    <a:pt x="1638" y="279"/>
                  </a:lnTo>
                  <a:lnTo>
                    <a:pt x="1638" y="287"/>
                  </a:lnTo>
                  <a:lnTo>
                    <a:pt x="1646" y="291"/>
                  </a:lnTo>
                  <a:lnTo>
                    <a:pt x="1654" y="289"/>
                  </a:lnTo>
                  <a:lnTo>
                    <a:pt x="1660" y="281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16" name="Line 259"/>
            <p:cNvSpPr>
              <a:spLocks noChangeShapeType="1"/>
            </p:cNvSpPr>
            <p:nvPr/>
          </p:nvSpPr>
          <p:spPr bwMode="auto">
            <a:xfrm>
              <a:off x="1418" y="1598"/>
              <a:ext cx="306" cy="65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017" name="Freeform 260"/>
            <p:cNvSpPr>
              <a:spLocks noEditPoints="1"/>
            </p:cNvSpPr>
            <p:nvPr/>
          </p:nvSpPr>
          <p:spPr bwMode="auto">
            <a:xfrm>
              <a:off x="1414" y="1661"/>
              <a:ext cx="315" cy="98"/>
            </a:xfrm>
            <a:custGeom>
              <a:avLst/>
              <a:gdLst>
                <a:gd name="T0" fmla="*/ 1660 w 1660"/>
                <a:gd name="T1" fmla="*/ 8 h 402"/>
                <a:gd name="T2" fmla="*/ 1654 w 1660"/>
                <a:gd name="T3" fmla="*/ 2 h 402"/>
                <a:gd name="T4" fmla="*/ 1646 w 1660"/>
                <a:gd name="T5" fmla="*/ 0 h 402"/>
                <a:gd name="T6" fmla="*/ 1638 w 1660"/>
                <a:gd name="T7" fmla="*/ 4 h 402"/>
                <a:gd name="T8" fmla="*/ 1638 w 1660"/>
                <a:gd name="T9" fmla="*/ 14 h 402"/>
                <a:gd name="T10" fmla="*/ 1642 w 1660"/>
                <a:gd name="T11" fmla="*/ 20 h 402"/>
                <a:gd name="T12" fmla="*/ 1650 w 1660"/>
                <a:gd name="T13" fmla="*/ 22 h 402"/>
                <a:gd name="T14" fmla="*/ 1658 w 1660"/>
                <a:gd name="T15" fmla="*/ 16 h 402"/>
                <a:gd name="T16" fmla="*/ 1660 w 1660"/>
                <a:gd name="T17" fmla="*/ 8 h 402"/>
                <a:gd name="T18" fmla="*/ 0 w 1660"/>
                <a:gd name="T19" fmla="*/ 394 h 402"/>
                <a:gd name="T20" fmla="*/ 6 w 1660"/>
                <a:gd name="T21" fmla="*/ 400 h 402"/>
                <a:gd name="T22" fmla="*/ 14 w 1660"/>
                <a:gd name="T23" fmla="*/ 402 h 402"/>
                <a:gd name="T24" fmla="*/ 22 w 1660"/>
                <a:gd name="T25" fmla="*/ 398 h 402"/>
                <a:gd name="T26" fmla="*/ 22 w 1660"/>
                <a:gd name="T27" fmla="*/ 388 h 402"/>
                <a:gd name="T28" fmla="*/ 18 w 1660"/>
                <a:gd name="T29" fmla="*/ 382 h 402"/>
                <a:gd name="T30" fmla="*/ 10 w 1660"/>
                <a:gd name="T31" fmla="*/ 380 h 402"/>
                <a:gd name="T32" fmla="*/ 2 w 1660"/>
                <a:gd name="T33" fmla="*/ 386 h 402"/>
                <a:gd name="T34" fmla="*/ 0 w 1660"/>
                <a:gd name="T35" fmla="*/ 394 h 40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660"/>
                <a:gd name="T55" fmla="*/ 0 h 402"/>
                <a:gd name="T56" fmla="*/ 1660 w 1660"/>
                <a:gd name="T57" fmla="*/ 402 h 40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660" h="402">
                  <a:moveTo>
                    <a:pt x="1660" y="8"/>
                  </a:moveTo>
                  <a:lnTo>
                    <a:pt x="1654" y="2"/>
                  </a:lnTo>
                  <a:lnTo>
                    <a:pt x="1646" y="0"/>
                  </a:lnTo>
                  <a:lnTo>
                    <a:pt x="1638" y="4"/>
                  </a:lnTo>
                  <a:lnTo>
                    <a:pt x="1638" y="14"/>
                  </a:lnTo>
                  <a:lnTo>
                    <a:pt x="1642" y="20"/>
                  </a:lnTo>
                  <a:lnTo>
                    <a:pt x="1650" y="22"/>
                  </a:lnTo>
                  <a:lnTo>
                    <a:pt x="1658" y="16"/>
                  </a:lnTo>
                  <a:lnTo>
                    <a:pt x="1660" y="8"/>
                  </a:lnTo>
                  <a:close/>
                  <a:moveTo>
                    <a:pt x="0" y="394"/>
                  </a:moveTo>
                  <a:lnTo>
                    <a:pt x="6" y="400"/>
                  </a:lnTo>
                  <a:lnTo>
                    <a:pt x="14" y="402"/>
                  </a:lnTo>
                  <a:lnTo>
                    <a:pt x="22" y="398"/>
                  </a:lnTo>
                  <a:lnTo>
                    <a:pt x="22" y="388"/>
                  </a:lnTo>
                  <a:lnTo>
                    <a:pt x="18" y="382"/>
                  </a:lnTo>
                  <a:lnTo>
                    <a:pt x="10" y="380"/>
                  </a:lnTo>
                  <a:lnTo>
                    <a:pt x="2" y="386"/>
                  </a:lnTo>
                  <a:lnTo>
                    <a:pt x="0" y="394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18" name="Line 261"/>
            <p:cNvSpPr>
              <a:spLocks noChangeShapeType="1"/>
            </p:cNvSpPr>
            <p:nvPr/>
          </p:nvSpPr>
          <p:spPr bwMode="auto">
            <a:xfrm flipH="1">
              <a:off x="1418" y="1664"/>
              <a:ext cx="306" cy="91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019" name="Freeform 262"/>
            <p:cNvSpPr>
              <a:spLocks noEditPoints="1"/>
            </p:cNvSpPr>
            <p:nvPr/>
          </p:nvSpPr>
          <p:spPr bwMode="auto">
            <a:xfrm>
              <a:off x="1414" y="1934"/>
              <a:ext cx="281" cy="6"/>
            </a:xfrm>
            <a:custGeom>
              <a:avLst/>
              <a:gdLst>
                <a:gd name="T0" fmla="*/ 0 w 1481"/>
                <a:gd name="T1" fmla="*/ 12 h 24"/>
                <a:gd name="T2" fmla="*/ 4 w 1481"/>
                <a:gd name="T3" fmla="*/ 20 h 24"/>
                <a:gd name="T4" fmla="*/ 12 w 1481"/>
                <a:gd name="T5" fmla="*/ 24 h 24"/>
                <a:gd name="T6" fmla="*/ 20 w 1481"/>
                <a:gd name="T7" fmla="*/ 20 h 24"/>
                <a:gd name="T8" fmla="*/ 22 w 1481"/>
                <a:gd name="T9" fmla="*/ 12 h 24"/>
                <a:gd name="T10" fmla="*/ 20 w 1481"/>
                <a:gd name="T11" fmla="*/ 4 h 24"/>
                <a:gd name="T12" fmla="*/ 12 w 1481"/>
                <a:gd name="T13" fmla="*/ 0 h 24"/>
                <a:gd name="T14" fmla="*/ 4 w 1481"/>
                <a:gd name="T15" fmla="*/ 4 h 24"/>
                <a:gd name="T16" fmla="*/ 0 w 1481"/>
                <a:gd name="T17" fmla="*/ 12 h 24"/>
                <a:gd name="T18" fmla="*/ 1481 w 1481"/>
                <a:gd name="T19" fmla="*/ 12 h 24"/>
                <a:gd name="T20" fmla="*/ 1477 w 1481"/>
                <a:gd name="T21" fmla="*/ 4 h 24"/>
                <a:gd name="T22" fmla="*/ 1469 w 1481"/>
                <a:gd name="T23" fmla="*/ 0 h 24"/>
                <a:gd name="T24" fmla="*/ 1461 w 1481"/>
                <a:gd name="T25" fmla="*/ 4 h 24"/>
                <a:gd name="T26" fmla="*/ 1457 w 1481"/>
                <a:gd name="T27" fmla="*/ 12 h 24"/>
                <a:gd name="T28" fmla="*/ 1461 w 1481"/>
                <a:gd name="T29" fmla="*/ 20 h 24"/>
                <a:gd name="T30" fmla="*/ 1469 w 1481"/>
                <a:gd name="T31" fmla="*/ 24 h 24"/>
                <a:gd name="T32" fmla="*/ 1477 w 1481"/>
                <a:gd name="T33" fmla="*/ 20 h 24"/>
                <a:gd name="T34" fmla="*/ 1481 w 1481"/>
                <a:gd name="T35" fmla="*/ 12 h 2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81"/>
                <a:gd name="T55" fmla="*/ 0 h 24"/>
                <a:gd name="T56" fmla="*/ 1481 w 1481"/>
                <a:gd name="T57" fmla="*/ 24 h 2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81" h="24">
                  <a:moveTo>
                    <a:pt x="0" y="12"/>
                  </a:moveTo>
                  <a:lnTo>
                    <a:pt x="4" y="20"/>
                  </a:lnTo>
                  <a:lnTo>
                    <a:pt x="12" y="24"/>
                  </a:lnTo>
                  <a:lnTo>
                    <a:pt x="20" y="20"/>
                  </a:lnTo>
                  <a:lnTo>
                    <a:pt x="22" y="12"/>
                  </a:lnTo>
                  <a:lnTo>
                    <a:pt x="20" y="4"/>
                  </a:lnTo>
                  <a:lnTo>
                    <a:pt x="12" y="0"/>
                  </a:lnTo>
                  <a:lnTo>
                    <a:pt x="4" y="4"/>
                  </a:lnTo>
                  <a:lnTo>
                    <a:pt x="0" y="12"/>
                  </a:lnTo>
                  <a:close/>
                  <a:moveTo>
                    <a:pt x="1481" y="12"/>
                  </a:moveTo>
                  <a:lnTo>
                    <a:pt x="1477" y="4"/>
                  </a:lnTo>
                  <a:lnTo>
                    <a:pt x="1469" y="0"/>
                  </a:lnTo>
                  <a:lnTo>
                    <a:pt x="1461" y="4"/>
                  </a:lnTo>
                  <a:lnTo>
                    <a:pt x="1457" y="12"/>
                  </a:lnTo>
                  <a:lnTo>
                    <a:pt x="1461" y="20"/>
                  </a:lnTo>
                  <a:lnTo>
                    <a:pt x="1469" y="24"/>
                  </a:lnTo>
                  <a:lnTo>
                    <a:pt x="1477" y="20"/>
                  </a:lnTo>
                  <a:lnTo>
                    <a:pt x="1481" y="12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20" name="Line 263"/>
            <p:cNvSpPr>
              <a:spLocks noChangeShapeType="1"/>
            </p:cNvSpPr>
            <p:nvPr/>
          </p:nvSpPr>
          <p:spPr bwMode="auto">
            <a:xfrm>
              <a:off x="1418" y="1937"/>
              <a:ext cx="272" cy="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021" name="Line 264"/>
            <p:cNvSpPr>
              <a:spLocks noChangeShapeType="1"/>
            </p:cNvSpPr>
            <p:nvPr/>
          </p:nvSpPr>
          <p:spPr bwMode="auto">
            <a:xfrm flipH="1" flipV="1">
              <a:off x="1692" y="1937"/>
              <a:ext cx="149" cy="3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022" name="Line 265"/>
            <p:cNvSpPr>
              <a:spLocks noChangeShapeType="1"/>
            </p:cNvSpPr>
            <p:nvPr/>
          </p:nvSpPr>
          <p:spPr bwMode="auto">
            <a:xfrm>
              <a:off x="1416" y="1466"/>
              <a:ext cx="0" cy="132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023" name="Line 266"/>
            <p:cNvSpPr>
              <a:spLocks noChangeShapeType="1"/>
            </p:cNvSpPr>
            <p:nvPr/>
          </p:nvSpPr>
          <p:spPr bwMode="auto">
            <a:xfrm flipV="1">
              <a:off x="1008" y="1849"/>
              <a:ext cx="127" cy="91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024" name="Line 267"/>
            <p:cNvSpPr>
              <a:spLocks noChangeShapeType="1"/>
            </p:cNvSpPr>
            <p:nvPr/>
          </p:nvSpPr>
          <p:spPr bwMode="auto">
            <a:xfrm flipH="1">
              <a:off x="1726" y="1543"/>
              <a:ext cx="98" cy="12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7025" name="Rectangle 268"/>
            <p:cNvSpPr>
              <a:spLocks noChangeArrowheads="1"/>
            </p:cNvSpPr>
            <p:nvPr/>
          </p:nvSpPr>
          <p:spPr bwMode="auto">
            <a:xfrm>
              <a:off x="1193" y="1576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26" name="Rectangle 269"/>
            <p:cNvSpPr>
              <a:spLocks noChangeArrowheads="1"/>
            </p:cNvSpPr>
            <p:nvPr/>
          </p:nvSpPr>
          <p:spPr bwMode="auto">
            <a:xfrm>
              <a:off x="1184" y="1833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27" name="Rectangle 270"/>
            <p:cNvSpPr>
              <a:spLocks noChangeArrowheads="1"/>
            </p:cNvSpPr>
            <p:nvPr/>
          </p:nvSpPr>
          <p:spPr bwMode="auto">
            <a:xfrm>
              <a:off x="1448" y="1564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28" name="Rectangle 271"/>
            <p:cNvSpPr>
              <a:spLocks noChangeArrowheads="1"/>
            </p:cNvSpPr>
            <p:nvPr/>
          </p:nvSpPr>
          <p:spPr bwMode="auto">
            <a:xfrm>
              <a:off x="1448" y="1716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29" name="Rectangle 272"/>
            <p:cNvSpPr>
              <a:spLocks noChangeArrowheads="1"/>
            </p:cNvSpPr>
            <p:nvPr/>
          </p:nvSpPr>
          <p:spPr bwMode="auto">
            <a:xfrm>
              <a:off x="1448" y="1915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30" name="Rectangle 273"/>
            <p:cNvSpPr>
              <a:spLocks noChangeArrowheads="1"/>
            </p:cNvSpPr>
            <p:nvPr/>
          </p:nvSpPr>
          <p:spPr bwMode="auto">
            <a:xfrm>
              <a:off x="1757" y="1634"/>
              <a:ext cx="37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031" name="Rectangle 274"/>
            <p:cNvSpPr>
              <a:spLocks noChangeArrowheads="1"/>
            </p:cNvSpPr>
            <p:nvPr/>
          </p:nvSpPr>
          <p:spPr bwMode="auto">
            <a:xfrm>
              <a:off x="1721" y="1903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37032" name="AutoShape 275"/>
            <p:cNvCxnSpPr>
              <a:cxnSpLocks noChangeShapeType="1"/>
              <a:stCxn id="37025" idx="3"/>
              <a:endCxn id="37027" idx="1"/>
            </p:cNvCxnSpPr>
            <p:nvPr/>
          </p:nvCxnSpPr>
          <p:spPr bwMode="auto">
            <a:xfrm flipV="1">
              <a:off x="1229" y="1599"/>
              <a:ext cx="219" cy="1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033" name="AutoShape 276"/>
            <p:cNvCxnSpPr>
              <a:cxnSpLocks noChangeShapeType="1"/>
              <a:stCxn id="37025" idx="3"/>
              <a:endCxn id="37028" idx="1"/>
            </p:cNvCxnSpPr>
            <p:nvPr/>
          </p:nvCxnSpPr>
          <p:spPr bwMode="auto">
            <a:xfrm>
              <a:off x="1229" y="1611"/>
              <a:ext cx="219" cy="14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034" name="AutoShape 277"/>
            <p:cNvCxnSpPr>
              <a:cxnSpLocks noChangeShapeType="1"/>
              <a:stCxn id="37026" idx="3"/>
              <a:endCxn id="37028" idx="1"/>
            </p:cNvCxnSpPr>
            <p:nvPr/>
          </p:nvCxnSpPr>
          <p:spPr bwMode="auto">
            <a:xfrm flipV="1">
              <a:off x="1220" y="1751"/>
              <a:ext cx="228" cy="117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035" name="AutoShape 278"/>
            <p:cNvCxnSpPr>
              <a:cxnSpLocks noChangeShapeType="1"/>
              <a:stCxn id="37026" idx="3"/>
              <a:endCxn id="37029" idx="1"/>
            </p:cNvCxnSpPr>
            <p:nvPr/>
          </p:nvCxnSpPr>
          <p:spPr bwMode="auto">
            <a:xfrm>
              <a:off x="1220" y="1868"/>
              <a:ext cx="228" cy="8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036" name="AutoShape 279"/>
            <p:cNvCxnSpPr>
              <a:cxnSpLocks noChangeShapeType="1"/>
              <a:stCxn id="37028" idx="3"/>
              <a:endCxn id="37030" idx="1"/>
            </p:cNvCxnSpPr>
            <p:nvPr/>
          </p:nvCxnSpPr>
          <p:spPr bwMode="auto">
            <a:xfrm flipV="1">
              <a:off x="1484" y="1669"/>
              <a:ext cx="273" cy="8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037" name="AutoShape 280"/>
            <p:cNvCxnSpPr>
              <a:cxnSpLocks noChangeShapeType="1"/>
              <a:stCxn id="37029" idx="3"/>
              <a:endCxn id="37031" idx="1"/>
            </p:cNvCxnSpPr>
            <p:nvPr/>
          </p:nvCxnSpPr>
          <p:spPr bwMode="auto">
            <a:xfrm flipV="1">
              <a:off x="1484" y="1938"/>
              <a:ext cx="237" cy="1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038" name="AutoShape 281"/>
            <p:cNvCxnSpPr>
              <a:cxnSpLocks noChangeShapeType="1"/>
              <a:stCxn id="37031" idx="0"/>
              <a:endCxn id="37030" idx="2"/>
            </p:cNvCxnSpPr>
            <p:nvPr/>
          </p:nvCxnSpPr>
          <p:spPr bwMode="auto">
            <a:xfrm flipV="1">
              <a:off x="1739" y="1704"/>
              <a:ext cx="37" cy="199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039" name="AutoShape 282"/>
            <p:cNvCxnSpPr>
              <a:cxnSpLocks noChangeShapeType="1"/>
              <a:stCxn id="37026" idx="0"/>
              <a:endCxn id="37025" idx="2"/>
            </p:cNvCxnSpPr>
            <p:nvPr/>
          </p:nvCxnSpPr>
          <p:spPr bwMode="auto">
            <a:xfrm flipV="1">
              <a:off x="1202" y="1646"/>
              <a:ext cx="9" cy="187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040" name="AutoShape 283"/>
            <p:cNvCxnSpPr>
              <a:cxnSpLocks noChangeShapeType="1"/>
              <a:stCxn id="37027" idx="3"/>
              <a:endCxn id="37030" idx="1"/>
            </p:cNvCxnSpPr>
            <p:nvPr/>
          </p:nvCxnSpPr>
          <p:spPr bwMode="auto">
            <a:xfrm>
              <a:off x="1484" y="1599"/>
              <a:ext cx="273" cy="7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041" name="AutoShape 284"/>
            <p:cNvCxnSpPr>
              <a:cxnSpLocks noChangeShapeType="1"/>
              <a:endCxn id="37025" idx="1"/>
            </p:cNvCxnSpPr>
            <p:nvPr/>
          </p:nvCxnSpPr>
          <p:spPr bwMode="auto">
            <a:xfrm>
              <a:off x="1100" y="1557"/>
              <a:ext cx="93" cy="54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042" name="AutoShape 285"/>
            <p:cNvCxnSpPr>
              <a:cxnSpLocks noChangeShapeType="1"/>
              <a:endCxn id="37026" idx="1"/>
            </p:cNvCxnSpPr>
            <p:nvPr/>
          </p:nvCxnSpPr>
          <p:spPr bwMode="auto">
            <a:xfrm flipV="1">
              <a:off x="1109" y="1868"/>
              <a:ext cx="75" cy="4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043" name="AutoShape 286"/>
            <p:cNvCxnSpPr>
              <a:cxnSpLocks noChangeShapeType="1"/>
              <a:stCxn id="37027" idx="0"/>
            </p:cNvCxnSpPr>
            <p:nvPr/>
          </p:nvCxnSpPr>
          <p:spPr bwMode="auto">
            <a:xfrm flipV="1">
              <a:off x="1466" y="1503"/>
              <a:ext cx="19" cy="61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044" name="AutoShape 287"/>
            <p:cNvCxnSpPr>
              <a:cxnSpLocks noChangeShapeType="1"/>
              <a:stCxn id="37031" idx="3"/>
              <a:endCxn id="37048" idx="1"/>
            </p:cNvCxnSpPr>
            <p:nvPr/>
          </p:nvCxnSpPr>
          <p:spPr bwMode="auto">
            <a:xfrm>
              <a:off x="1757" y="1938"/>
              <a:ext cx="19" cy="1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045" name="AutoShape 288"/>
            <p:cNvCxnSpPr>
              <a:cxnSpLocks noChangeShapeType="1"/>
              <a:stCxn id="37030" idx="3"/>
            </p:cNvCxnSpPr>
            <p:nvPr/>
          </p:nvCxnSpPr>
          <p:spPr bwMode="auto">
            <a:xfrm flipV="1">
              <a:off x="1794" y="1576"/>
              <a:ext cx="54" cy="9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7046" name="Text Box 289"/>
            <p:cNvSpPr txBox="1">
              <a:spLocks noChangeArrowheads="1"/>
            </p:cNvSpPr>
            <p:nvPr/>
          </p:nvSpPr>
          <p:spPr bwMode="auto">
            <a:xfrm>
              <a:off x="1012" y="1462"/>
              <a:ext cx="15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A</a:t>
              </a:r>
            </a:p>
          </p:txBody>
        </p:sp>
        <p:sp>
          <p:nvSpPr>
            <p:cNvPr id="37047" name="Text Box 290"/>
            <p:cNvSpPr txBox="1">
              <a:spLocks noChangeArrowheads="1"/>
            </p:cNvSpPr>
            <p:nvPr/>
          </p:nvSpPr>
          <p:spPr bwMode="auto">
            <a:xfrm>
              <a:off x="1008" y="1852"/>
              <a:ext cx="15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B</a:t>
              </a:r>
            </a:p>
          </p:txBody>
        </p:sp>
        <p:sp>
          <p:nvSpPr>
            <p:cNvPr id="37048" name="Text Box 291"/>
            <p:cNvSpPr txBox="1">
              <a:spLocks noChangeArrowheads="1"/>
            </p:cNvSpPr>
            <p:nvPr/>
          </p:nvSpPr>
          <p:spPr bwMode="auto">
            <a:xfrm>
              <a:off x="1776" y="1889"/>
              <a:ext cx="15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E</a:t>
              </a:r>
            </a:p>
          </p:txBody>
        </p:sp>
        <p:sp>
          <p:nvSpPr>
            <p:cNvPr id="37049" name="Text Box 292"/>
            <p:cNvSpPr txBox="1">
              <a:spLocks noChangeArrowheads="1"/>
            </p:cNvSpPr>
            <p:nvPr/>
          </p:nvSpPr>
          <p:spPr bwMode="auto">
            <a:xfrm>
              <a:off x="1780" y="1474"/>
              <a:ext cx="160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D</a:t>
              </a:r>
            </a:p>
          </p:txBody>
        </p:sp>
        <p:sp>
          <p:nvSpPr>
            <p:cNvPr id="37050" name="Text Box 293"/>
            <p:cNvSpPr txBox="1">
              <a:spLocks noChangeArrowheads="1"/>
            </p:cNvSpPr>
            <p:nvPr/>
          </p:nvSpPr>
          <p:spPr bwMode="auto">
            <a:xfrm>
              <a:off x="1401" y="1392"/>
              <a:ext cx="160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C</a:t>
              </a:r>
            </a:p>
          </p:txBody>
        </p:sp>
      </p:grpSp>
      <p:sp>
        <p:nvSpPr>
          <p:cNvPr id="36877" name="AutoShape 294"/>
          <p:cNvSpPr>
            <a:spLocks noChangeArrowheads="1"/>
          </p:cNvSpPr>
          <p:nvPr/>
        </p:nvSpPr>
        <p:spPr bwMode="auto">
          <a:xfrm>
            <a:off x="4648200" y="3057525"/>
            <a:ext cx="1371600" cy="914400"/>
          </a:xfrm>
          <a:prstGeom prst="wedgeRectCallout">
            <a:avLst>
              <a:gd name="adj1" fmla="val -59259"/>
              <a:gd name="adj2" fmla="val 35069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grpSp>
        <p:nvGrpSpPr>
          <p:cNvPr id="36878" name="Group 295"/>
          <p:cNvGrpSpPr>
            <a:grpSpLocks/>
          </p:cNvGrpSpPr>
          <p:nvPr/>
        </p:nvGrpSpPr>
        <p:grpSpPr bwMode="auto">
          <a:xfrm>
            <a:off x="4572000" y="2981325"/>
            <a:ext cx="1479550" cy="1000125"/>
            <a:chOff x="1008" y="1392"/>
            <a:chExt cx="932" cy="630"/>
          </a:xfrm>
        </p:grpSpPr>
        <p:sp>
          <p:nvSpPr>
            <p:cNvPr id="36967" name="Freeform 296"/>
            <p:cNvSpPr>
              <a:spLocks noEditPoints="1"/>
            </p:cNvSpPr>
            <p:nvPr/>
          </p:nvSpPr>
          <p:spPr bwMode="auto">
            <a:xfrm>
              <a:off x="1134" y="1595"/>
              <a:ext cx="284" cy="6"/>
            </a:xfrm>
            <a:custGeom>
              <a:avLst/>
              <a:gdLst>
                <a:gd name="T0" fmla="*/ 1500 w 1500"/>
                <a:gd name="T1" fmla="*/ 10 h 22"/>
                <a:gd name="T2" fmla="*/ 1498 w 1500"/>
                <a:gd name="T3" fmla="*/ 2 h 22"/>
                <a:gd name="T4" fmla="*/ 1490 w 1500"/>
                <a:gd name="T5" fmla="*/ 0 h 22"/>
                <a:gd name="T6" fmla="*/ 1482 w 1500"/>
                <a:gd name="T7" fmla="*/ 2 h 22"/>
                <a:gd name="T8" fmla="*/ 1478 w 1500"/>
                <a:gd name="T9" fmla="*/ 10 h 22"/>
                <a:gd name="T10" fmla="*/ 1482 w 1500"/>
                <a:gd name="T11" fmla="*/ 18 h 22"/>
                <a:gd name="T12" fmla="*/ 1490 w 1500"/>
                <a:gd name="T13" fmla="*/ 22 h 22"/>
                <a:gd name="T14" fmla="*/ 1498 w 1500"/>
                <a:gd name="T15" fmla="*/ 18 h 22"/>
                <a:gd name="T16" fmla="*/ 1500 w 1500"/>
                <a:gd name="T17" fmla="*/ 10 h 22"/>
                <a:gd name="T18" fmla="*/ 0 w 1500"/>
                <a:gd name="T19" fmla="*/ 10 h 22"/>
                <a:gd name="T20" fmla="*/ 2 w 1500"/>
                <a:gd name="T21" fmla="*/ 18 h 22"/>
                <a:gd name="T22" fmla="*/ 10 w 1500"/>
                <a:gd name="T23" fmla="*/ 22 h 22"/>
                <a:gd name="T24" fmla="*/ 18 w 1500"/>
                <a:gd name="T25" fmla="*/ 18 h 22"/>
                <a:gd name="T26" fmla="*/ 21 w 1500"/>
                <a:gd name="T27" fmla="*/ 10 h 22"/>
                <a:gd name="T28" fmla="*/ 18 w 1500"/>
                <a:gd name="T29" fmla="*/ 2 h 22"/>
                <a:gd name="T30" fmla="*/ 10 w 1500"/>
                <a:gd name="T31" fmla="*/ 0 h 22"/>
                <a:gd name="T32" fmla="*/ 2 w 1500"/>
                <a:gd name="T33" fmla="*/ 2 h 22"/>
                <a:gd name="T34" fmla="*/ 0 w 1500"/>
                <a:gd name="T35" fmla="*/ 10 h 2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00"/>
                <a:gd name="T55" fmla="*/ 0 h 22"/>
                <a:gd name="T56" fmla="*/ 1500 w 1500"/>
                <a:gd name="T57" fmla="*/ 22 h 2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00" h="22">
                  <a:moveTo>
                    <a:pt x="1500" y="10"/>
                  </a:moveTo>
                  <a:lnTo>
                    <a:pt x="1498" y="2"/>
                  </a:lnTo>
                  <a:lnTo>
                    <a:pt x="1490" y="0"/>
                  </a:lnTo>
                  <a:lnTo>
                    <a:pt x="1482" y="2"/>
                  </a:lnTo>
                  <a:lnTo>
                    <a:pt x="1478" y="10"/>
                  </a:lnTo>
                  <a:lnTo>
                    <a:pt x="1482" y="18"/>
                  </a:lnTo>
                  <a:lnTo>
                    <a:pt x="1490" y="22"/>
                  </a:lnTo>
                  <a:lnTo>
                    <a:pt x="1498" y="18"/>
                  </a:lnTo>
                  <a:lnTo>
                    <a:pt x="1500" y="10"/>
                  </a:lnTo>
                  <a:close/>
                  <a:moveTo>
                    <a:pt x="0" y="10"/>
                  </a:moveTo>
                  <a:lnTo>
                    <a:pt x="2" y="18"/>
                  </a:lnTo>
                  <a:lnTo>
                    <a:pt x="10" y="22"/>
                  </a:lnTo>
                  <a:lnTo>
                    <a:pt x="18" y="18"/>
                  </a:lnTo>
                  <a:lnTo>
                    <a:pt x="21" y="10"/>
                  </a:lnTo>
                  <a:lnTo>
                    <a:pt x="18" y="2"/>
                  </a:lnTo>
                  <a:lnTo>
                    <a:pt x="10" y="0"/>
                  </a:lnTo>
                  <a:lnTo>
                    <a:pt x="2" y="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68" name="Line 297"/>
            <p:cNvSpPr>
              <a:spLocks noChangeShapeType="1"/>
            </p:cNvSpPr>
            <p:nvPr/>
          </p:nvSpPr>
          <p:spPr bwMode="auto">
            <a:xfrm flipH="1">
              <a:off x="1138" y="1598"/>
              <a:ext cx="276" cy="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6969" name="Freeform 298"/>
            <p:cNvSpPr>
              <a:spLocks noEditPoints="1"/>
            </p:cNvSpPr>
            <p:nvPr/>
          </p:nvSpPr>
          <p:spPr bwMode="auto">
            <a:xfrm>
              <a:off x="1134" y="1753"/>
              <a:ext cx="284" cy="99"/>
            </a:xfrm>
            <a:custGeom>
              <a:avLst/>
              <a:gdLst>
                <a:gd name="T0" fmla="*/ 0 w 1500"/>
                <a:gd name="T1" fmla="*/ 395 h 403"/>
                <a:gd name="T2" fmla="*/ 4 w 1500"/>
                <a:gd name="T3" fmla="*/ 403 h 403"/>
                <a:gd name="T4" fmla="*/ 14 w 1500"/>
                <a:gd name="T5" fmla="*/ 403 h 403"/>
                <a:gd name="T6" fmla="*/ 20 w 1500"/>
                <a:gd name="T7" fmla="*/ 399 h 403"/>
                <a:gd name="T8" fmla="*/ 21 w 1500"/>
                <a:gd name="T9" fmla="*/ 391 h 403"/>
                <a:gd name="T10" fmla="*/ 16 w 1500"/>
                <a:gd name="T11" fmla="*/ 383 h 403"/>
                <a:gd name="T12" fmla="*/ 8 w 1500"/>
                <a:gd name="T13" fmla="*/ 381 h 403"/>
                <a:gd name="T14" fmla="*/ 0 w 1500"/>
                <a:gd name="T15" fmla="*/ 387 h 403"/>
                <a:gd name="T16" fmla="*/ 0 w 1500"/>
                <a:gd name="T17" fmla="*/ 395 h 403"/>
                <a:gd name="T18" fmla="*/ 1500 w 1500"/>
                <a:gd name="T19" fmla="*/ 8 h 403"/>
                <a:gd name="T20" fmla="*/ 1496 w 1500"/>
                <a:gd name="T21" fmla="*/ 2 h 403"/>
                <a:gd name="T22" fmla="*/ 1486 w 1500"/>
                <a:gd name="T23" fmla="*/ 0 h 403"/>
                <a:gd name="T24" fmla="*/ 1480 w 1500"/>
                <a:gd name="T25" fmla="*/ 6 h 403"/>
                <a:gd name="T26" fmla="*/ 1478 w 1500"/>
                <a:gd name="T27" fmla="*/ 14 h 403"/>
                <a:gd name="T28" fmla="*/ 1484 w 1500"/>
                <a:gd name="T29" fmla="*/ 22 h 403"/>
                <a:gd name="T30" fmla="*/ 1492 w 1500"/>
                <a:gd name="T31" fmla="*/ 22 h 403"/>
                <a:gd name="T32" fmla="*/ 1500 w 1500"/>
                <a:gd name="T33" fmla="*/ 18 h 403"/>
                <a:gd name="T34" fmla="*/ 1500 w 1500"/>
                <a:gd name="T35" fmla="*/ 8 h 40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00"/>
                <a:gd name="T55" fmla="*/ 0 h 403"/>
                <a:gd name="T56" fmla="*/ 1500 w 1500"/>
                <a:gd name="T57" fmla="*/ 403 h 40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00" h="403">
                  <a:moveTo>
                    <a:pt x="0" y="395"/>
                  </a:moveTo>
                  <a:lnTo>
                    <a:pt x="4" y="403"/>
                  </a:lnTo>
                  <a:lnTo>
                    <a:pt x="14" y="403"/>
                  </a:lnTo>
                  <a:lnTo>
                    <a:pt x="20" y="399"/>
                  </a:lnTo>
                  <a:lnTo>
                    <a:pt x="21" y="391"/>
                  </a:lnTo>
                  <a:lnTo>
                    <a:pt x="16" y="383"/>
                  </a:lnTo>
                  <a:lnTo>
                    <a:pt x="8" y="381"/>
                  </a:lnTo>
                  <a:lnTo>
                    <a:pt x="0" y="387"/>
                  </a:lnTo>
                  <a:lnTo>
                    <a:pt x="0" y="395"/>
                  </a:lnTo>
                  <a:close/>
                  <a:moveTo>
                    <a:pt x="1500" y="8"/>
                  </a:moveTo>
                  <a:lnTo>
                    <a:pt x="1496" y="2"/>
                  </a:lnTo>
                  <a:lnTo>
                    <a:pt x="1486" y="0"/>
                  </a:lnTo>
                  <a:lnTo>
                    <a:pt x="1480" y="6"/>
                  </a:lnTo>
                  <a:lnTo>
                    <a:pt x="1478" y="14"/>
                  </a:lnTo>
                  <a:lnTo>
                    <a:pt x="1484" y="22"/>
                  </a:lnTo>
                  <a:lnTo>
                    <a:pt x="1492" y="22"/>
                  </a:lnTo>
                  <a:lnTo>
                    <a:pt x="1500" y="18"/>
                  </a:lnTo>
                  <a:lnTo>
                    <a:pt x="1500" y="8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70" name="Line 299"/>
            <p:cNvSpPr>
              <a:spLocks noChangeShapeType="1"/>
            </p:cNvSpPr>
            <p:nvPr/>
          </p:nvSpPr>
          <p:spPr bwMode="auto">
            <a:xfrm flipV="1">
              <a:off x="1138" y="1757"/>
              <a:ext cx="276" cy="92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6971" name="Freeform 300"/>
            <p:cNvSpPr>
              <a:spLocks noEditPoints="1"/>
            </p:cNvSpPr>
            <p:nvPr/>
          </p:nvSpPr>
          <p:spPr bwMode="auto">
            <a:xfrm>
              <a:off x="1134" y="1846"/>
              <a:ext cx="284" cy="93"/>
            </a:xfrm>
            <a:custGeom>
              <a:avLst/>
              <a:gdLst>
                <a:gd name="T0" fmla="*/ 0 w 1500"/>
                <a:gd name="T1" fmla="*/ 10 h 381"/>
                <a:gd name="T2" fmla="*/ 2 w 1500"/>
                <a:gd name="T3" fmla="*/ 18 h 381"/>
                <a:gd name="T4" fmla="*/ 8 w 1500"/>
                <a:gd name="T5" fmla="*/ 22 h 381"/>
                <a:gd name="T6" fmla="*/ 16 w 1500"/>
                <a:gd name="T7" fmla="*/ 22 h 381"/>
                <a:gd name="T8" fmla="*/ 21 w 1500"/>
                <a:gd name="T9" fmla="*/ 14 h 381"/>
                <a:gd name="T10" fmla="*/ 20 w 1500"/>
                <a:gd name="T11" fmla="*/ 6 h 381"/>
                <a:gd name="T12" fmla="*/ 14 w 1500"/>
                <a:gd name="T13" fmla="*/ 0 h 381"/>
                <a:gd name="T14" fmla="*/ 4 w 1500"/>
                <a:gd name="T15" fmla="*/ 2 h 381"/>
                <a:gd name="T16" fmla="*/ 0 w 1500"/>
                <a:gd name="T17" fmla="*/ 10 h 381"/>
                <a:gd name="T18" fmla="*/ 1500 w 1500"/>
                <a:gd name="T19" fmla="*/ 373 h 381"/>
                <a:gd name="T20" fmla="*/ 1500 w 1500"/>
                <a:gd name="T21" fmla="*/ 365 h 381"/>
                <a:gd name="T22" fmla="*/ 1492 w 1500"/>
                <a:gd name="T23" fmla="*/ 359 h 381"/>
                <a:gd name="T24" fmla="*/ 1484 w 1500"/>
                <a:gd name="T25" fmla="*/ 361 h 381"/>
                <a:gd name="T26" fmla="*/ 1478 w 1500"/>
                <a:gd name="T27" fmla="*/ 369 h 381"/>
                <a:gd name="T28" fmla="*/ 1480 w 1500"/>
                <a:gd name="T29" fmla="*/ 377 h 381"/>
                <a:gd name="T30" fmla="*/ 1486 w 1500"/>
                <a:gd name="T31" fmla="*/ 381 h 381"/>
                <a:gd name="T32" fmla="*/ 1496 w 1500"/>
                <a:gd name="T33" fmla="*/ 381 h 381"/>
                <a:gd name="T34" fmla="*/ 1500 w 1500"/>
                <a:gd name="T35" fmla="*/ 373 h 38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00"/>
                <a:gd name="T55" fmla="*/ 0 h 381"/>
                <a:gd name="T56" fmla="*/ 1500 w 1500"/>
                <a:gd name="T57" fmla="*/ 381 h 38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00" h="381">
                  <a:moveTo>
                    <a:pt x="0" y="10"/>
                  </a:moveTo>
                  <a:lnTo>
                    <a:pt x="2" y="18"/>
                  </a:lnTo>
                  <a:lnTo>
                    <a:pt x="8" y="22"/>
                  </a:lnTo>
                  <a:lnTo>
                    <a:pt x="16" y="22"/>
                  </a:lnTo>
                  <a:lnTo>
                    <a:pt x="21" y="14"/>
                  </a:lnTo>
                  <a:lnTo>
                    <a:pt x="20" y="6"/>
                  </a:lnTo>
                  <a:lnTo>
                    <a:pt x="14" y="0"/>
                  </a:lnTo>
                  <a:lnTo>
                    <a:pt x="4" y="2"/>
                  </a:lnTo>
                  <a:lnTo>
                    <a:pt x="0" y="10"/>
                  </a:lnTo>
                  <a:close/>
                  <a:moveTo>
                    <a:pt x="1500" y="373"/>
                  </a:moveTo>
                  <a:lnTo>
                    <a:pt x="1500" y="365"/>
                  </a:lnTo>
                  <a:lnTo>
                    <a:pt x="1492" y="359"/>
                  </a:lnTo>
                  <a:lnTo>
                    <a:pt x="1484" y="361"/>
                  </a:lnTo>
                  <a:lnTo>
                    <a:pt x="1478" y="369"/>
                  </a:lnTo>
                  <a:lnTo>
                    <a:pt x="1480" y="377"/>
                  </a:lnTo>
                  <a:lnTo>
                    <a:pt x="1486" y="381"/>
                  </a:lnTo>
                  <a:lnTo>
                    <a:pt x="1496" y="381"/>
                  </a:lnTo>
                  <a:lnTo>
                    <a:pt x="1500" y="373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72" name="Line 301"/>
            <p:cNvSpPr>
              <a:spLocks noChangeShapeType="1"/>
            </p:cNvSpPr>
            <p:nvPr/>
          </p:nvSpPr>
          <p:spPr bwMode="auto">
            <a:xfrm>
              <a:off x="1138" y="1850"/>
              <a:ext cx="276" cy="86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6973" name="Freeform 302"/>
            <p:cNvSpPr>
              <a:spLocks noEditPoints="1"/>
            </p:cNvSpPr>
            <p:nvPr/>
          </p:nvSpPr>
          <p:spPr bwMode="auto">
            <a:xfrm>
              <a:off x="1414" y="1595"/>
              <a:ext cx="315" cy="71"/>
            </a:xfrm>
            <a:custGeom>
              <a:avLst/>
              <a:gdLst>
                <a:gd name="T0" fmla="*/ 0 w 1660"/>
                <a:gd name="T1" fmla="*/ 10 h 291"/>
                <a:gd name="T2" fmla="*/ 2 w 1660"/>
                <a:gd name="T3" fmla="*/ 18 h 291"/>
                <a:gd name="T4" fmla="*/ 10 w 1660"/>
                <a:gd name="T5" fmla="*/ 22 h 291"/>
                <a:gd name="T6" fmla="*/ 18 w 1660"/>
                <a:gd name="T7" fmla="*/ 20 h 291"/>
                <a:gd name="T8" fmla="*/ 22 w 1660"/>
                <a:gd name="T9" fmla="*/ 12 h 291"/>
                <a:gd name="T10" fmla="*/ 20 w 1660"/>
                <a:gd name="T11" fmla="*/ 4 h 291"/>
                <a:gd name="T12" fmla="*/ 14 w 1660"/>
                <a:gd name="T13" fmla="*/ 0 h 291"/>
                <a:gd name="T14" fmla="*/ 6 w 1660"/>
                <a:gd name="T15" fmla="*/ 2 h 291"/>
                <a:gd name="T16" fmla="*/ 0 w 1660"/>
                <a:gd name="T17" fmla="*/ 10 h 291"/>
                <a:gd name="T18" fmla="*/ 1660 w 1660"/>
                <a:gd name="T19" fmla="*/ 281 h 291"/>
                <a:gd name="T20" fmla="*/ 1658 w 1660"/>
                <a:gd name="T21" fmla="*/ 273 h 291"/>
                <a:gd name="T22" fmla="*/ 1650 w 1660"/>
                <a:gd name="T23" fmla="*/ 269 h 291"/>
                <a:gd name="T24" fmla="*/ 1642 w 1660"/>
                <a:gd name="T25" fmla="*/ 271 h 291"/>
                <a:gd name="T26" fmla="*/ 1638 w 1660"/>
                <a:gd name="T27" fmla="*/ 279 h 291"/>
                <a:gd name="T28" fmla="*/ 1638 w 1660"/>
                <a:gd name="T29" fmla="*/ 287 h 291"/>
                <a:gd name="T30" fmla="*/ 1646 w 1660"/>
                <a:gd name="T31" fmla="*/ 291 h 291"/>
                <a:gd name="T32" fmla="*/ 1654 w 1660"/>
                <a:gd name="T33" fmla="*/ 289 h 291"/>
                <a:gd name="T34" fmla="*/ 1660 w 1660"/>
                <a:gd name="T35" fmla="*/ 281 h 29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660"/>
                <a:gd name="T55" fmla="*/ 0 h 291"/>
                <a:gd name="T56" fmla="*/ 1660 w 1660"/>
                <a:gd name="T57" fmla="*/ 291 h 29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660" h="291">
                  <a:moveTo>
                    <a:pt x="0" y="10"/>
                  </a:moveTo>
                  <a:lnTo>
                    <a:pt x="2" y="18"/>
                  </a:lnTo>
                  <a:lnTo>
                    <a:pt x="10" y="22"/>
                  </a:lnTo>
                  <a:lnTo>
                    <a:pt x="18" y="20"/>
                  </a:lnTo>
                  <a:lnTo>
                    <a:pt x="22" y="12"/>
                  </a:lnTo>
                  <a:lnTo>
                    <a:pt x="20" y="4"/>
                  </a:lnTo>
                  <a:lnTo>
                    <a:pt x="14" y="0"/>
                  </a:lnTo>
                  <a:lnTo>
                    <a:pt x="6" y="2"/>
                  </a:lnTo>
                  <a:lnTo>
                    <a:pt x="0" y="10"/>
                  </a:lnTo>
                  <a:close/>
                  <a:moveTo>
                    <a:pt x="1660" y="281"/>
                  </a:moveTo>
                  <a:lnTo>
                    <a:pt x="1658" y="273"/>
                  </a:lnTo>
                  <a:lnTo>
                    <a:pt x="1650" y="269"/>
                  </a:lnTo>
                  <a:lnTo>
                    <a:pt x="1642" y="271"/>
                  </a:lnTo>
                  <a:lnTo>
                    <a:pt x="1638" y="279"/>
                  </a:lnTo>
                  <a:lnTo>
                    <a:pt x="1638" y="287"/>
                  </a:lnTo>
                  <a:lnTo>
                    <a:pt x="1646" y="291"/>
                  </a:lnTo>
                  <a:lnTo>
                    <a:pt x="1654" y="289"/>
                  </a:lnTo>
                  <a:lnTo>
                    <a:pt x="1660" y="281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74" name="Line 303"/>
            <p:cNvSpPr>
              <a:spLocks noChangeShapeType="1"/>
            </p:cNvSpPr>
            <p:nvPr/>
          </p:nvSpPr>
          <p:spPr bwMode="auto">
            <a:xfrm>
              <a:off x="1418" y="1598"/>
              <a:ext cx="306" cy="65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6975" name="Freeform 304"/>
            <p:cNvSpPr>
              <a:spLocks noEditPoints="1"/>
            </p:cNvSpPr>
            <p:nvPr/>
          </p:nvSpPr>
          <p:spPr bwMode="auto">
            <a:xfrm>
              <a:off x="1414" y="1661"/>
              <a:ext cx="315" cy="98"/>
            </a:xfrm>
            <a:custGeom>
              <a:avLst/>
              <a:gdLst>
                <a:gd name="T0" fmla="*/ 1660 w 1660"/>
                <a:gd name="T1" fmla="*/ 8 h 402"/>
                <a:gd name="T2" fmla="*/ 1654 w 1660"/>
                <a:gd name="T3" fmla="*/ 2 h 402"/>
                <a:gd name="T4" fmla="*/ 1646 w 1660"/>
                <a:gd name="T5" fmla="*/ 0 h 402"/>
                <a:gd name="T6" fmla="*/ 1638 w 1660"/>
                <a:gd name="T7" fmla="*/ 4 h 402"/>
                <a:gd name="T8" fmla="*/ 1638 w 1660"/>
                <a:gd name="T9" fmla="*/ 14 h 402"/>
                <a:gd name="T10" fmla="*/ 1642 w 1660"/>
                <a:gd name="T11" fmla="*/ 20 h 402"/>
                <a:gd name="T12" fmla="*/ 1650 w 1660"/>
                <a:gd name="T13" fmla="*/ 22 h 402"/>
                <a:gd name="T14" fmla="*/ 1658 w 1660"/>
                <a:gd name="T15" fmla="*/ 16 h 402"/>
                <a:gd name="T16" fmla="*/ 1660 w 1660"/>
                <a:gd name="T17" fmla="*/ 8 h 402"/>
                <a:gd name="T18" fmla="*/ 0 w 1660"/>
                <a:gd name="T19" fmla="*/ 394 h 402"/>
                <a:gd name="T20" fmla="*/ 6 w 1660"/>
                <a:gd name="T21" fmla="*/ 400 h 402"/>
                <a:gd name="T22" fmla="*/ 14 w 1660"/>
                <a:gd name="T23" fmla="*/ 402 h 402"/>
                <a:gd name="T24" fmla="*/ 22 w 1660"/>
                <a:gd name="T25" fmla="*/ 398 h 402"/>
                <a:gd name="T26" fmla="*/ 22 w 1660"/>
                <a:gd name="T27" fmla="*/ 388 h 402"/>
                <a:gd name="T28" fmla="*/ 18 w 1660"/>
                <a:gd name="T29" fmla="*/ 382 h 402"/>
                <a:gd name="T30" fmla="*/ 10 w 1660"/>
                <a:gd name="T31" fmla="*/ 380 h 402"/>
                <a:gd name="T32" fmla="*/ 2 w 1660"/>
                <a:gd name="T33" fmla="*/ 386 h 402"/>
                <a:gd name="T34" fmla="*/ 0 w 1660"/>
                <a:gd name="T35" fmla="*/ 394 h 40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660"/>
                <a:gd name="T55" fmla="*/ 0 h 402"/>
                <a:gd name="T56" fmla="*/ 1660 w 1660"/>
                <a:gd name="T57" fmla="*/ 402 h 40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660" h="402">
                  <a:moveTo>
                    <a:pt x="1660" y="8"/>
                  </a:moveTo>
                  <a:lnTo>
                    <a:pt x="1654" y="2"/>
                  </a:lnTo>
                  <a:lnTo>
                    <a:pt x="1646" y="0"/>
                  </a:lnTo>
                  <a:lnTo>
                    <a:pt x="1638" y="4"/>
                  </a:lnTo>
                  <a:lnTo>
                    <a:pt x="1638" y="14"/>
                  </a:lnTo>
                  <a:lnTo>
                    <a:pt x="1642" y="20"/>
                  </a:lnTo>
                  <a:lnTo>
                    <a:pt x="1650" y="22"/>
                  </a:lnTo>
                  <a:lnTo>
                    <a:pt x="1658" y="16"/>
                  </a:lnTo>
                  <a:lnTo>
                    <a:pt x="1660" y="8"/>
                  </a:lnTo>
                  <a:close/>
                  <a:moveTo>
                    <a:pt x="0" y="394"/>
                  </a:moveTo>
                  <a:lnTo>
                    <a:pt x="6" y="400"/>
                  </a:lnTo>
                  <a:lnTo>
                    <a:pt x="14" y="402"/>
                  </a:lnTo>
                  <a:lnTo>
                    <a:pt x="22" y="398"/>
                  </a:lnTo>
                  <a:lnTo>
                    <a:pt x="22" y="388"/>
                  </a:lnTo>
                  <a:lnTo>
                    <a:pt x="18" y="382"/>
                  </a:lnTo>
                  <a:lnTo>
                    <a:pt x="10" y="380"/>
                  </a:lnTo>
                  <a:lnTo>
                    <a:pt x="2" y="386"/>
                  </a:lnTo>
                  <a:lnTo>
                    <a:pt x="0" y="394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76" name="Line 305"/>
            <p:cNvSpPr>
              <a:spLocks noChangeShapeType="1"/>
            </p:cNvSpPr>
            <p:nvPr/>
          </p:nvSpPr>
          <p:spPr bwMode="auto">
            <a:xfrm flipH="1">
              <a:off x="1418" y="1664"/>
              <a:ext cx="306" cy="91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6977" name="Freeform 306"/>
            <p:cNvSpPr>
              <a:spLocks noEditPoints="1"/>
            </p:cNvSpPr>
            <p:nvPr/>
          </p:nvSpPr>
          <p:spPr bwMode="auto">
            <a:xfrm>
              <a:off x="1414" y="1934"/>
              <a:ext cx="281" cy="6"/>
            </a:xfrm>
            <a:custGeom>
              <a:avLst/>
              <a:gdLst>
                <a:gd name="T0" fmla="*/ 0 w 1481"/>
                <a:gd name="T1" fmla="*/ 12 h 24"/>
                <a:gd name="T2" fmla="*/ 4 w 1481"/>
                <a:gd name="T3" fmla="*/ 20 h 24"/>
                <a:gd name="T4" fmla="*/ 12 w 1481"/>
                <a:gd name="T5" fmla="*/ 24 h 24"/>
                <a:gd name="T6" fmla="*/ 20 w 1481"/>
                <a:gd name="T7" fmla="*/ 20 h 24"/>
                <a:gd name="T8" fmla="*/ 22 w 1481"/>
                <a:gd name="T9" fmla="*/ 12 h 24"/>
                <a:gd name="T10" fmla="*/ 20 w 1481"/>
                <a:gd name="T11" fmla="*/ 4 h 24"/>
                <a:gd name="T12" fmla="*/ 12 w 1481"/>
                <a:gd name="T13" fmla="*/ 0 h 24"/>
                <a:gd name="T14" fmla="*/ 4 w 1481"/>
                <a:gd name="T15" fmla="*/ 4 h 24"/>
                <a:gd name="T16" fmla="*/ 0 w 1481"/>
                <a:gd name="T17" fmla="*/ 12 h 24"/>
                <a:gd name="T18" fmla="*/ 1481 w 1481"/>
                <a:gd name="T19" fmla="*/ 12 h 24"/>
                <a:gd name="T20" fmla="*/ 1477 w 1481"/>
                <a:gd name="T21" fmla="*/ 4 h 24"/>
                <a:gd name="T22" fmla="*/ 1469 w 1481"/>
                <a:gd name="T23" fmla="*/ 0 h 24"/>
                <a:gd name="T24" fmla="*/ 1461 w 1481"/>
                <a:gd name="T25" fmla="*/ 4 h 24"/>
                <a:gd name="T26" fmla="*/ 1457 w 1481"/>
                <a:gd name="T27" fmla="*/ 12 h 24"/>
                <a:gd name="T28" fmla="*/ 1461 w 1481"/>
                <a:gd name="T29" fmla="*/ 20 h 24"/>
                <a:gd name="T30" fmla="*/ 1469 w 1481"/>
                <a:gd name="T31" fmla="*/ 24 h 24"/>
                <a:gd name="T32" fmla="*/ 1477 w 1481"/>
                <a:gd name="T33" fmla="*/ 20 h 24"/>
                <a:gd name="T34" fmla="*/ 1481 w 1481"/>
                <a:gd name="T35" fmla="*/ 12 h 2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81"/>
                <a:gd name="T55" fmla="*/ 0 h 24"/>
                <a:gd name="T56" fmla="*/ 1481 w 1481"/>
                <a:gd name="T57" fmla="*/ 24 h 2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81" h="24">
                  <a:moveTo>
                    <a:pt x="0" y="12"/>
                  </a:moveTo>
                  <a:lnTo>
                    <a:pt x="4" y="20"/>
                  </a:lnTo>
                  <a:lnTo>
                    <a:pt x="12" y="24"/>
                  </a:lnTo>
                  <a:lnTo>
                    <a:pt x="20" y="20"/>
                  </a:lnTo>
                  <a:lnTo>
                    <a:pt x="22" y="12"/>
                  </a:lnTo>
                  <a:lnTo>
                    <a:pt x="20" y="4"/>
                  </a:lnTo>
                  <a:lnTo>
                    <a:pt x="12" y="0"/>
                  </a:lnTo>
                  <a:lnTo>
                    <a:pt x="4" y="4"/>
                  </a:lnTo>
                  <a:lnTo>
                    <a:pt x="0" y="12"/>
                  </a:lnTo>
                  <a:close/>
                  <a:moveTo>
                    <a:pt x="1481" y="12"/>
                  </a:moveTo>
                  <a:lnTo>
                    <a:pt x="1477" y="4"/>
                  </a:lnTo>
                  <a:lnTo>
                    <a:pt x="1469" y="0"/>
                  </a:lnTo>
                  <a:lnTo>
                    <a:pt x="1461" y="4"/>
                  </a:lnTo>
                  <a:lnTo>
                    <a:pt x="1457" y="12"/>
                  </a:lnTo>
                  <a:lnTo>
                    <a:pt x="1461" y="20"/>
                  </a:lnTo>
                  <a:lnTo>
                    <a:pt x="1469" y="24"/>
                  </a:lnTo>
                  <a:lnTo>
                    <a:pt x="1477" y="20"/>
                  </a:lnTo>
                  <a:lnTo>
                    <a:pt x="1481" y="12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78" name="Line 307"/>
            <p:cNvSpPr>
              <a:spLocks noChangeShapeType="1"/>
            </p:cNvSpPr>
            <p:nvPr/>
          </p:nvSpPr>
          <p:spPr bwMode="auto">
            <a:xfrm>
              <a:off x="1418" y="1937"/>
              <a:ext cx="272" cy="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6979" name="Line 308"/>
            <p:cNvSpPr>
              <a:spLocks noChangeShapeType="1"/>
            </p:cNvSpPr>
            <p:nvPr/>
          </p:nvSpPr>
          <p:spPr bwMode="auto">
            <a:xfrm flipH="1" flipV="1">
              <a:off x="1692" y="1937"/>
              <a:ext cx="149" cy="3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6980" name="Line 309"/>
            <p:cNvSpPr>
              <a:spLocks noChangeShapeType="1"/>
            </p:cNvSpPr>
            <p:nvPr/>
          </p:nvSpPr>
          <p:spPr bwMode="auto">
            <a:xfrm>
              <a:off x="1416" y="1466"/>
              <a:ext cx="0" cy="132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6981" name="Line 310"/>
            <p:cNvSpPr>
              <a:spLocks noChangeShapeType="1"/>
            </p:cNvSpPr>
            <p:nvPr/>
          </p:nvSpPr>
          <p:spPr bwMode="auto">
            <a:xfrm flipV="1">
              <a:off x="1008" y="1849"/>
              <a:ext cx="127" cy="91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6982" name="Line 311"/>
            <p:cNvSpPr>
              <a:spLocks noChangeShapeType="1"/>
            </p:cNvSpPr>
            <p:nvPr/>
          </p:nvSpPr>
          <p:spPr bwMode="auto">
            <a:xfrm flipH="1">
              <a:off x="1726" y="1543"/>
              <a:ext cx="98" cy="12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6983" name="Rectangle 312"/>
            <p:cNvSpPr>
              <a:spLocks noChangeArrowheads="1"/>
            </p:cNvSpPr>
            <p:nvPr/>
          </p:nvSpPr>
          <p:spPr bwMode="auto">
            <a:xfrm>
              <a:off x="1193" y="1576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84" name="Rectangle 313"/>
            <p:cNvSpPr>
              <a:spLocks noChangeArrowheads="1"/>
            </p:cNvSpPr>
            <p:nvPr/>
          </p:nvSpPr>
          <p:spPr bwMode="auto">
            <a:xfrm>
              <a:off x="1184" y="1833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85" name="Rectangle 314"/>
            <p:cNvSpPr>
              <a:spLocks noChangeArrowheads="1"/>
            </p:cNvSpPr>
            <p:nvPr/>
          </p:nvSpPr>
          <p:spPr bwMode="auto">
            <a:xfrm>
              <a:off x="1448" y="1564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86" name="Rectangle 315"/>
            <p:cNvSpPr>
              <a:spLocks noChangeArrowheads="1"/>
            </p:cNvSpPr>
            <p:nvPr/>
          </p:nvSpPr>
          <p:spPr bwMode="auto">
            <a:xfrm>
              <a:off x="1448" y="1716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87" name="Rectangle 316"/>
            <p:cNvSpPr>
              <a:spLocks noChangeArrowheads="1"/>
            </p:cNvSpPr>
            <p:nvPr/>
          </p:nvSpPr>
          <p:spPr bwMode="auto">
            <a:xfrm>
              <a:off x="1448" y="1915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88" name="Rectangle 317"/>
            <p:cNvSpPr>
              <a:spLocks noChangeArrowheads="1"/>
            </p:cNvSpPr>
            <p:nvPr/>
          </p:nvSpPr>
          <p:spPr bwMode="auto">
            <a:xfrm>
              <a:off x="1757" y="1634"/>
              <a:ext cx="37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89" name="Rectangle 318"/>
            <p:cNvSpPr>
              <a:spLocks noChangeArrowheads="1"/>
            </p:cNvSpPr>
            <p:nvPr/>
          </p:nvSpPr>
          <p:spPr bwMode="auto">
            <a:xfrm>
              <a:off x="1721" y="1903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36990" name="AutoShape 319"/>
            <p:cNvCxnSpPr>
              <a:cxnSpLocks noChangeShapeType="1"/>
              <a:stCxn id="36983" idx="3"/>
              <a:endCxn id="36985" idx="1"/>
            </p:cNvCxnSpPr>
            <p:nvPr/>
          </p:nvCxnSpPr>
          <p:spPr bwMode="auto">
            <a:xfrm flipV="1">
              <a:off x="1229" y="1599"/>
              <a:ext cx="219" cy="1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91" name="AutoShape 320"/>
            <p:cNvCxnSpPr>
              <a:cxnSpLocks noChangeShapeType="1"/>
              <a:stCxn id="36983" idx="3"/>
              <a:endCxn id="36986" idx="1"/>
            </p:cNvCxnSpPr>
            <p:nvPr/>
          </p:nvCxnSpPr>
          <p:spPr bwMode="auto">
            <a:xfrm>
              <a:off x="1229" y="1611"/>
              <a:ext cx="219" cy="14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92" name="AutoShape 321"/>
            <p:cNvCxnSpPr>
              <a:cxnSpLocks noChangeShapeType="1"/>
              <a:stCxn id="36984" idx="3"/>
              <a:endCxn id="36986" idx="1"/>
            </p:cNvCxnSpPr>
            <p:nvPr/>
          </p:nvCxnSpPr>
          <p:spPr bwMode="auto">
            <a:xfrm flipV="1">
              <a:off x="1220" y="1751"/>
              <a:ext cx="228" cy="117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93" name="AutoShape 322"/>
            <p:cNvCxnSpPr>
              <a:cxnSpLocks noChangeShapeType="1"/>
              <a:stCxn id="36984" idx="3"/>
              <a:endCxn id="36987" idx="1"/>
            </p:cNvCxnSpPr>
            <p:nvPr/>
          </p:nvCxnSpPr>
          <p:spPr bwMode="auto">
            <a:xfrm>
              <a:off x="1220" y="1868"/>
              <a:ext cx="228" cy="8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94" name="AutoShape 323"/>
            <p:cNvCxnSpPr>
              <a:cxnSpLocks noChangeShapeType="1"/>
              <a:stCxn id="36986" idx="3"/>
              <a:endCxn id="36988" idx="1"/>
            </p:cNvCxnSpPr>
            <p:nvPr/>
          </p:nvCxnSpPr>
          <p:spPr bwMode="auto">
            <a:xfrm flipV="1">
              <a:off x="1484" y="1669"/>
              <a:ext cx="273" cy="8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95" name="AutoShape 324"/>
            <p:cNvCxnSpPr>
              <a:cxnSpLocks noChangeShapeType="1"/>
              <a:stCxn id="36987" idx="3"/>
              <a:endCxn id="36989" idx="1"/>
            </p:cNvCxnSpPr>
            <p:nvPr/>
          </p:nvCxnSpPr>
          <p:spPr bwMode="auto">
            <a:xfrm flipV="1">
              <a:off x="1484" y="1938"/>
              <a:ext cx="237" cy="1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96" name="AutoShape 325"/>
            <p:cNvCxnSpPr>
              <a:cxnSpLocks noChangeShapeType="1"/>
              <a:stCxn id="36989" idx="0"/>
              <a:endCxn id="36988" idx="2"/>
            </p:cNvCxnSpPr>
            <p:nvPr/>
          </p:nvCxnSpPr>
          <p:spPr bwMode="auto">
            <a:xfrm flipV="1">
              <a:off x="1739" y="1704"/>
              <a:ext cx="37" cy="199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97" name="AutoShape 326"/>
            <p:cNvCxnSpPr>
              <a:cxnSpLocks noChangeShapeType="1"/>
              <a:stCxn id="36984" idx="0"/>
              <a:endCxn id="36983" idx="2"/>
            </p:cNvCxnSpPr>
            <p:nvPr/>
          </p:nvCxnSpPr>
          <p:spPr bwMode="auto">
            <a:xfrm flipV="1">
              <a:off x="1202" y="1646"/>
              <a:ext cx="9" cy="187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98" name="AutoShape 327"/>
            <p:cNvCxnSpPr>
              <a:cxnSpLocks noChangeShapeType="1"/>
              <a:stCxn id="36985" idx="3"/>
              <a:endCxn id="36988" idx="1"/>
            </p:cNvCxnSpPr>
            <p:nvPr/>
          </p:nvCxnSpPr>
          <p:spPr bwMode="auto">
            <a:xfrm>
              <a:off x="1484" y="1599"/>
              <a:ext cx="273" cy="7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99" name="AutoShape 328"/>
            <p:cNvCxnSpPr>
              <a:cxnSpLocks noChangeShapeType="1"/>
              <a:endCxn id="36983" idx="1"/>
            </p:cNvCxnSpPr>
            <p:nvPr/>
          </p:nvCxnSpPr>
          <p:spPr bwMode="auto">
            <a:xfrm>
              <a:off x="1100" y="1557"/>
              <a:ext cx="93" cy="54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000" name="AutoShape 329"/>
            <p:cNvCxnSpPr>
              <a:cxnSpLocks noChangeShapeType="1"/>
              <a:endCxn id="36984" idx="1"/>
            </p:cNvCxnSpPr>
            <p:nvPr/>
          </p:nvCxnSpPr>
          <p:spPr bwMode="auto">
            <a:xfrm flipV="1">
              <a:off x="1109" y="1868"/>
              <a:ext cx="75" cy="4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001" name="AutoShape 330"/>
            <p:cNvCxnSpPr>
              <a:cxnSpLocks noChangeShapeType="1"/>
              <a:stCxn id="36985" idx="0"/>
            </p:cNvCxnSpPr>
            <p:nvPr/>
          </p:nvCxnSpPr>
          <p:spPr bwMode="auto">
            <a:xfrm flipV="1">
              <a:off x="1466" y="1503"/>
              <a:ext cx="19" cy="61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002" name="AutoShape 331"/>
            <p:cNvCxnSpPr>
              <a:cxnSpLocks noChangeShapeType="1"/>
              <a:stCxn id="36989" idx="3"/>
              <a:endCxn id="37006" idx="1"/>
            </p:cNvCxnSpPr>
            <p:nvPr/>
          </p:nvCxnSpPr>
          <p:spPr bwMode="auto">
            <a:xfrm>
              <a:off x="1757" y="1938"/>
              <a:ext cx="19" cy="1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003" name="AutoShape 332"/>
            <p:cNvCxnSpPr>
              <a:cxnSpLocks noChangeShapeType="1"/>
              <a:stCxn id="36988" idx="3"/>
            </p:cNvCxnSpPr>
            <p:nvPr/>
          </p:nvCxnSpPr>
          <p:spPr bwMode="auto">
            <a:xfrm flipV="1">
              <a:off x="1794" y="1576"/>
              <a:ext cx="54" cy="9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7004" name="Text Box 333"/>
            <p:cNvSpPr txBox="1">
              <a:spLocks noChangeArrowheads="1"/>
            </p:cNvSpPr>
            <p:nvPr/>
          </p:nvSpPr>
          <p:spPr bwMode="auto">
            <a:xfrm>
              <a:off x="1012" y="1462"/>
              <a:ext cx="15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A</a:t>
              </a:r>
            </a:p>
          </p:txBody>
        </p:sp>
        <p:sp>
          <p:nvSpPr>
            <p:cNvPr id="37005" name="Text Box 334"/>
            <p:cNvSpPr txBox="1">
              <a:spLocks noChangeArrowheads="1"/>
            </p:cNvSpPr>
            <p:nvPr/>
          </p:nvSpPr>
          <p:spPr bwMode="auto">
            <a:xfrm>
              <a:off x="1008" y="1852"/>
              <a:ext cx="15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B</a:t>
              </a:r>
            </a:p>
          </p:txBody>
        </p:sp>
        <p:sp>
          <p:nvSpPr>
            <p:cNvPr id="37006" name="Text Box 335"/>
            <p:cNvSpPr txBox="1">
              <a:spLocks noChangeArrowheads="1"/>
            </p:cNvSpPr>
            <p:nvPr/>
          </p:nvSpPr>
          <p:spPr bwMode="auto">
            <a:xfrm>
              <a:off x="1776" y="1889"/>
              <a:ext cx="15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E</a:t>
              </a:r>
            </a:p>
          </p:txBody>
        </p:sp>
        <p:sp>
          <p:nvSpPr>
            <p:cNvPr id="37007" name="Text Box 336"/>
            <p:cNvSpPr txBox="1">
              <a:spLocks noChangeArrowheads="1"/>
            </p:cNvSpPr>
            <p:nvPr/>
          </p:nvSpPr>
          <p:spPr bwMode="auto">
            <a:xfrm>
              <a:off x="1780" y="1474"/>
              <a:ext cx="160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D</a:t>
              </a:r>
            </a:p>
          </p:txBody>
        </p:sp>
        <p:sp>
          <p:nvSpPr>
            <p:cNvPr id="37008" name="Text Box 337"/>
            <p:cNvSpPr txBox="1">
              <a:spLocks noChangeArrowheads="1"/>
            </p:cNvSpPr>
            <p:nvPr/>
          </p:nvSpPr>
          <p:spPr bwMode="auto">
            <a:xfrm>
              <a:off x="1401" y="1392"/>
              <a:ext cx="160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C</a:t>
              </a:r>
            </a:p>
          </p:txBody>
        </p:sp>
      </p:grpSp>
      <p:sp>
        <p:nvSpPr>
          <p:cNvPr id="36879" name="AutoShape 338"/>
          <p:cNvSpPr>
            <a:spLocks noChangeArrowheads="1"/>
          </p:cNvSpPr>
          <p:nvPr/>
        </p:nvSpPr>
        <p:spPr bwMode="auto">
          <a:xfrm>
            <a:off x="4616450" y="4343400"/>
            <a:ext cx="1371600" cy="914400"/>
          </a:xfrm>
          <a:prstGeom prst="wedgeRectCallout">
            <a:avLst>
              <a:gd name="adj1" fmla="val -56134"/>
              <a:gd name="adj2" fmla="val 60417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grpSp>
        <p:nvGrpSpPr>
          <p:cNvPr id="36880" name="Group 339"/>
          <p:cNvGrpSpPr>
            <a:grpSpLocks/>
          </p:cNvGrpSpPr>
          <p:nvPr/>
        </p:nvGrpSpPr>
        <p:grpSpPr bwMode="auto">
          <a:xfrm>
            <a:off x="4540250" y="4267200"/>
            <a:ext cx="1479550" cy="1000125"/>
            <a:chOff x="1008" y="1392"/>
            <a:chExt cx="932" cy="630"/>
          </a:xfrm>
        </p:grpSpPr>
        <p:sp>
          <p:nvSpPr>
            <p:cNvPr id="36925" name="Freeform 340"/>
            <p:cNvSpPr>
              <a:spLocks noEditPoints="1"/>
            </p:cNvSpPr>
            <p:nvPr/>
          </p:nvSpPr>
          <p:spPr bwMode="auto">
            <a:xfrm>
              <a:off x="1134" y="1595"/>
              <a:ext cx="284" cy="6"/>
            </a:xfrm>
            <a:custGeom>
              <a:avLst/>
              <a:gdLst>
                <a:gd name="T0" fmla="*/ 1500 w 1500"/>
                <a:gd name="T1" fmla="*/ 10 h 22"/>
                <a:gd name="T2" fmla="*/ 1498 w 1500"/>
                <a:gd name="T3" fmla="*/ 2 h 22"/>
                <a:gd name="T4" fmla="*/ 1490 w 1500"/>
                <a:gd name="T5" fmla="*/ 0 h 22"/>
                <a:gd name="T6" fmla="*/ 1482 w 1500"/>
                <a:gd name="T7" fmla="*/ 2 h 22"/>
                <a:gd name="T8" fmla="*/ 1478 w 1500"/>
                <a:gd name="T9" fmla="*/ 10 h 22"/>
                <a:gd name="T10" fmla="*/ 1482 w 1500"/>
                <a:gd name="T11" fmla="*/ 18 h 22"/>
                <a:gd name="T12" fmla="*/ 1490 w 1500"/>
                <a:gd name="T13" fmla="*/ 22 h 22"/>
                <a:gd name="T14" fmla="*/ 1498 w 1500"/>
                <a:gd name="T15" fmla="*/ 18 h 22"/>
                <a:gd name="T16" fmla="*/ 1500 w 1500"/>
                <a:gd name="T17" fmla="*/ 10 h 22"/>
                <a:gd name="T18" fmla="*/ 0 w 1500"/>
                <a:gd name="T19" fmla="*/ 10 h 22"/>
                <a:gd name="T20" fmla="*/ 2 w 1500"/>
                <a:gd name="T21" fmla="*/ 18 h 22"/>
                <a:gd name="T22" fmla="*/ 10 w 1500"/>
                <a:gd name="T23" fmla="*/ 22 h 22"/>
                <a:gd name="T24" fmla="*/ 18 w 1500"/>
                <a:gd name="T25" fmla="*/ 18 h 22"/>
                <a:gd name="T26" fmla="*/ 21 w 1500"/>
                <a:gd name="T27" fmla="*/ 10 h 22"/>
                <a:gd name="T28" fmla="*/ 18 w 1500"/>
                <a:gd name="T29" fmla="*/ 2 h 22"/>
                <a:gd name="T30" fmla="*/ 10 w 1500"/>
                <a:gd name="T31" fmla="*/ 0 h 22"/>
                <a:gd name="T32" fmla="*/ 2 w 1500"/>
                <a:gd name="T33" fmla="*/ 2 h 22"/>
                <a:gd name="T34" fmla="*/ 0 w 1500"/>
                <a:gd name="T35" fmla="*/ 10 h 2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00"/>
                <a:gd name="T55" fmla="*/ 0 h 22"/>
                <a:gd name="T56" fmla="*/ 1500 w 1500"/>
                <a:gd name="T57" fmla="*/ 22 h 2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00" h="22">
                  <a:moveTo>
                    <a:pt x="1500" y="10"/>
                  </a:moveTo>
                  <a:lnTo>
                    <a:pt x="1498" y="2"/>
                  </a:lnTo>
                  <a:lnTo>
                    <a:pt x="1490" y="0"/>
                  </a:lnTo>
                  <a:lnTo>
                    <a:pt x="1482" y="2"/>
                  </a:lnTo>
                  <a:lnTo>
                    <a:pt x="1478" y="10"/>
                  </a:lnTo>
                  <a:lnTo>
                    <a:pt x="1482" y="18"/>
                  </a:lnTo>
                  <a:lnTo>
                    <a:pt x="1490" y="22"/>
                  </a:lnTo>
                  <a:lnTo>
                    <a:pt x="1498" y="18"/>
                  </a:lnTo>
                  <a:lnTo>
                    <a:pt x="1500" y="10"/>
                  </a:lnTo>
                  <a:close/>
                  <a:moveTo>
                    <a:pt x="0" y="10"/>
                  </a:moveTo>
                  <a:lnTo>
                    <a:pt x="2" y="18"/>
                  </a:lnTo>
                  <a:lnTo>
                    <a:pt x="10" y="22"/>
                  </a:lnTo>
                  <a:lnTo>
                    <a:pt x="18" y="18"/>
                  </a:lnTo>
                  <a:lnTo>
                    <a:pt x="21" y="10"/>
                  </a:lnTo>
                  <a:lnTo>
                    <a:pt x="18" y="2"/>
                  </a:lnTo>
                  <a:lnTo>
                    <a:pt x="10" y="0"/>
                  </a:lnTo>
                  <a:lnTo>
                    <a:pt x="2" y="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26" name="Line 341"/>
            <p:cNvSpPr>
              <a:spLocks noChangeShapeType="1"/>
            </p:cNvSpPr>
            <p:nvPr/>
          </p:nvSpPr>
          <p:spPr bwMode="auto">
            <a:xfrm flipH="1">
              <a:off x="1138" y="1598"/>
              <a:ext cx="276" cy="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6927" name="Freeform 342"/>
            <p:cNvSpPr>
              <a:spLocks noEditPoints="1"/>
            </p:cNvSpPr>
            <p:nvPr/>
          </p:nvSpPr>
          <p:spPr bwMode="auto">
            <a:xfrm>
              <a:off x="1134" y="1753"/>
              <a:ext cx="284" cy="99"/>
            </a:xfrm>
            <a:custGeom>
              <a:avLst/>
              <a:gdLst>
                <a:gd name="T0" fmla="*/ 0 w 1500"/>
                <a:gd name="T1" fmla="*/ 395 h 403"/>
                <a:gd name="T2" fmla="*/ 4 w 1500"/>
                <a:gd name="T3" fmla="*/ 403 h 403"/>
                <a:gd name="T4" fmla="*/ 14 w 1500"/>
                <a:gd name="T5" fmla="*/ 403 h 403"/>
                <a:gd name="T6" fmla="*/ 20 w 1500"/>
                <a:gd name="T7" fmla="*/ 399 h 403"/>
                <a:gd name="T8" fmla="*/ 21 w 1500"/>
                <a:gd name="T9" fmla="*/ 391 h 403"/>
                <a:gd name="T10" fmla="*/ 16 w 1500"/>
                <a:gd name="T11" fmla="*/ 383 h 403"/>
                <a:gd name="T12" fmla="*/ 8 w 1500"/>
                <a:gd name="T13" fmla="*/ 381 h 403"/>
                <a:gd name="T14" fmla="*/ 0 w 1500"/>
                <a:gd name="T15" fmla="*/ 387 h 403"/>
                <a:gd name="T16" fmla="*/ 0 w 1500"/>
                <a:gd name="T17" fmla="*/ 395 h 403"/>
                <a:gd name="T18" fmla="*/ 1500 w 1500"/>
                <a:gd name="T19" fmla="*/ 8 h 403"/>
                <a:gd name="T20" fmla="*/ 1496 w 1500"/>
                <a:gd name="T21" fmla="*/ 2 h 403"/>
                <a:gd name="T22" fmla="*/ 1486 w 1500"/>
                <a:gd name="T23" fmla="*/ 0 h 403"/>
                <a:gd name="T24" fmla="*/ 1480 w 1500"/>
                <a:gd name="T25" fmla="*/ 6 h 403"/>
                <a:gd name="T26" fmla="*/ 1478 w 1500"/>
                <a:gd name="T27" fmla="*/ 14 h 403"/>
                <a:gd name="T28" fmla="*/ 1484 w 1500"/>
                <a:gd name="T29" fmla="*/ 22 h 403"/>
                <a:gd name="T30" fmla="*/ 1492 w 1500"/>
                <a:gd name="T31" fmla="*/ 22 h 403"/>
                <a:gd name="T32" fmla="*/ 1500 w 1500"/>
                <a:gd name="T33" fmla="*/ 18 h 403"/>
                <a:gd name="T34" fmla="*/ 1500 w 1500"/>
                <a:gd name="T35" fmla="*/ 8 h 40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00"/>
                <a:gd name="T55" fmla="*/ 0 h 403"/>
                <a:gd name="T56" fmla="*/ 1500 w 1500"/>
                <a:gd name="T57" fmla="*/ 403 h 40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00" h="403">
                  <a:moveTo>
                    <a:pt x="0" y="395"/>
                  </a:moveTo>
                  <a:lnTo>
                    <a:pt x="4" y="403"/>
                  </a:lnTo>
                  <a:lnTo>
                    <a:pt x="14" y="403"/>
                  </a:lnTo>
                  <a:lnTo>
                    <a:pt x="20" y="399"/>
                  </a:lnTo>
                  <a:lnTo>
                    <a:pt x="21" y="391"/>
                  </a:lnTo>
                  <a:lnTo>
                    <a:pt x="16" y="383"/>
                  </a:lnTo>
                  <a:lnTo>
                    <a:pt x="8" y="381"/>
                  </a:lnTo>
                  <a:lnTo>
                    <a:pt x="0" y="387"/>
                  </a:lnTo>
                  <a:lnTo>
                    <a:pt x="0" y="395"/>
                  </a:lnTo>
                  <a:close/>
                  <a:moveTo>
                    <a:pt x="1500" y="8"/>
                  </a:moveTo>
                  <a:lnTo>
                    <a:pt x="1496" y="2"/>
                  </a:lnTo>
                  <a:lnTo>
                    <a:pt x="1486" y="0"/>
                  </a:lnTo>
                  <a:lnTo>
                    <a:pt x="1480" y="6"/>
                  </a:lnTo>
                  <a:lnTo>
                    <a:pt x="1478" y="14"/>
                  </a:lnTo>
                  <a:lnTo>
                    <a:pt x="1484" y="22"/>
                  </a:lnTo>
                  <a:lnTo>
                    <a:pt x="1492" y="22"/>
                  </a:lnTo>
                  <a:lnTo>
                    <a:pt x="1500" y="18"/>
                  </a:lnTo>
                  <a:lnTo>
                    <a:pt x="1500" y="8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28" name="Line 343"/>
            <p:cNvSpPr>
              <a:spLocks noChangeShapeType="1"/>
            </p:cNvSpPr>
            <p:nvPr/>
          </p:nvSpPr>
          <p:spPr bwMode="auto">
            <a:xfrm flipV="1">
              <a:off x="1138" y="1757"/>
              <a:ext cx="276" cy="92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6929" name="Freeform 344"/>
            <p:cNvSpPr>
              <a:spLocks noEditPoints="1"/>
            </p:cNvSpPr>
            <p:nvPr/>
          </p:nvSpPr>
          <p:spPr bwMode="auto">
            <a:xfrm>
              <a:off x="1134" y="1846"/>
              <a:ext cx="284" cy="93"/>
            </a:xfrm>
            <a:custGeom>
              <a:avLst/>
              <a:gdLst>
                <a:gd name="T0" fmla="*/ 0 w 1500"/>
                <a:gd name="T1" fmla="*/ 10 h 381"/>
                <a:gd name="T2" fmla="*/ 2 w 1500"/>
                <a:gd name="T3" fmla="*/ 18 h 381"/>
                <a:gd name="T4" fmla="*/ 8 w 1500"/>
                <a:gd name="T5" fmla="*/ 22 h 381"/>
                <a:gd name="T6" fmla="*/ 16 w 1500"/>
                <a:gd name="T7" fmla="*/ 22 h 381"/>
                <a:gd name="T8" fmla="*/ 21 w 1500"/>
                <a:gd name="T9" fmla="*/ 14 h 381"/>
                <a:gd name="T10" fmla="*/ 20 w 1500"/>
                <a:gd name="T11" fmla="*/ 6 h 381"/>
                <a:gd name="T12" fmla="*/ 14 w 1500"/>
                <a:gd name="T13" fmla="*/ 0 h 381"/>
                <a:gd name="T14" fmla="*/ 4 w 1500"/>
                <a:gd name="T15" fmla="*/ 2 h 381"/>
                <a:gd name="T16" fmla="*/ 0 w 1500"/>
                <a:gd name="T17" fmla="*/ 10 h 381"/>
                <a:gd name="T18" fmla="*/ 1500 w 1500"/>
                <a:gd name="T19" fmla="*/ 373 h 381"/>
                <a:gd name="T20" fmla="*/ 1500 w 1500"/>
                <a:gd name="T21" fmla="*/ 365 h 381"/>
                <a:gd name="T22" fmla="*/ 1492 w 1500"/>
                <a:gd name="T23" fmla="*/ 359 h 381"/>
                <a:gd name="T24" fmla="*/ 1484 w 1500"/>
                <a:gd name="T25" fmla="*/ 361 h 381"/>
                <a:gd name="T26" fmla="*/ 1478 w 1500"/>
                <a:gd name="T27" fmla="*/ 369 h 381"/>
                <a:gd name="T28" fmla="*/ 1480 w 1500"/>
                <a:gd name="T29" fmla="*/ 377 h 381"/>
                <a:gd name="T30" fmla="*/ 1486 w 1500"/>
                <a:gd name="T31" fmla="*/ 381 h 381"/>
                <a:gd name="T32" fmla="*/ 1496 w 1500"/>
                <a:gd name="T33" fmla="*/ 381 h 381"/>
                <a:gd name="T34" fmla="*/ 1500 w 1500"/>
                <a:gd name="T35" fmla="*/ 373 h 38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00"/>
                <a:gd name="T55" fmla="*/ 0 h 381"/>
                <a:gd name="T56" fmla="*/ 1500 w 1500"/>
                <a:gd name="T57" fmla="*/ 381 h 38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00" h="381">
                  <a:moveTo>
                    <a:pt x="0" y="10"/>
                  </a:moveTo>
                  <a:lnTo>
                    <a:pt x="2" y="18"/>
                  </a:lnTo>
                  <a:lnTo>
                    <a:pt x="8" y="22"/>
                  </a:lnTo>
                  <a:lnTo>
                    <a:pt x="16" y="22"/>
                  </a:lnTo>
                  <a:lnTo>
                    <a:pt x="21" y="14"/>
                  </a:lnTo>
                  <a:lnTo>
                    <a:pt x="20" y="6"/>
                  </a:lnTo>
                  <a:lnTo>
                    <a:pt x="14" y="0"/>
                  </a:lnTo>
                  <a:lnTo>
                    <a:pt x="4" y="2"/>
                  </a:lnTo>
                  <a:lnTo>
                    <a:pt x="0" y="10"/>
                  </a:lnTo>
                  <a:close/>
                  <a:moveTo>
                    <a:pt x="1500" y="373"/>
                  </a:moveTo>
                  <a:lnTo>
                    <a:pt x="1500" y="365"/>
                  </a:lnTo>
                  <a:lnTo>
                    <a:pt x="1492" y="359"/>
                  </a:lnTo>
                  <a:lnTo>
                    <a:pt x="1484" y="361"/>
                  </a:lnTo>
                  <a:lnTo>
                    <a:pt x="1478" y="369"/>
                  </a:lnTo>
                  <a:lnTo>
                    <a:pt x="1480" y="377"/>
                  </a:lnTo>
                  <a:lnTo>
                    <a:pt x="1486" y="381"/>
                  </a:lnTo>
                  <a:lnTo>
                    <a:pt x="1496" y="381"/>
                  </a:lnTo>
                  <a:lnTo>
                    <a:pt x="1500" y="373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30" name="Line 345"/>
            <p:cNvSpPr>
              <a:spLocks noChangeShapeType="1"/>
            </p:cNvSpPr>
            <p:nvPr/>
          </p:nvSpPr>
          <p:spPr bwMode="auto">
            <a:xfrm>
              <a:off x="1138" y="1850"/>
              <a:ext cx="276" cy="86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6931" name="Freeform 346"/>
            <p:cNvSpPr>
              <a:spLocks noEditPoints="1"/>
            </p:cNvSpPr>
            <p:nvPr/>
          </p:nvSpPr>
          <p:spPr bwMode="auto">
            <a:xfrm>
              <a:off x="1414" y="1595"/>
              <a:ext cx="315" cy="71"/>
            </a:xfrm>
            <a:custGeom>
              <a:avLst/>
              <a:gdLst>
                <a:gd name="T0" fmla="*/ 0 w 1660"/>
                <a:gd name="T1" fmla="*/ 10 h 291"/>
                <a:gd name="T2" fmla="*/ 2 w 1660"/>
                <a:gd name="T3" fmla="*/ 18 h 291"/>
                <a:gd name="T4" fmla="*/ 10 w 1660"/>
                <a:gd name="T5" fmla="*/ 22 h 291"/>
                <a:gd name="T6" fmla="*/ 18 w 1660"/>
                <a:gd name="T7" fmla="*/ 20 h 291"/>
                <a:gd name="T8" fmla="*/ 22 w 1660"/>
                <a:gd name="T9" fmla="*/ 12 h 291"/>
                <a:gd name="T10" fmla="*/ 20 w 1660"/>
                <a:gd name="T11" fmla="*/ 4 h 291"/>
                <a:gd name="T12" fmla="*/ 14 w 1660"/>
                <a:gd name="T13" fmla="*/ 0 h 291"/>
                <a:gd name="T14" fmla="*/ 6 w 1660"/>
                <a:gd name="T15" fmla="*/ 2 h 291"/>
                <a:gd name="T16" fmla="*/ 0 w 1660"/>
                <a:gd name="T17" fmla="*/ 10 h 291"/>
                <a:gd name="T18" fmla="*/ 1660 w 1660"/>
                <a:gd name="T19" fmla="*/ 281 h 291"/>
                <a:gd name="T20" fmla="*/ 1658 w 1660"/>
                <a:gd name="T21" fmla="*/ 273 h 291"/>
                <a:gd name="T22" fmla="*/ 1650 w 1660"/>
                <a:gd name="T23" fmla="*/ 269 h 291"/>
                <a:gd name="T24" fmla="*/ 1642 w 1660"/>
                <a:gd name="T25" fmla="*/ 271 h 291"/>
                <a:gd name="T26" fmla="*/ 1638 w 1660"/>
                <a:gd name="T27" fmla="*/ 279 h 291"/>
                <a:gd name="T28" fmla="*/ 1638 w 1660"/>
                <a:gd name="T29" fmla="*/ 287 h 291"/>
                <a:gd name="T30" fmla="*/ 1646 w 1660"/>
                <a:gd name="T31" fmla="*/ 291 h 291"/>
                <a:gd name="T32" fmla="*/ 1654 w 1660"/>
                <a:gd name="T33" fmla="*/ 289 h 291"/>
                <a:gd name="T34" fmla="*/ 1660 w 1660"/>
                <a:gd name="T35" fmla="*/ 281 h 29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660"/>
                <a:gd name="T55" fmla="*/ 0 h 291"/>
                <a:gd name="T56" fmla="*/ 1660 w 1660"/>
                <a:gd name="T57" fmla="*/ 291 h 29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660" h="291">
                  <a:moveTo>
                    <a:pt x="0" y="10"/>
                  </a:moveTo>
                  <a:lnTo>
                    <a:pt x="2" y="18"/>
                  </a:lnTo>
                  <a:lnTo>
                    <a:pt x="10" y="22"/>
                  </a:lnTo>
                  <a:lnTo>
                    <a:pt x="18" y="20"/>
                  </a:lnTo>
                  <a:lnTo>
                    <a:pt x="22" y="12"/>
                  </a:lnTo>
                  <a:lnTo>
                    <a:pt x="20" y="4"/>
                  </a:lnTo>
                  <a:lnTo>
                    <a:pt x="14" y="0"/>
                  </a:lnTo>
                  <a:lnTo>
                    <a:pt x="6" y="2"/>
                  </a:lnTo>
                  <a:lnTo>
                    <a:pt x="0" y="10"/>
                  </a:lnTo>
                  <a:close/>
                  <a:moveTo>
                    <a:pt x="1660" y="281"/>
                  </a:moveTo>
                  <a:lnTo>
                    <a:pt x="1658" y="273"/>
                  </a:lnTo>
                  <a:lnTo>
                    <a:pt x="1650" y="269"/>
                  </a:lnTo>
                  <a:lnTo>
                    <a:pt x="1642" y="271"/>
                  </a:lnTo>
                  <a:lnTo>
                    <a:pt x="1638" y="279"/>
                  </a:lnTo>
                  <a:lnTo>
                    <a:pt x="1638" y="287"/>
                  </a:lnTo>
                  <a:lnTo>
                    <a:pt x="1646" y="291"/>
                  </a:lnTo>
                  <a:lnTo>
                    <a:pt x="1654" y="289"/>
                  </a:lnTo>
                  <a:lnTo>
                    <a:pt x="1660" y="281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32" name="Line 347"/>
            <p:cNvSpPr>
              <a:spLocks noChangeShapeType="1"/>
            </p:cNvSpPr>
            <p:nvPr/>
          </p:nvSpPr>
          <p:spPr bwMode="auto">
            <a:xfrm>
              <a:off x="1418" y="1598"/>
              <a:ext cx="306" cy="65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6933" name="Freeform 348"/>
            <p:cNvSpPr>
              <a:spLocks noEditPoints="1"/>
            </p:cNvSpPr>
            <p:nvPr/>
          </p:nvSpPr>
          <p:spPr bwMode="auto">
            <a:xfrm>
              <a:off x="1414" y="1661"/>
              <a:ext cx="315" cy="98"/>
            </a:xfrm>
            <a:custGeom>
              <a:avLst/>
              <a:gdLst>
                <a:gd name="T0" fmla="*/ 1660 w 1660"/>
                <a:gd name="T1" fmla="*/ 8 h 402"/>
                <a:gd name="T2" fmla="*/ 1654 w 1660"/>
                <a:gd name="T3" fmla="*/ 2 h 402"/>
                <a:gd name="T4" fmla="*/ 1646 w 1660"/>
                <a:gd name="T5" fmla="*/ 0 h 402"/>
                <a:gd name="T6" fmla="*/ 1638 w 1660"/>
                <a:gd name="T7" fmla="*/ 4 h 402"/>
                <a:gd name="T8" fmla="*/ 1638 w 1660"/>
                <a:gd name="T9" fmla="*/ 14 h 402"/>
                <a:gd name="T10" fmla="*/ 1642 w 1660"/>
                <a:gd name="T11" fmla="*/ 20 h 402"/>
                <a:gd name="T12" fmla="*/ 1650 w 1660"/>
                <a:gd name="T13" fmla="*/ 22 h 402"/>
                <a:gd name="T14" fmla="*/ 1658 w 1660"/>
                <a:gd name="T15" fmla="*/ 16 h 402"/>
                <a:gd name="T16" fmla="*/ 1660 w 1660"/>
                <a:gd name="T17" fmla="*/ 8 h 402"/>
                <a:gd name="T18" fmla="*/ 0 w 1660"/>
                <a:gd name="T19" fmla="*/ 394 h 402"/>
                <a:gd name="T20" fmla="*/ 6 w 1660"/>
                <a:gd name="T21" fmla="*/ 400 h 402"/>
                <a:gd name="T22" fmla="*/ 14 w 1660"/>
                <a:gd name="T23" fmla="*/ 402 h 402"/>
                <a:gd name="T24" fmla="*/ 22 w 1660"/>
                <a:gd name="T25" fmla="*/ 398 h 402"/>
                <a:gd name="T26" fmla="*/ 22 w 1660"/>
                <a:gd name="T27" fmla="*/ 388 h 402"/>
                <a:gd name="T28" fmla="*/ 18 w 1660"/>
                <a:gd name="T29" fmla="*/ 382 h 402"/>
                <a:gd name="T30" fmla="*/ 10 w 1660"/>
                <a:gd name="T31" fmla="*/ 380 h 402"/>
                <a:gd name="T32" fmla="*/ 2 w 1660"/>
                <a:gd name="T33" fmla="*/ 386 h 402"/>
                <a:gd name="T34" fmla="*/ 0 w 1660"/>
                <a:gd name="T35" fmla="*/ 394 h 40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660"/>
                <a:gd name="T55" fmla="*/ 0 h 402"/>
                <a:gd name="T56" fmla="*/ 1660 w 1660"/>
                <a:gd name="T57" fmla="*/ 402 h 40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660" h="402">
                  <a:moveTo>
                    <a:pt x="1660" y="8"/>
                  </a:moveTo>
                  <a:lnTo>
                    <a:pt x="1654" y="2"/>
                  </a:lnTo>
                  <a:lnTo>
                    <a:pt x="1646" y="0"/>
                  </a:lnTo>
                  <a:lnTo>
                    <a:pt x="1638" y="4"/>
                  </a:lnTo>
                  <a:lnTo>
                    <a:pt x="1638" y="14"/>
                  </a:lnTo>
                  <a:lnTo>
                    <a:pt x="1642" y="20"/>
                  </a:lnTo>
                  <a:lnTo>
                    <a:pt x="1650" y="22"/>
                  </a:lnTo>
                  <a:lnTo>
                    <a:pt x="1658" y="16"/>
                  </a:lnTo>
                  <a:lnTo>
                    <a:pt x="1660" y="8"/>
                  </a:lnTo>
                  <a:close/>
                  <a:moveTo>
                    <a:pt x="0" y="394"/>
                  </a:moveTo>
                  <a:lnTo>
                    <a:pt x="6" y="400"/>
                  </a:lnTo>
                  <a:lnTo>
                    <a:pt x="14" y="402"/>
                  </a:lnTo>
                  <a:lnTo>
                    <a:pt x="22" y="398"/>
                  </a:lnTo>
                  <a:lnTo>
                    <a:pt x="22" y="388"/>
                  </a:lnTo>
                  <a:lnTo>
                    <a:pt x="18" y="382"/>
                  </a:lnTo>
                  <a:lnTo>
                    <a:pt x="10" y="380"/>
                  </a:lnTo>
                  <a:lnTo>
                    <a:pt x="2" y="386"/>
                  </a:lnTo>
                  <a:lnTo>
                    <a:pt x="0" y="394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34" name="Line 349"/>
            <p:cNvSpPr>
              <a:spLocks noChangeShapeType="1"/>
            </p:cNvSpPr>
            <p:nvPr/>
          </p:nvSpPr>
          <p:spPr bwMode="auto">
            <a:xfrm flipH="1">
              <a:off x="1418" y="1664"/>
              <a:ext cx="306" cy="91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6935" name="Freeform 350"/>
            <p:cNvSpPr>
              <a:spLocks noEditPoints="1"/>
            </p:cNvSpPr>
            <p:nvPr/>
          </p:nvSpPr>
          <p:spPr bwMode="auto">
            <a:xfrm>
              <a:off x="1414" y="1934"/>
              <a:ext cx="281" cy="6"/>
            </a:xfrm>
            <a:custGeom>
              <a:avLst/>
              <a:gdLst>
                <a:gd name="T0" fmla="*/ 0 w 1481"/>
                <a:gd name="T1" fmla="*/ 12 h 24"/>
                <a:gd name="T2" fmla="*/ 4 w 1481"/>
                <a:gd name="T3" fmla="*/ 20 h 24"/>
                <a:gd name="T4" fmla="*/ 12 w 1481"/>
                <a:gd name="T5" fmla="*/ 24 h 24"/>
                <a:gd name="T6" fmla="*/ 20 w 1481"/>
                <a:gd name="T7" fmla="*/ 20 h 24"/>
                <a:gd name="T8" fmla="*/ 22 w 1481"/>
                <a:gd name="T9" fmla="*/ 12 h 24"/>
                <a:gd name="T10" fmla="*/ 20 w 1481"/>
                <a:gd name="T11" fmla="*/ 4 h 24"/>
                <a:gd name="T12" fmla="*/ 12 w 1481"/>
                <a:gd name="T13" fmla="*/ 0 h 24"/>
                <a:gd name="T14" fmla="*/ 4 w 1481"/>
                <a:gd name="T15" fmla="*/ 4 h 24"/>
                <a:gd name="T16" fmla="*/ 0 w 1481"/>
                <a:gd name="T17" fmla="*/ 12 h 24"/>
                <a:gd name="T18" fmla="*/ 1481 w 1481"/>
                <a:gd name="T19" fmla="*/ 12 h 24"/>
                <a:gd name="T20" fmla="*/ 1477 w 1481"/>
                <a:gd name="T21" fmla="*/ 4 h 24"/>
                <a:gd name="T22" fmla="*/ 1469 w 1481"/>
                <a:gd name="T23" fmla="*/ 0 h 24"/>
                <a:gd name="T24" fmla="*/ 1461 w 1481"/>
                <a:gd name="T25" fmla="*/ 4 h 24"/>
                <a:gd name="T26" fmla="*/ 1457 w 1481"/>
                <a:gd name="T27" fmla="*/ 12 h 24"/>
                <a:gd name="T28" fmla="*/ 1461 w 1481"/>
                <a:gd name="T29" fmla="*/ 20 h 24"/>
                <a:gd name="T30" fmla="*/ 1469 w 1481"/>
                <a:gd name="T31" fmla="*/ 24 h 24"/>
                <a:gd name="T32" fmla="*/ 1477 w 1481"/>
                <a:gd name="T33" fmla="*/ 20 h 24"/>
                <a:gd name="T34" fmla="*/ 1481 w 1481"/>
                <a:gd name="T35" fmla="*/ 12 h 2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81"/>
                <a:gd name="T55" fmla="*/ 0 h 24"/>
                <a:gd name="T56" fmla="*/ 1481 w 1481"/>
                <a:gd name="T57" fmla="*/ 24 h 2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81" h="24">
                  <a:moveTo>
                    <a:pt x="0" y="12"/>
                  </a:moveTo>
                  <a:lnTo>
                    <a:pt x="4" y="20"/>
                  </a:lnTo>
                  <a:lnTo>
                    <a:pt x="12" y="24"/>
                  </a:lnTo>
                  <a:lnTo>
                    <a:pt x="20" y="20"/>
                  </a:lnTo>
                  <a:lnTo>
                    <a:pt x="22" y="12"/>
                  </a:lnTo>
                  <a:lnTo>
                    <a:pt x="20" y="4"/>
                  </a:lnTo>
                  <a:lnTo>
                    <a:pt x="12" y="0"/>
                  </a:lnTo>
                  <a:lnTo>
                    <a:pt x="4" y="4"/>
                  </a:lnTo>
                  <a:lnTo>
                    <a:pt x="0" y="12"/>
                  </a:lnTo>
                  <a:close/>
                  <a:moveTo>
                    <a:pt x="1481" y="12"/>
                  </a:moveTo>
                  <a:lnTo>
                    <a:pt x="1477" y="4"/>
                  </a:lnTo>
                  <a:lnTo>
                    <a:pt x="1469" y="0"/>
                  </a:lnTo>
                  <a:lnTo>
                    <a:pt x="1461" y="4"/>
                  </a:lnTo>
                  <a:lnTo>
                    <a:pt x="1457" y="12"/>
                  </a:lnTo>
                  <a:lnTo>
                    <a:pt x="1461" y="20"/>
                  </a:lnTo>
                  <a:lnTo>
                    <a:pt x="1469" y="24"/>
                  </a:lnTo>
                  <a:lnTo>
                    <a:pt x="1477" y="20"/>
                  </a:lnTo>
                  <a:lnTo>
                    <a:pt x="1481" y="12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36" name="Line 351"/>
            <p:cNvSpPr>
              <a:spLocks noChangeShapeType="1"/>
            </p:cNvSpPr>
            <p:nvPr/>
          </p:nvSpPr>
          <p:spPr bwMode="auto">
            <a:xfrm>
              <a:off x="1418" y="1937"/>
              <a:ext cx="272" cy="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6937" name="Line 352"/>
            <p:cNvSpPr>
              <a:spLocks noChangeShapeType="1"/>
            </p:cNvSpPr>
            <p:nvPr/>
          </p:nvSpPr>
          <p:spPr bwMode="auto">
            <a:xfrm flipH="1" flipV="1">
              <a:off x="1692" y="1937"/>
              <a:ext cx="149" cy="3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6938" name="Line 353"/>
            <p:cNvSpPr>
              <a:spLocks noChangeShapeType="1"/>
            </p:cNvSpPr>
            <p:nvPr/>
          </p:nvSpPr>
          <p:spPr bwMode="auto">
            <a:xfrm>
              <a:off x="1416" y="1466"/>
              <a:ext cx="0" cy="132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6939" name="Line 354"/>
            <p:cNvSpPr>
              <a:spLocks noChangeShapeType="1"/>
            </p:cNvSpPr>
            <p:nvPr/>
          </p:nvSpPr>
          <p:spPr bwMode="auto">
            <a:xfrm flipV="1">
              <a:off x="1008" y="1849"/>
              <a:ext cx="127" cy="91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6940" name="Line 355"/>
            <p:cNvSpPr>
              <a:spLocks noChangeShapeType="1"/>
            </p:cNvSpPr>
            <p:nvPr/>
          </p:nvSpPr>
          <p:spPr bwMode="auto">
            <a:xfrm flipH="1">
              <a:off x="1726" y="1543"/>
              <a:ext cx="98" cy="12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6941" name="Rectangle 356"/>
            <p:cNvSpPr>
              <a:spLocks noChangeArrowheads="1"/>
            </p:cNvSpPr>
            <p:nvPr/>
          </p:nvSpPr>
          <p:spPr bwMode="auto">
            <a:xfrm>
              <a:off x="1193" y="1576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42" name="Rectangle 357"/>
            <p:cNvSpPr>
              <a:spLocks noChangeArrowheads="1"/>
            </p:cNvSpPr>
            <p:nvPr/>
          </p:nvSpPr>
          <p:spPr bwMode="auto">
            <a:xfrm>
              <a:off x="1184" y="1833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43" name="Rectangle 358"/>
            <p:cNvSpPr>
              <a:spLocks noChangeArrowheads="1"/>
            </p:cNvSpPr>
            <p:nvPr/>
          </p:nvSpPr>
          <p:spPr bwMode="auto">
            <a:xfrm>
              <a:off x="1448" y="1564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44" name="Rectangle 359"/>
            <p:cNvSpPr>
              <a:spLocks noChangeArrowheads="1"/>
            </p:cNvSpPr>
            <p:nvPr/>
          </p:nvSpPr>
          <p:spPr bwMode="auto">
            <a:xfrm>
              <a:off x="1448" y="1716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45" name="Rectangle 360"/>
            <p:cNvSpPr>
              <a:spLocks noChangeArrowheads="1"/>
            </p:cNvSpPr>
            <p:nvPr/>
          </p:nvSpPr>
          <p:spPr bwMode="auto">
            <a:xfrm>
              <a:off x="1448" y="1915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46" name="Rectangle 361"/>
            <p:cNvSpPr>
              <a:spLocks noChangeArrowheads="1"/>
            </p:cNvSpPr>
            <p:nvPr/>
          </p:nvSpPr>
          <p:spPr bwMode="auto">
            <a:xfrm>
              <a:off x="1757" y="1634"/>
              <a:ext cx="37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47" name="Rectangle 362"/>
            <p:cNvSpPr>
              <a:spLocks noChangeArrowheads="1"/>
            </p:cNvSpPr>
            <p:nvPr/>
          </p:nvSpPr>
          <p:spPr bwMode="auto">
            <a:xfrm>
              <a:off x="1721" y="1903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36948" name="AutoShape 363"/>
            <p:cNvCxnSpPr>
              <a:cxnSpLocks noChangeShapeType="1"/>
              <a:stCxn id="36941" idx="3"/>
              <a:endCxn id="36943" idx="1"/>
            </p:cNvCxnSpPr>
            <p:nvPr/>
          </p:nvCxnSpPr>
          <p:spPr bwMode="auto">
            <a:xfrm flipV="1">
              <a:off x="1229" y="1599"/>
              <a:ext cx="219" cy="1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49" name="AutoShape 364"/>
            <p:cNvCxnSpPr>
              <a:cxnSpLocks noChangeShapeType="1"/>
              <a:stCxn id="36941" idx="3"/>
              <a:endCxn id="36944" idx="1"/>
            </p:cNvCxnSpPr>
            <p:nvPr/>
          </p:nvCxnSpPr>
          <p:spPr bwMode="auto">
            <a:xfrm>
              <a:off x="1229" y="1611"/>
              <a:ext cx="219" cy="14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50" name="AutoShape 365"/>
            <p:cNvCxnSpPr>
              <a:cxnSpLocks noChangeShapeType="1"/>
              <a:stCxn id="36942" idx="3"/>
              <a:endCxn id="36944" idx="1"/>
            </p:cNvCxnSpPr>
            <p:nvPr/>
          </p:nvCxnSpPr>
          <p:spPr bwMode="auto">
            <a:xfrm flipV="1">
              <a:off x="1220" y="1751"/>
              <a:ext cx="228" cy="117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51" name="AutoShape 366"/>
            <p:cNvCxnSpPr>
              <a:cxnSpLocks noChangeShapeType="1"/>
              <a:stCxn id="36942" idx="3"/>
              <a:endCxn id="36945" idx="1"/>
            </p:cNvCxnSpPr>
            <p:nvPr/>
          </p:nvCxnSpPr>
          <p:spPr bwMode="auto">
            <a:xfrm>
              <a:off x="1220" y="1868"/>
              <a:ext cx="228" cy="8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52" name="AutoShape 367"/>
            <p:cNvCxnSpPr>
              <a:cxnSpLocks noChangeShapeType="1"/>
              <a:stCxn id="36944" idx="3"/>
              <a:endCxn id="36946" idx="1"/>
            </p:cNvCxnSpPr>
            <p:nvPr/>
          </p:nvCxnSpPr>
          <p:spPr bwMode="auto">
            <a:xfrm flipV="1">
              <a:off x="1484" y="1669"/>
              <a:ext cx="273" cy="8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53" name="AutoShape 368"/>
            <p:cNvCxnSpPr>
              <a:cxnSpLocks noChangeShapeType="1"/>
              <a:stCxn id="36945" idx="3"/>
              <a:endCxn id="36947" idx="1"/>
            </p:cNvCxnSpPr>
            <p:nvPr/>
          </p:nvCxnSpPr>
          <p:spPr bwMode="auto">
            <a:xfrm flipV="1">
              <a:off x="1484" y="1938"/>
              <a:ext cx="237" cy="1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54" name="AutoShape 369"/>
            <p:cNvCxnSpPr>
              <a:cxnSpLocks noChangeShapeType="1"/>
              <a:stCxn id="36947" idx="0"/>
              <a:endCxn id="36946" idx="2"/>
            </p:cNvCxnSpPr>
            <p:nvPr/>
          </p:nvCxnSpPr>
          <p:spPr bwMode="auto">
            <a:xfrm flipV="1">
              <a:off x="1739" y="1704"/>
              <a:ext cx="37" cy="199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55" name="AutoShape 370"/>
            <p:cNvCxnSpPr>
              <a:cxnSpLocks noChangeShapeType="1"/>
              <a:stCxn id="36942" idx="0"/>
              <a:endCxn id="36941" idx="2"/>
            </p:cNvCxnSpPr>
            <p:nvPr/>
          </p:nvCxnSpPr>
          <p:spPr bwMode="auto">
            <a:xfrm flipV="1">
              <a:off x="1202" y="1646"/>
              <a:ext cx="9" cy="187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56" name="AutoShape 371"/>
            <p:cNvCxnSpPr>
              <a:cxnSpLocks noChangeShapeType="1"/>
              <a:stCxn id="36943" idx="3"/>
              <a:endCxn id="36946" idx="1"/>
            </p:cNvCxnSpPr>
            <p:nvPr/>
          </p:nvCxnSpPr>
          <p:spPr bwMode="auto">
            <a:xfrm>
              <a:off x="1484" y="1599"/>
              <a:ext cx="273" cy="7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57" name="AutoShape 372"/>
            <p:cNvCxnSpPr>
              <a:cxnSpLocks noChangeShapeType="1"/>
              <a:endCxn id="36941" idx="1"/>
            </p:cNvCxnSpPr>
            <p:nvPr/>
          </p:nvCxnSpPr>
          <p:spPr bwMode="auto">
            <a:xfrm>
              <a:off x="1100" y="1557"/>
              <a:ext cx="93" cy="54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58" name="AutoShape 373"/>
            <p:cNvCxnSpPr>
              <a:cxnSpLocks noChangeShapeType="1"/>
              <a:endCxn id="36942" idx="1"/>
            </p:cNvCxnSpPr>
            <p:nvPr/>
          </p:nvCxnSpPr>
          <p:spPr bwMode="auto">
            <a:xfrm flipV="1">
              <a:off x="1109" y="1868"/>
              <a:ext cx="75" cy="4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59" name="AutoShape 374"/>
            <p:cNvCxnSpPr>
              <a:cxnSpLocks noChangeShapeType="1"/>
              <a:stCxn id="36943" idx="0"/>
            </p:cNvCxnSpPr>
            <p:nvPr/>
          </p:nvCxnSpPr>
          <p:spPr bwMode="auto">
            <a:xfrm flipV="1">
              <a:off x="1466" y="1503"/>
              <a:ext cx="19" cy="61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60" name="AutoShape 375"/>
            <p:cNvCxnSpPr>
              <a:cxnSpLocks noChangeShapeType="1"/>
              <a:stCxn id="36947" idx="3"/>
              <a:endCxn id="36964" idx="1"/>
            </p:cNvCxnSpPr>
            <p:nvPr/>
          </p:nvCxnSpPr>
          <p:spPr bwMode="auto">
            <a:xfrm>
              <a:off x="1757" y="1938"/>
              <a:ext cx="19" cy="1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61" name="AutoShape 376"/>
            <p:cNvCxnSpPr>
              <a:cxnSpLocks noChangeShapeType="1"/>
              <a:stCxn id="36946" idx="3"/>
            </p:cNvCxnSpPr>
            <p:nvPr/>
          </p:nvCxnSpPr>
          <p:spPr bwMode="auto">
            <a:xfrm flipV="1">
              <a:off x="1794" y="1576"/>
              <a:ext cx="54" cy="9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962" name="Text Box 377"/>
            <p:cNvSpPr txBox="1">
              <a:spLocks noChangeArrowheads="1"/>
            </p:cNvSpPr>
            <p:nvPr/>
          </p:nvSpPr>
          <p:spPr bwMode="auto">
            <a:xfrm>
              <a:off x="1012" y="1462"/>
              <a:ext cx="15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A</a:t>
              </a:r>
            </a:p>
          </p:txBody>
        </p:sp>
        <p:sp>
          <p:nvSpPr>
            <p:cNvPr id="36963" name="Text Box 378"/>
            <p:cNvSpPr txBox="1">
              <a:spLocks noChangeArrowheads="1"/>
            </p:cNvSpPr>
            <p:nvPr/>
          </p:nvSpPr>
          <p:spPr bwMode="auto">
            <a:xfrm>
              <a:off x="1008" y="1852"/>
              <a:ext cx="15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B</a:t>
              </a:r>
            </a:p>
          </p:txBody>
        </p:sp>
        <p:sp>
          <p:nvSpPr>
            <p:cNvPr id="36964" name="Text Box 379"/>
            <p:cNvSpPr txBox="1">
              <a:spLocks noChangeArrowheads="1"/>
            </p:cNvSpPr>
            <p:nvPr/>
          </p:nvSpPr>
          <p:spPr bwMode="auto">
            <a:xfrm>
              <a:off x="1776" y="1889"/>
              <a:ext cx="15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E</a:t>
              </a:r>
            </a:p>
          </p:txBody>
        </p:sp>
        <p:sp>
          <p:nvSpPr>
            <p:cNvPr id="36965" name="Text Box 380"/>
            <p:cNvSpPr txBox="1">
              <a:spLocks noChangeArrowheads="1"/>
            </p:cNvSpPr>
            <p:nvPr/>
          </p:nvSpPr>
          <p:spPr bwMode="auto">
            <a:xfrm>
              <a:off x="1780" y="1474"/>
              <a:ext cx="160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D</a:t>
              </a:r>
            </a:p>
          </p:txBody>
        </p:sp>
        <p:sp>
          <p:nvSpPr>
            <p:cNvPr id="36966" name="Text Box 381"/>
            <p:cNvSpPr txBox="1">
              <a:spLocks noChangeArrowheads="1"/>
            </p:cNvSpPr>
            <p:nvPr/>
          </p:nvSpPr>
          <p:spPr bwMode="auto">
            <a:xfrm>
              <a:off x="1401" y="1392"/>
              <a:ext cx="160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C</a:t>
              </a:r>
            </a:p>
          </p:txBody>
        </p:sp>
      </p:grpSp>
      <p:sp>
        <p:nvSpPr>
          <p:cNvPr id="36881" name="AutoShape 382"/>
          <p:cNvSpPr>
            <a:spLocks noChangeArrowheads="1"/>
          </p:cNvSpPr>
          <p:nvPr/>
        </p:nvSpPr>
        <p:spPr bwMode="auto">
          <a:xfrm>
            <a:off x="6902450" y="3886200"/>
            <a:ext cx="1371600" cy="914400"/>
          </a:xfrm>
          <a:prstGeom prst="wedgeRectCallout">
            <a:avLst>
              <a:gd name="adj1" fmla="val -54051"/>
              <a:gd name="adj2" fmla="val 77954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grpSp>
        <p:nvGrpSpPr>
          <p:cNvPr id="36882" name="Group 383"/>
          <p:cNvGrpSpPr>
            <a:grpSpLocks/>
          </p:cNvGrpSpPr>
          <p:nvPr/>
        </p:nvGrpSpPr>
        <p:grpSpPr bwMode="auto">
          <a:xfrm>
            <a:off x="6826250" y="3810000"/>
            <a:ext cx="1479550" cy="1000125"/>
            <a:chOff x="1008" y="1392"/>
            <a:chExt cx="932" cy="630"/>
          </a:xfrm>
        </p:grpSpPr>
        <p:sp>
          <p:nvSpPr>
            <p:cNvPr id="36883" name="Freeform 384"/>
            <p:cNvSpPr>
              <a:spLocks noEditPoints="1"/>
            </p:cNvSpPr>
            <p:nvPr/>
          </p:nvSpPr>
          <p:spPr bwMode="auto">
            <a:xfrm>
              <a:off x="1134" y="1595"/>
              <a:ext cx="284" cy="6"/>
            </a:xfrm>
            <a:custGeom>
              <a:avLst/>
              <a:gdLst>
                <a:gd name="T0" fmla="*/ 1500 w 1500"/>
                <a:gd name="T1" fmla="*/ 10 h 22"/>
                <a:gd name="T2" fmla="*/ 1498 w 1500"/>
                <a:gd name="T3" fmla="*/ 2 h 22"/>
                <a:gd name="T4" fmla="*/ 1490 w 1500"/>
                <a:gd name="T5" fmla="*/ 0 h 22"/>
                <a:gd name="T6" fmla="*/ 1482 w 1500"/>
                <a:gd name="T7" fmla="*/ 2 h 22"/>
                <a:gd name="T8" fmla="*/ 1478 w 1500"/>
                <a:gd name="T9" fmla="*/ 10 h 22"/>
                <a:gd name="T10" fmla="*/ 1482 w 1500"/>
                <a:gd name="T11" fmla="*/ 18 h 22"/>
                <a:gd name="T12" fmla="*/ 1490 w 1500"/>
                <a:gd name="T13" fmla="*/ 22 h 22"/>
                <a:gd name="T14" fmla="*/ 1498 w 1500"/>
                <a:gd name="T15" fmla="*/ 18 h 22"/>
                <a:gd name="T16" fmla="*/ 1500 w 1500"/>
                <a:gd name="T17" fmla="*/ 10 h 22"/>
                <a:gd name="T18" fmla="*/ 0 w 1500"/>
                <a:gd name="T19" fmla="*/ 10 h 22"/>
                <a:gd name="T20" fmla="*/ 2 w 1500"/>
                <a:gd name="T21" fmla="*/ 18 h 22"/>
                <a:gd name="T22" fmla="*/ 10 w 1500"/>
                <a:gd name="T23" fmla="*/ 22 h 22"/>
                <a:gd name="T24" fmla="*/ 18 w 1500"/>
                <a:gd name="T25" fmla="*/ 18 h 22"/>
                <a:gd name="T26" fmla="*/ 21 w 1500"/>
                <a:gd name="T27" fmla="*/ 10 h 22"/>
                <a:gd name="T28" fmla="*/ 18 w 1500"/>
                <a:gd name="T29" fmla="*/ 2 h 22"/>
                <a:gd name="T30" fmla="*/ 10 w 1500"/>
                <a:gd name="T31" fmla="*/ 0 h 22"/>
                <a:gd name="T32" fmla="*/ 2 w 1500"/>
                <a:gd name="T33" fmla="*/ 2 h 22"/>
                <a:gd name="T34" fmla="*/ 0 w 1500"/>
                <a:gd name="T35" fmla="*/ 10 h 2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00"/>
                <a:gd name="T55" fmla="*/ 0 h 22"/>
                <a:gd name="T56" fmla="*/ 1500 w 1500"/>
                <a:gd name="T57" fmla="*/ 22 h 2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00" h="22">
                  <a:moveTo>
                    <a:pt x="1500" y="10"/>
                  </a:moveTo>
                  <a:lnTo>
                    <a:pt x="1498" y="2"/>
                  </a:lnTo>
                  <a:lnTo>
                    <a:pt x="1490" y="0"/>
                  </a:lnTo>
                  <a:lnTo>
                    <a:pt x="1482" y="2"/>
                  </a:lnTo>
                  <a:lnTo>
                    <a:pt x="1478" y="10"/>
                  </a:lnTo>
                  <a:lnTo>
                    <a:pt x="1482" y="18"/>
                  </a:lnTo>
                  <a:lnTo>
                    <a:pt x="1490" y="22"/>
                  </a:lnTo>
                  <a:lnTo>
                    <a:pt x="1498" y="18"/>
                  </a:lnTo>
                  <a:lnTo>
                    <a:pt x="1500" y="10"/>
                  </a:lnTo>
                  <a:close/>
                  <a:moveTo>
                    <a:pt x="0" y="10"/>
                  </a:moveTo>
                  <a:lnTo>
                    <a:pt x="2" y="18"/>
                  </a:lnTo>
                  <a:lnTo>
                    <a:pt x="10" y="22"/>
                  </a:lnTo>
                  <a:lnTo>
                    <a:pt x="18" y="18"/>
                  </a:lnTo>
                  <a:lnTo>
                    <a:pt x="21" y="10"/>
                  </a:lnTo>
                  <a:lnTo>
                    <a:pt x="18" y="2"/>
                  </a:lnTo>
                  <a:lnTo>
                    <a:pt x="10" y="0"/>
                  </a:lnTo>
                  <a:lnTo>
                    <a:pt x="2" y="2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884" name="Line 385"/>
            <p:cNvSpPr>
              <a:spLocks noChangeShapeType="1"/>
            </p:cNvSpPr>
            <p:nvPr/>
          </p:nvSpPr>
          <p:spPr bwMode="auto">
            <a:xfrm flipH="1">
              <a:off x="1138" y="1598"/>
              <a:ext cx="276" cy="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6885" name="Freeform 386"/>
            <p:cNvSpPr>
              <a:spLocks noEditPoints="1"/>
            </p:cNvSpPr>
            <p:nvPr/>
          </p:nvSpPr>
          <p:spPr bwMode="auto">
            <a:xfrm>
              <a:off x="1134" y="1753"/>
              <a:ext cx="284" cy="99"/>
            </a:xfrm>
            <a:custGeom>
              <a:avLst/>
              <a:gdLst>
                <a:gd name="T0" fmla="*/ 0 w 1500"/>
                <a:gd name="T1" fmla="*/ 395 h 403"/>
                <a:gd name="T2" fmla="*/ 4 w 1500"/>
                <a:gd name="T3" fmla="*/ 403 h 403"/>
                <a:gd name="T4" fmla="*/ 14 w 1500"/>
                <a:gd name="T5" fmla="*/ 403 h 403"/>
                <a:gd name="T6" fmla="*/ 20 w 1500"/>
                <a:gd name="T7" fmla="*/ 399 h 403"/>
                <a:gd name="T8" fmla="*/ 21 w 1500"/>
                <a:gd name="T9" fmla="*/ 391 h 403"/>
                <a:gd name="T10" fmla="*/ 16 w 1500"/>
                <a:gd name="T11" fmla="*/ 383 h 403"/>
                <a:gd name="T12" fmla="*/ 8 w 1500"/>
                <a:gd name="T13" fmla="*/ 381 h 403"/>
                <a:gd name="T14" fmla="*/ 0 w 1500"/>
                <a:gd name="T15" fmla="*/ 387 h 403"/>
                <a:gd name="T16" fmla="*/ 0 w 1500"/>
                <a:gd name="T17" fmla="*/ 395 h 403"/>
                <a:gd name="T18" fmla="*/ 1500 w 1500"/>
                <a:gd name="T19" fmla="*/ 8 h 403"/>
                <a:gd name="T20" fmla="*/ 1496 w 1500"/>
                <a:gd name="T21" fmla="*/ 2 h 403"/>
                <a:gd name="T22" fmla="*/ 1486 w 1500"/>
                <a:gd name="T23" fmla="*/ 0 h 403"/>
                <a:gd name="T24" fmla="*/ 1480 w 1500"/>
                <a:gd name="T25" fmla="*/ 6 h 403"/>
                <a:gd name="T26" fmla="*/ 1478 w 1500"/>
                <a:gd name="T27" fmla="*/ 14 h 403"/>
                <a:gd name="T28" fmla="*/ 1484 w 1500"/>
                <a:gd name="T29" fmla="*/ 22 h 403"/>
                <a:gd name="T30" fmla="*/ 1492 w 1500"/>
                <a:gd name="T31" fmla="*/ 22 h 403"/>
                <a:gd name="T32" fmla="*/ 1500 w 1500"/>
                <a:gd name="T33" fmla="*/ 18 h 403"/>
                <a:gd name="T34" fmla="*/ 1500 w 1500"/>
                <a:gd name="T35" fmla="*/ 8 h 40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00"/>
                <a:gd name="T55" fmla="*/ 0 h 403"/>
                <a:gd name="T56" fmla="*/ 1500 w 1500"/>
                <a:gd name="T57" fmla="*/ 403 h 40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00" h="403">
                  <a:moveTo>
                    <a:pt x="0" y="395"/>
                  </a:moveTo>
                  <a:lnTo>
                    <a:pt x="4" y="403"/>
                  </a:lnTo>
                  <a:lnTo>
                    <a:pt x="14" y="403"/>
                  </a:lnTo>
                  <a:lnTo>
                    <a:pt x="20" y="399"/>
                  </a:lnTo>
                  <a:lnTo>
                    <a:pt x="21" y="391"/>
                  </a:lnTo>
                  <a:lnTo>
                    <a:pt x="16" y="383"/>
                  </a:lnTo>
                  <a:lnTo>
                    <a:pt x="8" y="381"/>
                  </a:lnTo>
                  <a:lnTo>
                    <a:pt x="0" y="387"/>
                  </a:lnTo>
                  <a:lnTo>
                    <a:pt x="0" y="395"/>
                  </a:lnTo>
                  <a:close/>
                  <a:moveTo>
                    <a:pt x="1500" y="8"/>
                  </a:moveTo>
                  <a:lnTo>
                    <a:pt x="1496" y="2"/>
                  </a:lnTo>
                  <a:lnTo>
                    <a:pt x="1486" y="0"/>
                  </a:lnTo>
                  <a:lnTo>
                    <a:pt x="1480" y="6"/>
                  </a:lnTo>
                  <a:lnTo>
                    <a:pt x="1478" y="14"/>
                  </a:lnTo>
                  <a:lnTo>
                    <a:pt x="1484" y="22"/>
                  </a:lnTo>
                  <a:lnTo>
                    <a:pt x="1492" y="22"/>
                  </a:lnTo>
                  <a:lnTo>
                    <a:pt x="1500" y="18"/>
                  </a:lnTo>
                  <a:lnTo>
                    <a:pt x="1500" y="8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886" name="Line 387"/>
            <p:cNvSpPr>
              <a:spLocks noChangeShapeType="1"/>
            </p:cNvSpPr>
            <p:nvPr/>
          </p:nvSpPr>
          <p:spPr bwMode="auto">
            <a:xfrm flipV="1">
              <a:off x="1138" y="1757"/>
              <a:ext cx="276" cy="92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6887" name="Freeform 388"/>
            <p:cNvSpPr>
              <a:spLocks noEditPoints="1"/>
            </p:cNvSpPr>
            <p:nvPr/>
          </p:nvSpPr>
          <p:spPr bwMode="auto">
            <a:xfrm>
              <a:off x="1134" y="1846"/>
              <a:ext cx="284" cy="93"/>
            </a:xfrm>
            <a:custGeom>
              <a:avLst/>
              <a:gdLst>
                <a:gd name="T0" fmla="*/ 0 w 1500"/>
                <a:gd name="T1" fmla="*/ 10 h 381"/>
                <a:gd name="T2" fmla="*/ 2 w 1500"/>
                <a:gd name="T3" fmla="*/ 18 h 381"/>
                <a:gd name="T4" fmla="*/ 8 w 1500"/>
                <a:gd name="T5" fmla="*/ 22 h 381"/>
                <a:gd name="T6" fmla="*/ 16 w 1500"/>
                <a:gd name="T7" fmla="*/ 22 h 381"/>
                <a:gd name="T8" fmla="*/ 21 w 1500"/>
                <a:gd name="T9" fmla="*/ 14 h 381"/>
                <a:gd name="T10" fmla="*/ 20 w 1500"/>
                <a:gd name="T11" fmla="*/ 6 h 381"/>
                <a:gd name="T12" fmla="*/ 14 w 1500"/>
                <a:gd name="T13" fmla="*/ 0 h 381"/>
                <a:gd name="T14" fmla="*/ 4 w 1500"/>
                <a:gd name="T15" fmla="*/ 2 h 381"/>
                <a:gd name="T16" fmla="*/ 0 w 1500"/>
                <a:gd name="T17" fmla="*/ 10 h 381"/>
                <a:gd name="T18" fmla="*/ 1500 w 1500"/>
                <a:gd name="T19" fmla="*/ 373 h 381"/>
                <a:gd name="T20" fmla="*/ 1500 w 1500"/>
                <a:gd name="T21" fmla="*/ 365 h 381"/>
                <a:gd name="T22" fmla="*/ 1492 w 1500"/>
                <a:gd name="T23" fmla="*/ 359 h 381"/>
                <a:gd name="T24" fmla="*/ 1484 w 1500"/>
                <a:gd name="T25" fmla="*/ 361 h 381"/>
                <a:gd name="T26" fmla="*/ 1478 w 1500"/>
                <a:gd name="T27" fmla="*/ 369 h 381"/>
                <a:gd name="T28" fmla="*/ 1480 w 1500"/>
                <a:gd name="T29" fmla="*/ 377 h 381"/>
                <a:gd name="T30" fmla="*/ 1486 w 1500"/>
                <a:gd name="T31" fmla="*/ 381 h 381"/>
                <a:gd name="T32" fmla="*/ 1496 w 1500"/>
                <a:gd name="T33" fmla="*/ 381 h 381"/>
                <a:gd name="T34" fmla="*/ 1500 w 1500"/>
                <a:gd name="T35" fmla="*/ 373 h 38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00"/>
                <a:gd name="T55" fmla="*/ 0 h 381"/>
                <a:gd name="T56" fmla="*/ 1500 w 1500"/>
                <a:gd name="T57" fmla="*/ 381 h 38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00" h="381">
                  <a:moveTo>
                    <a:pt x="0" y="10"/>
                  </a:moveTo>
                  <a:lnTo>
                    <a:pt x="2" y="18"/>
                  </a:lnTo>
                  <a:lnTo>
                    <a:pt x="8" y="22"/>
                  </a:lnTo>
                  <a:lnTo>
                    <a:pt x="16" y="22"/>
                  </a:lnTo>
                  <a:lnTo>
                    <a:pt x="21" y="14"/>
                  </a:lnTo>
                  <a:lnTo>
                    <a:pt x="20" y="6"/>
                  </a:lnTo>
                  <a:lnTo>
                    <a:pt x="14" y="0"/>
                  </a:lnTo>
                  <a:lnTo>
                    <a:pt x="4" y="2"/>
                  </a:lnTo>
                  <a:lnTo>
                    <a:pt x="0" y="10"/>
                  </a:lnTo>
                  <a:close/>
                  <a:moveTo>
                    <a:pt x="1500" y="373"/>
                  </a:moveTo>
                  <a:lnTo>
                    <a:pt x="1500" y="365"/>
                  </a:lnTo>
                  <a:lnTo>
                    <a:pt x="1492" y="359"/>
                  </a:lnTo>
                  <a:lnTo>
                    <a:pt x="1484" y="361"/>
                  </a:lnTo>
                  <a:lnTo>
                    <a:pt x="1478" y="369"/>
                  </a:lnTo>
                  <a:lnTo>
                    <a:pt x="1480" y="377"/>
                  </a:lnTo>
                  <a:lnTo>
                    <a:pt x="1486" y="381"/>
                  </a:lnTo>
                  <a:lnTo>
                    <a:pt x="1496" y="381"/>
                  </a:lnTo>
                  <a:lnTo>
                    <a:pt x="1500" y="373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888" name="Line 389"/>
            <p:cNvSpPr>
              <a:spLocks noChangeShapeType="1"/>
            </p:cNvSpPr>
            <p:nvPr/>
          </p:nvSpPr>
          <p:spPr bwMode="auto">
            <a:xfrm>
              <a:off x="1138" y="1850"/>
              <a:ext cx="276" cy="86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6889" name="Freeform 390"/>
            <p:cNvSpPr>
              <a:spLocks noEditPoints="1"/>
            </p:cNvSpPr>
            <p:nvPr/>
          </p:nvSpPr>
          <p:spPr bwMode="auto">
            <a:xfrm>
              <a:off x="1414" y="1595"/>
              <a:ext cx="315" cy="71"/>
            </a:xfrm>
            <a:custGeom>
              <a:avLst/>
              <a:gdLst>
                <a:gd name="T0" fmla="*/ 0 w 1660"/>
                <a:gd name="T1" fmla="*/ 10 h 291"/>
                <a:gd name="T2" fmla="*/ 2 w 1660"/>
                <a:gd name="T3" fmla="*/ 18 h 291"/>
                <a:gd name="T4" fmla="*/ 10 w 1660"/>
                <a:gd name="T5" fmla="*/ 22 h 291"/>
                <a:gd name="T6" fmla="*/ 18 w 1660"/>
                <a:gd name="T7" fmla="*/ 20 h 291"/>
                <a:gd name="T8" fmla="*/ 22 w 1660"/>
                <a:gd name="T9" fmla="*/ 12 h 291"/>
                <a:gd name="T10" fmla="*/ 20 w 1660"/>
                <a:gd name="T11" fmla="*/ 4 h 291"/>
                <a:gd name="T12" fmla="*/ 14 w 1660"/>
                <a:gd name="T13" fmla="*/ 0 h 291"/>
                <a:gd name="T14" fmla="*/ 6 w 1660"/>
                <a:gd name="T15" fmla="*/ 2 h 291"/>
                <a:gd name="T16" fmla="*/ 0 w 1660"/>
                <a:gd name="T17" fmla="*/ 10 h 291"/>
                <a:gd name="T18" fmla="*/ 1660 w 1660"/>
                <a:gd name="T19" fmla="*/ 281 h 291"/>
                <a:gd name="T20" fmla="*/ 1658 w 1660"/>
                <a:gd name="T21" fmla="*/ 273 h 291"/>
                <a:gd name="T22" fmla="*/ 1650 w 1660"/>
                <a:gd name="T23" fmla="*/ 269 h 291"/>
                <a:gd name="T24" fmla="*/ 1642 w 1660"/>
                <a:gd name="T25" fmla="*/ 271 h 291"/>
                <a:gd name="T26" fmla="*/ 1638 w 1660"/>
                <a:gd name="T27" fmla="*/ 279 h 291"/>
                <a:gd name="T28" fmla="*/ 1638 w 1660"/>
                <a:gd name="T29" fmla="*/ 287 h 291"/>
                <a:gd name="T30" fmla="*/ 1646 w 1660"/>
                <a:gd name="T31" fmla="*/ 291 h 291"/>
                <a:gd name="T32" fmla="*/ 1654 w 1660"/>
                <a:gd name="T33" fmla="*/ 289 h 291"/>
                <a:gd name="T34" fmla="*/ 1660 w 1660"/>
                <a:gd name="T35" fmla="*/ 281 h 29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660"/>
                <a:gd name="T55" fmla="*/ 0 h 291"/>
                <a:gd name="T56" fmla="*/ 1660 w 1660"/>
                <a:gd name="T57" fmla="*/ 291 h 29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660" h="291">
                  <a:moveTo>
                    <a:pt x="0" y="10"/>
                  </a:moveTo>
                  <a:lnTo>
                    <a:pt x="2" y="18"/>
                  </a:lnTo>
                  <a:lnTo>
                    <a:pt x="10" y="22"/>
                  </a:lnTo>
                  <a:lnTo>
                    <a:pt x="18" y="20"/>
                  </a:lnTo>
                  <a:lnTo>
                    <a:pt x="22" y="12"/>
                  </a:lnTo>
                  <a:lnTo>
                    <a:pt x="20" y="4"/>
                  </a:lnTo>
                  <a:lnTo>
                    <a:pt x="14" y="0"/>
                  </a:lnTo>
                  <a:lnTo>
                    <a:pt x="6" y="2"/>
                  </a:lnTo>
                  <a:lnTo>
                    <a:pt x="0" y="10"/>
                  </a:lnTo>
                  <a:close/>
                  <a:moveTo>
                    <a:pt x="1660" y="281"/>
                  </a:moveTo>
                  <a:lnTo>
                    <a:pt x="1658" y="273"/>
                  </a:lnTo>
                  <a:lnTo>
                    <a:pt x="1650" y="269"/>
                  </a:lnTo>
                  <a:lnTo>
                    <a:pt x="1642" y="271"/>
                  </a:lnTo>
                  <a:lnTo>
                    <a:pt x="1638" y="279"/>
                  </a:lnTo>
                  <a:lnTo>
                    <a:pt x="1638" y="287"/>
                  </a:lnTo>
                  <a:lnTo>
                    <a:pt x="1646" y="291"/>
                  </a:lnTo>
                  <a:lnTo>
                    <a:pt x="1654" y="289"/>
                  </a:lnTo>
                  <a:lnTo>
                    <a:pt x="1660" y="281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890" name="Line 391"/>
            <p:cNvSpPr>
              <a:spLocks noChangeShapeType="1"/>
            </p:cNvSpPr>
            <p:nvPr/>
          </p:nvSpPr>
          <p:spPr bwMode="auto">
            <a:xfrm>
              <a:off x="1418" y="1598"/>
              <a:ext cx="306" cy="65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6891" name="Freeform 392"/>
            <p:cNvSpPr>
              <a:spLocks noEditPoints="1"/>
            </p:cNvSpPr>
            <p:nvPr/>
          </p:nvSpPr>
          <p:spPr bwMode="auto">
            <a:xfrm>
              <a:off x="1414" y="1661"/>
              <a:ext cx="315" cy="98"/>
            </a:xfrm>
            <a:custGeom>
              <a:avLst/>
              <a:gdLst>
                <a:gd name="T0" fmla="*/ 1660 w 1660"/>
                <a:gd name="T1" fmla="*/ 8 h 402"/>
                <a:gd name="T2" fmla="*/ 1654 w 1660"/>
                <a:gd name="T3" fmla="*/ 2 h 402"/>
                <a:gd name="T4" fmla="*/ 1646 w 1660"/>
                <a:gd name="T5" fmla="*/ 0 h 402"/>
                <a:gd name="T6" fmla="*/ 1638 w 1660"/>
                <a:gd name="T7" fmla="*/ 4 h 402"/>
                <a:gd name="T8" fmla="*/ 1638 w 1660"/>
                <a:gd name="T9" fmla="*/ 14 h 402"/>
                <a:gd name="T10" fmla="*/ 1642 w 1660"/>
                <a:gd name="T11" fmla="*/ 20 h 402"/>
                <a:gd name="T12" fmla="*/ 1650 w 1660"/>
                <a:gd name="T13" fmla="*/ 22 h 402"/>
                <a:gd name="T14" fmla="*/ 1658 w 1660"/>
                <a:gd name="T15" fmla="*/ 16 h 402"/>
                <a:gd name="T16" fmla="*/ 1660 w 1660"/>
                <a:gd name="T17" fmla="*/ 8 h 402"/>
                <a:gd name="T18" fmla="*/ 0 w 1660"/>
                <a:gd name="T19" fmla="*/ 394 h 402"/>
                <a:gd name="T20" fmla="*/ 6 w 1660"/>
                <a:gd name="T21" fmla="*/ 400 h 402"/>
                <a:gd name="T22" fmla="*/ 14 w 1660"/>
                <a:gd name="T23" fmla="*/ 402 h 402"/>
                <a:gd name="T24" fmla="*/ 22 w 1660"/>
                <a:gd name="T25" fmla="*/ 398 h 402"/>
                <a:gd name="T26" fmla="*/ 22 w 1660"/>
                <a:gd name="T27" fmla="*/ 388 h 402"/>
                <a:gd name="T28" fmla="*/ 18 w 1660"/>
                <a:gd name="T29" fmla="*/ 382 h 402"/>
                <a:gd name="T30" fmla="*/ 10 w 1660"/>
                <a:gd name="T31" fmla="*/ 380 h 402"/>
                <a:gd name="T32" fmla="*/ 2 w 1660"/>
                <a:gd name="T33" fmla="*/ 386 h 402"/>
                <a:gd name="T34" fmla="*/ 0 w 1660"/>
                <a:gd name="T35" fmla="*/ 394 h 40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660"/>
                <a:gd name="T55" fmla="*/ 0 h 402"/>
                <a:gd name="T56" fmla="*/ 1660 w 1660"/>
                <a:gd name="T57" fmla="*/ 402 h 40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660" h="402">
                  <a:moveTo>
                    <a:pt x="1660" y="8"/>
                  </a:moveTo>
                  <a:lnTo>
                    <a:pt x="1654" y="2"/>
                  </a:lnTo>
                  <a:lnTo>
                    <a:pt x="1646" y="0"/>
                  </a:lnTo>
                  <a:lnTo>
                    <a:pt x="1638" y="4"/>
                  </a:lnTo>
                  <a:lnTo>
                    <a:pt x="1638" y="14"/>
                  </a:lnTo>
                  <a:lnTo>
                    <a:pt x="1642" y="20"/>
                  </a:lnTo>
                  <a:lnTo>
                    <a:pt x="1650" y="22"/>
                  </a:lnTo>
                  <a:lnTo>
                    <a:pt x="1658" y="16"/>
                  </a:lnTo>
                  <a:lnTo>
                    <a:pt x="1660" y="8"/>
                  </a:lnTo>
                  <a:close/>
                  <a:moveTo>
                    <a:pt x="0" y="394"/>
                  </a:moveTo>
                  <a:lnTo>
                    <a:pt x="6" y="400"/>
                  </a:lnTo>
                  <a:lnTo>
                    <a:pt x="14" y="402"/>
                  </a:lnTo>
                  <a:lnTo>
                    <a:pt x="22" y="398"/>
                  </a:lnTo>
                  <a:lnTo>
                    <a:pt x="22" y="388"/>
                  </a:lnTo>
                  <a:lnTo>
                    <a:pt x="18" y="382"/>
                  </a:lnTo>
                  <a:lnTo>
                    <a:pt x="10" y="380"/>
                  </a:lnTo>
                  <a:lnTo>
                    <a:pt x="2" y="386"/>
                  </a:lnTo>
                  <a:lnTo>
                    <a:pt x="0" y="394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892" name="Line 393"/>
            <p:cNvSpPr>
              <a:spLocks noChangeShapeType="1"/>
            </p:cNvSpPr>
            <p:nvPr/>
          </p:nvSpPr>
          <p:spPr bwMode="auto">
            <a:xfrm flipH="1">
              <a:off x="1418" y="1664"/>
              <a:ext cx="306" cy="91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6893" name="Freeform 394"/>
            <p:cNvSpPr>
              <a:spLocks noEditPoints="1"/>
            </p:cNvSpPr>
            <p:nvPr/>
          </p:nvSpPr>
          <p:spPr bwMode="auto">
            <a:xfrm>
              <a:off x="1414" y="1934"/>
              <a:ext cx="281" cy="6"/>
            </a:xfrm>
            <a:custGeom>
              <a:avLst/>
              <a:gdLst>
                <a:gd name="T0" fmla="*/ 0 w 1481"/>
                <a:gd name="T1" fmla="*/ 12 h 24"/>
                <a:gd name="T2" fmla="*/ 4 w 1481"/>
                <a:gd name="T3" fmla="*/ 20 h 24"/>
                <a:gd name="T4" fmla="*/ 12 w 1481"/>
                <a:gd name="T5" fmla="*/ 24 h 24"/>
                <a:gd name="T6" fmla="*/ 20 w 1481"/>
                <a:gd name="T7" fmla="*/ 20 h 24"/>
                <a:gd name="T8" fmla="*/ 22 w 1481"/>
                <a:gd name="T9" fmla="*/ 12 h 24"/>
                <a:gd name="T10" fmla="*/ 20 w 1481"/>
                <a:gd name="T11" fmla="*/ 4 h 24"/>
                <a:gd name="T12" fmla="*/ 12 w 1481"/>
                <a:gd name="T13" fmla="*/ 0 h 24"/>
                <a:gd name="T14" fmla="*/ 4 w 1481"/>
                <a:gd name="T15" fmla="*/ 4 h 24"/>
                <a:gd name="T16" fmla="*/ 0 w 1481"/>
                <a:gd name="T17" fmla="*/ 12 h 24"/>
                <a:gd name="T18" fmla="*/ 1481 w 1481"/>
                <a:gd name="T19" fmla="*/ 12 h 24"/>
                <a:gd name="T20" fmla="*/ 1477 w 1481"/>
                <a:gd name="T21" fmla="*/ 4 h 24"/>
                <a:gd name="T22" fmla="*/ 1469 w 1481"/>
                <a:gd name="T23" fmla="*/ 0 h 24"/>
                <a:gd name="T24" fmla="*/ 1461 w 1481"/>
                <a:gd name="T25" fmla="*/ 4 h 24"/>
                <a:gd name="T26" fmla="*/ 1457 w 1481"/>
                <a:gd name="T27" fmla="*/ 12 h 24"/>
                <a:gd name="T28" fmla="*/ 1461 w 1481"/>
                <a:gd name="T29" fmla="*/ 20 h 24"/>
                <a:gd name="T30" fmla="*/ 1469 w 1481"/>
                <a:gd name="T31" fmla="*/ 24 h 24"/>
                <a:gd name="T32" fmla="*/ 1477 w 1481"/>
                <a:gd name="T33" fmla="*/ 20 h 24"/>
                <a:gd name="T34" fmla="*/ 1481 w 1481"/>
                <a:gd name="T35" fmla="*/ 12 h 2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81"/>
                <a:gd name="T55" fmla="*/ 0 h 24"/>
                <a:gd name="T56" fmla="*/ 1481 w 1481"/>
                <a:gd name="T57" fmla="*/ 24 h 24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81" h="24">
                  <a:moveTo>
                    <a:pt x="0" y="12"/>
                  </a:moveTo>
                  <a:lnTo>
                    <a:pt x="4" y="20"/>
                  </a:lnTo>
                  <a:lnTo>
                    <a:pt x="12" y="24"/>
                  </a:lnTo>
                  <a:lnTo>
                    <a:pt x="20" y="20"/>
                  </a:lnTo>
                  <a:lnTo>
                    <a:pt x="22" y="12"/>
                  </a:lnTo>
                  <a:lnTo>
                    <a:pt x="20" y="4"/>
                  </a:lnTo>
                  <a:lnTo>
                    <a:pt x="12" y="0"/>
                  </a:lnTo>
                  <a:lnTo>
                    <a:pt x="4" y="4"/>
                  </a:lnTo>
                  <a:lnTo>
                    <a:pt x="0" y="12"/>
                  </a:lnTo>
                  <a:close/>
                  <a:moveTo>
                    <a:pt x="1481" y="12"/>
                  </a:moveTo>
                  <a:lnTo>
                    <a:pt x="1477" y="4"/>
                  </a:lnTo>
                  <a:lnTo>
                    <a:pt x="1469" y="0"/>
                  </a:lnTo>
                  <a:lnTo>
                    <a:pt x="1461" y="4"/>
                  </a:lnTo>
                  <a:lnTo>
                    <a:pt x="1457" y="12"/>
                  </a:lnTo>
                  <a:lnTo>
                    <a:pt x="1461" y="20"/>
                  </a:lnTo>
                  <a:lnTo>
                    <a:pt x="1469" y="24"/>
                  </a:lnTo>
                  <a:lnTo>
                    <a:pt x="1477" y="20"/>
                  </a:lnTo>
                  <a:lnTo>
                    <a:pt x="1481" y="12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894" name="Line 395"/>
            <p:cNvSpPr>
              <a:spLocks noChangeShapeType="1"/>
            </p:cNvSpPr>
            <p:nvPr/>
          </p:nvSpPr>
          <p:spPr bwMode="auto">
            <a:xfrm>
              <a:off x="1418" y="1937"/>
              <a:ext cx="272" cy="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6895" name="Line 396"/>
            <p:cNvSpPr>
              <a:spLocks noChangeShapeType="1"/>
            </p:cNvSpPr>
            <p:nvPr/>
          </p:nvSpPr>
          <p:spPr bwMode="auto">
            <a:xfrm flipH="1" flipV="1">
              <a:off x="1692" y="1937"/>
              <a:ext cx="149" cy="3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6896" name="Line 397"/>
            <p:cNvSpPr>
              <a:spLocks noChangeShapeType="1"/>
            </p:cNvSpPr>
            <p:nvPr/>
          </p:nvSpPr>
          <p:spPr bwMode="auto">
            <a:xfrm>
              <a:off x="1416" y="1466"/>
              <a:ext cx="0" cy="132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6897" name="Line 398"/>
            <p:cNvSpPr>
              <a:spLocks noChangeShapeType="1"/>
            </p:cNvSpPr>
            <p:nvPr/>
          </p:nvSpPr>
          <p:spPr bwMode="auto">
            <a:xfrm flipV="1">
              <a:off x="1008" y="1849"/>
              <a:ext cx="127" cy="91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6898" name="Line 399"/>
            <p:cNvSpPr>
              <a:spLocks noChangeShapeType="1"/>
            </p:cNvSpPr>
            <p:nvPr/>
          </p:nvSpPr>
          <p:spPr bwMode="auto">
            <a:xfrm flipH="1">
              <a:off x="1726" y="1543"/>
              <a:ext cx="98" cy="120"/>
            </a:xfrm>
            <a:prstGeom prst="line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NZ"/>
            </a:p>
          </p:txBody>
        </p:sp>
        <p:sp>
          <p:nvSpPr>
            <p:cNvPr id="36899" name="Rectangle 400"/>
            <p:cNvSpPr>
              <a:spLocks noChangeArrowheads="1"/>
            </p:cNvSpPr>
            <p:nvPr/>
          </p:nvSpPr>
          <p:spPr bwMode="auto">
            <a:xfrm>
              <a:off x="1193" y="1576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00" name="Rectangle 401"/>
            <p:cNvSpPr>
              <a:spLocks noChangeArrowheads="1"/>
            </p:cNvSpPr>
            <p:nvPr/>
          </p:nvSpPr>
          <p:spPr bwMode="auto">
            <a:xfrm>
              <a:off x="1184" y="1833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01" name="Rectangle 402"/>
            <p:cNvSpPr>
              <a:spLocks noChangeArrowheads="1"/>
            </p:cNvSpPr>
            <p:nvPr/>
          </p:nvSpPr>
          <p:spPr bwMode="auto">
            <a:xfrm>
              <a:off x="1448" y="1564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02" name="Rectangle 403"/>
            <p:cNvSpPr>
              <a:spLocks noChangeArrowheads="1"/>
            </p:cNvSpPr>
            <p:nvPr/>
          </p:nvSpPr>
          <p:spPr bwMode="auto">
            <a:xfrm>
              <a:off x="1448" y="1716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03" name="Rectangle 404"/>
            <p:cNvSpPr>
              <a:spLocks noChangeArrowheads="1"/>
            </p:cNvSpPr>
            <p:nvPr/>
          </p:nvSpPr>
          <p:spPr bwMode="auto">
            <a:xfrm>
              <a:off x="1448" y="1915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04" name="Rectangle 405"/>
            <p:cNvSpPr>
              <a:spLocks noChangeArrowheads="1"/>
            </p:cNvSpPr>
            <p:nvPr/>
          </p:nvSpPr>
          <p:spPr bwMode="auto">
            <a:xfrm>
              <a:off x="1757" y="1634"/>
              <a:ext cx="37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05" name="Rectangle 406"/>
            <p:cNvSpPr>
              <a:spLocks noChangeArrowheads="1"/>
            </p:cNvSpPr>
            <p:nvPr/>
          </p:nvSpPr>
          <p:spPr bwMode="auto">
            <a:xfrm>
              <a:off x="1721" y="1903"/>
              <a:ext cx="36" cy="70"/>
            </a:xfrm>
            <a:prstGeom prst="rect">
              <a:avLst/>
            </a:prstGeom>
            <a:solidFill>
              <a:schemeClr val="bg2"/>
            </a:solidFill>
            <a:ln w="9525">
              <a:miter lim="800000"/>
              <a:headEnd/>
              <a:tailEnd/>
            </a:ln>
            <a:scene3d>
              <a:camera prst="legacyObliqueTopLeft"/>
              <a:lightRig rig="legacyFlat3" dir="t"/>
            </a:scene3d>
            <a:sp3d extrusionH="125400" prstMaterial="legacyMatte">
              <a:bevelT w="13500" h="13500" prst="angle"/>
              <a:bevelB w="13500" h="13500" prst="angle"/>
              <a:extrusionClr>
                <a:schemeClr val="bg2"/>
              </a:extrusionClr>
              <a:contourClr>
                <a:schemeClr val="bg2"/>
              </a:contourClr>
            </a:sp3d>
          </p:spPr>
          <p:txBody>
            <a:bodyPr wrap="none" lIns="90488" tIns="44450" rIns="90488" bIns="44450" anchor="ctr">
              <a:flatTx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36906" name="AutoShape 407"/>
            <p:cNvCxnSpPr>
              <a:cxnSpLocks noChangeShapeType="1"/>
              <a:stCxn id="36899" idx="3"/>
              <a:endCxn id="36901" idx="1"/>
            </p:cNvCxnSpPr>
            <p:nvPr/>
          </p:nvCxnSpPr>
          <p:spPr bwMode="auto">
            <a:xfrm flipV="1">
              <a:off x="1229" y="1599"/>
              <a:ext cx="219" cy="1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07" name="AutoShape 408"/>
            <p:cNvCxnSpPr>
              <a:cxnSpLocks noChangeShapeType="1"/>
              <a:stCxn id="36899" idx="3"/>
              <a:endCxn id="36902" idx="1"/>
            </p:cNvCxnSpPr>
            <p:nvPr/>
          </p:nvCxnSpPr>
          <p:spPr bwMode="auto">
            <a:xfrm>
              <a:off x="1229" y="1611"/>
              <a:ext cx="219" cy="14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08" name="AutoShape 409"/>
            <p:cNvCxnSpPr>
              <a:cxnSpLocks noChangeShapeType="1"/>
              <a:stCxn id="36900" idx="3"/>
              <a:endCxn id="36902" idx="1"/>
            </p:cNvCxnSpPr>
            <p:nvPr/>
          </p:nvCxnSpPr>
          <p:spPr bwMode="auto">
            <a:xfrm flipV="1">
              <a:off x="1220" y="1751"/>
              <a:ext cx="228" cy="117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09" name="AutoShape 410"/>
            <p:cNvCxnSpPr>
              <a:cxnSpLocks noChangeShapeType="1"/>
              <a:stCxn id="36900" idx="3"/>
              <a:endCxn id="36903" idx="1"/>
            </p:cNvCxnSpPr>
            <p:nvPr/>
          </p:nvCxnSpPr>
          <p:spPr bwMode="auto">
            <a:xfrm>
              <a:off x="1220" y="1868"/>
              <a:ext cx="228" cy="8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10" name="AutoShape 411"/>
            <p:cNvCxnSpPr>
              <a:cxnSpLocks noChangeShapeType="1"/>
              <a:stCxn id="36902" idx="3"/>
              <a:endCxn id="36904" idx="1"/>
            </p:cNvCxnSpPr>
            <p:nvPr/>
          </p:nvCxnSpPr>
          <p:spPr bwMode="auto">
            <a:xfrm flipV="1">
              <a:off x="1484" y="1669"/>
              <a:ext cx="273" cy="8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11" name="AutoShape 412"/>
            <p:cNvCxnSpPr>
              <a:cxnSpLocks noChangeShapeType="1"/>
              <a:stCxn id="36903" idx="3"/>
              <a:endCxn id="36905" idx="1"/>
            </p:cNvCxnSpPr>
            <p:nvPr/>
          </p:nvCxnSpPr>
          <p:spPr bwMode="auto">
            <a:xfrm flipV="1">
              <a:off x="1484" y="1938"/>
              <a:ext cx="237" cy="12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12" name="AutoShape 413"/>
            <p:cNvCxnSpPr>
              <a:cxnSpLocks noChangeShapeType="1"/>
              <a:stCxn id="36905" idx="0"/>
              <a:endCxn id="36904" idx="2"/>
            </p:cNvCxnSpPr>
            <p:nvPr/>
          </p:nvCxnSpPr>
          <p:spPr bwMode="auto">
            <a:xfrm flipV="1">
              <a:off x="1739" y="1704"/>
              <a:ext cx="37" cy="199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13" name="AutoShape 414"/>
            <p:cNvCxnSpPr>
              <a:cxnSpLocks noChangeShapeType="1"/>
              <a:stCxn id="36900" idx="0"/>
              <a:endCxn id="36899" idx="2"/>
            </p:cNvCxnSpPr>
            <p:nvPr/>
          </p:nvCxnSpPr>
          <p:spPr bwMode="auto">
            <a:xfrm flipV="1">
              <a:off x="1202" y="1646"/>
              <a:ext cx="9" cy="187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14" name="AutoShape 415"/>
            <p:cNvCxnSpPr>
              <a:cxnSpLocks noChangeShapeType="1"/>
              <a:stCxn id="36901" idx="3"/>
              <a:endCxn id="36904" idx="1"/>
            </p:cNvCxnSpPr>
            <p:nvPr/>
          </p:nvCxnSpPr>
          <p:spPr bwMode="auto">
            <a:xfrm>
              <a:off x="1484" y="1599"/>
              <a:ext cx="273" cy="7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15" name="AutoShape 416"/>
            <p:cNvCxnSpPr>
              <a:cxnSpLocks noChangeShapeType="1"/>
              <a:endCxn id="36899" idx="1"/>
            </p:cNvCxnSpPr>
            <p:nvPr/>
          </p:nvCxnSpPr>
          <p:spPr bwMode="auto">
            <a:xfrm>
              <a:off x="1100" y="1557"/>
              <a:ext cx="93" cy="54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16" name="AutoShape 417"/>
            <p:cNvCxnSpPr>
              <a:cxnSpLocks noChangeShapeType="1"/>
              <a:endCxn id="36900" idx="1"/>
            </p:cNvCxnSpPr>
            <p:nvPr/>
          </p:nvCxnSpPr>
          <p:spPr bwMode="auto">
            <a:xfrm flipV="1">
              <a:off x="1109" y="1868"/>
              <a:ext cx="75" cy="4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17" name="AutoShape 418"/>
            <p:cNvCxnSpPr>
              <a:cxnSpLocks noChangeShapeType="1"/>
              <a:stCxn id="36901" idx="0"/>
            </p:cNvCxnSpPr>
            <p:nvPr/>
          </p:nvCxnSpPr>
          <p:spPr bwMode="auto">
            <a:xfrm flipV="1">
              <a:off x="1466" y="1503"/>
              <a:ext cx="19" cy="61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18" name="AutoShape 419"/>
            <p:cNvCxnSpPr>
              <a:cxnSpLocks noChangeShapeType="1"/>
              <a:stCxn id="36905" idx="3"/>
              <a:endCxn id="36922" idx="1"/>
            </p:cNvCxnSpPr>
            <p:nvPr/>
          </p:nvCxnSpPr>
          <p:spPr bwMode="auto">
            <a:xfrm>
              <a:off x="1757" y="1938"/>
              <a:ext cx="19" cy="18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919" name="AutoShape 420"/>
            <p:cNvCxnSpPr>
              <a:cxnSpLocks noChangeShapeType="1"/>
              <a:stCxn id="36904" idx="3"/>
            </p:cNvCxnSpPr>
            <p:nvPr/>
          </p:nvCxnSpPr>
          <p:spPr bwMode="auto">
            <a:xfrm flipV="1">
              <a:off x="1794" y="1576"/>
              <a:ext cx="54" cy="93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920" name="Text Box 421"/>
            <p:cNvSpPr txBox="1">
              <a:spLocks noChangeArrowheads="1"/>
            </p:cNvSpPr>
            <p:nvPr/>
          </p:nvSpPr>
          <p:spPr bwMode="auto">
            <a:xfrm>
              <a:off x="1012" y="1462"/>
              <a:ext cx="15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A</a:t>
              </a:r>
            </a:p>
          </p:txBody>
        </p:sp>
        <p:sp>
          <p:nvSpPr>
            <p:cNvPr id="36921" name="Text Box 422"/>
            <p:cNvSpPr txBox="1">
              <a:spLocks noChangeArrowheads="1"/>
            </p:cNvSpPr>
            <p:nvPr/>
          </p:nvSpPr>
          <p:spPr bwMode="auto">
            <a:xfrm>
              <a:off x="1008" y="1852"/>
              <a:ext cx="15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B</a:t>
              </a:r>
            </a:p>
          </p:txBody>
        </p:sp>
        <p:sp>
          <p:nvSpPr>
            <p:cNvPr id="36922" name="Text Box 423"/>
            <p:cNvSpPr txBox="1">
              <a:spLocks noChangeArrowheads="1"/>
            </p:cNvSpPr>
            <p:nvPr/>
          </p:nvSpPr>
          <p:spPr bwMode="auto">
            <a:xfrm>
              <a:off x="1776" y="1889"/>
              <a:ext cx="15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E</a:t>
              </a:r>
            </a:p>
          </p:txBody>
        </p:sp>
        <p:sp>
          <p:nvSpPr>
            <p:cNvPr id="36923" name="Text Box 424"/>
            <p:cNvSpPr txBox="1">
              <a:spLocks noChangeArrowheads="1"/>
            </p:cNvSpPr>
            <p:nvPr/>
          </p:nvSpPr>
          <p:spPr bwMode="auto">
            <a:xfrm>
              <a:off x="1780" y="1474"/>
              <a:ext cx="160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D</a:t>
              </a:r>
            </a:p>
          </p:txBody>
        </p:sp>
        <p:sp>
          <p:nvSpPr>
            <p:cNvPr id="36924" name="Text Box 425"/>
            <p:cNvSpPr txBox="1">
              <a:spLocks noChangeArrowheads="1"/>
            </p:cNvSpPr>
            <p:nvPr/>
          </p:nvSpPr>
          <p:spPr bwMode="auto">
            <a:xfrm>
              <a:off x="1401" y="1392"/>
              <a:ext cx="160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800"/>
                <a:t>C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3689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70056"/>
            <a:ext cx="9144000" cy="723900"/>
          </a:xfrm>
        </p:spPr>
        <p:txBody>
          <a:bodyPr/>
          <a:lstStyle/>
          <a:p>
            <a:r>
              <a:rPr lang="en-US" altLang="en-US" sz="3200" dirty="0"/>
              <a:t>Link State Routing: Computing the New Routes</a:t>
            </a:r>
          </a:p>
        </p:txBody>
      </p:sp>
      <p:sp>
        <p:nvSpPr>
          <p:cNvPr id="928770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2600" dirty="0"/>
              <a:t>Each router independently calculates the shortest path from itself to every other router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/>
              <a:t>Using, for example, Dijkstra’s Algorithm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2600" dirty="0"/>
              <a:t>Each router constructs a forwarding table for all destinations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52B8766-A5C4-180C-D491-6659F0777006}"/>
              </a:ext>
            </a:extLst>
          </p:cNvPr>
          <p:cNvGrpSpPr/>
          <p:nvPr/>
        </p:nvGrpSpPr>
        <p:grpSpPr>
          <a:xfrm>
            <a:off x="384464" y="3219092"/>
            <a:ext cx="5791200" cy="3473244"/>
            <a:chOff x="384464" y="3219092"/>
            <a:chExt cx="5791200" cy="3473244"/>
          </a:xfrm>
        </p:grpSpPr>
        <p:sp>
          <p:nvSpPr>
            <p:cNvPr id="3" name="Cloud 2"/>
            <p:cNvSpPr/>
            <p:nvPr/>
          </p:nvSpPr>
          <p:spPr>
            <a:xfrm>
              <a:off x="384464" y="3219092"/>
              <a:ext cx="5791200" cy="3473244"/>
            </a:xfrm>
            <a:prstGeom prst="clou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dirty="0"/>
            </a:p>
          </p:txBody>
        </p:sp>
        <p:sp>
          <p:nvSpPr>
            <p:cNvPr id="4" name="Oval 3"/>
            <p:cNvSpPr/>
            <p:nvPr/>
          </p:nvSpPr>
          <p:spPr>
            <a:xfrm>
              <a:off x="1066800" y="5396936"/>
              <a:ext cx="304800" cy="3048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w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2362200" y="3657600"/>
              <a:ext cx="304800" cy="30480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u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4513430" y="5383431"/>
              <a:ext cx="304800" cy="30480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v</a:t>
              </a:r>
            </a:p>
          </p:txBody>
        </p:sp>
        <p:sp>
          <p:nvSpPr>
            <p:cNvPr id="5" name="Left Arrow 4"/>
            <p:cNvSpPr/>
            <p:nvPr/>
          </p:nvSpPr>
          <p:spPr>
            <a:xfrm rot="7623101">
              <a:off x="1947196" y="4196562"/>
              <a:ext cx="591420" cy="90741"/>
            </a:xfrm>
            <a:prstGeom prst="left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3" name="Left Arrow 12"/>
            <p:cNvSpPr/>
            <p:nvPr/>
          </p:nvSpPr>
          <p:spPr>
            <a:xfrm rot="7509977">
              <a:off x="1243973" y="5060322"/>
              <a:ext cx="755208" cy="114648"/>
            </a:xfrm>
            <a:prstGeom prst="left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4" name="Left Arrow 13"/>
            <p:cNvSpPr/>
            <p:nvPr/>
          </p:nvSpPr>
          <p:spPr>
            <a:xfrm rot="11177261">
              <a:off x="2104024" y="4661296"/>
              <a:ext cx="755208" cy="114648"/>
            </a:xfrm>
            <a:prstGeom prst="left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5" name="Left Arrow 14"/>
            <p:cNvSpPr/>
            <p:nvPr/>
          </p:nvSpPr>
          <p:spPr>
            <a:xfrm rot="9030069">
              <a:off x="3184842" y="4456324"/>
              <a:ext cx="755208" cy="114648"/>
            </a:xfrm>
            <a:prstGeom prst="left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6" name="Left Arrow 15"/>
            <p:cNvSpPr/>
            <p:nvPr/>
          </p:nvSpPr>
          <p:spPr>
            <a:xfrm rot="10237249">
              <a:off x="4285140" y="4151915"/>
              <a:ext cx="718988" cy="108552"/>
            </a:xfrm>
            <a:prstGeom prst="left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8" name="Left Arrow 17"/>
            <p:cNvSpPr/>
            <p:nvPr/>
          </p:nvSpPr>
          <p:spPr>
            <a:xfrm rot="10800000">
              <a:off x="1454592" y="5524152"/>
              <a:ext cx="755208" cy="114648"/>
            </a:xfrm>
            <a:prstGeom prst="left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9" name="Left Arrow 18"/>
            <p:cNvSpPr/>
            <p:nvPr/>
          </p:nvSpPr>
          <p:spPr>
            <a:xfrm rot="10599972">
              <a:off x="2575012" y="5515070"/>
              <a:ext cx="755208" cy="114648"/>
            </a:xfrm>
            <a:prstGeom prst="left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1" name="Left Arrow 20"/>
            <p:cNvSpPr/>
            <p:nvPr/>
          </p:nvSpPr>
          <p:spPr>
            <a:xfrm rot="10800000">
              <a:off x="3687188" y="5475261"/>
              <a:ext cx="755208" cy="114648"/>
            </a:xfrm>
            <a:prstGeom prst="left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2" name="Oval 21"/>
            <p:cNvSpPr/>
            <p:nvPr/>
          </p:nvSpPr>
          <p:spPr>
            <a:xfrm>
              <a:off x="1752600" y="4495800"/>
              <a:ext cx="304800" cy="30480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x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2209800" y="5410200"/>
              <a:ext cx="304800" cy="30480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y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3352800" y="5410200"/>
              <a:ext cx="304800" cy="30480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6" name="Oval 25"/>
            <p:cNvSpPr/>
            <p:nvPr/>
          </p:nvSpPr>
          <p:spPr>
            <a:xfrm>
              <a:off x="2895600" y="4597075"/>
              <a:ext cx="304800" cy="30480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7" name="Oval 26"/>
            <p:cNvSpPr/>
            <p:nvPr/>
          </p:nvSpPr>
          <p:spPr>
            <a:xfrm>
              <a:off x="3925805" y="4097890"/>
              <a:ext cx="304800" cy="30480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8" name="Oval 27"/>
            <p:cNvSpPr/>
            <p:nvPr/>
          </p:nvSpPr>
          <p:spPr>
            <a:xfrm>
              <a:off x="5058663" y="3941654"/>
              <a:ext cx="304800" cy="30480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582343"/>
              </p:ext>
            </p:extLst>
          </p:nvPr>
        </p:nvGraphicFramePr>
        <p:xfrm>
          <a:off x="6340623" y="3772787"/>
          <a:ext cx="233971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8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NZ" sz="1600" dirty="0">
                          <a:solidFill>
                            <a:schemeClr val="tx1"/>
                          </a:solidFill>
                        </a:rPr>
                        <a:t>Destination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sz="1600" dirty="0">
                          <a:solidFill>
                            <a:schemeClr val="tx1"/>
                          </a:solidFill>
                        </a:rPr>
                        <a:t>Next hop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NZ" sz="1600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sz="160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NZ" sz="1600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sz="16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NZ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sz="16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8397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Dijkstra’s Algorithm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78C760-DD98-C4B3-EA63-4F04B8341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8019"/>
            <a:ext cx="8229600" cy="2201981"/>
          </a:xfrm>
        </p:spPr>
        <p:txBody>
          <a:bodyPr/>
          <a:lstStyle/>
          <a:p>
            <a:r>
              <a:rPr lang="en-AU" dirty="0"/>
              <a:t>Basic idea: </a:t>
            </a:r>
            <a:r>
              <a:rPr lang="en-GB" dirty="0"/>
              <a:t>find the shortest paths from a given source node to all other nodes by developing the paths in order of increasing path length.</a:t>
            </a:r>
            <a:endParaRPr lang="en-AU" dirty="0"/>
          </a:p>
          <a:p>
            <a:endParaRPr lang="en-AU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B2F0810-A290-404C-AD50-B7D908288FB7}" type="slidenum">
              <a:rPr lang="en-US" altLang="en-US" smtClean="0"/>
              <a:pPr/>
              <a:t>29</a:t>
            </a:fld>
            <a:endParaRPr lang="en-US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748427" y="6263638"/>
            <a:ext cx="56471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200" dirty="0"/>
              <a:t>Source: E. W. Dijkstra (1959). A note on two problems in connexion with graphs. </a:t>
            </a:r>
            <a:r>
              <a:rPr lang="en-NZ" sz="1200" dirty="0" err="1"/>
              <a:t>Numerische</a:t>
            </a:r>
            <a:r>
              <a:rPr lang="en-NZ" sz="1200" dirty="0"/>
              <a:t> </a:t>
            </a:r>
            <a:r>
              <a:rPr lang="en-NZ" sz="1200" dirty="0" err="1"/>
              <a:t>Mathematik</a:t>
            </a:r>
            <a:r>
              <a:rPr lang="en-NZ" sz="1200" dirty="0"/>
              <a:t>, vol. 1, pp. 269-271.</a:t>
            </a:r>
          </a:p>
        </p:txBody>
      </p:sp>
    </p:spTree>
    <p:extLst>
      <p:ext uri="{BB962C8B-B14F-4D97-AF65-F5344CB8AC3E}">
        <p14:creationId xmlns:p14="http://schemas.microsoft.com/office/powerpoint/2010/main" val="1906832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Dijkstra’s Algorithm (cont.)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en-US" dirty="0"/>
              <a:t>INPUT: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altLang="en-US" dirty="0"/>
              <a:t>Network topology (graph), with link costs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US" altLang="en-US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en-US" dirty="0"/>
              <a:t>OUTPUT: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altLang="en-US" dirty="0"/>
              <a:t>Least cost paths from one node to all other nodes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9302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5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Dijkstra’s Algorithm (cont.)</a:t>
            </a:r>
          </a:p>
        </p:txBody>
      </p:sp>
      <p:sp>
        <p:nvSpPr>
          <p:cNvPr id="143155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399773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2800" b="1" i="1" dirty="0"/>
              <a:t>S</a:t>
            </a:r>
            <a:r>
              <a:rPr lang="en-US" altLang="en-US" sz="2800" i="1" dirty="0"/>
              <a:t>:</a:t>
            </a:r>
            <a:r>
              <a:rPr lang="en-US" altLang="en-US" sz="2800" dirty="0"/>
              <a:t> nodes whose least-cost paths already known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/>
              <a:t>Initially, </a:t>
            </a:r>
            <a:r>
              <a:rPr lang="en-US" altLang="en-US" sz="2400" b="1" dirty="0"/>
              <a:t>S = {</a:t>
            </a:r>
            <a:r>
              <a:rPr lang="en-US" altLang="en-US" sz="2400" b="1" i="1" dirty="0"/>
              <a:t>u</a:t>
            </a:r>
            <a:r>
              <a:rPr lang="en-US" altLang="en-US" sz="2400" b="1" dirty="0"/>
              <a:t>}</a:t>
            </a:r>
            <a:r>
              <a:rPr lang="en-US" altLang="en-US" sz="2400" dirty="0"/>
              <a:t> where </a:t>
            </a:r>
            <a:r>
              <a:rPr lang="en-US" altLang="en-US" sz="2400" i="1" dirty="0"/>
              <a:t>u</a:t>
            </a:r>
            <a:r>
              <a:rPr lang="en-US" altLang="en-US" sz="2400" dirty="0"/>
              <a:t> is the source node</a:t>
            </a:r>
            <a:endParaRPr lang="en-US" altLang="en-US" sz="2800" b="1" i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2800" b="1" i="1" dirty="0"/>
              <a:t>c(</a:t>
            </a:r>
            <a:r>
              <a:rPr lang="en-US" altLang="en-US" sz="2800" b="1" i="1" dirty="0" err="1"/>
              <a:t>i,j</a:t>
            </a:r>
            <a:r>
              <a:rPr lang="en-US" altLang="en-US" sz="2800" b="1" i="1" dirty="0"/>
              <a:t>): </a:t>
            </a:r>
            <a:r>
              <a:rPr lang="en-US" altLang="en-US" sz="2800" dirty="0"/>
              <a:t>link cost from node </a:t>
            </a:r>
            <a:r>
              <a:rPr lang="en-US" altLang="en-US" sz="2800" i="1" dirty="0" err="1"/>
              <a:t>i</a:t>
            </a:r>
            <a:r>
              <a:rPr lang="en-US" altLang="en-US" sz="2800" dirty="0"/>
              <a:t> to </a:t>
            </a:r>
            <a:r>
              <a:rPr lang="en-US" altLang="en-US" sz="2800" i="1" dirty="0"/>
              <a:t>j</a:t>
            </a:r>
            <a:r>
              <a:rPr lang="en-US" altLang="en-US" sz="2800" dirty="0"/>
              <a:t>; cost infinite if not direct neighbors; ≥ 0</a:t>
            </a:r>
            <a:endParaRPr lang="en-US" altLang="en-US" sz="2800" b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2800" b="1" i="1" dirty="0"/>
              <a:t>D(v):</a:t>
            </a:r>
            <a:r>
              <a:rPr lang="en-US" altLang="en-US" sz="2800" dirty="0"/>
              <a:t> cost of the least-cost path from source </a:t>
            </a:r>
            <a:r>
              <a:rPr lang="en-US" altLang="en-US" sz="2800" i="1" dirty="0"/>
              <a:t>u</a:t>
            </a:r>
            <a:r>
              <a:rPr lang="en-US" altLang="en-US" sz="2800" dirty="0"/>
              <a:t> to node </a:t>
            </a:r>
            <a:r>
              <a:rPr lang="en-US" altLang="en-US" sz="2800" i="1" dirty="0"/>
              <a:t>v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2800" b="1" i="1" dirty="0"/>
              <a:t>p(v): </a:t>
            </a:r>
            <a:r>
              <a:rPr lang="en-US" altLang="en-US" sz="2800" dirty="0"/>
              <a:t>predecessor node along the path from source </a:t>
            </a:r>
            <a:r>
              <a:rPr lang="en-US" altLang="en-US" sz="2800" i="1" dirty="0"/>
              <a:t>u</a:t>
            </a:r>
            <a:r>
              <a:rPr lang="en-US" altLang="en-US" sz="2800" dirty="0"/>
              <a:t> to </a:t>
            </a:r>
            <a:r>
              <a:rPr lang="en-US" altLang="en-US" sz="2800" i="1" dirty="0"/>
              <a:t>v</a:t>
            </a:r>
            <a:r>
              <a:rPr lang="en-US" altLang="en-US" sz="2800" dirty="0"/>
              <a:t>, that is next to </a:t>
            </a:r>
            <a:r>
              <a:rPr lang="en-US" altLang="en-US" sz="2800" i="1" dirty="0"/>
              <a:t>v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grpSp>
        <p:nvGrpSpPr>
          <p:cNvPr id="1431565" name="Group 91">
            <a:extLst>
              <a:ext uri="{FF2B5EF4-FFF2-40B4-BE49-F238E27FC236}">
                <a16:creationId xmlns:a16="http://schemas.microsoft.com/office/drawing/2014/main" id="{ABF0C615-CD37-E8B2-1B7D-AC35C1320D81}"/>
              </a:ext>
            </a:extLst>
          </p:cNvPr>
          <p:cNvGrpSpPr>
            <a:grpSpLocks/>
          </p:cNvGrpSpPr>
          <p:nvPr/>
        </p:nvGrpSpPr>
        <p:grpSpPr bwMode="auto">
          <a:xfrm>
            <a:off x="5382083" y="4551156"/>
            <a:ext cx="3571875" cy="2236788"/>
            <a:chOff x="624" y="2400"/>
            <a:chExt cx="2250" cy="1409"/>
          </a:xfrm>
        </p:grpSpPr>
        <p:sp>
          <p:nvSpPr>
            <p:cNvPr id="1431566" name="Freeform 16">
              <a:extLst>
                <a:ext uri="{FF2B5EF4-FFF2-40B4-BE49-F238E27FC236}">
                  <a16:creationId xmlns:a16="http://schemas.microsoft.com/office/drawing/2014/main" id="{6BA43008-77B5-81D0-5CE6-0200C8B989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" y="2400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1567" name="Freeform 17">
              <a:extLst>
                <a:ext uri="{FF2B5EF4-FFF2-40B4-BE49-F238E27FC236}">
                  <a16:creationId xmlns:a16="http://schemas.microsoft.com/office/drawing/2014/main" id="{9F81E504-4E74-FEF5-4C3A-7548898369F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2949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1568" name="Oval 18">
              <a:extLst>
                <a:ext uri="{FF2B5EF4-FFF2-40B4-BE49-F238E27FC236}">
                  <a16:creationId xmlns:a16="http://schemas.microsoft.com/office/drawing/2014/main" id="{AD31BBF0-3417-928A-20AC-B8247E4F97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" y="3191"/>
              <a:ext cx="313" cy="81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1569" name="Line 19">
              <a:extLst>
                <a:ext uri="{FF2B5EF4-FFF2-40B4-BE49-F238E27FC236}">
                  <a16:creationId xmlns:a16="http://schemas.microsoft.com/office/drawing/2014/main" id="{305577DD-69AC-54DB-A685-7E4091ED10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0" y="3184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431570" name="Line 20">
              <a:extLst>
                <a:ext uri="{FF2B5EF4-FFF2-40B4-BE49-F238E27FC236}">
                  <a16:creationId xmlns:a16="http://schemas.microsoft.com/office/drawing/2014/main" id="{227A9AC9-6396-0B24-31BA-A9317ED38E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3" y="3184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431571" name="Rectangle 21">
              <a:extLst>
                <a:ext uri="{FF2B5EF4-FFF2-40B4-BE49-F238E27FC236}">
                  <a16:creationId xmlns:a16="http://schemas.microsoft.com/office/drawing/2014/main" id="{9F7A23B4-ED60-7990-D771-C829CEE65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" y="3184"/>
              <a:ext cx="310" cy="4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431572" name="Oval 22">
              <a:extLst>
                <a:ext uri="{FF2B5EF4-FFF2-40B4-BE49-F238E27FC236}">
                  <a16:creationId xmlns:a16="http://schemas.microsoft.com/office/drawing/2014/main" id="{DECD347B-CD7C-B010-6D4A-F9A31D4DCD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7" y="3125"/>
              <a:ext cx="313" cy="9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1573" name="Oval 23">
              <a:extLst>
                <a:ext uri="{FF2B5EF4-FFF2-40B4-BE49-F238E27FC236}">
                  <a16:creationId xmlns:a16="http://schemas.microsoft.com/office/drawing/2014/main" id="{B8350DCB-2D67-0E9B-3582-7F86CB3923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4" y="3578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1574" name="Line 24">
              <a:extLst>
                <a:ext uri="{FF2B5EF4-FFF2-40B4-BE49-F238E27FC236}">
                  <a16:creationId xmlns:a16="http://schemas.microsoft.com/office/drawing/2014/main" id="{915C745D-67B9-B6F8-9732-D8A5DF2BA4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4" y="357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431575" name="Line 25">
              <a:extLst>
                <a:ext uri="{FF2B5EF4-FFF2-40B4-BE49-F238E27FC236}">
                  <a16:creationId xmlns:a16="http://schemas.microsoft.com/office/drawing/2014/main" id="{D7DC3895-C596-B71D-34EB-582094B6D7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7" y="357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431576" name="Rectangle 26">
              <a:extLst>
                <a:ext uri="{FF2B5EF4-FFF2-40B4-BE49-F238E27FC236}">
                  <a16:creationId xmlns:a16="http://schemas.microsoft.com/office/drawing/2014/main" id="{C8AE5FBD-B77A-9F74-CDA9-0FA9B87AFD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4" y="3571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431577" name="Oval 27">
              <a:extLst>
                <a:ext uri="{FF2B5EF4-FFF2-40B4-BE49-F238E27FC236}">
                  <a16:creationId xmlns:a16="http://schemas.microsoft.com/office/drawing/2014/main" id="{A06BE9AD-818A-8385-0187-3D70A164E4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1" y="3512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1578" name="Oval 28">
              <a:extLst>
                <a:ext uri="{FF2B5EF4-FFF2-40B4-BE49-F238E27FC236}">
                  <a16:creationId xmlns:a16="http://schemas.microsoft.com/office/drawing/2014/main" id="{066EF686-6CEC-6BBE-7748-A125BE247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0" y="2888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1579" name="Line 29">
              <a:extLst>
                <a:ext uri="{FF2B5EF4-FFF2-40B4-BE49-F238E27FC236}">
                  <a16:creationId xmlns:a16="http://schemas.microsoft.com/office/drawing/2014/main" id="{F0A1F179-180E-CDDE-F908-0B556845A7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0" y="288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431580" name="Line 30">
              <a:extLst>
                <a:ext uri="{FF2B5EF4-FFF2-40B4-BE49-F238E27FC236}">
                  <a16:creationId xmlns:a16="http://schemas.microsoft.com/office/drawing/2014/main" id="{C2458B5C-084D-8946-09A7-B26D2BBB66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3" y="288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431581" name="Rectangle 31">
              <a:extLst>
                <a:ext uri="{FF2B5EF4-FFF2-40B4-BE49-F238E27FC236}">
                  <a16:creationId xmlns:a16="http://schemas.microsoft.com/office/drawing/2014/main" id="{E18C9AEF-06F1-BC23-3C9E-22DE73F58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0" y="2881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431582" name="Oval 32">
              <a:extLst>
                <a:ext uri="{FF2B5EF4-FFF2-40B4-BE49-F238E27FC236}">
                  <a16:creationId xmlns:a16="http://schemas.microsoft.com/office/drawing/2014/main" id="{FECF299F-3FAC-36C5-EA00-B25D8D678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7" y="2822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1583" name="Oval 33">
              <a:extLst>
                <a:ext uri="{FF2B5EF4-FFF2-40B4-BE49-F238E27FC236}">
                  <a16:creationId xmlns:a16="http://schemas.microsoft.com/office/drawing/2014/main" id="{112A8A49-0033-131A-0ED8-84BC124CF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3" y="2884"/>
              <a:ext cx="312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1584" name="Line 34">
              <a:extLst>
                <a:ext uri="{FF2B5EF4-FFF2-40B4-BE49-F238E27FC236}">
                  <a16:creationId xmlns:a16="http://schemas.microsoft.com/office/drawing/2014/main" id="{5914CFA5-3C85-62D2-30EF-2BEAECFDFE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3" y="287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431585" name="Line 35">
              <a:extLst>
                <a:ext uri="{FF2B5EF4-FFF2-40B4-BE49-F238E27FC236}">
                  <a16:creationId xmlns:a16="http://schemas.microsoft.com/office/drawing/2014/main" id="{20D2AD99-EDD0-798A-0530-2CBEC24806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5" y="287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431586" name="Rectangle 36">
              <a:extLst>
                <a:ext uri="{FF2B5EF4-FFF2-40B4-BE49-F238E27FC236}">
                  <a16:creationId xmlns:a16="http://schemas.microsoft.com/office/drawing/2014/main" id="{520ADF12-91BB-CA4F-5654-4D9AECE42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3" y="2877"/>
              <a:ext cx="309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431587" name="Oval 37">
              <a:extLst>
                <a:ext uri="{FF2B5EF4-FFF2-40B4-BE49-F238E27FC236}">
                  <a16:creationId xmlns:a16="http://schemas.microsoft.com/office/drawing/2014/main" id="{8167CB8D-D890-C934-97E8-05764C9106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6" y="2821"/>
              <a:ext cx="312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1588" name="Oval 38">
              <a:extLst>
                <a:ext uri="{FF2B5EF4-FFF2-40B4-BE49-F238E27FC236}">
                  <a16:creationId xmlns:a16="http://schemas.microsoft.com/office/drawing/2014/main" id="{41CF91D8-B316-7949-ACE1-0699D6EEB5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3" y="3575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1589" name="Line 39">
              <a:extLst>
                <a:ext uri="{FF2B5EF4-FFF2-40B4-BE49-F238E27FC236}">
                  <a16:creationId xmlns:a16="http://schemas.microsoft.com/office/drawing/2014/main" id="{459B5413-9EC1-08E2-DD98-0E0B5054B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3" y="356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431590" name="Line 40">
              <a:extLst>
                <a:ext uri="{FF2B5EF4-FFF2-40B4-BE49-F238E27FC236}">
                  <a16:creationId xmlns:a16="http://schemas.microsoft.com/office/drawing/2014/main" id="{78A27D69-8ED0-E00E-1D5E-D37D7DE51F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6" y="356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431591" name="Rectangle 41">
              <a:extLst>
                <a:ext uri="{FF2B5EF4-FFF2-40B4-BE49-F238E27FC236}">
                  <a16:creationId xmlns:a16="http://schemas.microsoft.com/office/drawing/2014/main" id="{85693934-FD25-5C03-6B48-7D4BF3D434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3" y="3568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431592" name="Oval 42">
              <a:extLst>
                <a:ext uri="{FF2B5EF4-FFF2-40B4-BE49-F238E27FC236}">
                  <a16:creationId xmlns:a16="http://schemas.microsoft.com/office/drawing/2014/main" id="{4D2A1194-5777-1764-1AC4-74F398A1B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0" y="3509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1593" name="Oval 43">
              <a:extLst>
                <a:ext uri="{FF2B5EF4-FFF2-40B4-BE49-F238E27FC236}">
                  <a16:creationId xmlns:a16="http://schemas.microsoft.com/office/drawing/2014/main" id="{DB070405-B58B-9180-4FFA-28E6DD91C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8" y="3234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1594" name="Line 44">
              <a:extLst>
                <a:ext uri="{FF2B5EF4-FFF2-40B4-BE49-F238E27FC236}">
                  <a16:creationId xmlns:a16="http://schemas.microsoft.com/office/drawing/2014/main" id="{1999B12F-25C5-A669-0783-B99162A3BC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8" y="322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431595" name="Line 45">
              <a:extLst>
                <a:ext uri="{FF2B5EF4-FFF2-40B4-BE49-F238E27FC236}">
                  <a16:creationId xmlns:a16="http://schemas.microsoft.com/office/drawing/2014/main" id="{0454AD5E-BDF2-6347-7C45-1168195143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1" y="322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431596" name="Rectangle 46">
              <a:extLst>
                <a:ext uri="{FF2B5EF4-FFF2-40B4-BE49-F238E27FC236}">
                  <a16:creationId xmlns:a16="http://schemas.microsoft.com/office/drawing/2014/main" id="{4ED63D05-29FE-C2C4-BF33-AA10DE31B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8" y="3227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431597" name="Oval 47">
              <a:extLst>
                <a:ext uri="{FF2B5EF4-FFF2-40B4-BE49-F238E27FC236}">
                  <a16:creationId xmlns:a16="http://schemas.microsoft.com/office/drawing/2014/main" id="{610F7239-2FC1-4CB5-7048-5078580781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5" y="3168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1598" name="Freeform 48">
              <a:extLst>
                <a:ext uri="{FF2B5EF4-FFF2-40B4-BE49-F238E27FC236}">
                  <a16:creationId xmlns:a16="http://schemas.microsoft.com/office/drawing/2014/main" id="{E31EB261-9FAA-E75F-3456-AC64C20A0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" y="2976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1599" name="Freeform 49">
              <a:extLst>
                <a:ext uri="{FF2B5EF4-FFF2-40B4-BE49-F238E27FC236}">
                  <a16:creationId xmlns:a16="http://schemas.microsoft.com/office/drawing/2014/main" id="{22BC1222-AE4A-7C9F-6F09-48A5180BBD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6" y="2982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1600" name="Freeform 50">
              <a:extLst>
                <a:ext uri="{FF2B5EF4-FFF2-40B4-BE49-F238E27FC236}">
                  <a16:creationId xmlns:a16="http://schemas.microsoft.com/office/drawing/2014/main" id="{069D5035-2D0A-F70D-A62A-5ED964C06C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1" y="2967"/>
              <a:ext cx="504" cy="600"/>
            </a:xfrm>
            <a:custGeom>
              <a:avLst/>
              <a:gdLst>
                <a:gd name="T0" fmla="*/ 0 w 378"/>
                <a:gd name="T1" fmla="*/ 600 h 174"/>
                <a:gd name="T2" fmla="*/ 504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1601" name="Freeform 51">
              <a:extLst>
                <a:ext uri="{FF2B5EF4-FFF2-40B4-BE49-F238E27FC236}">
                  <a16:creationId xmlns:a16="http://schemas.microsoft.com/office/drawing/2014/main" id="{1BFA1279-0B3D-29CF-4584-7990F73276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8" y="3315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1602" name="Freeform 52">
              <a:extLst>
                <a:ext uri="{FF2B5EF4-FFF2-40B4-BE49-F238E27FC236}">
                  <a16:creationId xmlns:a16="http://schemas.microsoft.com/office/drawing/2014/main" id="{FEAEA984-537B-B210-2F91-B7270B720C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7" y="3597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1603" name="Freeform 53">
              <a:extLst>
                <a:ext uri="{FF2B5EF4-FFF2-40B4-BE49-F238E27FC236}">
                  <a16:creationId xmlns:a16="http://schemas.microsoft.com/office/drawing/2014/main" id="{AC5A15F4-DE7C-0F77-D960-7C4B1E814CCB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" y="3273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1604" name="Freeform 54">
              <a:extLst>
                <a:ext uri="{FF2B5EF4-FFF2-40B4-BE49-F238E27FC236}">
                  <a16:creationId xmlns:a16="http://schemas.microsoft.com/office/drawing/2014/main" id="{469199FB-4B26-728E-FC07-DBCB72A679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1" y="2907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1605" name="Freeform 55">
              <a:extLst>
                <a:ext uri="{FF2B5EF4-FFF2-40B4-BE49-F238E27FC236}">
                  <a16:creationId xmlns:a16="http://schemas.microsoft.com/office/drawing/2014/main" id="{D765E235-6110-74B4-DC00-B974E6F840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6" y="2904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1606" name="Freeform 56">
              <a:extLst>
                <a:ext uri="{FF2B5EF4-FFF2-40B4-BE49-F238E27FC236}">
                  <a16:creationId xmlns:a16="http://schemas.microsoft.com/office/drawing/2014/main" id="{9B3D7DA5-7924-07FD-A4C7-FDB0C7D58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" y="2475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1431607" name="Group 57">
              <a:extLst>
                <a:ext uri="{FF2B5EF4-FFF2-40B4-BE49-F238E27FC236}">
                  <a16:creationId xmlns:a16="http://schemas.microsoft.com/office/drawing/2014/main" id="{3292D405-B7F0-125A-D240-10A1DD6390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5" y="3089"/>
              <a:ext cx="212" cy="231"/>
              <a:chOff x="2950" y="2441"/>
              <a:chExt cx="215" cy="231"/>
            </a:xfrm>
          </p:grpSpPr>
          <p:sp>
            <p:nvSpPr>
              <p:cNvPr id="1431633" name="Rectangle 58">
                <a:extLst>
                  <a:ext uri="{FF2B5EF4-FFF2-40B4-BE49-F238E27FC236}">
                    <a16:creationId xmlns:a16="http://schemas.microsoft.com/office/drawing/2014/main" id="{73779CA6-5EEA-F10B-EBAC-08A10C76B5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431634" name="Text Box 59">
                <a:extLst>
                  <a:ext uri="{FF2B5EF4-FFF2-40B4-BE49-F238E27FC236}">
                    <a16:creationId xmlns:a16="http://schemas.microsoft.com/office/drawing/2014/main" id="{E58178EE-7FDE-8B32-9E1C-6B17087447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0" y="2441"/>
                <a:ext cx="21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A</a:t>
                </a:r>
              </a:p>
            </p:txBody>
          </p:sp>
        </p:grpSp>
        <p:grpSp>
          <p:nvGrpSpPr>
            <p:cNvPr id="1431608" name="Group 60">
              <a:extLst>
                <a:ext uri="{FF2B5EF4-FFF2-40B4-BE49-F238E27FC236}">
                  <a16:creationId xmlns:a16="http://schemas.microsoft.com/office/drawing/2014/main" id="{C5F0CD99-081C-7954-C393-54F1DB43FD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5" y="3473"/>
              <a:ext cx="212" cy="231"/>
              <a:chOff x="2950" y="2441"/>
              <a:chExt cx="215" cy="231"/>
            </a:xfrm>
          </p:grpSpPr>
          <p:sp>
            <p:nvSpPr>
              <p:cNvPr id="1431631" name="Rectangle 61">
                <a:extLst>
                  <a:ext uri="{FF2B5EF4-FFF2-40B4-BE49-F238E27FC236}">
                    <a16:creationId xmlns:a16="http://schemas.microsoft.com/office/drawing/2014/main" id="{FDA7047B-28F6-8F24-3078-0BA9FF1ABE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431632" name="Text Box 62">
                <a:extLst>
                  <a:ext uri="{FF2B5EF4-FFF2-40B4-BE49-F238E27FC236}">
                    <a16:creationId xmlns:a16="http://schemas.microsoft.com/office/drawing/2014/main" id="{AFC4634A-0D91-FCF5-7367-21C8875E74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0" y="2441"/>
                <a:ext cx="21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E</a:t>
                </a:r>
              </a:p>
            </p:txBody>
          </p:sp>
        </p:grpSp>
        <p:grpSp>
          <p:nvGrpSpPr>
            <p:cNvPr id="1431609" name="Group 63">
              <a:extLst>
                <a:ext uri="{FF2B5EF4-FFF2-40B4-BE49-F238E27FC236}">
                  <a16:creationId xmlns:a16="http://schemas.microsoft.com/office/drawing/2014/main" id="{DA882650-4D84-E867-D14B-C2FA9C4BF5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0" y="3470"/>
              <a:ext cx="220" cy="231"/>
              <a:chOff x="2946" y="2441"/>
              <a:chExt cx="223" cy="231"/>
            </a:xfrm>
          </p:grpSpPr>
          <p:sp>
            <p:nvSpPr>
              <p:cNvPr id="1431629" name="Rectangle 64">
                <a:extLst>
                  <a:ext uri="{FF2B5EF4-FFF2-40B4-BE49-F238E27FC236}">
                    <a16:creationId xmlns:a16="http://schemas.microsoft.com/office/drawing/2014/main" id="{163635AF-A30A-3CDD-5C37-550120FA35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431630" name="Text Box 65">
                <a:extLst>
                  <a:ext uri="{FF2B5EF4-FFF2-40B4-BE49-F238E27FC236}">
                    <a16:creationId xmlns:a16="http://schemas.microsoft.com/office/drawing/2014/main" id="{5D517DF2-7EED-9685-E8F2-92B6E11D61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6" y="2441"/>
                <a:ext cx="22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D</a:t>
                </a:r>
              </a:p>
            </p:txBody>
          </p:sp>
        </p:grpSp>
        <p:grpSp>
          <p:nvGrpSpPr>
            <p:cNvPr id="1431610" name="Group 66">
              <a:extLst>
                <a:ext uri="{FF2B5EF4-FFF2-40B4-BE49-F238E27FC236}">
                  <a16:creationId xmlns:a16="http://schemas.microsoft.com/office/drawing/2014/main" id="{6BD60B61-BF78-667D-E7C0-A35D29A31E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5" y="2783"/>
              <a:ext cx="220" cy="231"/>
              <a:chOff x="2946" y="2441"/>
              <a:chExt cx="223" cy="231"/>
            </a:xfrm>
          </p:grpSpPr>
          <p:sp>
            <p:nvSpPr>
              <p:cNvPr id="1431627" name="Rectangle 67">
                <a:extLst>
                  <a:ext uri="{FF2B5EF4-FFF2-40B4-BE49-F238E27FC236}">
                    <a16:creationId xmlns:a16="http://schemas.microsoft.com/office/drawing/2014/main" id="{D6F44E71-A169-03C7-40EE-3E7718218C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431628" name="Text Box 68">
                <a:extLst>
                  <a:ext uri="{FF2B5EF4-FFF2-40B4-BE49-F238E27FC236}">
                    <a16:creationId xmlns:a16="http://schemas.microsoft.com/office/drawing/2014/main" id="{D98D5420-D4C9-9A93-B909-78AF488407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6" y="2441"/>
                <a:ext cx="22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C</a:t>
                </a:r>
              </a:p>
            </p:txBody>
          </p:sp>
        </p:grpSp>
        <p:grpSp>
          <p:nvGrpSpPr>
            <p:cNvPr id="1431611" name="Group 69">
              <a:extLst>
                <a:ext uri="{FF2B5EF4-FFF2-40B4-BE49-F238E27FC236}">
                  <a16:creationId xmlns:a16="http://schemas.microsoft.com/office/drawing/2014/main" id="{182CD131-F9C2-4A3C-1CE4-66A6FB6579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26" y="2783"/>
              <a:ext cx="212" cy="231"/>
              <a:chOff x="2951" y="2441"/>
              <a:chExt cx="215" cy="231"/>
            </a:xfrm>
          </p:grpSpPr>
          <p:sp>
            <p:nvSpPr>
              <p:cNvPr id="1431625" name="Rectangle 70">
                <a:extLst>
                  <a:ext uri="{FF2B5EF4-FFF2-40B4-BE49-F238E27FC236}">
                    <a16:creationId xmlns:a16="http://schemas.microsoft.com/office/drawing/2014/main" id="{16127DBF-1814-0FA1-A882-D425DBC9FD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431626" name="Text Box 71">
                <a:extLst>
                  <a:ext uri="{FF2B5EF4-FFF2-40B4-BE49-F238E27FC236}">
                    <a16:creationId xmlns:a16="http://schemas.microsoft.com/office/drawing/2014/main" id="{A3573375-F6F5-0788-6CDE-89EBDF751D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1" y="2441"/>
                <a:ext cx="21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B</a:t>
                </a:r>
              </a:p>
            </p:txBody>
          </p:sp>
        </p:grpSp>
        <p:grpSp>
          <p:nvGrpSpPr>
            <p:cNvPr id="1431612" name="Group 72">
              <a:extLst>
                <a:ext uri="{FF2B5EF4-FFF2-40B4-BE49-F238E27FC236}">
                  <a16:creationId xmlns:a16="http://schemas.microsoft.com/office/drawing/2014/main" id="{BD6791FB-FECD-1FE9-8BEC-C61306DA3A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2" y="3131"/>
              <a:ext cx="204" cy="231"/>
              <a:chOff x="2954" y="2441"/>
              <a:chExt cx="207" cy="231"/>
            </a:xfrm>
          </p:grpSpPr>
          <p:sp>
            <p:nvSpPr>
              <p:cNvPr id="1431623" name="Rectangle 73">
                <a:extLst>
                  <a:ext uri="{FF2B5EF4-FFF2-40B4-BE49-F238E27FC236}">
                    <a16:creationId xmlns:a16="http://schemas.microsoft.com/office/drawing/2014/main" id="{33FDC3A2-3F5F-617C-0C2E-EC4B7F0F1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431624" name="Text Box 74">
                <a:extLst>
                  <a:ext uri="{FF2B5EF4-FFF2-40B4-BE49-F238E27FC236}">
                    <a16:creationId xmlns:a16="http://schemas.microsoft.com/office/drawing/2014/main" id="{865C7777-6F03-8633-BDBB-6BE79EAB84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4" y="2441"/>
                <a:ext cx="207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F</a:t>
                </a:r>
              </a:p>
            </p:txBody>
          </p:sp>
        </p:grpSp>
        <p:sp>
          <p:nvSpPr>
            <p:cNvPr id="1431613" name="Text Box 75">
              <a:extLst>
                <a:ext uri="{FF2B5EF4-FFF2-40B4-BE49-F238E27FC236}">
                  <a16:creationId xmlns:a16="http://schemas.microsoft.com/office/drawing/2014/main" id="{4A6E9838-EFCD-BBD7-CA46-86DEDC26FE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5" y="289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431614" name="Text Box 76">
              <a:extLst>
                <a:ext uri="{FF2B5EF4-FFF2-40B4-BE49-F238E27FC236}">
                  <a16:creationId xmlns:a16="http://schemas.microsoft.com/office/drawing/2014/main" id="{BB306B97-0D68-3479-047C-A27C747970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3" y="3116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431615" name="Text Box 77">
              <a:extLst>
                <a:ext uri="{FF2B5EF4-FFF2-40B4-BE49-F238E27FC236}">
                  <a16:creationId xmlns:a16="http://schemas.microsoft.com/office/drawing/2014/main" id="{FE9FC845-56D1-A955-6226-E771B4CD16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8" y="332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431616" name="Text Box 78">
              <a:extLst>
                <a:ext uri="{FF2B5EF4-FFF2-40B4-BE49-F238E27FC236}">
                  <a16:creationId xmlns:a16="http://schemas.microsoft.com/office/drawing/2014/main" id="{73AEE68F-A25F-73F9-3977-3DA11819DA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7" y="320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431617" name="Text Box 79">
              <a:extLst>
                <a:ext uri="{FF2B5EF4-FFF2-40B4-BE49-F238E27FC236}">
                  <a16:creationId xmlns:a16="http://schemas.microsoft.com/office/drawing/2014/main" id="{B264850A-F0E8-9D22-0D33-A5BF33A350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4" y="356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431618" name="Text Box 80">
              <a:extLst>
                <a:ext uri="{FF2B5EF4-FFF2-40B4-BE49-F238E27FC236}">
                  <a16:creationId xmlns:a16="http://schemas.microsoft.com/office/drawing/2014/main" id="{B7E24544-F359-B43A-31F5-258351E238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4" y="31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431619" name="Text Box 81">
              <a:extLst>
                <a:ext uri="{FF2B5EF4-FFF2-40B4-BE49-F238E27FC236}">
                  <a16:creationId xmlns:a16="http://schemas.microsoft.com/office/drawing/2014/main" id="{4E1818EA-7196-4524-97D3-7FD496C388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4" y="339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431620" name="Text Box 82">
              <a:extLst>
                <a:ext uri="{FF2B5EF4-FFF2-40B4-BE49-F238E27FC236}">
                  <a16:creationId xmlns:a16="http://schemas.microsoft.com/office/drawing/2014/main" id="{184CBE7D-0123-7E0B-AD69-12F489CE5B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7" y="2861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431621" name="Text Box 83">
              <a:extLst>
                <a:ext uri="{FF2B5EF4-FFF2-40B4-BE49-F238E27FC236}">
                  <a16:creationId xmlns:a16="http://schemas.microsoft.com/office/drawing/2014/main" id="{3C054E2D-FF0F-FE85-3919-D58D29F26C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2" y="2711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431622" name="Text Box 84">
              <a:extLst>
                <a:ext uri="{FF2B5EF4-FFF2-40B4-BE49-F238E27FC236}">
                  <a16:creationId xmlns:a16="http://schemas.microsoft.com/office/drawing/2014/main" id="{82AEE9CD-F324-9DF3-A42A-7F0F4BE850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1" y="244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7649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5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5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5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5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1557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Dijkstra’s Algorithm (cont.)</a:t>
            </a:r>
          </a:p>
        </p:txBody>
      </p:sp>
      <p:sp>
        <p:nvSpPr>
          <p:cNvPr id="1425411" name="Text Box 3"/>
          <p:cNvSpPr txBox="1">
            <a:spLocks noChangeArrowheads="1"/>
          </p:cNvSpPr>
          <p:nvPr/>
        </p:nvSpPr>
        <p:spPr bwMode="auto">
          <a:xfrm>
            <a:off x="1042988" y="838200"/>
            <a:ext cx="7158947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 sz="2400" b="0" dirty="0">
                <a:latin typeface="Arial" panose="020B0604020202020204" pitchFamily="34" charset="0"/>
              </a:rPr>
              <a:t>1  </a:t>
            </a:r>
            <a:r>
              <a:rPr lang="en-US" altLang="en-US" sz="2400" i="1" dirty="0">
                <a:latin typeface="Arial" panose="020B0604020202020204" pitchFamily="34" charset="0"/>
              </a:rPr>
              <a:t>Initialisation:</a:t>
            </a:r>
            <a:r>
              <a:rPr lang="en-US" altLang="en-US" sz="2400" b="0" dirty="0">
                <a:latin typeface="Arial" panose="020B0604020202020204" pitchFamily="34" charset="0"/>
              </a:rPr>
              <a:t> </a:t>
            </a:r>
          </a:p>
          <a:p>
            <a:pPr algn="l" eaLnBrk="0" hangingPunct="0"/>
            <a:r>
              <a:rPr lang="en-US" altLang="en-US" sz="2400" b="0" dirty="0">
                <a:latin typeface="Arial" panose="020B0604020202020204" pitchFamily="34" charset="0"/>
              </a:rPr>
              <a:t>2    </a:t>
            </a:r>
            <a:r>
              <a:rPr lang="en-US" altLang="en-US" sz="2400" b="0" i="1" dirty="0">
                <a:latin typeface="Arial" panose="020B0604020202020204" pitchFamily="34" charset="0"/>
              </a:rPr>
              <a:t>S = {u} /* u is the source*/</a:t>
            </a:r>
          </a:p>
          <a:p>
            <a:pPr algn="l" eaLnBrk="0" hangingPunct="0"/>
            <a:r>
              <a:rPr lang="en-US" altLang="en-US" sz="2400" b="0" dirty="0">
                <a:latin typeface="Arial" panose="020B0604020202020204" pitchFamily="34" charset="0"/>
              </a:rPr>
              <a:t>3    for all nodes </a:t>
            </a:r>
            <a:r>
              <a:rPr lang="en-US" altLang="en-US" sz="2400" b="0" i="1" dirty="0">
                <a:latin typeface="Arial" panose="020B0604020202020204" pitchFamily="34" charset="0"/>
              </a:rPr>
              <a:t>v</a:t>
            </a:r>
            <a:r>
              <a:rPr lang="en-US" altLang="en-US" sz="2400" b="0" dirty="0">
                <a:latin typeface="Arial" panose="020B0604020202020204" pitchFamily="34" charset="0"/>
              </a:rPr>
              <a:t> </a:t>
            </a:r>
          </a:p>
          <a:p>
            <a:pPr algn="l" eaLnBrk="0" hangingPunct="0"/>
            <a:r>
              <a:rPr lang="en-US" altLang="en-US" sz="2400" b="0" dirty="0">
                <a:latin typeface="Arial" panose="020B0604020202020204" pitchFamily="34" charset="0"/>
              </a:rPr>
              <a:t>4      if </a:t>
            </a:r>
            <a:r>
              <a:rPr lang="en-US" altLang="en-US" sz="2400" b="0" i="1" dirty="0">
                <a:latin typeface="Arial" panose="020B0604020202020204" pitchFamily="34" charset="0"/>
              </a:rPr>
              <a:t>v</a:t>
            </a:r>
            <a:r>
              <a:rPr lang="en-US" altLang="en-US" sz="2400" b="0" dirty="0">
                <a:latin typeface="Arial" panose="020B0604020202020204" pitchFamily="34" charset="0"/>
              </a:rPr>
              <a:t> is adjacent to </a:t>
            </a:r>
            <a:r>
              <a:rPr lang="en-US" altLang="en-US" sz="2400" b="0" i="1" dirty="0">
                <a:latin typeface="Arial" panose="020B0604020202020204" pitchFamily="34" charset="0"/>
              </a:rPr>
              <a:t>u</a:t>
            </a:r>
            <a:r>
              <a:rPr lang="en-US" altLang="en-US" sz="2400" b="0" dirty="0">
                <a:latin typeface="Arial" panose="020B0604020202020204" pitchFamily="34" charset="0"/>
              </a:rPr>
              <a:t> </a:t>
            </a:r>
          </a:p>
          <a:p>
            <a:pPr algn="l" eaLnBrk="0" hangingPunct="0"/>
            <a:r>
              <a:rPr lang="en-US" altLang="en-US" sz="2400" b="0" dirty="0">
                <a:latin typeface="Arial" panose="020B0604020202020204" pitchFamily="34" charset="0"/>
              </a:rPr>
              <a:t>5          </a:t>
            </a:r>
            <a:r>
              <a:rPr lang="en-US" altLang="en-US" sz="2400" b="0" i="1" dirty="0">
                <a:latin typeface="Arial" panose="020B0604020202020204" pitchFamily="34" charset="0"/>
              </a:rPr>
              <a:t>D(v) = c(</a:t>
            </a:r>
            <a:r>
              <a:rPr lang="en-US" altLang="en-US" sz="2400" b="0" i="1" dirty="0" err="1">
                <a:latin typeface="Arial" panose="020B0604020202020204" pitchFamily="34" charset="0"/>
              </a:rPr>
              <a:t>u,v</a:t>
            </a:r>
            <a:r>
              <a:rPr lang="en-US" altLang="en-US" sz="2400" b="0" i="1" dirty="0">
                <a:latin typeface="Arial" panose="020B0604020202020204" pitchFamily="34" charset="0"/>
              </a:rPr>
              <a:t>) </a:t>
            </a:r>
            <a:r>
              <a:rPr lang="en-US" altLang="en-US" sz="2400" b="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/* cost of neighbours </a:t>
            </a:r>
            <a:r>
              <a:rPr lang="en-US" altLang="en-US" sz="24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known*/</a:t>
            </a:r>
            <a:endParaRPr lang="en-US" altLang="en-US" sz="2400" b="0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0" hangingPunct="0"/>
            <a:r>
              <a:rPr lang="en-US" altLang="en-US" sz="2400" b="0" dirty="0">
                <a:latin typeface="Arial" panose="020B0604020202020204" pitchFamily="34" charset="0"/>
              </a:rPr>
              <a:t>6      else </a:t>
            </a:r>
            <a:r>
              <a:rPr lang="en-US" altLang="en-US" sz="2400" b="0" i="1" dirty="0">
                <a:latin typeface="Arial" panose="020B0604020202020204" pitchFamily="34" charset="0"/>
              </a:rPr>
              <a:t>D(v) = </a:t>
            </a:r>
            <a:r>
              <a:rPr lang="en-US" altLang="en-US" sz="2400" b="0" i="1" dirty="0">
                <a:latin typeface="Arial" panose="020B0604020202020204" pitchFamily="34" charset="0"/>
                <a:cs typeface="Arial" panose="020B0604020202020204" pitchFamily="34" charset="0"/>
              </a:rPr>
              <a:t>∞</a:t>
            </a:r>
            <a:r>
              <a:rPr lang="en-US" altLang="en-US" sz="2400" b="0" i="1" dirty="0">
                <a:latin typeface="Arial" panose="020B0604020202020204" pitchFamily="34" charset="0"/>
              </a:rPr>
              <a:t> </a:t>
            </a:r>
            <a:r>
              <a:rPr lang="en-US" altLang="en-US" sz="24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/* cost of others unknown*/</a:t>
            </a:r>
            <a:endParaRPr lang="en-US" altLang="en-US" sz="2400" b="0" i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algn="l" eaLnBrk="0" hangingPunct="0"/>
            <a:r>
              <a:rPr lang="en-US" altLang="en-US" sz="2400" b="0" dirty="0">
                <a:latin typeface="Arial" panose="020B0604020202020204" pitchFamily="34" charset="0"/>
              </a:rPr>
              <a:t>7 </a:t>
            </a:r>
          </a:p>
          <a:p>
            <a:pPr algn="l" eaLnBrk="0" hangingPunct="0"/>
            <a:r>
              <a:rPr lang="en-US" altLang="en-US" sz="2400" b="0" dirty="0">
                <a:latin typeface="Arial" panose="020B0604020202020204" pitchFamily="34" charset="0"/>
              </a:rPr>
              <a:t>8  </a:t>
            </a:r>
            <a:r>
              <a:rPr lang="en-US" altLang="en-US" sz="2400" i="1" dirty="0">
                <a:latin typeface="Arial" panose="020B0604020202020204" pitchFamily="34" charset="0"/>
              </a:rPr>
              <a:t>Loop:</a:t>
            </a:r>
            <a:r>
              <a:rPr lang="en-US" altLang="en-US" sz="2400" b="0" i="1" dirty="0">
                <a:latin typeface="Arial" panose="020B0604020202020204" pitchFamily="34" charset="0"/>
              </a:rPr>
              <a:t> </a:t>
            </a:r>
            <a:endParaRPr lang="en-US" altLang="en-US" sz="2400" b="0" dirty="0">
              <a:latin typeface="Arial" panose="020B0604020202020204" pitchFamily="34" charset="0"/>
            </a:endParaRPr>
          </a:p>
          <a:p>
            <a:pPr algn="l" eaLnBrk="0" hangingPunct="0"/>
            <a:r>
              <a:rPr lang="en-US" altLang="en-US" sz="2400" b="0" dirty="0">
                <a:latin typeface="Arial" panose="020B0604020202020204" pitchFamily="34" charset="0"/>
              </a:rPr>
              <a:t>9    find </a:t>
            </a:r>
            <a:r>
              <a:rPr lang="en-US" altLang="en-US" sz="2400" b="0" i="1" dirty="0">
                <a:latin typeface="Arial" panose="020B0604020202020204" pitchFamily="34" charset="0"/>
              </a:rPr>
              <a:t>w</a:t>
            </a:r>
            <a:r>
              <a:rPr lang="en-US" altLang="en-US" sz="2400" b="0" dirty="0">
                <a:latin typeface="Arial" panose="020B0604020202020204" pitchFamily="34" charset="0"/>
              </a:rPr>
              <a:t> not in </a:t>
            </a:r>
            <a:r>
              <a:rPr lang="en-US" altLang="en-US" sz="2400" b="0" i="1" dirty="0">
                <a:latin typeface="Arial" panose="020B0604020202020204" pitchFamily="34" charset="0"/>
              </a:rPr>
              <a:t>S</a:t>
            </a:r>
            <a:r>
              <a:rPr lang="en-US" altLang="en-US" sz="2400" b="0" dirty="0">
                <a:latin typeface="Arial" panose="020B0604020202020204" pitchFamily="34" charset="0"/>
              </a:rPr>
              <a:t> with the smallest </a:t>
            </a:r>
            <a:r>
              <a:rPr lang="en-US" altLang="en-US" sz="2400" b="0" i="1" dirty="0">
                <a:latin typeface="Arial" panose="020B0604020202020204" pitchFamily="34" charset="0"/>
              </a:rPr>
              <a:t>D(w)</a:t>
            </a:r>
          </a:p>
          <a:p>
            <a:pPr algn="l" eaLnBrk="0" hangingPunct="0"/>
            <a:r>
              <a:rPr lang="en-US" altLang="en-US" sz="2400" b="0" dirty="0">
                <a:latin typeface="Arial" panose="020B0604020202020204" pitchFamily="34" charset="0"/>
              </a:rPr>
              <a:t>10  add </a:t>
            </a:r>
            <a:r>
              <a:rPr lang="en-US" altLang="en-US" sz="2400" b="0" i="1" dirty="0">
                <a:latin typeface="Arial" panose="020B0604020202020204" pitchFamily="34" charset="0"/>
              </a:rPr>
              <a:t>w</a:t>
            </a:r>
            <a:r>
              <a:rPr lang="en-US" altLang="en-US" sz="2400" b="0" dirty="0">
                <a:latin typeface="Arial" panose="020B0604020202020204" pitchFamily="34" charset="0"/>
              </a:rPr>
              <a:t> to </a:t>
            </a:r>
            <a:r>
              <a:rPr lang="en-US" altLang="en-US" sz="2400" b="0" i="1" dirty="0">
                <a:latin typeface="Arial" panose="020B0604020202020204" pitchFamily="34" charset="0"/>
              </a:rPr>
              <a:t>S</a:t>
            </a:r>
            <a:r>
              <a:rPr lang="en-US" altLang="en-US" sz="2400" b="0" dirty="0">
                <a:latin typeface="Arial" panose="020B0604020202020204" pitchFamily="34" charset="0"/>
              </a:rPr>
              <a:t> </a:t>
            </a:r>
          </a:p>
          <a:p>
            <a:pPr eaLnBrk="0" hangingPunct="0"/>
            <a:r>
              <a:rPr lang="en-US" altLang="en-US" sz="2400" b="0" dirty="0">
                <a:latin typeface="Arial" panose="020B0604020202020204" pitchFamily="34" charset="0"/>
              </a:rPr>
              <a:t>11  update D(v) for </a:t>
            </a:r>
            <a:r>
              <a:rPr lang="en-US" altLang="en-US" sz="2400" dirty="0">
                <a:latin typeface="Arial" panose="020B0604020202020204" pitchFamily="34" charset="0"/>
              </a:rPr>
              <a:t>all v adjacent to </a:t>
            </a:r>
            <a:r>
              <a:rPr lang="en-US" altLang="en-US" sz="2400" b="0" dirty="0">
                <a:latin typeface="Arial" panose="020B0604020202020204" pitchFamily="34" charset="0"/>
              </a:rPr>
              <a:t>w and </a:t>
            </a:r>
            <a:r>
              <a:rPr lang="en-US" altLang="en-US" sz="2400" dirty="0">
                <a:latin typeface="Arial" panose="020B0604020202020204" pitchFamily="34" charset="0"/>
              </a:rPr>
              <a:t>not in S</a:t>
            </a:r>
            <a:r>
              <a:rPr lang="en-US" altLang="en-US" sz="2400" b="0" dirty="0">
                <a:latin typeface="Arial" panose="020B0604020202020204" pitchFamily="34" charset="0"/>
              </a:rPr>
              <a:t>: </a:t>
            </a:r>
          </a:p>
          <a:p>
            <a:pPr algn="l">
              <a:buFont typeface="Arial" panose="020B0604020202020204" pitchFamily="34" charset="0"/>
              <a:buAutoNum type="arabicPlain" startAt="12"/>
            </a:pPr>
            <a:r>
              <a:rPr lang="en-US" altLang="en-US" sz="2400" b="0" dirty="0">
                <a:latin typeface="Arial" panose="020B0604020202020204" pitchFamily="34" charset="0"/>
              </a:rPr>
              <a:t>  if D(w) + c(</a:t>
            </a:r>
            <a:r>
              <a:rPr lang="en-US" altLang="en-US" sz="2400" b="0" dirty="0" err="1">
                <a:latin typeface="Arial" panose="020B0604020202020204" pitchFamily="34" charset="0"/>
              </a:rPr>
              <a:t>w,v</a:t>
            </a:r>
            <a:r>
              <a:rPr lang="en-US" altLang="en-US" sz="2400" b="0" dirty="0">
                <a:latin typeface="Arial" panose="020B0604020202020204" pitchFamily="34" charset="0"/>
              </a:rPr>
              <a:t>) &lt; D(v) then </a:t>
            </a:r>
          </a:p>
          <a:p>
            <a:pPr marL="0" indent="0" algn="l"/>
            <a:r>
              <a:rPr lang="en-US" altLang="en-US" sz="2400" b="0" dirty="0">
                <a:latin typeface="Arial" panose="020B0604020202020204" pitchFamily="34" charset="0"/>
              </a:rPr>
              <a:t>         D(v) = D(w) + c(</a:t>
            </a:r>
            <a:r>
              <a:rPr lang="en-US" altLang="en-US" sz="2400" b="0" dirty="0" err="1">
                <a:latin typeface="Arial" panose="020B0604020202020204" pitchFamily="34" charset="0"/>
              </a:rPr>
              <a:t>w,v</a:t>
            </a:r>
            <a:r>
              <a:rPr lang="en-US" altLang="en-US" sz="2400" b="0" dirty="0">
                <a:latin typeface="Arial" panose="020B0604020202020204" pitchFamily="34" charset="0"/>
              </a:rPr>
              <a:t>); p(v) = w;</a:t>
            </a:r>
          </a:p>
          <a:p>
            <a:pPr algn="l" eaLnBrk="0" hangingPunct="0"/>
            <a:r>
              <a:rPr lang="en-US" altLang="en-US" sz="2400" dirty="0">
                <a:latin typeface="Arial" panose="020B0604020202020204" pitchFamily="34" charset="0"/>
              </a:rPr>
              <a:t>      </a:t>
            </a: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/* new cost to </a:t>
            </a:r>
            <a:r>
              <a:rPr lang="en-US" altLang="en-US" sz="24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v</a:t>
            </a: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is either old cost to </a:t>
            </a:r>
            <a:r>
              <a:rPr lang="en-US" altLang="en-US" sz="24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v</a:t>
            </a: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or known</a:t>
            </a:r>
          </a:p>
          <a:p>
            <a:pPr algn="l" eaLnBrk="0" hangingPunct="0"/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shortest path cost to </a:t>
            </a:r>
            <a:r>
              <a:rPr lang="en-US" altLang="en-US" sz="24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w</a:t>
            </a: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plus cost from </a:t>
            </a:r>
            <a:r>
              <a:rPr lang="en-US" altLang="en-US" sz="24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w</a:t>
            </a: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to </a:t>
            </a:r>
            <a:r>
              <a:rPr lang="en-US" altLang="en-US" sz="2400" i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v</a:t>
            </a: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*/</a:t>
            </a:r>
          </a:p>
          <a:p>
            <a:pPr algn="l" eaLnBrk="0" hangingPunct="0"/>
            <a:r>
              <a:rPr lang="en-US" altLang="en-US" sz="2400" dirty="0">
                <a:latin typeface="Arial" panose="020B0604020202020204" pitchFamily="34" charset="0"/>
              </a:rPr>
              <a:t>13 until </a:t>
            </a:r>
            <a:r>
              <a:rPr lang="en-US" altLang="en-US" sz="2400" i="1" dirty="0">
                <a:latin typeface="Arial" panose="020B0604020202020204" pitchFamily="34" charset="0"/>
              </a:rPr>
              <a:t>all nodes in S</a:t>
            </a:r>
            <a:endParaRPr lang="en-US" altLang="en-US" sz="2400" b="0" i="1" dirty="0">
              <a:latin typeface="Arial" panose="020B0604020202020204" pitchFamily="34" charset="0"/>
            </a:endParaRPr>
          </a:p>
        </p:txBody>
      </p:sp>
      <p:sp>
        <p:nvSpPr>
          <p:cNvPr id="1425412" name="Freeform 4"/>
          <p:cNvSpPr>
            <a:spLocks/>
          </p:cNvSpPr>
          <p:nvPr/>
        </p:nvSpPr>
        <p:spPr bwMode="auto">
          <a:xfrm>
            <a:off x="381000" y="3352800"/>
            <a:ext cx="800100" cy="3487043"/>
          </a:xfrm>
          <a:custGeom>
            <a:avLst/>
            <a:gdLst>
              <a:gd name="T0" fmla="*/ 504 w 504"/>
              <a:gd name="T1" fmla="*/ 1596 h 1818"/>
              <a:gd name="T2" fmla="*/ 120 w 504"/>
              <a:gd name="T3" fmla="*/ 1602 h 1818"/>
              <a:gd name="T4" fmla="*/ 90 w 504"/>
              <a:gd name="T5" fmla="*/ 192 h 1818"/>
              <a:gd name="T6" fmla="*/ 396 w 504"/>
              <a:gd name="T7" fmla="*/ 144 h 18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04" h="1818">
                <a:moveTo>
                  <a:pt x="504" y="1596"/>
                </a:moveTo>
                <a:cubicBezTo>
                  <a:pt x="444" y="1728"/>
                  <a:pt x="240" y="1818"/>
                  <a:pt x="120" y="1602"/>
                </a:cubicBezTo>
                <a:cubicBezTo>
                  <a:pt x="0" y="1386"/>
                  <a:pt x="48" y="444"/>
                  <a:pt x="90" y="192"/>
                </a:cubicBezTo>
                <a:cubicBezTo>
                  <a:pt x="162" y="0"/>
                  <a:pt x="294" y="84"/>
                  <a:pt x="396" y="144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2F0810-A290-404C-AD50-B7D908288FB7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03005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Example: Dijkstra’s Algorithm</a:t>
            </a:r>
          </a:p>
        </p:txBody>
      </p:sp>
      <p:sp>
        <p:nvSpPr>
          <p:cNvPr id="43015" name="Text Box 3"/>
          <p:cNvSpPr txBox="1">
            <a:spLocks noChangeArrowheads="1"/>
          </p:cNvSpPr>
          <p:nvPr/>
        </p:nvSpPr>
        <p:spPr bwMode="auto">
          <a:xfrm>
            <a:off x="296863" y="1506538"/>
            <a:ext cx="708025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 dirty="0">
                <a:latin typeface="Arial" panose="020B0604020202020204" pitchFamily="34" charset="0"/>
              </a:rPr>
              <a:t>Step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0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1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2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3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4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3016" name="Text Box 4"/>
          <p:cNvSpPr txBox="1">
            <a:spLocks noChangeArrowheads="1"/>
          </p:cNvSpPr>
          <p:nvPr/>
        </p:nvSpPr>
        <p:spPr bwMode="auto">
          <a:xfrm>
            <a:off x="1365251" y="1516063"/>
            <a:ext cx="9191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 dirty="0">
                <a:latin typeface="Arial" panose="020B0604020202020204" pitchFamily="34" charset="0"/>
              </a:rPr>
              <a:t>start S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43017" name="Text Box 5"/>
          <p:cNvSpPr txBox="1">
            <a:spLocks noChangeArrowheads="1"/>
          </p:cNvSpPr>
          <p:nvPr/>
        </p:nvSpPr>
        <p:spPr bwMode="auto">
          <a:xfrm>
            <a:off x="2471738" y="1497013"/>
            <a:ext cx="12573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 dirty="0">
                <a:latin typeface="Arial" panose="020B0604020202020204" pitchFamily="34" charset="0"/>
              </a:rPr>
              <a:t>D(B),p(B)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2,A</a:t>
            </a:r>
          </a:p>
        </p:txBody>
      </p:sp>
      <p:sp>
        <p:nvSpPr>
          <p:cNvPr id="43018" name="Text Box 6"/>
          <p:cNvSpPr txBox="1">
            <a:spLocks noChangeArrowheads="1"/>
          </p:cNvSpPr>
          <p:nvPr/>
        </p:nvSpPr>
        <p:spPr bwMode="auto">
          <a:xfrm>
            <a:off x="3667125" y="1501775"/>
            <a:ext cx="12842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 dirty="0">
                <a:latin typeface="Arial" panose="020B0604020202020204" pitchFamily="34" charset="0"/>
              </a:rPr>
              <a:t>D(C),p(C)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5,A</a:t>
            </a:r>
          </a:p>
        </p:txBody>
      </p:sp>
      <p:sp>
        <p:nvSpPr>
          <p:cNvPr id="43019" name="Text Box 7"/>
          <p:cNvSpPr txBox="1">
            <a:spLocks noChangeArrowheads="1"/>
          </p:cNvSpPr>
          <p:nvPr/>
        </p:nvSpPr>
        <p:spPr bwMode="auto">
          <a:xfrm>
            <a:off x="4943475" y="1497013"/>
            <a:ext cx="12842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>
                <a:latin typeface="Arial" panose="020B0604020202020204" pitchFamily="34" charset="0"/>
              </a:rPr>
              <a:t>D(D),p(D)</a:t>
            </a:r>
          </a:p>
          <a:p>
            <a:r>
              <a:rPr lang="en-US" altLang="en-US" b="0">
                <a:latin typeface="Arial" panose="020B0604020202020204" pitchFamily="34" charset="0"/>
              </a:rPr>
              <a:t>1,A</a:t>
            </a:r>
          </a:p>
        </p:txBody>
      </p:sp>
      <p:sp>
        <p:nvSpPr>
          <p:cNvPr id="43020" name="Text Box 8"/>
          <p:cNvSpPr txBox="1">
            <a:spLocks noChangeArrowheads="1"/>
          </p:cNvSpPr>
          <p:nvPr/>
        </p:nvSpPr>
        <p:spPr bwMode="auto">
          <a:xfrm>
            <a:off x="6324600" y="1501775"/>
            <a:ext cx="12573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>
                <a:latin typeface="Arial" panose="020B0604020202020204" pitchFamily="34" charset="0"/>
              </a:rPr>
              <a:t>D(E),p(E)</a:t>
            </a:r>
          </a:p>
          <a:p>
            <a:endParaRPr lang="en-US" altLang="en-US" b="0">
              <a:latin typeface="Arial" panose="020B0604020202020204" pitchFamily="34" charset="0"/>
            </a:endParaRPr>
          </a:p>
        </p:txBody>
      </p:sp>
      <p:sp>
        <p:nvSpPr>
          <p:cNvPr id="43021" name="Text Box 9"/>
          <p:cNvSpPr txBox="1">
            <a:spLocks noChangeArrowheads="1"/>
          </p:cNvSpPr>
          <p:nvPr/>
        </p:nvSpPr>
        <p:spPr bwMode="auto">
          <a:xfrm>
            <a:off x="7605713" y="1516063"/>
            <a:ext cx="12287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>
                <a:latin typeface="Arial" panose="020B0604020202020204" pitchFamily="34" charset="0"/>
              </a:rPr>
              <a:t>D(F),p(F)</a:t>
            </a:r>
          </a:p>
          <a:p>
            <a:endParaRPr lang="en-US" altLang="en-US" b="0">
              <a:latin typeface="Arial" panose="020B0604020202020204" pitchFamily="34" charset="0"/>
            </a:endParaRPr>
          </a:p>
        </p:txBody>
      </p:sp>
      <p:sp>
        <p:nvSpPr>
          <p:cNvPr id="43022" name="Line 10"/>
          <p:cNvSpPr>
            <a:spLocks noChangeShapeType="1"/>
          </p:cNvSpPr>
          <p:nvPr/>
        </p:nvSpPr>
        <p:spPr bwMode="auto">
          <a:xfrm>
            <a:off x="361950" y="1857375"/>
            <a:ext cx="8505825" cy="95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3023" name="Line 11"/>
          <p:cNvSpPr>
            <a:spLocks noChangeShapeType="1"/>
          </p:cNvSpPr>
          <p:nvPr/>
        </p:nvSpPr>
        <p:spPr bwMode="auto">
          <a:xfrm>
            <a:off x="519113" y="2162175"/>
            <a:ext cx="8296275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3024" name="Line 12"/>
          <p:cNvSpPr>
            <a:spLocks noChangeShapeType="1"/>
          </p:cNvSpPr>
          <p:nvPr/>
        </p:nvSpPr>
        <p:spPr bwMode="auto">
          <a:xfrm>
            <a:off x="538163" y="2457450"/>
            <a:ext cx="8267700" cy="4763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3025" name="Line 13"/>
          <p:cNvSpPr>
            <a:spLocks noChangeShapeType="1"/>
          </p:cNvSpPr>
          <p:nvPr/>
        </p:nvSpPr>
        <p:spPr bwMode="auto">
          <a:xfrm>
            <a:off x="547688" y="2767013"/>
            <a:ext cx="8253412" cy="9525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3026" name="Line 14"/>
          <p:cNvSpPr>
            <a:spLocks noChangeShapeType="1"/>
          </p:cNvSpPr>
          <p:nvPr/>
        </p:nvSpPr>
        <p:spPr bwMode="auto">
          <a:xfrm>
            <a:off x="557213" y="3071813"/>
            <a:ext cx="8267700" cy="9525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3027" name="Line 15"/>
          <p:cNvSpPr>
            <a:spLocks noChangeShapeType="1"/>
          </p:cNvSpPr>
          <p:nvPr/>
        </p:nvSpPr>
        <p:spPr bwMode="auto">
          <a:xfrm>
            <a:off x="571500" y="3386138"/>
            <a:ext cx="8262938" cy="4762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grpSp>
        <p:nvGrpSpPr>
          <p:cNvPr id="43028" name="Group 91"/>
          <p:cNvGrpSpPr>
            <a:grpSpLocks/>
          </p:cNvGrpSpPr>
          <p:nvPr/>
        </p:nvGrpSpPr>
        <p:grpSpPr bwMode="auto">
          <a:xfrm>
            <a:off x="684213" y="3810000"/>
            <a:ext cx="3571875" cy="2236788"/>
            <a:chOff x="624" y="2400"/>
            <a:chExt cx="2250" cy="1409"/>
          </a:xfrm>
        </p:grpSpPr>
        <p:sp>
          <p:nvSpPr>
            <p:cNvPr id="43032" name="Freeform 16"/>
            <p:cNvSpPr>
              <a:spLocks/>
            </p:cNvSpPr>
            <p:nvPr/>
          </p:nvSpPr>
          <p:spPr bwMode="auto">
            <a:xfrm>
              <a:off x="624" y="2400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33" name="Freeform 17"/>
            <p:cNvSpPr>
              <a:spLocks/>
            </p:cNvSpPr>
            <p:nvPr/>
          </p:nvSpPr>
          <p:spPr bwMode="auto">
            <a:xfrm>
              <a:off x="960" y="2949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34" name="Oval 18"/>
            <p:cNvSpPr>
              <a:spLocks noChangeArrowheads="1"/>
            </p:cNvSpPr>
            <p:nvPr/>
          </p:nvSpPr>
          <p:spPr bwMode="auto">
            <a:xfrm>
              <a:off x="700" y="3191"/>
              <a:ext cx="313" cy="81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35" name="Line 19"/>
            <p:cNvSpPr>
              <a:spLocks noChangeShapeType="1"/>
            </p:cNvSpPr>
            <p:nvPr/>
          </p:nvSpPr>
          <p:spPr bwMode="auto">
            <a:xfrm>
              <a:off x="700" y="3184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3036" name="Line 20"/>
            <p:cNvSpPr>
              <a:spLocks noChangeShapeType="1"/>
            </p:cNvSpPr>
            <p:nvPr/>
          </p:nvSpPr>
          <p:spPr bwMode="auto">
            <a:xfrm>
              <a:off x="1013" y="3184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3037" name="Rectangle 21"/>
            <p:cNvSpPr>
              <a:spLocks noChangeArrowheads="1"/>
            </p:cNvSpPr>
            <p:nvPr/>
          </p:nvSpPr>
          <p:spPr bwMode="auto">
            <a:xfrm>
              <a:off x="700" y="3184"/>
              <a:ext cx="310" cy="4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3038" name="Oval 22"/>
            <p:cNvSpPr>
              <a:spLocks noChangeArrowheads="1"/>
            </p:cNvSpPr>
            <p:nvPr/>
          </p:nvSpPr>
          <p:spPr bwMode="auto">
            <a:xfrm>
              <a:off x="697" y="3125"/>
              <a:ext cx="313" cy="9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39" name="Oval 23"/>
            <p:cNvSpPr>
              <a:spLocks noChangeArrowheads="1"/>
            </p:cNvSpPr>
            <p:nvPr/>
          </p:nvSpPr>
          <p:spPr bwMode="auto">
            <a:xfrm>
              <a:off x="1174" y="3578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40" name="Line 24"/>
            <p:cNvSpPr>
              <a:spLocks noChangeShapeType="1"/>
            </p:cNvSpPr>
            <p:nvPr/>
          </p:nvSpPr>
          <p:spPr bwMode="auto">
            <a:xfrm>
              <a:off x="1174" y="357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3041" name="Line 25"/>
            <p:cNvSpPr>
              <a:spLocks noChangeShapeType="1"/>
            </p:cNvSpPr>
            <p:nvPr/>
          </p:nvSpPr>
          <p:spPr bwMode="auto">
            <a:xfrm>
              <a:off x="1487" y="357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3042" name="Rectangle 26"/>
            <p:cNvSpPr>
              <a:spLocks noChangeArrowheads="1"/>
            </p:cNvSpPr>
            <p:nvPr/>
          </p:nvSpPr>
          <p:spPr bwMode="auto">
            <a:xfrm>
              <a:off x="1174" y="3571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3043" name="Oval 27"/>
            <p:cNvSpPr>
              <a:spLocks noChangeArrowheads="1"/>
            </p:cNvSpPr>
            <p:nvPr/>
          </p:nvSpPr>
          <p:spPr bwMode="auto">
            <a:xfrm>
              <a:off x="1171" y="3512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44" name="Oval 28"/>
            <p:cNvSpPr>
              <a:spLocks noChangeArrowheads="1"/>
            </p:cNvSpPr>
            <p:nvPr/>
          </p:nvSpPr>
          <p:spPr bwMode="auto">
            <a:xfrm>
              <a:off x="1170" y="2888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45" name="Line 29"/>
            <p:cNvSpPr>
              <a:spLocks noChangeShapeType="1"/>
            </p:cNvSpPr>
            <p:nvPr/>
          </p:nvSpPr>
          <p:spPr bwMode="auto">
            <a:xfrm>
              <a:off x="1170" y="288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3046" name="Line 30"/>
            <p:cNvSpPr>
              <a:spLocks noChangeShapeType="1"/>
            </p:cNvSpPr>
            <p:nvPr/>
          </p:nvSpPr>
          <p:spPr bwMode="auto">
            <a:xfrm>
              <a:off x="1483" y="288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3047" name="Rectangle 31"/>
            <p:cNvSpPr>
              <a:spLocks noChangeArrowheads="1"/>
            </p:cNvSpPr>
            <p:nvPr/>
          </p:nvSpPr>
          <p:spPr bwMode="auto">
            <a:xfrm>
              <a:off x="1170" y="2881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3048" name="Oval 32"/>
            <p:cNvSpPr>
              <a:spLocks noChangeArrowheads="1"/>
            </p:cNvSpPr>
            <p:nvPr/>
          </p:nvSpPr>
          <p:spPr bwMode="auto">
            <a:xfrm>
              <a:off x="1167" y="2822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49" name="Oval 33"/>
            <p:cNvSpPr>
              <a:spLocks noChangeArrowheads="1"/>
            </p:cNvSpPr>
            <p:nvPr/>
          </p:nvSpPr>
          <p:spPr bwMode="auto">
            <a:xfrm>
              <a:off x="1853" y="2884"/>
              <a:ext cx="312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50" name="Line 34"/>
            <p:cNvSpPr>
              <a:spLocks noChangeShapeType="1"/>
            </p:cNvSpPr>
            <p:nvPr/>
          </p:nvSpPr>
          <p:spPr bwMode="auto">
            <a:xfrm>
              <a:off x="1853" y="287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3051" name="Line 35"/>
            <p:cNvSpPr>
              <a:spLocks noChangeShapeType="1"/>
            </p:cNvSpPr>
            <p:nvPr/>
          </p:nvSpPr>
          <p:spPr bwMode="auto">
            <a:xfrm>
              <a:off x="2165" y="287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3052" name="Rectangle 36"/>
            <p:cNvSpPr>
              <a:spLocks noChangeArrowheads="1"/>
            </p:cNvSpPr>
            <p:nvPr/>
          </p:nvSpPr>
          <p:spPr bwMode="auto">
            <a:xfrm>
              <a:off x="1853" y="2877"/>
              <a:ext cx="309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3053" name="Oval 37"/>
            <p:cNvSpPr>
              <a:spLocks noChangeArrowheads="1"/>
            </p:cNvSpPr>
            <p:nvPr/>
          </p:nvSpPr>
          <p:spPr bwMode="auto">
            <a:xfrm>
              <a:off x="1856" y="2821"/>
              <a:ext cx="312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54" name="Oval 38"/>
            <p:cNvSpPr>
              <a:spLocks noChangeArrowheads="1"/>
            </p:cNvSpPr>
            <p:nvPr/>
          </p:nvSpPr>
          <p:spPr bwMode="auto">
            <a:xfrm>
              <a:off x="1863" y="3575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55" name="Line 39"/>
            <p:cNvSpPr>
              <a:spLocks noChangeShapeType="1"/>
            </p:cNvSpPr>
            <p:nvPr/>
          </p:nvSpPr>
          <p:spPr bwMode="auto">
            <a:xfrm>
              <a:off x="1863" y="356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3056" name="Line 40"/>
            <p:cNvSpPr>
              <a:spLocks noChangeShapeType="1"/>
            </p:cNvSpPr>
            <p:nvPr/>
          </p:nvSpPr>
          <p:spPr bwMode="auto">
            <a:xfrm>
              <a:off x="2176" y="356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3057" name="Rectangle 41"/>
            <p:cNvSpPr>
              <a:spLocks noChangeArrowheads="1"/>
            </p:cNvSpPr>
            <p:nvPr/>
          </p:nvSpPr>
          <p:spPr bwMode="auto">
            <a:xfrm>
              <a:off x="1863" y="3568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3058" name="Oval 42"/>
            <p:cNvSpPr>
              <a:spLocks noChangeArrowheads="1"/>
            </p:cNvSpPr>
            <p:nvPr/>
          </p:nvSpPr>
          <p:spPr bwMode="auto">
            <a:xfrm>
              <a:off x="1860" y="3509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59" name="Oval 43"/>
            <p:cNvSpPr>
              <a:spLocks noChangeArrowheads="1"/>
            </p:cNvSpPr>
            <p:nvPr/>
          </p:nvSpPr>
          <p:spPr bwMode="auto">
            <a:xfrm>
              <a:off x="2428" y="3234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60" name="Line 44"/>
            <p:cNvSpPr>
              <a:spLocks noChangeShapeType="1"/>
            </p:cNvSpPr>
            <p:nvPr/>
          </p:nvSpPr>
          <p:spPr bwMode="auto">
            <a:xfrm>
              <a:off x="2428" y="322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3061" name="Line 45"/>
            <p:cNvSpPr>
              <a:spLocks noChangeShapeType="1"/>
            </p:cNvSpPr>
            <p:nvPr/>
          </p:nvSpPr>
          <p:spPr bwMode="auto">
            <a:xfrm>
              <a:off x="2741" y="322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3062" name="Rectangle 46"/>
            <p:cNvSpPr>
              <a:spLocks noChangeArrowheads="1"/>
            </p:cNvSpPr>
            <p:nvPr/>
          </p:nvSpPr>
          <p:spPr bwMode="auto">
            <a:xfrm>
              <a:off x="2428" y="3227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3063" name="Oval 47"/>
            <p:cNvSpPr>
              <a:spLocks noChangeArrowheads="1"/>
            </p:cNvSpPr>
            <p:nvPr/>
          </p:nvSpPr>
          <p:spPr bwMode="auto">
            <a:xfrm>
              <a:off x="2425" y="3168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64" name="Freeform 48"/>
            <p:cNvSpPr>
              <a:spLocks/>
            </p:cNvSpPr>
            <p:nvPr/>
          </p:nvSpPr>
          <p:spPr bwMode="auto">
            <a:xfrm>
              <a:off x="2019" y="2976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65" name="Freeform 49"/>
            <p:cNvSpPr>
              <a:spLocks/>
            </p:cNvSpPr>
            <p:nvPr/>
          </p:nvSpPr>
          <p:spPr bwMode="auto">
            <a:xfrm>
              <a:off x="1326" y="2982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66" name="Freeform 50"/>
            <p:cNvSpPr>
              <a:spLocks/>
            </p:cNvSpPr>
            <p:nvPr/>
          </p:nvSpPr>
          <p:spPr bwMode="auto">
            <a:xfrm>
              <a:off x="1491" y="2967"/>
              <a:ext cx="504" cy="600"/>
            </a:xfrm>
            <a:custGeom>
              <a:avLst/>
              <a:gdLst>
                <a:gd name="T0" fmla="*/ 0 w 378"/>
                <a:gd name="T1" fmla="*/ 600 h 174"/>
                <a:gd name="T2" fmla="*/ 504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67" name="Freeform 51"/>
            <p:cNvSpPr>
              <a:spLocks/>
            </p:cNvSpPr>
            <p:nvPr/>
          </p:nvSpPr>
          <p:spPr bwMode="auto">
            <a:xfrm>
              <a:off x="2178" y="3315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68" name="Freeform 52"/>
            <p:cNvSpPr>
              <a:spLocks/>
            </p:cNvSpPr>
            <p:nvPr/>
          </p:nvSpPr>
          <p:spPr bwMode="auto">
            <a:xfrm>
              <a:off x="1497" y="3597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69" name="Freeform 53"/>
            <p:cNvSpPr>
              <a:spLocks/>
            </p:cNvSpPr>
            <p:nvPr/>
          </p:nvSpPr>
          <p:spPr bwMode="auto">
            <a:xfrm>
              <a:off x="906" y="3273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70" name="Freeform 54"/>
            <p:cNvSpPr>
              <a:spLocks/>
            </p:cNvSpPr>
            <p:nvPr/>
          </p:nvSpPr>
          <p:spPr bwMode="auto">
            <a:xfrm>
              <a:off x="1491" y="2907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71" name="Freeform 55"/>
            <p:cNvSpPr>
              <a:spLocks/>
            </p:cNvSpPr>
            <p:nvPr/>
          </p:nvSpPr>
          <p:spPr bwMode="auto">
            <a:xfrm>
              <a:off x="2166" y="2904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3072" name="Freeform 56"/>
            <p:cNvSpPr>
              <a:spLocks/>
            </p:cNvSpPr>
            <p:nvPr/>
          </p:nvSpPr>
          <p:spPr bwMode="auto">
            <a:xfrm>
              <a:off x="849" y="2475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43073" name="Group 57"/>
            <p:cNvGrpSpPr>
              <a:grpSpLocks/>
            </p:cNvGrpSpPr>
            <p:nvPr/>
          </p:nvGrpSpPr>
          <p:grpSpPr bwMode="auto">
            <a:xfrm>
              <a:off x="745" y="3089"/>
              <a:ext cx="212" cy="231"/>
              <a:chOff x="2950" y="2441"/>
              <a:chExt cx="215" cy="231"/>
            </a:xfrm>
          </p:grpSpPr>
          <p:sp>
            <p:nvSpPr>
              <p:cNvPr id="43099" name="Rectangle 58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3100" name="Text Box 59"/>
              <p:cNvSpPr txBox="1">
                <a:spLocks noChangeArrowheads="1"/>
              </p:cNvSpPr>
              <p:nvPr/>
            </p:nvSpPr>
            <p:spPr bwMode="auto">
              <a:xfrm>
                <a:off x="2950" y="2441"/>
                <a:ext cx="21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A</a:t>
                </a:r>
              </a:p>
            </p:txBody>
          </p:sp>
        </p:grpSp>
        <p:grpSp>
          <p:nvGrpSpPr>
            <p:cNvPr id="43074" name="Group 60"/>
            <p:cNvGrpSpPr>
              <a:grpSpLocks/>
            </p:cNvGrpSpPr>
            <p:nvPr/>
          </p:nvGrpSpPr>
          <p:grpSpPr bwMode="auto">
            <a:xfrm>
              <a:off x="1915" y="3473"/>
              <a:ext cx="212" cy="231"/>
              <a:chOff x="2950" y="2441"/>
              <a:chExt cx="215" cy="231"/>
            </a:xfrm>
          </p:grpSpPr>
          <p:sp>
            <p:nvSpPr>
              <p:cNvPr id="43097" name="Rectangle 61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3098" name="Text Box 62"/>
              <p:cNvSpPr txBox="1">
                <a:spLocks noChangeArrowheads="1"/>
              </p:cNvSpPr>
              <p:nvPr/>
            </p:nvSpPr>
            <p:spPr bwMode="auto">
              <a:xfrm>
                <a:off x="2950" y="2441"/>
                <a:ext cx="21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E</a:t>
                </a:r>
              </a:p>
            </p:txBody>
          </p:sp>
        </p:grpSp>
        <p:grpSp>
          <p:nvGrpSpPr>
            <p:cNvPr id="43075" name="Group 63"/>
            <p:cNvGrpSpPr>
              <a:grpSpLocks/>
            </p:cNvGrpSpPr>
            <p:nvPr/>
          </p:nvGrpSpPr>
          <p:grpSpPr bwMode="auto">
            <a:xfrm>
              <a:off x="1230" y="3470"/>
              <a:ext cx="220" cy="231"/>
              <a:chOff x="2946" y="2441"/>
              <a:chExt cx="223" cy="231"/>
            </a:xfrm>
          </p:grpSpPr>
          <p:sp>
            <p:nvSpPr>
              <p:cNvPr id="43095" name="Rectangle 6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3096" name="Text Box 65"/>
              <p:cNvSpPr txBox="1">
                <a:spLocks noChangeArrowheads="1"/>
              </p:cNvSpPr>
              <p:nvPr/>
            </p:nvSpPr>
            <p:spPr bwMode="auto">
              <a:xfrm>
                <a:off x="2946" y="2441"/>
                <a:ext cx="22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D</a:t>
                </a:r>
              </a:p>
            </p:txBody>
          </p:sp>
        </p:grpSp>
        <p:grpSp>
          <p:nvGrpSpPr>
            <p:cNvPr id="43076" name="Group 66"/>
            <p:cNvGrpSpPr>
              <a:grpSpLocks/>
            </p:cNvGrpSpPr>
            <p:nvPr/>
          </p:nvGrpSpPr>
          <p:grpSpPr bwMode="auto">
            <a:xfrm>
              <a:off x="1905" y="2783"/>
              <a:ext cx="220" cy="231"/>
              <a:chOff x="2946" y="2441"/>
              <a:chExt cx="223" cy="231"/>
            </a:xfrm>
          </p:grpSpPr>
          <p:sp>
            <p:nvSpPr>
              <p:cNvPr id="43093" name="Rectangle 67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3094" name="Text Box 68"/>
              <p:cNvSpPr txBox="1">
                <a:spLocks noChangeArrowheads="1"/>
              </p:cNvSpPr>
              <p:nvPr/>
            </p:nvSpPr>
            <p:spPr bwMode="auto">
              <a:xfrm>
                <a:off x="2946" y="2441"/>
                <a:ext cx="22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C</a:t>
                </a:r>
              </a:p>
            </p:txBody>
          </p:sp>
        </p:grpSp>
        <p:grpSp>
          <p:nvGrpSpPr>
            <p:cNvPr id="43077" name="Group 69"/>
            <p:cNvGrpSpPr>
              <a:grpSpLocks/>
            </p:cNvGrpSpPr>
            <p:nvPr/>
          </p:nvGrpSpPr>
          <p:grpSpPr bwMode="auto">
            <a:xfrm>
              <a:off x="1226" y="2783"/>
              <a:ext cx="212" cy="231"/>
              <a:chOff x="2951" y="2441"/>
              <a:chExt cx="215" cy="231"/>
            </a:xfrm>
          </p:grpSpPr>
          <p:sp>
            <p:nvSpPr>
              <p:cNvPr id="43091" name="Rectangle 70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3092" name="Text Box 71"/>
              <p:cNvSpPr txBox="1">
                <a:spLocks noChangeArrowheads="1"/>
              </p:cNvSpPr>
              <p:nvPr/>
            </p:nvSpPr>
            <p:spPr bwMode="auto">
              <a:xfrm>
                <a:off x="2951" y="2441"/>
                <a:ext cx="21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B</a:t>
                </a:r>
              </a:p>
            </p:txBody>
          </p:sp>
        </p:grpSp>
        <p:grpSp>
          <p:nvGrpSpPr>
            <p:cNvPr id="43078" name="Group 72"/>
            <p:cNvGrpSpPr>
              <a:grpSpLocks/>
            </p:cNvGrpSpPr>
            <p:nvPr/>
          </p:nvGrpSpPr>
          <p:grpSpPr bwMode="auto">
            <a:xfrm>
              <a:off x="2492" y="3131"/>
              <a:ext cx="204" cy="231"/>
              <a:chOff x="2954" y="2441"/>
              <a:chExt cx="207" cy="231"/>
            </a:xfrm>
          </p:grpSpPr>
          <p:sp>
            <p:nvSpPr>
              <p:cNvPr id="43089" name="Rectangle 73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3090" name="Text Box 74"/>
              <p:cNvSpPr txBox="1">
                <a:spLocks noChangeArrowheads="1"/>
              </p:cNvSpPr>
              <p:nvPr/>
            </p:nvSpPr>
            <p:spPr bwMode="auto">
              <a:xfrm>
                <a:off x="2954" y="2441"/>
                <a:ext cx="207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F</a:t>
                </a:r>
              </a:p>
            </p:txBody>
          </p:sp>
        </p:grpSp>
        <p:sp>
          <p:nvSpPr>
            <p:cNvPr id="43079" name="Text Box 75"/>
            <p:cNvSpPr txBox="1">
              <a:spLocks noChangeArrowheads="1"/>
            </p:cNvSpPr>
            <p:nvPr/>
          </p:nvSpPr>
          <p:spPr bwMode="auto">
            <a:xfrm>
              <a:off x="955" y="289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3080" name="Text Box 76"/>
            <p:cNvSpPr txBox="1">
              <a:spLocks noChangeArrowheads="1"/>
            </p:cNvSpPr>
            <p:nvPr/>
          </p:nvSpPr>
          <p:spPr bwMode="auto">
            <a:xfrm>
              <a:off x="1303" y="3116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3081" name="Text Box 77"/>
            <p:cNvSpPr txBox="1">
              <a:spLocks noChangeArrowheads="1"/>
            </p:cNvSpPr>
            <p:nvPr/>
          </p:nvSpPr>
          <p:spPr bwMode="auto">
            <a:xfrm>
              <a:off x="868" y="332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3082" name="Text Box 78"/>
            <p:cNvSpPr txBox="1">
              <a:spLocks noChangeArrowheads="1"/>
            </p:cNvSpPr>
            <p:nvPr/>
          </p:nvSpPr>
          <p:spPr bwMode="auto">
            <a:xfrm>
              <a:off x="1687" y="320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43083" name="Text Box 79"/>
            <p:cNvSpPr txBox="1">
              <a:spLocks noChangeArrowheads="1"/>
            </p:cNvSpPr>
            <p:nvPr/>
          </p:nvSpPr>
          <p:spPr bwMode="auto">
            <a:xfrm>
              <a:off x="1624" y="356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3084" name="Text Box 80"/>
            <p:cNvSpPr txBox="1">
              <a:spLocks noChangeArrowheads="1"/>
            </p:cNvSpPr>
            <p:nvPr/>
          </p:nvSpPr>
          <p:spPr bwMode="auto">
            <a:xfrm>
              <a:off x="1984" y="31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3085" name="Text Box 81"/>
            <p:cNvSpPr txBox="1">
              <a:spLocks noChangeArrowheads="1"/>
            </p:cNvSpPr>
            <p:nvPr/>
          </p:nvSpPr>
          <p:spPr bwMode="auto">
            <a:xfrm>
              <a:off x="2344" y="339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3086" name="Text Box 82"/>
            <p:cNvSpPr txBox="1">
              <a:spLocks noChangeArrowheads="1"/>
            </p:cNvSpPr>
            <p:nvPr/>
          </p:nvSpPr>
          <p:spPr bwMode="auto">
            <a:xfrm>
              <a:off x="2317" y="2861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43087" name="Text Box 83"/>
            <p:cNvSpPr txBox="1">
              <a:spLocks noChangeArrowheads="1"/>
            </p:cNvSpPr>
            <p:nvPr/>
          </p:nvSpPr>
          <p:spPr bwMode="auto">
            <a:xfrm>
              <a:off x="1582" y="2711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43088" name="Text Box 84"/>
            <p:cNvSpPr txBox="1">
              <a:spLocks noChangeArrowheads="1"/>
            </p:cNvSpPr>
            <p:nvPr/>
          </p:nvSpPr>
          <p:spPr bwMode="auto">
            <a:xfrm>
              <a:off x="1231" y="244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5</a:t>
              </a:r>
            </a:p>
          </p:txBody>
        </p:sp>
      </p:grpSp>
      <p:graphicFrame>
        <p:nvGraphicFramePr>
          <p:cNvPr id="43010" name="Object 2"/>
          <p:cNvGraphicFramePr>
            <a:graphicFrameLocks noChangeAspect="1"/>
          </p:cNvGraphicFramePr>
          <p:nvPr/>
        </p:nvGraphicFramePr>
        <p:xfrm>
          <a:off x="6572250" y="1865313"/>
          <a:ext cx="381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80" imgH="126720" progId="Equation.3">
                  <p:embed/>
                </p:oleObj>
              </mc:Choice>
              <mc:Fallback>
                <p:oleObj name="Equation" r:id="rId3" imgW="152280" imgH="126720" progId="Equation.3">
                  <p:embed/>
                  <p:pic>
                    <p:nvPicPr>
                      <p:cNvPr id="4301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0" y="1865313"/>
                        <a:ext cx="381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1" name="Object 3"/>
          <p:cNvGraphicFramePr>
            <a:graphicFrameLocks noChangeAspect="1"/>
          </p:cNvGraphicFramePr>
          <p:nvPr/>
        </p:nvGraphicFramePr>
        <p:xfrm>
          <a:off x="7950200" y="1841500"/>
          <a:ext cx="381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80" imgH="126720" progId="Equation.3">
                  <p:embed/>
                </p:oleObj>
              </mc:Choice>
              <mc:Fallback>
                <p:oleObj name="Equation" r:id="rId3" imgW="152280" imgH="126720" progId="Equation.3">
                  <p:embed/>
                  <p:pic>
                    <p:nvPicPr>
                      <p:cNvPr id="430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0200" y="1841500"/>
                        <a:ext cx="381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9" name="Line 87"/>
          <p:cNvSpPr>
            <a:spLocks noChangeShapeType="1"/>
          </p:cNvSpPr>
          <p:nvPr/>
        </p:nvSpPr>
        <p:spPr bwMode="auto">
          <a:xfrm>
            <a:off x="0" y="1981200"/>
            <a:ext cx="36195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NZ"/>
          </a:p>
        </p:txBody>
      </p:sp>
      <p:sp>
        <p:nvSpPr>
          <p:cNvPr id="937048" name="Rectangle 88"/>
          <p:cNvSpPr>
            <a:spLocks noChangeArrowheads="1"/>
          </p:cNvSpPr>
          <p:nvPr/>
        </p:nvSpPr>
        <p:spPr bwMode="auto">
          <a:xfrm>
            <a:off x="4953000" y="3733800"/>
            <a:ext cx="3276600" cy="23622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>
              <a:latin typeface="Courier New" charset="0"/>
              <a:cs typeface="+mn-cs"/>
            </a:endParaRPr>
          </a:p>
        </p:txBody>
      </p:sp>
      <p:sp>
        <p:nvSpPr>
          <p:cNvPr id="43031" name="Text Box 89"/>
          <p:cNvSpPr txBox="1">
            <a:spLocks noChangeArrowheads="1"/>
          </p:cNvSpPr>
          <p:nvPr/>
        </p:nvSpPr>
        <p:spPr bwMode="auto">
          <a:xfrm>
            <a:off x="5026025" y="3744913"/>
            <a:ext cx="3203575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b="0" dirty="0">
                <a:latin typeface="Arial" panose="020B0604020202020204" pitchFamily="34" charset="0"/>
              </a:rPr>
              <a:t>1  </a:t>
            </a:r>
            <a:r>
              <a:rPr lang="en-US" altLang="en-US" i="1" dirty="0">
                <a:latin typeface="Arial" panose="020B0604020202020204" pitchFamily="34" charset="0"/>
              </a:rPr>
              <a:t>Initialisation:</a:t>
            </a:r>
            <a:r>
              <a:rPr lang="en-US" altLang="en-US" b="0" dirty="0">
                <a:latin typeface="Arial" panose="020B0604020202020204" pitchFamily="34" charset="0"/>
              </a:rPr>
              <a:t> </a:t>
            </a:r>
          </a:p>
          <a:p>
            <a:pPr algn="l"/>
            <a:r>
              <a:rPr lang="en-US" altLang="en-US" b="0" dirty="0">
                <a:latin typeface="Arial" panose="020B0604020202020204" pitchFamily="34" charset="0"/>
              </a:rPr>
              <a:t>2    </a:t>
            </a:r>
            <a:r>
              <a:rPr lang="en-US" altLang="en-US" dirty="0">
                <a:latin typeface="Arial" panose="020B0604020202020204" pitchFamily="34" charset="0"/>
              </a:rPr>
              <a:t>S</a:t>
            </a:r>
            <a:r>
              <a:rPr lang="en-US" altLang="en-US" b="0" dirty="0">
                <a:latin typeface="Arial" panose="020B0604020202020204" pitchFamily="34" charset="0"/>
              </a:rPr>
              <a:t> = {A};</a:t>
            </a:r>
          </a:p>
          <a:p>
            <a:pPr algn="l"/>
            <a:r>
              <a:rPr lang="en-US" altLang="en-US" b="0" dirty="0">
                <a:latin typeface="Arial" panose="020B0604020202020204" pitchFamily="34" charset="0"/>
              </a:rPr>
              <a:t>3    for all nodes </a:t>
            </a:r>
            <a:r>
              <a:rPr lang="en-US" altLang="en-US" i="1" dirty="0">
                <a:latin typeface="Arial" panose="020B0604020202020204" pitchFamily="34" charset="0"/>
              </a:rPr>
              <a:t>v</a:t>
            </a:r>
            <a:r>
              <a:rPr lang="en-US" altLang="en-US" b="0" dirty="0">
                <a:latin typeface="Arial" panose="020B0604020202020204" pitchFamily="34" charset="0"/>
              </a:rPr>
              <a:t> </a:t>
            </a:r>
          </a:p>
          <a:p>
            <a:pPr algn="l"/>
            <a:r>
              <a:rPr lang="en-US" altLang="en-US" b="0" dirty="0">
                <a:latin typeface="Arial" panose="020B0604020202020204" pitchFamily="34" charset="0"/>
              </a:rPr>
              <a:t>4      if </a:t>
            </a:r>
            <a:r>
              <a:rPr lang="en-US" altLang="en-US" i="1" dirty="0">
                <a:latin typeface="Arial" panose="020B0604020202020204" pitchFamily="34" charset="0"/>
              </a:rPr>
              <a:t>v</a:t>
            </a:r>
            <a:r>
              <a:rPr lang="en-US" altLang="en-US" b="0" dirty="0">
                <a:latin typeface="Arial" panose="020B0604020202020204" pitchFamily="34" charset="0"/>
              </a:rPr>
              <a:t> is adjacent to </a:t>
            </a:r>
            <a:r>
              <a:rPr lang="en-US" altLang="en-US" i="1" dirty="0">
                <a:latin typeface="Arial" panose="020B0604020202020204" pitchFamily="34" charset="0"/>
              </a:rPr>
              <a:t>A</a:t>
            </a:r>
            <a:r>
              <a:rPr lang="en-US" altLang="en-US" b="0" dirty="0">
                <a:latin typeface="Arial" panose="020B0604020202020204" pitchFamily="34" charset="0"/>
              </a:rPr>
              <a:t> </a:t>
            </a:r>
          </a:p>
          <a:p>
            <a:pPr algn="l"/>
            <a:r>
              <a:rPr lang="en-US" altLang="en-US" b="0" dirty="0">
                <a:latin typeface="Arial" panose="020B0604020202020204" pitchFamily="34" charset="0"/>
              </a:rPr>
              <a:t>5        then D(v) = c(</a:t>
            </a:r>
            <a:r>
              <a:rPr lang="en-US" altLang="en-US" b="0" dirty="0" err="1">
                <a:latin typeface="Arial" panose="020B0604020202020204" pitchFamily="34" charset="0"/>
              </a:rPr>
              <a:t>A,v</a:t>
            </a:r>
            <a:r>
              <a:rPr lang="en-US" altLang="en-US" b="0" dirty="0">
                <a:latin typeface="Arial" panose="020B0604020202020204" pitchFamily="34" charset="0"/>
              </a:rPr>
              <a:t>); </a:t>
            </a:r>
          </a:p>
          <a:p>
            <a:pPr algn="l"/>
            <a:r>
              <a:rPr lang="en-US" altLang="en-US" b="0" dirty="0">
                <a:latin typeface="Arial" panose="020B0604020202020204" pitchFamily="34" charset="0"/>
              </a:rPr>
              <a:t>6      else D(v) =     ;</a:t>
            </a:r>
          </a:p>
          <a:p>
            <a:pPr algn="l"/>
            <a:r>
              <a:rPr lang="en-US" altLang="en-US" b="0" dirty="0">
                <a:latin typeface="Arial" panose="020B0604020202020204" pitchFamily="34" charset="0"/>
              </a:rPr>
              <a:t>…</a:t>
            </a:r>
          </a:p>
        </p:txBody>
      </p:sp>
      <p:graphicFrame>
        <p:nvGraphicFramePr>
          <p:cNvPr id="430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8589081"/>
              </p:ext>
            </p:extLst>
          </p:nvPr>
        </p:nvGraphicFramePr>
        <p:xfrm>
          <a:off x="6900863" y="5318125"/>
          <a:ext cx="381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80" imgH="126720" progId="Equation.3">
                  <p:embed/>
                </p:oleObj>
              </mc:Choice>
              <mc:Fallback>
                <p:oleObj name="Equation" r:id="rId5" imgW="152280" imgH="126720" progId="Equation.3">
                  <p:embed/>
                  <p:pic>
                    <p:nvPicPr>
                      <p:cNvPr id="430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0863" y="5318125"/>
                        <a:ext cx="381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2F0810-A290-404C-AD50-B7D908288FB7}" type="slidenum">
              <a:rPr lang="en-US" altLang="en-US" smtClean="0"/>
              <a:pPr/>
              <a:t>33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B0BE7B-2151-661D-F233-5AE027A4CA4C}"/>
              </a:ext>
            </a:extLst>
          </p:cNvPr>
          <p:cNvSpPr/>
          <p:nvPr/>
        </p:nvSpPr>
        <p:spPr>
          <a:xfrm>
            <a:off x="2541589" y="1909767"/>
            <a:ext cx="496886" cy="2285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02373F-5D75-08E9-5B89-9D60481C4FFC}"/>
              </a:ext>
            </a:extLst>
          </p:cNvPr>
          <p:cNvSpPr/>
          <p:nvPr/>
        </p:nvSpPr>
        <p:spPr>
          <a:xfrm>
            <a:off x="3720537" y="1909767"/>
            <a:ext cx="496886" cy="2285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4C010D-4C4F-D476-456D-64DE4E6E71E3}"/>
              </a:ext>
            </a:extLst>
          </p:cNvPr>
          <p:cNvSpPr/>
          <p:nvPr/>
        </p:nvSpPr>
        <p:spPr>
          <a:xfrm>
            <a:off x="5004825" y="1902751"/>
            <a:ext cx="496886" cy="2285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74D356-F274-2DDF-656A-5DE43388C043}"/>
              </a:ext>
            </a:extLst>
          </p:cNvPr>
          <p:cNvSpPr/>
          <p:nvPr/>
        </p:nvSpPr>
        <p:spPr>
          <a:xfrm>
            <a:off x="6476450" y="1909767"/>
            <a:ext cx="496886" cy="2285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95170A-42D5-4361-5C5C-1044AD98DEEB}"/>
              </a:ext>
            </a:extLst>
          </p:cNvPr>
          <p:cNvSpPr/>
          <p:nvPr/>
        </p:nvSpPr>
        <p:spPr>
          <a:xfrm>
            <a:off x="7907568" y="1905000"/>
            <a:ext cx="496886" cy="2285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03433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Example: Dijkstra’s Algorithm (cont.)</a:t>
            </a:r>
          </a:p>
        </p:txBody>
      </p:sp>
      <p:sp>
        <p:nvSpPr>
          <p:cNvPr id="45062" name="Text Box 3"/>
          <p:cNvSpPr txBox="1">
            <a:spLocks noChangeArrowheads="1"/>
          </p:cNvSpPr>
          <p:nvPr/>
        </p:nvSpPr>
        <p:spPr bwMode="auto">
          <a:xfrm>
            <a:off x="296863" y="1506538"/>
            <a:ext cx="708025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>
                <a:latin typeface="Arial" panose="020B0604020202020204" pitchFamily="34" charset="0"/>
              </a:rPr>
              <a:t>Step</a:t>
            </a:r>
          </a:p>
          <a:p>
            <a:r>
              <a:rPr lang="en-US" altLang="en-US" b="0">
                <a:latin typeface="Arial" panose="020B0604020202020204" pitchFamily="34" charset="0"/>
              </a:rPr>
              <a:t>0</a:t>
            </a:r>
          </a:p>
          <a:p>
            <a:r>
              <a:rPr lang="en-US" altLang="en-US" b="0">
                <a:latin typeface="Arial" panose="020B0604020202020204" pitchFamily="34" charset="0"/>
              </a:rPr>
              <a:t>1</a:t>
            </a:r>
          </a:p>
          <a:p>
            <a:r>
              <a:rPr lang="en-US" altLang="en-US" b="0">
                <a:latin typeface="Arial" panose="020B0604020202020204" pitchFamily="34" charset="0"/>
              </a:rPr>
              <a:t>2</a:t>
            </a:r>
          </a:p>
          <a:p>
            <a:r>
              <a:rPr lang="en-US" altLang="en-US" b="0">
                <a:latin typeface="Arial" panose="020B0604020202020204" pitchFamily="34" charset="0"/>
              </a:rPr>
              <a:t>3</a:t>
            </a:r>
          </a:p>
          <a:p>
            <a:r>
              <a:rPr lang="en-US" altLang="en-US" b="0">
                <a:latin typeface="Arial" panose="020B0604020202020204" pitchFamily="34" charset="0"/>
              </a:rPr>
              <a:t>4</a:t>
            </a:r>
          </a:p>
          <a:p>
            <a:r>
              <a:rPr lang="en-US" altLang="en-US" b="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5063" name="Text Box 4"/>
          <p:cNvSpPr txBox="1">
            <a:spLocks noChangeArrowheads="1"/>
          </p:cNvSpPr>
          <p:nvPr/>
        </p:nvSpPr>
        <p:spPr bwMode="auto">
          <a:xfrm>
            <a:off x="1411288" y="1516063"/>
            <a:ext cx="91916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>
                <a:latin typeface="Arial" panose="020B0604020202020204" pitchFamily="34" charset="0"/>
              </a:rPr>
              <a:t>start S</a:t>
            </a:r>
          </a:p>
          <a:p>
            <a:r>
              <a:rPr lang="en-US" altLang="en-US" b="0">
                <a:latin typeface="Arial" panose="020B0604020202020204" pitchFamily="34" charset="0"/>
              </a:rPr>
              <a:t>A</a:t>
            </a:r>
          </a:p>
          <a:p>
            <a:endParaRPr lang="en-US" altLang="en-US" b="0">
              <a:latin typeface="Arial" panose="020B0604020202020204" pitchFamily="34" charset="0"/>
            </a:endParaRPr>
          </a:p>
        </p:txBody>
      </p:sp>
      <p:sp>
        <p:nvSpPr>
          <p:cNvPr id="45064" name="Text Box 5"/>
          <p:cNvSpPr txBox="1">
            <a:spLocks noChangeArrowheads="1"/>
          </p:cNvSpPr>
          <p:nvPr/>
        </p:nvSpPr>
        <p:spPr bwMode="auto">
          <a:xfrm>
            <a:off x="2471738" y="1497013"/>
            <a:ext cx="12573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>
                <a:latin typeface="Arial" panose="020B0604020202020204" pitchFamily="34" charset="0"/>
              </a:rPr>
              <a:t>D(B),p(B)</a:t>
            </a:r>
          </a:p>
          <a:p>
            <a:r>
              <a:rPr lang="en-US" altLang="en-US" b="0">
                <a:latin typeface="Arial" panose="020B0604020202020204" pitchFamily="34" charset="0"/>
              </a:rPr>
              <a:t>2,A</a:t>
            </a:r>
          </a:p>
        </p:txBody>
      </p:sp>
      <p:sp>
        <p:nvSpPr>
          <p:cNvPr id="45065" name="Text Box 6"/>
          <p:cNvSpPr txBox="1">
            <a:spLocks noChangeArrowheads="1"/>
          </p:cNvSpPr>
          <p:nvPr/>
        </p:nvSpPr>
        <p:spPr bwMode="auto">
          <a:xfrm>
            <a:off x="3725863" y="1501775"/>
            <a:ext cx="12858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>
                <a:latin typeface="Arial" panose="020B0604020202020204" pitchFamily="34" charset="0"/>
              </a:rPr>
              <a:t>D(C),p(C)</a:t>
            </a:r>
          </a:p>
          <a:p>
            <a:r>
              <a:rPr lang="en-US" altLang="en-US" b="0">
                <a:latin typeface="Arial" panose="020B0604020202020204" pitchFamily="34" charset="0"/>
              </a:rPr>
              <a:t>5,A</a:t>
            </a:r>
          </a:p>
          <a:p>
            <a:endParaRPr lang="en-US" altLang="en-US" b="0">
              <a:latin typeface="Arial" panose="020B0604020202020204" pitchFamily="34" charset="0"/>
            </a:endParaRPr>
          </a:p>
        </p:txBody>
      </p:sp>
      <p:sp>
        <p:nvSpPr>
          <p:cNvPr id="45066" name="Line 10"/>
          <p:cNvSpPr>
            <a:spLocks noChangeShapeType="1"/>
          </p:cNvSpPr>
          <p:nvPr/>
        </p:nvSpPr>
        <p:spPr bwMode="auto">
          <a:xfrm>
            <a:off x="361950" y="1857375"/>
            <a:ext cx="8505825" cy="95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5067" name="Line 11"/>
          <p:cNvSpPr>
            <a:spLocks noChangeShapeType="1"/>
          </p:cNvSpPr>
          <p:nvPr/>
        </p:nvSpPr>
        <p:spPr bwMode="auto">
          <a:xfrm>
            <a:off x="519113" y="2162175"/>
            <a:ext cx="8296275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5068" name="Line 12"/>
          <p:cNvSpPr>
            <a:spLocks noChangeShapeType="1"/>
          </p:cNvSpPr>
          <p:nvPr/>
        </p:nvSpPr>
        <p:spPr bwMode="auto">
          <a:xfrm>
            <a:off x="538163" y="2457450"/>
            <a:ext cx="8267700" cy="4763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5069" name="Line 13"/>
          <p:cNvSpPr>
            <a:spLocks noChangeShapeType="1"/>
          </p:cNvSpPr>
          <p:nvPr/>
        </p:nvSpPr>
        <p:spPr bwMode="auto">
          <a:xfrm>
            <a:off x="547688" y="2767013"/>
            <a:ext cx="8253412" cy="9525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5070" name="Line 14"/>
          <p:cNvSpPr>
            <a:spLocks noChangeShapeType="1"/>
          </p:cNvSpPr>
          <p:nvPr/>
        </p:nvSpPr>
        <p:spPr bwMode="auto">
          <a:xfrm>
            <a:off x="557213" y="3071813"/>
            <a:ext cx="8267700" cy="9525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5071" name="Line 15"/>
          <p:cNvSpPr>
            <a:spLocks noChangeShapeType="1"/>
          </p:cNvSpPr>
          <p:nvPr/>
        </p:nvSpPr>
        <p:spPr bwMode="auto">
          <a:xfrm>
            <a:off x="571500" y="3386138"/>
            <a:ext cx="8262938" cy="4762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5072" name="Line 89"/>
          <p:cNvSpPr>
            <a:spLocks noChangeShapeType="1"/>
          </p:cNvSpPr>
          <p:nvPr/>
        </p:nvSpPr>
        <p:spPr bwMode="auto">
          <a:xfrm>
            <a:off x="0" y="2286000"/>
            <a:ext cx="381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NZ"/>
          </a:p>
        </p:txBody>
      </p:sp>
      <p:grpSp>
        <p:nvGrpSpPr>
          <p:cNvPr id="45073" name="Group 93"/>
          <p:cNvGrpSpPr>
            <a:grpSpLocks/>
          </p:cNvGrpSpPr>
          <p:nvPr/>
        </p:nvGrpSpPr>
        <p:grpSpPr bwMode="auto">
          <a:xfrm>
            <a:off x="4046539" y="3668714"/>
            <a:ext cx="5097463" cy="2655888"/>
            <a:chOff x="2549" y="2311"/>
            <a:chExt cx="3211" cy="1673"/>
          </a:xfrm>
        </p:grpSpPr>
        <p:sp>
          <p:nvSpPr>
            <p:cNvPr id="45151" name="Line 45"/>
            <p:cNvSpPr>
              <a:spLocks noChangeShapeType="1"/>
            </p:cNvSpPr>
            <p:nvPr/>
          </p:nvSpPr>
          <p:spPr bwMode="auto">
            <a:xfrm>
              <a:off x="2549" y="322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939098" name="Rectangle 90"/>
            <p:cNvSpPr>
              <a:spLocks noChangeArrowheads="1"/>
            </p:cNvSpPr>
            <p:nvPr/>
          </p:nvSpPr>
          <p:spPr bwMode="auto">
            <a:xfrm>
              <a:off x="2736" y="2400"/>
              <a:ext cx="2976" cy="1584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lIns="90488" tIns="44450" rIns="90488" bIns="44450" anchor="ctr"/>
            <a:lstStyle/>
            <a:p>
              <a:pPr>
                <a:defRPr/>
              </a:pPr>
              <a:endParaRPr lang="en-US">
                <a:latin typeface="Courier New" charset="0"/>
                <a:cs typeface="+mn-cs"/>
              </a:endParaRPr>
            </a:p>
          </p:txBody>
        </p:sp>
        <p:sp>
          <p:nvSpPr>
            <p:cNvPr id="45153" name="Text Box 91"/>
            <p:cNvSpPr txBox="1">
              <a:spLocks noChangeArrowheads="1"/>
            </p:cNvSpPr>
            <p:nvPr/>
          </p:nvSpPr>
          <p:spPr bwMode="auto">
            <a:xfrm>
              <a:off x="2879" y="2311"/>
              <a:ext cx="2881" cy="16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457200" indent="-457200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…</a:t>
              </a: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8   </a:t>
              </a:r>
              <a:r>
                <a:rPr lang="en-US" altLang="en-US" sz="1800" i="1" dirty="0">
                  <a:latin typeface="Arial" panose="020B0604020202020204" pitchFamily="34" charset="0"/>
                </a:rPr>
                <a:t>Loop</a:t>
              </a:r>
              <a:r>
                <a:rPr lang="en-US" altLang="en-US" sz="1800" b="0" i="1" dirty="0">
                  <a:latin typeface="Arial" panose="020B0604020202020204" pitchFamily="34" charset="0"/>
                </a:rPr>
                <a:t> </a:t>
              </a:r>
              <a:endParaRPr lang="en-US" altLang="en-US" sz="1800" b="0" dirty="0">
                <a:latin typeface="Arial" panose="020B0604020202020204" pitchFamily="34" charset="0"/>
              </a:endParaRP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9     find </a:t>
              </a:r>
              <a:r>
                <a:rPr lang="en-US" altLang="en-US" sz="1800" dirty="0">
                  <a:latin typeface="Arial" panose="020B0604020202020204" pitchFamily="34" charset="0"/>
                </a:rPr>
                <a:t>w</a:t>
              </a:r>
              <a:r>
                <a:rPr lang="en-US" altLang="en-US" sz="1800" b="0" dirty="0">
                  <a:latin typeface="Arial" panose="020B0604020202020204" pitchFamily="34" charset="0"/>
                </a:rPr>
                <a:t> not in </a:t>
              </a:r>
              <a:r>
                <a:rPr lang="en-US" altLang="en-US" sz="1800" dirty="0">
                  <a:latin typeface="Arial" panose="020B0604020202020204" pitchFamily="34" charset="0"/>
                </a:rPr>
                <a:t>S</a:t>
              </a:r>
              <a:r>
                <a:rPr lang="en-US" altLang="en-US" sz="1800" b="0" dirty="0">
                  <a:latin typeface="Arial" panose="020B0604020202020204" pitchFamily="34" charset="0"/>
                </a:rPr>
                <a:t> </a:t>
              </a:r>
              <a:r>
                <a:rPr lang="en-US" altLang="en-US" sz="1800" b="0" dirty="0" err="1">
                  <a:latin typeface="Arial" panose="020B0604020202020204" pitchFamily="34" charset="0"/>
                </a:rPr>
                <a:t>s.t.</a:t>
              </a:r>
              <a:r>
                <a:rPr lang="en-US" altLang="en-US" sz="1800" b="0" dirty="0">
                  <a:latin typeface="Arial" panose="020B0604020202020204" pitchFamily="34" charset="0"/>
                </a:rPr>
                <a:t> D(w) is a minimum; </a:t>
              </a: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10   add </a:t>
              </a:r>
              <a:r>
                <a:rPr lang="en-US" altLang="en-US" sz="1800" dirty="0">
                  <a:latin typeface="Arial" panose="020B0604020202020204" pitchFamily="34" charset="0"/>
                </a:rPr>
                <a:t>w</a:t>
              </a:r>
              <a:r>
                <a:rPr lang="en-US" altLang="en-US" sz="1800" b="0" dirty="0">
                  <a:latin typeface="Arial" panose="020B0604020202020204" pitchFamily="34" charset="0"/>
                </a:rPr>
                <a:t> to </a:t>
              </a:r>
              <a:r>
                <a:rPr lang="en-US" altLang="en-US" sz="1800" dirty="0">
                  <a:latin typeface="Arial" panose="020B0604020202020204" pitchFamily="34" charset="0"/>
                </a:rPr>
                <a:t>S</a:t>
              </a:r>
              <a:r>
                <a:rPr lang="en-US" altLang="en-US" sz="1800" b="0" dirty="0">
                  <a:latin typeface="Arial" panose="020B0604020202020204" pitchFamily="34" charset="0"/>
                </a:rPr>
                <a:t>; </a:t>
              </a:r>
            </a:p>
            <a:p>
              <a:pPr algn="l">
                <a:buFontTx/>
                <a:buAutoNum type="arabicPlain" startAt="11"/>
              </a:pPr>
              <a:r>
                <a:rPr lang="en-US" altLang="en-US" sz="1800" b="0" dirty="0">
                  <a:latin typeface="Arial" panose="020B0604020202020204" pitchFamily="34" charset="0"/>
                </a:rPr>
                <a:t>update D(v) for all </a:t>
              </a:r>
              <a:r>
                <a:rPr lang="en-US" altLang="en-US" sz="1800" dirty="0">
                  <a:latin typeface="Arial" panose="020B0604020202020204" pitchFamily="34" charset="0"/>
                </a:rPr>
                <a:t>v</a:t>
              </a:r>
              <a:r>
                <a:rPr lang="en-US" altLang="en-US" sz="1800" b="0" dirty="0">
                  <a:latin typeface="Arial" panose="020B0604020202020204" pitchFamily="34" charset="0"/>
                </a:rPr>
                <a:t> adjacent </a:t>
              </a: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          to </a:t>
              </a:r>
              <a:r>
                <a:rPr lang="en-US" altLang="en-US" sz="1800" dirty="0">
                  <a:latin typeface="Arial" panose="020B0604020202020204" pitchFamily="34" charset="0"/>
                </a:rPr>
                <a:t>w</a:t>
              </a:r>
              <a:r>
                <a:rPr lang="en-US" altLang="en-US" sz="1800" b="0" dirty="0">
                  <a:latin typeface="Arial" panose="020B0604020202020204" pitchFamily="34" charset="0"/>
                </a:rPr>
                <a:t> and not in </a:t>
              </a:r>
              <a:r>
                <a:rPr lang="en-US" altLang="en-US" sz="1800" dirty="0">
                  <a:latin typeface="Arial" panose="020B0604020202020204" pitchFamily="34" charset="0"/>
                </a:rPr>
                <a:t>S</a:t>
              </a:r>
              <a:r>
                <a:rPr lang="en-US" altLang="en-US" sz="1800" b="0" dirty="0">
                  <a:latin typeface="Arial" panose="020B0604020202020204" pitchFamily="34" charset="0"/>
                </a:rPr>
                <a:t>: </a:t>
              </a:r>
            </a:p>
            <a:p>
              <a:pPr algn="l">
                <a:buFont typeface="Arial" panose="020B0604020202020204" pitchFamily="34" charset="0"/>
                <a:buAutoNum type="arabicPlain" startAt="12"/>
              </a:pPr>
              <a:r>
                <a:rPr lang="en-US" altLang="en-US" sz="1800" b="0" dirty="0">
                  <a:latin typeface="Arial" panose="020B0604020202020204" pitchFamily="34" charset="0"/>
                </a:rPr>
                <a:t>if D(w) + c(</a:t>
              </a:r>
              <a:r>
                <a:rPr lang="en-US" altLang="en-US" sz="1800" b="0" dirty="0" err="1">
                  <a:latin typeface="Arial" panose="020B0604020202020204" pitchFamily="34" charset="0"/>
                </a:rPr>
                <a:t>w,v</a:t>
              </a:r>
              <a:r>
                <a:rPr lang="en-US" altLang="en-US" sz="1800" b="0" dirty="0">
                  <a:latin typeface="Arial" panose="020B0604020202020204" pitchFamily="34" charset="0"/>
                </a:rPr>
                <a:t>) &lt; D(v) then </a:t>
              </a:r>
            </a:p>
            <a:p>
              <a:pPr marL="0" indent="0" algn="l"/>
              <a:r>
                <a:rPr lang="en-US" altLang="en-US" sz="1800" b="0" dirty="0">
                  <a:latin typeface="Arial" panose="020B0604020202020204" pitchFamily="34" charset="0"/>
                </a:rPr>
                <a:t>          D(v) = D(w) + c(</a:t>
              </a:r>
              <a:r>
                <a:rPr lang="en-US" altLang="en-US" sz="1800" b="0" dirty="0" err="1">
                  <a:latin typeface="Arial" panose="020B0604020202020204" pitchFamily="34" charset="0"/>
                </a:rPr>
                <a:t>w,v</a:t>
              </a:r>
              <a:r>
                <a:rPr lang="en-US" altLang="en-US" sz="1800" b="0" dirty="0">
                  <a:latin typeface="Arial" panose="020B0604020202020204" pitchFamily="34" charset="0"/>
                </a:rPr>
                <a:t>); p(v) = w;</a:t>
              </a: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13  </a:t>
              </a:r>
              <a:r>
                <a:rPr lang="en-US" altLang="en-US" sz="1800" i="1" dirty="0">
                  <a:latin typeface="Arial" panose="020B0604020202020204" pitchFamily="34" charset="0"/>
                </a:rPr>
                <a:t>until all nodes in S;</a:t>
              </a:r>
              <a:r>
                <a:rPr lang="en-US" altLang="en-US" sz="1800" b="0" dirty="0">
                  <a:latin typeface="Arial" panose="020B0604020202020204" pitchFamily="34" charset="0"/>
                </a:rPr>
                <a:t> </a:t>
              </a:r>
            </a:p>
          </p:txBody>
        </p:sp>
        <p:sp>
          <p:nvSpPr>
            <p:cNvPr id="45154" name="Freeform 92"/>
            <p:cNvSpPr>
              <a:spLocks/>
            </p:cNvSpPr>
            <p:nvPr/>
          </p:nvSpPr>
          <p:spPr bwMode="auto">
            <a:xfrm>
              <a:off x="2784" y="2592"/>
              <a:ext cx="156" cy="1232"/>
            </a:xfrm>
            <a:custGeom>
              <a:avLst/>
              <a:gdLst>
                <a:gd name="T0" fmla="*/ 156 w 300"/>
                <a:gd name="T1" fmla="*/ 1214 h 3600"/>
                <a:gd name="T2" fmla="*/ 156 w 300"/>
                <a:gd name="T3" fmla="*/ 1232 h 3600"/>
                <a:gd name="T4" fmla="*/ 0 w 300"/>
                <a:gd name="T5" fmla="*/ 1230 h 3600"/>
                <a:gd name="T6" fmla="*/ 0 w 300"/>
                <a:gd name="T7" fmla="*/ 0 h 3600"/>
                <a:gd name="T8" fmla="*/ 100 w 300"/>
                <a:gd name="T9" fmla="*/ 0 h 3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0"/>
                <a:gd name="T16" fmla="*/ 0 h 3600"/>
                <a:gd name="T17" fmla="*/ 300 w 300"/>
                <a:gd name="T18" fmla="*/ 3600 h 36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0" h="3600">
                  <a:moveTo>
                    <a:pt x="300" y="3546"/>
                  </a:moveTo>
                  <a:lnTo>
                    <a:pt x="300" y="3600"/>
                  </a:lnTo>
                  <a:lnTo>
                    <a:pt x="0" y="3594"/>
                  </a:ln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45074" name="Group 94"/>
          <p:cNvGrpSpPr>
            <a:grpSpLocks/>
          </p:cNvGrpSpPr>
          <p:nvPr/>
        </p:nvGrpSpPr>
        <p:grpSpPr bwMode="auto">
          <a:xfrm>
            <a:off x="685800" y="3810000"/>
            <a:ext cx="3571875" cy="2236788"/>
            <a:chOff x="624" y="2400"/>
            <a:chExt cx="2250" cy="1409"/>
          </a:xfrm>
        </p:grpSpPr>
        <p:sp>
          <p:nvSpPr>
            <p:cNvPr id="45082" name="Freeform 95"/>
            <p:cNvSpPr>
              <a:spLocks/>
            </p:cNvSpPr>
            <p:nvPr/>
          </p:nvSpPr>
          <p:spPr bwMode="auto">
            <a:xfrm>
              <a:off x="624" y="2400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083" name="Freeform 96"/>
            <p:cNvSpPr>
              <a:spLocks/>
            </p:cNvSpPr>
            <p:nvPr/>
          </p:nvSpPr>
          <p:spPr bwMode="auto">
            <a:xfrm>
              <a:off x="960" y="2949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084" name="Oval 97"/>
            <p:cNvSpPr>
              <a:spLocks noChangeArrowheads="1"/>
            </p:cNvSpPr>
            <p:nvPr/>
          </p:nvSpPr>
          <p:spPr bwMode="auto">
            <a:xfrm>
              <a:off x="700" y="3191"/>
              <a:ext cx="313" cy="81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085" name="Line 98"/>
            <p:cNvSpPr>
              <a:spLocks noChangeShapeType="1"/>
            </p:cNvSpPr>
            <p:nvPr/>
          </p:nvSpPr>
          <p:spPr bwMode="auto">
            <a:xfrm>
              <a:off x="700" y="3184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5086" name="Line 99"/>
            <p:cNvSpPr>
              <a:spLocks noChangeShapeType="1"/>
            </p:cNvSpPr>
            <p:nvPr/>
          </p:nvSpPr>
          <p:spPr bwMode="auto">
            <a:xfrm>
              <a:off x="1013" y="3184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5087" name="Rectangle 100"/>
            <p:cNvSpPr>
              <a:spLocks noChangeArrowheads="1"/>
            </p:cNvSpPr>
            <p:nvPr/>
          </p:nvSpPr>
          <p:spPr bwMode="auto">
            <a:xfrm>
              <a:off x="700" y="3184"/>
              <a:ext cx="310" cy="4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5088" name="Oval 101"/>
            <p:cNvSpPr>
              <a:spLocks noChangeArrowheads="1"/>
            </p:cNvSpPr>
            <p:nvPr/>
          </p:nvSpPr>
          <p:spPr bwMode="auto">
            <a:xfrm>
              <a:off x="697" y="3125"/>
              <a:ext cx="313" cy="9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089" name="Oval 102"/>
            <p:cNvSpPr>
              <a:spLocks noChangeArrowheads="1"/>
            </p:cNvSpPr>
            <p:nvPr/>
          </p:nvSpPr>
          <p:spPr bwMode="auto">
            <a:xfrm>
              <a:off x="1174" y="3578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090" name="Line 103"/>
            <p:cNvSpPr>
              <a:spLocks noChangeShapeType="1"/>
            </p:cNvSpPr>
            <p:nvPr/>
          </p:nvSpPr>
          <p:spPr bwMode="auto">
            <a:xfrm>
              <a:off x="1174" y="357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5091" name="Line 104"/>
            <p:cNvSpPr>
              <a:spLocks noChangeShapeType="1"/>
            </p:cNvSpPr>
            <p:nvPr/>
          </p:nvSpPr>
          <p:spPr bwMode="auto">
            <a:xfrm>
              <a:off x="1487" y="357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5092" name="Rectangle 105"/>
            <p:cNvSpPr>
              <a:spLocks noChangeArrowheads="1"/>
            </p:cNvSpPr>
            <p:nvPr/>
          </p:nvSpPr>
          <p:spPr bwMode="auto">
            <a:xfrm>
              <a:off x="1174" y="3571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5093" name="Oval 106"/>
            <p:cNvSpPr>
              <a:spLocks noChangeArrowheads="1"/>
            </p:cNvSpPr>
            <p:nvPr/>
          </p:nvSpPr>
          <p:spPr bwMode="auto">
            <a:xfrm>
              <a:off x="1171" y="3512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094" name="Oval 107"/>
            <p:cNvSpPr>
              <a:spLocks noChangeArrowheads="1"/>
            </p:cNvSpPr>
            <p:nvPr/>
          </p:nvSpPr>
          <p:spPr bwMode="auto">
            <a:xfrm>
              <a:off x="1170" y="2888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095" name="Line 108"/>
            <p:cNvSpPr>
              <a:spLocks noChangeShapeType="1"/>
            </p:cNvSpPr>
            <p:nvPr/>
          </p:nvSpPr>
          <p:spPr bwMode="auto">
            <a:xfrm>
              <a:off x="1170" y="288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5096" name="Line 109"/>
            <p:cNvSpPr>
              <a:spLocks noChangeShapeType="1"/>
            </p:cNvSpPr>
            <p:nvPr/>
          </p:nvSpPr>
          <p:spPr bwMode="auto">
            <a:xfrm>
              <a:off x="1483" y="288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5097" name="Rectangle 110"/>
            <p:cNvSpPr>
              <a:spLocks noChangeArrowheads="1"/>
            </p:cNvSpPr>
            <p:nvPr/>
          </p:nvSpPr>
          <p:spPr bwMode="auto">
            <a:xfrm>
              <a:off x="1170" y="2881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5098" name="Oval 111"/>
            <p:cNvSpPr>
              <a:spLocks noChangeArrowheads="1"/>
            </p:cNvSpPr>
            <p:nvPr/>
          </p:nvSpPr>
          <p:spPr bwMode="auto">
            <a:xfrm>
              <a:off x="1167" y="2822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099" name="Oval 112"/>
            <p:cNvSpPr>
              <a:spLocks noChangeArrowheads="1"/>
            </p:cNvSpPr>
            <p:nvPr/>
          </p:nvSpPr>
          <p:spPr bwMode="auto">
            <a:xfrm>
              <a:off x="1853" y="2884"/>
              <a:ext cx="312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100" name="Line 113"/>
            <p:cNvSpPr>
              <a:spLocks noChangeShapeType="1"/>
            </p:cNvSpPr>
            <p:nvPr/>
          </p:nvSpPr>
          <p:spPr bwMode="auto">
            <a:xfrm>
              <a:off x="1853" y="287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5101" name="Line 114"/>
            <p:cNvSpPr>
              <a:spLocks noChangeShapeType="1"/>
            </p:cNvSpPr>
            <p:nvPr/>
          </p:nvSpPr>
          <p:spPr bwMode="auto">
            <a:xfrm>
              <a:off x="2165" y="287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5102" name="Rectangle 115"/>
            <p:cNvSpPr>
              <a:spLocks noChangeArrowheads="1"/>
            </p:cNvSpPr>
            <p:nvPr/>
          </p:nvSpPr>
          <p:spPr bwMode="auto">
            <a:xfrm>
              <a:off x="1853" y="2877"/>
              <a:ext cx="309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5103" name="Oval 116"/>
            <p:cNvSpPr>
              <a:spLocks noChangeArrowheads="1"/>
            </p:cNvSpPr>
            <p:nvPr/>
          </p:nvSpPr>
          <p:spPr bwMode="auto">
            <a:xfrm>
              <a:off x="1856" y="2821"/>
              <a:ext cx="312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104" name="Oval 117"/>
            <p:cNvSpPr>
              <a:spLocks noChangeArrowheads="1"/>
            </p:cNvSpPr>
            <p:nvPr/>
          </p:nvSpPr>
          <p:spPr bwMode="auto">
            <a:xfrm>
              <a:off x="1863" y="3575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105" name="Line 118"/>
            <p:cNvSpPr>
              <a:spLocks noChangeShapeType="1"/>
            </p:cNvSpPr>
            <p:nvPr/>
          </p:nvSpPr>
          <p:spPr bwMode="auto">
            <a:xfrm>
              <a:off x="1863" y="356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5106" name="Line 119"/>
            <p:cNvSpPr>
              <a:spLocks noChangeShapeType="1"/>
            </p:cNvSpPr>
            <p:nvPr/>
          </p:nvSpPr>
          <p:spPr bwMode="auto">
            <a:xfrm>
              <a:off x="2176" y="356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5107" name="Rectangle 120"/>
            <p:cNvSpPr>
              <a:spLocks noChangeArrowheads="1"/>
            </p:cNvSpPr>
            <p:nvPr/>
          </p:nvSpPr>
          <p:spPr bwMode="auto">
            <a:xfrm>
              <a:off x="1863" y="3568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5108" name="Oval 121"/>
            <p:cNvSpPr>
              <a:spLocks noChangeArrowheads="1"/>
            </p:cNvSpPr>
            <p:nvPr/>
          </p:nvSpPr>
          <p:spPr bwMode="auto">
            <a:xfrm>
              <a:off x="1860" y="3509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109" name="Oval 122"/>
            <p:cNvSpPr>
              <a:spLocks noChangeArrowheads="1"/>
            </p:cNvSpPr>
            <p:nvPr/>
          </p:nvSpPr>
          <p:spPr bwMode="auto">
            <a:xfrm>
              <a:off x="2428" y="3234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110" name="Line 123"/>
            <p:cNvSpPr>
              <a:spLocks noChangeShapeType="1"/>
            </p:cNvSpPr>
            <p:nvPr/>
          </p:nvSpPr>
          <p:spPr bwMode="auto">
            <a:xfrm>
              <a:off x="2428" y="322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5111" name="Line 124"/>
            <p:cNvSpPr>
              <a:spLocks noChangeShapeType="1"/>
            </p:cNvSpPr>
            <p:nvPr/>
          </p:nvSpPr>
          <p:spPr bwMode="auto">
            <a:xfrm>
              <a:off x="2741" y="322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5112" name="Rectangle 125"/>
            <p:cNvSpPr>
              <a:spLocks noChangeArrowheads="1"/>
            </p:cNvSpPr>
            <p:nvPr/>
          </p:nvSpPr>
          <p:spPr bwMode="auto">
            <a:xfrm>
              <a:off x="2428" y="3227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45113" name="Oval 126"/>
            <p:cNvSpPr>
              <a:spLocks noChangeArrowheads="1"/>
            </p:cNvSpPr>
            <p:nvPr/>
          </p:nvSpPr>
          <p:spPr bwMode="auto">
            <a:xfrm>
              <a:off x="2425" y="3168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114" name="Freeform 127"/>
            <p:cNvSpPr>
              <a:spLocks/>
            </p:cNvSpPr>
            <p:nvPr/>
          </p:nvSpPr>
          <p:spPr bwMode="auto">
            <a:xfrm>
              <a:off x="2019" y="2976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115" name="Freeform 128"/>
            <p:cNvSpPr>
              <a:spLocks/>
            </p:cNvSpPr>
            <p:nvPr/>
          </p:nvSpPr>
          <p:spPr bwMode="auto">
            <a:xfrm>
              <a:off x="1326" y="2982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116" name="Freeform 129"/>
            <p:cNvSpPr>
              <a:spLocks/>
            </p:cNvSpPr>
            <p:nvPr/>
          </p:nvSpPr>
          <p:spPr bwMode="auto">
            <a:xfrm>
              <a:off x="1491" y="2967"/>
              <a:ext cx="504" cy="600"/>
            </a:xfrm>
            <a:custGeom>
              <a:avLst/>
              <a:gdLst>
                <a:gd name="T0" fmla="*/ 0 w 378"/>
                <a:gd name="T1" fmla="*/ 600 h 174"/>
                <a:gd name="T2" fmla="*/ 504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117" name="Freeform 130"/>
            <p:cNvSpPr>
              <a:spLocks/>
            </p:cNvSpPr>
            <p:nvPr/>
          </p:nvSpPr>
          <p:spPr bwMode="auto">
            <a:xfrm>
              <a:off x="2178" y="3315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118" name="Freeform 131"/>
            <p:cNvSpPr>
              <a:spLocks/>
            </p:cNvSpPr>
            <p:nvPr/>
          </p:nvSpPr>
          <p:spPr bwMode="auto">
            <a:xfrm>
              <a:off x="1497" y="3597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119" name="Freeform 132"/>
            <p:cNvSpPr>
              <a:spLocks/>
            </p:cNvSpPr>
            <p:nvPr/>
          </p:nvSpPr>
          <p:spPr bwMode="auto">
            <a:xfrm>
              <a:off x="906" y="3273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120" name="Freeform 133"/>
            <p:cNvSpPr>
              <a:spLocks/>
            </p:cNvSpPr>
            <p:nvPr/>
          </p:nvSpPr>
          <p:spPr bwMode="auto">
            <a:xfrm>
              <a:off x="1491" y="2907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121" name="Freeform 134"/>
            <p:cNvSpPr>
              <a:spLocks/>
            </p:cNvSpPr>
            <p:nvPr/>
          </p:nvSpPr>
          <p:spPr bwMode="auto">
            <a:xfrm>
              <a:off x="2166" y="2904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122" name="Freeform 135"/>
            <p:cNvSpPr>
              <a:spLocks/>
            </p:cNvSpPr>
            <p:nvPr/>
          </p:nvSpPr>
          <p:spPr bwMode="auto">
            <a:xfrm>
              <a:off x="849" y="2475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45123" name="Group 136"/>
            <p:cNvGrpSpPr>
              <a:grpSpLocks/>
            </p:cNvGrpSpPr>
            <p:nvPr/>
          </p:nvGrpSpPr>
          <p:grpSpPr bwMode="auto">
            <a:xfrm>
              <a:off x="745" y="3089"/>
              <a:ext cx="212" cy="231"/>
              <a:chOff x="2950" y="2441"/>
              <a:chExt cx="215" cy="231"/>
            </a:xfrm>
          </p:grpSpPr>
          <p:sp>
            <p:nvSpPr>
              <p:cNvPr id="45149" name="Rectangle 137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5150" name="Text Box 138"/>
              <p:cNvSpPr txBox="1">
                <a:spLocks noChangeArrowheads="1"/>
              </p:cNvSpPr>
              <p:nvPr/>
            </p:nvSpPr>
            <p:spPr bwMode="auto">
              <a:xfrm>
                <a:off x="2950" y="2441"/>
                <a:ext cx="21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A</a:t>
                </a:r>
              </a:p>
            </p:txBody>
          </p:sp>
        </p:grpSp>
        <p:grpSp>
          <p:nvGrpSpPr>
            <p:cNvPr id="45124" name="Group 139"/>
            <p:cNvGrpSpPr>
              <a:grpSpLocks/>
            </p:cNvGrpSpPr>
            <p:nvPr/>
          </p:nvGrpSpPr>
          <p:grpSpPr bwMode="auto">
            <a:xfrm>
              <a:off x="1915" y="3473"/>
              <a:ext cx="212" cy="231"/>
              <a:chOff x="2950" y="2441"/>
              <a:chExt cx="215" cy="231"/>
            </a:xfrm>
          </p:grpSpPr>
          <p:sp>
            <p:nvSpPr>
              <p:cNvPr id="45147" name="Rectangle 140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5148" name="Text Box 141"/>
              <p:cNvSpPr txBox="1">
                <a:spLocks noChangeArrowheads="1"/>
              </p:cNvSpPr>
              <p:nvPr/>
            </p:nvSpPr>
            <p:spPr bwMode="auto">
              <a:xfrm>
                <a:off x="2950" y="2441"/>
                <a:ext cx="21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E</a:t>
                </a:r>
              </a:p>
            </p:txBody>
          </p:sp>
        </p:grpSp>
        <p:grpSp>
          <p:nvGrpSpPr>
            <p:cNvPr id="45125" name="Group 142"/>
            <p:cNvGrpSpPr>
              <a:grpSpLocks/>
            </p:cNvGrpSpPr>
            <p:nvPr/>
          </p:nvGrpSpPr>
          <p:grpSpPr bwMode="auto">
            <a:xfrm>
              <a:off x="1230" y="3470"/>
              <a:ext cx="220" cy="231"/>
              <a:chOff x="2946" y="2441"/>
              <a:chExt cx="223" cy="231"/>
            </a:xfrm>
          </p:grpSpPr>
          <p:sp>
            <p:nvSpPr>
              <p:cNvPr id="45145" name="Rectangle 143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5146" name="Text Box 144"/>
              <p:cNvSpPr txBox="1">
                <a:spLocks noChangeArrowheads="1"/>
              </p:cNvSpPr>
              <p:nvPr/>
            </p:nvSpPr>
            <p:spPr bwMode="auto">
              <a:xfrm>
                <a:off x="2946" y="2441"/>
                <a:ext cx="22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D</a:t>
                </a:r>
              </a:p>
            </p:txBody>
          </p:sp>
        </p:grpSp>
        <p:grpSp>
          <p:nvGrpSpPr>
            <p:cNvPr id="45126" name="Group 145"/>
            <p:cNvGrpSpPr>
              <a:grpSpLocks/>
            </p:cNvGrpSpPr>
            <p:nvPr/>
          </p:nvGrpSpPr>
          <p:grpSpPr bwMode="auto">
            <a:xfrm>
              <a:off x="1905" y="2783"/>
              <a:ext cx="220" cy="231"/>
              <a:chOff x="2946" y="2441"/>
              <a:chExt cx="223" cy="231"/>
            </a:xfrm>
          </p:grpSpPr>
          <p:sp>
            <p:nvSpPr>
              <p:cNvPr id="45143" name="Rectangle 146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5144" name="Text Box 147"/>
              <p:cNvSpPr txBox="1">
                <a:spLocks noChangeArrowheads="1"/>
              </p:cNvSpPr>
              <p:nvPr/>
            </p:nvSpPr>
            <p:spPr bwMode="auto">
              <a:xfrm>
                <a:off x="2946" y="2441"/>
                <a:ext cx="22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C</a:t>
                </a:r>
              </a:p>
            </p:txBody>
          </p:sp>
        </p:grpSp>
        <p:grpSp>
          <p:nvGrpSpPr>
            <p:cNvPr id="45127" name="Group 148"/>
            <p:cNvGrpSpPr>
              <a:grpSpLocks/>
            </p:cNvGrpSpPr>
            <p:nvPr/>
          </p:nvGrpSpPr>
          <p:grpSpPr bwMode="auto">
            <a:xfrm>
              <a:off x="1226" y="2783"/>
              <a:ext cx="212" cy="231"/>
              <a:chOff x="2951" y="2441"/>
              <a:chExt cx="215" cy="231"/>
            </a:xfrm>
          </p:grpSpPr>
          <p:sp>
            <p:nvSpPr>
              <p:cNvPr id="45141" name="Rectangle 149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5142" name="Text Box 150"/>
              <p:cNvSpPr txBox="1">
                <a:spLocks noChangeArrowheads="1"/>
              </p:cNvSpPr>
              <p:nvPr/>
            </p:nvSpPr>
            <p:spPr bwMode="auto">
              <a:xfrm>
                <a:off x="2951" y="2441"/>
                <a:ext cx="21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B</a:t>
                </a:r>
              </a:p>
            </p:txBody>
          </p:sp>
        </p:grpSp>
        <p:grpSp>
          <p:nvGrpSpPr>
            <p:cNvPr id="45128" name="Group 151"/>
            <p:cNvGrpSpPr>
              <a:grpSpLocks/>
            </p:cNvGrpSpPr>
            <p:nvPr/>
          </p:nvGrpSpPr>
          <p:grpSpPr bwMode="auto">
            <a:xfrm>
              <a:off x="2492" y="3131"/>
              <a:ext cx="204" cy="231"/>
              <a:chOff x="2954" y="2441"/>
              <a:chExt cx="207" cy="231"/>
            </a:xfrm>
          </p:grpSpPr>
          <p:sp>
            <p:nvSpPr>
              <p:cNvPr id="45139" name="Rectangle 152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5140" name="Text Box 153"/>
              <p:cNvSpPr txBox="1">
                <a:spLocks noChangeArrowheads="1"/>
              </p:cNvSpPr>
              <p:nvPr/>
            </p:nvSpPr>
            <p:spPr bwMode="auto">
              <a:xfrm>
                <a:off x="2954" y="2441"/>
                <a:ext cx="207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F</a:t>
                </a:r>
              </a:p>
            </p:txBody>
          </p:sp>
        </p:grpSp>
        <p:sp>
          <p:nvSpPr>
            <p:cNvPr id="45129" name="Text Box 154"/>
            <p:cNvSpPr txBox="1">
              <a:spLocks noChangeArrowheads="1"/>
            </p:cNvSpPr>
            <p:nvPr/>
          </p:nvSpPr>
          <p:spPr bwMode="auto">
            <a:xfrm>
              <a:off x="955" y="289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5130" name="Text Box 155"/>
            <p:cNvSpPr txBox="1">
              <a:spLocks noChangeArrowheads="1"/>
            </p:cNvSpPr>
            <p:nvPr/>
          </p:nvSpPr>
          <p:spPr bwMode="auto">
            <a:xfrm>
              <a:off x="1303" y="3116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5131" name="Text Box 156"/>
            <p:cNvSpPr txBox="1">
              <a:spLocks noChangeArrowheads="1"/>
            </p:cNvSpPr>
            <p:nvPr/>
          </p:nvSpPr>
          <p:spPr bwMode="auto">
            <a:xfrm>
              <a:off x="868" y="332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5132" name="Text Box 157"/>
            <p:cNvSpPr txBox="1">
              <a:spLocks noChangeArrowheads="1"/>
            </p:cNvSpPr>
            <p:nvPr/>
          </p:nvSpPr>
          <p:spPr bwMode="auto">
            <a:xfrm>
              <a:off x="1687" y="320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45133" name="Text Box 158"/>
            <p:cNvSpPr txBox="1">
              <a:spLocks noChangeArrowheads="1"/>
            </p:cNvSpPr>
            <p:nvPr/>
          </p:nvSpPr>
          <p:spPr bwMode="auto">
            <a:xfrm>
              <a:off x="1624" y="356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5134" name="Text Box 159"/>
            <p:cNvSpPr txBox="1">
              <a:spLocks noChangeArrowheads="1"/>
            </p:cNvSpPr>
            <p:nvPr/>
          </p:nvSpPr>
          <p:spPr bwMode="auto">
            <a:xfrm>
              <a:off x="1984" y="31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5135" name="Text Box 160"/>
            <p:cNvSpPr txBox="1">
              <a:spLocks noChangeArrowheads="1"/>
            </p:cNvSpPr>
            <p:nvPr/>
          </p:nvSpPr>
          <p:spPr bwMode="auto">
            <a:xfrm>
              <a:off x="2344" y="339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45136" name="Text Box 161"/>
            <p:cNvSpPr txBox="1">
              <a:spLocks noChangeArrowheads="1"/>
            </p:cNvSpPr>
            <p:nvPr/>
          </p:nvSpPr>
          <p:spPr bwMode="auto">
            <a:xfrm>
              <a:off x="2317" y="2861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45137" name="Text Box 162"/>
            <p:cNvSpPr txBox="1">
              <a:spLocks noChangeArrowheads="1"/>
            </p:cNvSpPr>
            <p:nvPr/>
          </p:nvSpPr>
          <p:spPr bwMode="auto">
            <a:xfrm>
              <a:off x="1582" y="2711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45138" name="Text Box 163"/>
            <p:cNvSpPr txBox="1">
              <a:spLocks noChangeArrowheads="1"/>
            </p:cNvSpPr>
            <p:nvPr/>
          </p:nvSpPr>
          <p:spPr bwMode="auto">
            <a:xfrm>
              <a:off x="1231" y="244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5</a:t>
              </a:r>
            </a:p>
          </p:txBody>
        </p:sp>
      </p:grpSp>
      <p:sp>
        <p:nvSpPr>
          <p:cNvPr id="45075" name="Text Box 7"/>
          <p:cNvSpPr txBox="1">
            <a:spLocks noChangeArrowheads="1"/>
          </p:cNvSpPr>
          <p:nvPr/>
        </p:nvSpPr>
        <p:spPr bwMode="auto">
          <a:xfrm>
            <a:off x="4943475" y="1497013"/>
            <a:ext cx="12842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 dirty="0">
                <a:latin typeface="Arial" panose="020B0604020202020204" pitchFamily="34" charset="0"/>
              </a:rPr>
              <a:t>D(D),p(D)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1,A</a:t>
            </a:r>
          </a:p>
        </p:txBody>
      </p:sp>
      <p:sp>
        <p:nvSpPr>
          <p:cNvPr id="45076" name="Text Box 8"/>
          <p:cNvSpPr txBox="1">
            <a:spLocks noChangeArrowheads="1"/>
          </p:cNvSpPr>
          <p:nvPr/>
        </p:nvSpPr>
        <p:spPr bwMode="auto">
          <a:xfrm>
            <a:off x="6327775" y="1501775"/>
            <a:ext cx="12573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>
                <a:latin typeface="Arial" panose="020B0604020202020204" pitchFamily="34" charset="0"/>
              </a:rPr>
              <a:t>D(E),p(E)</a:t>
            </a:r>
          </a:p>
          <a:p>
            <a:endParaRPr lang="en-US" altLang="en-US" b="0">
              <a:latin typeface="Arial" panose="020B0604020202020204" pitchFamily="34" charset="0"/>
            </a:endParaRPr>
          </a:p>
          <a:p>
            <a:endParaRPr lang="en-US" altLang="en-US" b="0">
              <a:latin typeface="Arial" panose="020B0604020202020204" pitchFamily="34" charset="0"/>
            </a:endParaRPr>
          </a:p>
        </p:txBody>
      </p:sp>
      <p:sp>
        <p:nvSpPr>
          <p:cNvPr id="45077" name="Text Box 9"/>
          <p:cNvSpPr txBox="1">
            <a:spLocks noChangeArrowheads="1"/>
          </p:cNvSpPr>
          <p:nvPr/>
        </p:nvSpPr>
        <p:spPr bwMode="auto">
          <a:xfrm>
            <a:off x="7607300" y="1516063"/>
            <a:ext cx="122872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>
                <a:latin typeface="Arial" panose="020B0604020202020204" pitchFamily="34" charset="0"/>
              </a:rPr>
              <a:t>D(F),p(F)</a:t>
            </a:r>
          </a:p>
          <a:p>
            <a:endParaRPr lang="en-US" altLang="en-US" b="0">
              <a:latin typeface="Arial" panose="020B0604020202020204" pitchFamily="34" charset="0"/>
            </a:endParaRPr>
          </a:p>
          <a:p>
            <a:endParaRPr lang="en-US" altLang="en-US" b="0">
              <a:latin typeface="Arial" panose="020B0604020202020204" pitchFamily="34" charset="0"/>
            </a:endParaRPr>
          </a:p>
        </p:txBody>
      </p:sp>
      <p:graphicFrame>
        <p:nvGraphicFramePr>
          <p:cNvPr id="45058" name="Object 2"/>
          <p:cNvGraphicFramePr>
            <a:graphicFrameLocks noChangeAspect="1"/>
          </p:cNvGraphicFramePr>
          <p:nvPr/>
        </p:nvGraphicFramePr>
        <p:xfrm>
          <a:off x="7010400" y="1828800"/>
          <a:ext cx="381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80" imgH="126720" progId="Equation.3">
                  <p:embed/>
                </p:oleObj>
              </mc:Choice>
              <mc:Fallback>
                <p:oleObj name="Equation" r:id="rId3" imgW="152280" imgH="126720" progId="Equation.3">
                  <p:embed/>
                  <p:pic>
                    <p:nvPicPr>
                      <p:cNvPr id="4505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1828800"/>
                        <a:ext cx="381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9" name="Object 3"/>
          <p:cNvGraphicFramePr>
            <a:graphicFrameLocks noChangeAspect="1"/>
          </p:cNvGraphicFramePr>
          <p:nvPr/>
        </p:nvGraphicFramePr>
        <p:xfrm>
          <a:off x="8229600" y="1828800"/>
          <a:ext cx="381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80" imgH="126720" progId="Equation.3">
                  <p:embed/>
                </p:oleObj>
              </mc:Choice>
              <mc:Fallback>
                <p:oleObj name="Equation" r:id="rId5" imgW="152280" imgH="126720" progId="Equation.3">
                  <p:embed/>
                  <p:pic>
                    <p:nvPicPr>
                      <p:cNvPr id="4505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1828800"/>
                        <a:ext cx="381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169"/>
          <p:cNvGrpSpPr>
            <a:grpSpLocks/>
          </p:cNvGrpSpPr>
          <p:nvPr/>
        </p:nvGrpSpPr>
        <p:grpSpPr bwMode="auto">
          <a:xfrm>
            <a:off x="4913313" y="1733551"/>
            <a:ext cx="4191000" cy="2895600"/>
            <a:chOff x="3120" y="1104"/>
            <a:chExt cx="2640" cy="1824"/>
          </a:xfrm>
        </p:grpSpPr>
        <p:sp>
          <p:nvSpPr>
            <p:cNvPr id="45079" name="Oval 164"/>
            <p:cNvSpPr>
              <a:spLocks noChangeArrowheads="1"/>
            </p:cNvSpPr>
            <p:nvPr/>
          </p:nvSpPr>
          <p:spPr bwMode="auto">
            <a:xfrm>
              <a:off x="3120" y="2640"/>
              <a:ext cx="2640" cy="288"/>
            </a:xfrm>
            <a:prstGeom prst="ellips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080" name="Oval 165"/>
            <p:cNvSpPr>
              <a:spLocks noChangeArrowheads="1"/>
            </p:cNvSpPr>
            <p:nvPr/>
          </p:nvSpPr>
          <p:spPr bwMode="auto">
            <a:xfrm>
              <a:off x="3120" y="1104"/>
              <a:ext cx="390" cy="336"/>
            </a:xfrm>
            <a:prstGeom prst="ellips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45081" name="AutoShape 166"/>
            <p:cNvCxnSpPr>
              <a:cxnSpLocks noChangeShapeType="1"/>
              <a:stCxn id="45080" idx="4"/>
              <a:endCxn id="45079" idx="0"/>
            </p:cNvCxnSpPr>
            <p:nvPr/>
          </p:nvCxnSpPr>
          <p:spPr bwMode="auto">
            <a:xfrm>
              <a:off x="3315" y="1440"/>
              <a:ext cx="1125" cy="1200"/>
            </a:xfrm>
            <a:prstGeom prst="straightConnector1">
              <a:avLst/>
            </a:prstGeom>
            <a:noFill/>
            <a:ln w="25400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2F0810-A290-404C-AD50-B7D908288FB7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8711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Example: Dijkstra’s Algorithm (cont.)</a:t>
            </a:r>
          </a:p>
        </p:txBody>
      </p:sp>
      <p:sp>
        <p:nvSpPr>
          <p:cNvPr id="47110" name="Text Box 3"/>
          <p:cNvSpPr txBox="1">
            <a:spLocks noChangeArrowheads="1"/>
          </p:cNvSpPr>
          <p:nvPr/>
        </p:nvSpPr>
        <p:spPr bwMode="auto">
          <a:xfrm>
            <a:off x="288925" y="1506538"/>
            <a:ext cx="708025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>
                <a:latin typeface="Arial" panose="020B0604020202020204" pitchFamily="34" charset="0"/>
              </a:rPr>
              <a:t>Step</a:t>
            </a:r>
          </a:p>
          <a:p>
            <a:r>
              <a:rPr lang="en-US" altLang="en-US" b="0">
                <a:latin typeface="Arial" panose="020B0604020202020204" pitchFamily="34" charset="0"/>
              </a:rPr>
              <a:t>0</a:t>
            </a:r>
          </a:p>
          <a:p>
            <a:r>
              <a:rPr lang="en-US" altLang="en-US" b="0">
                <a:latin typeface="Arial" panose="020B0604020202020204" pitchFamily="34" charset="0"/>
              </a:rPr>
              <a:t>1</a:t>
            </a:r>
          </a:p>
          <a:p>
            <a:r>
              <a:rPr lang="en-US" altLang="en-US" b="0">
                <a:latin typeface="Arial" panose="020B0604020202020204" pitchFamily="34" charset="0"/>
              </a:rPr>
              <a:t>2</a:t>
            </a:r>
          </a:p>
          <a:p>
            <a:r>
              <a:rPr lang="en-US" altLang="en-US" b="0">
                <a:latin typeface="Arial" panose="020B0604020202020204" pitchFamily="34" charset="0"/>
              </a:rPr>
              <a:t>3</a:t>
            </a:r>
          </a:p>
          <a:p>
            <a:r>
              <a:rPr lang="en-US" altLang="en-US" b="0">
                <a:latin typeface="Arial" panose="020B0604020202020204" pitchFamily="34" charset="0"/>
              </a:rPr>
              <a:t>4</a:t>
            </a:r>
          </a:p>
          <a:p>
            <a:r>
              <a:rPr lang="en-US" altLang="en-US" b="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7111" name="Text Box 4"/>
          <p:cNvSpPr txBox="1">
            <a:spLocks noChangeArrowheads="1"/>
          </p:cNvSpPr>
          <p:nvPr/>
        </p:nvSpPr>
        <p:spPr bwMode="auto">
          <a:xfrm>
            <a:off x="1401763" y="1516063"/>
            <a:ext cx="91916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 dirty="0">
                <a:latin typeface="Arial" panose="020B0604020202020204" pitchFamily="34" charset="0"/>
              </a:rPr>
              <a:t>start S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A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AD</a:t>
            </a:r>
          </a:p>
        </p:txBody>
      </p:sp>
      <p:sp>
        <p:nvSpPr>
          <p:cNvPr id="47112" name="Text Box 5"/>
          <p:cNvSpPr txBox="1">
            <a:spLocks noChangeArrowheads="1"/>
          </p:cNvSpPr>
          <p:nvPr/>
        </p:nvSpPr>
        <p:spPr bwMode="auto">
          <a:xfrm>
            <a:off x="2463800" y="1497013"/>
            <a:ext cx="12573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>
                <a:latin typeface="Arial" panose="020B0604020202020204" pitchFamily="34" charset="0"/>
              </a:rPr>
              <a:t>D(B),p(B)</a:t>
            </a:r>
          </a:p>
          <a:p>
            <a:r>
              <a:rPr lang="en-US" altLang="en-US" b="0">
                <a:latin typeface="Arial" panose="020B0604020202020204" pitchFamily="34" charset="0"/>
              </a:rPr>
              <a:t>2,A</a:t>
            </a:r>
          </a:p>
        </p:txBody>
      </p:sp>
      <p:sp>
        <p:nvSpPr>
          <p:cNvPr id="47113" name="Text Box 6"/>
          <p:cNvSpPr txBox="1">
            <a:spLocks noChangeArrowheads="1"/>
          </p:cNvSpPr>
          <p:nvPr/>
        </p:nvSpPr>
        <p:spPr bwMode="auto">
          <a:xfrm>
            <a:off x="3698875" y="1501775"/>
            <a:ext cx="12842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>
                <a:latin typeface="Arial" panose="020B0604020202020204" pitchFamily="34" charset="0"/>
              </a:rPr>
              <a:t>D(C),p(C)</a:t>
            </a:r>
          </a:p>
          <a:p>
            <a:r>
              <a:rPr lang="en-US" altLang="en-US" b="0">
                <a:latin typeface="Arial" panose="020B0604020202020204" pitchFamily="34" charset="0"/>
              </a:rPr>
              <a:t>5,A</a:t>
            </a:r>
          </a:p>
        </p:txBody>
      </p:sp>
      <p:sp>
        <p:nvSpPr>
          <p:cNvPr id="47114" name="Text Box 7"/>
          <p:cNvSpPr txBox="1">
            <a:spLocks noChangeArrowheads="1"/>
          </p:cNvSpPr>
          <p:nvPr/>
        </p:nvSpPr>
        <p:spPr bwMode="auto">
          <a:xfrm>
            <a:off x="4943475" y="1497013"/>
            <a:ext cx="130997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D(D),p(D)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1,A</a:t>
            </a:r>
          </a:p>
        </p:txBody>
      </p:sp>
      <p:sp>
        <p:nvSpPr>
          <p:cNvPr id="47115" name="Text Box 8"/>
          <p:cNvSpPr txBox="1">
            <a:spLocks noChangeArrowheads="1"/>
          </p:cNvSpPr>
          <p:nvPr/>
        </p:nvSpPr>
        <p:spPr bwMode="auto">
          <a:xfrm>
            <a:off x="6316663" y="1501775"/>
            <a:ext cx="12573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>
                <a:latin typeface="Arial" panose="020B0604020202020204" pitchFamily="34" charset="0"/>
              </a:rPr>
              <a:t>D(E),p(E)</a:t>
            </a:r>
          </a:p>
          <a:p>
            <a:endParaRPr lang="en-US" altLang="en-US" b="0">
              <a:latin typeface="Arial" panose="020B0604020202020204" pitchFamily="34" charset="0"/>
            </a:endParaRPr>
          </a:p>
        </p:txBody>
      </p:sp>
      <p:sp>
        <p:nvSpPr>
          <p:cNvPr id="47116" name="Text Box 9"/>
          <p:cNvSpPr txBox="1">
            <a:spLocks noChangeArrowheads="1"/>
          </p:cNvSpPr>
          <p:nvPr/>
        </p:nvSpPr>
        <p:spPr bwMode="auto">
          <a:xfrm>
            <a:off x="7597775" y="1516063"/>
            <a:ext cx="122872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>
                <a:latin typeface="Arial" panose="020B0604020202020204" pitchFamily="34" charset="0"/>
              </a:rPr>
              <a:t>D(F),p(F)</a:t>
            </a:r>
          </a:p>
          <a:p>
            <a:endParaRPr lang="en-US" altLang="en-US" b="0">
              <a:latin typeface="Arial" panose="020B0604020202020204" pitchFamily="34" charset="0"/>
            </a:endParaRPr>
          </a:p>
          <a:p>
            <a:endParaRPr lang="en-US" altLang="en-US" b="0">
              <a:latin typeface="Arial" panose="020B0604020202020204" pitchFamily="34" charset="0"/>
            </a:endParaRPr>
          </a:p>
        </p:txBody>
      </p:sp>
      <p:sp>
        <p:nvSpPr>
          <p:cNvPr id="47117" name="Line 10"/>
          <p:cNvSpPr>
            <a:spLocks noChangeShapeType="1"/>
          </p:cNvSpPr>
          <p:nvPr/>
        </p:nvSpPr>
        <p:spPr bwMode="auto">
          <a:xfrm>
            <a:off x="361950" y="1857375"/>
            <a:ext cx="8505825" cy="95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7118" name="Line 11"/>
          <p:cNvSpPr>
            <a:spLocks noChangeShapeType="1"/>
          </p:cNvSpPr>
          <p:nvPr/>
        </p:nvSpPr>
        <p:spPr bwMode="auto">
          <a:xfrm>
            <a:off x="519113" y="2162175"/>
            <a:ext cx="8296275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7119" name="Line 12"/>
          <p:cNvSpPr>
            <a:spLocks noChangeShapeType="1"/>
          </p:cNvSpPr>
          <p:nvPr/>
        </p:nvSpPr>
        <p:spPr bwMode="auto">
          <a:xfrm>
            <a:off x="538163" y="2457450"/>
            <a:ext cx="8267700" cy="4763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7120" name="Line 13"/>
          <p:cNvSpPr>
            <a:spLocks noChangeShapeType="1"/>
          </p:cNvSpPr>
          <p:nvPr/>
        </p:nvSpPr>
        <p:spPr bwMode="auto">
          <a:xfrm>
            <a:off x="547688" y="2767013"/>
            <a:ext cx="8253412" cy="9525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7121" name="Line 14"/>
          <p:cNvSpPr>
            <a:spLocks noChangeShapeType="1"/>
          </p:cNvSpPr>
          <p:nvPr/>
        </p:nvSpPr>
        <p:spPr bwMode="auto">
          <a:xfrm>
            <a:off x="557213" y="3071813"/>
            <a:ext cx="8267700" cy="9525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7122" name="Line 15"/>
          <p:cNvSpPr>
            <a:spLocks noChangeShapeType="1"/>
          </p:cNvSpPr>
          <p:nvPr/>
        </p:nvSpPr>
        <p:spPr bwMode="auto">
          <a:xfrm>
            <a:off x="571500" y="3386138"/>
            <a:ext cx="8262938" cy="4762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7123" name="Freeform 16"/>
          <p:cNvSpPr>
            <a:spLocks/>
          </p:cNvSpPr>
          <p:nvPr/>
        </p:nvSpPr>
        <p:spPr bwMode="auto">
          <a:xfrm>
            <a:off x="685800" y="3810000"/>
            <a:ext cx="3571875" cy="2236788"/>
          </a:xfrm>
          <a:custGeom>
            <a:avLst/>
            <a:gdLst>
              <a:gd name="T0" fmla="*/ 0 w 2250"/>
              <a:gd name="T1" fmla="*/ 990600 h 1409"/>
              <a:gd name="T2" fmla="*/ 347663 w 2250"/>
              <a:gd name="T3" fmla="*/ 509588 h 1409"/>
              <a:gd name="T4" fmla="*/ 839788 w 2250"/>
              <a:gd name="T5" fmla="*/ 55563 h 1409"/>
              <a:gd name="T6" fmla="*/ 2462213 w 2250"/>
              <a:gd name="T7" fmla="*/ 176213 h 1409"/>
              <a:gd name="T8" fmla="*/ 3124200 w 2250"/>
              <a:gd name="T9" fmla="*/ 766763 h 1409"/>
              <a:gd name="T10" fmla="*/ 3490913 w 2250"/>
              <a:gd name="T11" fmla="*/ 1438275 h 1409"/>
              <a:gd name="T12" fmla="*/ 2633663 w 2250"/>
              <a:gd name="T13" fmla="*/ 2085975 h 1409"/>
              <a:gd name="T14" fmla="*/ 1576388 w 2250"/>
              <a:gd name="T15" fmla="*/ 2200275 h 1409"/>
              <a:gd name="T16" fmla="*/ 738188 w 2250"/>
              <a:gd name="T17" fmla="*/ 2152650 h 1409"/>
              <a:gd name="T18" fmla="*/ 161925 w 2250"/>
              <a:gd name="T19" fmla="*/ 1695450 h 1409"/>
              <a:gd name="T20" fmla="*/ 0 w 2250"/>
              <a:gd name="T21" fmla="*/ 990600 h 140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250"/>
              <a:gd name="T34" fmla="*/ 0 h 1409"/>
              <a:gd name="T35" fmla="*/ 2250 w 2250"/>
              <a:gd name="T36" fmla="*/ 1409 h 140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250" h="1409">
                <a:moveTo>
                  <a:pt x="0" y="624"/>
                </a:moveTo>
                <a:cubicBezTo>
                  <a:pt x="5" y="506"/>
                  <a:pt x="131" y="419"/>
                  <a:pt x="219" y="321"/>
                </a:cubicBezTo>
                <a:cubicBezTo>
                  <a:pt x="307" y="223"/>
                  <a:pt x="307" y="70"/>
                  <a:pt x="529" y="35"/>
                </a:cubicBezTo>
                <a:cubicBezTo>
                  <a:pt x="751" y="0"/>
                  <a:pt x="1311" y="36"/>
                  <a:pt x="1551" y="111"/>
                </a:cubicBezTo>
                <a:cubicBezTo>
                  <a:pt x="1791" y="186"/>
                  <a:pt x="1860" y="351"/>
                  <a:pt x="1968" y="483"/>
                </a:cubicBezTo>
                <a:cubicBezTo>
                  <a:pt x="2076" y="615"/>
                  <a:pt x="2250" y="767"/>
                  <a:pt x="2199" y="906"/>
                </a:cubicBezTo>
                <a:cubicBezTo>
                  <a:pt x="2148" y="1045"/>
                  <a:pt x="1860" y="1234"/>
                  <a:pt x="1659" y="1314"/>
                </a:cubicBezTo>
                <a:cubicBezTo>
                  <a:pt x="1458" y="1394"/>
                  <a:pt x="1192" y="1379"/>
                  <a:pt x="993" y="1386"/>
                </a:cubicBezTo>
                <a:cubicBezTo>
                  <a:pt x="794" y="1393"/>
                  <a:pt x="613" y="1409"/>
                  <a:pt x="465" y="1356"/>
                </a:cubicBezTo>
                <a:cubicBezTo>
                  <a:pt x="317" y="1303"/>
                  <a:pt x="180" y="1190"/>
                  <a:pt x="102" y="1068"/>
                </a:cubicBezTo>
                <a:cubicBezTo>
                  <a:pt x="24" y="946"/>
                  <a:pt x="21" y="716"/>
                  <a:pt x="0" y="624"/>
                </a:cubicBezTo>
                <a:close/>
              </a:path>
            </a:pathLst>
          </a:cu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24" name="Freeform 17"/>
          <p:cNvSpPr>
            <a:spLocks/>
          </p:cNvSpPr>
          <p:nvPr/>
        </p:nvSpPr>
        <p:spPr bwMode="auto">
          <a:xfrm>
            <a:off x="1219200" y="4681538"/>
            <a:ext cx="542925" cy="295275"/>
          </a:xfrm>
          <a:custGeom>
            <a:avLst/>
            <a:gdLst>
              <a:gd name="T0" fmla="*/ 0 w 342"/>
              <a:gd name="T1" fmla="*/ 295275 h 186"/>
              <a:gd name="T2" fmla="*/ 542925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25" name="Oval 18"/>
          <p:cNvSpPr>
            <a:spLocks noChangeArrowheads="1"/>
          </p:cNvSpPr>
          <p:nvPr/>
        </p:nvSpPr>
        <p:spPr bwMode="auto">
          <a:xfrm>
            <a:off x="806450" y="5065713"/>
            <a:ext cx="496888" cy="128587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26" name="Line 19"/>
          <p:cNvSpPr>
            <a:spLocks noChangeShapeType="1"/>
          </p:cNvSpPr>
          <p:nvPr/>
        </p:nvSpPr>
        <p:spPr bwMode="auto">
          <a:xfrm>
            <a:off x="806450" y="5054600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7127" name="Line 20"/>
          <p:cNvSpPr>
            <a:spLocks noChangeShapeType="1"/>
          </p:cNvSpPr>
          <p:nvPr/>
        </p:nvSpPr>
        <p:spPr bwMode="auto">
          <a:xfrm>
            <a:off x="1303338" y="5054600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7128" name="Rectangle 21"/>
          <p:cNvSpPr>
            <a:spLocks noChangeArrowheads="1"/>
          </p:cNvSpPr>
          <p:nvPr/>
        </p:nvSpPr>
        <p:spPr bwMode="auto">
          <a:xfrm>
            <a:off x="806450" y="5054600"/>
            <a:ext cx="492125" cy="77788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800" b="0">
              <a:latin typeface="Arial" panose="020B0604020202020204" pitchFamily="34" charset="0"/>
            </a:endParaRPr>
          </a:p>
        </p:txBody>
      </p:sp>
      <p:sp>
        <p:nvSpPr>
          <p:cNvPr id="47129" name="Oval 22"/>
          <p:cNvSpPr>
            <a:spLocks noChangeArrowheads="1"/>
          </p:cNvSpPr>
          <p:nvPr/>
        </p:nvSpPr>
        <p:spPr bwMode="auto">
          <a:xfrm>
            <a:off x="801688" y="4960938"/>
            <a:ext cx="496887" cy="150812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30" name="Oval 23"/>
          <p:cNvSpPr>
            <a:spLocks noChangeArrowheads="1"/>
          </p:cNvSpPr>
          <p:nvPr/>
        </p:nvSpPr>
        <p:spPr bwMode="auto">
          <a:xfrm>
            <a:off x="1558925" y="5680075"/>
            <a:ext cx="496888" cy="128588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31" name="Line 24"/>
          <p:cNvSpPr>
            <a:spLocks noChangeShapeType="1"/>
          </p:cNvSpPr>
          <p:nvPr/>
        </p:nvSpPr>
        <p:spPr bwMode="auto">
          <a:xfrm>
            <a:off x="1558925" y="5668963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7132" name="Line 25"/>
          <p:cNvSpPr>
            <a:spLocks noChangeShapeType="1"/>
          </p:cNvSpPr>
          <p:nvPr/>
        </p:nvSpPr>
        <p:spPr bwMode="auto">
          <a:xfrm>
            <a:off x="2055813" y="5668963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7133" name="Rectangle 26"/>
          <p:cNvSpPr>
            <a:spLocks noChangeArrowheads="1"/>
          </p:cNvSpPr>
          <p:nvPr/>
        </p:nvSpPr>
        <p:spPr bwMode="auto">
          <a:xfrm>
            <a:off x="1558925" y="5668963"/>
            <a:ext cx="492125" cy="77787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800" b="0">
              <a:latin typeface="Arial" panose="020B0604020202020204" pitchFamily="34" charset="0"/>
            </a:endParaRPr>
          </a:p>
        </p:txBody>
      </p:sp>
      <p:sp>
        <p:nvSpPr>
          <p:cNvPr id="47134" name="Oval 27"/>
          <p:cNvSpPr>
            <a:spLocks noChangeArrowheads="1"/>
          </p:cNvSpPr>
          <p:nvPr/>
        </p:nvSpPr>
        <p:spPr bwMode="auto">
          <a:xfrm>
            <a:off x="1554163" y="5575300"/>
            <a:ext cx="496887" cy="150813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35" name="Oval 28"/>
          <p:cNvSpPr>
            <a:spLocks noChangeArrowheads="1"/>
          </p:cNvSpPr>
          <p:nvPr/>
        </p:nvSpPr>
        <p:spPr bwMode="auto">
          <a:xfrm>
            <a:off x="1552575" y="4584700"/>
            <a:ext cx="496888" cy="12858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36" name="Line 29"/>
          <p:cNvSpPr>
            <a:spLocks noChangeShapeType="1"/>
          </p:cNvSpPr>
          <p:nvPr/>
        </p:nvSpPr>
        <p:spPr bwMode="auto">
          <a:xfrm>
            <a:off x="1552575" y="4573588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7137" name="Line 30"/>
          <p:cNvSpPr>
            <a:spLocks noChangeShapeType="1"/>
          </p:cNvSpPr>
          <p:nvPr/>
        </p:nvSpPr>
        <p:spPr bwMode="auto">
          <a:xfrm>
            <a:off x="2049463" y="4573588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7138" name="Rectangle 31"/>
          <p:cNvSpPr>
            <a:spLocks noChangeArrowheads="1"/>
          </p:cNvSpPr>
          <p:nvPr/>
        </p:nvSpPr>
        <p:spPr bwMode="auto">
          <a:xfrm>
            <a:off x="1552575" y="4573588"/>
            <a:ext cx="492125" cy="77787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800" b="0">
              <a:latin typeface="Arial" panose="020B0604020202020204" pitchFamily="34" charset="0"/>
            </a:endParaRPr>
          </a:p>
        </p:txBody>
      </p:sp>
      <p:sp>
        <p:nvSpPr>
          <p:cNvPr id="47139" name="Oval 32"/>
          <p:cNvSpPr>
            <a:spLocks noChangeArrowheads="1"/>
          </p:cNvSpPr>
          <p:nvPr/>
        </p:nvSpPr>
        <p:spPr bwMode="auto">
          <a:xfrm>
            <a:off x="1547813" y="4479925"/>
            <a:ext cx="496887" cy="150813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40" name="Oval 33"/>
          <p:cNvSpPr>
            <a:spLocks noChangeArrowheads="1"/>
          </p:cNvSpPr>
          <p:nvPr/>
        </p:nvSpPr>
        <p:spPr bwMode="auto">
          <a:xfrm>
            <a:off x="2636838" y="4578350"/>
            <a:ext cx="495300" cy="12858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41" name="Line 34"/>
          <p:cNvSpPr>
            <a:spLocks noChangeShapeType="1"/>
          </p:cNvSpPr>
          <p:nvPr/>
        </p:nvSpPr>
        <p:spPr bwMode="auto">
          <a:xfrm>
            <a:off x="2636838" y="4567238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7142" name="Line 35"/>
          <p:cNvSpPr>
            <a:spLocks noChangeShapeType="1"/>
          </p:cNvSpPr>
          <p:nvPr/>
        </p:nvSpPr>
        <p:spPr bwMode="auto">
          <a:xfrm>
            <a:off x="3132138" y="4567238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7143" name="Rectangle 36"/>
          <p:cNvSpPr>
            <a:spLocks noChangeArrowheads="1"/>
          </p:cNvSpPr>
          <p:nvPr/>
        </p:nvSpPr>
        <p:spPr bwMode="auto">
          <a:xfrm>
            <a:off x="2636838" y="4567238"/>
            <a:ext cx="490537" cy="77787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800" b="0">
              <a:latin typeface="Arial" panose="020B0604020202020204" pitchFamily="34" charset="0"/>
            </a:endParaRPr>
          </a:p>
        </p:txBody>
      </p:sp>
      <p:sp>
        <p:nvSpPr>
          <p:cNvPr id="47144" name="Oval 37"/>
          <p:cNvSpPr>
            <a:spLocks noChangeArrowheads="1"/>
          </p:cNvSpPr>
          <p:nvPr/>
        </p:nvSpPr>
        <p:spPr bwMode="auto">
          <a:xfrm>
            <a:off x="2641600" y="4478338"/>
            <a:ext cx="495300" cy="150812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45" name="Oval 38"/>
          <p:cNvSpPr>
            <a:spLocks noChangeArrowheads="1"/>
          </p:cNvSpPr>
          <p:nvPr/>
        </p:nvSpPr>
        <p:spPr bwMode="auto">
          <a:xfrm>
            <a:off x="2652713" y="5675313"/>
            <a:ext cx="496887" cy="128587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46" name="Line 39"/>
          <p:cNvSpPr>
            <a:spLocks noChangeShapeType="1"/>
          </p:cNvSpPr>
          <p:nvPr/>
        </p:nvSpPr>
        <p:spPr bwMode="auto">
          <a:xfrm>
            <a:off x="2652713" y="5664200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7147" name="Line 40"/>
          <p:cNvSpPr>
            <a:spLocks noChangeShapeType="1"/>
          </p:cNvSpPr>
          <p:nvPr/>
        </p:nvSpPr>
        <p:spPr bwMode="auto">
          <a:xfrm>
            <a:off x="3149600" y="5664200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7148" name="Rectangle 41"/>
          <p:cNvSpPr>
            <a:spLocks noChangeArrowheads="1"/>
          </p:cNvSpPr>
          <p:nvPr/>
        </p:nvSpPr>
        <p:spPr bwMode="auto">
          <a:xfrm>
            <a:off x="2652713" y="5664200"/>
            <a:ext cx="492125" cy="77788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800" b="0">
              <a:latin typeface="Arial" panose="020B0604020202020204" pitchFamily="34" charset="0"/>
            </a:endParaRPr>
          </a:p>
        </p:txBody>
      </p:sp>
      <p:sp>
        <p:nvSpPr>
          <p:cNvPr id="47149" name="Oval 42"/>
          <p:cNvSpPr>
            <a:spLocks noChangeArrowheads="1"/>
          </p:cNvSpPr>
          <p:nvPr/>
        </p:nvSpPr>
        <p:spPr bwMode="auto">
          <a:xfrm>
            <a:off x="2647950" y="5570538"/>
            <a:ext cx="496888" cy="150812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50" name="Oval 43"/>
          <p:cNvSpPr>
            <a:spLocks noChangeArrowheads="1"/>
          </p:cNvSpPr>
          <p:nvPr/>
        </p:nvSpPr>
        <p:spPr bwMode="auto">
          <a:xfrm>
            <a:off x="3549650" y="5133975"/>
            <a:ext cx="496888" cy="12858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51" name="Line 44"/>
          <p:cNvSpPr>
            <a:spLocks noChangeShapeType="1"/>
          </p:cNvSpPr>
          <p:nvPr/>
        </p:nvSpPr>
        <p:spPr bwMode="auto">
          <a:xfrm>
            <a:off x="3549650" y="5122863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7152" name="Rectangle 45"/>
          <p:cNvSpPr>
            <a:spLocks noChangeArrowheads="1"/>
          </p:cNvSpPr>
          <p:nvPr/>
        </p:nvSpPr>
        <p:spPr bwMode="auto">
          <a:xfrm>
            <a:off x="3549650" y="5122863"/>
            <a:ext cx="492125" cy="77787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800" b="0">
              <a:latin typeface="Arial" panose="020B0604020202020204" pitchFamily="34" charset="0"/>
            </a:endParaRPr>
          </a:p>
        </p:txBody>
      </p:sp>
      <p:sp>
        <p:nvSpPr>
          <p:cNvPr id="47153" name="Oval 46"/>
          <p:cNvSpPr>
            <a:spLocks noChangeArrowheads="1"/>
          </p:cNvSpPr>
          <p:nvPr/>
        </p:nvSpPr>
        <p:spPr bwMode="auto">
          <a:xfrm>
            <a:off x="3544888" y="5029200"/>
            <a:ext cx="496887" cy="150813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54" name="Freeform 47"/>
          <p:cNvSpPr>
            <a:spLocks/>
          </p:cNvSpPr>
          <p:nvPr/>
        </p:nvSpPr>
        <p:spPr bwMode="auto">
          <a:xfrm>
            <a:off x="2900363" y="4724400"/>
            <a:ext cx="1587" cy="828675"/>
          </a:xfrm>
          <a:custGeom>
            <a:avLst/>
            <a:gdLst>
              <a:gd name="T0" fmla="*/ 0 w 1"/>
              <a:gd name="T1" fmla="*/ 0 h 522"/>
              <a:gd name="T2" fmla="*/ 0 w 1"/>
              <a:gd name="T3" fmla="*/ 828675 h 522"/>
              <a:gd name="T4" fmla="*/ 0 60000 65536"/>
              <a:gd name="T5" fmla="*/ 0 60000 65536"/>
              <a:gd name="T6" fmla="*/ 0 w 1"/>
              <a:gd name="T7" fmla="*/ 0 h 522"/>
              <a:gd name="T8" fmla="*/ 1 w 1"/>
              <a:gd name="T9" fmla="*/ 522 h 52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22">
                <a:moveTo>
                  <a:pt x="0" y="0"/>
                </a:moveTo>
                <a:lnTo>
                  <a:pt x="0" y="522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55" name="Freeform 48"/>
          <p:cNvSpPr>
            <a:spLocks/>
          </p:cNvSpPr>
          <p:nvPr/>
        </p:nvSpPr>
        <p:spPr bwMode="auto">
          <a:xfrm>
            <a:off x="1800225" y="4733925"/>
            <a:ext cx="1588" cy="852488"/>
          </a:xfrm>
          <a:custGeom>
            <a:avLst/>
            <a:gdLst>
              <a:gd name="T0" fmla="*/ 0 w 1"/>
              <a:gd name="T1" fmla="*/ 0 h 537"/>
              <a:gd name="T2" fmla="*/ 0 w 1"/>
              <a:gd name="T3" fmla="*/ 852488 h 537"/>
              <a:gd name="T4" fmla="*/ 0 60000 65536"/>
              <a:gd name="T5" fmla="*/ 0 60000 65536"/>
              <a:gd name="T6" fmla="*/ 0 w 1"/>
              <a:gd name="T7" fmla="*/ 0 h 537"/>
              <a:gd name="T8" fmla="*/ 1 w 1"/>
              <a:gd name="T9" fmla="*/ 537 h 53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37">
                <a:moveTo>
                  <a:pt x="0" y="0"/>
                </a:moveTo>
                <a:lnTo>
                  <a:pt x="0" y="537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56" name="Freeform 49"/>
          <p:cNvSpPr>
            <a:spLocks/>
          </p:cNvSpPr>
          <p:nvPr/>
        </p:nvSpPr>
        <p:spPr bwMode="auto">
          <a:xfrm>
            <a:off x="2062163" y="4710113"/>
            <a:ext cx="800100" cy="952500"/>
          </a:xfrm>
          <a:custGeom>
            <a:avLst/>
            <a:gdLst>
              <a:gd name="T0" fmla="*/ 0 w 378"/>
              <a:gd name="T1" fmla="*/ 952500 h 174"/>
              <a:gd name="T2" fmla="*/ 800100 w 378"/>
              <a:gd name="T3" fmla="*/ 0 h 174"/>
              <a:gd name="T4" fmla="*/ 0 60000 65536"/>
              <a:gd name="T5" fmla="*/ 0 60000 65536"/>
              <a:gd name="T6" fmla="*/ 0 w 378"/>
              <a:gd name="T7" fmla="*/ 0 h 174"/>
              <a:gd name="T8" fmla="*/ 378 w 378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57" name="Freeform 50"/>
          <p:cNvSpPr>
            <a:spLocks/>
          </p:cNvSpPr>
          <p:nvPr/>
        </p:nvSpPr>
        <p:spPr bwMode="auto">
          <a:xfrm>
            <a:off x="3152775" y="5262563"/>
            <a:ext cx="581025" cy="428625"/>
          </a:xfrm>
          <a:custGeom>
            <a:avLst/>
            <a:gdLst>
              <a:gd name="T0" fmla="*/ 0 w 366"/>
              <a:gd name="T1" fmla="*/ 428625 h 270"/>
              <a:gd name="T2" fmla="*/ 581025 w 366"/>
              <a:gd name="T3" fmla="*/ 0 h 270"/>
              <a:gd name="T4" fmla="*/ 0 60000 65536"/>
              <a:gd name="T5" fmla="*/ 0 60000 65536"/>
              <a:gd name="T6" fmla="*/ 0 w 366"/>
              <a:gd name="T7" fmla="*/ 0 h 270"/>
              <a:gd name="T8" fmla="*/ 366 w 366"/>
              <a:gd name="T9" fmla="*/ 270 h 2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270">
                <a:moveTo>
                  <a:pt x="0" y="270"/>
                </a:moveTo>
                <a:lnTo>
                  <a:pt x="366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58" name="Freeform 51"/>
          <p:cNvSpPr>
            <a:spLocks/>
          </p:cNvSpPr>
          <p:nvPr/>
        </p:nvSpPr>
        <p:spPr bwMode="auto">
          <a:xfrm>
            <a:off x="2071688" y="5710238"/>
            <a:ext cx="581025" cy="1587"/>
          </a:xfrm>
          <a:custGeom>
            <a:avLst/>
            <a:gdLst>
              <a:gd name="T0" fmla="*/ 581025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59" name="Freeform 52"/>
          <p:cNvSpPr>
            <a:spLocks/>
          </p:cNvSpPr>
          <p:nvPr/>
        </p:nvSpPr>
        <p:spPr bwMode="auto">
          <a:xfrm>
            <a:off x="1133475" y="5195888"/>
            <a:ext cx="438150" cy="419100"/>
          </a:xfrm>
          <a:custGeom>
            <a:avLst/>
            <a:gdLst>
              <a:gd name="T0" fmla="*/ 438150 w 276"/>
              <a:gd name="T1" fmla="*/ 419100 h 264"/>
              <a:gd name="T2" fmla="*/ 0 w 276"/>
              <a:gd name="T3" fmla="*/ 0 h 264"/>
              <a:gd name="T4" fmla="*/ 0 60000 65536"/>
              <a:gd name="T5" fmla="*/ 0 60000 65536"/>
              <a:gd name="T6" fmla="*/ 0 w 276"/>
              <a:gd name="T7" fmla="*/ 0 h 264"/>
              <a:gd name="T8" fmla="*/ 276 w 276"/>
              <a:gd name="T9" fmla="*/ 264 h 26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6" h="264">
                <a:moveTo>
                  <a:pt x="276" y="264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60" name="Freeform 53"/>
          <p:cNvSpPr>
            <a:spLocks/>
          </p:cNvSpPr>
          <p:nvPr/>
        </p:nvSpPr>
        <p:spPr bwMode="auto">
          <a:xfrm>
            <a:off x="2062163" y="4614863"/>
            <a:ext cx="581025" cy="1587"/>
          </a:xfrm>
          <a:custGeom>
            <a:avLst/>
            <a:gdLst>
              <a:gd name="T0" fmla="*/ 581025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61" name="Freeform 54"/>
          <p:cNvSpPr>
            <a:spLocks/>
          </p:cNvSpPr>
          <p:nvPr/>
        </p:nvSpPr>
        <p:spPr bwMode="auto">
          <a:xfrm>
            <a:off x="3133725" y="4610100"/>
            <a:ext cx="628650" cy="423863"/>
          </a:xfrm>
          <a:custGeom>
            <a:avLst/>
            <a:gdLst>
              <a:gd name="T0" fmla="*/ 628650 w 396"/>
              <a:gd name="T1" fmla="*/ 423863 h 267"/>
              <a:gd name="T2" fmla="*/ 0 w 396"/>
              <a:gd name="T3" fmla="*/ 0 h 267"/>
              <a:gd name="T4" fmla="*/ 0 60000 65536"/>
              <a:gd name="T5" fmla="*/ 0 60000 65536"/>
              <a:gd name="T6" fmla="*/ 0 w 396"/>
              <a:gd name="T7" fmla="*/ 0 h 267"/>
              <a:gd name="T8" fmla="*/ 396 w 396"/>
              <a:gd name="T9" fmla="*/ 267 h 26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96" h="267">
                <a:moveTo>
                  <a:pt x="396" y="267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62" name="Freeform 55"/>
          <p:cNvSpPr>
            <a:spLocks/>
          </p:cNvSpPr>
          <p:nvPr/>
        </p:nvSpPr>
        <p:spPr bwMode="auto">
          <a:xfrm>
            <a:off x="1042988" y="3929063"/>
            <a:ext cx="1762125" cy="1023937"/>
          </a:xfrm>
          <a:custGeom>
            <a:avLst/>
            <a:gdLst>
              <a:gd name="T0" fmla="*/ 1762125 w 1110"/>
              <a:gd name="T1" fmla="*/ 542925 h 645"/>
              <a:gd name="T2" fmla="*/ 0 w 1110"/>
              <a:gd name="T3" fmla="*/ 1023937 h 645"/>
              <a:gd name="T4" fmla="*/ 0 60000 65536"/>
              <a:gd name="T5" fmla="*/ 0 60000 65536"/>
              <a:gd name="T6" fmla="*/ 0 w 1110"/>
              <a:gd name="T7" fmla="*/ 0 h 645"/>
              <a:gd name="T8" fmla="*/ 1110 w 1110"/>
              <a:gd name="T9" fmla="*/ 645 h 64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10" h="645">
                <a:moveTo>
                  <a:pt x="1110" y="342"/>
                </a:moveTo>
                <a:cubicBezTo>
                  <a:pt x="1104" y="0"/>
                  <a:pt x="21" y="63"/>
                  <a:pt x="0" y="645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47163" name="Group 56"/>
          <p:cNvGrpSpPr>
            <a:grpSpLocks/>
          </p:cNvGrpSpPr>
          <p:nvPr/>
        </p:nvGrpSpPr>
        <p:grpSpPr bwMode="auto">
          <a:xfrm>
            <a:off x="877888" y="4903788"/>
            <a:ext cx="336550" cy="366712"/>
            <a:chOff x="2950" y="2441"/>
            <a:chExt cx="215" cy="231"/>
          </a:xfrm>
        </p:grpSpPr>
        <p:sp>
          <p:nvSpPr>
            <p:cNvPr id="47200" name="Rectangle 57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7201" name="Text Box 58"/>
            <p:cNvSpPr txBox="1">
              <a:spLocks noChangeArrowheads="1"/>
            </p:cNvSpPr>
            <p:nvPr/>
          </p:nvSpPr>
          <p:spPr bwMode="auto">
            <a:xfrm>
              <a:off x="2950" y="2441"/>
              <a:ext cx="2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A</a:t>
              </a:r>
            </a:p>
          </p:txBody>
        </p:sp>
      </p:grpSp>
      <p:grpSp>
        <p:nvGrpSpPr>
          <p:cNvPr id="47164" name="Group 59"/>
          <p:cNvGrpSpPr>
            <a:grpSpLocks/>
          </p:cNvGrpSpPr>
          <p:nvPr/>
        </p:nvGrpSpPr>
        <p:grpSpPr bwMode="auto">
          <a:xfrm>
            <a:off x="2735263" y="5513388"/>
            <a:ext cx="336550" cy="366712"/>
            <a:chOff x="2950" y="2441"/>
            <a:chExt cx="215" cy="231"/>
          </a:xfrm>
        </p:grpSpPr>
        <p:sp>
          <p:nvSpPr>
            <p:cNvPr id="47198" name="Rectangle 60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7199" name="Text Box 61"/>
            <p:cNvSpPr txBox="1">
              <a:spLocks noChangeArrowheads="1"/>
            </p:cNvSpPr>
            <p:nvPr/>
          </p:nvSpPr>
          <p:spPr bwMode="auto">
            <a:xfrm>
              <a:off x="2950" y="2441"/>
              <a:ext cx="2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E</a:t>
              </a:r>
            </a:p>
          </p:txBody>
        </p:sp>
      </p:grpSp>
      <p:grpSp>
        <p:nvGrpSpPr>
          <p:cNvPr id="47165" name="Group 62"/>
          <p:cNvGrpSpPr>
            <a:grpSpLocks/>
          </p:cNvGrpSpPr>
          <p:nvPr/>
        </p:nvGrpSpPr>
        <p:grpSpPr bwMode="auto">
          <a:xfrm>
            <a:off x="1647825" y="5508625"/>
            <a:ext cx="349250" cy="366713"/>
            <a:chOff x="2946" y="2441"/>
            <a:chExt cx="223" cy="231"/>
          </a:xfrm>
        </p:grpSpPr>
        <p:sp>
          <p:nvSpPr>
            <p:cNvPr id="47196" name="Rectangle 63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7197" name="Text Box 64"/>
            <p:cNvSpPr txBox="1">
              <a:spLocks noChangeArrowheads="1"/>
            </p:cNvSpPr>
            <p:nvPr/>
          </p:nvSpPr>
          <p:spPr bwMode="auto">
            <a:xfrm>
              <a:off x="2946" y="2441"/>
              <a:ext cx="22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D</a:t>
              </a:r>
            </a:p>
          </p:txBody>
        </p:sp>
      </p:grpSp>
      <p:grpSp>
        <p:nvGrpSpPr>
          <p:cNvPr id="47166" name="Group 65"/>
          <p:cNvGrpSpPr>
            <a:grpSpLocks/>
          </p:cNvGrpSpPr>
          <p:nvPr/>
        </p:nvGrpSpPr>
        <p:grpSpPr bwMode="auto">
          <a:xfrm>
            <a:off x="2719388" y="4418013"/>
            <a:ext cx="349250" cy="366712"/>
            <a:chOff x="2946" y="2441"/>
            <a:chExt cx="223" cy="231"/>
          </a:xfrm>
        </p:grpSpPr>
        <p:sp>
          <p:nvSpPr>
            <p:cNvPr id="47194" name="Rectangle 66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7195" name="Text Box 67"/>
            <p:cNvSpPr txBox="1">
              <a:spLocks noChangeArrowheads="1"/>
            </p:cNvSpPr>
            <p:nvPr/>
          </p:nvSpPr>
          <p:spPr bwMode="auto">
            <a:xfrm>
              <a:off x="2946" y="2441"/>
              <a:ext cx="22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C</a:t>
              </a:r>
            </a:p>
          </p:txBody>
        </p:sp>
      </p:grpSp>
      <p:grpSp>
        <p:nvGrpSpPr>
          <p:cNvPr id="47167" name="Group 68"/>
          <p:cNvGrpSpPr>
            <a:grpSpLocks/>
          </p:cNvGrpSpPr>
          <p:nvPr/>
        </p:nvGrpSpPr>
        <p:grpSpPr bwMode="auto">
          <a:xfrm>
            <a:off x="1641475" y="4418013"/>
            <a:ext cx="336550" cy="366712"/>
            <a:chOff x="2951" y="2441"/>
            <a:chExt cx="215" cy="231"/>
          </a:xfrm>
        </p:grpSpPr>
        <p:sp>
          <p:nvSpPr>
            <p:cNvPr id="47192" name="Rectangle 69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7193" name="Text Box 70"/>
            <p:cNvSpPr txBox="1">
              <a:spLocks noChangeArrowheads="1"/>
            </p:cNvSpPr>
            <p:nvPr/>
          </p:nvSpPr>
          <p:spPr bwMode="auto">
            <a:xfrm>
              <a:off x="2951" y="2441"/>
              <a:ext cx="2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B</a:t>
              </a:r>
            </a:p>
          </p:txBody>
        </p:sp>
      </p:grpSp>
      <p:grpSp>
        <p:nvGrpSpPr>
          <p:cNvPr id="47168" name="Group 71"/>
          <p:cNvGrpSpPr>
            <a:grpSpLocks/>
          </p:cNvGrpSpPr>
          <p:nvPr/>
        </p:nvGrpSpPr>
        <p:grpSpPr bwMode="auto">
          <a:xfrm>
            <a:off x="3651250" y="4970463"/>
            <a:ext cx="323850" cy="366712"/>
            <a:chOff x="2954" y="2441"/>
            <a:chExt cx="207" cy="231"/>
          </a:xfrm>
        </p:grpSpPr>
        <p:sp>
          <p:nvSpPr>
            <p:cNvPr id="47190" name="Rectangle 72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7191" name="Text Box 73"/>
            <p:cNvSpPr txBox="1">
              <a:spLocks noChangeArrowheads="1"/>
            </p:cNvSpPr>
            <p:nvPr/>
          </p:nvSpPr>
          <p:spPr bwMode="auto">
            <a:xfrm>
              <a:off x="2954" y="2441"/>
              <a:ext cx="20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F</a:t>
              </a:r>
            </a:p>
          </p:txBody>
        </p:sp>
      </p:grpSp>
      <p:sp>
        <p:nvSpPr>
          <p:cNvPr id="47169" name="Text Box 74"/>
          <p:cNvSpPr txBox="1">
            <a:spLocks noChangeArrowheads="1"/>
          </p:cNvSpPr>
          <p:nvPr/>
        </p:nvSpPr>
        <p:spPr bwMode="auto">
          <a:xfrm>
            <a:off x="1211263" y="45989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7170" name="Text Box 75"/>
          <p:cNvSpPr txBox="1">
            <a:spLocks noChangeArrowheads="1"/>
          </p:cNvSpPr>
          <p:nvPr/>
        </p:nvSpPr>
        <p:spPr bwMode="auto">
          <a:xfrm>
            <a:off x="1763713" y="49466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7171" name="Text Box 76"/>
          <p:cNvSpPr txBox="1">
            <a:spLocks noChangeArrowheads="1"/>
          </p:cNvSpPr>
          <p:nvPr/>
        </p:nvSpPr>
        <p:spPr bwMode="auto">
          <a:xfrm>
            <a:off x="1073150" y="52847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7172" name="Text Box 77"/>
          <p:cNvSpPr txBox="1">
            <a:spLocks noChangeArrowheads="1"/>
          </p:cNvSpPr>
          <p:nvPr/>
        </p:nvSpPr>
        <p:spPr bwMode="auto">
          <a:xfrm>
            <a:off x="2373313" y="50942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47173" name="Text Box 78"/>
          <p:cNvSpPr txBox="1">
            <a:spLocks noChangeArrowheads="1"/>
          </p:cNvSpPr>
          <p:nvPr/>
        </p:nvSpPr>
        <p:spPr bwMode="auto">
          <a:xfrm>
            <a:off x="2273300" y="56562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7174" name="Text Box 79"/>
          <p:cNvSpPr txBox="1">
            <a:spLocks noChangeArrowheads="1"/>
          </p:cNvSpPr>
          <p:nvPr/>
        </p:nvSpPr>
        <p:spPr bwMode="auto">
          <a:xfrm>
            <a:off x="2844800" y="49752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7175" name="Text Box 80"/>
          <p:cNvSpPr txBox="1">
            <a:spLocks noChangeArrowheads="1"/>
          </p:cNvSpPr>
          <p:nvPr/>
        </p:nvSpPr>
        <p:spPr bwMode="auto">
          <a:xfrm>
            <a:off x="3416300" y="53943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7176" name="Text Box 81"/>
          <p:cNvSpPr txBox="1">
            <a:spLocks noChangeArrowheads="1"/>
          </p:cNvSpPr>
          <p:nvPr/>
        </p:nvSpPr>
        <p:spPr bwMode="auto">
          <a:xfrm>
            <a:off x="3373438" y="45418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7177" name="Text Box 82"/>
          <p:cNvSpPr txBox="1">
            <a:spLocks noChangeArrowheads="1"/>
          </p:cNvSpPr>
          <p:nvPr/>
        </p:nvSpPr>
        <p:spPr bwMode="auto">
          <a:xfrm>
            <a:off x="2206625" y="43037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47178" name="Text Box 83"/>
          <p:cNvSpPr txBox="1">
            <a:spLocks noChangeArrowheads="1"/>
          </p:cNvSpPr>
          <p:nvPr/>
        </p:nvSpPr>
        <p:spPr bwMode="auto">
          <a:xfrm>
            <a:off x="1649413" y="38798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7179" name="Line 84"/>
          <p:cNvSpPr>
            <a:spLocks noChangeShapeType="1"/>
          </p:cNvSpPr>
          <p:nvPr/>
        </p:nvSpPr>
        <p:spPr bwMode="auto">
          <a:xfrm>
            <a:off x="1123950" y="5176838"/>
            <a:ext cx="447675" cy="4476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graphicFrame>
        <p:nvGraphicFramePr>
          <p:cNvPr id="471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0976403"/>
              </p:ext>
            </p:extLst>
          </p:nvPr>
        </p:nvGraphicFramePr>
        <p:xfrm>
          <a:off x="6400800" y="1884363"/>
          <a:ext cx="381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80" imgH="126720" progId="Equation.3">
                  <p:embed/>
                </p:oleObj>
              </mc:Choice>
              <mc:Fallback>
                <p:oleObj name="Equation" r:id="rId3" imgW="152280" imgH="126720" progId="Equation.3">
                  <p:embed/>
                  <p:pic>
                    <p:nvPicPr>
                      <p:cNvPr id="4710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884363"/>
                        <a:ext cx="381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7551687"/>
              </p:ext>
            </p:extLst>
          </p:nvPr>
        </p:nvGraphicFramePr>
        <p:xfrm>
          <a:off x="7718425" y="1882008"/>
          <a:ext cx="381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80" imgH="126720" progId="Equation.3">
                  <p:embed/>
                </p:oleObj>
              </mc:Choice>
              <mc:Fallback>
                <p:oleObj name="Equation" r:id="rId5" imgW="152280" imgH="126720" progId="Equation.3">
                  <p:embed/>
                  <p:pic>
                    <p:nvPicPr>
                      <p:cNvPr id="4710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8425" y="1882008"/>
                        <a:ext cx="381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80" name="Line 88"/>
          <p:cNvSpPr>
            <a:spLocks noChangeShapeType="1"/>
          </p:cNvSpPr>
          <p:nvPr/>
        </p:nvSpPr>
        <p:spPr bwMode="auto">
          <a:xfrm>
            <a:off x="0" y="2286000"/>
            <a:ext cx="381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NZ"/>
          </a:p>
        </p:txBody>
      </p:sp>
      <p:grpSp>
        <p:nvGrpSpPr>
          <p:cNvPr id="47181" name="Group 89"/>
          <p:cNvGrpSpPr>
            <a:grpSpLocks/>
          </p:cNvGrpSpPr>
          <p:nvPr/>
        </p:nvGrpSpPr>
        <p:grpSpPr bwMode="auto">
          <a:xfrm>
            <a:off x="4046538" y="3668713"/>
            <a:ext cx="5097462" cy="2655887"/>
            <a:chOff x="2549" y="2311"/>
            <a:chExt cx="3211" cy="1673"/>
          </a:xfrm>
        </p:grpSpPr>
        <p:sp>
          <p:nvSpPr>
            <p:cNvPr id="47186" name="Line 90"/>
            <p:cNvSpPr>
              <a:spLocks noChangeShapeType="1"/>
            </p:cNvSpPr>
            <p:nvPr/>
          </p:nvSpPr>
          <p:spPr bwMode="auto">
            <a:xfrm>
              <a:off x="2549" y="322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016923" name="Rectangle 91"/>
            <p:cNvSpPr>
              <a:spLocks noChangeArrowheads="1"/>
            </p:cNvSpPr>
            <p:nvPr/>
          </p:nvSpPr>
          <p:spPr bwMode="auto">
            <a:xfrm>
              <a:off x="2736" y="2400"/>
              <a:ext cx="2976" cy="1584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lIns="90488" tIns="44450" rIns="90488" bIns="44450" anchor="ctr"/>
            <a:lstStyle/>
            <a:p>
              <a:pPr>
                <a:defRPr/>
              </a:pPr>
              <a:endParaRPr lang="en-US">
                <a:latin typeface="Courier New" charset="0"/>
                <a:cs typeface="+mn-cs"/>
              </a:endParaRPr>
            </a:p>
          </p:txBody>
        </p:sp>
        <p:sp>
          <p:nvSpPr>
            <p:cNvPr id="47188" name="Text Box 92"/>
            <p:cNvSpPr txBox="1">
              <a:spLocks noChangeArrowheads="1"/>
            </p:cNvSpPr>
            <p:nvPr/>
          </p:nvSpPr>
          <p:spPr bwMode="auto">
            <a:xfrm>
              <a:off x="2879" y="2311"/>
              <a:ext cx="2881" cy="16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457200" indent="-457200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…</a:t>
              </a: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8   </a:t>
              </a:r>
              <a:r>
                <a:rPr lang="en-US" altLang="en-US" sz="1800" i="1" dirty="0">
                  <a:latin typeface="Arial" panose="020B0604020202020204" pitchFamily="34" charset="0"/>
                </a:rPr>
                <a:t>Loop</a:t>
              </a:r>
              <a:r>
                <a:rPr lang="en-US" altLang="en-US" sz="1800" b="0" i="1" dirty="0">
                  <a:latin typeface="Arial" panose="020B0604020202020204" pitchFamily="34" charset="0"/>
                </a:rPr>
                <a:t> </a:t>
              </a:r>
              <a:endParaRPr lang="en-US" altLang="en-US" sz="1800" b="0" dirty="0">
                <a:latin typeface="Arial" panose="020B0604020202020204" pitchFamily="34" charset="0"/>
              </a:endParaRP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9     find </a:t>
              </a:r>
              <a:r>
                <a:rPr lang="en-US" altLang="en-US" sz="1800" dirty="0">
                  <a:latin typeface="Arial" panose="020B0604020202020204" pitchFamily="34" charset="0"/>
                </a:rPr>
                <a:t>w</a:t>
              </a:r>
              <a:r>
                <a:rPr lang="en-US" altLang="en-US" sz="1800" b="0" dirty="0">
                  <a:latin typeface="Arial" panose="020B0604020202020204" pitchFamily="34" charset="0"/>
                </a:rPr>
                <a:t> not in </a:t>
              </a:r>
              <a:r>
                <a:rPr lang="en-US" altLang="en-US" sz="1800" dirty="0">
                  <a:latin typeface="Arial" panose="020B0604020202020204" pitchFamily="34" charset="0"/>
                </a:rPr>
                <a:t>S</a:t>
              </a:r>
              <a:r>
                <a:rPr lang="en-US" altLang="en-US" sz="1800" b="0" dirty="0">
                  <a:latin typeface="Arial" panose="020B0604020202020204" pitchFamily="34" charset="0"/>
                </a:rPr>
                <a:t> </a:t>
              </a:r>
              <a:r>
                <a:rPr lang="en-US" altLang="en-US" sz="1800" b="0" dirty="0" err="1">
                  <a:latin typeface="Arial" panose="020B0604020202020204" pitchFamily="34" charset="0"/>
                </a:rPr>
                <a:t>s.t.</a:t>
              </a:r>
              <a:r>
                <a:rPr lang="en-US" altLang="en-US" sz="1800" b="0" dirty="0">
                  <a:latin typeface="Arial" panose="020B0604020202020204" pitchFamily="34" charset="0"/>
                </a:rPr>
                <a:t> D(w) is a minimum; </a:t>
              </a: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10   add </a:t>
              </a:r>
              <a:r>
                <a:rPr lang="en-US" altLang="en-US" sz="1800" dirty="0">
                  <a:latin typeface="Arial" panose="020B0604020202020204" pitchFamily="34" charset="0"/>
                </a:rPr>
                <a:t>w</a:t>
              </a:r>
              <a:r>
                <a:rPr lang="en-US" altLang="en-US" sz="1800" b="0" dirty="0">
                  <a:latin typeface="Arial" panose="020B0604020202020204" pitchFamily="34" charset="0"/>
                </a:rPr>
                <a:t> to </a:t>
              </a:r>
              <a:r>
                <a:rPr lang="en-US" altLang="en-US" sz="1800" dirty="0">
                  <a:latin typeface="Arial" panose="020B0604020202020204" pitchFamily="34" charset="0"/>
                </a:rPr>
                <a:t>S</a:t>
              </a:r>
              <a:r>
                <a:rPr lang="en-US" altLang="en-US" sz="1800" b="0" dirty="0">
                  <a:latin typeface="Arial" panose="020B0604020202020204" pitchFamily="34" charset="0"/>
                </a:rPr>
                <a:t>; </a:t>
              </a:r>
            </a:p>
            <a:p>
              <a:pPr algn="l">
                <a:buFontTx/>
                <a:buAutoNum type="arabicPlain" startAt="11"/>
              </a:pPr>
              <a:r>
                <a:rPr lang="en-US" altLang="en-US" sz="1800" b="0" dirty="0">
                  <a:latin typeface="Arial" panose="020B0604020202020204" pitchFamily="34" charset="0"/>
                </a:rPr>
                <a:t>update D(v) for all </a:t>
              </a:r>
              <a:r>
                <a:rPr lang="en-US" altLang="en-US" sz="1800" dirty="0">
                  <a:latin typeface="Arial" panose="020B0604020202020204" pitchFamily="34" charset="0"/>
                </a:rPr>
                <a:t>v</a:t>
              </a:r>
              <a:r>
                <a:rPr lang="en-US" altLang="en-US" sz="1800" b="0" dirty="0">
                  <a:latin typeface="Arial" panose="020B0604020202020204" pitchFamily="34" charset="0"/>
                </a:rPr>
                <a:t> adjacent </a:t>
              </a: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          to </a:t>
              </a:r>
              <a:r>
                <a:rPr lang="en-US" altLang="en-US" sz="1800" dirty="0">
                  <a:latin typeface="Arial" panose="020B0604020202020204" pitchFamily="34" charset="0"/>
                </a:rPr>
                <a:t>w</a:t>
              </a:r>
              <a:r>
                <a:rPr lang="en-US" altLang="en-US" sz="1800" b="0" dirty="0">
                  <a:latin typeface="Arial" panose="020B0604020202020204" pitchFamily="34" charset="0"/>
                </a:rPr>
                <a:t> and not in </a:t>
              </a:r>
              <a:r>
                <a:rPr lang="en-US" altLang="en-US" sz="1800" dirty="0">
                  <a:latin typeface="Arial" panose="020B0604020202020204" pitchFamily="34" charset="0"/>
                </a:rPr>
                <a:t>S</a:t>
              </a:r>
              <a:r>
                <a:rPr lang="en-US" altLang="en-US" sz="1800" b="0" dirty="0">
                  <a:latin typeface="Arial" panose="020B0604020202020204" pitchFamily="34" charset="0"/>
                </a:rPr>
                <a:t>: </a:t>
              </a:r>
            </a:p>
            <a:p>
              <a:pPr algn="l">
                <a:buFont typeface="Arial" panose="020B0604020202020204" pitchFamily="34" charset="0"/>
                <a:buAutoNum type="arabicPlain" startAt="12"/>
              </a:pPr>
              <a:r>
                <a:rPr lang="en-US" altLang="en-US" sz="1800" b="0" dirty="0">
                  <a:latin typeface="Arial" panose="020B0604020202020204" pitchFamily="34" charset="0"/>
                </a:rPr>
                <a:t>if D(w) + c(</a:t>
              </a:r>
              <a:r>
                <a:rPr lang="en-US" altLang="en-US" sz="1800" b="0" dirty="0" err="1">
                  <a:latin typeface="Arial" panose="020B0604020202020204" pitchFamily="34" charset="0"/>
                </a:rPr>
                <a:t>w,v</a:t>
              </a:r>
              <a:r>
                <a:rPr lang="en-US" altLang="en-US" sz="1800" b="0" dirty="0">
                  <a:latin typeface="Arial" panose="020B0604020202020204" pitchFamily="34" charset="0"/>
                </a:rPr>
                <a:t>) &lt; D(v) then</a:t>
              </a:r>
            </a:p>
            <a:p>
              <a:pPr marL="0" indent="0" algn="l"/>
              <a:r>
                <a:rPr lang="en-US" altLang="en-US" sz="1800" b="0" dirty="0">
                  <a:latin typeface="Arial" panose="020B0604020202020204" pitchFamily="34" charset="0"/>
                </a:rPr>
                <a:t>          D(v) = D(w) + c(</a:t>
              </a:r>
              <a:r>
                <a:rPr lang="en-US" altLang="en-US" sz="1800" b="0" dirty="0" err="1">
                  <a:latin typeface="Arial" panose="020B0604020202020204" pitchFamily="34" charset="0"/>
                </a:rPr>
                <a:t>w,v</a:t>
              </a:r>
              <a:r>
                <a:rPr lang="en-US" altLang="en-US" sz="1800" b="0" dirty="0">
                  <a:latin typeface="Arial" panose="020B0604020202020204" pitchFamily="34" charset="0"/>
                </a:rPr>
                <a:t>); p(v) = w;</a:t>
              </a: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13  </a:t>
              </a:r>
              <a:r>
                <a:rPr lang="en-US" altLang="en-US" sz="1800" i="1" dirty="0">
                  <a:latin typeface="Arial" panose="020B0604020202020204" pitchFamily="34" charset="0"/>
                </a:rPr>
                <a:t>until all nodes in S;</a:t>
              </a:r>
              <a:r>
                <a:rPr lang="en-US" altLang="en-US" sz="1800" b="0" dirty="0">
                  <a:latin typeface="Arial" panose="020B0604020202020204" pitchFamily="34" charset="0"/>
                </a:rPr>
                <a:t> </a:t>
              </a:r>
            </a:p>
          </p:txBody>
        </p:sp>
        <p:sp>
          <p:nvSpPr>
            <p:cNvPr id="47189" name="Freeform 93"/>
            <p:cNvSpPr>
              <a:spLocks/>
            </p:cNvSpPr>
            <p:nvPr/>
          </p:nvSpPr>
          <p:spPr bwMode="auto">
            <a:xfrm>
              <a:off x="2784" y="2592"/>
              <a:ext cx="156" cy="1232"/>
            </a:xfrm>
            <a:custGeom>
              <a:avLst/>
              <a:gdLst>
                <a:gd name="T0" fmla="*/ 156 w 300"/>
                <a:gd name="T1" fmla="*/ 1214 h 3600"/>
                <a:gd name="T2" fmla="*/ 156 w 300"/>
                <a:gd name="T3" fmla="*/ 1232 h 3600"/>
                <a:gd name="T4" fmla="*/ 0 w 300"/>
                <a:gd name="T5" fmla="*/ 1230 h 3600"/>
                <a:gd name="T6" fmla="*/ 0 w 300"/>
                <a:gd name="T7" fmla="*/ 0 h 3600"/>
                <a:gd name="T8" fmla="*/ 100 w 300"/>
                <a:gd name="T9" fmla="*/ 0 h 3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0"/>
                <a:gd name="T16" fmla="*/ 0 h 3600"/>
                <a:gd name="T17" fmla="*/ 300 w 300"/>
                <a:gd name="T18" fmla="*/ 3600 h 36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0" h="3600">
                  <a:moveTo>
                    <a:pt x="300" y="3546"/>
                  </a:moveTo>
                  <a:lnTo>
                    <a:pt x="300" y="3600"/>
                  </a:lnTo>
                  <a:lnTo>
                    <a:pt x="0" y="3594"/>
                  </a:ln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47182" name="Group 97"/>
          <p:cNvGrpSpPr>
            <a:grpSpLocks/>
          </p:cNvGrpSpPr>
          <p:nvPr/>
        </p:nvGrpSpPr>
        <p:grpSpPr bwMode="auto">
          <a:xfrm>
            <a:off x="1295400" y="2133600"/>
            <a:ext cx="5257800" cy="2695577"/>
            <a:chOff x="816" y="1344"/>
            <a:chExt cx="3312" cy="1698"/>
          </a:xfrm>
        </p:grpSpPr>
        <p:sp>
          <p:nvSpPr>
            <p:cNvPr id="47183" name="Oval 94"/>
            <p:cNvSpPr>
              <a:spLocks noChangeArrowheads="1"/>
            </p:cNvSpPr>
            <p:nvPr/>
          </p:nvSpPr>
          <p:spPr bwMode="auto">
            <a:xfrm>
              <a:off x="2880" y="2860"/>
              <a:ext cx="1248" cy="182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7184" name="Oval 95"/>
            <p:cNvSpPr>
              <a:spLocks noChangeArrowheads="1"/>
            </p:cNvSpPr>
            <p:nvPr/>
          </p:nvSpPr>
          <p:spPr bwMode="auto">
            <a:xfrm>
              <a:off x="816" y="1344"/>
              <a:ext cx="432" cy="288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47185" name="AutoShape 96"/>
            <p:cNvCxnSpPr>
              <a:cxnSpLocks noChangeShapeType="1"/>
              <a:stCxn id="47184" idx="5"/>
              <a:endCxn id="47183" idx="1"/>
            </p:cNvCxnSpPr>
            <p:nvPr/>
          </p:nvCxnSpPr>
          <p:spPr bwMode="auto">
            <a:xfrm>
              <a:off x="1185" y="1590"/>
              <a:ext cx="1878" cy="1297"/>
            </a:xfrm>
            <a:prstGeom prst="straightConnector1">
              <a:avLst/>
            </a:prstGeom>
            <a:noFill/>
            <a:ln w="25400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2F0810-A290-404C-AD50-B7D908288FB7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2830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Example: Dijkstra’s Algorithm (cont.)</a:t>
            </a:r>
          </a:p>
        </p:txBody>
      </p:sp>
      <p:sp>
        <p:nvSpPr>
          <p:cNvPr id="49158" name="Text Box 3"/>
          <p:cNvSpPr txBox="1">
            <a:spLocks noChangeArrowheads="1"/>
          </p:cNvSpPr>
          <p:nvPr/>
        </p:nvSpPr>
        <p:spPr bwMode="auto">
          <a:xfrm>
            <a:off x="292100" y="1506538"/>
            <a:ext cx="708025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>
                <a:latin typeface="Arial" panose="020B0604020202020204" pitchFamily="34" charset="0"/>
              </a:rPr>
              <a:t>Step</a:t>
            </a:r>
          </a:p>
          <a:p>
            <a:r>
              <a:rPr lang="en-US" altLang="en-US" b="0">
                <a:latin typeface="Arial" panose="020B0604020202020204" pitchFamily="34" charset="0"/>
              </a:rPr>
              <a:t>0</a:t>
            </a:r>
          </a:p>
          <a:p>
            <a:r>
              <a:rPr lang="en-US" altLang="en-US" b="0">
                <a:latin typeface="Arial" panose="020B0604020202020204" pitchFamily="34" charset="0"/>
              </a:rPr>
              <a:t>1</a:t>
            </a:r>
          </a:p>
          <a:p>
            <a:r>
              <a:rPr lang="en-US" altLang="en-US" b="0">
                <a:latin typeface="Arial" panose="020B0604020202020204" pitchFamily="34" charset="0"/>
              </a:rPr>
              <a:t>2</a:t>
            </a:r>
          </a:p>
          <a:p>
            <a:r>
              <a:rPr lang="en-US" altLang="en-US" b="0">
                <a:latin typeface="Arial" panose="020B0604020202020204" pitchFamily="34" charset="0"/>
              </a:rPr>
              <a:t>3</a:t>
            </a:r>
          </a:p>
          <a:p>
            <a:r>
              <a:rPr lang="en-US" altLang="en-US" b="0">
                <a:latin typeface="Arial" panose="020B0604020202020204" pitchFamily="34" charset="0"/>
              </a:rPr>
              <a:t>4</a:t>
            </a:r>
          </a:p>
          <a:p>
            <a:r>
              <a:rPr lang="en-US" altLang="en-US" b="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9159" name="Text Box 4"/>
          <p:cNvSpPr txBox="1">
            <a:spLocks noChangeArrowheads="1"/>
          </p:cNvSpPr>
          <p:nvPr/>
        </p:nvSpPr>
        <p:spPr bwMode="auto">
          <a:xfrm>
            <a:off x="1404938" y="1516063"/>
            <a:ext cx="91916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>
                <a:latin typeface="Arial" panose="020B0604020202020204" pitchFamily="34" charset="0"/>
              </a:rPr>
              <a:t>start S</a:t>
            </a:r>
          </a:p>
          <a:p>
            <a:r>
              <a:rPr lang="en-US" altLang="en-US" b="0">
                <a:latin typeface="Arial" panose="020B0604020202020204" pitchFamily="34" charset="0"/>
              </a:rPr>
              <a:t>A</a:t>
            </a:r>
          </a:p>
          <a:p>
            <a:r>
              <a:rPr lang="en-US" altLang="en-US" b="0">
                <a:latin typeface="Arial" panose="020B0604020202020204" pitchFamily="34" charset="0"/>
              </a:rPr>
              <a:t>AD</a:t>
            </a:r>
          </a:p>
        </p:txBody>
      </p:sp>
      <p:sp>
        <p:nvSpPr>
          <p:cNvPr id="49160" name="Text Box 5"/>
          <p:cNvSpPr txBox="1">
            <a:spLocks noChangeArrowheads="1"/>
          </p:cNvSpPr>
          <p:nvPr/>
        </p:nvSpPr>
        <p:spPr bwMode="auto">
          <a:xfrm>
            <a:off x="2466975" y="1497013"/>
            <a:ext cx="12573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 dirty="0">
                <a:latin typeface="Arial" panose="020B0604020202020204" pitchFamily="34" charset="0"/>
              </a:rPr>
              <a:t>D(B),p(B)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2,A</a:t>
            </a:r>
          </a:p>
        </p:txBody>
      </p:sp>
      <p:sp>
        <p:nvSpPr>
          <p:cNvPr id="49161" name="Text Box 6"/>
          <p:cNvSpPr txBox="1">
            <a:spLocks noChangeArrowheads="1"/>
          </p:cNvSpPr>
          <p:nvPr/>
        </p:nvSpPr>
        <p:spPr bwMode="auto">
          <a:xfrm>
            <a:off x="3719513" y="1501775"/>
            <a:ext cx="129554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 dirty="0">
                <a:latin typeface="Arial" panose="020B0604020202020204" pitchFamily="34" charset="0"/>
              </a:rPr>
              <a:t>D(C),p(C)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5,A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4,D</a:t>
            </a:r>
          </a:p>
        </p:txBody>
      </p:sp>
      <p:sp>
        <p:nvSpPr>
          <p:cNvPr id="49162" name="Text Box 7"/>
          <p:cNvSpPr txBox="1">
            <a:spLocks noChangeArrowheads="1"/>
          </p:cNvSpPr>
          <p:nvPr/>
        </p:nvSpPr>
        <p:spPr bwMode="auto">
          <a:xfrm>
            <a:off x="4943475" y="1497013"/>
            <a:ext cx="130997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D(D),p(D)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1,A</a:t>
            </a:r>
          </a:p>
        </p:txBody>
      </p:sp>
      <p:sp>
        <p:nvSpPr>
          <p:cNvPr id="49163" name="Text Box 8"/>
          <p:cNvSpPr txBox="1">
            <a:spLocks noChangeArrowheads="1"/>
          </p:cNvSpPr>
          <p:nvPr/>
        </p:nvSpPr>
        <p:spPr bwMode="auto">
          <a:xfrm>
            <a:off x="6319838" y="1501775"/>
            <a:ext cx="1266693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 dirty="0">
                <a:latin typeface="Arial" panose="020B0604020202020204" pitchFamily="34" charset="0"/>
              </a:rPr>
              <a:t>D(E),p(E)</a:t>
            </a:r>
          </a:p>
          <a:p>
            <a:endParaRPr lang="en-US" altLang="en-US" b="0" dirty="0">
              <a:latin typeface="Arial" panose="020B0604020202020204" pitchFamily="34" charset="0"/>
            </a:endParaRPr>
          </a:p>
          <a:p>
            <a:r>
              <a:rPr lang="en-US" altLang="en-US" b="0" dirty="0">
                <a:latin typeface="Arial" panose="020B0604020202020204" pitchFamily="34" charset="0"/>
              </a:rPr>
              <a:t>2,D</a:t>
            </a:r>
          </a:p>
        </p:txBody>
      </p:sp>
      <p:sp>
        <p:nvSpPr>
          <p:cNvPr id="49164" name="Text Box 9"/>
          <p:cNvSpPr txBox="1">
            <a:spLocks noChangeArrowheads="1"/>
          </p:cNvSpPr>
          <p:nvPr/>
        </p:nvSpPr>
        <p:spPr bwMode="auto">
          <a:xfrm>
            <a:off x="7600950" y="1516063"/>
            <a:ext cx="122872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>
                <a:latin typeface="Arial" panose="020B0604020202020204" pitchFamily="34" charset="0"/>
              </a:rPr>
              <a:t>D(F),p(F)</a:t>
            </a:r>
          </a:p>
          <a:p>
            <a:endParaRPr lang="en-US" altLang="en-US" b="0">
              <a:latin typeface="Arial" panose="020B0604020202020204" pitchFamily="34" charset="0"/>
            </a:endParaRPr>
          </a:p>
          <a:p>
            <a:endParaRPr lang="en-US" altLang="en-US" b="0">
              <a:latin typeface="Arial" panose="020B0604020202020204" pitchFamily="34" charset="0"/>
            </a:endParaRPr>
          </a:p>
        </p:txBody>
      </p:sp>
      <p:sp>
        <p:nvSpPr>
          <p:cNvPr id="49165" name="Line 10"/>
          <p:cNvSpPr>
            <a:spLocks noChangeShapeType="1"/>
          </p:cNvSpPr>
          <p:nvPr/>
        </p:nvSpPr>
        <p:spPr bwMode="auto">
          <a:xfrm>
            <a:off x="361950" y="1857375"/>
            <a:ext cx="8505825" cy="95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9166" name="Line 11"/>
          <p:cNvSpPr>
            <a:spLocks noChangeShapeType="1"/>
          </p:cNvSpPr>
          <p:nvPr/>
        </p:nvSpPr>
        <p:spPr bwMode="auto">
          <a:xfrm>
            <a:off x="519113" y="2162175"/>
            <a:ext cx="8296275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9167" name="Line 12"/>
          <p:cNvSpPr>
            <a:spLocks noChangeShapeType="1"/>
          </p:cNvSpPr>
          <p:nvPr/>
        </p:nvSpPr>
        <p:spPr bwMode="auto">
          <a:xfrm>
            <a:off x="538163" y="2457450"/>
            <a:ext cx="8267700" cy="4763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9168" name="Line 13"/>
          <p:cNvSpPr>
            <a:spLocks noChangeShapeType="1"/>
          </p:cNvSpPr>
          <p:nvPr/>
        </p:nvSpPr>
        <p:spPr bwMode="auto">
          <a:xfrm>
            <a:off x="547688" y="2767013"/>
            <a:ext cx="8253412" cy="9525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9169" name="Line 14"/>
          <p:cNvSpPr>
            <a:spLocks noChangeShapeType="1"/>
          </p:cNvSpPr>
          <p:nvPr/>
        </p:nvSpPr>
        <p:spPr bwMode="auto">
          <a:xfrm>
            <a:off x="557213" y="3071813"/>
            <a:ext cx="8267700" cy="9525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9170" name="Line 15"/>
          <p:cNvSpPr>
            <a:spLocks noChangeShapeType="1"/>
          </p:cNvSpPr>
          <p:nvPr/>
        </p:nvSpPr>
        <p:spPr bwMode="auto">
          <a:xfrm>
            <a:off x="571500" y="3386138"/>
            <a:ext cx="8262938" cy="4762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9171" name="Freeform 16"/>
          <p:cNvSpPr>
            <a:spLocks/>
          </p:cNvSpPr>
          <p:nvPr/>
        </p:nvSpPr>
        <p:spPr bwMode="auto">
          <a:xfrm>
            <a:off x="685800" y="3810000"/>
            <a:ext cx="3571875" cy="2236788"/>
          </a:xfrm>
          <a:custGeom>
            <a:avLst/>
            <a:gdLst>
              <a:gd name="T0" fmla="*/ 0 w 2250"/>
              <a:gd name="T1" fmla="*/ 990600 h 1409"/>
              <a:gd name="T2" fmla="*/ 347663 w 2250"/>
              <a:gd name="T3" fmla="*/ 509588 h 1409"/>
              <a:gd name="T4" fmla="*/ 839788 w 2250"/>
              <a:gd name="T5" fmla="*/ 55563 h 1409"/>
              <a:gd name="T6" fmla="*/ 2462213 w 2250"/>
              <a:gd name="T7" fmla="*/ 176213 h 1409"/>
              <a:gd name="T8" fmla="*/ 3124200 w 2250"/>
              <a:gd name="T9" fmla="*/ 766763 h 1409"/>
              <a:gd name="T10" fmla="*/ 3490913 w 2250"/>
              <a:gd name="T11" fmla="*/ 1438275 h 1409"/>
              <a:gd name="T12" fmla="*/ 2633663 w 2250"/>
              <a:gd name="T13" fmla="*/ 2085975 h 1409"/>
              <a:gd name="T14" fmla="*/ 1576388 w 2250"/>
              <a:gd name="T15" fmla="*/ 2200275 h 1409"/>
              <a:gd name="T16" fmla="*/ 738188 w 2250"/>
              <a:gd name="T17" fmla="*/ 2152650 h 1409"/>
              <a:gd name="T18" fmla="*/ 161925 w 2250"/>
              <a:gd name="T19" fmla="*/ 1695450 h 1409"/>
              <a:gd name="T20" fmla="*/ 0 w 2250"/>
              <a:gd name="T21" fmla="*/ 990600 h 140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250"/>
              <a:gd name="T34" fmla="*/ 0 h 1409"/>
              <a:gd name="T35" fmla="*/ 2250 w 2250"/>
              <a:gd name="T36" fmla="*/ 1409 h 140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250" h="1409">
                <a:moveTo>
                  <a:pt x="0" y="624"/>
                </a:moveTo>
                <a:cubicBezTo>
                  <a:pt x="5" y="506"/>
                  <a:pt x="131" y="419"/>
                  <a:pt x="219" y="321"/>
                </a:cubicBezTo>
                <a:cubicBezTo>
                  <a:pt x="307" y="223"/>
                  <a:pt x="307" y="70"/>
                  <a:pt x="529" y="35"/>
                </a:cubicBezTo>
                <a:cubicBezTo>
                  <a:pt x="751" y="0"/>
                  <a:pt x="1311" y="36"/>
                  <a:pt x="1551" y="111"/>
                </a:cubicBezTo>
                <a:cubicBezTo>
                  <a:pt x="1791" y="186"/>
                  <a:pt x="1860" y="351"/>
                  <a:pt x="1968" y="483"/>
                </a:cubicBezTo>
                <a:cubicBezTo>
                  <a:pt x="2076" y="615"/>
                  <a:pt x="2250" y="767"/>
                  <a:pt x="2199" y="906"/>
                </a:cubicBezTo>
                <a:cubicBezTo>
                  <a:pt x="2148" y="1045"/>
                  <a:pt x="1860" y="1234"/>
                  <a:pt x="1659" y="1314"/>
                </a:cubicBezTo>
                <a:cubicBezTo>
                  <a:pt x="1458" y="1394"/>
                  <a:pt x="1192" y="1379"/>
                  <a:pt x="993" y="1386"/>
                </a:cubicBezTo>
                <a:cubicBezTo>
                  <a:pt x="794" y="1393"/>
                  <a:pt x="613" y="1409"/>
                  <a:pt x="465" y="1356"/>
                </a:cubicBezTo>
                <a:cubicBezTo>
                  <a:pt x="317" y="1303"/>
                  <a:pt x="180" y="1190"/>
                  <a:pt x="102" y="1068"/>
                </a:cubicBezTo>
                <a:cubicBezTo>
                  <a:pt x="24" y="946"/>
                  <a:pt x="21" y="716"/>
                  <a:pt x="0" y="624"/>
                </a:cubicBezTo>
                <a:close/>
              </a:path>
            </a:pathLst>
          </a:cu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172" name="Freeform 17"/>
          <p:cNvSpPr>
            <a:spLocks/>
          </p:cNvSpPr>
          <p:nvPr/>
        </p:nvSpPr>
        <p:spPr bwMode="auto">
          <a:xfrm>
            <a:off x="1219200" y="4681538"/>
            <a:ext cx="542925" cy="295275"/>
          </a:xfrm>
          <a:custGeom>
            <a:avLst/>
            <a:gdLst>
              <a:gd name="T0" fmla="*/ 0 w 342"/>
              <a:gd name="T1" fmla="*/ 295275 h 186"/>
              <a:gd name="T2" fmla="*/ 542925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173" name="Oval 18"/>
          <p:cNvSpPr>
            <a:spLocks noChangeArrowheads="1"/>
          </p:cNvSpPr>
          <p:nvPr/>
        </p:nvSpPr>
        <p:spPr bwMode="auto">
          <a:xfrm>
            <a:off x="806450" y="5065713"/>
            <a:ext cx="496888" cy="128587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174" name="Line 19"/>
          <p:cNvSpPr>
            <a:spLocks noChangeShapeType="1"/>
          </p:cNvSpPr>
          <p:nvPr/>
        </p:nvSpPr>
        <p:spPr bwMode="auto">
          <a:xfrm>
            <a:off x="806450" y="5054600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9175" name="Line 20"/>
          <p:cNvSpPr>
            <a:spLocks noChangeShapeType="1"/>
          </p:cNvSpPr>
          <p:nvPr/>
        </p:nvSpPr>
        <p:spPr bwMode="auto">
          <a:xfrm>
            <a:off x="1303338" y="5054600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9176" name="Rectangle 21"/>
          <p:cNvSpPr>
            <a:spLocks noChangeArrowheads="1"/>
          </p:cNvSpPr>
          <p:nvPr/>
        </p:nvSpPr>
        <p:spPr bwMode="auto">
          <a:xfrm>
            <a:off x="806450" y="5054600"/>
            <a:ext cx="492125" cy="77788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800" b="0">
              <a:latin typeface="Arial" panose="020B0604020202020204" pitchFamily="34" charset="0"/>
            </a:endParaRPr>
          </a:p>
        </p:txBody>
      </p:sp>
      <p:sp>
        <p:nvSpPr>
          <p:cNvPr id="49177" name="Oval 22"/>
          <p:cNvSpPr>
            <a:spLocks noChangeArrowheads="1"/>
          </p:cNvSpPr>
          <p:nvPr/>
        </p:nvSpPr>
        <p:spPr bwMode="auto">
          <a:xfrm>
            <a:off x="801688" y="4960938"/>
            <a:ext cx="496887" cy="150812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178" name="Oval 23"/>
          <p:cNvSpPr>
            <a:spLocks noChangeArrowheads="1"/>
          </p:cNvSpPr>
          <p:nvPr/>
        </p:nvSpPr>
        <p:spPr bwMode="auto">
          <a:xfrm>
            <a:off x="1558925" y="5680075"/>
            <a:ext cx="496888" cy="128588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179" name="Line 24"/>
          <p:cNvSpPr>
            <a:spLocks noChangeShapeType="1"/>
          </p:cNvSpPr>
          <p:nvPr/>
        </p:nvSpPr>
        <p:spPr bwMode="auto">
          <a:xfrm>
            <a:off x="1558925" y="5668963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9180" name="Line 25"/>
          <p:cNvSpPr>
            <a:spLocks noChangeShapeType="1"/>
          </p:cNvSpPr>
          <p:nvPr/>
        </p:nvSpPr>
        <p:spPr bwMode="auto">
          <a:xfrm>
            <a:off x="2055813" y="5668963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9181" name="Rectangle 26"/>
          <p:cNvSpPr>
            <a:spLocks noChangeArrowheads="1"/>
          </p:cNvSpPr>
          <p:nvPr/>
        </p:nvSpPr>
        <p:spPr bwMode="auto">
          <a:xfrm>
            <a:off x="1558925" y="5668963"/>
            <a:ext cx="492125" cy="77787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800" b="0">
              <a:latin typeface="Arial" panose="020B0604020202020204" pitchFamily="34" charset="0"/>
            </a:endParaRPr>
          </a:p>
        </p:txBody>
      </p:sp>
      <p:sp>
        <p:nvSpPr>
          <p:cNvPr id="49182" name="Oval 27"/>
          <p:cNvSpPr>
            <a:spLocks noChangeArrowheads="1"/>
          </p:cNvSpPr>
          <p:nvPr/>
        </p:nvSpPr>
        <p:spPr bwMode="auto">
          <a:xfrm>
            <a:off x="1554163" y="5575300"/>
            <a:ext cx="496887" cy="150813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183" name="Oval 28"/>
          <p:cNvSpPr>
            <a:spLocks noChangeArrowheads="1"/>
          </p:cNvSpPr>
          <p:nvPr/>
        </p:nvSpPr>
        <p:spPr bwMode="auto">
          <a:xfrm>
            <a:off x="1552575" y="4584700"/>
            <a:ext cx="496888" cy="12858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184" name="Line 29"/>
          <p:cNvSpPr>
            <a:spLocks noChangeShapeType="1"/>
          </p:cNvSpPr>
          <p:nvPr/>
        </p:nvSpPr>
        <p:spPr bwMode="auto">
          <a:xfrm>
            <a:off x="1552575" y="4573588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9185" name="Line 30"/>
          <p:cNvSpPr>
            <a:spLocks noChangeShapeType="1"/>
          </p:cNvSpPr>
          <p:nvPr/>
        </p:nvSpPr>
        <p:spPr bwMode="auto">
          <a:xfrm>
            <a:off x="2049463" y="4573588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9186" name="Rectangle 31"/>
          <p:cNvSpPr>
            <a:spLocks noChangeArrowheads="1"/>
          </p:cNvSpPr>
          <p:nvPr/>
        </p:nvSpPr>
        <p:spPr bwMode="auto">
          <a:xfrm>
            <a:off x="1552575" y="4573588"/>
            <a:ext cx="492125" cy="77787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800" b="0">
              <a:latin typeface="Arial" panose="020B0604020202020204" pitchFamily="34" charset="0"/>
            </a:endParaRPr>
          </a:p>
        </p:txBody>
      </p:sp>
      <p:sp>
        <p:nvSpPr>
          <p:cNvPr id="49187" name="Oval 32"/>
          <p:cNvSpPr>
            <a:spLocks noChangeArrowheads="1"/>
          </p:cNvSpPr>
          <p:nvPr/>
        </p:nvSpPr>
        <p:spPr bwMode="auto">
          <a:xfrm>
            <a:off x="1547813" y="4479925"/>
            <a:ext cx="496887" cy="150813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188" name="Oval 33"/>
          <p:cNvSpPr>
            <a:spLocks noChangeArrowheads="1"/>
          </p:cNvSpPr>
          <p:nvPr/>
        </p:nvSpPr>
        <p:spPr bwMode="auto">
          <a:xfrm>
            <a:off x="2636838" y="4578350"/>
            <a:ext cx="495300" cy="12858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189" name="Line 34"/>
          <p:cNvSpPr>
            <a:spLocks noChangeShapeType="1"/>
          </p:cNvSpPr>
          <p:nvPr/>
        </p:nvSpPr>
        <p:spPr bwMode="auto">
          <a:xfrm>
            <a:off x="2636838" y="4567238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9190" name="Line 35"/>
          <p:cNvSpPr>
            <a:spLocks noChangeShapeType="1"/>
          </p:cNvSpPr>
          <p:nvPr/>
        </p:nvSpPr>
        <p:spPr bwMode="auto">
          <a:xfrm>
            <a:off x="3132138" y="4567238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9191" name="Rectangle 36"/>
          <p:cNvSpPr>
            <a:spLocks noChangeArrowheads="1"/>
          </p:cNvSpPr>
          <p:nvPr/>
        </p:nvSpPr>
        <p:spPr bwMode="auto">
          <a:xfrm>
            <a:off x="2636838" y="4567238"/>
            <a:ext cx="490537" cy="77787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800" b="0">
              <a:latin typeface="Arial" panose="020B0604020202020204" pitchFamily="34" charset="0"/>
            </a:endParaRPr>
          </a:p>
        </p:txBody>
      </p:sp>
      <p:sp>
        <p:nvSpPr>
          <p:cNvPr id="49192" name="Oval 37"/>
          <p:cNvSpPr>
            <a:spLocks noChangeArrowheads="1"/>
          </p:cNvSpPr>
          <p:nvPr/>
        </p:nvSpPr>
        <p:spPr bwMode="auto">
          <a:xfrm>
            <a:off x="2641600" y="4478338"/>
            <a:ext cx="495300" cy="150812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193" name="Oval 38"/>
          <p:cNvSpPr>
            <a:spLocks noChangeArrowheads="1"/>
          </p:cNvSpPr>
          <p:nvPr/>
        </p:nvSpPr>
        <p:spPr bwMode="auto">
          <a:xfrm>
            <a:off x="2652713" y="5675313"/>
            <a:ext cx="496887" cy="128587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194" name="Line 39"/>
          <p:cNvSpPr>
            <a:spLocks noChangeShapeType="1"/>
          </p:cNvSpPr>
          <p:nvPr/>
        </p:nvSpPr>
        <p:spPr bwMode="auto">
          <a:xfrm>
            <a:off x="2652713" y="5664200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9195" name="Line 40"/>
          <p:cNvSpPr>
            <a:spLocks noChangeShapeType="1"/>
          </p:cNvSpPr>
          <p:nvPr/>
        </p:nvSpPr>
        <p:spPr bwMode="auto">
          <a:xfrm>
            <a:off x="3149600" y="5664200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9196" name="Rectangle 41"/>
          <p:cNvSpPr>
            <a:spLocks noChangeArrowheads="1"/>
          </p:cNvSpPr>
          <p:nvPr/>
        </p:nvSpPr>
        <p:spPr bwMode="auto">
          <a:xfrm>
            <a:off x="2652713" y="5664200"/>
            <a:ext cx="492125" cy="77788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800" b="0">
              <a:latin typeface="Arial" panose="020B0604020202020204" pitchFamily="34" charset="0"/>
            </a:endParaRPr>
          </a:p>
        </p:txBody>
      </p:sp>
      <p:sp>
        <p:nvSpPr>
          <p:cNvPr id="49197" name="Oval 42"/>
          <p:cNvSpPr>
            <a:spLocks noChangeArrowheads="1"/>
          </p:cNvSpPr>
          <p:nvPr/>
        </p:nvSpPr>
        <p:spPr bwMode="auto">
          <a:xfrm>
            <a:off x="2647950" y="5570538"/>
            <a:ext cx="496888" cy="150812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198" name="Oval 43"/>
          <p:cNvSpPr>
            <a:spLocks noChangeArrowheads="1"/>
          </p:cNvSpPr>
          <p:nvPr/>
        </p:nvSpPr>
        <p:spPr bwMode="auto">
          <a:xfrm>
            <a:off x="3549650" y="5133975"/>
            <a:ext cx="496888" cy="12858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199" name="Line 44"/>
          <p:cNvSpPr>
            <a:spLocks noChangeShapeType="1"/>
          </p:cNvSpPr>
          <p:nvPr/>
        </p:nvSpPr>
        <p:spPr bwMode="auto">
          <a:xfrm>
            <a:off x="3549650" y="5122863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49200" name="Rectangle 45"/>
          <p:cNvSpPr>
            <a:spLocks noChangeArrowheads="1"/>
          </p:cNvSpPr>
          <p:nvPr/>
        </p:nvSpPr>
        <p:spPr bwMode="auto">
          <a:xfrm>
            <a:off x="3549650" y="5122863"/>
            <a:ext cx="492125" cy="77787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800" b="0">
              <a:latin typeface="Arial" panose="020B0604020202020204" pitchFamily="34" charset="0"/>
            </a:endParaRPr>
          </a:p>
        </p:txBody>
      </p:sp>
      <p:sp>
        <p:nvSpPr>
          <p:cNvPr id="49201" name="Oval 46"/>
          <p:cNvSpPr>
            <a:spLocks noChangeArrowheads="1"/>
          </p:cNvSpPr>
          <p:nvPr/>
        </p:nvSpPr>
        <p:spPr bwMode="auto">
          <a:xfrm>
            <a:off x="3544888" y="5029200"/>
            <a:ext cx="496887" cy="150813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202" name="Freeform 47"/>
          <p:cNvSpPr>
            <a:spLocks/>
          </p:cNvSpPr>
          <p:nvPr/>
        </p:nvSpPr>
        <p:spPr bwMode="auto">
          <a:xfrm>
            <a:off x="2900363" y="4724400"/>
            <a:ext cx="1587" cy="828675"/>
          </a:xfrm>
          <a:custGeom>
            <a:avLst/>
            <a:gdLst>
              <a:gd name="T0" fmla="*/ 0 w 1"/>
              <a:gd name="T1" fmla="*/ 0 h 522"/>
              <a:gd name="T2" fmla="*/ 0 w 1"/>
              <a:gd name="T3" fmla="*/ 828675 h 522"/>
              <a:gd name="T4" fmla="*/ 0 60000 65536"/>
              <a:gd name="T5" fmla="*/ 0 60000 65536"/>
              <a:gd name="T6" fmla="*/ 0 w 1"/>
              <a:gd name="T7" fmla="*/ 0 h 522"/>
              <a:gd name="T8" fmla="*/ 1 w 1"/>
              <a:gd name="T9" fmla="*/ 522 h 52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22">
                <a:moveTo>
                  <a:pt x="0" y="0"/>
                </a:moveTo>
                <a:lnTo>
                  <a:pt x="0" y="522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203" name="Freeform 48"/>
          <p:cNvSpPr>
            <a:spLocks/>
          </p:cNvSpPr>
          <p:nvPr/>
        </p:nvSpPr>
        <p:spPr bwMode="auto">
          <a:xfrm>
            <a:off x="1800225" y="4733925"/>
            <a:ext cx="1588" cy="852488"/>
          </a:xfrm>
          <a:custGeom>
            <a:avLst/>
            <a:gdLst>
              <a:gd name="T0" fmla="*/ 0 w 1"/>
              <a:gd name="T1" fmla="*/ 0 h 537"/>
              <a:gd name="T2" fmla="*/ 0 w 1"/>
              <a:gd name="T3" fmla="*/ 852488 h 537"/>
              <a:gd name="T4" fmla="*/ 0 60000 65536"/>
              <a:gd name="T5" fmla="*/ 0 60000 65536"/>
              <a:gd name="T6" fmla="*/ 0 w 1"/>
              <a:gd name="T7" fmla="*/ 0 h 537"/>
              <a:gd name="T8" fmla="*/ 1 w 1"/>
              <a:gd name="T9" fmla="*/ 537 h 53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37">
                <a:moveTo>
                  <a:pt x="0" y="0"/>
                </a:moveTo>
                <a:lnTo>
                  <a:pt x="0" y="537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204" name="Freeform 49"/>
          <p:cNvSpPr>
            <a:spLocks/>
          </p:cNvSpPr>
          <p:nvPr/>
        </p:nvSpPr>
        <p:spPr bwMode="auto">
          <a:xfrm>
            <a:off x="2062163" y="4710113"/>
            <a:ext cx="800100" cy="952500"/>
          </a:xfrm>
          <a:custGeom>
            <a:avLst/>
            <a:gdLst>
              <a:gd name="T0" fmla="*/ 0 w 378"/>
              <a:gd name="T1" fmla="*/ 952500 h 174"/>
              <a:gd name="T2" fmla="*/ 800100 w 378"/>
              <a:gd name="T3" fmla="*/ 0 h 174"/>
              <a:gd name="T4" fmla="*/ 0 60000 65536"/>
              <a:gd name="T5" fmla="*/ 0 60000 65536"/>
              <a:gd name="T6" fmla="*/ 0 w 378"/>
              <a:gd name="T7" fmla="*/ 0 h 174"/>
              <a:gd name="T8" fmla="*/ 378 w 378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205" name="Freeform 50"/>
          <p:cNvSpPr>
            <a:spLocks/>
          </p:cNvSpPr>
          <p:nvPr/>
        </p:nvSpPr>
        <p:spPr bwMode="auto">
          <a:xfrm>
            <a:off x="3152775" y="5262563"/>
            <a:ext cx="581025" cy="428625"/>
          </a:xfrm>
          <a:custGeom>
            <a:avLst/>
            <a:gdLst>
              <a:gd name="T0" fmla="*/ 0 w 366"/>
              <a:gd name="T1" fmla="*/ 428625 h 270"/>
              <a:gd name="T2" fmla="*/ 581025 w 366"/>
              <a:gd name="T3" fmla="*/ 0 h 270"/>
              <a:gd name="T4" fmla="*/ 0 60000 65536"/>
              <a:gd name="T5" fmla="*/ 0 60000 65536"/>
              <a:gd name="T6" fmla="*/ 0 w 366"/>
              <a:gd name="T7" fmla="*/ 0 h 270"/>
              <a:gd name="T8" fmla="*/ 366 w 366"/>
              <a:gd name="T9" fmla="*/ 270 h 2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270">
                <a:moveTo>
                  <a:pt x="0" y="270"/>
                </a:moveTo>
                <a:lnTo>
                  <a:pt x="366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206" name="Freeform 51"/>
          <p:cNvSpPr>
            <a:spLocks/>
          </p:cNvSpPr>
          <p:nvPr/>
        </p:nvSpPr>
        <p:spPr bwMode="auto">
          <a:xfrm>
            <a:off x="2071688" y="5710238"/>
            <a:ext cx="581025" cy="1587"/>
          </a:xfrm>
          <a:custGeom>
            <a:avLst/>
            <a:gdLst>
              <a:gd name="T0" fmla="*/ 581025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207" name="Freeform 52"/>
          <p:cNvSpPr>
            <a:spLocks/>
          </p:cNvSpPr>
          <p:nvPr/>
        </p:nvSpPr>
        <p:spPr bwMode="auto">
          <a:xfrm>
            <a:off x="1133475" y="5195888"/>
            <a:ext cx="438150" cy="419100"/>
          </a:xfrm>
          <a:custGeom>
            <a:avLst/>
            <a:gdLst>
              <a:gd name="T0" fmla="*/ 438150 w 276"/>
              <a:gd name="T1" fmla="*/ 419100 h 264"/>
              <a:gd name="T2" fmla="*/ 0 w 276"/>
              <a:gd name="T3" fmla="*/ 0 h 264"/>
              <a:gd name="T4" fmla="*/ 0 60000 65536"/>
              <a:gd name="T5" fmla="*/ 0 60000 65536"/>
              <a:gd name="T6" fmla="*/ 0 w 276"/>
              <a:gd name="T7" fmla="*/ 0 h 264"/>
              <a:gd name="T8" fmla="*/ 276 w 276"/>
              <a:gd name="T9" fmla="*/ 264 h 26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6" h="264">
                <a:moveTo>
                  <a:pt x="276" y="264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208" name="Freeform 53"/>
          <p:cNvSpPr>
            <a:spLocks/>
          </p:cNvSpPr>
          <p:nvPr/>
        </p:nvSpPr>
        <p:spPr bwMode="auto">
          <a:xfrm>
            <a:off x="2062163" y="4614863"/>
            <a:ext cx="581025" cy="1587"/>
          </a:xfrm>
          <a:custGeom>
            <a:avLst/>
            <a:gdLst>
              <a:gd name="T0" fmla="*/ 581025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209" name="Freeform 54"/>
          <p:cNvSpPr>
            <a:spLocks/>
          </p:cNvSpPr>
          <p:nvPr/>
        </p:nvSpPr>
        <p:spPr bwMode="auto">
          <a:xfrm>
            <a:off x="3133725" y="4610100"/>
            <a:ext cx="628650" cy="423863"/>
          </a:xfrm>
          <a:custGeom>
            <a:avLst/>
            <a:gdLst>
              <a:gd name="T0" fmla="*/ 628650 w 396"/>
              <a:gd name="T1" fmla="*/ 423863 h 267"/>
              <a:gd name="T2" fmla="*/ 0 w 396"/>
              <a:gd name="T3" fmla="*/ 0 h 267"/>
              <a:gd name="T4" fmla="*/ 0 60000 65536"/>
              <a:gd name="T5" fmla="*/ 0 60000 65536"/>
              <a:gd name="T6" fmla="*/ 0 w 396"/>
              <a:gd name="T7" fmla="*/ 0 h 267"/>
              <a:gd name="T8" fmla="*/ 396 w 396"/>
              <a:gd name="T9" fmla="*/ 267 h 26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96" h="267">
                <a:moveTo>
                  <a:pt x="396" y="267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210" name="Freeform 55"/>
          <p:cNvSpPr>
            <a:spLocks/>
          </p:cNvSpPr>
          <p:nvPr/>
        </p:nvSpPr>
        <p:spPr bwMode="auto">
          <a:xfrm>
            <a:off x="1042988" y="3929063"/>
            <a:ext cx="1762125" cy="1023937"/>
          </a:xfrm>
          <a:custGeom>
            <a:avLst/>
            <a:gdLst>
              <a:gd name="T0" fmla="*/ 1762125 w 1110"/>
              <a:gd name="T1" fmla="*/ 542925 h 645"/>
              <a:gd name="T2" fmla="*/ 0 w 1110"/>
              <a:gd name="T3" fmla="*/ 1023937 h 645"/>
              <a:gd name="T4" fmla="*/ 0 60000 65536"/>
              <a:gd name="T5" fmla="*/ 0 60000 65536"/>
              <a:gd name="T6" fmla="*/ 0 w 1110"/>
              <a:gd name="T7" fmla="*/ 0 h 645"/>
              <a:gd name="T8" fmla="*/ 1110 w 1110"/>
              <a:gd name="T9" fmla="*/ 645 h 64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10" h="645">
                <a:moveTo>
                  <a:pt x="1110" y="342"/>
                </a:moveTo>
                <a:cubicBezTo>
                  <a:pt x="1104" y="0"/>
                  <a:pt x="21" y="63"/>
                  <a:pt x="0" y="645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49211" name="Group 56"/>
          <p:cNvGrpSpPr>
            <a:grpSpLocks/>
          </p:cNvGrpSpPr>
          <p:nvPr/>
        </p:nvGrpSpPr>
        <p:grpSpPr bwMode="auto">
          <a:xfrm>
            <a:off x="877888" y="4903788"/>
            <a:ext cx="336550" cy="366712"/>
            <a:chOff x="2950" y="2441"/>
            <a:chExt cx="215" cy="231"/>
          </a:xfrm>
        </p:grpSpPr>
        <p:sp>
          <p:nvSpPr>
            <p:cNvPr id="49248" name="Rectangle 57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9249" name="Text Box 58"/>
            <p:cNvSpPr txBox="1">
              <a:spLocks noChangeArrowheads="1"/>
            </p:cNvSpPr>
            <p:nvPr/>
          </p:nvSpPr>
          <p:spPr bwMode="auto">
            <a:xfrm>
              <a:off x="2950" y="2441"/>
              <a:ext cx="2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A</a:t>
              </a:r>
            </a:p>
          </p:txBody>
        </p:sp>
      </p:grpSp>
      <p:grpSp>
        <p:nvGrpSpPr>
          <p:cNvPr id="49212" name="Group 59"/>
          <p:cNvGrpSpPr>
            <a:grpSpLocks/>
          </p:cNvGrpSpPr>
          <p:nvPr/>
        </p:nvGrpSpPr>
        <p:grpSpPr bwMode="auto">
          <a:xfrm>
            <a:off x="2735263" y="5513388"/>
            <a:ext cx="336550" cy="366712"/>
            <a:chOff x="2950" y="2441"/>
            <a:chExt cx="215" cy="231"/>
          </a:xfrm>
        </p:grpSpPr>
        <p:sp>
          <p:nvSpPr>
            <p:cNvPr id="49246" name="Rectangle 60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9247" name="Text Box 61"/>
            <p:cNvSpPr txBox="1">
              <a:spLocks noChangeArrowheads="1"/>
            </p:cNvSpPr>
            <p:nvPr/>
          </p:nvSpPr>
          <p:spPr bwMode="auto">
            <a:xfrm>
              <a:off x="2950" y="2441"/>
              <a:ext cx="2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E</a:t>
              </a:r>
            </a:p>
          </p:txBody>
        </p:sp>
      </p:grpSp>
      <p:grpSp>
        <p:nvGrpSpPr>
          <p:cNvPr id="49213" name="Group 62"/>
          <p:cNvGrpSpPr>
            <a:grpSpLocks/>
          </p:cNvGrpSpPr>
          <p:nvPr/>
        </p:nvGrpSpPr>
        <p:grpSpPr bwMode="auto">
          <a:xfrm>
            <a:off x="1647825" y="5508625"/>
            <a:ext cx="349250" cy="366713"/>
            <a:chOff x="2946" y="2441"/>
            <a:chExt cx="223" cy="231"/>
          </a:xfrm>
        </p:grpSpPr>
        <p:sp>
          <p:nvSpPr>
            <p:cNvPr id="49244" name="Rectangle 63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9245" name="Text Box 64"/>
            <p:cNvSpPr txBox="1">
              <a:spLocks noChangeArrowheads="1"/>
            </p:cNvSpPr>
            <p:nvPr/>
          </p:nvSpPr>
          <p:spPr bwMode="auto">
            <a:xfrm>
              <a:off x="2946" y="2441"/>
              <a:ext cx="22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D</a:t>
              </a:r>
            </a:p>
          </p:txBody>
        </p:sp>
      </p:grpSp>
      <p:grpSp>
        <p:nvGrpSpPr>
          <p:cNvPr id="49214" name="Group 65"/>
          <p:cNvGrpSpPr>
            <a:grpSpLocks/>
          </p:cNvGrpSpPr>
          <p:nvPr/>
        </p:nvGrpSpPr>
        <p:grpSpPr bwMode="auto">
          <a:xfrm>
            <a:off x="2719388" y="4418013"/>
            <a:ext cx="349250" cy="366712"/>
            <a:chOff x="2946" y="2441"/>
            <a:chExt cx="223" cy="231"/>
          </a:xfrm>
        </p:grpSpPr>
        <p:sp>
          <p:nvSpPr>
            <p:cNvPr id="49242" name="Rectangle 66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9243" name="Text Box 67"/>
            <p:cNvSpPr txBox="1">
              <a:spLocks noChangeArrowheads="1"/>
            </p:cNvSpPr>
            <p:nvPr/>
          </p:nvSpPr>
          <p:spPr bwMode="auto">
            <a:xfrm>
              <a:off x="2946" y="2441"/>
              <a:ext cx="22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C</a:t>
              </a:r>
            </a:p>
          </p:txBody>
        </p:sp>
      </p:grpSp>
      <p:grpSp>
        <p:nvGrpSpPr>
          <p:cNvPr id="49215" name="Group 68"/>
          <p:cNvGrpSpPr>
            <a:grpSpLocks/>
          </p:cNvGrpSpPr>
          <p:nvPr/>
        </p:nvGrpSpPr>
        <p:grpSpPr bwMode="auto">
          <a:xfrm>
            <a:off x="1641475" y="4418013"/>
            <a:ext cx="336550" cy="366712"/>
            <a:chOff x="2951" y="2441"/>
            <a:chExt cx="215" cy="231"/>
          </a:xfrm>
        </p:grpSpPr>
        <p:sp>
          <p:nvSpPr>
            <p:cNvPr id="49240" name="Rectangle 69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9241" name="Text Box 70"/>
            <p:cNvSpPr txBox="1">
              <a:spLocks noChangeArrowheads="1"/>
            </p:cNvSpPr>
            <p:nvPr/>
          </p:nvSpPr>
          <p:spPr bwMode="auto">
            <a:xfrm>
              <a:off x="2951" y="2441"/>
              <a:ext cx="2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B</a:t>
              </a:r>
            </a:p>
          </p:txBody>
        </p:sp>
      </p:grpSp>
      <p:grpSp>
        <p:nvGrpSpPr>
          <p:cNvPr id="49216" name="Group 71"/>
          <p:cNvGrpSpPr>
            <a:grpSpLocks/>
          </p:cNvGrpSpPr>
          <p:nvPr/>
        </p:nvGrpSpPr>
        <p:grpSpPr bwMode="auto">
          <a:xfrm>
            <a:off x="3651250" y="4970463"/>
            <a:ext cx="323850" cy="366712"/>
            <a:chOff x="2954" y="2441"/>
            <a:chExt cx="207" cy="231"/>
          </a:xfrm>
        </p:grpSpPr>
        <p:sp>
          <p:nvSpPr>
            <p:cNvPr id="49238" name="Rectangle 72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9239" name="Text Box 73"/>
            <p:cNvSpPr txBox="1">
              <a:spLocks noChangeArrowheads="1"/>
            </p:cNvSpPr>
            <p:nvPr/>
          </p:nvSpPr>
          <p:spPr bwMode="auto">
            <a:xfrm>
              <a:off x="2954" y="2441"/>
              <a:ext cx="20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F</a:t>
              </a:r>
            </a:p>
          </p:txBody>
        </p:sp>
      </p:grpSp>
      <p:sp>
        <p:nvSpPr>
          <p:cNvPr id="49217" name="Text Box 74"/>
          <p:cNvSpPr txBox="1">
            <a:spLocks noChangeArrowheads="1"/>
          </p:cNvSpPr>
          <p:nvPr/>
        </p:nvSpPr>
        <p:spPr bwMode="auto">
          <a:xfrm>
            <a:off x="1211263" y="45989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9218" name="Text Box 75"/>
          <p:cNvSpPr txBox="1">
            <a:spLocks noChangeArrowheads="1"/>
          </p:cNvSpPr>
          <p:nvPr/>
        </p:nvSpPr>
        <p:spPr bwMode="auto">
          <a:xfrm>
            <a:off x="1763713" y="49466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9219" name="Text Box 76"/>
          <p:cNvSpPr txBox="1">
            <a:spLocks noChangeArrowheads="1"/>
          </p:cNvSpPr>
          <p:nvPr/>
        </p:nvSpPr>
        <p:spPr bwMode="auto">
          <a:xfrm>
            <a:off x="1073150" y="52847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9220" name="Text Box 77"/>
          <p:cNvSpPr txBox="1">
            <a:spLocks noChangeArrowheads="1"/>
          </p:cNvSpPr>
          <p:nvPr/>
        </p:nvSpPr>
        <p:spPr bwMode="auto">
          <a:xfrm>
            <a:off x="2373313" y="50942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49221" name="Text Box 78"/>
          <p:cNvSpPr txBox="1">
            <a:spLocks noChangeArrowheads="1"/>
          </p:cNvSpPr>
          <p:nvPr/>
        </p:nvSpPr>
        <p:spPr bwMode="auto">
          <a:xfrm>
            <a:off x="2273300" y="56562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9222" name="Text Box 79"/>
          <p:cNvSpPr txBox="1">
            <a:spLocks noChangeArrowheads="1"/>
          </p:cNvSpPr>
          <p:nvPr/>
        </p:nvSpPr>
        <p:spPr bwMode="auto">
          <a:xfrm>
            <a:off x="2844800" y="49752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9223" name="Text Box 80"/>
          <p:cNvSpPr txBox="1">
            <a:spLocks noChangeArrowheads="1"/>
          </p:cNvSpPr>
          <p:nvPr/>
        </p:nvSpPr>
        <p:spPr bwMode="auto">
          <a:xfrm>
            <a:off x="3416300" y="53943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9224" name="Text Box 81"/>
          <p:cNvSpPr txBox="1">
            <a:spLocks noChangeArrowheads="1"/>
          </p:cNvSpPr>
          <p:nvPr/>
        </p:nvSpPr>
        <p:spPr bwMode="auto">
          <a:xfrm>
            <a:off x="3373438" y="45418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9225" name="Text Box 82"/>
          <p:cNvSpPr txBox="1">
            <a:spLocks noChangeArrowheads="1"/>
          </p:cNvSpPr>
          <p:nvPr/>
        </p:nvSpPr>
        <p:spPr bwMode="auto">
          <a:xfrm>
            <a:off x="2206625" y="43037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49226" name="Text Box 83"/>
          <p:cNvSpPr txBox="1">
            <a:spLocks noChangeArrowheads="1"/>
          </p:cNvSpPr>
          <p:nvPr/>
        </p:nvSpPr>
        <p:spPr bwMode="auto">
          <a:xfrm>
            <a:off x="1649413" y="38798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9227" name="Line 84"/>
          <p:cNvSpPr>
            <a:spLocks noChangeShapeType="1"/>
          </p:cNvSpPr>
          <p:nvPr/>
        </p:nvSpPr>
        <p:spPr bwMode="auto">
          <a:xfrm>
            <a:off x="1123950" y="5176838"/>
            <a:ext cx="447675" cy="4476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graphicFrame>
        <p:nvGraphicFramePr>
          <p:cNvPr id="491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4089859"/>
              </p:ext>
            </p:extLst>
          </p:nvPr>
        </p:nvGraphicFramePr>
        <p:xfrm>
          <a:off x="6389664" y="1874837"/>
          <a:ext cx="381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80" imgH="126720" progId="Equation.3">
                  <p:embed/>
                </p:oleObj>
              </mc:Choice>
              <mc:Fallback>
                <p:oleObj name="Equation" r:id="rId3" imgW="152280" imgH="126720" progId="Equation.3">
                  <p:embed/>
                  <p:pic>
                    <p:nvPicPr>
                      <p:cNvPr id="4915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9664" y="1874837"/>
                        <a:ext cx="381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1754073"/>
              </p:ext>
            </p:extLst>
          </p:nvPr>
        </p:nvGraphicFramePr>
        <p:xfrm>
          <a:off x="7772400" y="1892300"/>
          <a:ext cx="381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80" imgH="126720" progId="Equation.3">
                  <p:embed/>
                </p:oleObj>
              </mc:Choice>
              <mc:Fallback>
                <p:oleObj name="Equation" r:id="rId5" imgW="152280" imgH="126720" progId="Equation.3">
                  <p:embed/>
                  <p:pic>
                    <p:nvPicPr>
                      <p:cNvPr id="4915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1892300"/>
                        <a:ext cx="381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228" name="Line 88"/>
          <p:cNvSpPr>
            <a:spLocks noChangeShapeType="1"/>
          </p:cNvSpPr>
          <p:nvPr/>
        </p:nvSpPr>
        <p:spPr bwMode="auto">
          <a:xfrm>
            <a:off x="0" y="2286000"/>
            <a:ext cx="381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NZ"/>
          </a:p>
        </p:txBody>
      </p:sp>
      <p:grpSp>
        <p:nvGrpSpPr>
          <p:cNvPr id="49229" name="Group 89"/>
          <p:cNvGrpSpPr>
            <a:grpSpLocks/>
          </p:cNvGrpSpPr>
          <p:nvPr/>
        </p:nvGrpSpPr>
        <p:grpSpPr bwMode="auto">
          <a:xfrm>
            <a:off x="4046538" y="3668713"/>
            <a:ext cx="5097462" cy="2655887"/>
            <a:chOff x="2549" y="2311"/>
            <a:chExt cx="3211" cy="1673"/>
          </a:xfrm>
        </p:grpSpPr>
        <p:sp>
          <p:nvSpPr>
            <p:cNvPr id="49234" name="Line 90"/>
            <p:cNvSpPr>
              <a:spLocks noChangeShapeType="1"/>
            </p:cNvSpPr>
            <p:nvPr/>
          </p:nvSpPr>
          <p:spPr bwMode="auto">
            <a:xfrm>
              <a:off x="2549" y="322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018971" name="Rectangle 91"/>
            <p:cNvSpPr>
              <a:spLocks noChangeArrowheads="1"/>
            </p:cNvSpPr>
            <p:nvPr/>
          </p:nvSpPr>
          <p:spPr bwMode="auto">
            <a:xfrm>
              <a:off x="2736" y="2400"/>
              <a:ext cx="2976" cy="1584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lIns="90488" tIns="44450" rIns="90488" bIns="44450" anchor="ctr"/>
            <a:lstStyle/>
            <a:p>
              <a:pPr>
                <a:defRPr/>
              </a:pPr>
              <a:endParaRPr lang="en-US">
                <a:latin typeface="Courier New" charset="0"/>
                <a:cs typeface="+mn-cs"/>
              </a:endParaRPr>
            </a:p>
          </p:txBody>
        </p:sp>
        <p:sp>
          <p:nvSpPr>
            <p:cNvPr id="49236" name="Text Box 92"/>
            <p:cNvSpPr txBox="1">
              <a:spLocks noChangeArrowheads="1"/>
            </p:cNvSpPr>
            <p:nvPr/>
          </p:nvSpPr>
          <p:spPr bwMode="auto">
            <a:xfrm>
              <a:off x="2879" y="2311"/>
              <a:ext cx="2881" cy="16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457200" indent="-457200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…</a:t>
              </a: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8   </a:t>
              </a:r>
              <a:r>
                <a:rPr lang="en-US" altLang="en-US" sz="1800" i="1" dirty="0">
                  <a:latin typeface="Arial" panose="020B0604020202020204" pitchFamily="34" charset="0"/>
                </a:rPr>
                <a:t>Loop</a:t>
              </a:r>
              <a:r>
                <a:rPr lang="en-US" altLang="en-US" sz="1800" b="0" i="1" dirty="0">
                  <a:latin typeface="Arial" panose="020B0604020202020204" pitchFamily="34" charset="0"/>
                </a:rPr>
                <a:t> </a:t>
              </a:r>
              <a:endParaRPr lang="en-US" altLang="en-US" sz="1800" b="0" dirty="0">
                <a:latin typeface="Arial" panose="020B0604020202020204" pitchFamily="34" charset="0"/>
              </a:endParaRP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9     find </a:t>
              </a:r>
              <a:r>
                <a:rPr lang="en-US" altLang="en-US" sz="1800" dirty="0">
                  <a:latin typeface="Arial" panose="020B0604020202020204" pitchFamily="34" charset="0"/>
                </a:rPr>
                <a:t>w</a:t>
              </a:r>
              <a:r>
                <a:rPr lang="en-US" altLang="en-US" sz="1800" b="0" dirty="0">
                  <a:latin typeface="Arial" panose="020B0604020202020204" pitchFamily="34" charset="0"/>
                </a:rPr>
                <a:t> not in </a:t>
              </a:r>
              <a:r>
                <a:rPr lang="en-US" altLang="en-US" sz="1800" dirty="0">
                  <a:latin typeface="Arial" panose="020B0604020202020204" pitchFamily="34" charset="0"/>
                </a:rPr>
                <a:t>S</a:t>
              </a:r>
              <a:r>
                <a:rPr lang="en-US" altLang="en-US" sz="1800" b="0" dirty="0">
                  <a:latin typeface="Arial" panose="020B0604020202020204" pitchFamily="34" charset="0"/>
                </a:rPr>
                <a:t> </a:t>
              </a:r>
              <a:r>
                <a:rPr lang="en-US" altLang="en-US" sz="1800" b="0" dirty="0" err="1">
                  <a:latin typeface="Arial" panose="020B0604020202020204" pitchFamily="34" charset="0"/>
                </a:rPr>
                <a:t>s.t.</a:t>
              </a:r>
              <a:r>
                <a:rPr lang="en-US" altLang="en-US" sz="1800" b="0" dirty="0">
                  <a:latin typeface="Arial" panose="020B0604020202020204" pitchFamily="34" charset="0"/>
                </a:rPr>
                <a:t> D(w) is a minimum; </a:t>
              </a: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10   add </a:t>
              </a:r>
              <a:r>
                <a:rPr lang="en-US" altLang="en-US" sz="1800" dirty="0">
                  <a:latin typeface="Arial" panose="020B0604020202020204" pitchFamily="34" charset="0"/>
                </a:rPr>
                <a:t>w</a:t>
              </a:r>
              <a:r>
                <a:rPr lang="en-US" altLang="en-US" sz="1800" b="0" dirty="0">
                  <a:latin typeface="Arial" panose="020B0604020202020204" pitchFamily="34" charset="0"/>
                </a:rPr>
                <a:t> to </a:t>
              </a:r>
              <a:r>
                <a:rPr lang="en-US" altLang="en-US" sz="1800" dirty="0">
                  <a:latin typeface="Arial" panose="020B0604020202020204" pitchFamily="34" charset="0"/>
                </a:rPr>
                <a:t>S</a:t>
              </a:r>
              <a:r>
                <a:rPr lang="en-US" altLang="en-US" sz="1800" b="0" dirty="0">
                  <a:latin typeface="Arial" panose="020B0604020202020204" pitchFamily="34" charset="0"/>
                </a:rPr>
                <a:t>; </a:t>
              </a:r>
            </a:p>
            <a:p>
              <a:pPr algn="l">
                <a:buFontTx/>
                <a:buAutoNum type="arabicPlain" startAt="11"/>
              </a:pPr>
              <a:r>
                <a:rPr lang="en-US" altLang="en-US" sz="1800" b="0" dirty="0">
                  <a:latin typeface="Arial" panose="020B0604020202020204" pitchFamily="34" charset="0"/>
                </a:rPr>
                <a:t>update D(v) for all </a:t>
              </a:r>
              <a:r>
                <a:rPr lang="en-US" altLang="en-US" sz="1800" dirty="0">
                  <a:latin typeface="Arial" panose="020B0604020202020204" pitchFamily="34" charset="0"/>
                </a:rPr>
                <a:t>v</a:t>
              </a:r>
              <a:r>
                <a:rPr lang="en-US" altLang="en-US" sz="1800" b="0" dirty="0">
                  <a:latin typeface="Arial" panose="020B0604020202020204" pitchFamily="34" charset="0"/>
                </a:rPr>
                <a:t> adjacent </a:t>
              </a: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          to </a:t>
              </a:r>
              <a:r>
                <a:rPr lang="en-US" altLang="en-US" sz="1800" dirty="0">
                  <a:latin typeface="Arial" panose="020B0604020202020204" pitchFamily="34" charset="0"/>
                </a:rPr>
                <a:t>w</a:t>
              </a:r>
              <a:r>
                <a:rPr lang="en-US" altLang="en-US" sz="1800" b="0" dirty="0">
                  <a:latin typeface="Arial" panose="020B0604020202020204" pitchFamily="34" charset="0"/>
                </a:rPr>
                <a:t> and not in </a:t>
              </a:r>
              <a:r>
                <a:rPr lang="en-US" altLang="en-US" sz="1800" dirty="0">
                  <a:latin typeface="Arial" panose="020B0604020202020204" pitchFamily="34" charset="0"/>
                </a:rPr>
                <a:t>S</a:t>
              </a:r>
              <a:r>
                <a:rPr lang="en-US" altLang="en-US" sz="1800" b="0" dirty="0">
                  <a:latin typeface="Arial" panose="020B0604020202020204" pitchFamily="34" charset="0"/>
                </a:rPr>
                <a:t>: </a:t>
              </a:r>
            </a:p>
            <a:p>
              <a:pPr algn="l">
                <a:buFont typeface="Arial" panose="020B0604020202020204" pitchFamily="34" charset="0"/>
                <a:buAutoNum type="arabicPlain" startAt="12"/>
              </a:pPr>
              <a:r>
                <a:rPr lang="en-US" altLang="en-US" sz="1800" b="0" dirty="0">
                  <a:latin typeface="Arial" panose="020B0604020202020204" pitchFamily="34" charset="0"/>
                </a:rPr>
                <a:t>if D(w) + c(</a:t>
              </a:r>
              <a:r>
                <a:rPr lang="en-US" altLang="en-US" sz="1800" b="0" dirty="0" err="1">
                  <a:latin typeface="Arial" panose="020B0604020202020204" pitchFamily="34" charset="0"/>
                </a:rPr>
                <a:t>w,v</a:t>
              </a:r>
              <a:r>
                <a:rPr lang="en-US" altLang="en-US" sz="1800" b="0" dirty="0">
                  <a:latin typeface="Arial" panose="020B0604020202020204" pitchFamily="34" charset="0"/>
                </a:rPr>
                <a:t>) &lt; D(v) then</a:t>
              </a:r>
            </a:p>
            <a:p>
              <a:pPr marL="0" indent="0" algn="l"/>
              <a:r>
                <a:rPr lang="en-US" altLang="en-US" sz="1800" b="0" dirty="0">
                  <a:latin typeface="Arial" panose="020B0604020202020204" pitchFamily="34" charset="0"/>
                </a:rPr>
                <a:t>       D(v) = D(w) + c(</a:t>
              </a:r>
              <a:r>
                <a:rPr lang="en-US" altLang="en-US" sz="1800" b="0" dirty="0" err="1">
                  <a:latin typeface="Arial" panose="020B0604020202020204" pitchFamily="34" charset="0"/>
                </a:rPr>
                <a:t>w,v</a:t>
              </a:r>
              <a:r>
                <a:rPr lang="en-US" altLang="en-US" sz="1800" b="0" dirty="0">
                  <a:latin typeface="Arial" panose="020B0604020202020204" pitchFamily="34" charset="0"/>
                </a:rPr>
                <a:t>); p(v) = w;</a:t>
              </a: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13  </a:t>
              </a:r>
              <a:r>
                <a:rPr lang="en-US" altLang="en-US" sz="1800" i="1" dirty="0">
                  <a:latin typeface="Arial" panose="020B0604020202020204" pitchFamily="34" charset="0"/>
                </a:rPr>
                <a:t>until all nodes in S;</a:t>
              </a:r>
              <a:r>
                <a:rPr lang="en-US" altLang="en-US" sz="1800" b="0" dirty="0">
                  <a:latin typeface="Arial" panose="020B0604020202020204" pitchFamily="34" charset="0"/>
                </a:rPr>
                <a:t> </a:t>
              </a:r>
            </a:p>
          </p:txBody>
        </p:sp>
        <p:sp>
          <p:nvSpPr>
            <p:cNvPr id="49237" name="Freeform 93"/>
            <p:cNvSpPr>
              <a:spLocks/>
            </p:cNvSpPr>
            <p:nvPr/>
          </p:nvSpPr>
          <p:spPr bwMode="auto">
            <a:xfrm>
              <a:off x="2784" y="2592"/>
              <a:ext cx="156" cy="1232"/>
            </a:xfrm>
            <a:custGeom>
              <a:avLst/>
              <a:gdLst>
                <a:gd name="T0" fmla="*/ 156 w 300"/>
                <a:gd name="T1" fmla="*/ 1214 h 3600"/>
                <a:gd name="T2" fmla="*/ 156 w 300"/>
                <a:gd name="T3" fmla="*/ 1232 h 3600"/>
                <a:gd name="T4" fmla="*/ 0 w 300"/>
                <a:gd name="T5" fmla="*/ 1230 h 3600"/>
                <a:gd name="T6" fmla="*/ 0 w 300"/>
                <a:gd name="T7" fmla="*/ 0 h 3600"/>
                <a:gd name="T8" fmla="*/ 100 w 300"/>
                <a:gd name="T9" fmla="*/ 0 h 3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0"/>
                <a:gd name="T16" fmla="*/ 0 h 3600"/>
                <a:gd name="T17" fmla="*/ 300 w 300"/>
                <a:gd name="T18" fmla="*/ 3600 h 36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0" h="3600">
                  <a:moveTo>
                    <a:pt x="300" y="3546"/>
                  </a:moveTo>
                  <a:lnTo>
                    <a:pt x="300" y="3600"/>
                  </a:lnTo>
                  <a:lnTo>
                    <a:pt x="0" y="3594"/>
                  </a:ln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49232" name="Oval 96"/>
          <p:cNvSpPr>
            <a:spLocks noChangeArrowheads="1"/>
          </p:cNvSpPr>
          <p:nvPr/>
        </p:nvSpPr>
        <p:spPr bwMode="auto">
          <a:xfrm rot="2483555">
            <a:off x="1425280" y="4351113"/>
            <a:ext cx="2284375" cy="1291225"/>
          </a:xfrm>
          <a:prstGeom prst="ellipse">
            <a:avLst/>
          </a:prstGeom>
          <a:solidFill>
            <a:schemeClr val="accent2">
              <a:lumMod val="40000"/>
              <a:lumOff val="60000"/>
              <a:alpha val="23000"/>
            </a:schemeClr>
          </a:solidFill>
          <a:ln>
            <a:solidFill>
              <a:srgbClr val="99CCFF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rgbClr val="002060"/>
              </a:solidFill>
            </a:endParaRPr>
          </a:p>
        </p:txBody>
      </p:sp>
      <p:sp>
        <p:nvSpPr>
          <p:cNvPr id="49231" name="AutoShape 98"/>
          <p:cNvSpPr>
            <a:spLocks noChangeArrowheads="1"/>
          </p:cNvSpPr>
          <p:nvPr/>
        </p:nvSpPr>
        <p:spPr bwMode="auto">
          <a:xfrm>
            <a:off x="4495800" y="4829300"/>
            <a:ext cx="4114800" cy="11430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2F0810-A290-404C-AD50-B7D908288FB7}" type="slidenum">
              <a:rPr lang="en-US" altLang="en-US" smtClean="0"/>
              <a:pPr/>
              <a:t>36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57F0BB-A314-1A8F-337E-FBDF7C0F239C}"/>
              </a:ext>
            </a:extLst>
          </p:cNvPr>
          <p:cNvSpPr/>
          <p:nvPr/>
        </p:nvSpPr>
        <p:spPr>
          <a:xfrm>
            <a:off x="3781109" y="2195907"/>
            <a:ext cx="496886" cy="2393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A35443-04D5-51E7-0A33-4F26A56B8B97}"/>
              </a:ext>
            </a:extLst>
          </p:cNvPr>
          <p:cNvSpPr/>
          <p:nvPr/>
        </p:nvSpPr>
        <p:spPr>
          <a:xfrm>
            <a:off x="6384837" y="2204317"/>
            <a:ext cx="496886" cy="2393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8612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Example: Dijkstra’s Algorithm (cont.)</a:t>
            </a:r>
          </a:p>
        </p:txBody>
      </p:sp>
      <p:sp>
        <p:nvSpPr>
          <p:cNvPr id="51206" name="Text Box 3"/>
          <p:cNvSpPr txBox="1">
            <a:spLocks noChangeArrowheads="1"/>
          </p:cNvSpPr>
          <p:nvPr/>
        </p:nvSpPr>
        <p:spPr bwMode="auto">
          <a:xfrm>
            <a:off x="266700" y="1506538"/>
            <a:ext cx="708025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>
                <a:latin typeface="Arial" panose="020B0604020202020204" pitchFamily="34" charset="0"/>
              </a:rPr>
              <a:t>Step</a:t>
            </a:r>
          </a:p>
          <a:p>
            <a:r>
              <a:rPr lang="en-US" altLang="en-US" b="0">
                <a:latin typeface="Arial" panose="020B0604020202020204" pitchFamily="34" charset="0"/>
              </a:rPr>
              <a:t>0</a:t>
            </a:r>
          </a:p>
          <a:p>
            <a:r>
              <a:rPr lang="en-US" altLang="en-US" b="0">
                <a:latin typeface="Arial" panose="020B0604020202020204" pitchFamily="34" charset="0"/>
              </a:rPr>
              <a:t>1</a:t>
            </a:r>
          </a:p>
          <a:p>
            <a:r>
              <a:rPr lang="en-US" altLang="en-US" b="0">
                <a:latin typeface="Arial" panose="020B0604020202020204" pitchFamily="34" charset="0"/>
              </a:rPr>
              <a:t>2</a:t>
            </a:r>
          </a:p>
          <a:p>
            <a:r>
              <a:rPr lang="en-US" altLang="en-US" b="0">
                <a:latin typeface="Arial" panose="020B0604020202020204" pitchFamily="34" charset="0"/>
              </a:rPr>
              <a:t>3</a:t>
            </a:r>
          </a:p>
          <a:p>
            <a:r>
              <a:rPr lang="en-US" altLang="en-US" b="0">
                <a:latin typeface="Arial" panose="020B0604020202020204" pitchFamily="34" charset="0"/>
              </a:rPr>
              <a:t>4</a:t>
            </a:r>
          </a:p>
          <a:p>
            <a:r>
              <a:rPr lang="en-US" altLang="en-US" b="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51207" name="Text Box 4"/>
          <p:cNvSpPr txBox="1">
            <a:spLocks noChangeArrowheads="1"/>
          </p:cNvSpPr>
          <p:nvPr/>
        </p:nvSpPr>
        <p:spPr bwMode="auto">
          <a:xfrm>
            <a:off x="1379538" y="1516063"/>
            <a:ext cx="9191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>
                <a:latin typeface="Arial" panose="020B0604020202020204" pitchFamily="34" charset="0"/>
              </a:rPr>
              <a:t>start S</a:t>
            </a:r>
          </a:p>
          <a:p>
            <a:r>
              <a:rPr lang="en-US" altLang="en-US" b="0">
                <a:latin typeface="Arial" panose="020B0604020202020204" pitchFamily="34" charset="0"/>
              </a:rPr>
              <a:t>A</a:t>
            </a:r>
          </a:p>
          <a:p>
            <a:r>
              <a:rPr lang="en-US" altLang="en-US" b="0">
                <a:latin typeface="Arial" panose="020B0604020202020204" pitchFamily="34" charset="0"/>
              </a:rPr>
              <a:t>AD</a:t>
            </a:r>
          </a:p>
          <a:p>
            <a:r>
              <a:rPr lang="en-US" altLang="en-US" b="0">
                <a:latin typeface="Arial" panose="020B0604020202020204" pitchFamily="34" charset="0"/>
              </a:rPr>
              <a:t>ADE</a:t>
            </a:r>
          </a:p>
        </p:txBody>
      </p:sp>
      <p:sp>
        <p:nvSpPr>
          <p:cNvPr id="51208" name="Text Box 5"/>
          <p:cNvSpPr txBox="1">
            <a:spLocks noChangeArrowheads="1"/>
          </p:cNvSpPr>
          <p:nvPr/>
        </p:nvSpPr>
        <p:spPr bwMode="auto">
          <a:xfrm>
            <a:off x="2441575" y="1497013"/>
            <a:ext cx="12573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>
                <a:latin typeface="Arial" panose="020B0604020202020204" pitchFamily="34" charset="0"/>
              </a:rPr>
              <a:t>D(B),p(B)</a:t>
            </a:r>
          </a:p>
          <a:p>
            <a:r>
              <a:rPr lang="en-US" altLang="en-US" b="0">
                <a:latin typeface="Arial" panose="020B0604020202020204" pitchFamily="34" charset="0"/>
              </a:rPr>
              <a:t>2,A</a:t>
            </a:r>
          </a:p>
          <a:p>
            <a:endParaRPr lang="en-US" altLang="en-US" b="0">
              <a:latin typeface="Arial" panose="020B0604020202020204" pitchFamily="34" charset="0"/>
            </a:endParaRPr>
          </a:p>
        </p:txBody>
      </p:sp>
      <p:sp>
        <p:nvSpPr>
          <p:cNvPr id="51209" name="Text Box 6"/>
          <p:cNvSpPr txBox="1">
            <a:spLocks noChangeArrowheads="1"/>
          </p:cNvSpPr>
          <p:nvPr/>
        </p:nvSpPr>
        <p:spPr bwMode="auto">
          <a:xfrm>
            <a:off x="3694113" y="1501775"/>
            <a:ext cx="129554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 dirty="0">
                <a:latin typeface="Arial" panose="020B0604020202020204" pitchFamily="34" charset="0"/>
              </a:rPr>
              <a:t>D(C),p(C)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5,A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4,D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3,E</a:t>
            </a:r>
          </a:p>
        </p:txBody>
      </p:sp>
      <p:sp>
        <p:nvSpPr>
          <p:cNvPr id="51210" name="Text Box 7"/>
          <p:cNvSpPr txBox="1">
            <a:spLocks noChangeArrowheads="1"/>
          </p:cNvSpPr>
          <p:nvPr/>
        </p:nvSpPr>
        <p:spPr bwMode="auto">
          <a:xfrm>
            <a:off x="4943475" y="1497013"/>
            <a:ext cx="130997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D(D),p(D)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1,A</a:t>
            </a:r>
          </a:p>
        </p:txBody>
      </p:sp>
      <p:sp>
        <p:nvSpPr>
          <p:cNvPr id="51211" name="Text Box 8"/>
          <p:cNvSpPr txBox="1">
            <a:spLocks noChangeArrowheads="1"/>
          </p:cNvSpPr>
          <p:nvPr/>
        </p:nvSpPr>
        <p:spPr bwMode="auto">
          <a:xfrm>
            <a:off x="6294438" y="1501775"/>
            <a:ext cx="128112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D(E),p(E)</a:t>
            </a:r>
          </a:p>
          <a:p>
            <a:endParaRPr lang="en-US" altLang="en-US" b="0" dirty="0">
              <a:latin typeface="Arial" panose="020B0604020202020204" pitchFamily="34" charset="0"/>
            </a:endParaRPr>
          </a:p>
          <a:p>
            <a:r>
              <a:rPr lang="en-US" altLang="en-US" b="0" dirty="0">
                <a:latin typeface="Arial" panose="020B0604020202020204" pitchFamily="34" charset="0"/>
              </a:rPr>
              <a:t>2,D</a:t>
            </a:r>
          </a:p>
        </p:txBody>
      </p:sp>
      <p:sp>
        <p:nvSpPr>
          <p:cNvPr id="51212" name="Text Box 9"/>
          <p:cNvSpPr txBox="1">
            <a:spLocks noChangeArrowheads="1"/>
          </p:cNvSpPr>
          <p:nvPr/>
        </p:nvSpPr>
        <p:spPr bwMode="auto">
          <a:xfrm>
            <a:off x="7575550" y="1516063"/>
            <a:ext cx="1237839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 dirty="0">
                <a:latin typeface="Arial" panose="020B0604020202020204" pitchFamily="34" charset="0"/>
              </a:rPr>
              <a:t>D(F),p(F)</a:t>
            </a:r>
          </a:p>
          <a:p>
            <a:endParaRPr lang="en-US" altLang="en-US" b="0" dirty="0">
              <a:latin typeface="Arial" panose="020B0604020202020204" pitchFamily="34" charset="0"/>
            </a:endParaRPr>
          </a:p>
          <a:p>
            <a:endParaRPr lang="en-US" altLang="en-US" b="0" dirty="0">
              <a:latin typeface="Arial" panose="020B0604020202020204" pitchFamily="34" charset="0"/>
            </a:endParaRPr>
          </a:p>
          <a:p>
            <a:r>
              <a:rPr lang="en-US" altLang="en-US" b="0" dirty="0">
                <a:latin typeface="Arial" panose="020B0604020202020204" pitchFamily="34" charset="0"/>
              </a:rPr>
              <a:t>4,E</a:t>
            </a:r>
          </a:p>
        </p:txBody>
      </p:sp>
      <p:sp>
        <p:nvSpPr>
          <p:cNvPr id="51213" name="Line 10"/>
          <p:cNvSpPr>
            <a:spLocks noChangeShapeType="1"/>
          </p:cNvSpPr>
          <p:nvPr/>
        </p:nvSpPr>
        <p:spPr bwMode="auto">
          <a:xfrm>
            <a:off x="361950" y="1857375"/>
            <a:ext cx="8505825" cy="95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1214" name="Line 11"/>
          <p:cNvSpPr>
            <a:spLocks noChangeShapeType="1"/>
          </p:cNvSpPr>
          <p:nvPr/>
        </p:nvSpPr>
        <p:spPr bwMode="auto">
          <a:xfrm>
            <a:off x="519113" y="2162175"/>
            <a:ext cx="8296275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1215" name="Line 12"/>
          <p:cNvSpPr>
            <a:spLocks noChangeShapeType="1"/>
          </p:cNvSpPr>
          <p:nvPr/>
        </p:nvSpPr>
        <p:spPr bwMode="auto">
          <a:xfrm>
            <a:off x="538163" y="2457450"/>
            <a:ext cx="8267700" cy="4763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1216" name="Line 13"/>
          <p:cNvSpPr>
            <a:spLocks noChangeShapeType="1"/>
          </p:cNvSpPr>
          <p:nvPr/>
        </p:nvSpPr>
        <p:spPr bwMode="auto">
          <a:xfrm>
            <a:off x="547688" y="2767013"/>
            <a:ext cx="8253412" cy="9525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1217" name="Line 14"/>
          <p:cNvSpPr>
            <a:spLocks noChangeShapeType="1"/>
          </p:cNvSpPr>
          <p:nvPr/>
        </p:nvSpPr>
        <p:spPr bwMode="auto">
          <a:xfrm>
            <a:off x="557213" y="3071813"/>
            <a:ext cx="8267700" cy="9525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1218" name="Line 15"/>
          <p:cNvSpPr>
            <a:spLocks noChangeShapeType="1"/>
          </p:cNvSpPr>
          <p:nvPr/>
        </p:nvSpPr>
        <p:spPr bwMode="auto">
          <a:xfrm>
            <a:off x="571500" y="3386138"/>
            <a:ext cx="8262938" cy="4762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graphicFrame>
        <p:nvGraphicFramePr>
          <p:cNvPr id="51202" name="Object 2"/>
          <p:cNvGraphicFramePr>
            <a:graphicFrameLocks noChangeAspect="1"/>
          </p:cNvGraphicFramePr>
          <p:nvPr/>
        </p:nvGraphicFramePr>
        <p:xfrm>
          <a:off x="6363494" y="1841500"/>
          <a:ext cx="381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80" imgH="126720" progId="Equation.3">
                  <p:embed/>
                </p:oleObj>
              </mc:Choice>
              <mc:Fallback>
                <p:oleObj name="Equation" r:id="rId3" imgW="152280" imgH="126720" progId="Equation.3">
                  <p:embed/>
                  <p:pic>
                    <p:nvPicPr>
                      <p:cNvPr id="5120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3494" y="1841500"/>
                        <a:ext cx="381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3" name="Object 3"/>
          <p:cNvGraphicFramePr>
            <a:graphicFrameLocks noChangeAspect="1"/>
          </p:cNvGraphicFramePr>
          <p:nvPr/>
        </p:nvGraphicFramePr>
        <p:xfrm>
          <a:off x="7670808" y="1850956"/>
          <a:ext cx="381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80" imgH="126720" progId="Equation.3">
                  <p:embed/>
                </p:oleObj>
              </mc:Choice>
              <mc:Fallback>
                <p:oleObj name="Equation" r:id="rId5" imgW="152280" imgH="126720" progId="Equation.3">
                  <p:embed/>
                  <p:pic>
                    <p:nvPicPr>
                      <p:cNvPr id="5120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0808" y="1850956"/>
                        <a:ext cx="381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9" name="Line 19"/>
          <p:cNvSpPr>
            <a:spLocks noChangeShapeType="1"/>
          </p:cNvSpPr>
          <p:nvPr/>
        </p:nvSpPr>
        <p:spPr bwMode="auto">
          <a:xfrm>
            <a:off x="0" y="2590800"/>
            <a:ext cx="36195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NZ"/>
          </a:p>
        </p:txBody>
      </p:sp>
      <p:sp>
        <p:nvSpPr>
          <p:cNvPr id="51220" name="Freeform 20"/>
          <p:cNvSpPr>
            <a:spLocks/>
          </p:cNvSpPr>
          <p:nvPr/>
        </p:nvSpPr>
        <p:spPr bwMode="auto">
          <a:xfrm>
            <a:off x="609600" y="3810000"/>
            <a:ext cx="3571875" cy="2236788"/>
          </a:xfrm>
          <a:custGeom>
            <a:avLst/>
            <a:gdLst>
              <a:gd name="T0" fmla="*/ 0 w 2250"/>
              <a:gd name="T1" fmla="*/ 990600 h 1409"/>
              <a:gd name="T2" fmla="*/ 347663 w 2250"/>
              <a:gd name="T3" fmla="*/ 509588 h 1409"/>
              <a:gd name="T4" fmla="*/ 839788 w 2250"/>
              <a:gd name="T5" fmla="*/ 55563 h 1409"/>
              <a:gd name="T6" fmla="*/ 2462213 w 2250"/>
              <a:gd name="T7" fmla="*/ 176213 h 1409"/>
              <a:gd name="T8" fmla="*/ 3124200 w 2250"/>
              <a:gd name="T9" fmla="*/ 766763 h 1409"/>
              <a:gd name="T10" fmla="*/ 3490913 w 2250"/>
              <a:gd name="T11" fmla="*/ 1438275 h 1409"/>
              <a:gd name="T12" fmla="*/ 2633663 w 2250"/>
              <a:gd name="T13" fmla="*/ 2085975 h 1409"/>
              <a:gd name="T14" fmla="*/ 1576388 w 2250"/>
              <a:gd name="T15" fmla="*/ 2200275 h 1409"/>
              <a:gd name="T16" fmla="*/ 738188 w 2250"/>
              <a:gd name="T17" fmla="*/ 2152650 h 1409"/>
              <a:gd name="T18" fmla="*/ 161925 w 2250"/>
              <a:gd name="T19" fmla="*/ 1695450 h 1409"/>
              <a:gd name="T20" fmla="*/ 0 w 2250"/>
              <a:gd name="T21" fmla="*/ 990600 h 140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250"/>
              <a:gd name="T34" fmla="*/ 0 h 1409"/>
              <a:gd name="T35" fmla="*/ 2250 w 2250"/>
              <a:gd name="T36" fmla="*/ 1409 h 140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250" h="1409">
                <a:moveTo>
                  <a:pt x="0" y="624"/>
                </a:moveTo>
                <a:cubicBezTo>
                  <a:pt x="5" y="506"/>
                  <a:pt x="131" y="419"/>
                  <a:pt x="219" y="321"/>
                </a:cubicBezTo>
                <a:cubicBezTo>
                  <a:pt x="307" y="223"/>
                  <a:pt x="307" y="70"/>
                  <a:pt x="529" y="35"/>
                </a:cubicBezTo>
                <a:cubicBezTo>
                  <a:pt x="751" y="0"/>
                  <a:pt x="1311" y="36"/>
                  <a:pt x="1551" y="111"/>
                </a:cubicBezTo>
                <a:cubicBezTo>
                  <a:pt x="1791" y="186"/>
                  <a:pt x="1860" y="351"/>
                  <a:pt x="1968" y="483"/>
                </a:cubicBezTo>
                <a:cubicBezTo>
                  <a:pt x="2076" y="615"/>
                  <a:pt x="2250" y="767"/>
                  <a:pt x="2199" y="906"/>
                </a:cubicBezTo>
                <a:cubicBezTo>
                  <a:pt x="2148" y="1045"/>
                  <a:pt x="1860" y="1234"/>
                  <a:pt x="1659" y="1314"/>
                </a:cubicBezTo>
                <a:cubicBezTo>
                  <a:pt x="1458" y="1394"/>
                  <a:pt x="1192" y="1379"/>
                  <a:pt x="993" y="1386"/>
                </a:cubicBezTo>
                <a:cubicBezTo>
                  <a:pt x="794" y="1393"/>
                  <a:pt x="613" y="1409"/>
                  <a:pt x="465" y="1356"/>
                </a:cubicBezTo>
                <a:cubicBezTo>
                  <a:pt x="317" y="1303"/>
                  <a:pt x="180" y="1190"/>
                  <a:pt x="102" y="1068"/>
                </a:cubicBezTo>
                <a:cubicBezTo>
                  <a:pt x="24" y="946"/>
                  <a:pt x="21" y="716"/>
                  <a:pt x="0" y="624"/>
                </a:cubicBezTo>
                <a:close/>
              </a:path>
            </a:pathLst>
          </a:cu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21" name="Freeform 21"/>
          <p:cNvSpPr>
            <a:spLocks/>
          </p:cNvSpPr>
          <p:nvPr/>
        </p:nvSpPr>
        <p:spPr bwMode="auto">
          <a:xfrm>
            <a:off x="1143000" y="4681538"/>
            <a:ext cx="542925" cy="295275"/>
          </a:xfrm>
          <a:custGeom>
            <a:avLst/>
            <a:gdLst>
              <a:gd name="T0" fmla="*/ 0 w 342"/>
              <a:gd name="T1" fmla="*/ 295275 h 186"/>
              <a:gd name="T2" fmla="*/ 542925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22" name="Oval 22"/>
          <p:cNvSpPr>
            <a:spLocks noChangeArrowheads="1"/>
          </p:cNvSpPr>
          <p:nvPr/>
        </p:nvSpPr>
        <p:spPr bwMode="auto">
          <a:xfrm>
            <a:off x="730250" y="5065713"/>
            <a:ext cx="496888" cy="128587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23" name="Line 23"/>
          <p:cNvSpPr>
            <a:spLocks noChangeShapeType="1"/>
          </p:cNvSpPr>
          <p:nvPr/>
        </p:nvSpPr>
        <p:spPr bwMode="auto">
          <a:xfrm>
            <a:off x="730250" y="5054600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1224" name="Line 24"/>
          <p:cNvSpPr>
            <a:spLocks noChangeShapeType="1"/>
          </p:cNvSpPr>
          <p:nvPr/>
        </p:nvSpPr>
        <p:spPr bwMode="auto">
          <a:xfrm>
            <a:off x="1227138" y="5054600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1225" name="Rectangle 25"/>
          <p:cNvSpPr>
            <a:spLocks noChangeArrowheads="1"/>
          </p:cNvSpPr>
          <p:nvPr/>
        </p:nvSpPr>
        <p:spPr bwMode="auto">
          <a:xfrm>
            <a:off x="730250" y="5054600"/>
            <a:ext cx="492125" cy="77788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800" b="0">
              <a:latin typeface="Arial" panose="020B0604020202020204" pitchFamily="34" charset="0"/>
            </a:endParaRPr>
          </a:p>
        </p:txBody>
      </p:sp>
      <p:sp>
        <p:nvSpPr>
          <p:cNvPr id="51226" name="Oval 26"/>
          <p:cNvSpPr>
            <a:spLocks noChangeArrowheads="1"/>
          </p:cNvSpPr>
          <p:nvPr/>
        </p:nvSpPr>
        <p:spPr bwMode="auto">
          <a:xfrm>
            <a:off x="725488" y="4960938"/>
            <a:ext cx="496887" cy="150812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27" name="Oval 27"/>
          <p:cNvSpPr>
            <a:spLocks noChangeArrowheads="1"/>
          </p:cNvSpPr>
          <p:nvPr/>
        </p:nvSpPr>
        <p:spPr bwMode="auto">
          <a:xfrm>
            <a:off x="1482725" y="5680075"/>
            <a:ext cx="496888" cy="128588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28" name="Line 28"/>
          <p:cNvSpPr>
            <a:spLocks noChangeShapeType="1"/>
          </p:cNvSpPr>
          <p:nvPr/>
        </p:nvSpPr>
        <p:spPr bwMode="auto">
          <a:xfrm>
            <a:off x="1482725" y="5668963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1229" name="Line 29"/>
          <p:cNvSpPr>
            <a:spLocks noChangeShapeType="1"/>
          </p:cNvSpPr>
          <p:nvPr/>
        </p:nvSpPr>
        <p:spPr bwMode="auto">
          <a:xfrm>
            <a:off x="1979613" y="5668963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1230" name="Rectangle 30"/>
          <p:cNvSpPr>
            <a:spLocks noChangeArrowheads="1"/>
          </p:cNvSpPr>
          <p:nvPr/>
        </p:nvSpPr>
        <p:spPr bwMode="auto">
          <a:xfrm>
            <a:off x="1482725" y="5668963"/>
            <a:ext cx="492125" cy="77787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800" b="0">
              <a:latin typeface="Arial" panose="020B0604020202020204" pitchFamily="34" charset="0"/>
            </a:endParaRPr>
          </a:p>
        </p:txBody>
      </p:sp>
      <p:sp>
        <p:nvSpPr>
          <p:cNvPr id="51231" name="Oval 31"/>
          <p:cNvSpPr>
            <a:spLocks noChangeArrowheads="1"/>
          </p:cNvSpPr>
          <p:nvPr/>
        </p:nvSpPr>
        <p:spPr bwMode="auto">
          <a:xfrm>
            <a:off x="1477963" y="5575300"/>
            <a:ext cx="496887" cy="150813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32" name="Oval 32"/>
          <p:cNvSpPr>
            <a:spLocks noChangeArrowheads="1"/>
          </p:cNvSpPr>
          <p:nvPr/>
        </p:nvSpPr>
        <p:spPr bwMode="auto">
          <a:xfrm>
            <a:off x="1476375" y="4584700"/>
            <a:ext cx="496888" cy="12858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33" name="Line 33"/>
          <p:cNvSpPr>
            <a:spLocks noChangeShapeType="1"/>
          </p:cNvSpPr>
          <p:nvPr/>
        </p:nvSpPr>
        <p:spPr bwMode="auto">
          <a:xfrm>
            <a:off x="1476375" y="4573588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1234" name="Line 34"/>
          <p:cNvSpPr>
            <a:spLocks noChangeShapeType="1"/>
          </p:cNvSpPr>
          <p:nvPr/>
        </p:nvSpPr>
        <p:spPr bwMode="auto">
          <a:xfrm>
            <a:off x="1973263" y="4573588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1235" name="Rectangle 35"/>
          <p:cNvSpPr>
            <a:spLocks noChangeArrowheads="1"/>
          </p:cNvSpPr>
          <p:nvPr/>
        </p:nvSpPr>
        <p:spPr bwMode="auto">
          <a:xfrm>
            <a:off x="1476375" y="4573588"/>
            <a:ext cx="492125" cy="77787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800" b="0">
              <a:latin typeface="Arial" panose="020B0604020202020204" pitchFamily="34" charset="0"/>
            </a:endParaRPr>
          </a:p>
        </p:txBody>
      </p:sp>
      <p:sp>
        <p:nvSpPr>
          <p:cNvPr id="51236" name="Oval 36"/>
          <p:cNvSpPr>
            <a:spLocks noChangeArrowheads="1"/>
          </p:cNvSpPr>
          <p:nvPr/>
        </p:nvSpPr>
        <p:spPr bwMode="auto">
          <a:xfrm>
            <a:off x="1471613" y="4479925"/>
            <a:ext cx="496887" cy="150813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37" name="Oval 37"/>
          <p:cNvSpPr>
            <a:spLocks noChangeArrowheads="1"/>
          </p:cNvSpPr>
          <p:nvPr/>
        </p:nvSpPr>
        <p:spPr bwMode="auto">
          <a:xfrm>
            <a:off x="2560638" y="4578350"/>
            <a:ext cx="495300" cy="12858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38" name="Line 38"/>
          <p:cNvSpPr>
            <a:spLocks noChangeShapeType="1"/>
          </p:cNvSpPr>
          <p:nvPr/>
        </p:nvSpPr>
        <p:spPr bwMode="auto">
          <a:xfrm>
            <a:off x="2560638" y="4567238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1239" name="Line 39"/>
          <p:cNvSpPr>
            <a:spLocks noChangeShapeType="1"/>
          </p:cNvSpPr>
          <p:nvPr/>
        </p:nvSpPr>
        <p:spPr bwMode="auto">
          <a:xfrm>
            <a:off x="3055938" y="4567238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1240" name="Rectangle 40"/>
          <p:cNvSpPr>
            <a:spLocks noChangeArrowheads="1"/>
          </p:cNvSpPr>
          <p:nvPr/>
        </p:nvSpPr>
        <p:spPr bwMode="auto">
          <a:xfrm>
            <a:off x="2560638" y="4567238"/>
            <a:ext cx="490537" cy="77787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800" b="0">
              <a:latin typeface="Arial" panose="020B0604020202020204" pitchFamily="34" charset="0"/>
            </a:endParaRPr>
          </a:p>
        </p:txBody>
      </p:sp>
      <p:sp>
        <p:nvSpPr>
          <p:cNvPr id="51241" name="Oval 41"/>
          <p:cNvSpPr>
            <a:spLocks noChangeArrowheads="1"/>
          </p:cNvSpPr>
          <p:nvPr/>
        </p:nvSpPr>
        <p:spPr bwMode="auto">
          <a:xfrm>
            <a:off x="2565400" y="4478338"/>
            <a:ext cx="495300" cy="150812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42" name="Oval 42"/>
          <p:cNvSpPr>
            <a:spLocks noChangeArrowheads="1"/>
          </p:cNvSpPr>
          <p:nvPr/>
        </p:nvSpPr>
        <p:spPr bwMode="auto">
          <a:xfrm>
            <a:off x="2576513" y="5675313"/>
            <a:ext cx="496887" cy="128587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43" name="Line 43"/>
          <p:cNvSpPr>
            <a:spLocks noChangeShapeType="1"/>
          </p:cNvSpPr>
          <p:nvPr/>
        </p:nvSpPr>
        <p:spPr bwMode="auto">
          <a:xfrm>
            <a:off x="2576513" y="5664200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1244" name="Line 44"/>
          <p:cNvSpPr>
            <a:spLocks noChangeShapeType="1"/>
          </p:cNvSpPr>
          <p:nvPr/>
        </p:nvSpPr>
        <p:spPr bwMode="auto">
          <a:xfrm>
            <a:off x="3073400" y="5664200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1245" name="Rectangle 45"/>
          <p:cNvSpPr>
            <a:spLocks noChangeArrowheads="1"/>
          </p:cNvSpPr>
          <p:nvPr/>
        </p:nvSpPr>
        <p:spPr bwMode="auto">
          <a:xfrm>
            <a:off x="2576513" y="5664200"/>
            <a:ext cx="492125" cy="77788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800" b="0">
              <a:latin typeface="Arial" panose="020B0604020202020204" pitchFamily="34" charset="0"/>
            </a:endParaRPr>
          </a:p>
        </p:txBody>
      </p:sp>
      <p:sp>
        <p:nvSpPr>
          <p:cNvPr id="51246" name="Oval 46"/>
          <p:cNvSpPr>
            <a:spLocks noChangeArrowheads="1"/>
          </p:cNvSpPr>
          <p:nvPr/>
        </p:nvSpPr>
        <p:spPr bwMode="auto">
          <a:xfrm>
            <a:off x="2571750" y="5570538"/>
            <a:ext cx="496888" cy="150812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47" name="Oval 47"/>
          <p:cNvSpPr>
            <a:spLocks noChangeArrowheads="1"/>
          </p:cNvSpPr>
          <p:nvPr/>
        </p:nvSpPr>
        <p:spPr bwMode="auto">
          <a:xfrm>
            <a:off x="3473450" y="5133975"/>
            <a:ext cx="496888" cy="12858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48" name="Line 48"/>
          <p:cNvSpPr>
            <a:spLocks noChangeShapeType="1"/>
          </p:cNvSpPr>
          <p:nvPr/>
        </p:nvSpPr>
        <p:spPr bwMode="auto">
          <a:xfrm>
            <a:off x="3473450" y="5122863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1249" name="Rectangle 50"/>
          <p:cNvSpPr>
            <a:spLocks noChangeArrowheads="1"/>
          </p:cNvSpPr>
          <p:nvPr/>
        </p:nvSpPr>
        <p:spPr bwMode="auto">
          <a:xfrm>
            <a:off x="3473450" y="5122863"/>
            <a:ext cx="492125" cy="77787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800" b="0">
              <a:latin typeface="Arial" panose="020B0604020202020204" pitchFamily="34" charset="0"/>
            </a:endParaRPr>
          </a:p>
        </p:txBody>
      </p:sp>
      <p:sp>
        <p:nvSpPr>
          <p:cNvPr id="51250" name="Oval 51"/>
          <p:cNvSpPr>
            <a:spLocks noChangeArrowheads="1"/>
          </p:cNvSpPr>
          <p:nvPr/>
        </p:nvSpPr>
        <p:spPr bwMode="auto">
          <a:xfrm>
            <a:off x="3468688" y="5029200"/>
            <a:ext cx="496887" cy="150813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51" name="Freeform 52"/>
          <p:cNvSpPr>
            <a:spLocks/>
          </p:cNvSpPr>
          <p:nvPr/>
        </p:nvSpPr>
        <p:spPr bwMode="auto">
          <a:xfrm>
            <a:off x="1724025" y="4733925"/>
            <a:ext cx="1588" cy="852488"/>
          </a:xfrm>
          <a:custGeom>
            <a:avLst/>
            <a:gdLst>
              <a:gd name="T0" fmla="*/ 0 w 1"/>
              <a:gd name="T1" fmla="*/ 0 h 537"/>
              <a:gd name="T2" fmla="*/ 0 w 1"/>
              <a:gd name="T3" fmla="*/ 852488 h 537"/>
              <a:gd name="T4" fmla="*/ 0 60000 65536"/>
              <a:gd name="T5" fmla="*/ 0 60000 65536"/>
              <a:gd name="T6" fmla="*/ 0 w 1"/>
              <a:gd name="T7" fmla="*/ 0 h 537"/>
              <a:gd name="T8" fmla="*/ 1 w 1"/>
              <a:gd name="T9" fmla="*/ 537 h 53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37">
                <a:moveTo>
                  <a:pt x="0" y="0"/>
                </a:moveTo>
                <a:lnTo>
                  <a:pt x="0" y="537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52" name="Freeform 53"/>
          <p:cNvSpPr>
            <a:spLocks/>
          </p:cNvSpPr>
          <p:nvPr/>
        </p:nvSpPr>
        <p:spPr bwMode="auto">
          <a:xfrm>
            <a:off x="1985963" y="4710113"/>
            <a:ext cx="800100" cy="952500"/>
          </a:xfrm>
          <a:custGeom>
            <a:avLst/>
            <a:gdLst>
              <a:gd name="T0" fmla="*/ 0 w 378"/>
              <a:gd name="T1" fmla="*/ 952500 h 174"/>
              <a:gd name="T2" fmla="*/ 800100 w 378"/>
              <a:gd name="T3" fmla="*/ 0 h 174"/>
              <a:gd name="T4" fmla="*/ 0 60000 65536"/>
              <a:gd name="T5" fmla="*/ 0 60000 65536"/>
              <a:gd name="T6" fmla="*/ 0 w 378"/>
              <a:gd name="T7" fmla="*/ 0 h 174"/>
              <a:gd name="T8" fmla="*/ 378 w 378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53" name="Freeform 54"/>
          <p:cNvSpPr>
            <a:spLocks/>
          </p:cNvSpPr>
          <p:nvPr/>
        </p:nvSpPr>
        <p:spPr bwMode="auto">
          <a:xfrm>
            <a:off x="3076575" y="5262563"/>
            <a:ext cx="581025" cy="428625"/>
          </a:xfrm>
          <a:custGeom>
            <a:avLst/>
            <a:gdLst>
              <a:gd name="T0" fmla="*/ 0 w 366"/>
              <a:gd name="T1" fmla="*/ 428625 h 270"/>
              <a:gd name="T2" fmla="*/ 581025 w 366"/>
              <a:gd name="T3" fmla="*/ 0 h 270"/>
              <a:gd name="T4" fmla="*/ 0 60000 65536"/>
              <a:gd name="T5" fmla="*/ 0 60000 65536"/>
              <a:gd name="T6" fmla="*/ 0 w 366"/>
              <a:gd name="T7" fmla="*/ 0 h 270"/>
              <a:gd name="T8" fmla="*/ 366 w 366"/>
              <a:gd name="T9" fmla="*/ 270 h 2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270">
                <a:moveTo>
                  <a:pt x="0" y="270"/>
                </a:moveTo>
                <a:lnTo>
                  <a:pt x="366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54" name="Freeform 55"/>
          <p:cNvSpPr>
            <a:spLocks/>
          </p:cNvSpPr>
          <p:nvPr/>
        </p:nvSpPr>
        <p:spPr bwMode="auto">
          <a:xfrm>
            <a:off x="1995488" y="5710238"/>
            <a:ext cx="581025" cy="1587"/>
          </a:xfrm>
          <a:custGeom>
            <a:avLst/>
            <a:gdLst>
              <a:gd name="T0" fmla="*/ 581025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55" name="Freeform 56"/>
          <p:cNvSpPr>
            <a:spLocks/>
          </p:cNvSpPr>
          <p:nvPr/>
        </p:nvSpPr>
        <p:spPr bwMode="auto">
          <a:xfrm>
            <a:off x="1057275" y="5195888"/>
            <a:ext cx="438150" cy="419100"/>
          </a:xfrm>
          <a:custGeom>
            <a:avLst/>
            <a:gdLst>
              <a:gd name="T0" fmla="*/ 438150 w 276"/>
              <a:gd name="T1" fmla="*/ 419100 h 264"/>
              <a:gd name="T2" fmla="*/ 0 w 276"/>
              <a:gd name="T3" fmla="*/ 0 h 264"/>
              <a:gd name="T4" fmla="*/ 0 60000 65536"/>
              <a:gd name="T5" fmla="*/ 0 60000 65536"/>
              <a:gd name="T6" fmla="*/ 0 w 276"/>
              <a:gd name="T7" fmla="*/ 0 h 264"/>
              <a:gd name="T8" fmla="*/ 276 w 276"/>
              <a:gd name="T9" fmla="*/ 264 h 26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6" h="264">
                <a:moveTo>
                  <a:pt x="276" y="264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56" name="Freeform 57"/>
          <p:cNvSpPr>
            <a:spLocks/>
          </p:cNvSpPr>
          <p:nvPr/>
        </p:nvSpPr>
        <p:spPr bwMode="auto">
          <a:xfrm>
            <a:off x="1985963" y="4614863"/>
            <a:ext cx="581025" cy="1587"/>
          </a:xfrm>
          <a:custGeom>
            <a:avLst/>
            <a:gdLst>
              <a:gd name="T0" fmla="*/ 581025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57" name="Freeform 58"/>
          <p:cNvSpPr>
            <a:spLocks/>
          </p:cNvSpPr>
          <p:nvPr/>
        </p:nvSpPr>
        <p:spPr bwMode="auto">
          <a:xfrm>
            <a:off x="3057525" y="4610100"/>
            <a:ext cx="628650" cy="423863"/>
          </a:xfrm>
          <a:custGeom>
            <a:avLst/>
            <a:gdLst>
              <a:gd name="T0" fmla="*/ 628650 w 396"/>
              <a:gd name="T1" fmla="*/ 423863 h 267"/>
              <a:gd name="T2" fmla="*/ 0 w 396"/>
              <a:gd name="T3" fmla="*/ 0 h 267"/>
              <a:gd name="T4" fmla="*/ 0 60000 65536"/>
              <a:gd name="T5" fmla="*/ 0 60000 65536"/>
              <a:gd name="T6" fmla="*/ 0 w 396"/>
              <a:gd name="T7" fmla="*/ 0 h 267"/>
              <a:gd name="T8" fmla="*/ 396 w 396"/>
              <a:gd name="T9" fmla="*/ 267 h 26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96" h="267">
                <a:moveTo>
                  <a:pt x="396" y="267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58" name="Freeform 59"/>
          <p:cNvSpPr>
            <a:spLocks/>
          </p:cNvSpPr>
          <p:nvPr/>
        </p:nvSpPr>
        <p:spPr bwMode="auto">
          <a:xfrm>
            <a:off x="966788" y="3929063"/>
            <a:ext cx="1762125" cy="1023937"/>
          </a:xfrm>
          <a:custGeom>
            <a:avLst/>
            <a:gdLst>
              <a:gd name="T0" fmla="*/ 1762125 w 1110"/>
              <a:gd name="T1" fmla="*/ 542925 h 645"/>
              <a:gd name="T2" fmla="*/ 0 w 1110"/>
              <a:gd name="T3" fmla="*/ 1023937 h 645"/>
              <a:gd name="T4" fmla="*/ 0 60000 65536"/>
              <a:gd name="T5" fmla="*/ 0 60000 65536"/>
              <a:gd name="T6" fmla="*/ 0 w 1110"/>
              <a:gd name="T7" fmla="*/ 0 h 645"/>
              <a:gd name="T8" fmla="*/ 1110 w 1110"/>
              <a:gd name="T9" fmla="*/ 645 h 64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10" h="645">
                <a:moveTo>
                  <a:pt x="1110" y="342"/>
                </a:moveTo>
                <a:cubicBezTo>
                  <a:pt x="1104" y="0"/>
                  <a:pt x="21" y="63"/>
                  <a:pt x="0" y="645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51259" name="Group 60"/>
          <p:cNvGrpSpPr>
            <a:grpSpLocks/>
          </p:cNvGrpSpPr>
          <p:nvPr/>
        </p:nvGrpSpPr>
        <p:grpSpPr bwMode="auto">
          <a:xfrm>
            <a:off x="801688" y="4903788"/>
            <a:ext cx="336550" cy="366712"/>
            <a:chOff x="2950" y="2441"/>
            <a:chExt cx="215" cy="231"/>
          </a:xfrm>
        </p:grpSpPr>
        <p:sp>
          <p:nvSpPr>
            <p:cNvPr id="51292" name="Rectangle 61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1293" name="Text Box 62"/>
            <p:cNvSpPr txBox="1">
              <a:spLocks noChangeArrowheads="1"/>
            </p:cNvSpPr>
            <p:nvPr/>
          </p:nvSpPr>
          <p:spPr bwMode="auto">
            <a:xfrm>
              <a:off x="2950" y="2441"/>
              <a:ext cx="2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A</a:t>
              </a:r>
            </a:p>
          </p:txBody>
        </p:sp>
      </p:grpSp>
      <p:grpSp>
        <p:nvGrpSpPr>
          <p:cNvPr id="51260" name="Group 63"/>
          <p:cNvGrpSpPr>
            <a:grpSpLocks/>
          </p:cNvGrpSpPr>
          <p:nvPr/>
        </p:nvGrpSpPr>
        <p:grpSpPr bwMode="auto">
          <a:xfrm>
            <a:off x="2659063" y="5513388"/>
            <a:ext cx="336550" cy="366712"/>
            <a:chOff x="2950" y="2441"/>
            <a:chExt cx="215" cy="231"/>
          </a:xfrm>
        </p:grpSpPr>
        <p:sp>
          <p:nvSpPr>
            <p:cNvPr id="51290" name="Rectangle 64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1291" name="Text Box 65"/>
            <p:cNvSpPr txBox="1">
              <a:spLocks noChangeArrowheads="1"/>
            </p:cNvSpPr>
            <p:nvPr/>
          </p:nvSpPr>
          <p:spPr bwMode="auto">
            <a:xfrm>
              <a:off x="2950" y="2441"/>
              <a:ext cx="2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E</a:t>
              </a:r>
            </a:p>
          </p:txBody>
        </p:sp>
      </p:grpSp>
      <p:grpSp>
        <p:nvGrpSpPr>
          <p:cNvPr id="51261" name="Group 66"/>
          <p:cNvGrpSpPr>
            <a:grpSpLocks/>
          </p:cNvGrpSpPr>
          <p:nvPr/>
        </p:nvGrpSpPr>
        <p:grpSpPr bwMode="auto">
          <a:xfrm>
            <a:off x="1571625" y="5508625"/>
            <a:ext cx="349250" cy="366713"/>
            <a:chOff x="2946" y="2441"/>
            <a:chExt cx="223" cy="231"/>
          </a:xfrm>
        </p:grpSpPr>
        <p:sp>
          <p:nvSpPr>
            <p:cNvPr id="51288" name="Rectangle 67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1289" name="Text Box 68"/>
            <p:cNvSpPr txBox="1">
              <a:spLocks noChangeArrowheads="1"/>
            </p:cNvSpPr>
            <p:nvPr/>
          </p:nvSpPr>
          <p:spPr bwMode="auto">
            <a:xfrm>
              <a:off x="2946" y="2441"/>
              <a:ext cx="22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D</a:t>
              </a:r>
            </a:p>
          </p:txBody>
        </p:sp>
      </p:grpSp>
      <p:grpSp>
        <p:nvGrpSpPr>
          <p:cNvPr id="51262" name="Group 69"/>
          <p:cNvGrpSpPr>
            <a:grpSpLocks/>
          </p:cNvGrpSpPr>
          <p:nvPr/>
        </p:nvGrpSpPr>
        <p:grpSpPr bwMode="auto">
          <a:xfrm>
            <a:off x="2643188" y="4418013"/>
            <a:ext cx="349250" cy="366712"/>
            <a:chOff x="2946" y="2441"/>
            <a:chExt cx="223" cy="231"/>
          </a:xfrm>
        </p:grpSpPr>
        <p:sp>
          <p:nvSpPr>
            <p:cNvPr id="51286" name="Rectangle 70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1287" name="Text Box 71"/>
            <p:cNvSpPr txBox="1">
              <a:spLocks noChangeArrowheads="1"/>
            </p:cNvSpPr>
            <p:nvPr/>
          </p:nvSpPr>
          <p:spPr bwMode="auto">
            <a:xfrm>
              <a:off x="2946" y="2441"/>
              <a:ext cx="22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C</a:t>
              </a:r>
            </a:p>
          </p:txBody>
        </p:sp>
      </p:grpSp>
      <p:grpSp>
        <p:nvGrpSpPr>
          <p:cNvPr id="51263" name="Group 72"/>
          <p:cNvGrpSpPr>
            <a:grpSpLocks/>
          </p:cNvGrpSpPr>
          <p:nvPr/>
        </p:nvGrpSpPr>
        <p:grpSpPr bwMode="auto">
          <a:xfrm>
            <a:off x="1565275" y="4418013"/>
            <a:ext cx="336550" cy="366712"/>
            <a:chOff x="2951" y="2441"/>
            <a:chExt cx="215" cy="231"/>
          </a:xfrm>
        </p:grpSpPr>
        <p:sp>
          <p:nvSpPr>
            <p:cNvPr id="51284" name="Rectangle 73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1285" name="Text Box 74"/>
            <p:cNvSpPr txBox="1">
              <a:spLocks noChangeArrowheads="1"/>
            </p:cNvSpPr>
            <p:nvPr/>
          </p:nvSpPr>
          <p:spPr bwMode="auto">
            <a:xfrm>
              <a:off x="2951" y="2441"/>
              <a:ext cx="2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B</a:t>
              </a:r>
            </a:p>
          </p:txBody>
        </p:sp>
      </p:grpSp>
      <p:grpSp>
        <p:nvGrpSpPr>
          <p:cNvPr id="51264" name="Group 75"/>
          <p:cNvGrpSpPr>
            <a:grpSpLocks/>
          </p:cNvGrpSpPr>
          <p:nvPr/>
        </p:nvGrpSpPr>
        <p:grpSpPr bwMode="auto">
          <a:xfrm>
            <a:off x="3575050" y="4970463"/>
            <a:ext cx="323850" cy="366712"/>
            <a:chOff x="2954" y="2441"/>
            <a:chExt cx="207" cy="231"/>
          </a:xfrm>
        </p:grpSpPr>
        <p:sp>
          <p:nvSpPr>
            <p:cNvPr id="51282" name="Rectangle 76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1283" name="Text Box 77"/>
            <p:cNvSpPr txBox="1">
              <a:spLocks noChangeArrowheads="1"/>
            </p:cNvSpPr>
            <p:nvPr/>
          </p:nvSpPr>
          <p:spPr bwMode="auto">
            <a:xfrm>
              <a:off x="2954" y="2441"/>
              <a:ext cx="20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F</a:t>
              </a:r>
            </a:p>
          </p:txBody>
        </p:sp>
      </p:grpSp>
      <p:sp>
        <p:nvSpPr>
          <p:cNvPr id="51265" name="Text Box 78"/>
          <p:cNvSpPr txBox="1">
            <a:spLocks noChangeArrowheads="1"/>
          </p:cNvSpPr>
          <p:nvPr/>
        </p:nvSpPr>
        <p:spPr bwMode="auto">
          <a:xfrm>
            <a:off x="1135063" y="45989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51266" name="Text Box 79"/>
          <p:cNvSpPr txBox="1">
            <a:spLocks noChangeArrowheads="1"/>
          </p:cNvSpPr>
          <p:nvPr/>
        </p:nvSpPr>
        <p:spPr bwMode="auto">
          <a:xfrm>
            <a:off x="1687513" y="49466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51267" name="Text Box 80"/>
          <p:cNvSpPr txBox="1">
            <a:spLocks noChangeArrowheads="1"/>
          </p:cNvSpPr>
          <p:nvPr/>
        </p:nvSpPr>
        <p:spPr bwMode="auto">
          <a:xfrm>
            <a:off x="996950" y="52847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1268" name="Text Box 81"/>
          <p:cNvSpPr txBox="1">
            <a:spLocks noChangeArrowheads="1"/>
          </p:cNvSpPr>
          <p:nvPr/>
        </p:nvSpPr>
        <p:spPr bwMode="auto">
          <a:xfrm>
            <a:off x="2297113" y="50942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51269" name="Text Box 82"/>
          <p:cNvSpPr txBox="1">
            <a:spLocks noChangeArrowheads="1"/>
          </p:cNvSpPr>
          <p:nvPr/>
        </p:nvSpPr>
        <p:spPr bwMode="auto">
          <a:xfrm>
            <a:off x="2197100" y="56562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1270" name="Text Box 83"/>
          <p:cNvSpPr txBox="1">
            <a:spLocks noChangeArrowheads="1"/>
          </p:cNvSpPr>
          <p:nvPr/>
        </p:nvSpPr>
        <p:spPr bwMode="auto">
          <a:xfrm>
            <a:off x="2768600" y="49752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1271" name="Text Box 84"/>
          <p:cNvSpPr txBox="1">
            <a:spLocks noChangeArrowheads="1"/>
          </p:cNvSpPr>
          <p:nvPr/>
        </p:nvSpPr>
        <p:spPr bwMode="auto">
          <a:xfrm>
            <a:off x="3340100" y="53943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51272" name="Text Box 85"/>
          <p:cNvSpPr txBox="1">
            <a:spLocks noChangeArrowheads="1"/>
          </p:cNvSpPr>
          <p:nvPr/>
        </p:nvSpPr>
        <p:spPr bwMode="auto">
          <a:xfrm>
            <a:off x="3297238" y="45418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51273" name="Text Box 86"/>
          <p:cNvSpPr txBox="1">
            <a:spLocks noChangeArrowheads="1"/>
          </p:cNvSpPr>
          <p:nvPr/>
        </p:nvSpPr>
        <p:spPr bwMode="auto">
          <a:xfrm>
            <a:off x="2130425" y="43037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51274" name="Text Box 87"/>
          <p:cNvSpPr txBox="1">
            <a:spLocks noChangeArrowheads="1"/>
          </p:cNvSpPr>
          <p:nvPr/>
        </p:nvSpPr>
        <p:spPr bwMode="auto">
          <a:xfrm>
            <a:off x="1573213" y="38798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51275" name="Line 88"/>
          <p:cNvSpPr>
            <a:spLocks noChangeShapeType="1"/>
          </p:cNvSpPr>
          <p:nvPr/>
        </p:nvSpPr>
        <p:spPr bwMode="auto">
          <a:xfrm>
            <a:off x="1047750" y="5176838"/>
            <a:ext cx="447675" cy="4476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1276" name="Freeform 89"/>
          <p:cNvSpPr>
            <a:spLocks/>
          </p:cNvSpPr>
          <p:nvPr/>
        </p:nvSpPr>
        <p:spPr bwMode="auto">
          <a:xfrm>
            <a:off x="2809875" y="4724400"/>
            <a:ext cx="1588" cy="828675"/>
          </a:xfrm>
          <a:custGeom>
            <a:avLst/>
            <a:gdLst>
              <a:gd name="T0" fmla="*/ 0 w 1"/>
              <a:gd name="T1" fmla="*/ 0 h 522"/>
              <a:gd name="T2" fmla="*/ 0 w 1"/>
              <a:gd name="T3" fmla="*/ 828675 h 522"/>
              <a:gd name="T4" fmla="*/ 0 60000 65536"/>
              <a:gd name="T5" fmla="*/ 0 60000 65536"/>
              <a:gd name="T6" fmla="*/ 0 w 1"/>
              <a:gd name="T7" fmla="*/ 0 h 522"/>
              <a:gd name="T8" fmla="*/ 1 w 1"/>
              <a:gd name="T9" fmla="*/ 522 h 52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22">
                <a:moveTo>
                  <a:pt x="0" y="0"/>
                </a:moveTo>
                <a:lnTo>
                  <a:pt x="0" y="522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51277" name="Group 93"/>
          <p:cNvGrpSpPr>
            <a:grpSpLocks/>
          </p:cNvGrpSpPr>
          <p:nvPr/>
        </p:nvGrpSpPr>
        <p:grpSpPr bwMode="auto">
          <a:xfrm>
            <a:off x="4040188" y="3668713"/>
            <a:ext cx="5097462" cy="2655887"/>
            <a:chOff x="2549" y="2311"/>
            <a:chExt cx="3211" cy="1673"/>
          </a:xfrm>
        </p:grpSpPr>
        <p:sp>
          <p:nvSpPr>
            <p:cNvPr id="51278" name="Line 94"/>
            <p:cNvSpPr>
              <a:spLocks noChangeShapeType="1"/>
            </p:cNvSpPr>
            <p:nvPr/>
          </p:nvSpPr>
          <p:spPr bwMode="auto">
            <a:xfrm>
              <a:off x="2549" y="322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941151" name="Rectangle 95"/>
            <p:cNvSpPr>
              <a:spLocks noChangeArrowheads="1"/>
            </p:cNvSpPr>
            <p:nvPr/>
          </p:nvSpPr>
          <p:spPr bwMode="auto">
            <a:xfrm>
              <a:off x="2736" y="2400"/>
              <a:ext cx="2976" cy="1584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lIns="90488" tIns="44450" rIns="90488" bIns="44450" anchor="ctr"/>
            <a:lstStyle/>
            <a:p>
              <a:pPr>
                <a:defRPr/>
              </a:pPr>
              <a:endParaRPr lang="en-US">
                <a:latin typeface="Courier New" charset="0"/>
                <a:cs typeface="+mn-cs"/>
              </a:endParaRPr>
            </a:p>
          </p:txBody>
        </p:sp>
        <p:sp>
          <p:nvSpPr>
            <p:cNvPr id="51280" name="Text Box 96"/>
            <p:cNvSpPr txBox="1">
              <a:spLocks noChangeArrowheads="1"/>
            </p:cNvSpPr>
            <p:nvPr/>
          </p:nvSpPr>
          <p:spPr bwMode="auto">
            <a:xfrm>
              <a:off x="2879" y="2311"/>
              <a:ext cx="2881" cy="16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457200" indent="-457200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…</a:t>
              </a: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8   </a:t>
              </a:r>
              <a:r>
                <a:rPr lang="en-US" altLang="en-US" sz="1800" i="1" dirty="0">
                  <a:latin typeface="Arial" panose="020B0604020202020204" pitchFamily="34" charset="0"/>
                </a:rPr>
                <a:t>Loop</a:t>
              </a:r>
              <a:r>
                <a:rPr lang="en-US" altLang="en-US" sz="1800" b="0" i="1" dirty="0">
                  <a:latin typeface="Arial" panose="020B0604020202020204" pitchFamily="34" charset="0"/>
                </a:rPr>
                <a:t> </a:t>
              </a:r>
              <a:endParaRPr lang="en-US" altLang="en-US" sz="1800" b="0" dirty="0">
                <a:latin typeface="Arial" panose="020B0604020202020204" pitchFamily="34" charset="0"/>
              </a:endParaRP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9     find </a:t>
              </a:r>
              <a:r>
                <a:rPr lang="en-US" altLang="en-US" sz="1800" dirty="0">
                  <a:latin typeface="Arial" panose="020B0604020202020204" pitchFamily="34" charset="0"/>
                </a:rPr>
                <a:t>w</a:t>
              </a:r>
              <a:r>
                <a:rPr lang="en-US" altLang="en-US" sz="1800" b="0" dirty="0">
                  <a:latin typeface="Arial" panose="020B0604020202020204" pitchFamily="34" charset="0"/>
                </a:rPr>
                <a:t> not in </a:t>
              </a:r>
              <a:r>
                <a:rPr lang="en-US" altLang="en-US" sz="1800" dirty="0">
                  <a:latin typeface="Arial" panose="020B0604020202020204" pitchFamily="34" charset="0"/>
                </a:rPr>
                <a:t>S</a:t>
              </a:r>
              <a:r>
                <a:rPr lang="en-US" altLang="en-US" sz="1800" b="0" dirty="0">
                  <a:latin typeface="Arial" panose="020B0604020202020204" pitchFamily="34" charset="0"/>
                </a:rPr>
                <a:t> </a:t>
              </a:r>
              <a:r>
                <a:rPr lang="en-US" altLang="en-US" sz="1800" b="0" dirty="0" err="1">
                  <a:latin typeface="Arial" panose="020B0604020202020204" pitchFamily="34" charset="0"/>
                </a:rPr>
                <a:t>s.t.</a:t>
              </a:r>
              <a:r>
                <a:rPr lang="en-US" altLang="en-US" sz="1800" b="0" dirty="0">
                  <a:latin typeface="Arial" panose="020B0604020202020204" pitchFamily="34" charset="0"/>
                </a:rPr>
                <a:t> D(w) is a minimum; </a:t>
              </a: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10   add </a:t>
              </a:r>
              <a:r>
                <a:rPr lang="en-US" altLang="en-US" sz="1800" dirty="0">
                  <a:latin typeface="Arial" panose="020B0604020202020204" pitchFamily="34" charset="0"/>
                </a:rPr>
                <a:t>w</a:t>
              </a:r>
              <a:r>
                <a:rPr lang="en-US" altLang="en-US" sz="1800" b="0" dirty="0">
                  <a:latin typeface="Arial" panose="020B0604020202020204" pitchFamily="34" charset="0"/>
                </a:rPr>
                <a:t> to </a:t>
              </a:r>
              <a:r>
                <a:rPr lang="en-US" altLang="en-US" sz="1800" dirty="0">
                  <a:latin typeface="Arial" panose="020B0604020202020204" pitchFamily="34" charset="0"/>
                </a:rPr>
                <a:t>S</a:t>
              </a:r>
              <a:r>
                <a:rPr lang="en-US" altLang="en-US" sz="1800" b="0" dirty="0">
                  <a:latin typeface="Arial" panose="020B0604020202020204" pitchFamily="34" charset="0"/>
                </a:rPr>
                <a:t>; </a:t>
              </a:r>
            </a:p>
            <a:p>
              <a:pPr algn="l">
                <a:buFontTx/>
                <a:buAutoNum type="arabicPlain" startAt="11"/>
              </a:pPr>
              <a:r>
                <a:rPr lang="en-US" altLang="en-US" sz="1800" b="0" dirty="0">
                  <a:latin typeface="Arial" panose="020B0604020202020204" pitchFamily="34" charset="0"/>
                </a:rPr>
                <a:t>update D(v) for all </a:t>
              </a:r>
              <a:r>
                <a:rPr lang="en-US" altLang="en-US" sz="1800" dirty="0">
                  <a:latin typeface="Arial" panose="020B0604020202020204" pitchFamily="34" charset="0"/>
                </a:rPr>
                <a:t>v</a:t>
              </a:r>
              <a:r>
                <a:rPr lang="en-US" altLang="en-US" sz="1800" b="0" dirty="0">
                  <a:latin typeface="Arial" panose="020B0604020202020204" pitchFamily="34" charset="0"/>
                </a:rPr>
                <a:t> adjacent </a:t>
              </a: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          to </a:t>
              </a:r>
              <a:r>
                <a:rPr lang="en-US" altLang="en-US" sz="1800" dirty="0">
                  <a:latin typeface="Arial" panose="020B0604020202020204" pitchFamily="34" charset="0"/>
                </a:rPr>
                <a:t>w</a:t>
              </a:r>
              <a:r>
                <a:rPr lang="en-US" altLang="en-US" sz="1800" b="0" dirty="0">
                  <a:latin typeface="Arial" panose="020B0604020202020204" pitchFamily="34" charset="0"/>
                </a:rPr>
                <a:t> and not in </a:t>
              </a:r>
              <a:r>
                <a:rPr lang="en-US" altLang="en-US" sz="1800" dirty="0">
                  <a:latin typeface="Arial" panose="020B0604020202020204" pitchFamily="34" charset="0"/>
                </a:rPr>
                <a:t>S</a:t>
              </a:r>
              <a:r>
                <a:rPr lang="en-US" altLang="en-US" sz="1800" b="0" dirty="0">
                  <a:latin typeface="Arial" panose="020B0604020202020204" pitchFamily="34" charset="0"/>
                </a:rPr>
                <a:t>: </a:t>
              </a:r>
            </a:p>
            <a:p>
              <a:pPr algn="l">
                <a:buFont typeface="Arial" panose="020B0604020202020204" pitchFamily="34" charset="0"/>
                <a:buAutoNum type="arabicPlain" startAt="12"/>
              </a:pPr>
              <a:r>
                <a:rPr lang="en-US" altLang="en-US" sz="1800" b="0" dirty="0">
                  <a:latin typeface="Arial" panose="020B0604020202020204" pitchFamily="34" charset="0"/>
                </a:rPr>
                <a:t>if D(w) + c(</a:t>
              </a:r>
              <a:r>
                <a:rPr lang="en-US" altLang="en-US" sz="1800" b="0" dirty="0" err="1">
                  <a:latin typeface="Arial" panose="020B0604020202020204" pitchFamily="34" charset="0"/>
                </a:rPr>
                <a:t>w,v</a:t>
              </a:r>
              <a:r>
                <a:rPr lang="en-US" altLang="en-US" sz="1800" b="0" dirty="0">
                  <a:latin typeface="Arial" panose="020B0604020202020204" pitchFamily="34" charset="0"/>
                </a:rPr>
                <a:t>) &lt; D(v) then</a:t>
              </a:r>
            </a:p>
            <a:p>
              <a:pPr marL="0" indent="0" algn="l"/>
              <a:r>
                <a:rPr lang="en-US" altLang="en-US" sz="1800" b="0" dirty="0">
                  <a:latin typeface="Arial" panose="020B0604020202020204" pitchFamily="34" charset="0"/>
                </a:rPr>
                <a:t>           D(v) = D(w) + c(</a:t>
              </a:r>
              <a:r>
                <a:rPr lang="en-US" altLang="en-US" sz="1800" b="0" dirty="0" err="1">
                  <a:latin typeface="Arial" panose="020B0604020202020204" pitchFamily="34" charset="0"/>
                </a:rPr>
                <a:t>w,v</a:t>
              </a:r>
              <a:r>
                <a:rPr lang="en-US" altLang="en-US" sz="1800" b="0" dirty="0">
                  <a:latin typeface="Arial" panose="020B0604020202020204" pitchFamily="34" charset="0"/>
                </a:rPr>
                <a:t>); p(v) = w;</a:t>
              </a: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13  </a:t>
              </a:r>
              <a:r>
                <a:rPr lang="en-US" altLang="en-US" sz="1800" i="1" dirty="0">
                  <a:latin typeface="Arial" panose="020B0604020202020204" pitchFamily="34" charset="0"/>
                </a:rPr>
                <a:t>until all nodes in S;</a:t>
              </a:r>
              <a:r>
                <a:rPr lang="en-US" altLang="en-US" sz="1800" b="0" dirty="0">
                  <a:latin typeface="Arial" panose="020B0604020202020204" pitchFamily="34" charset="0"/>
                </a:rPr>
                <a:t> </a:t>
              </a:r>
            </a:p>
          </p:txBody>
        </p:sp>
        <p:sp>
          <p:nvSpPr>
            <p:cNvPr id="51281" name="Freeform 97"/>
            <p:cNvSpPr>
              <a:spLocks/>
            </p:cNvSpPr>
            <p:nvPr/>
          </p:nvSpPr>
          <p:spPr bwMode="auto">
            <a:xfrm>
              <a:off x="2784" y="2592"/>
              <a:ext cx="156" cy="1232"/>
            </a:xfrm>
            <a:custGeom>
              <a:avLst/>
              <a:gdLst>
                <a:gd name="T0" fmla="*/ 156 w 300"/>
                <a:gd name="T1" fmla="*/ 1214 h 3600"/>
                <a:gd name="T2" fmla="*/ 156 w 300"/>
                <a:gd name="T3" fmla="*/ 1232 h 3600"/>
                <a:gd name="T4" fmla="*/ 0 w 300"/>
                <a:gd name="T5" fmla="*/ 1230 h 3600"/>
                <a:gd name="T6" fmla="*/ 0 w 300"/>
                <a:gd name="T7" fmla="*/ 0 h 3600"/>
                <a:gd name="T8" fmla="*/ 100 w 300"/>
                <a:gd name="T9" fmla="*/ 0 h 3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0"/>
                <a:gd name="T16" fmla="*/ 0 h 3600"/>
                <a:gd name="T17" fmla="*/ 300 w 300"/>
                <a:gd name="T18" fmla="*/ 3600 h 36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0" h="3600">
                  <a:moveTo>
                    <a:pt x="300" y="3546"/>
                  </a:moveTo>
                  <a:lnTo>
                    <a:pt x="300" y="3600"/>
                  </a:lnTo>
                  <a:lnTo>
                    <a:pt x="0" y="3594"/>
                  </a:ln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2F0810-A290-404C-AD50-B7D908288FB7}" type="slidenum">
              <a:rPr lang="en-US" altLang="en-US" smtClean="0"/>
              <a:pPr/>
              <a:t>37</a:t>
            </a:fld>
            <a:endParaRPr lang="en-US" altLang="en-US"/>
          </a:p>
        </p:txBody>
      </p:sp>
      <p:graphicFrame>
        <p:nvGraphicFramePr>
          <p:cNvPr id="96" name="Object 3"/>
          <p:cNvGraphicFramePr>
            <a:graphicFrameLocks noChangeAspect="1"/>
          </p:cNvGraphicFramePr>
          <p:nvPr/>
        </p:nvGraphicFramePr>
        <p:xfrm>
          <a:off x="7656521" y="2159000"/>
          <a:ext cx="381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80" imgH="126720" progId="Equation.3">
                  <p:embed/>
                </p:oleObj>
              </mc:Choice>
              <mc:Fallback>
                <p:oleObj name="Equation" r:id="rId5" imgW="152280" imgH="126720" progId="Equation.3">
                  <p:embed/>
                  <p:pic>
                    <p:nvPicPr>
                      <p:cNvPr id="9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6521" y="2159000"/>
                        <a:ext cx="381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42319C7-A862-B2C4-BCEB-535985010928}"/>
              </a:ext>
            </a:extLst>
          </p:cNvPr>
          <p:cNvSpPr/>
          <p:nvPr/>
        </p:nvSpPr>
        <p:spPr>
          <a:xfrm>
            <a:off x="3763928" y="2506860"/>
            <a:ext cx="496886" cy="2393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1C31A4-E752-72C4-1F84-31A9AB75E28D}"/>
              </a:ext>
            </a:extLst>
          </p:cNvPr>
          <p:cNvSpPr/>
          <p:nvPr/>
        </p:nvSpPr>
        <p:spPr>
          <a:xfrm>
            <a:off x="7612865" y="2513211"/>
            <a:ext cx="496886" cy="2393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37743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Freeform 2"/>
          <p:cNvSpPr>
            <a:spLocks/>
          </p:cNvSpPr>
          <p:nvPr/>
        </p:nvSpPr>
        <p:spPr bwMode="auto">
          <a:xfrm>
            <a:off x="2808288" y="4724400"/>
            <a:ext cx="1587" cy="828675"/>
          </a:xfrm>
          <a:custGeom>
            <a:avLst/>
            <a:gdLst>
              <a:gd name="T0" fmla="*/ 0 w 1"/>
              <a:gd name="T1" fmla="*/ 0 h 522"/>
              <a:gd name="T2" fmla="*/ 0 w 1"/>
              <a:gd name="T3" fmla="*/ 828675 h 522"/>
              <a:gd name="T4" fmla="*/ 0 60000 65536"/>
              <a:gd name="T5" fmla="*/ 0 60000 65536"/>
              <a:gd name="T6" fmla="*/ 0 w 1"/>
              <a:gd name="T7" fmla="*/ 0 h 522"/>
              <a:gd name="T8" fmla="*/ 1 w 1"/>
              <a:gd name="T9" fmla="*/ 522 h 52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22">
                <a:moveTo>
                  <a:pt x="0" y="0"/>
                </a:moveTo>
                <a:lnTo>
                  <a:pt x="0" y="522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254" name="Freeform 3"/>
          <p:cNvSpPr>
            <a:spLocks/>
          </p:cNvSpPr>
          <p:nvPr/>
        </p:nvSpPr>
        <p:spPr bwMode="auto">
          <a:xfrm>
            <a:off x="2809875" y="4724400"/>
            <a:ext cx="1588" cy="828675"/>
          </a:xfrm>
          <a:custGeom>
            <a:avLst/>
            <a:gdLst>
              <a:gd name="T0" fmla="*/ 0 w 1"/>
              <a:gd name="T1" fmla="*/ 0 h 522"/>
              <a:gd name="T2" fmla="*/ 0 w 1"/>
              <a:gd name="T3" fmla="*/ 828675 h 522"/>
              <a:gd name="T4" fmla="*/ 0 60000 65536"/>
              <a:gd name="T5" fmla="*/ 0 60000 65536"/>
              <a:gd name="T6" fmla="*/ 0 w 1"/>
              <a:gd name="T7" fmla="*/ 0 h 522"/>
              <a:gd name="T8" fmla="*/ 1 w 1"/>
              <a:gd name="T9" fmla="*/ 522 h 52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22">
                <a:moveTo>
                  <a:pt x="0" y="0"/>
                </a:moveTo>
                <a:lnTo>
                  <a:pt x="0" y="522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25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Example: Dijkstra’s Algorithm (cont.)</a:t>
            </a:r>
          </a:p>
        </p:txBody>
      </p:sp>
      <p:sp>
        <p:nvSpPr>
          <p:cNvPr id="53256" name="Text Box 5"/>
          <p:cNvSpPr txBox="1">
            <a:spLocks noChangeArrowheads="1"/>
          </p:cNvSpPr>
          <p:nvPr/>
        </p:nvSpPr>
        <p:spPr bwMode="auto">
          <a:xfrm>
            <a:off x="274638" y="1506538"/>
            <a:ext cx="708025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>
                <a:latin typeface="Arial" panose="020B0604020202020204" pitchFamily="34" charset="0"/>
              </a:rPr>
              <a:t>Step</a:t>
            </a:r>
          </a:p>
          <a:p>
            <a:r>
              <a:rPr lang="en-US" altLang="en-US" b="0">
                <a:latin typeface="Arial" panose="020B0604020202020204" pitchFamily="34" charset="0"/>
              </a:rPr>
              <a:t>0</a:t>
            </a:r>
          </a:p>
          <a:p>
            <a:r>
              <a:rPr lang="en-US" altLang="en-US" b="0">
                <a:latin typeface="Arial" panose="020B0604020202020204" pitchFamily="34" charset="0"/>
              </a:rPr>
              <a:t>1</a:t>
            </a:r>
          </a:p>
          <a:p>
            <a:r>
              <a:rPr lang="en-US" altLang="en-US" b="0">
                <a:latin typeface="Arial" panose="020B0604020202020204" pitchFamily="34" charset="0"/>
              </a:rPr>
              <a:t>2</a:t>
            </a:r>
          </a:p>
          <a:p>
            <a:r>
              <a:rPr lang="en-US" altLang="en-US" b="0">
                <a:latin typeface="Arial" panose="020B0604020202020204" pitchFamily="34" charset="0"/>
              </a:rPr>
              <a:t>3</a:t>
            </a:r>
          </a:p>
          <a:p>
            <a:r>
              <a:rPr lang="en-US" altLang="en-US" b="0">
                <a:latin typeface="Arial" panose="020B0604020202020204" pitchFamily="34" charset="0"/>
              </a:rPr>
              <a:t>4</a:t>
            </a:r>
          </a:p>
          <a:p>
            <a:r>
              <a:rPr lang="en-US" altLang="en-US" b="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53257" name="Text Box 6"/>
          <p:cNvSpPr txBox="1">
            <a:spLocks noChangeArrowheads="1"/>
          </p:cNvSpPr>
          <p:nvPr/>
        </p:nvSpPr>
        <p:spPr bwMode="auto">
          <a:xfrm>
            <a:off x="1387475" y="1516063"/>
            <a:ext cx="919163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>
                <a:latin typeface="Arial" panose="020B0604020202020204" pitchFamily="34" charset="0"/>
              </a:rPr>
              <a:t>start S</a:t>
            </a:r>
          </a:p>
          <a:p>
            <a:r>
              <a:rPr lang="en-US" altLang="en-US" b="0">
                <a:latin typeface="Arial" panose="020B0604020202020204" pitchFamily="34" charset="0"/>
              </a:rPr>
              <a:t>A</a:t>
            </a:r>
          </a:p>
          <a:p>
            <a:r>
              <a:rPr lang="en-US" altLang="en-US" b="0">
                <a:latin typeface="Arial" panose="020B0604020202020204" pitchFamily="34" charset="0"/>
              </a:rPr>
              <a:t>AD</a:t>
            </a:r>
          </a:p>
          <a:p>
            <a:r>
              <a:rPr lang="en-US" altLang="en-US" b="0">
                <a:latin typeface="Arial" panose="020B0604020202020204" pitchFamily="34" charset="0"/>
              </a:rPr>
              <a:t>ADE</a:t>
            </a:r>
          </a:p>
          <a:p>
            <a:r>
              <a:rPr lang="en-US" altLang="en-US" b="0">
                <a:latin typeface="Arial" panose="020B0604020202020204" pitchFamily="34" charset="0"/>
              </a:rPr>
              <a:t>ADEB</a:t>
            </a:r>
          </a:p>
        </p:txBody>
      </p:sp>
      <p:sp>
        <p:nvSpPr>
          <p:cNvPr id="53258" name="Text Box 7"/>
          <p:cNvSpPr txBox="1">
            <a:spLocks noChangeArrowheads="1"/>
          </p:cNvSpPr>
          <p:nvPr/>
        </p:nvSpPr>
        <p:spPr bwMode="auto">
          <a:xfrm>
            <a:off x="2449513" y="1497013"/>
            <a:ext cx="130997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D(B),p(B)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2,A</a:t>
            </a:r>
          </a:p>
        </p:txBody>
      </p:sp>
      <p:sp>
        <p:nvSpPr>
          <p:cNvPr id="53259" name="Text Box 8"/>
          <p:cNvSpPr txBox="1">
            <a:spLocks noChangeArrowheads="1"/>
          </p:cNvSpPr>
          <p:nvPr/>
        </p:nvSpPr>
        <p:spPr bwMode="auto">
          <a:xfrm>
            <a:off x="3702050" y="1501775"/>
            <a:ext cx="1285875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 dirty="0">
                <a:latin typeface="Arial" panose="020B0604020202020204" pitchFamily="34" charset="0"/>
              </a:rPr>
              <a:t>D(C),p(C)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5,A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4,D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3,E</a:t>
            </a:r>
          </a:p>
        </p:txBody>
      </p:sp>
      <p:sp>
        <p:nvSpPr>
          <p:cNvPr id="53260" name="Text Box 9"/>
          <p:cNvSpPr txBox="1">
            <a:spLocks noChangeArrowheads="1"/>
          </p:cNvSpPr>
          <p:nvPr/>
        </p:nvSpPr>
        <p:spPr bwMode="auto">
          <a:xfrm>
            <a:off x="4943475" y="1497013"/>
            <a:ext cx="130997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D(D),p(D)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1,A</a:t>
            </a:r>
          </a:p>
        </p:txBody>
      </p:sp>
      <p:sp>
        <p:nvSpPr>
          <p:cNvPr id="53261" name="Text Box 10"/>
          <p:cNvSpPr txBox="1">
            <a:spLocks noChangeArrowheads="1"/>
          </p:cNvSpPr>
          <p:nvPr/>
        </p:nvSpPr>
        <p:spPr bwMode="auto">
          <a:xfrm>
            <a:off x="6302375" y="1501775"/>
            <a:ext cx="128112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D(E),p(E)</a:t>
            </a:r>
          </a:p>
          <a:p>
            <a:endParaRPr lang="en-US" altLang="en-US" b="0" dirty="0">
              <a:latin typeface="Arial" panose="020B0604020202020204" pitchFamily="34" charset="0"/>
            </a:endParaRPr>
          </a:p>
          <a:p>
            <a:r>
              <a:rPr lang="en-US" altLang="en-US" b="0" dirty="0">
                <a:latin typeface="Arial" panose="020B0604020202020204" pitchFamily="34" charset="0"/>
              </a:rPr>
              <a:t>2,D</a:t>
            </a:r>
          </a:p>
        </p:txBody>
      </p:sp>
      <p:sp>
        <p:nvSpPr>
          <p:cNvPr id="53262" name="Text Box 11"/>
          <p:cNvSpPr txBox="1">
            <a:spLocks noChangeArrowheads="1"/>
          </p:cNvSpPr>
          <p:nvPr/>
        </p:nvSpPr>
        <p:spPr bwMode="auto">
          <a:xfrm>
            <a:off x="7583488" y="1516063"/>
            <a:ext cx="1228725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 dirty="0">
                <a:latin typeface="Arial" panose="020B0604020202020204" pitchFamily="34" charset="0"/>
              </a:rPr>
              <a:t>D(F),p(F)</a:t>
            </a:r>
          </a:p>
          <a:p>
            <a:endParaRPr lang="en-US" altLang="en-US" b="0" dirty="0">
              <a:latin typeface="Arial" panose="020B0604020202020204" pitchFamily="34" charset="0"/>
            </a:endParaRPr>
          </a:p>
          <a:p>
            <a:endParaRPr lang="en-US" altLang="en-US" b="0" dirty="0">
              <a:latin typeface="Arial" panose="020B0604020202020204" pitchFamily="34" charset="0"/>
            </a:endParaRPr>
          </a:p>
          <a:p>
            <a:r>
              <a:rPr lang="en-US" altLang="en-US" b="0" dirty="0">
                <a:latin typeface="Arial" panose="020B0604020202020204" pitchFamily="34" charset="0"/>
              </a:rPr>
              <a:t>4,E</a:t>
            </a:r>
          </a:p>
        </p:txBody>
      </p:sp>
      <p:sp>
        <p:nvSpPr>
          <p:cNvPr id="53263" name="Line 12"/>
          <p:cNvSpPr>
            <a:spLocks noChangeShapeType="1"/>
          </p:cNvSpPr>
          <p:nvPr/>
        </p:nvSpPr>
        <p:spPr bwMode="auto">
          <a:xfrm>
            <a:off x="361950" y="1857375"/>
            <a:ext cx="8505825" cy="95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3264" name="Line 13"/>
          <p:cNvSpPr>
            <a:spLocks noChangeShapeType="1"/>
          </p:cNvSpPr>
          <p:nvPr/>
        </p:nvSpPr>
        <p:spPr bwMode="auto">
          <a:xfrm>
            <a:off x="519113" y="2162175"/>
            <a:ext cx="8296275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3265" name="Line 14"/>
          <p:cNvSpPr>
            <a:spLocks noChangeShapeType="1"/>
          </p:cNvSpPr>
          <p:nvPr/>
        </p:nvSpPr>
        <p:spPr bwMode="auto">
          <a:xfrm>
            <a:off x="538163" y="2457450"/>
            <a:ext cx="8267700" cy="4763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3266" name="Line 15"/>
          <p:cNvSpPr>
            <a:spLocks noChangeShapeType="1"/>
          </p:cNvSpPr>
          <p:nvPr/>
        </p:nvSpPr>
        <p:spPr bwMode="auto">
          <a:xfrm>
            <a:off x="547688" y="2767013"/>
            <a:ext cx="8253412" cy="9525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3267" name="Line 16"/>
          <p:cNvSpPr>
            <a:spLocks noChangeShapeType="1"/>
          </p:cNvSpPr>
          <p:nvPr/>
        </p:nvSpPr>
        <p:spPr bwMode="auto">
          <a:xfrm>
            <a:off x="557213" y="3071813"/>
            <a:ext cx="8267700" cy="9525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3268" name="Line 17"/>
          <p:cNvSpPr>
            <a:spLocks noChangeShapeType="1"/>
          </p:cNvSpPr>
          <p:nvPr/>
        </p:nvSpPr>
        <p:spPr bwMode="auto">
          <a:xfrm>
            <a:off x="571500" y="3386138"/>
            <a:ext cx="8262938" cy="4762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graphicFrame>
        <p:nvGraphicFramePr>
          <p:cNvPr id="53250" name="Object 2"/>
          <p:cNvGraphicFramePr>
            <a:graphicFrameLocks noChangeAspect="1"/>
          </p:cNvGraphicFramePr>
          <p:nvPr/>
        </p:nvGraphicFramePr>
        <p:xfrm>
          <a:off x="6358781" y="1865020"/>
          <a:ext cx="381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80" imgH="126720" progId="Equation.3">
                  <p:embed/>
                </p:oleObj>
              </mc:Choice>
              <mc:Fallback>
                <p:oleObj name="Equation" r:id="rId3" imgW="152280" imgH="126720" progId="Equation.3">
                  <p:embed/>
                  <p:pic>
                    <p:nvPicPr>
                      <p:cNvPr id="532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8781" y="1865020"/>
                        <a:ext cx="381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1" name="Object 3"/>
          <p:cNvGraphicFramePr>
            <a:graphicFrameLocks noChangeAspect="1"/>
          </p:cNvGraphicFramePr>
          <p:nvPr/>
        </p:nvGraphicFramePr>
        <p:xfrm>
          <a:off x="7670807" y="1853407"/>
          <a:ext cx="381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280" imgH="126720" progId="Equation.3">
                  <p:embed/>
                </p:oleObj>
              </mc:Choice>
              <mc:Fallback>
                <p:oleObj name="Equation" r:id="rId5" imgW="152280" imgH="126720" progId="Equation.3">
                  <p:embed/>
                  <p:pic>
                    <p:nvPicPr>
                      <p:cNvPr id="532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0807" y="1853407"/>
                        <a:ext cx="381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9" name="Line 21"/>
          <p:cNvSpPr>
            <a:spLocks noChangeShapeType="1"/>
          </p:cNvSpPr>
          <p:nvPr/>
        </p:nvSpPr>
        <p:spPr bwMode="auto">
          <a:xfrm>
            <a:off x="0" y="2895600"/>
            <a:ext cx="36195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NZ"/>
          </a:p>
        </p:txBody>
      </p:sp>
      <p:sp>
        <p:nvSpPr>
          <p:cNvPr id="53270" name="Freeform 22"/>
          <p:cNvSpPr>
            <a:spLocks/>
          </p:cNvSpPr>
          <p:nvPr/>
        </p:nvSpPr>
        <p:spPr bwMode="auto">
          <a:xfrm>
            <a:off x="609600" y="3810000"/>
            <a:ext cx="3571875" cy="2236788"/>
          </a:xfrm>
          <a:custGeom>
            <a:avLst/>
            <a:gdLst>
              <a:gd name="T0" fmla="*/ 0 w 2250"/>
              <a:gd name="T1" fmla="*/ 990600 h 1409"/>
              <a:gd name="T2" fmla="*/ 347663 w 2250"/>
              <a:gd name="T3" fmla="*/ 509588 h 1409"/>
              <a:gd name="T4" fmla="*/ 839788 w 2250"/>
              <a:gd name="T5" fmla="*/ 55563 h 1409"/>
              <a:gd name="T6" fmla="*/ 2462213 w 2250"/>
              <a:gd name="T7" fmla="*/ 176213 h 1409"/>
              <a:gd name="T8" fmla="*/ 3124200 w 2250"/>
              <a:gd name="T9" fmla="*/ 766763 h 1409"/>
              <a:gd name="T10" fmla="*/ 3490913 w 2250"/>
              <a:gd name="T11" fmla="*/ 1438275 h 1409"/>
              <a:gd name="T12" fmla="*/ 2633663 w 2250"/>
              <a:gd name="T13" fmla="*/ 2085975 h 1409"/>
              <a:gd name="T14" fmla="*/ 1576388 w 2250"/>
              <a:gd name="T15" fmla="*/ 2200275 h 1409"/>
              <a:gd name="T16" fmla="*/ 738188 w 2250"/>
              <a:gd name="T17" fmla="*/ 2152650 h 1409"/>
              <a:gd name="T18" fmla="*/ 161925 w 2250"/>
              <a:gd name="T19" fmla="*/ 1695450 h 1409"/>
              <a:gd name="T20" fmla="*/ 0 w 2250"/>
              <a:gd name="T21" fmla="*/ 990600 h 140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250"/>
              <a:gd name="T34" fmla="*/ 0 h 1409"/>
              <a:gd name="T35" fmla="*/ 2250 w 2250"/>
              <a:gd name="T36" fmla="*/ 1409 h 140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250" h="1409">
                <a:moveTo>
                  <a:pt x="0" y="624"/>
                </a:moveTo>
                <a:cubicBezTo>
                  <a:pt x="5" y="506"/>
                  <a:pt x="131" y="419"/>
                  <a:pt x="219" y="321"/>
                </a:cubicBezTo>
                <a:cubicBezTo>
                  <a:pt x="307" y="223"/>
                  <a:pt x="307" y="70"/>
                  <a:pt x="529" y="35"/>
                </a:cubicBezTo>
                <a:cubicBezTo>
                  <a:pt x="751" y="0"/>
                  <a:pt x="1311" y="36"/>
                  <a:pt x="1551" y="111"/>
                </a:cubicBezTo>
                <a:cubicBezTo>
                  <a:pt x="1791" y="186"/>
                  <a:pt x="1860" y="351"/>
                  <a:pt x="1968" y="483"/>
                </a:cubicBezTo>
                <a:cubicBezTo>
                  <a:pt x="2076" y="615"/>
                  <a:pt x="2250" y="767"/>
                  <a:pt x="2199" y="906"/>
                </a:cubicBezTo>
                <a:cubicBezTo>
                  <a:pt x="2148" y="1045"/>
                  <a:pt x="1860" y="1234"/>
                  <a:pt x="1659" y="1314"/>
                </a:cubicBezTo>
                <a:cubicBezTo>
                  <a:pt x="1458" y="1394"/>
                  <a:pt x="1192" y="1379"/>
                  <a:pt x="993" y="1386"/>
                </a:cubicBezTo>
                <a:cubicBezTo>
                  <a:pt x="794" y="1393"/>
                  <a:pt x="613" y="1409"/>
                  <a:pt x="465" y="1356"/>
                </a:cubicBezTo>
                <a:cubicBezTo>
                  <a:pt x="317" y="1303"/>
                  <a:pt x="180" y="1190"/>
                  <a:pt x="102" y="1068"/>
                </a:cubicBezTo>
                <a:cubicBezTo>
                  <a:pt x="24" y="946"/>
                  <a:pt x="21" y="716"/>
                  <a:pt x="0" y="624"/>
                </a:cubicBezTo>
                <a:close/>
              </a:path>
            </a:pathLst>
          </a:cu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271" name="Freeform 23"/>
          <p:cNvSpPr>
            <a:spLocks/>
          </p:cNvSpPr>
          <p:nvPr/>
        </p:nvSpPr>
        <p:spPr bwMode="auto">
          <a:xfrm>
            <a:off x="1143000" y="4681538"/>
            <a:ext cx="542925" cy="295275"/>
          </a:xfrm>
          <a:custGeom>
            <a:avLst/>
            <a:gdLst>
              <a:gd name="T0" fmla="*/ 0 w 342"/>
              <a:gd name="T1" fmla="*/ 295275 h 186"/>
              <a:gd name="T2" fmla="*/ 542925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272" name="Oval 24"/>
          <p:cNvSpPr>
            <a:spLocks noChangeArrowheads="1"/>
          </p:cNvSpPr>
          <p:nvPr/>
        </p:nvSpPr>
        <p:spPr bwMode="auto">
          <a:xfrm>
            <a:off x="730250" y="5065713"/>
            <a:ext cx="496888" cy="128587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273" name="Line 25"/>
          <p:cNvSpPr>
            <a:spLocks noChangeShapeType="1"/>
          </p:cNvSpPr>
          <p:nvPr/>
        </p:nvSpPr>
        <p:spPr bwMode="auto">
          <a:xfrm>
            <a:off x="730250" y="5054600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3274" name="Line 26"/>
          <p:cNvSpPr>
            <a:spLocks noChangeShapeType="1"/>
          </p:cNvSpPr>
          <p:nvPr/>
        </p:nvSpPr>
        <p:spPr bwMode="auto">
          <a:xfrm>
            <a:off x="1227138" y="5054600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3275" name="Rectangle 27"/>
          <p:cNvSpPr>
            <a:spLocks noChangeArrowheads="1"/>
          </p:cNvSpPr>
          <p:nvPr/>
        </p:nvSpPr>
        <p:spPr bwMode="auto">
          <a:xfrm>
            <a:off x="730250" y="5054600"/>
            <a:ext cx="492125" cy="77788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800" b="0">
              <a:latin typeface="Arial" panose="020B0604020202020204" pitchFamily="34" charset="0"/>
            </a:endParaRPr>
          </a:p>
        </p:txBody>
      </p:sp>
      <p:sp>
        <p:nvSpPr>
          <p:cNvPr id="53276" name="Oval 28"/>
          <p:cNvSpPr>
            <a:spLocks noChangeArrowheads="1"/>
          </p:cNvSpPr>
          <p:nvPr/>
        </p:nvSpPr>
        <p:spPr bwMode="auto">
          <a:xfrm>
            <a:off x="725488" y="4960938"/>
            <a:ext cx="496887" cy="150812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277" name="Oval 29"/>
          <p:cNvSpPr>
            <a:spLocks noChangeArrowheads="1"/>
          </p:cNvSpPr>
          <p:nvPr/>
        </p:nvSpPr>
        <p:spPr bwMode="auto">
          <a:xfrm>
            <a:off x="1482725" y="5680075"/>
            <a:ext cx="496888" cy="128588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278" name="Line 30"/>
          <p:cNvSpPr>
            <a:spLocks noChangeShapeType="1"/>
          </p:cNvSpPr>
          <p:nvPr/>
        </p:nvSpPr>
        <p:spPr bwMode="auto">
          <a:xfrm>
            <a:off x="1482725" y="5668963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3279" name="Line 31"/>
          <p:cNvSpPr>
            <a:spLocks noChangeShapeType="1"/>
          </p:cNvSpPr>
          <p:nvPr/>
        </p:nvSpPr>
        <p:spPr bwMode="auto">
          <a:xfrm>
            <a:off x="1979613" y="5668963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3280" name="Rectangle 32"/>
          <p:cNvSpPr>
            <a:spLocks noChangeArrowheads="1"/>
          </p:cNvSpPr>
          <p:nvPr/>
        </p:nvSpPr>
        <p:spPr bwMode="auto">
          <a:xfrm>
            <a:off x="1482725" y="5668963"/>
            <a:ext cx="492125" cy="77787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800" b="0">
              <a:latin typeface="Arial" panose="020B0604020202020204" pitchFamily="34" charset="0"/>
            </a:endParaRPr>
          </a:p>
        </p:txBody>
      </p:sp>
      <p:sp>
        <p:nvSpPr>
          <p:cNvPr id="53281" name="Oval 33"/>
          <p:cNvSpPr>
            <a:spLocks noChangeArrowheads="1"/>
          </p:cNvSpPr>
          <p:nvPr/>
        </p:nvSpPr>
        <p:spPr bwMode="auto">
          <a:xfrm>
            <a:off x="1477963" y="5575300"/>
            <a:ext cx="496887" cy="150813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282" name="Oval 34"/>
          <p:cNvSpPr>
            <a:spLocks noChangeArrowheads="1"/>
          </p:cNvSpPr>
          <p:nvPr/>
        </p:nvSpPr>
        <p:spPr bwMode="auto">
          <a:xfrm>
            <a:off x="1476375" y="4584700"/>
            <a:ext cx="496888" cy="128588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283" name="Line 35"/>
          <p:cNvSpPr>
            <a:spLocks noChangeShapeType="1"/>
          </p:cNvSpPr>
          <p:nvPr/>
        </p:nvSpPr>
        <p:spPr bwMode="auto">
          <a:xfrm>
            <a:off x="1476375" y="4573588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3284" name="Line 36"/>
          <p:cNvSpPr>
            <a:spLocks noChangeShapeType="1"/>
          </p:cNvSpPr>
          <p:nvPr/>
        </p:nvSpPr>
        <p:spPr bwMode="auto">
          <a:xfrm>
            <a:off x="1973263" y="4573588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3285" name="Rectangle 37"/>
          <p:cNvSpPr>
            <a:spLocks noChangeArrowheads="1"/>
          </p:cNvSpPr>
          <p:nvPr/>
        </p:nvSpPr>
        <p:spPr bwMode="auto">
          <a:xfrm>
            <a:off x="1476375" y="4573588"/>
            <a:ext cx="492125" cy="77787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800" b="0">
              <a:latin typeface="Arial" panose="020B0604020202020204" pitchFamily="34" charset="0"/>
            </a:endParaRPr>
          </a:p>
        </p:txBody>
      </p:sp>
      <p:sp>
        <p:nvSpPr>
          <p:cNvPr id="53286" name="Oval 38"/>
          <p:cNvSpPr>
            <a:spLocks noChangeArrowheads="1"/>
          </p:cNvSpPr>
          <p:nvPr/>
        </p:nvSpPr>
        <p:spPr bwMode="auto">
          <a:xfrm>
            <a:off x="1471613" y="4479925"/>
            <a:ext cx="496887" cy="150813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287" name="Oval 39"/>
          <p:cNvSpPr>
            <a:spLocks noChangeArrowheads="1"/>
          </p:cNvSpPr>
          <p:nvPr/>
        </p:nvSpPr>
        <p:spPr bwMode="auto">
          <a:xfrm>
            <a:off x="2560638" y="4578350"/>
            <a:ext cx="495300" cy="12858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288" name="Line 40"/>
          <p:cNvSpPr>
            <a:spLocks noChangeShapeType="1"/>
          </p:cNvSpPr>
          <p:nvPr/>
        </p:nvSpPr>
        <p:spPr bwMode="auto">
          <a:xfrm>
            <a:off x="2560638" y="4567238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3289" name="Line 41"/>
          <p:cNvSpPr>
            <a:spLocks noChangeShapeType="1"/>
          </p:cNvSpPr>
          <p:nvPr/>
        </p:nvSpPr>
        <p:spPr bwMode="auto">
          <a:xfrm>
            <a:off x="3055938" y="4567238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3290" name="Rectangle 42"/>
          <p:cNvSpPr>
            <a:spLocks noChangeArrowheads="1"/>
          </p:cNvSpPr>
          <p:nvPr/>
        </p:nvSpPr>
        <p:spPr bwMode="auto">
          <a:xfrm>
            <a:off x="2560638" y="4567238"/>
            <a:ext cx="490537" cy="77787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800" b="0">
              <a:latin typeface="Arial" panose="020B0604020202020204" pitchFamily="34" charset="0"/>
            </a:endParaRPr>
          </a:p>
        </p:txBody>
      </p:sp>
      <p:sp>
        <p:nvSpPr>
          <p:cNvPr id="53291" name="Oval 43"/>
          <p:cNvSpPr>
            <a:spLocks noChangeArrowheads="1"/>
          </p:cNvSpPr>
          <p:nvPr/>
        </p:nvSpPr>
        <p:spPr bwMode="auto">
          <a:xfrm>
            <a:off x="2565400" y="4478338"/>
            <a:ext cx="495300" cy="150812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292" name="Oval 44"/>
          <p:cNvSpPr>
            <a:spLocks noChangeArrowheads="1"/>
          </p:cNvSpPr>
          <p:nvPr/>
        </p:nvSpPr>
        <p:spPr bwMode="auto">
          <a:xfrm>
            <a:off x="2576513" y="5675313"/>
            <a:ext cx="496887" cy="128587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293" name="Line 45"/>
          <p:cNvSpPr>
            <a:spLocks noChangeShapeType="1"/>
          </p:cNvSpPr>
          <p:nvPr/>
        </p:nvSpPr>
        <p:spPr bwMode="auto">
          <a:xfrm>
            <a:off x="2576513" y="5664200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3294" name="Line 46"/>
          <p:cNvSpPr>
            <a:spLocks noChangeShapeType="1"/>
          </p:cNvSpPr>
          <p:nvPr/>
        </p:nvSpPr>
        <p:spPr bwMode="auto">
          <a:xfrm>
            <a:off x="3073400" y="5664200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3295" name="Rectangle 47"/>
          <p:cNvSpPr>
            <a:spLocks noChangeArrowheads="1"/>
          </p:cNvSpPr>
          <p:nvPr/>
        </p:nvSpPr>
        <p:spPr bwMode="auto">
          <a:xfrm>
            <a:off x="2576513" y="5664200"/>
            <a:ext cx="492125" cy="77788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800" b="0">
              <a:latin typeface="Arial" panose="020B0604020202020204" pitchFamily="34" charset="0"/>
            </a:endParaRPr>
          </a:p>
        </p:txBody>
      </p:sp>
      <p:sp>
        <p:nvSpPr>
          <p:cNvPr id="53296" name="Oval 48"/>
          <p:cNvSpPr>
            <a:spLocks noChangeArrowheads="1"/>
          </p:cNvSpPr>
          <p:nvPr/>
        </p:nvSpPr>
        <p:spPr bwMode="auto">
          <a:xfrm>
            <a:off x="2571750" y="5570538"/>
            <a:ext cx="496888" cy="150812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297" name="Oval 49"/>
          <p:cNvSpPr>
            <a:spLocks noChangeArrowheads="1"/>
          </p:cNvSpPr>
          <p:nvPr/>
        </p:nvSpPr>
        <p:spPr bwMode="auto">
          <a:xfrm>
            <a:off x="3473450" y="5133975"/>
            <a:ext cx="496888" cy="12858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298" name="Line 50"/>
          <p:cNvSpPr>
            <a:spLocks noChangeShapeType="1"/>
          </p:cNvSpPr>
          <p:nvPr/>
        </p:nvSpPr>
        <p:spPr bwMode="auto">
          <a:xfrm>
            <a:off x="3473450" y="5122863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3299" name="Rectangle 52"/>
          <p:cNvSpPr>
            <a:spLocks noChangeArrowheads="1"/>
          </p:cNvSpPr>
          <p:nvPr/>
        </p:nvSpPr>
        <p:spPr bwMode="auto">
          <a:xfrm>
            <a:off x="3473450" y="5122863"/>
            <a:ext cx="492125" cy="77787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800" b="0">
              <a:latin typeface="Arial" panose="020B0604020202020204" pitchFamily="34" charset="0"/>
            </a:endParaRPr>
          </a:p>
        </p:txBody>
      </p:sp>
      <p:sp>
        <p:nvSpPr>
          <p:cNvPr id="53300" name="Oval 53"/>
          <p:cNvSpPr>
            <a:spLocks noChangeArrowheads="1"/>
          </p:cNvSpPr>
          <p:nvPr/>
        </p:nvSpPr>
        <p:spPr bwMode="auto">
          <a:xfrm>
            <a:off x="3468688" y="5029200"/>
            <a:ext cx="496887" cy="150813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301" name="Freeform 54"/>
          <p:cNvSpPr>
            <a:spLocks/>
          </p:cNvSpPr>
          <p:nvPr/>
        </p:nvSpPr>
        <p:spPr bwMode="auto">
          <a:xfrm>
            <a:off x="1724025" y="4733925"/>
            <a:ext cx="1588" cy="852488"/>
          </a:xfrm>
          <a:custGeom>
            <a:avLst/>
            <a:gdLst>
              <a:gd name="T0" fmla="*/ 0 w 1"/>
              <a:gd name="T1" fmla="*/ 0 h 537"/>
              <a:gd name="T2" fmla="*/ 0 w 1"/>
              <a:gd name="T3" fmla="*/ 852488 h 537"/>
              <a:gd name="T4" fmla="*/ 0 60000 65536"/>
              <a:gd name="T5" fmla="*/ 0 60000 65536"/>
              <a:gd name="T6" fmla="*/ 0 w 1"/>
              <a:gd name="T7" fmla="*/ 0 h 537"/>
              <a:gd name="T8" fmla="*/ 1 w 1"/>
              <a:gd name="T9" fmla="*/ 537 h 53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37">
                <a:moveTo>
                  <a:pt x="0" y="0"/>
                </a:moveTo>
                <a:lnTo>
                  <a:pt x="0" y="537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302" name="Freeform 55"/>
          <p:cNvSpPr>
            <a:spLocks/>
          </p:cNvSpPr>
          <p:nvPr/>
        </p:nvSpPr>
        <p:spPr bwMode="auto">
          <a:xfrm>
            <a:off x="1985963" y="4710113"/>
            <a:ext cx="800100" cy="952500"/>
          </a:xfrm>
          <a:custGeom>
            <a:avLst/>
            <a:gdLst>
              <a:gd name="T0" fmla="*/ 0 w 378"/>
              <a:gd name="T1" fmla="*/ 952500 h 174"/>
              <a:gd name="T2" fmla="*/ 800100 w 378"/>
              <a:gd name="T3" fmla="*/ 0 h 174"/>
              <a:gd name="T4" fmla="*/ 0 60000 65536"/>
              <a:gd name="T5" fmla="*/ 0 60000 65536"/>
              <a:gd name="T6" fmla="*/ 0 w 378"/>
              <a:gd name="T7" fmla="*/ 0 h 174"/>
              <a:gd name="T8" fmla="*/ 378 w 378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303" name="Freeform 56"/>
          <p:cNvSpPr>
            <a:spLocks/>
          </p:cNvSpPr>
          <p:nvPr/>
        </p:nvSpPr>
        <p:spPr bwMode="auto">
          <a:xfrm>
            <a:off x="1995488" y="5710238"/>
            <a:ext cx="581025" cy="1587"/>
          </a:xfrm>
          <a:custGeom>
            <a:avLst/>
            <a:gdLst>
              <a:gd name="T0" fmla="*/ 581025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304" name="Freeform 57"/>
          <p:cNvSpPr>
            <a:spLocks/>
          </p:cNvSpPr>
          <p:nvPr/>
        </p:nvSpPr>
        <p:spPr bwMode="auto">
          <a:xfrm>
            <a:off x="1057275" y="5195888"/>
            <a:ext cx="438150" cy="419100"/>
          </a:xfrm>
          <a:custGeom>
            <a:avLst/>
            <a:gdLst>
              <a:gd name="T0" fmla="*/ 438150 w 276"/>
              <a:gd name="T1" fmla="*/ 419100 h 264"/>
              <a:gd name="T2" fmla="*/ 0 w 276"/>
              <a:gd name="T3" fmla="*/ 0 h 264"/>
              <a:gd name="T4" fmla="*/ 0 60000 65536"/>
              <a:gd name="T5" fmla="*/ 0 60000 65536"/>
              <a:gd name="T6" fmla="*/ 0 w 276"/>
              <a:gd name="T7" fmla="*/ 0 h 264"/>
              <a:gd name="T8" fmla="*/ 276 w 276"/>
              <a:gd name="T9" fmla="*/ 264 h 26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6" h="264">
                <a:moveTo>
                  <a:pt x="276" y="264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305" name="Freeform 58"/>
          <p:cNvSpPr>
            <a:spLocks/>
          </p:cNvSpPr>
          <p:nvPr/>
        </p:nvSpPr>
        <p:spPr bwMode="auto">
          <a:xfrm>
            <a:off x="1985963" y="4614863"/>
            <a:ext cx="581025" cy="1587"/>
          </a:xfrm>
          <a:custGeom>
            <a:avLst/>
            <a:gdLst>
              <a:gd name="T0" fmla="*/ 581025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306" name="Freeform 59"/>
          <p:cNvSpPr>
            <a:spLocks/>
          </p:cNvSpPr>
          <p:nvPr/>
        </p:nvSpPr>
        <p:spPr bwMode="auto">
          <a:xfrm>
            <a:off x="3057525" y="4610100"/>
            <a:ext cx="628650" cy="423863"/>
          </a:xfrm>
          <a:custGeom>
            <a:avLst/>
            <a:gdLst>
              <a:gd name="T0" fmla="*/ 628650 w 396"/>
              <a:gd name="T1" fmla="*/ 423863 h 267"/>
              <a:gd name="T2" fmla="*/ 0 w 396"/>
              <a:gd name="T3" fmla="*/ 0 h 267"/>
              <a:gd name="T4" fmla="*/ 0 60000 65536"/>
              <a:gd name="T5" fmla="*/ 0 60000 65536"/>
              <a:gd name="T6" fmla="*/ 0 w 396"/>
              <a:gd name="T7" fmla="*/ 0 h 267"/>
              <a:gd name="T8" fmla="*/ 396 w 396"/>
              <a:gd name="T9" fmla="*/ 267 h 26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96" h="267">
                <a:moveTo>
                  <a:pt x="396" y="267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307" name="Freeform 60"/>
          <p:cNvSpPr>
            <a:spLocks/>
          </p:cNvSpPr>
          <p:nvPr/>
        </p:nvSpPr>
        <p:spPr bwMode="auto">
          <a:xfrm>
            <a:off x="966788" y="3929063"/>
            <a:ext cx="1762125" cy="1023937"/>
          </a:xfrm>
          <a:custGeom>
            <a:avLst/>
            <a:gdLst>
              <a:gd name="T0" fmla="*/ 1762125 w 1110"/>
              <a:gd name="T1" fmla="*/ 542925 h 645"/>
              <a:gd name="T2" fmla="*/ 0 w 1110"/>
              <a:gd name="T3" fmla="*/ 1023937 h 645"/>
              <a:gd name="T4" fmla="*/ 0 60000 65536"/>
              <a:gd name="T5" fmla="*/ 0 60000 65536"/>
              <a:gd name="T6" fmla="*/ 0 w 1110"/>
              <a:gd name="T7" fmla="*/ 0 h 645"/>
              <a:gd name="T8" fmla="*/ 1110 w 1110"/>
              <a:gd name="T9" fmla="*/ 645 h 64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10" h="645">
                <a:moveTo>
                  <a:pt x="1110" y="342"/>
                </a:moveTo>
                <a:cubicBezTo>
                  <a:pt x="1104" y="0"/>
                  <a:pt x="21" y="63"/>
                  <a:pt x="0" y="645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53308" name="Group 61"/>
          <p:cNvGrpSpPr>
            <a:grpSpLocks/>
          </p:cNvGrpSpPr>
          <p:nvPr/>
        </p:nvGrpSpPr>
        <p:grpSpPr bwMode="auto">
          <a:xfrm>
            <a:off x="801688" y="4903788"/>
            <a:ext cx="336550" cy="366712"/>
            <a:chOff x="2950" y="2441"/>
            <a:chExt cx="215" cy="231"/>
          </a:xfrm>
        </p:grpSpPr>
        <p:sp>
          <p:nvSpPr>
            <p:cNvPr id="53343" name="Rectangle 62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344" name="Text Box 63"/>
            <p:cNvSpPr txBox="1">
              <a:spLocks noChangeArrowheads="1"/>
            </p:cNvSpPr>
            <p:nvPr/>
          </p:nvSpPr>
          <p:spPr bwMode="auto">
            <a:xfrm>
              <a:off x="2950" y="2441"/>
              <a:ext cx="2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A</a:t>
              </a:r>
            </a:p>
          </p:txBody>
        </p:sp>
      </p:grpSp>
      <p:grpSp>
        <p:nvGrpSpPr>
          <p:cNvPr id="53309" name="Group 64"/>
          <p:cNvGrpSpPr>
            <a:grpSpLocks/>
          </p:cNvGrpSpPr>
          <p:nvPr/>
        </p:nvGrpSpPr>
        <p:grpSpPr bwMode="auto">
          <a:xfrm>
            <a:off x="2659063" y="5513388"/>
            <a:ext cx="336550" cy="366712"/>
            <a:chOff x="2950" y="2441"/>
            <a:chExt cx="215" cy="231"/>
          </a:xfrm>
        </p:grpSpPr>
        <p:sp>
          <p:nvSpPr>
            <p:cNvPr id="53341" name="Rectangle 65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342" name="Text Box 66"/>
            <p:cNvSpPr txBox="1">
              <a:spLocks noChangeArrowheads="1"/>
            </p:cNvSpPr>
            <p:nvPr/>
          </p:nvSpPr>
          <p:spPr bwMode="auto">
            <a:xfrm>
              <a:off x="2950" y="2441"/>
              <a:ext cx="2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E</a:t>
              </a:r>
            </a:p>
          </p:txBody>
        </p:sp>
      </p:grpSp>
      <p:grpSp>
        <p:nvGrpSpPr>
          <p:cNvPr id="53310" name="Group 67"/>
          <p:cNvGrpSpPr>
            <a:grpSpLocks/>
          </p:cNvGrpSpPr>
          <p:nvPr/>
        </p:nvGrpSpPr>
        <p:grpSpPr bwMode="auto">
          <a:xfrm>
            <a:off x="1571625" y="5508625"/>
            <a:ext cx="349250" cy="366713"/>
            <a:chOff x="2946" y="2441"/>
            <a:chExt cx="223" cy="231"/>
          </a:xfrm>
        </p:grpSpPr>
        <p:sp>
          <p:nvSpPr>
            <p:cNvPr id="53339" name="Rectangle 68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340" name="Text Box 69"/>
            <p:cNvSpPr txBox="1">
              <a:spLocks noChangeArrowheads="1"/>
            </p:cNvSpPr>
            <p:nvPr/>
          </p:nvSpPr>
          <p:spPr bwMode="auto">
            <a:xfrm>
              <a:off x="2946" y="2441"/>
              <a:ext cx="22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D</a:t>
              </a:r>
            </a:p>
          </p:txBody>
        </p:sp>
      </p:grpSp>
      <p:grpSp>
        <p:nvGrpSpPr>
          <p:cNvPr id="53311" name="Group 70"/>
          <p:cNvGrpSpPr>
            <a:grpSpLocks/>
          </p:cNvGrpSpPr>
          <p:nvPr/>
        </p:nvGrpSpPr>
        <p:grpSpPr bwMode="auto">
          <a:xfrm>
            <a:off x="2643188" y="4418013"/>
            <a:ext cx="349250" cy="366712"/>
            <a:chOff x="2946" y="2441"/>
            <a:chExt cx="223" cy="231"/>
          </a:xfrm>
        </p:grpSpPr>
        <p:sp>
          <p:nvSpPr>
            <p:cNvPr id="53337" name="Rectangle 71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338" name="Text Box 72"/>
            <p:cNvSpPr txBox="1">
              <a:spLocks noChangeArrowheads="1"/>
            </p:cNvSpPr>
            <p:nvPr/>
          </p:nvSpPr>
          <p:spPr bwMode="auto">
            <a:xfrm>
              <a:off x="2946" y="2441"/>
              <a:ext cx="22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C</a:t>
              </a:r>
            </a:p>
          </p:txBody>
        </p:sp>
      </p:grpSp>
      <p:grpSp>
        <p:nvGrpSpPr>
          <p:cNvPr id="53312" name="Group 73"/>
          <p:cNvGrpSpPr>
            <a:grpSpLocks/>
          </p:cNvGrpSpPr>
          <p:nvPr/>
        </p:nvGrpSpPr>
        <p:grpSpPr bwMode="auto">
          <a:xfrm>
            <a:off x="1565275" y="4418013"/>
            <a:ext cx="336550" cy="366712"/>
            <a:chOff x="2951" y="2441"/>
            <a:chExt cx="215" cy="231"/>
          </a:xfrm>
        </p:grpSpPr>
        <p:sp>
          <p:nvSpPr>
            <p:cNvPr id="53335" name="Rectangle 74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336" name="Text Box 75"/>
            <p:cNvSpPr txBox="1">
              <a:spLocks noChangeArrowheads="1"/>
            </p:cNvSpPr>
            <p:nvPr/>
          </p:nvSpPr>
          <p:spPr bwMode="auto">
            <a:xfrm>
              <a:off x="2951" y="2441"/>
              <a:ext cx="2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B</a:t>
              </a:r>
            </a:p>
          </p:txBody>
        </p:sp>
      </p:grpSp>
      <p:grpSp>
        <p:nvGrpSpPr>
          <p:cNvPr id="53313" name="Group 76"/>
          <p:cNvGrpSpPr>
            <a:grpSpLocks/>
          </p:cNvGrpSpPr>
          <p:nvPr/>
        </p:nvGrpSpPr>
        <p:grpSpPr bwMode="auto">
          <a:xfrm>
            <a:off x="3575050" y="4970463"/>
            <a:ext cx="323850" cy="366712"/>
            <a:chOff x="2954" y="2441"/>
            <a:chExt cx="207" cy="231"/>
          </a:xfrm>
        </p:grpSpPr>
        <p:sp>
          <p:nvSpPr>
            <p:cNvPr id="53333" name="Rectangle 77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334" name="Text Box 78"/>
            <p:cNvSpPr txBox="1">
              <a:spLocks noChangeArrowheads="1"/>
            </p:cNvSpPr>
            <p:nvPr/>
          </p:nvSpPr>
          <p:spPr bwMode="auto">
            <a:xfrm>
              <a:off x="2954" y="2441"/>
              <a:ext cx="20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F</a:t>
              </a:r>
            </a:p>
          </p:txBody>
        </p:sp>
      </p:grpSp>
      <p:sp>
        <p:nvSpPr>
          <p:cNvPr id="53314" name="Text Box 79"/>
          <p:cNvSpPr txBox="1">
            <a:spLocks noChangeArrowheads="1"/>
          </p:cNvSpPr>
          <p:nvPr/>
        </p:nvSpPr>
        <p:spPr bwMode="auto">
          <a:xfrm>
            <a:off x="1135063" y="45989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53315" name="Text Box 80"/>
          <p:cNvSpPr txBox="1">
            <a:spLocks noChangeArrowheads="1"/>
          </p:cNvSpPr>
          <p:nvPr/>
        </p:nvSpPr>
        <p:spPr bwMode="auto">
          <a:xfrm>
            <a:off x="1687513" y="49466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53316" name="Text Box 81"/>
          <p:cNvSpPr txBox="1">
            <a:spLocks noChangeArrowheads="1"/>
          </p:cNvSpPr>
          <p:nvPr/>
        </p:nvSpPr>
        <p:spPr bwMode="auto">
          <a:xfrm>
            <a:off x="996950" y="52847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3317" name="Text Box 82"/>
          <p:cNvSpPr txBox="1">
            <a:spLocks noChangeArrowheads="1"/>
          </p:cNvSpPr>
          <p:nvPr/>
        </p:nvSpPr>
        <p:spPr bwMode="auto">
          <a:xfrm>
            <a:off x="2345532" y="5214101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53318" name="Text Box 83"/>
          <p:cNvSpPr txBox="1">
            <a:spLocks noChangeArrowheads="1"/>
          </p:cNvSpPr>
          <p:nvPr/>
        </p:nvSpPr>
        <p:spPr bwMode="auto">
          <a:xfrm>
            <a:off x="2197100" y="56562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3319" name="Text Box 84"/>
          <p:cNvSpPr txBox="1">
            <a:spLocks noChangeArrowheads="1"/>
          </p:cNvSpPr>
          <p:nvPr/>
        </p:nvSpPr>
        <p:spPr bwMode="auto">
          <a:xfrm>
            <a:off x="2768600" y="49752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3320" name="Text Box 85"/>
          <p:cNvSpPr txBox="1">
            <a:spLocks noChangeArrowheads="1"/>
          </p:cNvSpPr>
          <p:nvPr/>
        </p:nvSpPr>
        <p:spPr bwMode="auto">
          <a:xfrm>
            <a:off x="3340100" y="53943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53321" name="Text Box 86"/>
          <p:cNvSpPr txBox="1">
            <a:spLocks noChangeArrowheads="1"/>
          </p:cNvSpPr>
          <p:nvPr/>
        </p:nvSpPr>
        <p:spPr bwMode="auto">
          <a:xfrm>
            <a:off x="3297238" y="45418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53322" name="Text Box 87"/>
          <p:cNvSpPr txBox="1">
            <a:spLocks noChangeArrowheads="1"/>
          </p:cNvSpPr>
          <p:nvPr/>
        </p:nvSpPr>
        <p:spPr bwMode="auto">
          <a:xfrm>
            <a:off x="2130425" y="43037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53323" name="Text Box 88"/>
          <p:cNvSpPr txBox="1">
            <a:spLocks noChangeArrowheads="1"/>
          </p:cNvSpPr>
          <p:nvPr/>
        </p:nvSpPr>
        <p:spPr bwMode="auto">
          <a:xfrm>
            <a:off x="1573213" y="38798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53324" name="Line 89"/>
          <p:cNvSpPr>
            <a:spLocks noChangeShapeType="1"/>
          </p:cNvSpPr>
          <p:nvPr/>
        </p:nvSpPr>
        <p:spPr bwMode="auto">
          <a:xfrm>
            <a:off x="1047750" y="5176838"/>
            <a:ext cx="447675" cy="4476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3325" name="Line 90"/>
          <p:cNvSpPr>
            <a:spLocks noChangeShapeType="1"/>
          </p:cNvSpPr>
          <p:nvPr/>
        </p:nvSpPr>
        <p:spPr bwMode="auto">
          <a:xfrm flipV="1">
            <a:off x="1143000" y="4719638"/>
            <a:ext cx="495300" cy="2571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3326" name="Freeform 91"/>
          <p:cNvSpPr>
            <a:spLocks/>
          </p:cNvSpPr>
          <p:nvPr/>
        </p:nvSpPr>
        <p:spPr bwMode="auto">
          <a:xfrm>
            <a:off x="3038475" y="5286375"/>
            <a:ext cx="581025" cy="428625"/>
          </a:xfrm>
          <a:custGeom>
            <a:avLst/>
            <a:gdLst>
              <a:gd name="T0" fmla="*/ 0 w 366"/>
              <a:gd name="T1" fmla="*/ 428625 h 270"/>
              <a:gd name="T2" fmla="*/ 581025 w 366"/>
              <a:gd name="T3" fmla="*/ 0 h 270"/>
              <a:gd name="T4" fmla="*/ 0 60000 65536"/>
              <a:gd name="T5" fmla="*/ 0 60000 65536"/>
              <a:gd name="T6" fmla="*/ 0 w 366"/>
              <a:gd name="T7" fmla="*/ 0 h 270"/>
              <a:gd name="T8" fmla="*/ 366 w 366"/>
              <a:gd name="T9" fmla="*/ 270 h 2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270">
                <a:moveTo>
                  <a:pt x="0" y="270"/>
                </a:moveTo>
                <a:lnTo>
                  <a:pt x="366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327" name="Freeform 92"/>
          <p:cNvSpPr>
            <a:spLocks/>
          </p:cNvSpPr>
          <p:nvPr/>
        </p:nvSpPr>
        <p:spPr bwMode="auto">
          <a:xfrm>
            <a:off x="2809875" y="4724400"/>
            <a:ext cx="1588" cy="828675"/>
          </a:xfrm>
          <a:custGeom>
            <a:avLst/>
            <a:gdLst>
              <a:gd name="T0" fmla="*/ 0 w 1"/>
              <a:gd name="T1" fmla="*/ 0 h 522"/>
              <a:gd name="T2" fmla="*/ 0 w 1"/>
              <a:gd name="T3" fmla="*/ 828675 h 522"/>
              <a:gd name="T4" fmla="*/ 0 60000 65536"/>
              <a:gd name="T5" fmla="*/ 0 60000 65536"/>
              <a:gd name="T6" fmla="*/ 0 w 1"/>
              <a:gd name="T7" fmla="*/ 0 h 522"/>
              <a:gd name="T8" fmla="*/ 1 w 1"/>
              <a:gd name="T9" fmla="*/ 522 h 52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22">
                <a:moveTo>
                  <a:pt x="0" y="0"/>
                </a:moveTo>
                <a:lnTo>
                  <a:pt x="0" y="522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53328" name="Group 96"/>
          <p:cNvGrpSpPr>
            <a:grpSpLocks/>
          </p:cNvGrpSpPr>
          <p:nvPr/>
        </p:nvGrpSpPr>
        <p:grpSpPr bwMode="auto">
          <a:xfrm>
            <a:off x="4040188" y="3668713"/>
            <a:ext cx="5097462" cy="2655887"/>
            <a:chOff x="2549" y="2311"/>
            <a:chExt cx="3211" cy="1673"/>
          </a:xfrm>
        </p:grpSpPr>
        <p:sp>
          <p:nvSpPr>
            <p:cNvPr id="53329" name="Line 97"/>
            <p:cNvSpPr>
              <a:spLocks noChangeShapeType="1"/>
            </p:cNvSpPr>
            <p:nvPr/>
          </p:nvSpPr>
          <p:spPr bwMode="auto">
            <a:xfrm>
              <a:off x="2549" y="322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943202" name="Rectangle 98"/>
            <p:cNvSpPr>
              <a:spLocks noChangeArrowheads="1"/>
            </p:cNvSpPr>
            <p:nvPr/>
          </p:nvSpPr>
          <p:spPr bwMode="auto">
            <a:xfrm>
              <a:off x="2736" y="2400"/>
              <a:ext cx="2976" cy="1584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lIns="90488" tIns="44450" rIns="90488" bIns="44450" anchor="ctr"/>
            <a:lstStyle/>
            <a:p>
              <a:pPr>
                <a:defRPr/>
              </a:pPr>
              <a:endParaRPr lang="en-US">
                <a:latin typeface="Courier New" charset="0"/>
                <a:cs typeface="+mn-cs"/>
              </a:endParaRPr>
            </a:p>
          </p:txBody>
        </p:sp>
        <p:sp>
          <p:nvSpPr>
            <p:cNvPr id="53331" name="Text Box 99"/>
            <p:cNvSpPr txBox="1">
              <a:spLocks noChangeArrowheads="1"/>
            </p:cNvSpPr>
            <p:nvPr/>
          </p:nvSpPr>
          <p:spPr bwMode="auto">
            <a:xfrm>
              <a:off x="2879" y="2311"/>
              <a:ext cx="2881" cy="16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457200" indent="-457200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…</a:t>
              </a: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8   </a:t>
              </a:r>
              <a:r>
                <a:rPr lang="en-US" altLang="en-US" sz="1800" i="1" dirty="0">
                  <a:latin typeface="Arial" panose="020B0604020202020204" pitchFamily="34" charset="0"/>
                </a:rPr>
                <a:t>Loop</a:t>
              </a:r>
              <a:r>
                <a:rPr lang="en-US" altLang="en-US" sz="1800" b="0" i="1" dirty="0">
                  <a:latin typeface="Arial" panose="020B0604020202020204" pitchFamily="34" charset="0"/>
                </a:rPr>
                <a:t> </a:t>
              </a:r>
              <a:endParaRPr lang="en-US" altLang="en-US" sz="1800" b="0" dirty="0">
                <a:latin typeface="Arial" panose="020B0604020202020204" pitchFamily="34" charset="0"/>
              </a:endParaRP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9     find </a:t>
              </a:r>
              <a:r>
                <a:rPr lang="en-US" altLang="en-US" sz="1800" dirty="0">
                  <a:latin typeface="Arial" panose="020B0604020202020204" pitchFamily="34" charset="0"/>
                </a:rPr>
                <a:t>w</a:t>
              </a:r>
              <a:r>
                <a:rPr lang="en-US" altLang="en-US" sz="1800" b="0" dirty="0">
                  <a:latin typeface="Arial" panose="020B0604020202020204" pitchFamily="34" charset="0"/>
                </a:rPr>
                <a:t> not in </a:t>
              </a:r>
              <a:r>
                <a:rPr lang="en-US" altLang="en-US" sz="1800" dirty="0">
                  <a:latin typeface="Arial" panose="020B0604020202020204" pitchFamily="34" charset="0"/>
                </a:rPr>
                <a:t>S</a:t>
              </a:r>
              <a:r>
                <a:rPr lang="en-US" altLang="en-US" sz="1800" b="0" dirty="0">
                  <a:latin typeface="Arial" panose="020B0604020202020204" pitchFamily="34" charset="0"/>
                </a:rPr>
                <a:t> </a:t>
              </a:r>
              <a:r>
                <a:rPr lang="en-US" altLang="en-US" sz="1800" b="0" dirty="0" err="1">
                  <a:latin typeface="Arial" panose="020B0604020202020204" pitchFamily="34" charset="0"/>
                </a:rPr>
                <a:t>s.t.</a:t>
              </a:r>
              <a:r>
                <a:rPr lang="en-US" altLang="en-US" sz="1800" b="0" dirty="0">
                  <a:latin typeface="Arial" panose="020B0604020202020204" pitchFamily="34" charset="0"/>
                </a:rPr>
                <a:t> D(w) is a minimum; </a:t>
              </a: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10   add </a:t>
              </a:r>
              <a:r>
                <a:rPr lang="en-US" altLang="en-US" sz="1800" dirty="0">
                  <a:latin typeface="Arial" panose="020B0604020202020204" pitchFamily="34" charset="0"/>
                </a:rPr>
                <a:t>w</a:t>
              </a:r>
              <a:r>
                <a:rPr lang="en-US" altLang="en-US" sz="1800" b="0" dirty="0">
                  <a:latin typeface="Arial" panose="020B0604020202020204" pitchFamily="34" charset="0"/>
                </a:rPr>
                <a:t> to </a:t>
              </a:r>
              <a:r>
                <a:rPr lang="en-US" altLang="en-US" sz="1800" dirty="0">
                  <a:latin typeface="Arial" panose="020B0604020202020204" pitchFamily="34" charset="0"/>
                </a:rPr>
                <a:t>S</a:t>
              </a:r>
              <a:r>
                <a:rPr lang="en-US" altLang="en-US" sz="1800" b="0" dirty="0">
                  <a:latin typeface="Arial" panose="020B0604020202020204" pitchFamily="34" charset="0"/>
                </a:rPr>
                <a:t>; </a:t>
              </a:r>
            </a:p>
            <a:p>
              <a:pPr algn="l">
                <a:buFontTx/>
                <a:buAutoNum type="arabicPlain" startAt="11"/>
              </a:pPr>
              <a:r>
                <a:rPr lang="en-US" altLang="en-US" sz="1800" b="0" dirty="0">
                  <a:latin typeface="Arial" panose="020B0604020202020204" pitchFamily="34" charset="0"/>
                </a:rPr>
                <a:t>update D(v) for all </a:t>
              </a:r>
              <a:r>
                <a:rPr lang="en-US" altLang="en-US" sz="1800" dirty="0">
                  <a:latin typeface="Arial" panose="020B0604020202020204" pitchFamily="34" charset="0"/>
                </a:rPr>
                <a:t>v</a:t>
              </a:r>
              <a:r>
                <a:rPr lang="en-US" altLang="en-US" sz="1800" b="0" dirty="0">
                  <a:latin typeface="Arial" panose="020B0604020202020204" pitchFamily="34" charset="0"/>
                </a:rPr>
                <a:t> adjacent </a:t>
              </a: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          to </a:t>
              </a:r>
              <a:r>
                <a:rPr lang="en-US" altLang="en-US" sz="1800" dirty="0">
                  <a:latin typeface="Arial" panose="020B0604020202020204" pitchFamily="34" charset="0"/>
                </a:rPr>
                <a:t>w</a:t>
              </a:r>
              <a:r>
                <a:rPr lang="en-US" altLang="en-US" sz="1800" b="0" dirty="0">
                  <a:latin typeface="Arial" panose="020B0604020202020204" pitchFamily="34" charset="0"/>
                </a:rPr>
                <a:t> and not in </a:t>
              </a:r>
              <a:r>
                <a:rPr lang="en-US" altLang="en-US" sz="1800" dirty="0">
                  <a:latin typeface="Arial" panose="020B0604020202020204" pitchFamily="34" charset="0"/>
                </a:rPr>
                <a:t>S</a:t>
              </a:r>
              <a:r>
                <a:rPr lang="en-US" altLang="en-US" sz="1800" b="0" dirty="0">
                  <a:latin typeface="Arial" panose="020B0604020202020204" pitchFamily="34" charset="0"/>
                </a:rPr>
                <a:t>: </a:t>
              </a:r>
            </a:p>
            <a:p>
              <a:pPr algn="l">
                <a:buFont typeface="Arial" panose="020B0604020202020204" pitchFamily="34" charset="0"/>
                <a:buAutoNum type="arabicPlain" startAt="12"/>
              </a:pPr>
              <a:r>
                <a:rPr lang="en-US" altLang="en-US" sz="1800" b="0" dirty="0">
                  <a:latin typeface="Arial" panose="020B0604020202020204" pitchFamily="34" charset="0"/>
                </a:rPr>
                <a:t>if D(w) + c(</a:t>
              </a:r>
              <a:r>
                <a:rPr lang="en-US" altLang="en-US" sz="1800" b="0" dirty="0" err="1">
                  <a:latin typeface="Arial" panose="020B0604020202020204" pitchFamily="34" charset="0"/>
                </a:rPr>
                <a:t>w,v</a:t>
              </a:r>
              <a:r>
                <a:rPr lang="en-US" altLang="en-US" sz="1800" b="0" dirty="0">
                  <a:latin typeface="Arial" panose="020B0604020202020204" pitchFamily="34" charset="0"/>
                </a:rPr>
                <a:t>) &lt; D(v) then</a:t>
              </a:r>
            </a:p>
            <a:p>
              <a:pPr marL="0" indent="0" algn="l"/>
              <a:r>
                <a:rPr lang="en-US" altLang="en-US" sz="1800" b="0" dirty="0">
                  <a:latin typeface="Arial" panose="020B0604020202020204" pitchFamily="34" charset="0"/>
                </a:rPr>
                <a:t>           D(v) = D(w) + c(</a:t>
              </a:r>
              <a:r>
                <a:rPr lang="en-US" altLang="en-US" sz="1800" b="0" dirty="0" err="1">
                  <a:latin typeface="Arial" panose="020B0604020202020204" pitchFamily="34" charset="0"/>
                </a:rPr>
                <a:t>w,v</a:t>
              </a:r>
              <a:r>
                <a:rPr lang="en-US" altLang="en-US" sz="1800" b="0" dirty="0">
                  <a:latin typeface="Arial" panose="020B0604020202020204" pitchFamily="34" charset="0"/>
                </a:rPr>
                <a:t>); p(v) = w;</a:t>
              </a: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13  </a:t>
              </a:r>
              <a:r>
                <a:rPr lang="en-US" altLang="en-US" sz="1800" i="1" dirty="0">
                  <a:latin typeface="Arial" panose="020B0604020202020204" pitchFamily="34" charset="0"/>
                </a:rPr>
                <a:t>until all nodes in S;</a:t>
              </a:r>
              <a:r>
                <a:rPr lang="en-US" altLang="en-US" sz="1800" b="0" dirty="0">
                  <a:latin typeface="Arial" panose="020B0604020202020204" pitchFamily="34" charset="0"/>
                </a:rPr>
                <a:t> </a:t>
              </a:r>
            </a:p>
          </p:txBody>
        </p:sp>
        <p:sp>
          <p:nvSpPr>
            <p:cNvPr id="53332" name="Freeform 100"/>
            <p:cNvSpPr>
              <a:spLocks/>
            </p:cNvSpPr>
            <p:nvPr/>
          </p:nvSpPr>
          <p:spPr bwMode="auto">
            <a:xfrm>
              <a:off x="2784" y="2592"/>
              <a:ext cx="156" cy="1232"/>
            </a:xfrm>
            <a:custGeom>
              <a:avLst/>
              <a:gdLst>
                <a:gd name="T0" fmla="*/ 156 w 300"/>
                <a:gd name="T1" fmla="*/ 1214 h 3600"/>
                <a:gd name="T2" fmla="*/ 156 w 300"/>
                <a:gd name="T3" fmla="*/ 1232 h 3600"/>
                <a:gd name="T4" fmla="*/ 0 w 300"/>
                <a:gd name="T5" fmla="*/ 1230 h 3600"/>
                <a:gd name="T6" fmla="*/ 0 w 300"/>
                <a:gd name="T7" fmla="*/ 0 h 3600"/>
                <a:gd name="T8" fmla="*/ 100 w 300"/>
                <a:gd name="T9" fmla="*/ 0 h 3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0"/>
                <a:gd name="T16" fmla="*/ 0 h 3600"/>
                <a:gd name="T17" fmla="*/ 300 w 300"/>
                <a:gd name="T18" fmla="*/ 3600 h 36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0" h="3600">
                  <a:moveTo>
                    <a:pt x="300" y="3546"/>
                  </a:moveTo>
                  <a:lnTo>
                    <a:pt x="300" y="3600"/>
                  </a:lnTo>
                  <a:lnTo>
                    <a:pt x="0" y="3594"/>
                  </a:ln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2F0810-A290-404C-AD50-B7D908288FB7}" type="slidenum">
              <a:rPr lang="en-US" altLang="en-US" smtClean="0"/>
              <a:pPr/>
              <a:t>38</a:t>
            </a:fld>
            <a:endParaRPr lang="en-US" altLang="en-US"/>
          </a:p>
        </p:txBody>
      </p:sp>
      <p:graphicFrame>
        <p:nvGraphicFramePr>
          <p:cNvPr id="101" name="Object 3"/>
          <p:cNvGraphicFramePr>
            <a:graphicFrameLocks noChangeAspect="1"/>
          </p:cNvGraphicFramePr>
          <p:nvPr/>
        </p:nvGraphicFramePr>
        <p:xfrm>
          <a:off x="7674506" y="2165350"/>
          <a:ext cx="381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80" imgH="126720" progId="Equation.3">
                  <p:embed/>
                </p:oleObj>
              </mc:Choice>
              <mc:Fallback>
                <p:oleObj name="Equation" r:id="rId3" imgW="152280" imgH="126720" progId="Equation.3">
                  <p:embed/>
                  <p:pic>
                    <p:nvPicPr>
                      <p:cNvPr id="10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4506" y="2165350"/>
                        <a:ext cx="381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51537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Example: Dijkstra’s Algorithm (cont.)</a:t>
            </a:r>
          </a:p>
        </p:txBody>
      </p:sp>
      <p:sp>
        <p:nvSpPr>
          <p:cNvPr id="55302" name="Text Box 3"/>
          <p:cNvSpPr txBox="1">
            <a:spLocks noChangeArrowheads="1"/>
          </p:cNvSpPr>
          <p:nvPr/>
        </p:nvSpPr>
        <p:spPr bwMode="auto">
          <a:xfrm>
            <a:off x="276225" y="1506538"/>
            <a:ext cx="708025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>
                <a:latin typeface="Arial" panose="020B0604020202020204" pitchFamily="34" charset="0"/>
              </a:rPr>
              <a:t>Step</a:t>
            </a:r>
          </a:p>
          <a:p>
            <a:r>
              <a:rPr lang="en-US" altLang="en-US" b="0">
                <a:latin typeface="Arial" panose="020B0604020202020204" pitchFamily="34" charset="0"/>
              </a:rPr>
              <a:t>0</a:t>
            </a:r>
          </a:p>
          <a:p>
            <a:r>
              <a:rPr lang="en-US" altLang="en-US" b="0">
                <a:latin typeface="Arial" panose="020B0604020202020204" pitchFamily="34" charset="0"/>
              </a:rPr>
              <a:t>1</a:t>
            </a:r>
          </a:p>
          <a:p>
            <a:r>
              <a:rPr lang="en-US" altLang="en-US" b="0">
                <a:latin typeface="Arial" panose="020B0604020202020204" pitchFamily="34" charset="0"/>
              </a:rPr>
              <a:t>2</a:t>
            </a:r>
          </a:p>
          <a:p>
            <a:r>
              <a:rPr lang="en-US" altLang="en-US" b="0">
                <a:latin typeface="Arial" panose="020B0604020202020204" pitchFamily="34" charset="0"/>
              </a:rPr>
              <a:t>3</a:t>
            </a:r>
          </a:p>
          <a:p>
            <a:r>
              <a:rPr lang="en-US" altLang="en-US" b="0">
                <a:latin typeface="Arial" panose="020B0604020202020204" pitchFamily="34" charset="0"/>
              </a:rPr>
              <a:t>4</a:t>
            </a:r>
          </a:p>
          <a:p>
            <a:r>
              <a:rPr lang="en-US" altLang="en-US" b="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55303" name="Text Box 4"/>
          <p:cNvSpPr txBox="1">
            <a:spLocks noChangeArrowheads="1"/>
          </p:cNvSpPr>
          <p:nvPr/>
        </p:nvSpPr>
        <p:spPr bwMode="auto">
          <a:xfrm>
            <a:off x="1247775" y="1516063"/>
            <a:ext cx="106045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>
                <a:latin typeface="Arial" panose="020B0604020202020204" pitchFamily="34" charset="0"/>
              </a:rPr>
              <a:t>start S</a:t>
            </a:r>
          </a:p>
          <a:p>
            <a:r>
              <a:rPr lang="en-US" altLang="en-US" b="0">
                <a:latin typeface="Arial" panose="020B0604020202020204" pitchFamily="34" charset="0"/>
              </a:rPr>
              <a:t>A</a:t>
            </a:r>
          </a:p>
          <a:p>
            <a:r>
              <a:rPr lang="en-US" altLang="en-US" b="0">
                <a:latin typeface="Arial" panose="020B0604020202020204" pitchFamily="34" charset="0"/>
              </a:rPr>
              <a:t>AD</a:t>
            </a:r>
          </a:p>
          <a:p>
            <a:r>
              <a:rPr lang="en-US" altLang="en-US" b="0">
                <a:latin typeface="Arial" panose="020B0604020202020204" pitchFamily="34" charset="0"/>
              </a:rPr>
              <a:t>ADE</a:t>
            </a:r>
          </a:p>
          <a:p>
            <a:r>
              <a:rPr lang="en-US" altLang="en-US" b="0">
                <a:latin typeface="Arial" panose="020B0604020202020204" pitchFamily="34" charset="0"/>
              </a:rPr>
              <a:t>ADEB</a:t>
            </a:r>
          </a:p>
          <a:p>
            <a:r>
              <a:rPr lang="en-US" altLang="en-US" b="0">
                <a:latin typeface="Arial" panose="020B0604020202020204" pitchFamily="34" charset="0"/>
              </a:rPr>
              <a:t>ADEBC</a:t>
            </a:r>
          </a:p>
        </p:txBody>
      </p:sp>
      <p:sp>
        <p:nvSpPr>
          <p:cNvPr id="55304" name="Text Box 5"/>
          <p:cNvSpPr txBox="1">
            <a:spLocks noChangeArrowheads="1"/>
          </p:cNvSpPr>
          <p:nvPr/>
        </p:nvSpPr>
        <p:spPr bwMode="auto">
          <a:xfrm>
            <a:off x="2451100" y="1497013"/>
            <a:ext cx="130997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D(B),p(B)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2,A</a:t>
            </a:r>
          </a:p>
        </p:txBody>
      </p:sp>
      <p:sp>
        <p:nvSpPr>
          <p:cNvPr id="55305" name="Text Box 6"/>
          <p:cNvSpPr txBox="1">
            <a:spLocks noChangeArrowheads="1"/>
          </p:cNvSpPr>
          <p:nvPr/>
        </p:nvSpPr>
        <p:spPr bwMode="auto">
          <a:xfrm>
            <a:off x="3703638" y="1501775"/>
            <a:ext cx="1309974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D(C),p(C)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5,A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4,D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3,E</a:t>
            </a:r>
          </a:p>
        </p:txBody>
      </p:sp>
      <p:sp>
        <p:nvSpPr>
          <p:cNvPr id="55306" name="Text Box 7"/>
          <p:cNvSpPr txBox="1">
            <a:spLocks noChangeArrowheads="1"/>
          </p:cNvSpPr>
          <p:nvPr/>
        </p:nvSpPr>
        <p:spPr bwMode="auto">
          <a:xfrm>
            <a:off x="4943475" y="1497013"/>
            <a:ext cx="130997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D(D),p(D)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1,A</a:t>
            </a:r>
          </a:p>
        </p:txBody>
      </p:sp>
      <p:sp>
        <p:nvSpPr>
          <p:cNvPr id="55307" name="Text Box 8"/>
          <p:cNvSpPr txBox="1">
            <a:spLocks noChangeArrowheads="1"/>
          </p:cNvSpPr>
          <p:nvPr/>
        </p:nvSpPr>
        <p:spPr bwMode="auto">
          <a:xfrm>
            <a:off x="6303963" y="1501775"/>
            <a:ext cx="128112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D(E),p(E)</a:t>
            </a:r>
          </a:p>
          <a:p>
            <a:endParaRPr lang="en-US" altLang="en-US" b="0" dirty="0">
              <a:latin typeface="Arial" panose="020B0604020202020204" pitchFamily="34" charset="0"/>
            </a:endParaRPr>
          </a:p>
          <a:p>
            <a:r>
              <a:rPr lang="en-US" altLang="en-US" b="0" dirty="0">
                <a:latin typeface="Arial" panose="020B0604020202020204" pitchFamily="34" charset="0"/>
              </a:rPr>
              <a:t>2,D</a:t>
            </a:r>
          </a:p>
        </p:txBody>
      </p:sp>
      <p:sp>
        <p:nvSpPr>
          <p:cNvPr id="55308" name="Text Box 9"/>
          <p:cNvSpPr txBox="1">
            <a:spLocks noChangeArrowheads="1"/>
          </p:cNvSpPr>
          <p:nvPr/>
        </p:nvSpPr>
        <p:spPr bwMode="auto">
          <a:xfrm>
            <a:off x="7585075" y="1516063"/>
            <a:ext cx="1228725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>
                <a:latin typeface="Arial" panose="020B0604020202020204" pitchFamily="34" charset="0"/>
              </a:rPr>
              <a:t>D(F),p(F)</a:t>
            </a:r>
          </a:p>
          <a:p>
            <a:endParaRPr lang="en-US" altLang="en-US" b="0">
              <a:latin typeface="Arial" panose="020B0604020202020204" pitchFamily="34" charset="0"/>
            </a:endParaRPr>
          </a:p>
          <a:p>
            <a:endParaRPr lang="en-US" altLang="en-US" b="0">
              <a:latin typeface="Arial" panose="020B0604020202020204" pitchFamily="34" charset="0"/>
            </a:endParaRPr>
          </a:p>
          <a:p>
            <a:r>
              <a:rPr lang="en-US" altLang="en-US" b="0">
                <a:latin typeface="Arial" panose="020B0604020202020204" pitchFamily="34" charset="0"/>
              </a:rPr>
              <a:t>4,E</a:t>
            </a:r>
          </a:p>
        </p:txBody>
      </p:sp>
      <p:sp>
        <p:nvSpPr>
          <p:cNvPr id="55309" name="Line 10"/>
          <p:cNvSpPr>
            <a:spLocks noChangeShapeType="1"/>
          </p:cNvSpPr>
          <p:nvPr/>
        </p:nvSpPr>
        <p:spPr bwMode="auto">
          <a:xfrm>
            <a:off x="361950" y="1857375"/>
            <a:ext cx="8505825" cy="95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5310" name="Line 11"/>
          <p:cNvSpPr>
            <a:spLocks noChangeShapeType="1"/>
          </p:cNvSpPr>
          <p:nvPr/>
        </p:nvSpPr>
        <p:spPr bwMode="auto">
          <a:xfrm>
            <a:off x="519113" y="2162175"/>
            <a:ext cx="8296275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5311" name="Line 12"/>
          <p:cNvSpPr>
            <a:spLocks noChangeShapeType="1"/>
          </p:cNvSpPr>
          <p:nvPr/>
        </p:nvSpPr>
        <p:spPr bwMode="auto">
          <a:xfrm>
            <a:off x="538163" y="2457450"/>
            <a:ext cx="8267700" cy="4763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5312" name="Line 13"/>
          <p:cNvSpPr>
            <a:spLocks noChangeShapeType="1"/>
          </p:cNvSpPr>
          <p:nvPr/>
        </p:nvSpPr>
        <p:spPr bwMode="auto">
          <a:xfrm>
            <a:off x="547688" y="2767013"/>
            <a:ext cx="8253412" cy="9525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5313" name="Line 14"/>
          <p:cNvSpPr>
            <a:spLocks noChangeShapeType="1"/>
          </p:cNvSpPr>
          <p:nvPr/>
        </p:nvSpPr>
        <p:spPr bwMode="auto">
          <a:xfrm>
            <a:off x="557213" y="3071813"/>
            <a:ext cx="8267700" cy="9525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5314" name="Line 15"/>
          <p:cNvSpPr>
            <a:spLocks noChangeShapeType="1"/>
          </p:cNvSpPr>
          <p:nvPr/>
        </p:nvSpPr>
        <p:spPr bwMode="auto">
          <a:xfrm>
            <a:off x="571500" y="3386138"/>
            <a:ext cx="8262938" cy="4762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graphicFrame>
        <p:nvGraphicFramePr>
          <p:cNvPr id="55298" name="Object 2"/>
          <p:cNvGraphicFramePr>
            <a:graphicFrameLocks noChangeAspect="1"/>
          </p:cNvGraphicFramePr>
          <p:nvPr/>
        </p:nvGraphicFramePr>
        <p:xfrm>
          <a:off x="6389218" y="1852404"/>
          <a:ext cx="381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80" imgH="126720" progId="Equation.3">
                  <p:embed/>
                </p:oleObj>
              </mc:Choice>
              <mc:Fallback>
                <p:oleObj name="Equation" r:id="rId3" imgW="152280" imgH="126720" progId="Equation.3">
                  <p:embed/>
                  <p:pic>
                    <p:nvPicPr>
                      <p:cNvPr id="552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9218" y="1852404"/>
                        <a:ext cx="381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299" name="Object 3"/>
          <p:cNvGraphicFramePr>
            <a:graphicFrameLocks noChangeAspect="1"/>
          </p:cNvGraphicFramePr>
          <p:nvPr/>
        </p:nvGraphicFramePr>
        <p:xfrm>
          <a:off x="7661966" y="1852583"/>
          <a:ext cx="381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80" imgH="126720" progId="Equation.3">
                  <p:embed/>
                </p:oleObj>
              </mc:Choice>
              <mc:Fallback>
                <p:oleObj name="Equation" r:id="rId3" imgW="152280" imgH="126720" progId="Equation.3">
                  <p:embed/>
                  <p:pic>
                    <p:nvPicPr>
                      <p:cNvPr id="552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1966" y="1852583"/>
                        <a:ext cx="381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15" name="Line 19"/>
          <p:cNvSpPr>
            <a:spLocks noChangeShapeType="1"/>
          </p:cNvSpPr>
          <p:nvPr/>
        </p:nvSpPr>
        <p:spPr bwMode="auto">
          <a:xfrm>
            <a:off x="0" y="3200400"/>
            <a:ext cx="381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NZ"/>
          </a:p>
        </p:txBody>
      </p:sp>
      <p:sp>
        <p:nvSpPr>
          <p:cNvPr id="55316" name="Freeform 20"/>
          <p:cNvSpPr>
            <a:spLocks/>
          </p:cNvSpPr>
          <p:nvPr/>
        </p:nvSpPr>
        <p:spPr bwMode="auto">
          <a:xfrm>
            <a:off x="2808288" y="4724400"/>
            <a:ext cx="1587" cy="828675"/>
          </a:xfrm>
          <a:custGeom>
            <a:avLst/>
            <a:gdLst>
              <a:gd name="T0" fmla="*/ 0 w 1"/>
              <a:gd name="T1" fmla="*/ 0 h 522"/>
              <a:gd name="T2" fmla="*/ 0 w 1"/>
              <a:gd name="T3" fmla="*/ 828675 h 522"/>
              <a:gd name="T4" fmla="*/ 0 60000 65536"/>
              <a:gd name="T5" fmla="*/ 0 60000 65536"/>
              <a:gd name="T6" fmla="*/ 0 w 1"/>
              <a:gd name="T7" fmla="*/ 0 h 522"/>
              <a:gd name="T8" fmla="*/ 1 w 1"/>
              <a:gd name="T9" fmla="*/ 522 h 52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22">
                <a:moveTo>
                  <a:pt x="0" y="0"/>
                </a:moveTo>
                <a:lnTo>
                  <a:pt x="0" y="522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317" name="Freeform 21"/>
          <p:cNvSpPr>
            <a:spLocks/>
          </p:cNvSpPr>
          <p:nvPr/>
        </p:nvSpPr>
        <p:spPr bwMode="auto">
          <a:xfrm>
            <a:off x="2809875" y="4724400"/>
            <a:ext cx="1588" cy="828675"/>
          </a:xfrm>
          <a:custGeom>
            <a:avLst/>
            <a:gdLst>
              <a:gd name="T0" fmla="*/ 0 w 1"/>
              <a:gd name="T1" fmla="*/ 0 h 522"/>
              <a:gd name="T2" fmla="*/ 0 w 1"/>
              <a:gd name="T3" fmla="*/ 828675 h 522"/>
              <a:gd name="T4" fmla="*/ 0 60000 65536"/>
              <a:gd name="T5" fmla="*/ 0 60000 65536"/>
              <a:gd name="T6" fmla="*/ 0 w 1"/>
              <a:gd name="T7" fmla="*/ 0 h 522"/>
              <a:gd name="T8" fmla="*/ 1 w 1"/>
              <a:gd name="T9" fmla="*/ 522 h 52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22">
                <a:moveTo>
                  <a:pt x="0" y="0"/>
                </a:moveTo>
                <a:lnTo>
                  <a:pt x="0" y="522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318" name="Freeform 22"/>
          <p:cNvSpPr>
            <a:spLocks/>
          </p:cNvSpPr>
          <p:nvPr/>
        </p:nvSpPr>
        <p:spPr bwMode="auto">
          <a:xfrm>
            <a:off x="609600" y="3810000"/>
            <a:ext cx="3571875" cy="2236788"/>
          </a:xfrm>
          <a:custGeom>
            <a:avLst/>
            <a:gdLst>
              <a:gd name="T0" fmla="*/ 0 w 2250"/>
              <a:gd name="T1" fmla="*/ 990600 h 1409"/>
              <a:gd name="T2" fmla="*/ 347663 w 2250"/>
              <a:gd name="T3" fmla="*/ 509588 h 1409"/>
              <a:gd name="T4" fmla="*/ 839788 w 2250"/>
              <a:gd name="T5" fmla="*/ 55563 h 1409"/>
              <a:gd name="T6" fmla="*/ 2462213 w 2250"/>
              <a:gd name="T7" fmla="*/ 176213 h 1409"/>
              <a:gd name="T8" fmla="*/ 3124200 w 2250"/>
              <a:gd name="T9" fmla="*/ 766763 h 1409"/>
              <a:gd name="T10" fmla="*/ 3490913 w 2250"/>
              <a:gd name="T11" fmla="*/ 1438275 h 1409"/>
              <a:gd name="T12" fmla="*/ 2633663 w 2250"/>
              <a:gd name="T13" fmla="*/ 2085975 h 1409"/>
              <a:gd name="T14" fmla="*/ 1576388 w 2250"/>
              <a:gd name="T15" fmla="*/ 2200275 h 1409"/>
              <a:gd name="T16" fmla="*/ 738188 w 2250"/>
              <a:gd name="T17" fmla="*/ 2152650 h 1409"/>
              <a:gd name="T18" fmla="*/ 161925 w 2250"/>
              <a:gd name="T19" fmla="*/ 1695450 h 1409"/>
              <a:gd name="T20" fmla="*/ 0 w 2250"/>
              <a:gd name="T21" fmla="*/ 990600 h 140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250"/>
              <a:gd name="T34" fmla="*/ 0 h 1409"/>
              <a:gd name="T35" fmla="*/ 2250 w 2250"/>
              <a:gd name="T36" fmla="*/ 1409 h 140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250" h="1409">
                <a:moveTo>
                  <a:pt x="0" y="624"/>
                </a:moveTo>
                <a:cubicBezTo>
                  <a:pt x="5" y="506"/>
                  <a:pt x="131" y="419"/>
                  <a:pt x="219" y="321"/>
                </a:cubicBezTo>
                <a:cubicBezTo>
                  <a:pt x="307" y="223"/>
                  <a:pt x="307" y="70"/>
                  <a:pt x="529" y="35"/>
                </a:cubicBezTo>
                <a:cubicBezTo>
                  <a:pt x="751" y="0"/>
                  <a:pt x="1311" y="36"/>
                  <a:pt x="1551" y="111"/>
                </a:cubicBezTo>
                <a:cubicBezTo>
                  <a:pt x="1791" y="186"/>
                  <a:pt x="1860" y="351"/>
                  <a:pt x="1968" y="483"/>
                </a:cubicBezTo>
                <a:cubicBezTo>
                  <a:pt x="2076" y="615"/>
                  <a:pt x="2250" y="767"/>
                  <a:pt x="2199" y="906"/>
                </a:cubicBezTo>
                <a:cubicBezTo>
                  <a:pt x="2148" y="1045"/>
                  <a:pt x="1860" y="1234"/>
                  <a:pt x="1659" y="1314"/>
                </a:cubicBezTo>
                <a:cubicBezTo>
                  <a:pt x="1458" y="1394"/>
                  <a:pt x="1192" y="1379"/>
                  <a:pt x="993" y="1386"/>
                </a:cubicBezTo>
                <a:cubicBezTo>
                  <a:pt x="794" y="1393"/>
                  <a:pt x="613" y="1409"/>
                  <a:pt x="465" y="1356"/>
                </a:cubicBezTo>
                <a:cubicBezTo>
                  <a:pt x="317" y="1303"/>
                  <a:pt x="180" y="1190"/>
                  <a:pt x="102" y="1068"/>
                </a:cubicBezTo>
                <a:cubicBezTo>
                  <a:pt x="24" y="946"/>
                  <a:pt x="21" y="716"/>
                  <a:pt x="0" y="624"/>
                </a:cubicBezTo>
                <a:close/>
              </a:path>
            </a:pathLst>
          </a:cu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319" name="Freeform 23"/>
          <p:cNvSpPr>
            <a:spLocks/>
          </p:cNvSpPr>
          <p:nvPr/>
        </p:nvSpPr>
        <p:spPr bwMode="auto">
          <a:xfrm>
            <a:off x="1143000" y="4681538"/>
            <a:ext cx="542925" cy="295275"/>
          </a:xfrm>
          <a:custGeom>
            <a:avLst/>
            <a:gdLst>
              <a:gd name="T0" fmla="*/ 0 w 342"/>
              <a:gd name="T1" fmla="*/ 295275 h 186"/>
              <a:gd name="T2" fmla="*/ 542925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320" name="Oval 24"/>
          <p:cNvSpPr>
            <a:spLocks noChangeArrowheads="1"/>
          </p:cNvSpPr>
          <p:nvPr/>
        </p:nvSpPr>
        <p:spPr bwMode="auto">
          <a:xfrm>
            <a:off x="730250" y="5065713"/>
            <a:ext cx="496888" cy="128587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321" name="Line 25"/>
          <p:cNvSpPr>
            <a:spLocks noChangeShapeType="1"/>
          </p:cNvSpPr>
          <p:nvPr/>
        </p:nvSpPr>
        <p:spPr bwMode="auto">
          <a:xfrm>
            <a:off x="730250" y="5054600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5322" name="Line 26"/>
          <p:cNvSpPr>
            <a:spLocks noChangeShapeType="1"/>
          </p:cNvSpPr>
          <p:nvPr/>
        </p:nvSpPr>
        <p:spPr bwMode="auto">
          <a:xfrm>
            <a:off x="1227138" y="5054600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5323" name="Rectangle 27"/>
          <p:cNvSpPr>
            <a:spLocks noChangeArrowheads="1"/>
          </p:cNvSpPr>
          <p:nvPr/>
        </p:nvSpPr>
        <p:spPr bwMode="auto">
          <a:xfrm>
            <a:off x="730250" y="5054600"/>
            <a:ext cx="492125" cy="77788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800" b="0">
              <a:latin typeface="Arial" panose="020B0604020202020204" pitchFamily="34" charset="0"/>
            </a:endParaRPr>
          </a:p>
        </p:txBody>
      </p:sp>
      <p:sp>
        <p:nvSpPr>
          <p:cNvPr id="55324" name="Oval 28"/>
          <p:cNvSpPr>
            <a:spLocks noChangeArrowheads="1"/>
          </p:cNvSpPr>
          <p:nvPr/>
        </p:nvSpPr>
        <p:spPr bwMode="auto">
          <a:xfrm>
            <a:off x="725488" y="4960938"/>
            <a:ext cx="496887" cy="150812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325" name="Oval 29"/>
          <p:cNvSpPr>
            <a:spLocks noChangeArrowheads="1"/>
          </p:cNvSpPr>
          <p:nvPr/>
        </p:nvSpPr>
        <p:spPr bwMode="auto">
          <a:xfrm>
            <a:off x="1482725" y="5680075"/>
            <a:ext cx="496888" cy="128588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326" name="Line 30"/>
          <p:cNvSpPr>
            <a:spLocks noChangeShapeType="1"/>
          </p:cNvSpPr>
          <p:nvPr/>
        </p:nvSpPr>
        <p:spPr bwMode="auto">
          <a:xfrm>
            <a:off x="1482725" y="5668963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5327" name="Line 31"/>
          <p:cNvSpPr>
            <a:spLocks noChangeShapeType="1"/>
          </p:cNvSpPr>
          <p:nvPr/>
        </p:nvSpPr>
        <p:spPr bwMode="auto">
          <a:xfrm>
            <a:off x="1979613" y="5668963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5328" name="Rectangle 32"/>
          <p:cNvSpPr>
            <a:spLocks noChangeArrowheads="1"/>
          </p:cNvSpPr>
          <p:nvPr/>
        </p:nvSpPr>
        <p:spPr bwMode="auto">
          <a:xfrm>
            <a:off x="1482725" y="5668963"/>
            <a:ext cx="492125" cy="77787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800" b="0">
              <a:latin typeface="Arial" panose="020B0604020202020204" pitchFamily="34" charset="0"/>
            </a:endParaRPr>
          </a:p>
        </p:txBody>
      </p:sp>
      <p:sp>
        <p:nvSpPr>
          <p:cNvPr id="55329" name="Oval 33"/>
          <p:cNvSpPr>
            <a:spLocks noChangeArrowheads="1"/>
          </p:cNvSpPr>
          <p:nvPr/>
        </p:nvSpPr>
        <p:spPr bwMode="auto">
          <a:xfrm>
            <a:off x="1477963" y="5575300"/>
            <a:ext cx="496887" cy="150813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330" name="Oval 34"/>
          <p:cNvSpPr>
            <a:spLocks noChangeArrowheads="1"/>
          </p:cNvSpPr>
          <p:nvPr/>
        </p:nvSpPr>
        <p:spPr bwMode="auto">
          <a:xfrm>
            <a:off x="1476375" y="4584700"/>
            <a:ext cx="496888" cy="128588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331" name="Line 35"/>
          <p:cNvSpPr>
            <a:spLocks noChangeShapeType="1"/>
          </p:cNvSpPr>
          <p:nvPr/>
        </p:nvSpPr>
        <p:spPr bwMode="auto">
          <a:xfrm>
            <a:off x="1476375" y="4573588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5332" name="Line 36"/>
          <p:cNvSpPr>
            <a:spLocks noChangeShapeType="1"/>
          </p:cNvSpPr>
          <p:nvPr/>
        </p:nvSpPr>
        <p:spPr bwMode="auto">
          <a:xfrm>
            <a:off x="1973263" y="4573588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5333" name="Rectangle 37"/>
          <p:cNvSpPr>
            <a:spLocks noChangeArrowheads="1"/>
          </p:cNvSpPr>
          <p:nvPr/>
        </p:nvSpPr>
        <p:spPr bwMode="auto">
          <a:xfrm>
            <a:off x="1476375" y="4573588"/>
            <a:ext cx="492125" cy="77787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800" b="0">
              <a:latin typeface="Arial" panose="020B0604020202020204" pitchFamily="34" charset="0"/>
            </a:endParaRPr>
          </a:p>
        </p:txBody>
      </p:sp>
      <p:sp>
        <p:nvSpPr>
          <p:cNvPr id="55334" name="Oval 38"/>
          <p:cNvSpPr>
            <a:spLocks noChangeArrowheads="1"/>
          </p:cNvSpPr>
          <p:nvPr/>
        </p:nvSpPr>
        <p:spPr bwMode="auto">
          <a:xfrm>
            <a:off x="1471613" y="4479925"/>
            <a:ext cx="496887" cy="150813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335" name="Oval 39"/>
          <p:cNvSpPr>
            <a:spLocks noChangeArrowheads="1"/>
          </p:cNvSpPr>
          <p:nvPr/>
        </p:nvSpPr>
        <p:spPr bwMode="auto">
          <a:xfrm>
            <a:off x="2560638" y="4578350"/>
            <a:ext cx="495300" cy="128588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336" name="Line 40"/>
          <p:cNvSpPr>
            <a:spLocks noChangeShapeType="1"/>
          </p:cNvSpPr>
          <p:nvPr/>
        </p:nvSpPr>
        <p:spPr bwMode="auto">
          <a:xfrm>
            <a:off x="2560638" y="4567238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5337" name="Line 41"/>
          <p:cNvSpPr>
            <a:spLocks noChangeShapeType="1"/>
          </p:cNvSpPr>
          <p:nvPr/>
        </p:nvSpPr>
        <p:spPr bwMode="auto">
          <a:xfrm>
            <a:off x="3055938" y="4567238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5338" name="Rectangle 42"/>
          <p:cNvSpPr>
            <a:spLocks noChangeArrowheads="1"/>
          </p:cNvSpPr>
          <p:nvPr/>
        </p:nvSpPr>
        <p:spPr bwMode="auto">
          <a:xfrm>
            <a:off x="2560638" y="4567238"/>
            <a:ext cx="490537" cy="77787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800" b="0">
              <a:latin typeface="Arial" panose="020B0604020202020204" pitchFamily="34" charset="0"/>
            </a:endParaRPr>
          </a:p>
        </p:txBody>
      </p:sp>
      <p:sp>
        <p:nvSpPr>
          <p:cNvPr id="55339" name="Oval 43"/>
          <p:cNvSpPr>
            <a:spLocks noChangeArrowheads="1"/>
          </p:cNvSpPr>
          <p:nvPr/>
        </p:nvSpPr>
        <p:spPr bwMode="auto">
          <a:xfrm>
            <a:off x="2565400" y="4478338"/>
            <a:ext cx="495300" cy="150812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340" name="Oval 44"/>
          <p:cNvSpPr>
            <a:spLocks noChangeArrowheads="1"/>
          </p:cNvSpPr>
          <p:nvPr/>
        </p:nvSpPr>
        <p:spPr bwMode="auto">
          <a:xfrm>
            <a:off x="2576513" y="5675313"/>
            <a:ext cx="496887" cy="128587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341" name="Line 45"/>
          <p:cNvSpPr>
            <a:spLocks noChangeShapeType="1"/>
          </p:cNvSpPr>
          <p:nvPr/>
        </p:nvSpPr>
        <p:spPr bwMode="auto">
          <a:xfrm>
            <a:off x="2576513" y="5664200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5342" name="Line 46"/>
          <p:cNvSpPr>
            <a:spLocks noChangeShapeType="1"/>
          </p:cNvSpPr>
          <p:nvPr/>
        </p:nvSpPr>
        <p:spPr bwMode="auto">
          <a:xfrm>
            <a:off x="3073400" y="5664200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5343" name="Rectangle 47"/>
          <p:cNvSpPr>
            <a:spLocks noChangeArrowheads="1"/>
          </p:cNvSpPr>
          <p:nvPr/>
        </p:nvSpPr>
        <p:spPr bwMode="auto">
          <a:xfrm>
            <a:off x="2576513" y="5664200"/>
            <a:ext cx="492125" cy="77788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800" b="0">
              <a:latin typeface="Arial" panose="020B0604020202020204" pitchFamily="34" charset="0"/>
            </a:endParaRPr>
          </a:p>
        </p:txBody>
      </p:sp>
      <p:sp>
        <p:nvSpPr>
          <p:cNvPr id="55344" name="Oval 48"/>
          <p:cNvSpPr>
            <a:spLocks noChangeArrowheads="1"/>
          </p:cNvSpPr>
          <p:nvPr/>
        </p:nvSpPr>
        <p:spPr bwMode="auto">
          <a:xfrm>
            <a:off x="2571750" y="5570538"/>
            <a:ext cx="496888" cy="150812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345" name="Oval 49"/>
          <p:cNvSpPr>
            <a:spLocks noChangeArrowheads="1"/>
          </p:cNvSpPr>
          <p:nvPr/>
        </p:nvSpPr>
        <p:spPr bwMode="auto">
          <a:xfrm>
            <a:off x="3473450" y="5133975"/>
            <a:ext cx="496888" cy="12858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346" name="Line 50"/>
          <p:cNvSpPr>
            <a:spLocks noChangeShapeType="1"/>
          </p:cNvSpPr>
          <p:nvPr/>
        </p:nvSpPr>
        <p:spPr bwMode="auto">
          <a:xfrm>
            <a:off x="3473450" y="5122863"/>
            <a:ext cx="0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5347" name="Rectangle 52"/>
          <p:cNvSpPr>
            <a:spLocks noChangeArrowheads="1"/>
          </p:cNvSpPr>
          <p:nvPr/>
        </p:nvSpPr>
        <p:spPr bwMode="auto">
          <a:xfrm>
            <a:off x="3473450" y="5122863"/>
            <a:ext cx="492125" cy="77787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1800" b="0">
              <a:latin typeface="Arial" panose="020B0604020202020204" pitchFamily="34" charset="0"/>
            </a:endParaRPr>
          </a:p>
        </p:txBody>
      </p:sp>
      <p:sp>
        <p:nvSpPr>
          <p:cNvPr id="55348" name="Oval 53"/>
          <p:cNvSpPr>
            <a:spLocks noChangeArrowheads="1"/>
          </p:cNvSpPr>
          <p:nvPr/>
        </p:nvSpPr>
        <p:spPr bwMode="auto">
          <a:xfrm>
            <a:off x="3468688" y="5029200"/>
            <a:ext cx="496887" cy="150813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349" name="Freeform 54"/>
          <p:cNvSpPr>
            <a:spLocks/>
          </p:cNvSpPr>
          <p:nvPr/>
        </p:nvSpPr>
        <p:spPr bwMode="auto">
          <a:xfrm>
            <a:off x="1724025" y="4733925"/>
            <a:ext cx="1588" cy="852488"/>
          </a:xfrm>
          <a:custGeom>
            <a:avLst/>
            <a:gdLst>
              <a:gd name="T0" fmla="*/ 0 w 1"/>
              <a:gd name="T1" fmla="*/ 0 h 537"/>
              <a:gd name="T2" fmla="*/ 0 w 1"/>
              <a:gd name="T3" fmla="*/ 852488 h 537"/>
              <a:gd name="T4" fmla="*/ 0 60000 65536"/>
              <a:gd name="T5" fmla="*/ 0 60000 65536"/>
              <a:gd name="T6" fmla="*/ 0 w 1"/>
              <a:gd name="T7" fmla="*/ 0 h 537"/>
              <a:gd name="T8" fmla="*/ 1 w 1"/>
              <a:gd name="T9" fmla="*/ 537 h 53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37">
                <a:moveTo>
                  <a:pt x="0" y="0"/>
                </a:moveTo>
                <a:lnTo>
                  <a:pt x="0" y="537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350" name="Freeform 55"/>
          <p:cNvSpPr>
            <a:spLocks/>
          </p:cNvSpPr>
          <p:nvPr/>
        </p:nvSpPr>
        <p:spPr bwMode="auto">
          <a:xfrm>
            <a:off x="1985963" y="4710113"/>
            <a:ext cx="800100" cy="952500"/>
          </a:xfrm>
          <a:custGeom>
            <a:avLst/>
            <a:gdLst>
              <a:gd name="T0" fmla="*/ 0 w 378"/>
              <a:gd name="T1" fmla="*/ 952500 h 174"/>
              <a:gd name="T2" fmla="*/ 800100 w 378"/>
              <a:gd name="T3" fmla="*/ 0 h 174"/>
              <a:gd name="T4" fmla="*/ 0 60000 65536"/>
              <a:gd name="T5" fmla="*/ 0 60000 65536"/>
              <a:gd name="T6" fmla="*/ 0 w 378"/>
              <a:gd name="T7" fmla="*/ 0 h 174"/>
              <a:gd name="T8" fmla="*/ 378 w 378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351" name="Freeform 56"/>
          <p:cNvSpPr>
            <a:spLocks/>
          </p:cNvSpPr>
          <p:nvPr/>
        </p:nvSpPr>
        <p:spPr bwMode="auto">
          <a:xfrm>
            <a:off x="1995488" y="5710238"/>
            <a:ext cx="581025" cy="1587"/>
          </a:xfrm>
          <a:custGeom>
            <a:avLst/>
            <a:gdLst>
              <a:gd name="T0" fmla="*/ 581025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352" name="Freeform 57"/>
          <p:cNvSpPr>
            <a:spLocks/>
          </p:cNvSpPr>
          <p:nvPr/>
        </p:nvSpPr>
        <p:spPr bwMode="auto">
          <a:xfrm>
            <a:off x="1057275" y="5195888"/>
            <a:ext cx="438150" cy="419100"/>
          </a:xfrm>
          <a:custGeom>
            <a:avLst/>
            <a:gdLst>
              <a:gd name="T0" fmla="*/ 438150 w 276"/>
              <a:gd name="T1" fmla="*/ 419100 h 264"/>
              <a:gd name="T2" fmla="*/ 0 w 276"/>
              <a:gd name="T3" fmla="*/ 0 h 264"/>
              <a:gd name="T4" fmla="*/ 0 60000 65536"/>
              <a:gd name="T5" fmla="*/ 0 60000 65536"/>
              <a:gd name="T6" fmla="*/ 0 w 276"/>
              <a:gd name="T7" fmla="*/ 0 h 264"/>
              <a:gd name="T8" fmla="*/ 276 w 276"/>
              <a:gd name="T9" fmla="*/ 264 h 26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6" h="264">
                <a:moveTo>
                  <a:pt x="276" y="264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353" name="Freeform 58"/>
          <p:cNvSpPr>
            <a:spLocks/>
          </p:cNvSpPr>
          <p:nvPr/>
        </p:nvSpPr>
        <p:spPr bwMode="auto">
          <a:xfrm>
            <a:off x="1985963" y="4614863"/>
            <a:ext cx="581025" cy="1587"/>
          </a:xfrm>
          <a:custGeom>
            <a:avLst/>
            <a:gdLst>
              <a:gd name="T0" fmla="*/ 581025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354" name="Freeform 59"/>
          <p:cNvSpPr>
            <a:spLocks/>
          </p:cNvSpPr>
          <p:nvPr/>
        </p:nvSpPr>
        <p:spPr bwMode="auto">
          <a:xfrm>
            <a:off x="3057525" y="4610100"/>
            <a:ext cx="628650" cy="423863"/>
          </a:xfrm>
          <a:custGeom>
            <a:avLst/>
            <a:gdLst>
              <a:gd name="T0" fmla="*/ 628650 w 396"/>
              <a:gd name="T1" fmla="*/ 423863 h 267"/>
              <a:gd name="T2" fmla="*/ 0 w 396"/>
              <a:gd name="T3" fmla="*/ 0 h 267"/>
              <a:gd name="T4" fmla="*/ 0 60000 65536"/>
              <a:gd name="T5" fmla="*/ 0 60000 65536"/>
              <a:gd name="T6" fmla="*/ 0 w 396"/>
              <a:gd name="T7" fmla="*/ 0 h 267"/>
              <a:gd name="T8" fmla="*/ 396 w 396"/>
              <a:gd name="T9" fmla="*/ 267 h 26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96" h="267">
                <a:moveTo>
                  <a:pt x="396" y="267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355" name="Freeform 60"/>
          <p:cNvSpPr>
            <a:spLocks/>
          </p:cNvSpPr>
          <p:nvPr/>
        </p:nvSpPr>
        <p:spPr bwMode="auto">
          <a:xfrm>
            <a:off x="966788" y="3929063"/>
            <a:ext cx="1762125" cy="1023937"/>
          </a:xfrm>
          <a:custGeom>
            <a:avLst/>
            <a:gdLst>
              <a:gd name="T0" fmla="*/ 1762125 w 1110"/>
              <a:gd name="T1" fmla="*/ 542925 h 645"/>
              <a:gd name="T2" fmla="*/ 0 w 1110"/>
              <a:gd name="T3" fmla="*/ 1023937 h 645"/>
              <a:gd name="T4" fmla="*/ 0 60000 65536"/>
              <a:gd name="T5" fmla="*/ 0 60000 65536"/>
              <a:gd name="T6" fmla="*/ 0 w 1110"/>
              <a:gd name="T7" fmla="*/ 0 h 645"/>
              <a:gd name="T8" fmla="*/ 1110 w 1110"/>
              <a:gd name="T9" fmla="*/ 645 h 64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10" h="645">
                <a:moveTo>
                  <a:pt x="1110" y="342"/>
                </a:moveTo>
                <a:cubicBezTo>
                  <a:pt x="1104" y="0"/>
                  <a:pt x="21" y="63"/>
                  <a:pt x="0" y="645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55356" name="Group 61"/>
          <p:cNvGrpSpPr>
            <a:grpSpLocks/>
          </p:cNvGrpSpPr>
          <p:nvPr/>
        </p:nvGrpSpPr>
        <p:grpSpPr bwMode="auto">
          <a:xfrm>
            <a:off x="801688" y="4903788"/>
            <a:ext cx="336550" cy="366712"/>
            <a:chOff x="2950" y="2441"/>
            <a:chExt cx="215" cy="231"/>
          </a:xfrm>
        </p:grpSpPr>
        <p:sp>
          <p:nvSpPr>
            <p:cNvPr id="55392" name="Rectangle 62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5393" name="Text Box 63"/>
            <p:cNvSpPr txBox="1">
              <a:spLocks noChangeArrowheads="1"/>
            </p:cNvSpPr>
            <p:nvPr/>
          </p:nvSpPr>
          <p:spPr bwMode="auto">
            <a:xfrm>
              <a:off x="2950" y="2441"/>
              <a:ext cx="2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A</a:t>
              </a:r>
            </a:p>
          </p:txBody>
        </p:sp>
      </p:grpSp>
      <p:grpSp>
        <p:nvGrpSpPr>
          <p:cNvPr id="55357" name="Group 64"/>
          <p:cNvGrpSpPr>
            <a:grpSpLocks/>
          </p:cNvGrpSpPr>
          <p:nvPr/>
        </p:nvGrpSpPr>
        <p:grpSpPr bwMode="auto">
          <a:xfrm>
            <a:off x="2659063" y="5513388"/>
            <a:ext cx="336550" cy="366712"/>
            <a:chOff x="2950" y="2441"/>
            <a:chExt cx="215" cy="231"/>
          </a:xfrm>
        </p:grpSpPr>
        <p:sp>
          <p:nvSpPr>
            <p:cNvPr id="55390" name="Rectangle 65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5391" name="Text Box 66"/>
            <p:cNvSpPr txBox="1">
              <a:spLocks noChangeArrowheads="1"/>
            </p:cNvSpPr>
            <p:nvPr/>
          </p:nvSpPr>
          <p:spPr bwMode="auto">
            <a:xfrm>
              <a:off x="2950" y="2441"/>
              <a:ext cx="2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E</a:t>
              </a:r>
            </a:p>
          </p:txBody>
        </p:sp>
      </p:grpSp>
      <p:grpSp>
        <p:nvGrpSpPr>
          <p:cNvPr id="55358" name="Group 67"/>
          <p:cNvGrpSpPr>
            <a:grpSpLocks/>
          </p:cNvGrpSpPr>
          <p:nvPr/>
        </p:nvGrpSpPr>
        <p:grpSpPr bwMode="auto">
          <a:xfrm>
            <a:off x="1571625" y="5508625"/>
            <a:ext cx="349250" cy="366713"/>
            <a:chOff x="2946" y="2441"/>
            <a:chExt cx="223" cy="231"/>
          </a:xfrm>
        </p:grpSpPr>
        <p:sp>
          <p:nvSpPr>
            <p:cNvPr id="55388" name="Rectangle 68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5389" name="Text Box 69"/>
            <p:cNvSpPr txBox="1">
              <a:spLocks noChangeArrowheads="1"/>
            </p:cNvSpPr>
            <p:nvPr/>
          </p:nvSpPr>
          <p:spPr bwMode="auto">
            <a:xfrm>
              <a:off x="2946" y="2441"/>
              <a:ext cx="22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D</a:t>
              </a:r>
            </a:p>
          </p:txBody>
        </p:sp>
      </p:grpSp>
      <p:grpSp>
        <p:nvGrpSpPr>
          <p:cNvPr id="55359" name="Group 70"/>
          <p:cNvGrpSpPr>
            <a:grpSpLocks/>
          </p:cNvGrpSpPr>
          <p:nvPr/>
        </p:nvGrpSpPr>
        <p:grpSpPr bwMode="auto">
          <a:xfrm>
            <a:off x="2643188" y="4419600"/>
            <a:ext cx="349250" cy="366713"/>
            <a:chOff x="2946" y="2441"/>
            <a:chExt cx="223" cy="231"/>
          </a:xfrm>
        </p:grpSpPr>
        <p:sp>
          <p:nvSpPr>
            <p:cNvPr id="55386" name="Rectangle 71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5387" name="Text Box 72"/>
            <p:cNvSpPr txBox="1">
              <a:spLocks noChangeArrowheads="1"/>
            </p:cNvSpPr>
            <p:nvPr/>
          </p:nvSpPr>
          <p:spPr bwMode="auto">
            <a:xfrm>
              <a:off x="2946" y="2441"/>
              <a:ext cx="22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C</a:t>
              </a:r>
            </a:p>
          </p:txBody>
        </p:sp>
      </p:grpSp>
      <p:grpSp>
        <p:nvGrpSpPr>
          <p:cNvPr id="55360" name="Group 73"/>
          <p:cNvGrpSpPr>
            <a:grpSpLocks/>
          </p:cNvGrpSpPr>
          <p:nvPr/>
        </p:nvGrpSpPr>
        <p:grpSpPr bwMode="auto">
          <a:xfrm>
            <a:off x="1565275" y="4418013"/>
            <a:ext cx="336550" cy="366712"/>
            <a:chOff x="2951" y="2441"/>
            <a:chExt cx="215" cy="231"/>
          </a:xfrm>
        </p:grpSpPr>
        <p:sp>
          <p:nvSpPr>
            <p:cNvPr id="55384" name="Rectangle 74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5385" name="Text Box 75"/>
            <p:cNvSpPr txBox="1">
              <a:spLocks noChangeArrowheads="1"/>
            </p:cNvSpPr>
            <p:nvPr/>
          </p:nvSpPr>
          <p:spPr bwMode="auto">
            <a:xfrm>
              <a:off x="2951" y="2441"/>
              <a:ext cx="2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B</a:t>
              </a:r>
            </a:p>
          </p:txBody>
        </p:sp>
      </p:grpSp>
      <p:grpSp>
        <p:nvGrpSpPr>
          <p:cNvPr id="55361" name="Group 76"/>
          <p:cNvGrpSpPr>
            <a:grpSpLocks/>
          </p:cNvGrpSpPr>
          <p:nvPr/>
        </p:nvGrpSpPr>
        <p:grpSpPr bwMode="auto">
          <a:xfrm>
            <a:off x="3575050" y="4970463"/>
            <a:ext cx="323850" cy="366712"/>
            <a:chOff x="2954" y="2441"/>
            <a:chExt cx="207" cy="231"/>
          </a:xfrm>
        </p:grpSpPr>
        <p:sp>
          <p:nvSpPr>
            <p:cNvPr id="55382" name="Rectangle 77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5383" name="Text Box 78"/>
            <p:cNvSpPr txBox="1">
              <a:spLocks noChangeArrowheads="1"/>
            </p:cNvSpPr>
            <p:nvPr/>
          </p:nvSpPr>
          <p:spPr bwMode="auto">
            <a:xfrm>
              <a:off x="2954" y="2441"/>
              <a:ext cx="20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F</a:t>
              </a:r>
            </a:p>
          </p:txBody>
        </p:sp>
      </p:grpSp>
      <p:sp>
        <p:nvSpPr>
          <p:cNvPr id="55362" name="Text Box 79"/>
          <p:cNvSpPr txBox="1">
            <a:spLocks noChangeArrowheads="1"/>
          </p:cNvSpPr>
          <p:nvPr/>
        </p:nvSpPr>
        <p:spPr bwMode="auto">
          <a:xfrm>
            <a:off x="1135063" y="45989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55363" name="Text Box 80"/>
          <p:cNvSpPr txBox="1">
            <a:spLocks noChangeArrowheads="1"/>
          </p:cNvSpPr>
          <p:nvPr/>
        </p:nvSpPr>
        <p:spPr bwMode="auto">
          <a:xfrm>
            <a:off x="1687513" y="49466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55364" name="Text Box 81"/>
          <p:cNvSpPr txBox="1">
            <a:spLocks noChangeArrowheads="1"/>
          </p:cNvSpPr>
          <p:nvPr/>
        </p:nvSpPr>
        <p:spPr bwMode="auto">
          <a:xfrm>
            <a:off x="996950" y="52847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5365" name="Text Box 82"/>
          <p:cNvSpPr txBox="1">
            <a:spLocks noChangeArrowheads="1"/>
          </p:cNvSpPr>
          <p:nvPr/>
        </p:nvSpPr>
        <p:spPr bwMode="auto">
          <a:xfrm>
            <a:off x="2297113" y="50942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55366" name="Text Box 83"/>
          <p:cNvSpPr txBox="1">
            <a:spLocks noChangeArrowheads="1"/>
          </p:cNvSpPr>
          <p:nvPr/>
        </p:nvSpPr>
        <p:spPr bwMode="auto">
          <a:xfrm>
            <a:off x="2197100" y="565626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5367" name="Text Box 84"/>
          <p:cNvSpPr txBox="1">
            <a:spLocks noChangeArrowheads="1"/>
          </p:cNvSpPr>
          <p:nvPr/>
        </p:nvSpPr>
        <p:spPr bwMode="auto">
          <a:xfrm>
            <a:off x="2768600" y="49752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5368" name="Text Box 85"/>
          <p:cNvSpPr txBox="1">
            <a:spLocks noChangeArrowheads="1"/>
          </p:cNvSpPr>
          <p:nvPr/>
        </p:nvSpPr>
        <p:spPr bwMode="auto">
          <a:xfrm>
            <a:off x="3340100" y="53943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55369" name="Text Box 86"/>
          <p:cNvSpPr txBox="1">
            <a:spLocks noChangeArrowheads="1"/>
          </p:cNvSpPr>
          <p:nvPr/>
        </p:nvSpPr>
        <p:spPr bwMode="auto">
          <a:xfrm>
            <a:off x="3297238" y="454183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55370" name="Text Box 87"/>
          <p:cNvSpPr txBox="1">
            <a:spLocks noChangeArrowheads="1"/>
          </p:cNvSpPr>
          <p:nvPr/>
        </p:nvSpPr>
        <p:spPr bwMode="auto">
          <a:xfrm>
            <a:off x="2130425" y="43037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55371" name="Text Box 88"/>
          <p:cNvSpPr txBox="1">
            <a:spLocks noChangeArrowheads="1"/>
          </p:cNvSpPr>
          <p:nvPr/>
        </p:nvSpPr>
        <p:spPr bwMode="auto">
          <a:xfrm>
            <a:off x="1573213" y="38798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800" b="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55372" name="Line 89"/>
          <p:cNvSpPr>
            <a:spLocks noChangeShapeType="1"/>
          </p:cNvSpPr>
          <p:nvPr/>
        </p:nvSpPr>
        <p:spPr bwMode="auto">
          <a:xfrm>
            <a:off x="1047750" y="5176838"/>
            <a:ext cx="447675" cy="4476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5373" name="Line 90"/>
          <p:cNvSpPr>
            <a:spLocks noChangeShapeType="1"/>
          </p:cNvSpPr>
          <p:nvPr/>
        </p:nvSpPr>
        <p:spPr bwMode="auto">
          <a:xfrm flipV="1">
            <a:off x="1143000" y="4719638"/>
            <a:ext cx="495300" cy="2571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5374" name="Freeform 91"/>
          <p:cNvSpPr>
            <a:spLocks/>
          </p:cNvSpPr>
          <p:nvPr/>
        </p:nvSpPr>
        <p:spPr bwMode="auto">
          <a:xfrm>
            <a:off x="3038475" y="5286375"/>
            <a:ext cx="581025" cy="428625"/>
          </a:xfrm>
          <a:custGeom>
            <a:avLst/>
            <a:gdLst>
              <a:gd name="T0" fmla="*/ 0 w 366"/>
              <a:gd name="T1" fmla="*/ 428625 h 270"/>
              <a:gd name="T2" fmla="*/ 581025 w 366"/>
              <a:gd name="T3" fmla="*/ 0 h 270"/>
              <a:gd name="T4" fmla="*/ 0 60000 65536"/>
              <a:gd name="T5" fmla="*/ 0 60000 65536"/>
              <a:gd name="T6" fmla="*/ 0 w 366"/>
              <a:gd name="T7" fmla="*/ 0 h 270"/>
              <a:gd name="T8" fmla="*/ 366 w 366"/>
              <a:gd name="T9" fmla="*/ 270 h 2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270">
                <a:moveTo>
                  <a:pt x="0" y="270"/>
                </a:moveTo>
                <a:lnTo>
                  <a:pt x="366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375" name="Freeform 92"/>
          <p:cNvSpPr>
            <a:spLocks/>
          </p:cNvSpPr>
          <p:nvPr/>
        </p:nvSpPr>
        <p:spPr bwMode="auto">
          <a:xfrm>
            <a:off x="2809875" y="4724400"/>
            <a:ext cx="1588" cy="828675"/>
          </a:xfrm>
          <a:custGeom>
            <a:avLst/>
            <a:gdLst>
              <a:gd name="T0" fmla="*/ 0 w 1"/>
              <a:gd name="T1" fmla="*/ 0 h 522"/>
              <a:gd name="T2" fmla="*/ 0 w 1"/>
              <a:gd name="T3" fmla="*/ 828675 h 522"/>
              <a:gd name="T4" fmla="*/ 0 60000 65536"/>
              <a:gd name="T5" fmla="*/ 0 60000 65536"/>
              <a:gd name="T6" fmla="*/ 0 w 1"/>
              <a:gd name="T7" fmla="*/ 0 h 522"/>
              <a:gd name="T8" fmla="*/ 1 w 1"/>
              <a:gd name="T9" fmla="*/ 522 h 52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22">
                <a:moveTo>
                  <a:pt x="0" y="0"/>
                </a:moveTo>
                <a:lnTo>
                  <a:pt x="0" y="522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376" name="Freeform 93"/>
          <p:cNvSpPr>
            <a:spLocks/>
          </p:cNvSpPr>
          <p:nvPr/>
        </p:nvSpPr>
        <p:spPr bwMode="auto">
          <a:xfrm>
            <a:off x="2809875" y="4724400"/>
            <a:ext cx="1588" cy="828675"/>
          </a:xfrm>
          <a:custGeom>
            <a:avLst/>
            <a:gdLst>
              <a:gd name="T0" fmla="*/ 0 w 1"/>
              <a:gd name="T1" fmla="*/ 0 h 522"/>
              <a:gd name="T2" fmla="*/ 0 w 1"/>
              <a:gd name="T3" fmla="*/ 828675 h 522"/>
              <a:gd name="T4" fmla="*/ 0 60000 65536"/>
              <a:gd name="T5" fmla="*/ 0 60000 65536"/>
              <a:gd name="T6" fmla="*/ 0 w 1"/>
              <a:gd name="T7" fmla="*/ 0 h 522"/>
              <a:gd name="T8" fmla="*/ 1 w 1"/>
              <a:gd name="T9" fmla="*/ 522 h 52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22">
                <a:moveTo>
                  <a:pt x="0" y="0"/>
                </a:moveTo>
                <a:lnTo>
                  <a:pt x="0" y="522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55377" name="Group 97"/>
          <p:cNvGrpSpPr>
            <a:grpSpLocks/>
          </p:cNvGrpSpPr>
          <p:nvPr/>
        </p:nvGrpSpPr>
        <p:grpSpPr bwMode="auto">
          <a:xfrm>
            <a:off x="4040188" y="3668713"/>
            <a:ext cx="5097462" cy="2655887"/>
            <a:chOff x="2549" y="2311"/>
            <a:chExt cx="3211" cy="1673"/>
          </a:xfrm>
        </p:grpSpPr>
        <p:sp>
          <p:nvSpPr>
            <p:cNvPr id="55378" name="Line 98"/>
            <p:cNvSpPr>
              <a:spLocks noChangeShapeType="1"/>
            </p:cNvSpPr>
            <p:nvPr/>
          </p:nvSpPr>
          <p:spPr bwMode="auto">
            <a:xfrm>
              <a:off x="2549" y="322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945251" name="Rectangle 99"/>
            <p:cNvSpPr>
              <a:spLocks noChangeArrowheads="1"/>
            </p:cNvSpPr>
            <p:nvPr/>
          </p:nvSpPr>
          <p:spPr bwMode="auto">
            <a:xfrm>
              <a:off x="2736" y="2400"/>
              <a:ext cx="2976" cy="1584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lIns="90488" tIns="44450" rIns="90488" bIns="44450" anchor="ctr"/>
            <a:lstStyle/>
            <a:p>
              <a:pPr>
                <a:defRPr/>
              </a:pPr>
              <a:endParaRPr lang="en-US">
                <a:latin typeface="Courier New" charset="0"/>
                <a:cs typeface="+mn-cs"/>
              </a:endParaRPr>
            </a:p>
          </p:txBody>
        </p:sp>
        <p:sp>
          <p:nvSpPr>
            <p:cNvPr id="55380" name="Text Box 100"/>
            <p:cNvSpPr txBox="1">
              <a:spLocks noChangeArrowheads="1"/>
            </p:cNvSpPr>
            <p:nvPr/>
          </p:nvSpPr>
          <p:spPr bwMode="auto">
            <a:xfrm>
              <a:off x="2879" y="2311"/>
              <a:ext cx="2881" cy="16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457200" indent="-457200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…</a:t>
              </a: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8   </a:t>
              </a:r>
              <a:r>
                <a:rPr lang="en-US" altLang="en-US" sz="1800" i="1" dirty="0">
                  <a:latin typeface="Arial" panose="020B0604020202020204" pitchFamily="34" charset="0"/>
                </a:rPr>
                <a:t>Loop</a:t>
              </a:r>
              <a:r>
                <a:rPr lang="en-US" altLang="en-US" sz="1800" b="0" i="1" dirty="0">
                  <a:latin typeface="Arial" panose="020B0604020202020204" pitchFamily="34" charset="0"/>
                </a:rPr>
                <a:t> </a:t>
              </a:r>
              <a:endParaRPr lang="en-US" altLang="en-US" sz="1800" b="0" dirty="0">
                <a:latin typeface="Arial" panose="020B0604020202020204" pitchFamily="34" charset="0"/>
              </a:endParaRP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9     find </a:t>
              </a:r>
              <a:r>
                <a:rPr lang="en-US" altLang="en-US" sz="1800" dirty="0">
                  <a:latin typeface="Arial" panose="020B0604020202020204" pitchFamily="34" charset="0"/>
                </a:rPr>
                <a:t>w</a:t>
              </a:r>
              <a:r>
                <a:rPr lang="en-US" altLang="en-US" sz="1800" b="0" dirty="0">
                  <a:latin typeface="Arial" panose="020B0604020202020204" pitchFamily="34" charset="0"/>
                </a:rPr>
                <a:t> not in </a:t>
              </a:r>
              <a:r>
                <a:rPr lang="en-US" altLang="en-US" sz="1800" dirty="0">
                  <a:latin typeface="Arial" panose="020B0604020202020204" pitchFamily="34" charset="0"/>
                </a:rPr>
                <a:t>S</a:t>
              </a:r>
              <a:r>
                <a:rPr lang="en-US" altLang="en-US" sz="1800" b="0" dirty="0">
                  <a:latin typeface="Arial" panose="020B0604020202020204" pitchFamily="34" charset="0"/>
                </a:rPr>
                <a:t> </a:t>
              </a:r>
              <a:r>
                <a:rPr lang="en-US" altLang="en-US" sz="1800" b="0" dirty="0" err="1">
                  <a:latin typeface="Arial" panose="020B0604020202020204" pitchFamily="34" charset="0"/>
                </a:rPr>
                <a:t>s.t.</a:t>
              </a:r>
              <a:r>
                <a:rPr lang="en-US" altLang="en-US" sz="1800" b="0" dirty="0">
                  <a:latin typeface="Arial" panose="020B0604020202020204" pitchFamily="34" charset="0"/>
                </a:rPr>
                <a:t> D(w) is a minimum; </a:t>
              </a: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10   add </a:t>
              </a:r>
              <a:r>
                <a:rPr lang="en-US" altLang="en-US" sz="1800" dirty="0">
                  <a:latin typeface="Arial" panose="020B0604020202020204" pitchFamily="34" charset="0"/>
                </a:rPr>
                <a:t>w</a:t>
              </a:r>
              <a:r>
                <a:rPr lang="en-US" altLang="en-US" sz="1800" b="0" dirty="0">
                  <a:latin typeface="Arial" panose="020B0604020202020204" pitchFamily="34" charset="0"/>
                </a:rPr>
                <a:t> to </a:t>
              </a:r>
              <a:r>
                <a:rPr lang="en-US" altLang="en-US" sz="1800" dirty="0">
                  <a:latin typeface="Arial" panose="020B0604020202020204" pitchFamily="34" charset="0"/>
                </a:rPr>
                <a:t>S</a:t>
              </a:r>
              <a:r>
                <a:rPr lang="en-US" altLang="en-US" sz="1800" b="0" dirty="0">
                  <a:latin typeface="Arial" panose="020B0604020202020204" pitchFamily="34" charset="0"/>
                </a:rPr>
                <a:t>; </a:t>
              </a:r>
            </a:p>
            <a:p>
              <a:pPr algn="l">
                <a:buFontTx/>
                <a:buAutoNum type="arabicPlain" startAt="11"/>
              </a:pPr>
              <a:r>
                <a:rPr lang="en-US" altLang="en-US" sz="1800" b="0" dirty="0">
                  <a:latin typeface="Arial" panose="020B0604020202020204" pitchFamily="34" charset="0"/>
                </a:rPr>
                <a:t>update D(v) for all </a:t>
              </a:r>
              <a:r>
                <a:rPr lang="en-US" altLang="en-US" sz="1800" dirty="0">
                  <a:latin typeface="Arial" panose="020B0604020202020204" pitchFamily="34" charset="0"/>
                </a:rPr>
                <a:t>v</a:t>
              </a:r>
              <a:r>
                <a:rPr lang="en-US" altLang="en-US" sz="1800" b="0" dirty="0">
                  <a:latin typeface="Arial" panose="020B0604020202020204" pitchFamily="34" charset="0"/>
                </a:rPr>
                <a:t> adjacent </a:t>
              </a: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          to </a:t>
              </a:r>
              <a:r>
                <a:rPr lang="en-US" altLang="en-US" sz="1800" dirty="0">
                  <a:latin typeface="Arial" panose="020B0604020202020204" pitchFamily="34" charset="0"/>
                </a:rPr>
                <a:t>w</a:t>
              </a:r>
              <a:r>
                <a:rPr lang="en-US" altLang="en-US" sz="1800" b="0" dirty="0">
                  <a:latin typeface="Arial" panose="020B0604020202020204" pitchFamily="34" charset="0"/>
                </a:rPr>
                <a:t> and not in </a:t>
              </a:r>
              <a:r>
                <a:rPr lang="en-US" altLang="en-US" sz="1800" dirty="0">
                  <a:latin typeface="Arial" panose="020B0604020202020204" pitchFamily="34" charset="0"/>
                </a:rPr>
                <a:t>S</a:t>
              </a:r>
              <a:r>
                <a:rPr lang="en-US" altLang="en-US" sz="1800" b="0" dirty="0">
                  <a:latin typeface="Arial" panose="020B0604020202020204" pitchFamily="34" charset="0"/>
                </a:rPr>
                <a:t>: </a:t>
              </a:r>
            </a:p>
            <a:p>
              <a:pPr algn="l">
                <a:buFont typeface="Arial" panose="020B0604020202020204" pitchFamily="34" charset="0"/>
                <a:buAutoNum type="arabicPlain" startAt="12"/>
              </a:pPr>
              <a:r>
                <a:rPr lang="en-US" altLang="en-US" sz="1800" b="0" dirty="0">
                  <a:latin typeface="Arial" panose="020B0604020202020204" pitchFamily="34" charset="0"/>
                </a:rPr>
                <a:t>if D(w) + c(</a:t>
              </a:r>
              <a:r>
                <a:rPr lang="en-US" altLang="en-US" sz="1800" b="0" dirty="0" err="1">
                  <a:latin typeface="Arial" panose="020B0604020202020204" pitchFamily="34" charset="0"/>
                </a:rPr>
                <a:t>w,v</a:t>
              </a:r>
              <a:r>
                <a:rPr lang="en-US" altLang="en-US" sz="1800" b="0" dirty="0">
                  <a:latin typeface="Arial" panose="020B0604020202020204" pitchFamily="34" charset="0"/>
                </a:rPr>
                <a:t>) &lt; D(v) then</a:t>
              </a:r>
            </a:p>
            <a:p>
              <a:pPr marL="0" indent="0" algn="l"/>
              <a:r>
                <a:rPr lang="en-US" altLang="en-US" sz="1800" b="0" dirty="0">
                  <a:latin typeface="Arial" panose="020B0604020202020204" pitchFamily="34" charset="0"/>
                </a:rPr>
                <a:t>          D(v) = D(w) + c(</a:t>
              </a:r>
              <a:r>
                <a:rPr lang="en-US" altLang="en-US" sz="1800" b="0" dirty="0" err="1">
                  <a:latin typeface="Arial" panose="020B0604020202020204" pitchFamily="34" charset="0"/>
                </a:rPr>
                <a:t>w,v</a:t>
              </a:r>
              <a:r>
                <a:rPr lang="en-US" altLang="en-US" sz="1800" b="0" dirty="0">
                  <a:latin typeface="Arial" panose="020B0604020202020204" pitchFamily="34" charset="0"/>
                </a:rPr>
                <a:t>); p(v) = w;</a:t>
              </a: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13  </a:t>
              </a:r>
              <a:r>
                <a:rPr lang="en-US" altLang="en-US" sz="1800" i="1" dirty="0">
                  <a:latin typeface="Arial" panose="020B0604020202020204" pitchFamily="34" charset="0"/>
                </a:rPr>
                <a:t>until all nodes in S;</a:t>
              </a:r>
              <a:r>
                <a:rPr lang="en-US" altLang="en-US" sz="1800" b="0" dirty="0">
                  <a:latin typeface="Arial" panose="020B0604020202020204" pitchFamily="34" charset="0"/>
                </a:rPr>
                <a:t> </a:t>
              </a:r>
            </a:p>
          </p:txBody>
        </p:sp>
        <p:sp>
          <p:nvSpPr>
            <p:cNvPr id="55381" name="Freeform 101"/>
            <p:cNvSpPr>
              <a:spLocks/>
            </p:cNvSpPr>
            <p:nvPr/>
          </p:nvSpPr>
          <p:spPr bwMode="auto">
            <a:xfrm>
              <a:off x="2784" y="2592"/>
              <a:ext cx="156" cy="1232"/>
            </a:xfrm>
            <a:custGeom>
              <a:avLst/>
              <a:gdLst>
                <a:gd name="T0" fmla="*/ 156 w 300"/>
                <a:gd name="T1" fmla="*/ 1214 h 3600"/>
                <a:gd name="T2" fmla="*/ 156 w 300"/>
                <a:gd name="T3" fmla="*/ 1232 h 3600"/>
                <a:gd name="T4" fmla="*/ 0 w 300"/>
                <a:gd name="T5" fmla="*/ 1230 h 3600"/>
                <a:gd name="T6" fmla="*/ 0 w 300"/>
                <a:gd name="T7" fmla="*/ 0 h 3600"/>
                <a:gd name="T8" fmla="*/ 100 w 300"/>
                <a:gd name="T9" fmla="*/ 0 h 3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0"/>
                <a:gd name="T16" fmla="*/ 0 h 3600"/>
                <a:gd name="T17" fmla="*/ 300 w 300"/>
                <a:gd name="T18" fmla="*/ 3600 h 36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0" h="3600">
                  <a:moveTo>
                    <a:pt x="300" y="3546"/>
                  </a:moveTo>
                  <a:lnTo>
                    <a:pt x="300" y="3600"/>
                  </a:lnTo>
                  <a:lnTo>
                    <a:pt x="0" y="3594"/>
                  </a:ln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2F0810-A290-404C-AD50-B7D908288FB7}" type="slidenum">
              <a:rPr lang="en-US" altLang="en-US" smtClean="0"/>
              <a:pPr/>
              <a:t>39</a:t>
            </a:fld>
            <a:endParaRPr lang="en-US" altLang="en-US"/>
          </a:p>
        </p:txBody>
      </p:sp>
      <p:graphicFrame>
        <p:nvGraphicFramePr>
          <p:cNvPr id="103" name="Object 3"/>
          <p:cNvGraphicFramePr>
            <a:graphicFrameLocks noChangeAspect="1"/>
          </p:cNvGraphicFramePr>
          <p:nvPr/>
        </p:nvGraphicFramePr>
        <p:xfrm>
          <a:off x="7670330" y="2161967"/>
          <a:ext cx="381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80" imgH="126720" progId="Equation.3">
                  <p:embed/>
                </p:oleObj>
              </mc:Choice>
              <mc:Fallback>
                <p:oleObj name="Equation" r:id="rId3" imgW="152280" imgH="126720" progId="Equation.3">
                  <p:embed/>
                  <p:pic>
                    <p:nvPicPr>
                      <p:cNvPr id="10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0330" y="2161967"/>
                        <a:ext cx="381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5162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Example: Dijkstra’s Algorithm (cont.)</a:t>
            </a:r>
          </a:p>
        </p:txBody>
      </p:sp>
      <p:sp>
        <p:nvSpPr>
          <p:cNvPr id="55302" name="Text Box 3"/>
          <p:cNvSpPr txBox="1">
            <a:spLocks noChangeArrowheads="1"/>
          </p:cNvSpPr>
          <p:nvPr/>
        </p:nvSpPr>
        <p:spPr bwMode="auto">
          <a:xfrm>
            <a:off x="276225" y="1506538"/>
            <a:ext cx="708025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>
                <a:latin typeface="Arial" panose="020B0604020202020204" pitchFamily="34" charset="0"/>
              </a:rPr>
              <a:t>Step</a:t>
            </a:r>
          </a:p>
          <a:p>
            <a:r>
              <a:rPr lang="en-US" altLang="en-US" b="0">
                <a:latin typeface="Arial" panose="020B0604020202020204" pitchFamily="34" charset="0"/>
              </a:rPr>
              <a:t>0</a:t>
            </a:r>
          </a:p>
          <a:p>
            <a:r>
              <a:rPr lang="en-US" altLang="en-US" b="0">
                <a:latin typeface="Arial" panose="020B0604020202020204" pitchFamily="34" charset="0"/>
              </a:rPr>
              <a:t>1</a:t>
            </a:r>
          </a:p>
          <a:p>
            <a:r>
              <a:rPr lang="en-US" altLang="en-US" b="0">
                <a:latin typeface="Arial" panose="020B0604020202020204" pitchFamily="34" charset="0"/>
              </a:rPr>
              <a:t>2</a:t>
            </a:r>
          </a:p>
          <a:p>
            <a:r>
              <a:rPr lang="en-US" altLang="en-US" b="0">
                <a:latin typeface="Arial" panose="020B0604020202020204" pitchFamily="34" charset="0"/>
              </a:rPr>
              <a:t>3</a:t>
            </a:r>
          </a:p>
          <a:p>
            <a:r>
              <a:rPr lang="en-US" altLang="en-US" b="0">
                <a:latin typeface="Arial" panose="020B0604020202020204" pitchFamily="34" charset="0"/>
              </a:rPr>
              <a:t>4</a:t>
            </a:r>
          </a:p>
          <a:p>
            <a:r>
              <a:rPr lang="en-US" altLang="en-US" b="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55303" name="Text Box 4"/>
          <p:cNvSpPr txBox="1">
            <a:spLocks noChangeArrowheads="1"/>
          </p:cNvSpPr>
          <p:nvPr/>
        </p:nvSpPr>
        <p:spPr bwMode="auto">
          <a:xfrm>
            <a:off x="1247775" y="1516063"/>
            <a:ext cx="1228221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 dirty="0">
                <a:latin typeface="Arial" panose="020B0604020202020204" pitchFamily="34" charset="0"/>
              </a:rPr>
              <a:t>start S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A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AD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ADE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ADEB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ADEBC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ADEBCF</a:t>
            </a:r>
          </a:p>
        </p:txBody>
      </p:sp>
      <p:sp>
        <p:nvSpPr>
          <p:cNvPr id="55304" name="Text Box 5"/>
          <p:cNvSpPr txBox="1">
            <a:spLocks noChangeArrowheads="1"/>
          </p:cNvSpPr>
          <p:nvPr/>
        </p:nvSpPr>
        <p:spPr bwMode="auto">
          <a:xfrm>
            <a:off x="2451100" y="1497013"/>
            <a:ext cx="130997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D(B),p(B)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2,A</a:t>
            </a:r>
          </a:p>
        </p:txBody>
      </p:sp>
      <p:sp>
        <p:nvSpPr>
          <p:cNvPr id="55305" name="Text Box 6"/>
          <p:cNvSpPr txBox="1">
            <a:spLocks noChangeArrowheads="1"/>
          </p:cNvSpPr>
          <p:nvPr/>
        </p:nvSpPr>
        <p:spPr bwMode="auto">
          <a:xfrm>
            <a:off x="3703638" y="1501775"/>
            <a:ext cx="1309974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D(C),p(C)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5,A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4,D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3,E</a:t>
            </a:r>
          </a:p>
        </p:txBody>
      </p:sp>
      <p:sp>
        <p:nvSpPr>
          <p:cNvPr id="55306" name="Text Box 7"/>
          <p:cNvSpPr txBox="1">
            <a:spLocks noChangeArrowheads="1"/>
          </p:cNvSpPr>
          <p:nvPr/>
        </p:nvSpPr>
        <p:spPr bwMode="auto">
          <a:xfrm>
            <a:off x="4943475" y="1497013"/>
            <a:ext cx="130997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D(D),p(D)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1,A</a:t>
            </a:r>
          </a:p>
        </p:txBody>
      </p:sp>
      <p:sp>
        <p:nvSpPr>
          <p:cNvPr id="55307" name="Text Box 8"/>
          <p:cNvSpPr txBox="1">
            <a:spLocks noChangeArrowheads="1"/>
          </p:cNvSpPr>
          <p:nvPr/>
        </p:nvSpPr>
        <p:spPr bwMode="auto">
          <a:xfrm>
            <a:off x="6303963" y="1501775"/>
            <a:ext cx="128112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D(E),p(E)</a:t>
            </a:r>
          </a:p>
          <a:p>
            <a:endParaRPr lang="en-US" altLang="en-US" b="0" dirty="0">
              <a:latin typeface="Arial" panose="020B0604020202020204" pitchFamily="34" charset="0"/>
            </a:endParaRPr>
          </a:p>
          <a:p>
            <a:r>
              <a:rPr lang="en-US" altLang="en-US" b="0" dirty="0">
                <a:latin typeface="Arial" panose="020B0604020202020204" pitchFamily="34" charset="0"/>
              </a:rPr>
              <a:t>2,D</a:t>
            </a:r>
          </a:p>
        </p:txBody>
      </p:sp>
      <p:sp>
        <p:nvSpPr>
          <p:cNvPr id="55308" name="Text Box 9"/>
          <p:cNvSpPr txBox="1">
            <a:spLocks noChangeArrowheads="1"/>
          </p:cNvSpPr>
          <p:nvPr/>
        </p:nvSpPr>
        <p:spPr bwMode="auto">
          <a:xfrm>
            <a:off x="7585075" y="1516063"/>
            <a:ext cx="1252266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chemeClr val="accent2"/>
                </a:solidFill>
                <a:latin typeface="Arial" panose="020B0604020202020204" pitchFamily="34" charset="0"/>
              </a:rPr>
              <a:t>D(F),p(F)</a:t>
            </a:r>
          </a:p>
          <a:p>
            <a:endParaRPr lang="en-US" altLang="en-US" b="0" dirty="0">
              <a:latin typeface="Arial" panose="020B0604020202020204" pitchFamily="34" charset="0"/>
            </a:endParaRPr>
          </a:p>
          <a:p>
            <a:endParaRPr lang="en-US" altLang="en-US" b="0" dirty="0">
              <a:latin typeface="Arial" panose="020B0604020202020204" pitchFamily="34" charset="0"/>
            </a:endParaRPr>
          </a:p>
          <a:p>
            <a:r>
              <a:rPr lang="en-US" altLang="en-US" b="0" dirty="0">
                <a:latin typeface="Arial" panose="020B0604020202020204" pitchFamily="34" charset="0"/>
              </a:rPr>
              <a:t>4,E</a:t>
            </a:r>
          </a:p>
        </p:txBody>
      </p:sp>
      <p:sp>
        <p:nvSpPr>
          <p:cNvPr id="55309" name="Line 10"/>
          <p:cNvSpPr>
            <a:spLocks noChangeShapeType="1"/>
          </p:cNvSpPr>
          <p:nvPr/>
        </p:nvSpPr>
        <p:spPr bwMode="auto">
          <a:xfrm>
            <a:off x="361950" y="1857375"/>
            <a:ext cx="8505825" cy="95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5310" name="Line 11"/>
          <p:cNvSpPr>
            <a:spLocks noChangeShapeType="1"/>
          </p:cNvSpPr>
          <p:nvPr/>
        </p:nvSpPr>
        <p:spPr bwMode="auto">
          <a:xfrm>
            <a:off x="519113" y="2162175"/>
            <a:ext cx="8296275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5311" name="Line 12"/>
          <p:cNvSpPr>
            <a:spLocks noChangeShapeType="1"/>
          </p:cNvSpPr>
          <p:nvPr/>
        </p:nvSpPr>
        <p:spPr bwMode="auto">
          <a:xfrm>
            <a:off x="538163" y="2457450"/>
            <a:ext cx="8267700" cy="4763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5312" name="Line 13"/>
          <p:cNvSpPr>
            <a:spLocks noChangeShapeType="1"/>
          </p:cNvSpPr>
          <p:nvPr/>
        </p:nvSpPr>
        <p:spPr bwMode="auto">
          <a:xfrm>
            <a:off x="547688" y="2767013"/>
            <a:ext cx="8253412" cy="9525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5313" name="Line 14"/>
          <p:cNvSpPr>
            <a:spLocks noChangeShapeType="1"/>
          </p:cNvSpPr>
          <p:nvPr/>
        </p:nvSpPr>
        <p:spPr bwMode="auto">
          <a:xfrm>
            <a:off x="557213" y="3071813"/>
            <a:ext cx="8267700" cy="9525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5314" name="Line 15"/>
          <p:cNvSpPr>
            <a:spLocks noChangeShapeType="1"/>
          </p:cNvSpPr>
          <p:nvPr/>
        </p:nvSpPr>
        <p:spPr bwMode="auto">
          <a:xfrm>
            <a:off x="571500" y="3386138"/>
            <a:ext cx="8262938" cy="4762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graphicFrame>
        <p:nvGraphicFramePr>
          <p:cNvPr id="55298" name="Object 2"/>
          <p:cNvGraphicFramePr>
            <a:graphicFrameLocks noChangeAspect="1"/>
          </p:cNvGraphicFramePr>
          <p:nvPr/>
        </p:nvGraphicFramePr>
        <p:xfrm>
          <a:off x="6389218" y="1852404"/>
          <a:ext cx="381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80" imgH="126720" progId="Equation.3">
                  <p:embed/>
                </p:oleObj>
              </mc:Choice>
              <mc:Fallback>
                <p:oleObj name="Equation" r:id="rId3" imgW="152280" imgH="126720" progId="Equation.3">
                  <p:embed/>
                  <p:pic>
                    <p:nvPicPr>
                      <p:cNvPr id="552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9218" y="1852404"/>
                        <a:ext cx="381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299" name="Object 3"/>
          <p:cNvGraphicFramePr>
            <a:graphicFrameLocks noChangeAspect="1"/>
          </p:cNvGraphicFramePr>
          <p:nvPr/>
        </p:nvGraphicFramePr>
        <p:xfrm>
          <a:off x="7661966" y="1852583"/>
          <a:ext cx="381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80" imgH="126720" progId="Equation.3">
                  <p:embed/>
                </p:oleObj>
              </mc:Choice>
              <mc:Fallback>
                <p:oleObj name="Equation" r:id="rId3" imgW="152280" imgH="126720" progId="Equation.3">
                  <p:embed/>
                  <p:pic>
                    <p:nvPicPr>
                      <p:cNvPr id="552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1966" y="1852583"/>
                        <a:ext cx="381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15" name="Line 19"/>
          <p:cNvSpPr>
            <a:spLocks noChangeShapeType="1"/>
          </p:cNvSpPr>
          <p:nvPr/>
        </p:nvSpPr>
        <p:spPr bwMode="auto">
          <a:xfrm>
            <a:off x="-19050" y="3505200"/>
            <a:ext cx="381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NZ"/>
          </a:p>
        </p:txBody>
      </p:sp>
      <p:grpSp>
        <p:nvGrpSpPr>
          <p:cNvPr id="55377" name="Group 97"/>
          <p:cNvGrpSpPr>
            <a:grpSpLocks/>
          </p:cNvGrpSpPr>
          <p:nvPr/>
        </p:nvGrpSpPr>
        <p:grpSpPr bwMode="auto">
          <a:xfrm>
            <a:off x="4040188" y="3668713"/>
            <a:ext cx="5097462" cy="2655887"/>
            <a:chOff x="2549" y="2311"/>
            <a:chExt cx="3211" cy="1673"/>
          </a:xfrm>
        </p:grpSpPr>
        <p:sp>
          <p:nvSpPr>
            <p:cNvPr id="55378" name="Line 98"/>
            <p:cNvSpPr>
              <a:spLocks noChangeShapeType="1"/>
            </p:cNvSpPr>
            <p:nvPr/>
          </p:nvSpPr>
          <p:spPr bwMode="auto">
            <a:xfrm>
              <a:off x="2549" y="322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945251" name="Rectangle 99"/>
            <p:cNvSpPr>
              <a:spLocks noChangeArrowheads="1"/>
            </p:cNvSpPr>
            <p:nvPr/>
          </p:nvSpPr>
          <p:spPr bwMode="auto">
            <a:xfrm>
              <a:off x="2736" y="2400"/>
              <a:ext cx="2976" cy="1584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lIns="90488" tIns="44450" rIns="90488" bIns="44450" anchor="ctr"/>
            <a:lstStyle/>
            <a:p>
              <a:pPr>
                <a:defRPr/>
              </a:pPr>
              <a:endParaRPr lang="en-US">
                <a:latin typeface="Courier New" charset="0"/>
                <a:cs typeface="+mn-cs"/>
              </a:endParaRPr>
            </a:p>
          </p:txBody>
        </p:sp>
        <p:sp>
          <p:nvSpPr>
            <p:cNvPr id="55380" name="Text Box 100"/>
            <p:cNvSpPr txBox="1">
              <a:spLocks noChangeArrowheads="1"/>
            </p:cNvSpPr>
            <p:nvPr/>
          </p:nvSpPr>
          <p:spPr bwMode="auto">
            <a:xfrm>
              <a:off x="2879" y="2311"/>
              <a:ext cx="2881" cy="16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457200" indent="-457200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…</a:t>
              </a: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8   </a:t>
              </a:r>
              <a:r>
                <a:rPr lang="en-US" altLang="en-US" sz="1800" i="1" dirty="0">
                  <a:latin typeface="Arial" panose="020B0604020202020204" pitchFamily="34" charset="0"/>
                </a:rPr>
                <a:t>Loop</a:t>
              </a:r>
              <a:r>
                <a:rPr lang="en-US" altLang="en-US" sz="1800" b="0" i="1" dirty="0">
                  <a:latin typeface="Arial" panose="020B0604020202020204" pitchFamily="34" charset="0"/>
                </a:rPr>
                <a:t> </a:t>
              </a:r>
              <a:endParaRPr lang="en-US" altLang="en-US" sz="1800" b="0" dirty="0">
                <a:latin typeface="Arial" panose="020B0604020202020204" pitchFamily="34" charset="0"/>
              </a:endParaRP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9     find </a:t>
              </a:r>
              <a:r>
                <a:rPr lang="en-US" altLang="en-US" sz="1800" dirty="0">
                  <a:latin typeface="Arial" panose="020B0604020202020204" pitchFamily="34" charset="0"/>
                </a:rPr>
                <a:t>w</a:t>
              </a:r>
              <a:r>
                <a:rPr lang="en-US" altLang="en-US" sz="1800" b="0" dirty="0">
                  <a:latin typeface="Arial" panose="020B0604020202020204" pitchFamily="34" charset="0"/>
                </a:rPr>
                <a:t> not in </a:t>
              </a:r>
              <a:r>
                <a:rPr lang="en-US" altLang="en-US" sz="1800" dirty="0">
                  <a:latin typeface="Arial" panose="020B0604020202020204" pitchFamily="34" charset="0"/>
                </a:rPr>
                <a:t>S</a:t>
              </a:r>
              <a:r>
                <a:rPr lang="en-US" altLang="en-US" sz="1800" b="0" dirty="0">
                  <a:latin typeface="Arial" panose="020B0604020202020204" pitchFamily="34" charset="0"/>
                </a:rPr>
                <a:t> </a:t>
              </a:r>
              <a:r>
                <a:rPr lang="en-US" altLang="en-US" sz="1800" b="0" dirty="0" err="1">
                  <a:latin typeface="Arial" panose="020B0604020202020204" pitchFamily="34" charset="0"/>
                </a:rPr>
                <a:t>s.t.</a:t>
              </a:r>
              <a:r>
                <a:rPr lang="en-US" altLang="en-US" sz="1800" b="0" dirty="0">
                  <a:latin typeface="Arial" panose="020B0604020202020204" pitchFamily="34" charset="0"/>
                </a:rPr>
                <a:t> D(w) is a minimum; </a:t>
              </a: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10   add </a:t>
              </a:r>
              <a:r>
                <a:rPr lang="en-US" altLang="en-US" sz="1800" dirty="0">
                  <a:latin typeface="Arial" panose="020B0604020202020204" pitchFamily="34" charset="0"/>
                </a:rPr>
                <a:t>w</a:t>
              </a:r>
              <a:r>
                <a:rPr lang="en-US" altLang="en-US" sz="1800" b="0" dirty="0">
                  <a:latin typeface="Arial" panose="020B0604020202020204" pitchFamily="34" charset="0"/>
                </a:rPr>
                <a:t> to </a:t>
              </a:r>
              <a:r>
                <a:rPr lang="en-US" altLang="en-US" sz="1800" dirty="0">
                  <a:latin typeface="Arial" panose="020B0604020202020204" pitchFamily="34" charset="0"/>
                </a:rPr>
                <a:t>S</a:t>
              </a:r>
              <a:r>
                <a:rPr lang="en-US" altLang="en-US" sz="1800" b="0" dirty="0">
                  <a:latin typeface="Arial" panose="020B0604020202020204" pitchFamily="34" charset="0"/>
                </a:rPr>
                <a:t>; </a:t>
              </a:r>
            </a:p>
            <a:p>
              <a:pPr algn="l">
                <a:buFontTx/>
                <a:buAutoNum type="arabicPlain" startAt="11"/>
              </a:pPr>
              <a:r>
                <a:rPr lang="en-US" altLang="en-US" sz="1800" b="0" dirty="0">
                  <a:latin typeface="Arial" panose="020B0604020202020204" pitchFamily="34" charset="0"/>
                </a:rPr>
                <a:t>update D(v) for all </a:t>
              </a:r>
              <a:r>
                <a:rPr lang="en-US" altLang="en-US" sz="1800" dirty="0">
                  <a:latin typeface="Arial" panose="020B0604020202020204" pitchFamily="34" charset="0"/>
                </a:rPr>
                <a:t>v</a:t>
              </a:r>
              <a:r>
                <a:rPr lang="en-US" altLang="en-US" sz="1800" b="0" dirty="0">
                  <a:latin typeface="Arial" panose="020B0604020202020204" pitchFamily="34" charset="0"/>
                </a:rPr>
                <a:t> adjacent </a:t>
              </a: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          to </a:t>
              </a:r>
              <a:r>
                <a:rPr lang="en-US" altLang="en-US" sz="1800" dirty="0">
                  <a:latin typeface="Arial" panose="020B0604020202020204" pitchFamily="34" charset="0"/>
                </a:rPr>
                <a:t>w</a:t>
              </a:r>
              <a:r>
                <a:rPr lang="en-US" altLang="en-US" sz="1800" b="0" dirty="0">
                  <a:latin typeface="Arial" panose="020B0604020202020204" pitchFamily="34" charset="0"/>
                </a:rPr>
                <a:t> and not in </a:t>
              </a:r>
              <a:r>
                <a:rPr lang="en-US" altLang="en-US" sz="1800" dirty="0">
                  <a:latin typeface="Arial" panose="020B0604020202020204" pitchFamily="34" charset="0"/>
                </a:rPr>
                <a:t>S</a:t>
              </a:r>
              <a:r>
                <a:rPr lang="en-US" altLang="en-US" sz="1800" b="0" dirty="0">
                  <a:latin typeface="Arial" panose="020B0604020202020204" pitchFamily="34" charset="0"/>
                </a:rPr>
                <a:t>: </a:t>
              </a:r>
            </a:p>
            <a:p>
              <a:pPr algn="l">
                <a:buFont typeface="Arial" panose="020B0604020202020204" pitchFamily="34" charset="0"/>
                <a:buAutoNum type="arabicPlain" startAt="12"/>
              </a:pPr>
              <a:r>
                <a:rPr lang="en-US" altLang="en-US" sz="1800" b="0" dirty="0">
                  <a:latin typeface="Arial" panose="020B0604020202020204" pitchFamily="34" charset="0"/>
                </a:rPr>
                <a:t>if D(w) + c(</a:t>
              </a:r>
              <a:r>
                <a:rPr lang="en-US" altLang="en-US" sz="1800" b="0" dirty="0" err="1">
                  <a:latin typeface="Arial" panose="020B0604020202020204" pitchFamily="34" charset="0"/>
                </a:rPr>
                <a:t>w,v</a:t>
              </a:r>
              <a:r>
                <a:rPr lang="en-US" altLang="en-US" sz="1800" b="0" dirty="0">
                  <a:latin typeface="Arial" panose="020B0604020202020204" pitchFamily="34" charset="0"/>
                </a:rPr>
                <a:t>) &lt; D(v) then</a:t>
              </a:r>
            </a:p>
            <a:p>
              <a:pPr marL="0" indent="0" algn="l"/>
              <a:r>
                <a:rPr lang="en-US" altLang="en-US" sz="1800" b="0" dirty="0">
                  <a:latin typeface="Arial" panose="020B0604020202020204" pitchFamily="34" charset="0"/>
                </a:rPr>
                <a:t>          D(v) = D(w) + c(</a:t>
              </a:r>
              <a:r>
                <a:rPr lang="en-US" altLang="en-US" sz="1800" b="0" dirty="0" err="1">
                  <a:latin typeface="Arial" panose="020B0604020202020204" pitchFamily="34" charset="0"/>
                </a:rPr>
                <a:t>w,v</a:t>
              </a:r>
              <a:r>
                <a:rPr lang="en-US" altLang="en-US" sz="1800" b="0" dirty="0">
                  <a:latin typeface="Arial" panose="020B0604020202020204" pitchFamily="34" charset="0"/>
                </a:rPr>
                <a:t>); p(v) = w;</a:t>
              </a: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13  </a:t>
              </a:r>
              <a:r>
                <a:rPr lang="en-US" altLang="en-US" sz="1800" i="1" dirty="0">
                  <a:latin typeface="Arial" panose="020B0604020202020204" pitchFamily="34" charset="0"/>
                </a:rPr>
                <a:t>until all nodes in S;</a:t>
              </a:r>
              <a:r>
                <a:rPr lang="en-US" altLang="en-US" sz="1800" b="0" dirty="0">
                  <a:latin typeface="Arial" panose="020B0604020202020204" pitchFamily="34" charset="0"/>
                </a:rPr>
                <a:t> </a:t>
              </a:r>
            </a:p>
          </p:txBody>
        </p:sp>
        <p:sp>
          <p:nvSpPr>
            <p:cNvPr id="55381" name="Freeform 101"/>
            <p:cNvSpPr>
              <a:spLocks/>
            </p:cNvSpPr>
            <p:nvPr/>
          </p:nvSpPr>
          <p:spPr bwMode="auto">
            <a:xfrm>
              <a:off x="2784" y="2592"/>
              <a:ext cx="156" cy="1232"/>
            </a:xfrm>
            <a:custGeom>
              <a:avLst/>
              <a:gdLst>
                <a:gd name="T0" fmla="*/ 156 w 300"/>
                <a:gd name="T1" fmla="*/ 1214 h 3600"/>
                <a:gd name="T2" fmla="*/ 156 w 300"/>
                <a:gd name="T3" fmla="*/ 1232 h 3600"/>
                <a:gd name="T4" fmla="*/ 0 w 300"/>
                <a:gd name="T5" fmla="*/ 1230 h 3600"/>
                <a:gd name="T6" fmla="*/ 0 w 300"/>
                <a:gd name="T7" fmla="*/ 0 h 3600"/>
                <a:gd name="T8" fmla="*/ 100 w 300"/>
                <a:gd name="T9" fmla="*/ 0 h 3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0"/>
                <a:gd name="T16" fmla="*/ 0 h 3600"/>
                <a:gd name="T17" fmla="*/ 300 w 300"/>
                <a:gd name="T18" fmla="*/ 3600 h 36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0" h="3600">
                  <a:moveTo>
                    <a:pt x="300" y="3546"/>
                  </a:moveTo>
                  <a:lnTo>
                    <a:pt x="300" y="3600"/>
                  </a:lnTo>
                  <a:lnTo>
                    <a:pt x="0" y="3594"/>
                  </a:ln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2F0810-A290-404C-AD50-B7D908288FB7}" type="slidenum">
              <a:rPr lang="en-US" altLang="en-US" smtClean="0"/>
              <a:pPr/>
              <a:t>40</a:t>
            </a:fld>
            <a:endParaRPr lang="en-US" altLang="en-US"/>
          </a:p>
        </p:txBody>
      </p:sp>
      <p:graphicFrame>
        <p:nvGraphicFramePr>
          <p:cNvPr id="103" name="Object 3"/>
          <p:cNvGraphicFramePr>
            <a:graphicFrameLocks noChangeAspect="1"/>
          </p:cNvGraphicFramePr>
          <p:nvPr/>
        </p:nvGraphicFramePr>
        <p:xfrm>
          <a:off x="7670330" y="2161967"/>
          <a:ext cx="381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80" imgH="126720" progId="Equation.3">
                  <p:embed/>
                </p:oleObj>
              </mc:Choice>
              <mc:Fallback>
                <p:oleObj name="Equation" r:id="rId3" imgW="152280" imgH="126720" progId="Equation.3">
                  <p:embed/>
                  <p:pic>
                    <p:nvPicPr>
                      <p:cNvPr id="10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0330" y="2161967"/>
                        <a:ext cx="381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9" name="Group 20"/>
          <p:cNvGrpSpPr>
            <a:grpSpLocks/>
          </p:cNvGrpSpPr>
          <p:nvPr/>
        </p:nvGrpSpPr>
        <p:grpSpPr bwMode="auto">
          <a:xfrm>
            <a:off x="533400" y="3810000"/>
            <a:ext cx="3571875" cy="2236788"/>
            <a:chOff x="336" y="2400"/>
            <a:chExt cx="2250" cy="1409"/>
          </a:xfrm>
        </p:grpSpPr>
        <p:sp>
          <p:nvSpPr>
            <p:cNvPr id="110" name="Freeform 21"/>
            <p:cNvSpPr>
              <a:spLocks/>
            </p:cNvSpPr>
            <p:nvPr/>
          </p:nvSpPr>
          <p:spPr bwMode="auto">
            <a:xfrm>
              <a:off x="336" y="2400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1" name="Freeform 22"/>
            <p:cNvSpPr>
              <a:spLocks/>
            </p:cNvSpPr>
            <p:nvPr/>
          </p:nvSpPr>
          <p:spPr bwMode="auto">
            <a:xfrm>
              <a:off x="672" y="2949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" name="Oval 23"/>
            <p:cNvSpPr>
              <a:spLocks noChangeArrowheads="1"/>
            </p:cNvSpPr>
            <p:nvPr/>
          </p:nvSpPr>
          <p:spPr bwMode="auto">
            <a:xfrm>
              <a:off x="412" y="3191"/>
              <a:ext cx="313" cy="81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3" name="Line 24"/>
            <p:cNvSpPr>
              <a:spLocks noChangeShapeType="1"/>
            </p:cNvSpPr>
            <p:nvPr/>
          </p:nvSpPr>
          <p:spPr bwMode="auto">
            <a:xfrm>
              <a:off x="412" y="3184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14" name="Line 25"/>
            <p:cNvSpPr>
              <a:spLocks noChangeShapeType="1"/>
            </p:cNvSpPr>
            <p:nvPr/>
          </p:nvSpPr>
          <p:spPr bwMode="auto">
            <a:xfrm>
              <a:off x="725" y="3184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15" name="Rectangle 26"/>
            <p:cNvSpPr>
              <a:spLocks noChangeArrowheads="1"/>
            </p:cNvSpPr>
            <p:nvPr/>
          </p:nvSpPr>
          <p:spPr bwMode="auto">
            <a:xfrm>
              <a:off x="412" y="3184"/>
              <a:ext cx="310" cy="4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16" name="Oval 27"/>
            <p:cNvSpPr>
              <a:spLocks noChangeArrowheads="1"/>
            </p:cNvSpPr>
            <p:nvPr/>
          </p:nvSpPr>
          <p:spPr bwMode="auto">
            <a:xfrm>
              <a:off x="409" y="3125"/>
              <a:ext cx="313" cy="9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7" name="Oval 28"/>
            <p:cNvSpPr>
              <a:spLocks noChangeArrowheads="1"/>
            </p:cNvSpPr>
            <p:nvPr/>
          </p:nvSpPr>
          <p:spPr bwMode="auto">
            <a:xfrm>
              <a:off x="886" y="3578"/>
              <a:ext cx="313" cy="81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8" name="Line 29"/>
            <p:cNvSpPr>
              <a:spLocks noChangeShapeType="1"/>
            </p:cNvSpPr>
            <p:nvPr/>
          </p:nvSpPr>
          <p:spPr bwMode="auto">
            <a:xfrm>
              <a:off x="886" y="357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19" name="Line 30"/>
            <p:cNvSpPr>
              <a:spLocks noChangeShapeType="1"/>
            </p:cNvSpPr>
            <p:nvPr/>
          </p:nvSpPr>
          <p:spPr bwMode="auto">
            <a:xfrm>
              <a:off x="1199" y="357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20" name="Rectangle 31"/>
            <p:cNvSpPr>
              <a:spLocks noChangeArrowheads="1"/>
            </p:cNvSpPr>
            <p:nvPr/>
          </p:nvSpPr>
          <p:spPr bwMode="auto">
            <a:xfrm>
              <a:off x="886" y="3571"/>
              <a:ext cx="310" cy="4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21" name="Oval 32"/>
            <p:cNvSpPr>
              <a:spLocks noChangeArrowheads="1"/>
            </p:cNvSpPr>
            <p:nvPr/>
          </p:nvSpPr>
          <p:spPr bwMode="auto">
            <a:xfrm>
              <a:off x="883" y="3512"/>
              <a:ext cx="313" cy="9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2" name="Oval 33"/>
            <p:cNvSpPr>
              <a:spLocks noChangeArrowheads="1"/>
            </p:cNvSpPr>
            <p:nvPr/>
          </p:nvSpPr>
          <p:spPr bwMode="auto">
            <a:xfrm>
              <a:off x="882" y="2888"/>
              <a:ext cx="313" cy="81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3" name="Line 34"/>
            <p:cNvSpPr>
              <a:spLocks noChangeShapeType="1"/>
            </p:cNvSpPr>
            <p:nvPr/>
          </p:nvSpPr>
          <p:spPr bwMode="auto">
            <a:xfrm>
              <a:off x="882" y="288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24" name="Line 35"/>
            <p:cNvSpPr>
              <a:spLocks noChangeShapeType="1"/>
            </p:cNvSpPr>
            <p:nvPr/>
          </p:nvSpPr>
          <p:spPr bwMode="auto">
            <a:xfrm>
              <a:off x="1195" y="288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25" name="Rectangle 36"/>
            <p:cNvSpPr>
              <a:spLocks noChangeArrowheads="1"/>
            </p:cNvSpPr>
            <p:nvPr/>
          </p:nvSpPr>
          <p:spPr bwMode="auto">
            <a:xfrm>
              <a:off x="882" y="2881"/>
              <a:ext cx="310" cy="4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26" name="Oval 37"/>
            <p:cNvSpPr>
              <a:spLocks noChangeArrowheads="1"/>
            </p:cNvSpPr>
            <p:nvPr/>
          </p:nvSpPr>
          <p:spPr bwMode="auto">
            <a:xfrm>
              <a:off x="879" y="2822"/>
              <a:ext cx="313" cy="9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7" name="Oval 38"/>
            <p:cNvSpPr>
              <a:spLocks noChangeArrowheads="1"/>
            </p:cNvSpPr>
            <p:nvPr/>
          </p:nvSpPr>
          <p:spPr bwMode="auto">
            <a:xfrm>
              <a:off x="1565" y="2884"/>
              <a:ext cx="312" cy="81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8" name="Line 39"/>
            <p:cNvSpPr>
              <a:spLocks noChangeShapeType="1"/>
            </p:cNvSpPr>
            <p:nvPr/>
          </p:nvSpPr>
          <p:spPr bwMode="auto">
            <a:xfrm>
              <a:off x="1565" y="287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29" name="Line 40"/>
            <p:cNvSpPr>
              <a:spLocks noChangeShapeType="1"/>
            </p:cNvSpPr>
            <p:nvPr/>
          </p:nvSpPr>
          <p:spPr bwMode="auto">
            <a:xfrm>
              <a:off x="1877" y="287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30" name="Rectangle 41"/>
            <p:cNvSpPr>
              <a:spLocks noChangeArrowheads="1"/>
            </p:cNvSpPr>
            <p:nvPr/>
          </p:nvSpPr>
          <p:spPr bwMode="auto">
            <a:xfrm>
              <a:off x="1565" y="2877"/>
              <a:ext cx="309" cy="4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31" name="Oval 42"/>
            <p:cNvSpPr>
              <a:spLocks noChangeArrowheads="1"/>
            </p:cNvSpPr>
            <p:nvPr/>
          </p:nvSpPr>
          <p:spPr bwMode="auto">
            <a:xfrm>
              <a:off x="1568" y="2821"/>
              <a:ext cx="312" cy="9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2" name="Oval 43"/>
            <p:cNvSpPr>
              <a:spLocks noChangeArrowheads="1"/>
            </p:cNvSpPr>
            <p:nvPr/>
          </p:nvSpPr>
          <p:spPr bwMode="auto">
            <a:xfrm>
              <a:off x="1575" y="3575"/>
              <a:ext cx="313" cy="81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" name="Line 44"/>
            <p:cNvSpPr>
              <a:spLocks noChangeShapeType="1"/>
            </p:cNvSpPr>
            <p:nvPr/>
          </p:nvSpPr>
          <p:spPr bwMode="auto">
            <a:xfrm>
              <a:off x="1575" y="356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34" name="Line 45"/>
            <p:cNvSpPr>
              <a:spLocks noChangeShapeType="1"/>
            </p:cNvSpPr>
            <p:nvPr/>
          </p:nvSpPr>
          <p:spPr bwMode="auto">
            <a:xfrm>
              <a:off x="1888" y="356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35" name="Rectangle 46"/>
            <p:cNvSpPr>
              <a:spLocks noChangeArrowheads="1"/>
            </p:cNvSpPr>
            <p:nvPr/>
          </p:nvSpPr>
          <p:spPr bwMode="auto">
            <a:xfrm>
              <a:off x="1575" y="3568"/>
              <a:ext cx="310" cy="4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36" name="Oval 47"/>
            <p:cNvSpPr>
              <a:spLocks noChangeArrowheads="1"/>
            </p:cNvSpPr>
            <p:nvPr/>
          </p:nvSpPr>
          <p:spPr bwMode="auto">
            <a:xfrm>
              <a:off x="1572" y="3509"/>
              <a:ext cx="313" cy="9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7" name="Oval 48"/>
            <p:cNvSpPr>
              <a:spLocks noChangeArrowheads="1"/>
            </p:cNvSpPr>
            <p:nvPr/>
          </p:nvSpPr>
          <p:spPr bwMode="auto">
            <a:xfrm>
              <a:off x="2140" y="3234"/>
              <a:ext cx="313" cy="81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8" name="Line 49"/>
            <p:cNvSpPr>
              <a:spLocks noChangeShapeType="1"/>
            </p:cNvSpPr>
            <p:nvPr/>
          </p:nvSpPr>
          <p:spPr bwMode="auto">
            <a:xfrm>
              <a:off x="2140" y="322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39" name="Line 50"/>
            <p:cNvSpPr>
              <a:spLocks noChangeShapeType="1"/>
            </p:cNvSpPr>
            <p:nvPr/>
          </p:nvSpPr>
          <p:spPr bwMode="auto">
            <a:xfrm>
              <a:off x="2453" y="322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40" name="Rectangle 51"/>
            <p:cNvSpPr>
              <a:spLocks noChangeArrowheads="1"/>
            </p:cNvSpPr>
            <p:nvPr/>
          </p:nvSpPr>
          <p:spPr bwMode="auto">
            <a:xfrm>
              <a:off x="2140" y="3227"/>
              <a:ext cx="310" cy="4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41" name="Oval 52"/>
            <p:cNvSpPr>
              <a:spLocks noChangeArrowheads="1"/>
            </p:cNvSpPr>
            <p:nvPr/>
          </p:nvSpPr>
          <p:spPr bwMode="auto">
            <a:xfrm>
              <a:off x="2137" y="3168"/>
              <a:ext cx="313" cy="9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2" name="Freeform 53"/>
            <p:cNvSpPr>
              <a:spLocks/>
            </p:cNvSpPr>
            <p:nvPr/>
          </p:nvSpPr>
          <p:spPr bwMode="auto">
            <a:xfrm>
              <a:off x="1731" y="2976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" name="Freeform 54"/>
            <p:cNvSpPr>
              <a:spLocks/>
            </p:cNvSpPr>
            <p:nvPr/>
          </p:nvSpPr>
          <p:spPr bwMode="auto">
            <a:xfrm>
              <a:off x="1038" y="2982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4" name="Freeform 55"/>
            <p:cNvSpPr>
              <a:spLocks/>
            </p:cNvSpPr>
            <p:nvPr/>
          </p:nvSpPr>
          <p:spPr bwMode="auto">
            <a:xfrm>
              <a:off x="1203" y="2967"/>
              <a:ext cx="504" cy="600"/>
            </a:xfrm>
            <a:custGeom>
              <a:avLst/>
              <a:gdLst>
                <a:gd name="T0" fmla="*/ 0 w 378"/>
                <a:gd name="T1" fmla="*/ 600 h 174"/>
                <a:gd name="T2" fmla="*/ 504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5" name="Freeform 56"/>
            <p:cNvSpPr>
              <a:spLocks/>
            </p:cNvSpPr>
            <p:nvPr/>
          </p:nvSpPr>
          <p:spPr bwMode="auto">
            <a:xfrm>
              <a:off x="1890" y="3312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6" name="Freeform 57"/>
            <p:cNvSpPr>
              <a:spLocks/>
            </p:cNvSpPr>
            <p:nvPr/>
          </p:nvSpPr>
          <p:spPr bwMode="auto">
            <a:xfrm>
              <a:off x="1209" y="3597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7" name="Freeform 58"/>
            <p:cNvSpPr>
              <a:spLocks/>
            </p:cNvSpPr>
            <p:nvPr/>
          </p:nvSpPr>
          <p:spPr bwMode="auto">
            <a:xfrm>
              <a:off x="618" y="3273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8" name="Freeform 59"/>
            <p:cNvSpPr>
              <a:spLocks/>
            </p:cNvSpPr>
            <p:nvPr/>
          </p:nvSpPr>
          <p:spPr bwMode="auto">
            <a:xfrm>
              <a:off x="1203" y="2907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9" name="Freeform 60"/>
            <p:cNvSpPr>
              <a:spLocks/>
            </p:cNvSpPr>
            <p:nvPr/>
          </p:nvSpPr>
          <p:spPr bwMode="auto">
            <a:xfrm>
              <a:off x="1878" y="2904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0" name="Freeform 61"/>
            <p:cNvSpPr>
              <a:spLocks/>
            </p:cNvSpPr>
            <p:nvPr/>
          </p:nvSpPr>
          <p:spPr bwMode="auto">
            <a:xfrm>
              <a:off x="561" y="2475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151" name="Group 62"/>
            <p:cNvGrpSpPr>
              <a:grpSpLocks/>
            </p:cNvGrpSpPr>
            <p:nvPr/>
          </p:nvGrpSpPr>
          <p:grpSpPr bwMode="auto">
            <a:xfrm>
              <a:off x="457" y="3089"/>
              <a:ext cx="212" cy="231"/>
              <a:chOff x="2950" y="2441"/>
              <a:chExt cx="215" cy="231"/>
            </a:xfrm>
          </p:grpSpPr>
          <p:sp>
            <p:nvSpPr>
              <p:cNvPr id="179" name="Rectangle 63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80" name="Text Box 64"/>
              <p:cNvSpPr txBox="1">
                <a:spLocks noChangeArrowheads="1"/>
              </p:cNvSpPr>
              <p:nvPr/>
            </p:nvSpPr>
            <p:spPr bwMode="auto">
              <a:xfrm>
                <a:off x="2950" y="2441"/>
                <a:ext cx="21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A</a:t>
                </a:r>
              </a:p>
            </p:txBody>
          </p:sp>
        </p:grpSp>
        <p:grpSp>
          <p:nvGrpSpPr>
            <p:cNvPr id="152" name="Group 65"/>
            <p:cNvGrpSpPr>
              <a:grpSpLocks/>
            </p:cNvGrpSpPr>
            <p:nvPr/>
          </p:nvGrpSpPr>
          <p:grpSpPr bwMode="auto">
            <a:xfrm>
              <a:off x="1627" y="3473"/>
              <a:ext cx="212" cy="231"/>
              <a:chOff x="2950" y="2441"/>
              <a:chExt cx="215" cy="231"/>
            </a:xfrm>
          </p:grpSpPr>
          <p:sp>
            <p:nvSpPr>
              <p:cNvPr id="177" name="Rectangle 66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78" name="Text Box 67"/>
              <p:cNvSpPr txBox="1">
                <a:spLocks noChangeArrowheads="1"/>
              </p:cNvSpPr>
              <p:nvPr/>
            </p:nvSpPr>
            <p:spPr bwMode="auto">
              <a:xfrm>
                <a:off x="2950" y="2441"/>
                <a:ext cx="21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E</a:t>
                </a:r>
              </a:p>
            </p:txBody>
          </p:sp>
        </p:grpSp>
        <p:grpSp>
          <p:nvGrpSpPr>
            <p:cNvPr id="153" name="Group 68"/>
            <p:cNvGrpSpPr>
              <a:grpSpLocks/>
            </p:cNvGrpSpPr>
            <p:nvPr/>
          </p:nvGrpSpPr>
          <p:grpSpPr bwMode="auto">
            <a:xfrm>
              <a:off x="942" y="3470"/>
              <a:ext cx="220" cy="231"/>
              <a:chOff x="2946" y="2441"/>
              <a:chExt cx="223" cy="231"/>
            </a:xfrm>
          </p:grpSpPr>
          <p:sp>
            <p:nvSpPr>
              <p:cNvPr id="175" name="Rectangle 69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76" name="Text Box 70"/>
              <p:cNvSpPr txBox="1">
                <a:spLocks noChangeArrowheads="1"/>
              </p:cNvSpPr>
              <p:nvPr/>
            </p:nvSpPr>
            <p:spPr bwMode="auto">
              <a:xfrm>
                <a:off x="2946" y="2441"/>
                <a:ext cx="22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D</a:t>
                </a:r>
              </a:p>
            </p:txBody>
          </p:sp>
        </p:grpSp>
        <p:grpSp>
          <p:nvGrpSpPr>
            <p:cNvPr id="154" name="Group 71"/>
            <p:cNvGrpSpPr>
              <a:grpSpLocks/>
            </p:cNvGrpSpPr>
            <p:nvPr/>
          </p:nvGrpSpPr>
          <p:grpSpPr bwMode="auto">
            <a:xfrm>
              <a:off x="1617" y="2783"/>
              <a:ext cx="220" cy="231"/>
              <a:chOff x="2946" y="2441"/>
              <a:chExt cx="223" cy="231"/>
            </a:xfrm>
          </p:grpSpPr>
          <p:sp>
            <p:nvSpPr>
              <p:cNvPr id="173" name="Rectangle 72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74" name="Text Box 73"/>
              <p:cNvSpPr txBox="1">
                <a:spLocks noChangeArrowheads="1"/>
              </p:cNvSpPr>
              <p:nvPr/>
            </p:nvSpPr>
            <p:spPr bwMode="auto">
              <a:xfrm>
                <a:off x="2946" y="2441"/>
                <a:ext cx="22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C</a:t>
                </a:r>
              </a:p>
            </p:txBody>
          </p:sp>
        </p:grpSp>
        <p:grpSp>
          <p:nvGrpSpPr>
            <p:cNvPr id="155" name="Group 74"/>
            <p:cNvGrpSpPr>
              <a:grpSpLocks/>
            </p:cNvGrpSpPr>
            <p:nvPr/>
          </p:nvGrpSpPr>
          <p:grpSpPr bwMode="auto">
            <a:xfrm>
              <a:off x="938" y="2783"/>
              <a:ext cx="212" cy="231"/>
              <a:chOff x="2951" y="2441"/>
              <a:chExt cx="215" cy="231"/>
            </a:xfrm>
          </p:grpSpPr>
          <p:sp>
            <p:nvSpPr>
              <p:cNvPr id="171" name="Rectangle 7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72" name="Text Box 76"/>
              <p:cNvSpPr txBox="1">
                <a:spLocks noChangeArrowheads="1"/>
              </p:cNvSpPr>
              <p:nvPr/>
            </p:nvSpPr>
            <p:spPr bwMode="auto">
              <a:xfrm>
                <a:off x="2951" y="2441"/>
                <a:ext cx="21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B</a:t>
                </a:r>
              </a:p>
            </p:txBody>
          </p:sp>
        </p:grpSp>
        <p:grpSp>
          <p:nvGrpSpPr>
            <p:cNvPr id="156" name="Group 77"/>
            <p:cNvGrpSpPr>
              <a:grpSpLocks/>
            </p:cNvGrpSpPr>
            <p:nvPr/>
          </p:nvGrpSpPr>
          <p:grpSpPr bwMode="auto">
            <a:xfrm>
              <a:off x="2204" y="3131"/>
              <a:ext cx="204" cy="231"/>
              <a:chOff x="2954" y="2441"/>
              <a:chExt cx="207" cy="231"/>
            </a:xfrm>
          </p:grpSpPr>
          <p:sp>
            <p:nvSpPr>
              <p:cNvPr id="169" name="Rectangle 78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70" name="Text Box 79"/>
              <p:cNvSpPr txBox="1">
                <a:spLocks noChangeArrowheads="1"/>
              </p:cNvSpPr>
              <p:nvPr/>
            </p:nvSpPr>
            <p:spPr bwMode="auto">
              <a:xfrm>
                <a:off x="2954" y="2441"/>
                <a:ext cx="207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F</a:t>
                </a:r>
              </a:p>
            </p:txBody>
          </p:sp>
        </p:grpSp>
        <p:sp>
          <p:nvSpPr>
            <p:cNvPr id="157" name="Text Box 80"/>
            <p:cNvSpPr txBox="1">
              <a:spLocks noChangeArrowheads="1"/>
            </p:cNvSpPr>
            <p:nvPr/>
          </p:nvSpPr>
          <p:spPr bwMode="auto">
            <a:xfrm>
              <a:off x="667" y="289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58" name="Text Box 81"/>
            <p:cNvSpPr txBox="1">
              <a:spLocks noChangeArrowheads="1"/>
            </p:cNvSpPr>
            <p:nvPr/>
          </p:nvSpPr>
          <p:spPr bwMode="auto">
            <a:xfrm>
              <a:off x="1015" y="3116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59" name="Text Box 82"/>
            <p:cNvSpPr txBox="1">
              <a:spLocks noChangeArrowheads="1"/>
            </p:cNvSpPr>
            <p:nvPr/>
          </p:nvSpPr>
          <p:spPr bwMode="auto">
            <a:xfrm>
              <a:off x="580" y="332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60" name="Text Box 83"/>
            <p:cNvSpPr txBox="1">
              <a:spLocks noChangeArrowheads="1"/>
            </p:cNvSpPr>
            <p:nvPr/>
          </p:nvSpPr>
          <p:spPr bwMode="auto">
            <a:xfrm>
              <a:off x="1399" y="320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61" name="Text Box 84"/>
            <p:cNvSpPr txBox="1">
              <a:spLocks noChangeArrowheads="1"/>
            </p:cNvSpPr>
            <p:nvPr/>
          </p:nvSpPr>
          <p:spPr bwMode="auto">
            <a:xfrm>
              <a:off x="1336" y="356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62" name="Text Box 85"/>
            <p:cNvSpPr txBox="1">
              <a:spLocks noChangeArrowheads="1"/>
            </p:cNvSpPr>
            <p:nvPr/>
          </p:nvSpPr>
          <p:spPr bwMode="auto">
            <a:xfrm>
              <a:off x="1696" y="31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63" name="Text Box 86"/>
            <p:cNvSpPr txBox="1">
              <a:spLocks noChangeArrowheads="1"/>
            </p:cNvSpPr>
            <p:nvPr/>
          </p:nvSpPr>
          <p:spPr bwMode="auto">
            <a:xfrm>
              <a:off x="2056" y="339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64" name="Text Box 87"/>
            <p:cNvSpPr txBox="1">
              <a:spLocks noChangeArrowheads="1"/>
            </p:cNvSpPr>
            <p:nvPr/>
          </p:nvSpPr>
          <p:spPr bwMode="auto">
            <a:xfrm>
              <a:off x="2029" y="2861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65" name="Text Box 88"/>
            <p:cNvSpPr txBox="1">
              <a:spLocks noChangeArrowheads="1"/>
            </p:cNvSpPr>
            <p:nvPr/>
          </p:nvSpPr>
          <p:spPr bwMode="auto">
            <a:xfrm>
              <a:off x="1294" y="2711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66" name="Text Box 89"/>
            <p:cNvSpPr txBox="1">
              <a:spLocks noChangeArrowheads="1"/>
            </p:cNvSpPr>
            <p:nvPr/>
          </p:nvSpPr>
          <p:spPr bwMode="auto">
            <a:xfrm>
              <a:off x="943" y="244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67" name="Line 90"/>
            <p:cNvSpPr>
              <a:spLocks noChangeShapeType="1"/>
            </p:cNvSpPr>
            <p:nvPr/>
          </p:nvSpPr>
          <p:spPr bwMode="auto">
            <a:xfrm>
              <a:off x="612" y="3261"/>
              <a:ext cx="282" cy="28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68" name="Line 91"/>
            <p:cNvSpPr>
              <a:spLocks noChangeShapeType="1"/>
            </p:cNvSpPr>
            <p:nvPr/>
          </p:nvSpPr>
          <p:spPr bwMode="auto">
            <a:xfrm flipV="1">
              <a:off x="672" y="2973"/>
              <a:ext cx="312" cy="16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</p:grpSp>
    </p:spTree>
    <p:extLst>
      <p:ext uri="{BB962C8B-B14F-4D97-AF65-F5344CB8AC3E}">
        <p14:creationId xmlns:p14="http://schemas.microsoft.com/office/powerpoint/2010/main" val="25360340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Example: Dijkstra’s Algorithm (cont.)</a:t>
            </a:r>
          </a:p>
        </p:txBody>
      </p:sp>
      <p:sp>
        <p:nvSpPr>
          <p:cNvPr id="55302" name="Text Box 3"/>
          <p:cNvSpPr txBox="1">
            <a:spLocks noChangeArrowheads="1"/>
          </p:cNvSpPr>
          <p:nvPr/>
        </p:nvSpPr>
        <p:spPr bwMode="auto">
          <a:xfrm>
            <a:off x="276225" y="1506538"/>
            <a:ext cx="708025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>
                <a:latin typeface="Arial" panose="020B0604020202020204" pitchFamily="34" charset="0"/>
              </a:rPr>
              <a:t>Step</a:t>
            </a:r>
          </a:p>
          <a:p>
            <a:r>
              <a:rPr lang="en-US" altLang="en-US" b="0">
                <a:latin typeface="Arial" panose="020B0604020202020204" pitchFamily="34" charset="0"/>
              </a:rPr>
              <a:t>0</a:t>
            </a:r>
          </a:p>
          <a:p>
            <a:r>
              <a:rPr lang="en-US" altLang="en-US" b="0">
                <a:latin typeface="Arial" panose="020B0604020202020204" pitchFamily="34" charset="0"/>
              </a:rPr>
              <a:t>1</a:t>
            </a:r>
          </a:p>
          <a:p>
            <a:r>
              <a:rPr lang="en-US" altLang="en-US" b="0">
                <a:latin typeface="Arial" panose="020B0604020202020204" pitchFamily="34" charset="0"/>
              </a:rPr>
              <a:t>2</a:t>
            </a:r>
          </a:p>
          <a:p>
            <a:r>
              <a:rPr lang="en-US" altLang="en-US" b="0">
                <a:latin typeface="Arial" panose="020B0604020202020204" pitchFamily="34" charset="0"/>
              </a:rPr>
              <a:t>3</a:t>
            </a:r>
          </a:p>
          <a:p>
            <a:r>
              <a:rPr lang="en-US" altLang="en-US" b="0">
                <a:latin typeface="Arial" panose="020B0604020202020204" pitchFamily="34" charset="0"/>
              </a:rPr>
              <a:t>4</a:t>
            </a:r>
          </a:p>
          <a:p>
            <a:r>
              <a:rPr lang="en-US" altLang="en-US" b="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55303" name="Text Box 4"/>
          <p:cNvSpPr txBox="1">
            <a:spLocks noChangeArrowheads="1"/>
          </p:cNvSpPr>
          <p:nvPr/>
        </p:nvSpPr>
        <p:spPr bwMode="auto">
          <a:xfrm>
            <a:off x="1247775" y="1516063"/>
            <a:ext cx="1228221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b="0" dirty="0">
                <a:latin typeface="Arial" panose="020B0604020202020204" pitchFamily="34" charset="0"/>
              </a:rPr>
              <a:t>start S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A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AD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ADE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ADEB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ADEBC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ADEBCF</a:t>
            </a:r>
          </a:p>
        </p:txBody>
      </p:sp>
      <p:sp>
        <p:nvSpPr>
          <p:cNvPr id="55304" name="Text Box 5"/>
          <p:cNvSpPr txBox="1">
            <a:spLocks noChangeArrowheads="1"/>
          </p:cNvSpPr>
          <p:nvPr/>
        </p:nvSpPr>
        <p:spPr bwMode="auto">
          <a:xfrm>
            <a:off x="2451100" y="1497013"/>
            <a:ext cx="130997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D(B),p(B)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2,A</a:t>
            </a:r>
          </a:p>
        </p:txBody>
      </p:sp>
      <p:sp>
        <p:nvSpPr>
          <p:cNvPr id="55305" name="Text Box 6"/>
          <p:cNvSpPr txBox="1">
            <a:spLocks noChangeArrowheads="1"/>
          </p:cNvSpPr>
          <p:nvPr/>
        </p:nvSpPr>
        <p:spPr bwMode="auto">
          <a:xfrm>
            <a:off x="3703638" y="1501775"/>
            <a:ext cx="1309974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D(C),p(C)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5,A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4,D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3,E</a:t>
            </a:r>
          </a:p>
        </p:txBody>
      </p:sp>
      <p:sp>
        <p:nvSpPr>
          <p:cNvPr id="55306" name="Text Box 7"/>
          <p:cNvSpPr txBox="1">
            <a:spLocks noChangeArrowheads="1"/>
          </p:cNvSpPr>
          <p:nvPr/>
        </p:nvSpPr>
        <p:spPr bwMode="auto">
          <a:xfrm>
            <a:off x="4943475" y="1497013"/>
            <a:ext cx="130997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D(D),p(D)</a:t>
            </a:r>
          </a:p>
          <a:p>
            <a:r>
              <a:rPr lang="en-US" altLang="en-US" b="0" dirty="0">
                <a:latin typeface="Arial" panose="020B0604020202020204" pitchFamily="34" charset="0"/>
              </a:rPr>
              <a:t>1,A</a:t>
            </a:r>
          </a:p>
        </p:txBody>
      </p:sp>
      <p:sp>
        <p:nvSpPr>
          <p:cNvPr id="55307" name="Text Box 8"/>
          <p:cNvSpPr txBox="1">
            <a:spLocks noChangeArrowheads="1"/>
          </p:cNvSpPr>
          <p:nvPr/>
        </p:nvSpPr>
        <p:spPr bwMode="auto">
          <a:xfrm>
            <a:off x="6303963" y="1501775"/>
            <a:ext cx="128112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D(E),p(E)</a:t>
            </a:r>
          </a:p>
          <a:p>
            <a:endParaRPr lang="en-US" altLang="en-US" b="0" dirty="0">
              <a:latin typeface="Arial" panose="020B0604020202020204" pitchFamily="34" charset="0"/>
            </a:endParaRPr>
          </a:p>
          <a:p>
            <a:r>
              <a:rPr lang="en-US" altLang="en-US" b="0" dirty="0">
                <a:latin typeface="Arial" panose="020B0604020202020204" pitchFamily="34" charset="0"/>
              </a:rPr>
              <a:t>2,D</a:t>
            </a:r>
          </a:p>
        </p:txBody>
      </p:sp>
      <p:sp>
        <p:nvSpPr>
          <p:cNvPr id="55308" name="Text Box 9"/>
          <p:cNvSpPr txBox="1">
            <a:spLocks noChangeArrowheads="1"/>
          </p:cNvSpPr>
          <p:nvPr/>
        </p:nvSpPr>
        <p:spPr bwMode="auto">
          <a:xfrm>
            <a:off x="7585075" y="1516063"/>
            <a:ext cx="1252266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r>
              <a:rPr lang="en-US" altLang="en-US" dirty="0">
                <a:solidFill>
                  <a:schemeClr val="accent2"/>
                </a:solidFill>
                <a:latin typeface="Arial" panose="020B0604020202020204" pitchFamily="34" charset="0"/>
              </a:rPr>
              <a:t>D(F),p(F)</a:t>
            </a:r>
          </a:p>
          <a:p>
            <a:endParaRPr lang="en-US" altLang="en-US" b="0" dirty="0">
              <a:latin typeface="Arial" panose="020B0604020202020204" pitchFamily="34" charset="0"/>
            </a:endParaRPr>
          </a:p>
          <a:p>
            <a:endParaRPr lang="en-US" altLang="en-US" b="0" dirty="0">
              <a:latin typeface="Arial" panose="020B0604020202020204" pitchFamily="34" charset="0"/>
            </a:endParaRPr>
          </a:p>
          <a:p>
            <a:r>
              <a:rPr lang="en-US" altLang="en-US" b="0" dirty="0">
                <a:latin typeface="Arial" panose="020B0604020202020204" pitchFamily="34" charset="0"/>
              </a:rPr>
              <a:t>4,E</a:t>
            </a:r>
          </a:p>
        </p:txBody>
      </p:sp>
      <p:sp>
        <p:nvSpPr>
          <p:cNvPr id="55309" name="Line 10"/>
          <p:cNvSpPr>
            <a:spLocks noChangeShapeType="1"/>
          </p:cNvSpPr>
          <p:nvPr/>
        </p:nvSpPr>
        <p:spPr bwMode="auto">
          <a:xfrm>
            <a:off x="361950" y="1857375"/>
            <a:ext cx="8505825" cy="95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5310" name="Line 11"/>
          <p:cNvSpPr>
            <a:spLocks noChangeShapeType="1"/>
          </p:cNvSpPr>
          <p:nvPr/>
        </p:nvSpPr>
        <p:spPr bwMode="auto">
          <a:xfrm>
            <a:off x="519113" y="2162175"/>
            <a:ext cx="8296275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5311" name="Line 12"/>
          <p:cNvSpPr>
            <a:spLocks noChangeShapeType="1"/>
          </p:cNvSpPr>
          <p:nvPr/>
        </p:nvSpPr>
        <p:spPr bwMode="auto">
          <a:xfrm>
            <a:off x="538163" y="2457450"/>
            <a:ext cx="8267700" cy="4763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5312" name="Line 13"/>
          <p:cNvSpPr>
            <a:spLocks noChangeShapeType="1"/>
          </p:cNvSpPr>
          <p:nvPr/>
        </p:nvSpPr>
        <p:spPr bwMode="auto">
          <a:xfrm>
            <a:off x="547688" y="2767013"/>
            <a:ext cx="8253412" cy="9525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5313" name="Line 14"/>
          <p:cNvSpPr>
            <a:spLocks noChangeShapeType="1"/>
          </p:cNvSpPr>
          <p:nvPr/>
        </p:nvSpPr>
        <p:spPr bwMode="auto">
          <a:xfrm>
            <a:off x="557213" y="3071813"/>
            <a:ext cx="8267700" cy="9525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5314" name="Line 15"/>
          <p:cNvSpPr>
            <a:spLocks noChangeShapeType="1"/>
          </p:cNvSpPr>
          <p:nvPr/>
        </p:nvSpPr>
        <p:spPr bwMode="auto">
          <a:xfrm>
            <a:off x="571500" y="3386138"/>
            <a:ext cx="8262938" cy="4762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NZ"/>
          </a:p>
        </p:txBody>
      </p:sp>
      <p:graphicFrame>
        <p:nvGraphicFramePr>
          <p:cNvPr id="55298" name="Object 2"/>
          <p:cNvGraphicFramePr>
            <a:graphicFrameLocks noChangeAspect="1"/>
          </p:cNvGraphicFramePr>
          <p:nvPr/>
        </p:nvGraphicFramePr>
        <p:xfrm>
          <a:off x="6389218" y="1852404"/>
          <a:ext cx="381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80" imgH="126720" progId="Equation.3">
                  <p:embed/>
                </p:oleObj>
              </mc:Choice>
              <mc:Fallback>
                <p:oleObj name="Equation" r:id="rId3" imgW="152280" imgH="126720" progId="Equation.3">
                  <p:embed/>
                  <p:pic>
                    <p:nvPicPr>
                      <p:cNvPr id="552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9218" y="1852404"/>
                        <a:ext cx="381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299" name="Object 3"/>
          <p:cNvGraphicFramePr>
            <a:graphicFrameLocks noChangeAspect="1"/>
          </p:cNvGraphicFramePr>
          <p:nvPr/>
        </p:nvGraphicFramePr>
        <p:xfrm>
          <a:off x="7661966" y="1852583"/>
          <a:ext cx="381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80" imgH="126720" progId="Equation.3">
                  <p:embed/>
                </p:oleObj>
              </mc:Choice>
              <mc:Fallback>
                <p:oleObj name="Equation" r:id="rId3" imgW="152280" imgH="126720" progId="Equation.3">
                  <p:embed/>
                  <p:pic>
                    <p:nvPicPr>
                      <p:cNvPr id="552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1966" y="1852583"/>
                        <a:ext cx="381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15" name="Line 19"/>
          <p:cNvSpPr>
            <a:spLocks noChangeShapeType="1"/>
          </p:cNvSpPr>
          <p:nvPr/>
        </p:nvSpPr>
        <p:spPr bwMode="auto">
          <a:xfrm>
            <a:off x="-19050" y="3505200"/>
            <a:ext cx="381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NZ"/>
          </a:p>
        </p:txBody>
      </p:sp>
      <p:grpSp>
        <p:nvGrpSpPr>
          <p:cNvPr id="55377" name="Group 97"/>
          <p:cNvGrpSpPr>
            <a:grpSpLocks/>
          </p:cNvGrpSpPr>
          <p:nvPr/>
        </p:nvGrpSpPr>
        <p:grpSpPr bwMode="auto">
          <a:xfrm>
            <a:off x="4040188" y="3668713"/>
            <a:ext cx="5097462" cy="2655887"/>
            <a:chOff x="2549" y="2311"/>
            <a:chExt cx="3211" cy="1673"/>
          </a:xfrm>
        </p:grpSpPr>
        <p:sp>
          <p:nvSpPr>
            <p:cNvPr id="55378" name="Line 98"/>
            <p:cNvSpPr>
              <a:spLocks noChangeShapeType="1"/>
            </p:cNvSpPr>
            <p:nvPr/>
          </p:nvSpPr>
          <p:spPr bwMode="auto">
            <a:xfrm>
              <a:off x="2549" y="322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945251" name="Rectangle 99"/>
            <p:cNvSpPr>
              <a:spLocks noChangeArrowheads="1"/>
            </p:cNvSpPr>
            <p:nvPr/>
          </p:nvSpPr>
          <p:spPr bwMode="auto">
            <a:xfrm>
              <a:off x="2736" y="2400"/>
              <a:ext cx="2976" cy="1584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lIns="90488" tIns="44450" rIns="90488" bIns="44450" anchor="ctr"/>
            <a:lstStyle/>
            <a:p>
              <a:pPr>
                <a:defRPr/>
              </a:pPr>
              <a:endParaRPr lang="en-US">
                <a:latin typeface="Courier New" charset="0"/>
                <a:cs typeface="+mn-cs"/>
              </a:endParaRPr>
            </a:p>
          </p:txBody>
        </p:sp>
        <p:sp>
          <p:nvSpPr>
            <p:cNvPr id="55380" name="Text Box 100"/>
            <p:cNvSpPr txBox="1">
              <a:spLocks noChangeArrowheads="1"/>
            </p:cNvSpPr>
            <p:nvPr/>
          </p:nvSpPr>
          <p:spPr bwMode="auto">
            <a:xfrm>
              <a:off x="2879" y="2311"/>
              <a:ext cx="2881" cy="16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457200" indent="-457200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…</a:t>
              </a: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8   </a:t>
              </a:r>
              <a:r>
                <a:rPr lang="en-US" altLang="en-US" sz="1800" i="1" dirty="0">
                  <a:latin typeface="Arial" panose="020B0604020202020204" pitchFamily="34" charset="0"/>
                </a:rPr>
                <a:t>Loop</a:t>
              </a:r>
              <a:r>
                <a:rPr lang="en-US" altLang="en-US" sz="1800" b="0" i="1" dirty="0">
                  <a:latin typeface="Arial" panose="020B0604020202020204" pitchFamily="34" charset="0"/>
                </a:rPr>
                <a:t> </a:t>
              </a:r>
              <a:endParaRPr lang="en-US" altLang="en-US" sz="1800" b="0" dirty="0">
                <a:latin typeface="Arial" panose="020B0604020202020204" pitchFamily="34" charset="0"/>
              </a:endParaRP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9     find </a:t>
              </a:r>
              <a:r>
                <a:rPr lang="en-US" altLang="en-US" sz="1800" dirty="0">
                  <a:latin typeface="Arial" panose="020B0604020202020204" pitchFamily="34" charset="0"/>
                </a:rPr>
                <a:t>w</a:t>
              </a:r>
              <a:r>
                <a:rPr lang="en-US" altLang="en-US" sz="1800" b="0" dirty="0">
                  <a:latin typeface="Arial" panose="020B0604020202020204" pitchFamily="34" charset="0"/>
                </a:rPr>
                <a:t> not in </a:t>
              </a:r>
              <a:r>
                <a:rPr lang="en-US" altLang="en-US" sz="1800" dirty="0">
                  <a:latin typeface="Arial" panose="020B0604020202020204" pitchFamily="34" charset="0"/>
                </a:rPr>
                <a:t>S</a:t>
              </a:r>
              <a:r>
                <a:rPr lang="en-US" altLang="en-US" sz="1800" b="0" dirty="0">
                  <a:latin typeface="Arial" panose="020B0604020202020204" pitchFamily="34" charset="0"/>
                </a:rPr>
                <a:t> </a:t>
              </a:r>
              <a:r>
                <a:rPr lang="en-US" altLang="en-US" sz="1800" b="0" dirty="0" err="1">
                  <a:latin typeface="Arial" panose="020B0604020202020204" pitchFamily="34" charset="0"/>
                </a:rPr>
                <a:t>s.t.</a:t>
              </a:r>
              <a:r>
                <a:rPr lang="en-US" altLang="en-US" sz="1800" b="0" dirty="0">
                  <a:latin typeface="Arial" panose="020B0604020202020204" pitchFamily="34" charset="0"/>
                </a:rPr>
                <a:t> D(w) is a minimum; </a:t>
              </a: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10   add </a:t>
              </a:r>
              <a:r>
                <a:rPr lang="en-US" altLang="en-US" sz="1800" dirty="0">
                  <a:latin typeface="Arial" panose="020B0604020202020204" pitchFamily="34" charset="0"/>
                </a:rPr>
                <a:t>w</a:t>
              </a:r>
              <a:r>
                <a:rPr lang="en-US" altLang="en-US" sz="1800" b="0" dirty="0">
                  <a:latin typeface="Arial" panose="020B0604020202020204" pitchFamily="34" charset="0"/>
                </a:rPr>
                <a:t> to </a:t>
              </a:r>
              <a:r>
                <a:rPr lang="en-US" altLang="en-US" sz="1800" dirty="0">
                  <a:latin typeface="Arial" panose="020B0604020202020204" pitchFamily="34" charset="0"/>
                </a:rPr>
                <a:t>S</a:t>
              </a:r>
              <a:r>
                <a:rPr lang="en-US" altLang="en-US" sz="1800" b="0" dirty="0">
                  <a:latin typeface="Arial" panose="020B0604020202020204" pitchFamily="34" charset="0"/>
                </a:rPr>
                <a:t>; </a:t>
              </a:r>
            </a:p>
            <a:p>
              <a:pPr algn="l">
                <a:buFontTx/>
                <a:buAutoNum type="arabicPlain" startAt="11"/>
              </a:pPr>
              <a:r>
                <a:rPr lang="en-US" altLang="en-US" sz="1800" b="0" dirty="0">
                  <a:latin typeface="Arial" panose="020B0604020202020204" pitchFamily="34" charset="0"/>
                </a:rPr>
                <a:t>update D(v) for all </a:t>
              </a:r>
              <a:r>
                <a:rPr lang="en-US" altLang="en-US" sz="1800" dirty="0">
                  <a:latin typeface="Arial" panose="020B0604020202020204" pitchFamily="34" charset="0"/>
                </a:rPr>
                <a:t>v</a:t>
              </a:r>
              <a:r>
                <a:rPr lang="en-US" altLang="en-US" sz="1800" b="0" dirty="0">
                  <a:latin typeface="Arial" panose="020B0604020202020204" pitchFamily="34" charset="0"/>
                </a:rPr>
                <a:t> adjacent </a:t>
              </a: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          to </a:t>
              </a:r>
              <a:r>
                <a:rPr lang="en-US" altLang="en-US" sz="1800" dirty="0">
                  <a:latin typeface="Arial" panose="020B0604020202020204" pitchFamily="34" charset="0"/>
                </a:rPr>
                <a:t>w</a:t>
              </a:r>
              <a:r>
                <a:rPr lang="en-US" altLang="en-US" sz="1800" b="0" dirty="0">
                  <a:latin typeface="Arial" panose="020B0604020202020204" pitchFamily="34" charset="0"/>
                </a:rPr>
                <a:t> and not in </a:t>
              </a:r>
              <a:r>
                <a:rPr lang="en-US" altLang="en-US" sz="1800" dirty="0">
                  <a:latin typeface="Arial" panose="020B0604020202020204" pitchFamily="34" charset="0"/>
                </a:rPr>
                <a:t>S</a:t>
              </a:r>
              <a:r>
                <a:rPr lang="en-US" altLang="en-US" sz="1800" b="0" dirty="0">
                  <a:latin typeface="Arial" panose="020B0604020202020204" pitchFamily="34" charset="0"/>
                </a:rPr>
                <a:t>: </a:t>
              </a:r>
            </a:p>
            <a:p>
              <a:pPr algn="l">
                <a:buFont typeface="Arial" panose="020B0604020202020204" pitchFamily="34" charset="0"/>
                <a:buAutoNum type="arabicPlain" startAt="12"/>
              </a:pPr>
              <a:r>
                <a:rPr lang="en-US" altLang="en-US" sz="1800" b="0" dirty="0">
                  <a:latin typeface="Arial" panose="020B0604020202020204" pitchFamily="34" charset="0"/>
                </a:rPr>
                <a:t>if D(w) + c(</a:t>
              </a:r>
              <a:r>
                <a:rPr lang="en-US" altLang="en-US" sz="1800" b="0" dirty="0" err="1">
                  <a:latin typeface="Arial" panose="020B0604020202020204" pitchFamily="34" charset="0"/>
                </a:rPr>
                <a:t>w,v</a:t>
              </a:r>
              <a:r>
                <a:rPr lang="en-US" altLang="en-US" sz="1800" b="0" dirty="0">
                  <a:latin typeface="Arial" panose="020B0604020202020204" pitchFamily="34" charset="0"/>
                </a:rPr>
                <a:t>) &lt; D(v) then</a:t>
              </a:r>
            </a:p>
            <a:p>
              <a:pPr marL="0" indent="0" algn="l"/>
              <a:r>
                <a:rPr lang="en-US" altLang="en-US" sz="1800" b="0" dirty="0">
                  <a:latin typeface="Arial" panose="020B0604020202020204" pitchFamily="34" charset="0"/>
                </a:rPr>
                <a:t>          D(v) = D(w) + c(</a:t>
              </a:r>
              <a:r>
                <a:rPr lang="en-US" altLang="en-US" sz="1800" b="0" dirty="0" err="1">
                  <a:latin typeface="Arial" panose="020B0604020202020204" pitchFamily="34" charset="0"/>
                </a:rPr>
                <a:t>w,v</a:t>
              </a:r>
              <a:r>
                <a:rPr lang="en-US" altLang="en-US" sz="1800" b="0" dirty="0">
                  <a:latin typeface="Arial" panose="020B0604020202020204" pitchFamily="34" charset="0"/>
                </a:rPr>
                <a:t>); p(v) = w;</a:t>
              </a:r>
            </a:p>
            <a:p>
              <a:pPr algn="l"/>
              <a:r>
                <a:rPr lang="en-US" altLang="en-US" sz="1800" b="0" dirty="0">
                  <a:latin typeface="Arial" panose="020B0604020202020204" pitchFamily="34" charset="0"/>
                </a:rPr>
                <a:t>13  </a:t>
              </a:r>
              <a:r>
                <a:rPr lang="en-US" altLang="en-US" sz="1800" i="1" dirty="0">
                  <a:latin typeface="Arial" panose="020B0604020202020204" pitchFamily="34" charset="0"/>
                </a:rPr>
                <a:t>until all nodes in S;</a:t>
              </a:r>
              <a:r>
                <a:rPr lang="en-US" altLang="en-US" sz="1800" b="0" dirty="0">
                  <a:latin typeface="Arial" panose="020B0604020202020204" pitchFamily="34" charset="0"/>
                </a:rPr>
                <a:t> </a:t>
              </a:r>
            </a:p>
          </p:txBody>
        </p:sp>
        <p:sp>
          <p:nvSpPr>
            <p:cNvPr id="55381" name="Freeform 101"/>
            <p:cNvSpPr>
              <a:spLocks/>
            </p:cNvSpPr>
            <p:nvPr/>
          </p:nvSpPr>
          <p:spPr bwMode="auto">
            <a:xfrm>
              <a:off x="2784" y="2592"/>
              <a:ext cx="156" cy="1232"/>
            </a:xfrm>
            <a:custGeom>
              <a:avLst/>
              <a:gdLst>
                <a:gd name="T0" fmla="*/ 156 w 300"/>
                <a:gd name="T1" fmla="*/ 1214 h 3600"/>
                <a:gd name="T2" fmla="*/ 156 w 300"/>
                <a:gd name="T3" fmla="*/ 1232 h 3600"/>
                <a:gd name="T4" fmla="*/ 0 w 300"/>
                <a:gd name="T5" fmla="*/ 1230 h 3600"/>
                <a:gd name="T6" fmla="*/ 0 w 300"/>
                <a:gd name="T7" fmla="*/ 0 h 3600"/>
                <a:gd name="T8" fmla="*/ 100 w 300"/>
                <a:gd name="T9" fmla="*/ 0 h 3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0"/>
                <a:gd name="T16" fmla="*/ 0 h 3600"/>
                <a:gd name="T17" fmla="*/ 300 w 300"/>
                <a:gd name="T18" fmla="*/ 3600 h 36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0" h="3600">
                  <a:moveTo>
                    <a:pt x="300" y="3546"/>
                  </a:moveTo>
                  <a:lnTo>
                    <a:pt x="300" y="3600"/>
                  </a:lnTo>
                  <a:lnTo>
                    <a:pt x="0" y="3594"/>
                  </a:ln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2F0810-A290-404C-AD50-B7D908288FB7}" type="slidenum">
              <a:rPr lang="en-US" altLang="en-US" smtClean="0"/>
              <a:pPr/>
              <a:t>41</a:t>
            </a:fld>
            <a:endParaRPr lang="en-US" altLang="en-US"/>
          </a:p>
        </p:txBody>
      </p:sp>
      <p:graphicFrame>
        <p:nvGraphicFramePr>
          <p:cNvPr id="103" name="Object 3"/>
          <p:cNvGraphicFramePr>
            <a:graphicFrameLocks noChangeAspect="1"/>
          </p:cNvGraphicFramePr>
          <p:nvPr/>
        </p:nvGraphicFramePr>
        <p:xfrm>
          <a:off x="7670330" y="2161967"/>
          <a:ext cx="381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80" imgH="126720" progId="Equation.3">
                  <p:embed/>
                </p:oleObj>
              </mc:Choice>
              <mc:Fallback>
                <p:oleObj name="Equation" r:id="rId3" imgW="152280" imgH="126720" progId="Equation.3">
                  <p:embed/>
                  <p:pic>
                    <p:nvPicPr>
                      <p:cNvPr id="10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0330" y="2161967"/>
                        <a:ext cx="381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9" name="Group 20"/>
          <p:cNvGrpSpPr>
            <a:grpSpLocks/>
          </p:cNvGrpSpPr>
          <p:nvPr/>
        </p:nvGrpSpPr>
        <p:grpSpPr bwMode="auto">
          <a:xfrm>
            <a:off x="533400" y="3810000"/>
            <a:ext cx="3571875" cy="2236788"/>
            <a:chOff x="336" y="2400"/>
            <a:chExt cx="2250" cy="1409"/>
          </a:xfrm>
        </p:grpSpPr>
        <p:sp>
          <p:nvSpPr>
            <p:cNvPr id="110" name="Freeform 21"/>
            <p:cNvSpPr>
              <a:spLocks/>
            </p:cNvSpPr>
            <p:nvPr/>
          </p:nvSpPr>
          <p:spPr bwMode="auto">
            <a:xfrm>
              <a:off x="336" y="2400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1" name="Freeform 22"/>
            <p:cNvSpPr>
              <a:spLocks/>
            </p:cNvSpPr>
            <p:nvPr/>
          </p:nvSpPr>
          <p:spPr bwMode="auto">
            <a:xfrm>
              <a:off x="672" y="2949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" name="Oval 23"/>
            <p:cNvSpPr>
              <a:spLocks noChangeArrowheads="1"/>
            </p:cNvSpPr>
            <p:nvPr/>
          </p:nvSpPr>
          <p:spPr bwMode="auto">
            <a:xfrm>
              <a:off x="412" y="3191"/>
              <a:ext cx="313" cy="81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3" name="Line 24"/>
            <p:cNvSpPr>
              <a:spLocks noChangeShapeType="1"/>
            </p:cNvSpPr>
            <p:nvPr/>
          </p:nvSpPr>
          <p:spPr bwMode="auto">
            <a:xfrm>
              <a:off x="412" y="3184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14" name="Line 25"/>
            <p:cNvSpPr>
              <a:spLocks noChangeShapeType="1"/>
            </p:cNvSpPr>
            <p:nvPr/>
          </p:nvSpPr>
          <p:spPr bwMode="auto">
            <a:xfrm>
              <a:off x="725" y="3184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15" name="Rectangle 26"/>
            <p:cNvSpPr>
              <a:spLocks noChangeArrowheads="1"/>
            </p:cNvSpPr>
            <p:nvPr/>
          </p:nvSpPr>
          <p:spPr bwMode="auto">
            <a:xfrm>
              <a:off x="412" y="3184"/>
              <a:ext cx="310" cy="4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16" name="Oval 27"/>
            <p:cNvSpPr>
              <a:spLocks noChangeArrowheads="1"/>
            </p:cNvSpPr>
            <p:nvPr/>
          </p:nvSpPr>
          <p:spPr bwMode="auto">
            <a:xfrm>
              <a:off x="409" y="3125"/>
              <a:ext cx="313" cy="9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7" name="Oval 28"/>
            <p:cNvSpPr>
              <a:spLocks noChangeArrowheads="1"/>
            </p:cNvSpPr>
            <p:nvPr/>
          </p:nvSpPr>
          <p:spPr bwMode="auto">
            <a:xfrm>
              <a:off x="886" y="3578"/>
              <a:ext cx="313" cy="81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8" name="Line 29"/>
            <p:cNvSpPr>
              <a:spLocks noChangeShapeType="1"/>
            </p:cNvSpPr>
            <p:nvPr/>
          </p:nvSpPr>
          <p:spPr bwMode="auto">
            <a:xfrm>
              <a:off x="886" y="357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19" name="Line 30"/>
            <p:cNvSpPr>
              <a:spLocks noChangeShapeType="1"/>
            </p:cNvSpPr>
            <p:nvPr/>
          </p:nvSpPr>
          <p:spPr bwMode="auto">
            <a:xfrm>
              <a:off x="1199" y="357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20" name="Rectangle 31"/>
            <p:cNvSpPr>
              <a:spLocks noChangeArrowheads="1"/>
            </p:cNvSpPr>
            <p:nvPr/>
          </p:nvSpPr>
          <p:spPr bwMode="auto">
            <a:xfrm>
              <a:off x="886" y="3571"/>
              <a:ext cx="310" cy="4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21" name="Oval 32"/>
            <p:cNvSpPr>
              <a:spLocks noChangeArrowheads="1"/>
            </p:cNvSpPr>
            <p:nvPr/>
          </p:nvSpPr>
          <p:spPr bwMode="auto">
            <a:xfrm>
              <a:off x="883" y="3512"/>
              <a:ext cx="313" cy="9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2" name="Oval 33"/>
            <p:cNvSpPr>
              <a:spLocks noChangeArrowheads="1"/>
            </p:cNvSpPr>
            <p:nvPr/>
          </p:nvSpPr>
          <p:spPr bwMode="auto">
            <a:xfrm>
              <a:off x="882" y="2888"/>
              <a:ext cx="313" cy="81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3" name="Line 34"/>
            <p:cNvSpPr>
              <a:spLocks noChangeShapeType="1"/>
            </p:cNvSpPr>
            <p:nvPr/>
          </p:nvSpPr>
          <p:spPr bwMode="auto">
            <a:xfrm>
              <a:off x="882" y="288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24" name="Line 35"/>
            <p:cNvSpPr>
              <a:spLocks noChangeShapeType="1"/>
            </p:cNvSpPr>
            <p:nvPr/>
          </p:nvSpPr>
          <p:spPr bwMode="auto">
            <a:xfrm>
              <a:off x="1195" y="288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25" name="Rectangle 36"/>
            <p:cNvSpPr>
              <a:spLocks noChangeArrowheads="1"/>
            </p:cNvSpPr>
            <p:nvPr/>
          </p:nvSpPr>
          <p:spPr bwMode="auto">
            <a:xfrm>
              <a:off x="882" y="2881"/>
              <a:ext cx="310" cy="4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26" name="Oval 37"/>
            <p:cNvSpPr>
              <a:spLocks noChangeArrowheads="1"/>
            </p:cNvSpPr>
            <p:nvPr/>
          </p:nvSpPr>
          <p:spPr bwMode="auto">
            <a:xfrm>
              <a:off x="879" y="2822"/>
              <a:ext cx="313" cy="9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7" name="Oval 38"/>
            <p:cNvSpPr>
              <a:spLocks noChangeArrowheads="1"/>
            </p:cNvSpPr>
            <p:nvPr/>
          </p:nvSpPr>
          <p:spPr bwMode="auto">
            <a:xfrm>
              <a:off x="1565" y="2884"/>
              <a:ext cx="312" cy="81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8" name="Line 39"/>
            <p:cNvSpPr>
              <a:spLocks noChangeShapeType="1"/>
            </p:cNvSpPr>
            <p:nvPr/>
          </p:nvSpPr>
          <p:spPr bwMode="auto">
            <a:xfrm>
              <a:off x="1565" y="287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29" name="Line 40"/>
            <p:cNvSpPr>
              <a:spLocks noChangeShapeType="1"/>
            </p:cNvSpPr>
            <p:nvPr/>
          </p:nvSpPr>
          <p:spPr bwMode="auto">
            <a:xfrm>
              <a:off x="1877" y="287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30" name="Rectangle 41"/>
            <p:cNvSpPr>
              <a:spLocks noChangeArrowheads="1"/>
            </p:cNvSpPr>
            <p:nvPr/>
          </p:nvSpPr>
          <p:spPr bwMode="auto">
            <a:xfrm>
              <a:off x="1565" y="2877"/>
              <a:ext cx="309" cy="4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31" name="Oval 42"/>
            <p:cNvSpPr>
              <a:spLocks noChangeArrowheads="1"/>
            </p:cNvSpPr>
            <p:nvPr/>
          </p:nvSpPr>
          <p:spPr bwMode="auto">
            <a:xfrm>
              <a:off x="1568" y="2821"/>
              <a:ext cx="312" cy="9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2" name="Oval 43"/>
            <p:cNvSpPr>
              <a:spLocks noChangeArrowheads="1"/>
            </p:cNvSpPr>
            <p:nvPr/>
          </p:nvSpPr>
          <p:spPr bwMode="auto">
            <a:xfrm>
              <a:off x="1575" y="3575"/>
              <a:ext cx="313" cy="81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3" name="Line 44"/>
            <p:cNvSpPr>
              <a:spLocks noChangeShapeType="1"/>
            </p:cNvSpPr>
            <p:nvPr/>
          </p:nvSpPr>
          <p:spPr bwMode="auto">
            <a:xfrm>
              <a:off x="1575" y="356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34" name="Line 45"/>
            <p:cNvSpPr>
              <a:spLocks noChangeShapeType="1"/>
            </p:cNvSpPr>
            <p:nvPr/>
          </p:nvSpPr>
          <p:spPr bwMode="auto">
            <a:xfrm>
              <a:off x="1888" y="356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35" name="Rectangle 46"/>
            <p:cNvSpPr>
              <a:spLocks noChangeArrowheads="1"/>
            </p:cNvSpPr>
            <p:nvPr/>
          </p:nvSpPr>
          <p:spPr bwMode="auto">
            <a:xfrm>
              <a:off x="1575" y="3568"/>
              <a:ext cx="310" cy="4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36" name="Oval 47"/>
            <p:cNvSpPr>
              <a:spLocks noChangeArrowheads="1"/>
            </p:cNvSpPr>
            <p:nvPr/>
          </p:nvSpPr>
          <p:spPr bwMode="auto">
            <a:xfrm>
              <a:off x="1572" y="3509"/>
              <a:ext cx="313" cy="9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7" name="Oval 48"/>
            <p:cNvSpPr>
              <a:spLocks noChangeArrowheads="1"/>
            </p:cNvSpPr>
            <p:nvPr/>
          </p:nvSpPr>
          <p:spPr bwMode="auto">
            <a:xfrm>
              <a:off x="2140" y="3234"/>
              <a:ext cx="313" cy="81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8" name="Line 49"/>
            <p:cNvSpPr>
              <a:spLocks noChangeShapeType="1"/>
            </p:cNvSpPr>
            <p:nvPr/>
          </p:nvSpPr>
          <p:spPr bwMode="auto">
            <a:xfrm>
              <a:off x="2140" y="322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39" name="Line 50"/>
            <p:cNvSpPr>
              <a:spLocks noChangeShapeType="1"/>
            </p:cNvSpPr>
            <p:nvPr/>
          </p:nvSpPr>
          <p:spPr bwMode="auto">
            <a:xfrm>
              <a:off x="2453" y="322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40" name="Rectangle 51"/>
            <p:cNvSpPr>
              <a:spLocks noChangeArrowheads="1"/>
            </p:cNvSpPr>
            <p:nvPr/>
          </p:nvSpPr>
          <p:spPr bwMode="auto">
            <a:xfrm>
              <a:off x="2140" y="3227"/>
              <a:ext cx="310" cy="4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41" name="Oval 52"/>
            <p:cNvSpPr>
              <a:spLocks noChangeArrowheads="1"/>
            </p:cNvSpPr>
            <p:nvPr/>
          </p:nvSpPr>
          <p:spPr bwMode="auto">
            <a:xfrm>
              <a:off x="2137" y="3168"/>
              <a:ext cx="313" cy="9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2" name="Freeform 53"/>
            <p:cNvSpPr>
              <a:spLocks/>
            </p:cNvSpPr>
            <p:nvPr/>
          </p:nvSpPr>
          <p:spPr bwMode="auto">
            <a:xfrm>
              <a:off x="1731" y="2976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3" name="Freeform 54"/>
            <p:cNvSpPr>
              <a:spLocks/>
            </p:cNvSpPr>
            <p:nvPr/>
          </p:nvSpPr>
          <p:spPr bwMode="auto">
            <a:xfrm>
              <a:off x="1038" y="2982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4" name="Freeform 55"/>
            <p:cNvSpPr>
              <a:spLocks/>
            </p:cNvSpPr>
            <p:nvPr/>
          </p:nvSpPr>
          <p:spPr bwMode="auto">
            <a:xfrm>
              <a:off x="1203" y="2967"/>
              <a:ext cx="504" cy="600"/>
            </a:xfrm>
            <a:custGeom>
              <a:avLst/>
              <a:gdLst>
                <a:gd name="T0" fmla="*/ 0 w 378"/>
                <a:gd name="T1" fmla="*/ 600 h 174"/>
                <a:gd name="T2" fmla="*/ 504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5" name="Freeform 56"/>
            <p:cNvSpPr>
              <a:spLocks/>
            </p:cNvSpPr>
            <p:nvPr/>
          </p:nvSpPr>
          <p:spPr bwMode="auto">
            <a:xfrm>
              <a:off x="1890" y="3312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6" name="Freeform 57"/>
            <p:cNvSpPr>
              <a:spLocks/>
            </p:cNvSpPr>
            <p:nvPr/>
          </p:nvSpPr>
          <p:spPr bwMode="auto">
            <a:xfrm>
              <a:off x="1209" y="3597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7" name="Freeform 58"/>
            <p:cNvSpPr>
              <a:spLocks/>
            </p:cNvSpPr>
            <p:nvPr/>
          </p:nvSpPr>
          <p:spPr bwMode="auto">
            <a:xfrm>
              <a:off x="618" y="3273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8" name="Freeform 59"/>
            <p:cNvSpPr>
              <a:spLocks/>
            </p:cNvSpPr>
            <p:nvPr/>
          </p:nvSpPr>
          <p:spPr bwMode="auto">
            <a:xfrm>
              <a:off x="1203" y="2907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9" name="Freeform 60"/>
            <p:cNvSpPr>
              <a:spLocks/>
            </p:cNvSpPr>
            <p:nvPr/>
          </p:nvSpPr>
          <p:spPr bwMode="auto">
            <a:xfrm>
              <a:off x="1878" y="2904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0" name="Freeform 61"/>
            <p:cNvSpPr>
              <a:spLocks/>
            </p:cNvSpPr>
            <p:nvPr/>
          </p:nvSpPr>
          <p:spPr bwMode="auto">
            <a:xfrm>
              <a:off x="561" y="2475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151" name="Group 62"/>
            <p:cNvGrpSpPr>
              <a:grpSpLocks/>
            </p:cNvGrpSpPr>
            <p:nvPr/>
          </p:nvGrpSpPr>
          <p:grpSpPr bwMode="auto">
            <a:xfrm>
              <a:off x="457" y="3089"/>
              <a:ext cx="212" cy="231"/>
              <a:chOff x="2950" y="2441"/>
              <a:chExt cx="215" cy="231"/>
            </a:xfrm>
          </p:grpSpPr>
          <p:sp>
            <p:nvSpPr>
              <p:cNvPr id="179" name="Rectangle 63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80" name="Text Box 64"/>
              <p:cNvSpPr txBox="1">
                <a:spLocks noChangeArrowheads="1"/>
              </p:cNvSpPr>
              <p:nvPr/>
            </p:nvSpPr>
            <p:spPr bwMode="auto">
              <a:xfrm>
                <a:off x="2950" y="2441"/>
                <a:ext cx="21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A</a:t>
                </a:r>
              </a:p>
            </p:txBody>
          </p:sp>
        </p:grpSp>
        <p:grpSp>
          <p:nvGrpSpPr>
            <p:cNvPr id="152" name="Group 65"/>
            <p:cNvGrpSpPr>
              <a:grpSpLocks/>
            </p:cNvGrpSpPr>
            <p:nvPr/>
          </p:nvGrpSpPr>
          <p:grpSpPr bwMode="auto">
            <a:xfrm>
              <a:off x="1627" y="3473"/>
              <a:ext cx="212" cy="231"/>
              <a:chOff x="2950" y="2441"/>
              <a:chExt cx="215" cy="231"/>
            </a:xfrm>
          </p:grpSpPr>
          <p:sp>
            <p:nvSpPr>
              <p:cNvPr id="177" name="Rectangle 66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78" name="Text Box 67"/>
              <p:cNvSpPr txBox="1">
                <a:spLocks noChangeArrowheads="1"/>
              </p:cNvSpPr>
              <p:nvPr/>
            </p:nvSpPr>
            <p:spPr bwMode="auto">
              <a:xfrm>
                <a:off x="2950" y="2441"/>
                <a:ext cx="21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E</a:t>
                </a:r>
              </a:p>
            </p:txBody>
          </p:sp>
        </p:grpSp>
        <p:grpSp>
          <p:nvGrpSpPr>
            <p:cNvPr id="153" name="Group 68"/>
            <p:cNvGrpSpPr>
              <a:grpSpLocks/>
            </p:cNvGrpSpPr>
            <p:nvPr/>
          </p:nvGrpSpPr>
          <p:grpSpPr bwMode="auto">
            <a:xfrm>
              <a:off x="942" y="3470"/>
              <a:ext cx="220" cy="231"/>
              <a:chOff x="2946" y="2441"/>
              <a:chExt cx="223" cy="231"/>
            </a:xfrm>
          </p:grpSpPr>
          <p:sp>
            <p:nvSpPr>
              <p:cNvPr id="175" name="Rectangle 69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76" name="Text Box 70"/>
              <p:cNvSpPr txBox="1">
                <a:spLocks noChangeArrowheads="1"/>
              </p:cNvSpPr>
              <p:nvPr/>
            </p:nvSpPr>
            <p:spPr bwMode="auto">
              <a:xfrm>
                <a:off x="2946" y="2441"/>
                <a:ext cx="22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D</a:t>
                </a:r>
              </a:p>
            </p:txBody>
          </p:sp>
        </p:grpSp>
        <p:grpSp>
          <p:nvGrpSpPr>
            <p:cNvPr id="154" name="Group 71"/>
            <p:cNvGrpSpPr>
              <a:grpSpLocks/>
            </p:cNvGrpSpPr>
            <p:nvPr/>
          </p:nvGrpSpPr>
          <p:grpSpPr bwMode="auto">
            <a:xfrm>
              <a:off x="1617" y="2783"/>
              <a:ext cx="220" cy="231"/>
              <a:chOff x="2946" y="2441"/>
              <a:chExt cx="223" cy="231"/>
            </a:xfrm>
          </p:grpSpPr>
          <p:sp>
            <p:nvSpPr>
              <p:cNvPr id="173" name="Rectangle 72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74" name="Text Box 73"/>
              <p:cNvSpPr txBox="1">
                <a:spLocks noChangeArrowheads="1"/>
              </p:cNvSpPr>
              <p:nvPr/>
            </p:nvSpPr>
            <p:spPr bwMode="auto">
              <a:xfrm>
                <a:off x="2946" y="2441"/>
                <a:ext cx="22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C</a:t>
                </a:r>
              </a:p>
            </p:txBody>
          </p:sp>
        </p:grpSp>
        <p:grpSp>
          <p:nvGrpSpPr>
            <p:cNvPr id="155" name="Group 74"/>
            <p:cNvGrpSpPr>
              <a:grpSpLocks/>
            </p:cNvGrpSpPr>
            <p:nvPr/>
          </p:nvGrpSpPr>
          <p:grpSpPr bwMode="auto">
            <a:xfrm>
              <a:off x="938" y="2783"/>
              <a:ext cx="212" cy="231"/>
              <a:chOff x="2951" y="2441"/>
              <a:chExt cx="215" cy="231"/>
            </a:xfrm>
          </p:grpSpPr>
          <p:sp>
            <p:nvSpPr>
              <p:cNvPr id="171" name="Rectangle 7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72" name="Text Box 76"/>
              <p:cNvSpPr txBox="1">
                <a:spLocks noChangeArrowheads="1"/>
              </p:cNvSpPr>
              <p:nvPr/>
            </p:nvSpPr>
            <p:spPr bwMode="auto">
              <a:xfrm>
                <a:off x="2951" y="2441"/>
                <a:ext cx="21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B</a:t>
                </a:r>
              </a:p>
            </p:txBody>
          </p:sp>
        </p:grpSp>
        <p:grpSp>
          <p:nvGrpSpPr>
            <p:cNvPr id="156" name="Group 77"/>
            <p:cNvGrpSpPr>
              <a:grpSpLocks/>
            </p:cNvGrpSpPr>
            <p:nvPr/>
          </p:nvGrpSpPr>
          <p:grpSpPr bwMode="auto">
            <a:xfrm>
              <a:off x="2204" y="3131"/>
              <a:ext cx="204" cy="231"/>
              <a:chOff x="2954" y="2441"/>
              <a:chExt cx="207" cy="231"/>
            </a:xfrm>
          </p:grpSpPr>
          <p:sp>
            <p:nvSpPr>
              <p:cNvPr id="169" name="Rectangle 78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70" name="Text Box 79"/>
              <p:cNvSpPr txBox="1">
                <a:spLocks noChangeArrowheads="1"/>
              </p:cNvSpPr>
              <p:nvPr/>
            </p:nvSpPr>
            <p:spPr bwMode="auto">
              <a:xfrm>
                <a:off x="2954" y="2441"/>
                <a:ext cx="207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F</a:t>
                </a:r>
              </a:p>
            </p:txBody>
          </p:sp>
        </p:grpSp>
        <p:sp>
          <p:nvSpPr>
            <p:cNvPr id="157" name="Text Box 80"/>
            <p:cNvSpPr txBox="1">
              <a:spLocks noChangeArrowheads="1"/>
            </p:cNvSpPr>
            <p:nvPr/>
          </p:nvSpPr>
          <p:spPr bwMode="auto">
            <a:xfrm>
              <a:off x="667" y="289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58" name="Text Box 81"/>
            <p:cNvSpPr txBox="1">
              <a:spLocks noChangeArrowheads="1"/>
            </p:cNvSpPr>
            <p:nvPr/>
          </p:nvSpPr>
          <p:spPr bwMode="auto">
            <a:xfrm>
              <a:off x="1015" y="3116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59" name="Text Box 82"/>
            <p:cNvSpPr txBox="1">
              <a:spLocks noChangeArrowheads="1"/>
            </p:cNvSpPr>
            <p:nvPr/>
          </p:nvSpPr>
          <p:spPr bwMode="auto">
            <a:xfrm>
              <a:off x="580" y="332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60" name="Text Box 83"/>
            <p:cNvSpPr txBox="1">
              <a:spLocks noChangeArrowheads="1"/>
            </p:cNvSpPr>
            <p:nvPr/>
          </p:nvSpPr>
          <p:spPr bwMode="auto">
            <a:xfrm>
              <a:off x="1399" y="320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61" name="Text Box 84"/>
            <p:cNvSpPr txBox="1">
              <a:spLocks noChangeArrowheads="1"/>
            </p:cNvSpPr>
            <p:nvPr/>
          </p:nvSpPr>
          <p:spPr bwMode="auto">
            <a:xfrm>
              <a:off x="1336" y="356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62" name="Text Box 85"/>
            <p:cNvSpPr txBox="1">
              <a:spLocks noChangeArrowheads="1"/>
            </p:cNvSpPr>
            <p:nvPr/>
          </p:nvSpPr>
          <p:spPr bwMode="auto">
            <a:xfrm>
              <a:off x="1696" y="31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63" name="Text Box 86"/>
            <p:cNvSpPr txBox="1">
              <a:spLocks noChangeArrowheads="1"/>
            </p:cNvSpPr>
            <p:nvPr/>
          </p:nvSpPr>
          <p:spPr bwMode="auto">
            <a:xfrm>
              <a:off x="2056" y="339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64" name="Text Box 87"/>
            <p:cNvSpPr txBox="1">
              <a:spLocks noChangeArrowheads="1"/>
            </p:cNvSpPr>
            <p:nvPr/>
          </p:nvSpPr>
          <p:spPr bwMode="auto">
            <a:xfrm>
              <a:off x="2029" y="2861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65" name="Text Box 88"/>
            <p:cNvSpPr txBox="1">
              <a:spLocks noChangeArrowheads="1"/>
            </p:cNvSpPr>
            <p:nvPr/>
          </p:nvSpPr>
          <p:spPr bwMode="auto">
            <a:xfrm>
              <a:off x="1294" y="2711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66" name="Text Box 89"/>
            <p:cNvSpPr txBox="1">
              <a:spLocks noChangeArrowheads="1"/>
            </p:cNvSpPr>
            <p:nvPr/>
          </p:nvSpPr>
          <p:spPr bwMode="auto">
            <a:xfrm>
              <a:off x="943" y="244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67" name="Line 90"/>
            <p:cNvSpPr>
              <a:spLocks noChangeShapeType="1"/>
            </p:cNvSpPr>
            <p:nvPr/>
          </p:nvSpPr>
          <p:spPr bwMode="auto">
            <a:xfrm>
              <a:off x="612" y="3261"/>
              <a:ext cx="282" cy="28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68" name="Line 91"/>
            <p:cNvSpPr>
              <a:spLocks noChangeShapeType="1"/>
            </p:cNvSpPr>
            <p:nvPr/>
          </p:nvSpPr>
          <p:spPr bwMode="auto">
            <a:xfrm flipV="1">
              <a:off x="672" y="2973"/>
              <a:ext cx="312" cy="16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</p:grpSp>
      <p:cxnSp>
        <p:nvCxnSpPr>
          <p:cNvPr id="4" name="Straight Arrow Connector 3"/>
          <p:cNvCxnSpPr>
            <a:cxnSpLocks/>
          </p:cNvCxnSpPr>
          <p:nvPr/>
        </p:nvCxnSpPr>
        <p:spPr>
          <a:xfrm flipH="1">
            <a:off x="927769" y="4569619"/>
            <a:ext cx="386681" cy="306388"/>
          </a:xfrm>
          <a:prstGeom prst="straightConnector1">
            <a:avLst/>
          </a:prstGeom>
          <a:ln w="2222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2916238" y="4903788"/>
            <a:ext cx="0" cy="557213"/>
          </a:xfrm>
          <a:prstGeom prst="straightConnector1">
            <a:avLst/>
          </a:prstGeom>
          <a:ln w="2222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/>
          </p:cNvCxnSpPr>
          <p:nvPr/>
        </p:nvCxnSpPr>
        <p:spPr>
          <a:xfrm flipH="1" flipV="1">
            <a:off x="791117" y="5359400"/>
            <a:ext cx="354264" cy="315913"/>
          </a:xfrm>
          <a:prstGeom prst="straightConnector1">
            <a:avLst/>
          </a:prstGeom>
          <a:ln w="2222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1883569" y="5875338"/>
            <a:ext cx="674688" cy="0"/>
          </a:xfrm>
          <a:prstGeom prst="straightConnector1">
            <a:avLst/>
          </a:prstGeom>
          <a:ln w="2222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endCxn id="110" idx="6"/>
          </p:cNvCxnSpPr>
          <p:nvPr/>
        </p:nvCxnSpPr>
        <p:spPr>
          <a:xfrm flipH="1">
            <a:off x="3167063" y="5461001"/>
            <a:ext cx="536575" cy="434974"/>
          </a:xfrm>
          <a:prstGeom prst="straightConnector1">
            <a:avLst/>
          </a:prstGeom>
          <a:ln w="2222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728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Forwarding Table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1609725"/>
          </a:xfrm>
        </p:spPr>
        <p:txBody>
          <a:bodyPr/>
          <a:lstStyle/>
          <a:p>
            <a:r>
              <a:rPr lang="en-US" altLang="en-US" dirty="0"/>
              <a:t>Running </a:t>
            </a:r>
            <a:r>
              <a:rPr lang="en-US" altLang="en-US" dirty="0" err="1"/>
              <a:t>Dijkstra</a:t>
            </a:r>
            <a:r>
              <a:rPr lang="en-US" altLang="en-US" dirty="0"/>
              <a:t> at node </a:t>
            </a:r>
            <a:r>
              <a:rPr lang="en-US" altLang="en-US" i="1" dirty="0"/>
              <a:t>A</a:t>
            </a:r>
            <a:r>
              <a:rPr lang="en-US" altLang="en-US" dirty="0"/>
              <a:t> gives the shortest path from </a:t>
            </a:r>
            <a:r>
              <a:rPr lang="en-US" altLang="en-US" i="1" dirty="0"/>
              <a:t>A</a:t>
            </a:r>
            <a:r>
              <a:rPr lang="en-US" altLang="en-US" dirty="0"/>
              <a:t> to all destinations</a:t>
            </a:r>
          </a:p>
          <a:p>
            <a:r>
              <a:rPr lang="en-US" altLang="en-US" dirty="0"/>
              <a:t>We then construct the </a:t>
            </a:r>
            <a:r>
              <a:rPr lang="en-US" altLang="en-US" i="1" dirty="0"/>
              <a:t>forwarding</a:t>
            </a:r>
            <a:r>
              <a:rPr lang="en-US" altLang="en-US" dirty="0"/>
              <a:t> table</a:t>
            </a:r>
          </a:p>
          <a:p>
            <a:endParaRPr lang="en-NZ" dirty="0"/>
          </a:p>
        </p:txBody>
      </p:sp>
      <p:graphicFrame>
        <p:nvGraphicFramePr>
          <p:cNvPr id="949324" name="Group 76"/>
          <p:cNvGraphicFramePr>
            <a:graphicFrameLocks noGrp="1"/>
          </p:cNvGraphicFramePr>
          <p:nvPr/>
        </p:nvGraphicFramePr>
        <p:xfrm>
          <a:off x="4724400" y="3124200"/>
          <a:ext cx="3505200" cy="3124200"/>
        </p:xfrm>
        <a:graphic>
          <a:graphicData uri="http://schemas.openxmlformats.org/drawingml/2006/table">
            <a:tbl>
              <a:tblPr/>
              <a:tblGrid>
                <a:gridCol w="189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6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Destination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Next hop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Arial" charset="0"/>
                          <a:cs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  <p:grpSp>
        <p:nvGrpSpPr>
          <p:cNvPr id="79" name="Group 20"/>
          <p:cNvGrpSpPr>
            <a:grpSpLocks/>
          </p:cNvGrpSpPr>
          <p:nvPr/>
        </p:nvGrpSpPr>
        <p:grpSpPr bwMode="auto">
          <a:xfrm>
            <a:off x="609600" y="3567906"/>
            <a:ext cx="3571875" cy="2236788"/>
            <a:chOff x="336" y="2400"/>
            <a:chExt cx="2250" cy="1409"/>
          </a:xfrm>
        </p:grpSpPr>
        <p:sp>
          <p:nvSpPr>
            <p:cNvPr id="80" name="Freeform 21"/>
            <p:cNvSpPr>
              <a:spLocks/>
            </p:cNvSpPr>
            <p:nvPr/>
          </p:nvSpPr>
          <p:spPr bwMode="auto">
            <a:xfrm>
              <a:off x="336" y="2400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1" name="Freeform 22"/>
            <p:cNvSpPr>
              <a:spLocks/>
            </p:cNvSpPr>
            <p:nvPr/>
          </p:nvSpPr>
          <p:spPr bwMode="auto">
            <a:xfrm>
              <a:off x="672" y="2949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" name="Oval 23"/>
            <p:cNvSpPr>
              <a:spLocks noChangeArrowheads="1"/>
            </p:cNvSpPr>
            <p:nvPr/>
          </p:nvSpPr>
          <p:spPr bwMode="auto">
            <a:xfrm>
              <a:off x="412" y="3191"/>
              <a:ext cx="313" cy="81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3" name="Line 24"/>
            <p:cNvSpPr>
              <a:spLocks noChangeShapeType="1"/>
            </p:cNvSpPr>
            <p:nvPr/>
          </p:nvSpPr>
          <p:spPr bwMode="auto">
            <a:xfrm>
              <a:off x="412" y="3184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84" name="Line 25"/>
            <p:cNvSpPr>
              <a:spLocks noChangeShapeType="1"/>
            </p:cNvSpPr>
            <p:nvPr/>
          </p:nvSpPr>
          <p:spPr bwMode="auto">
            <a:xfrm>
              <a:off x="725" y="3184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85" name="Rectangle 26"/>
            <p:cNvSpPr>
              <a:spLocks noChangeArrowheads="1"/>
            </p:cNvSpPr>
            <p:nvPr/>
          </p:nvSpPr>
          <p:spPr bwMode="auto">
            <a:xfrm>
              <a:off x="412" y="3184"/>
              <a:ext cx="310" cy="4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86" name="Oval 27"/>
            <p:cNvSpPr>
              <a:spLocks noChangeArrowheads="1"/>
            </p:cNvSpPr>
            <p:nvPr/>
          </p:nvSpPr>
          <p:spPr bwMode="auto">
            <a:xfrm>
              <a:off x="409" y="3125"/>
              <a:ext cx="313" cy="9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7" name="Oval 28"/>
            <p:cNvSpPr>
              <a:spLocks noChangeArrowheads="1"/>
            </p:cNvSpPr>
            <p:nvPr/>
          </p:nvSpPr>
          <p:spPr bwMode="auto">
            <a:xfrm>
              <a:off x="886" y="3578"/>
              <a:ext cx="313" cy="81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8" name="Line 29"/>
            <p:cNvSpPr>
              <a:spLocks noChangeShapeType="1"/>
            </p:cNvSpPr>
            <p:nvPr/>
          </p:nvSpPr>
          <p:spPr bwMode="auto">
            <a:xfrm>
              <a:off x="886" y="357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89" name="Line 30"/>
            <p:cNvSpPr>
              <a:spLocks noChangeShapeType="1"/>
            </p:cNvSpPr>
            <p:nvPr/>
          </p:nvSpPr>
          <p:spPr bwMode="auto">
            <a:xfrm>
              <a:off x="1199" y="357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90" name="Rectangle 31"/>
            <p:cNvSpPr>
              <a:spLocks noChangeArrowheads="1"/>
            </p:cNvSpPr>
            <p:nvPr/>
          </p:nvSpPr>
          <p:spPr bwMode="auto">
            <a:xfrm>
              <a:off x="886" y="3571"/>
              <a:ext cx="310" cy="4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91" name="Oval 32"/>
            <p:cNvSpPr>
              <a:spLocks noChangeArrowheads="1"/>
            </p:cNvSpPr>
            <p:nvPr/>
          </p:nvSpPr>
          <p:spPr bwMode="auto">
            <a:xfrm>
              <a:off x="883" y="3512"/>
              <a:ext cx="313" cy="9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2" name="Oval 33"/>
            <p:cNvSpPr>
              <a:spLocks noChangeArrowheads="1"/>
            </p:cNvSpPr>
            <p:nvPr/>
          </p:nvSpPr>
          <p:spPr bwMode="auto">
            <a:xfrm>
              <a:off x="882" y="2888"/>
              <a:ext cx="313" cy="81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3" name="Line 34"/>
            <p:cNvSpPr>
              <a:spLocks noChangeShapeType="1"/>
            </p:cNvSpPr>
            <p:nvPr/>
          </p:nvSpPr>
          <p:spPr bwMode="auto">
            <a:xfrm>
              <a:off x="882" y="288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94" name="Line 35"/>
            <p:cNvSpPr>
              <a:spLocks noChangeShapeType="1"/>
            </p:cNvSpPr>
            <p:nvPr/>
          </p:nvSpPr>
          <p:spPr bwMode="auto">
            <a:xfrm>
              <a:off x="1195" y="2881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95" name="Rectangle 36"/>
            <p:cNvSpPr>
              <a:spLocks noChangeArrowheads="1"/>
            </p:cNvSpPr>
            <p:nvPr/>
          </p:nvSpPr>
          <p:spPr bwMode="auto">
            <a:xfrm>
              <a:off x="882" y="2881"/>
              <a:ext cx="310" cy="4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96" name="Oval 37"/>
            <p:cNvSpPr>
              <a:spLocks noChangeArrowheads="1"/>
            </p:cNvSpPr>
            <p:nvPr/>
          </p:nvSpPr>
          <p:spPr bwMode="auto">
            <a:xfrm>
              <a:off x="879" y="2822"/>
              <a:ext cx="313" cy="9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7" name="Oval 38"/>
            <p:cNvSpPr>
              <a:spLocks noChangeArrowheads="1"/>
            </p:cNvSpPr>
            <p:nvPr/>
          </p:nvSpPr>
          <p:spPr bwMode="auto">
            <a:xfrm>
              <a:off x="1565" y="2884"/>
              <a:ext cx="312" cy="81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8" name="Line 39"/>
            <p:cNvSpPr>
              <a:spLocks noChangeShapeType="1"/>
            </p:cNvSpPr>
            <p:nvPr/>
          </p:nvSpPr>
          <p:spPr bwMode="auto">
            <a:xfrm>
              <a:off x="1565" y="287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99" name="Line 40"/>
            <p:cNvSpPr>
              <a:spLocks noChangeShapeType="1"/>
            </p:cNvSpPr>
            <p:nvPr/>
          </p:nvSpPr>
          <p:spPr bwMode="auto">
            <a:xfrm>
              <a:off x="1877" y="287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00" name="Rectangle 41"/>
            <p:cNvSpPr>
              <a:spLocks noChangeArrowheads="1"/>
            </p:cNvSpPr>
            <p:nvPr/>
          </p:nvSpPr>
          <p:spPr bwMode="auto">
            <a:xfrm>
              <a:off x="1565" y="2877"/>
              <a:ext cx="309" cy="4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01" name="Oval 42"/>
            <p:cNvSpPr>
              <a:spLocks noChangeArrowheads="1"/>
            </p:cNvSpPr>
            <p:nvPr/>
          </p:nvSpPr>
          <p:spPr bwMode="auto">
            <a:xfrm>
              <a:off x="1568" y="2821"/>
              <a:ext cx="312" cy="9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" name="Oval 43"/>
            <p:cNvSpPr>
              <a:spLocks noChangeArrowheads="1"/>
            </p:cNvSpPr>
            <p:nvPr/>
          </p:nvSpPr>
          <p:spPr bwMode="auto">
            <a:xfrm>
              <a:off x="1575" y="3575"/>
              <a:ext cx="313" cy="81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3" name="Line 44"/>
            <p:cNvSpPr>
              <a:spLocks noChangeShapeType="1"/>
            </p:cNvSpPr>
            <p:nvPr/>
          </p:nvSpPr>
          <p:spPr bwMode="auto">
            <a:xfrm>
              <a:off x="1575" y="356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04" name="Line 45"/>
            <p:cNvSpPr>
              <a:spLocks noChangeShapeType="1"/>
            </p:cNvSpPr>
            <p:nvPr/>
          </p:nvSpPr>
          <p:spPr bwMode="auto">
            <a:xfrm>
              <a:off x="1888" y="356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05" name="Rectangle 46"/>
            <p:cNvSpPr>
              <a:spLocks noChangeArrowheads="1"/>
            </p:cNvSpPr>
            <p:nvPr/>
          </p:nvSpPr>
          <p:spPr bwMode="auto">
            <a:xfrm>
              <a:off x="1575" y="3568"/>
              <a:ext cx="310" cy="4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06" name="Oval 47"/>
            <p:cNvSpPr>
              <a:spLocks noChangeArrowheads="1"/>
            </p:cNvSpPr>
            <p:nvPr/>
          </p:nvSpPr>
          <p:spPr bwMode="auto">
            <a:xfrm>
              <a:off x="1572" y="3509"/>
              <a:ext cx="313" cy="9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7" name="Oval 48"/>
            <p:cNvSpPr>
              <a:spLocks noChangeArrowheads="1"/>
            </p:cNvSpPr>
            <p:nvPr/>
          </p:nvSpPr>
          <p:spPr bwMode="auto">
            <a:xfrm>
              <a:off x="2140" y="3234"/>
              <a:ext cx="313" cy="81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8" name="Line 49"/>
            <p:cNvSpPr>
              <a:spLocks noChangeShapeType="1"/>
            </p:cNvSpPr>
            <p:nvPr/>
          </p:nvSpPr>
          <p:spPr bwMode="auto">
            <a:xfrm>
              <a:off x="2140" y="322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09" name="Line 50"/>
            <p:cNvSpPr>
              <a:spLocks noChangeShapeType="1"/>
            </p:cNvSpPr>
            <p:nvPr/>
          </p:nvSpPr>
          <p:spPr bwMode="auto">
            <a:xfrm>
              <a:off x="2453" y="3227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10" name="Rectangle 51"/>
            <p:cNvSpPr>
              <a:spLocks noChangeArrowheads="1"/>
            </p:cNvSpPr>
            <p:nvPr/>
          </p:nvSpPr>
          <p:spPr bwMode="auto">
            <a:xfrm>
              <a:off x="2140" y="3227"/>
              <a:ext cx="310" cy="4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11" name="Oval 52"/>
            <p:cNvSpPr>
              <a:spLocks noChangeArrowheads="1"/>
            </p:cNvSpPr>
            <p:nvPr/>
          </p:nvSpPr>
          <p:spPr bwMode="auto">
            <a:xfrm>
              <a:off x="2137" y="3168"/>
              <a:ext cx="313" cy="95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" name="Freeform 53"/>
            <p:cNvSpPr>
              <a:spLocks/>
            </p:cNvSpPr>
            <p:nvPr/>
          </p:nvSpPr>
          <p:spPr bwMode="auto">
            <a:xfrm>
              <a:off x="1731" y="2976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3" name="Freeform 54"/>
            <p:cNvSpPr>
              <a:spLocks/>
            </p:cNvSpPr>
            <p:nvPr/>
          </p:nvSpPr>
          <p:spPr bwMode="auto">
            <a:xfrm>
              <a:off x="1038" y="2982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4" name="Freeform 55"/>
            <p:cNvSpPr>
              <a:spLocks/>
            </p:cNvSpPr>
            <p:nvPr/>
          </p:nvSpPr>
          <p:spPr bwMode="auto">
            <a:xfrm>
              <a:off x="1203" y="2967"/>
              <a:ext cx="504" cy="600"/>
            </a:xfrm>
            <a:custGeom>
              <a:avLst/>
              <a:gdLst>
                <a:gd name="T0" fmla="*/ 0 w 378"/>
                <a:gd name="T1" fmla="*/ 600 h 174"/>
                <a:gd name="T2" fmla="*/ 504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5" name="Freeform 56"/>
            <p:cNvSpPr>
              <a:spLocks/>
            </p:cNvSpPr>
            <p:nvPr/>
          </p:nvSpPr>
          <p:spPr bwMode="auto">
            <a:xfrm>
              <a:off x="1890" y="3312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6" name="Freeform 57"/>
            <p:cNvSpPr>
              <a:spLocks/>
            </p:cNvSpPr>
            <p:nvPr/>
          </p:nvSpPr>
          <p:spPr bwMode="auto">
            <a:xfrm>
              <a:off x="1209" y="3597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7" name="Freeform 58"/>
            <p:cNvSpPr>
              <a:spLocks/>
            </p:cNvSpPr>
            <p:nvPr/>
          </p:nvSpPr>
          <p:spPr bwMode="auto">
            <a:xfrm>
              <a:off x="618" y="3273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8" name="Freeform 59"/>
            <p:cNvSpPr>
              <a:spLocks/>
            </p:cNvSpPr>
            <p:nvPr/>
          </p:nvSpPr>
          <p:spPr bwMode="auto">
            <a:xfrm>
              <a:off x="1203" y="2907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9" name="Freeform 60"/>
            <p:cNvSpPr>
              <a:spLocks/>
            </p:cNvSpPr>
            <p:nvPr/>
          </p:nvSpPr>
          <p:spPr bwMode="auto">
            <a:xfrm>
              <a:off x="1878" y="2904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0" name="Freeform 61"/>
            <p:cNvSpPr>
              <a:spLocks/>
            </p:cNvSpPr>
            <p:nvPr/>
          </p:nvSpPr>
          <p:spPr bwMode="auto">
            <a:xfrm>
              <a:off x="561" y="2475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121" name="Group 62"/>
            <p:cNvGrpSpPr>
              <a:grpSpLocks/>
            </p:cNvGrpSpPr>
            <p:nvPr/>
          </p:nvGrpSpPr>
          <p:grpSpPr bwMode="auto">
            <a:xfrm>
              <a:off x="457" y="3089"/>
              <a:ext cx="212" cy="231"/>
              <a:chOff x="2950" y="2441"/>
              <a:chExt cx="215" cy="231"/>
            </a:xfrm>
          </p:grpSpPr>
          <p:sp>
            <p:nvSpPr>
              <p:cNvPr id="149" name="Rectangle 63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50" name="Text Box 64"/>
              <p:cNvSpPr txBox="1">
                <a:spLocks noChangeArrowheads="1"/>
              </p:cNvSpPr>
              <p:nvPr/>
            </p:nvSpPr>
            <p:spPr bwMode="auto">
              <a:xfrm>
                <a:off x="2950" y="2441"/>
                <a:ext cx="21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A</a:t>
                </a:r>
              </a:p>
            </p:txBody>
          </p:sp>
        </p:grpSp>
        <p:grpSp>
          <p:nvGrpSpPr>
            <p:cNvPr id="122" name="Group 65"/>
            <p:cNvGrpSpPr>
              <a:grpSpLocks/>
            </p:cNvGrpSpPr>
            <p:nvPr/>
          </p:nvGrpSpPr>
          <p:grpSpPr bwMode="auto">
            <a:xfrm>
              <a:off x="1627" y="3473"/>
              <a:ext cx="212" cy="231"/>
              <a:chOff x="2950" y="2441"/>
              <a:chExt cx="215" cy="231"/>
            </a:xfrm>
          </p:grpSpPr>
          <p:sp>
            <p:nvSpPr>
              <p:cNvPr id="147" name="Rectangle 66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48" name="Text Box 67"/>
              <p:cNvSpPr txBox="1">
                <a:spLocks noChangeArrowheads="1"/>
              </p:cNvSpPr>
              <p:nvPr/>
            </p:nvSpPr>
            <p:spPr bwMode="auto">
              <a:xfrm>
                <a:off x="2950" y="2441"/>
                <a:ext cx="21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E</a:t>
                </a:r>
              </a:p>
            </p:txBody>
          </p:sp>
        </p:grpSp>
        <p:grpSp>
          <p:nvGrpSpPr>
            <p:cNvPr id="123" name="Group 68"/>
            <p:cNvGrpSpPr>
              <a:grpSpLocks/>
            </p:cNvGrpSpPr>
            <p:nvPr/>
          </p:nvGrpSpPr>
          <p:grpSpPr bwMode="auto">
            <a:xfrm>
              <a:off x="942" y="3470"/>
              <a:ext cx="220" cy="231"/>
              <a:chOff x="2946" y="2441"/>
              <a:chExt cx="223" cy="231"/>
            </a:xfrm>
          </p:grpSpPr>
          <p:sp>
            <p:nvSpPr>
              <p:cNvPr id="145" name="Rectangle 69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46" name="Text Box 70"/>
              <p:cNvSpPr txBox="1">
                <a:spLocks noChangeArrowheads="1"/>
              </p:cNvSpPr>
              <p:nvPr/>
            </p:nvSpPr>
            <p:spPr bwMode="auto">
              <a:xfrm>
                <a:off x="2946" y="2441"/>
                <a:ext cx="22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D</a:t>
                </a:r>
              </a:p>
            </p:txBody>
          </p:sp>
        </p:grpSp>
        <p:grpSp>
          <p:nvGrpSpPr>
            <p:cNvPr id="124" name="Group 71"/>
            <p:cNvGrpSpPr>
              <a:grpSpLocks/>
            </p:cNvGrpSpPr>
            <p:nvPr/>
          </p:nvGrpSpPr>
          <p:grpSpPr bwMode="auto">
            <a:xfrm>
              <a:off x="1617" y="2783"/>
              <a:ext cx="220" cy="231"/>
              <a:chOff x="2946" y="2441"/>
              <a:chExt cx="223" cy="231"/>
            </a:xfrm>
          </p:grpSpPr>
          <p:sp>
            <p:nvSpPr>
              <p:cNvPr id="143" name="Rectangle 72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44" name="Text Box 73"/>
              <p:cNvSpPr txBox="1">
                <a:spLocks noChangeArrowheads="1"/>
              </p:cNvSpPr>
              <p:nvPr/>
            </p:nvSpPr>
            <p:spPr bwMode="auto">
              <a:xfrm>
                <a:off x="2946" y="2441"/>
                <a:ext cx="22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C</a:t>
                </a:r>
              </a:p>
            </p:txBody>
          </p:sp>
        </p:grpSp>
        <p:grpSp>
          <p:nvGrpSpPr>
            <p:cNvPr id="125" name="Group 74"/>
            <p:cNvGrpSpPr>
              <a:grpSpLocks/>
            </p:cNvGrpSpPr>
            <p:nvPr/>
          </p:nvGrpSpPr>
          <p:grpSpPr bwMode="auto">
            <a:xfrm>
              <a:off x="938" y="2783"/>
              <a:ext cx="212" cy="231"/>
              <a:chOff x="2951" y="2441"/>
              <a:chExt cx="215" cy="231"/>
            </a:xfrm>
          </p:grpSpPr>
          <p:sp>
            <p:nvSpPr>
              <p:cNvPr id="141" name="Rectangle 7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42" name="Text Box 76"/>
              <p:cNvSpPr txBox="1">
                <a:spLocks noChangeArrowheads="1"/>
              </p:cNvSpPr>
              <p:nvPr/>
            </p:nvSpPr>
            <p:spPr bwMode="auto">
              <a:xfrm>
                <a:off x="2951" y="2441"/>
                <a:ext cx="215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B</a:t>
                </a:r>
              </a:p>
            </p:txBody>
          </p:sp>
        </p:grpSp>
        <p:grpSp>
          <p:nvGrpSpPr>
            <p:cNvPr id="126" name="Group 77"/>
            <p:cNvGrpSpPr>
              <a:grpSpLocks/>
            </p:cNvGrpSpPr>
            <p:nvPr/>
          </p:nvGrpSpPr>
          <p:grpSpPr bwMode="auto">
            <a:xfrm>
              <a:off x="2204" y="3131"/>
              <a:ext cx="204" cy="231"/>
              <a:chOff x="2954" y="2441"/>
              <a:chExt cx="207" cy="231"/>
            </a:xfrm>
          </p:grpSpPr>
          <p:sp>
            <p:nvSpPr>
              <p:cNvPr id="139" name="Rectangle 78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40" name="Text Box 79"/>
              <p:cNvSpPr txBox="1">
                <a:spLocks noChangeArrowheads="1"/>
              </p:cNvSpPr>
              <p:nvPr/>
            </p:nvSpPr>
            <p:spPr bwMode="auto">
              <a:xfrm>
                <a:off x="2954" y="2441"/>
                <a:ext cx="207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>
                    <a:latin typeface="Arial" panose="020B0604020202020204" pitchFamily="34" charset="0"/>
                  </a:rPr>
                  <a:t>F</a:t>
                </a:r>
              </a:p>
            </p:txBody>
          </p:sp>
        </p:grpSp>
        <p:sp>
          <p:nvSpPr>
            <p:cNvPr id="127" name="Text Box 80"/>
            <p:cNvSpPr txBox="1">
              <a:spLocks noChangeArrowheads="1"/>
            </p:cNvSpPr>
            <p:nvPr/>
          </p:nvSpPr>
          <p:spPr bwMode="auto">
            <a:xfrm>
              <a:off x="667" y="2897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28" name="Text Box 81"/>
            <p:cNvSpPr txBox="1">
              <a:spLocks noChangeArrowheads="1"/>
            </p:cNvSpPr>
            <p:nvPr/>
          </p:nvSpPr>
          <p:spPr bwMode="auto">
            <a:xfrm>
              <a:off x="1015" y="3116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29" name="Text Box 82"/>
            <p:cNvSpPr txBox="1">
              <a:spLocks noChangeArrowheads="1"/>
            </p:cNvSpPr>
            <p:nvPr/>
          </p:nvSpPr>
          <p:spPr bwMode="auto">
            <a:xfrm>
              <a:off x="580" y="332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30" name="Text Box 83"/>
            <p:cNvSpPr txBox="1">
              <a:spLocks noChangeArrowheads="1"/>
            </p:cNvSpPr>
            <p:nvPr/>
          </p:nvSpPr>
          <p:spPr bwMode="auto">
            <a:xfrm>
              <a:off x="1399" y="320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31" name="Text Box 84"/>
            <p:cNvSpPr txBox="1">
              <a:spLocks noChangeArrowheads="1"/>
            </p:cNvSpPr>
            <p:nvPr/>
          </p:nvSpPr>
          <p:spPr bwMode="auto">
            <a:xfrm>
              <a:off x="1336" y="356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32" name="Text Box 85"/>
            <p:cNvSpPr txBox="1">
              <a:spLocks noChangeArrowheads="1"/>
            </p:cNvSpPr>
            <p:nvPr/>
          </p:nvSpPr>
          <p:spPr bwMode="auto">
            <a:xfrm>
              <a:off x="1696" y="313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33" name="Text Box 86"/>
            <p:cNvSpPr txBox="1">
              <a:spLocks noChangeArrowheads="1"/>
            </p:cNvSpPr>
            <p:nvPr/>
          </p:nvSpPr>
          <p:spPr bwMode="auto">
            <a:xfrm>
              <a:off x="2056" y="3398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34" name="Text Box 87"/>
            <p:cNvSpPr txBox="1">
              <a:spLocks noChangeArrowheads="1"/>
            </p:cNvSpPr>
            <p:nvPr/>
          </p:nvSpPr>
          <p:spPr bwMode="auto">
            <a:xfrm>
              <a:off x="2029" y="2861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35" name="Text Box 88"/>
            <p:cNvSpPr txBox="1">
              <a:spLocks noChangeArrowheads="1"/>
            </p:cNvSpPr>
            <p:nvPr/>
          </p:nvSpPr>
          <p:spPr bwMode="auto">
            <a:xfrm>
              <a:off x="1294" y="2711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36" name="Text Box 89"/>
            <p:cNvSpPr txBox="1">
              <a:spLocks noChangeArrowheads="1"/>
            </p:cNvSpPr>
            <p:nvPr/>
          </p:nvSpPr>
          <p:spPr bwMode="auto">
            <a:xfrm>
              <a:off x="943" y="244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37" name="Line 90"/>
            <p:cNvSpPr>
              <a:spLocks noChangeShapeType="1"/>
            </p:cNvSpPr>
            <p:nvPr/>
          </p:nvSpPr>
          <p:spPr bwMode="auto">
            <a:xfrm>
              <a:off x="612" y="3261"/>
              <a:ext cx="282" cy="28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38" name="Line 91"/>
            <p:cNvSpPr>
              <a:spLocks noChangeShapeType="1"/>
            </p:cNvSpPr>
            <p:nvPr/>
          </p:nvSpPr>
          <p:spPr bwMode="auto">
            <a:xfrm flipV="1">
              <a:off x="672" y="2973"/>
              <a:ext cx="312" cy="16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7C7EA3B2-E5CD-A5BE-308D-321E22C3558A}"/>
              </a:ext>
            </a:extLst>
          </p:cNvPr>
          <p:cNvSpPr/>
          <p:nvPr/>
        </p:nvSpPr>
        <p:spPr>
          <a:xfrm>
            <a:off x="7162800" y="3686969"/>
            <a:ext cx="533400" cy="317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E073BD-5926-0233-333A-A0E36748441D}"/>
              </a:ext>
            </a:extLst>
          </p:cNvPr>
          <p:cNvSpPr/>
          <p:nvPr/>
        </p:nvSpPr>
        <p:spPr>
          <a:xfrm>
            <a:off x="7158037" y="4244975"/>
            <a:ext cx="533400" cy="317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0502F5-6DC2-994B-E97A-150D83F1F735}"/>
              </a:ext>
            </a:extLst>
          </p:cNvPr>
          <p:cNvSpPr/>
          <p:nvPr/>
        </p:nvSpPr>
        <p:spPr>
          <a:xfrm>
            <a:off x="7158037" y="4793457"/>
            <a:ext cx="533400" cy="317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834E83-02B6-E585-537E-92001E245D22}"/>
              </a:ext>
            </a:extLst>
          </p:cNvPr>
          <p:cNvSpPr/>
          <p:nvPr/>
        </p:nvSpPr>
        <p:spPr>
          <a:xfrm>
            <a:off x="7182843" y="5310981"/>
            <a:ext cx="533400" cy="317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9EE438-1792-C37D-2EE0-875C83E61068}"/>
              </a:ext>
            </a:extLst>
          </p:cNvPr>
          <p:cNvSpPr/>
          <p:nvPr/>
        </p:nvSpPr>
        <p:spPr>
          <a:xfrm>
            <a:off x="7143280" y="5774531"/>
            <a:ext cx="533400" cy="317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74066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C19E9-8F1F-D30E-D121-05692F78F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When to initiate flooding?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29B4E57-35DD-05B7-06BE-9BAFC1DC51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9319174"/>
              </p:ext>
            </p:extLst>
          </p:nvPr>
        </p:nvGraphicFramePr>
        <p:xfrm>
          <a:off x="457200" y="990600"/>
          <a:ext cx="82296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865E7-4B3F-72E1-5C31-64CA9DC96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1370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452B0-D6E0-2280-D1C6-D8539D2A1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Convergence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6D129-F965-5B17-4DB0-8A42B1026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5720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Consistent routing information to all nodes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All nodes have the same link-state database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GB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Consistent forwarding after convergence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All nodes have the same link-state database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All nodes forward packets on shortest paths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1979B-2507-B8BE-8ACE-D05885CC5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0705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24D8B-7127-7876-AE3A-06446D2D7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Transient Disruptions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A2A6A-D75D-A98A-6CCB-5DFE9D384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530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Detection delay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A node does not detect a failed link immediately and forwards data packets into a “blackhole”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Depends on timeout for detecting lost “hellos”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GB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Inconsistent link-state database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Some routers know about failure before others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dirty="0"/>
              <a:t>The shortest paths are no longer consistent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3535B-F460-3967-F46A-28E5D7352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630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Oscillation with Link State Routing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  <p:sp>
        <p:nvSpPr>
          <p:cNvPr id="73" name="Rectangle 47"/>
          <p:cNvSpPr>
            <a:spLocks noChangeArrowheads="1"/>
          </p:cNvSpPr>
          <p:nvPr/>
        </p:nvSpPr>
        <p:spPr bwMode="auto">
          <a:xfrm>
            <a:off x="2570501" y="3431855"/>
            <a:ext cx="263851" cy="24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335" name="Group 334"/>
          <p:cNvGrpSpPr/>
          <p:nvPr/>
        </p:nvGrpSpPr>
        <p:grpSpPr>
          <a:xfrm>
            <a:off x="531590" y="1203959"/>
            <a:ext cx="3786129" cy="2225919"/>
            <a:chOff x="531590" y="1203959"/>
            <a:chExt cx="3786129" cy="2225919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914400" y="1203959"/>
              <a:ext cx="3124200" cy="2014538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" name="Oval 12"/>
            <p:cNvSpPr>
              <a:spLocks noChangeArrowheads="1"/>
            </p:cNvSpPr>
            <p:nvPr/>
          </p:nvSpPr>
          <p:spPr bwMode="auto">
            <a:xfrm>
              <a:off x="1079753" y="2197895"/>
              <a:ext cx="583015" cy="15085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1079753" y="2184858"/>
              <a:ext cx="0" cy="931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1662767" y="2184858"/>
              <a:ext cx="0" cy="931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1079753" y="2184858"/>
              <a:ext cx="577427" cy="91258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7" name="Oval 16"/>
            <p:cNvSpPr>
              <a:spLocks noChangeArrowheads="1"/>
            </p:cNvSpPr>
            <p:nvPr/>
          </p:nvSpPr>
          <p:spPr bwMode="auto">
            <a:xfrm>
              <a:off x="1074165" y="2074976"/>
              <a:ext cx="583015" cy="176929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" name="Oval 22"/>
            <p:cNvSpPr>
              <a:spLocks noChangeArrowheads="1"/>
            </p:cNvSpPr>
            <p:nvPr/>
          </p:nvSpPr>
          <p:spPr bwMode="auto">
            <a:xfrm>
              <a:off x="2136817" y="1495766"/>
              <a:ext cx="581152" cy="15085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>
              <a:off x="2136817" y="1482729"/>
              <a:ext cx="0" cy="931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5" name="Line 24"/>
            <p:cNvSpPr>
              <a:spLocks noChangeShapeType="1"/>
            </p:cNvSpPr>
            <p:nvPr/>
          </p:nvSpPr>
          <p:spPr bwMode="auto">
            <a:xfrm>
              <a:off x="2717969" y="1482729"/>
              <a:ext cx="0" cy="931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2136817" y="1482729"/>
              <a:ext cx="575564" cy="91258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7" name="Oval 26"/>
            <p:cNvSpPr>
              <a:spLocks noChangeArrowheads="1"/>
            </p:cNvSpPr>
            <p:nvPr/>
          </p:nvSpPr>
          <p:spPr bwMode="auto">
            <a:xfrm>
              <a:off x="2142405" y="1378434"/>
              <a:ext cx="581152" cy="176929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" name="Oval 27"/>
            <p:cNvSpPr>
              <a:spLocks noChangeArrowheads="1"/>
            </p:cNvSpPr>
            <p:nvPr/>
          </p:nvSpPr>
          <p:spPr bwMode="auto">
            <a:xfrm>
              <a:off x="2155444" y="2782693"/>
              <a:ext cx="583015" cy="15085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9" name="Line 28"/>
            <p:cNvSpPr>
              <a:spLocks noChangeShapeType="1"/>
            </p:cNvSpPr>
            <p:nvPr/>
          </p:nvSpPr>
          <p:spPr bwMode="auto">
            <a:xfrm>
              <a:off x="2155444" y="2769656"/>
              <a:ext cx="0" cy="931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0" name="Line 29"/>
            <p:cNvSpPr>
              <a:spLocks noChangeShapeType="1"/>
            </p:cNvSpPr>
            <p:nvPr/>
          </p:nvSpPr>
          <p:spPr bwMode="auto">
            <a:xfrm>
              <a:off x="2738459" y="2769656"/>
              <a:ext cx="0" cy="931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2155444" y="2769656"/>
              <a:ext cx="577427" cy="91258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2" name="Oval 31"/>
            <p:cNvSpPr>
              <a:spLocks noChangeArrowheads="1"/>
            </p:cNvSpPr>
            <p:nvPr/>
          </p:nvSpPr>
          <p:spPr bwMode="auto">
            <a:xfrm>
              <a:off x="2149856" y="2659774"/>
              <a:ext cx="583015" cy="176929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3" name="Oval 32"/>
            <p:cNvSpPr>
              <a:spLocks noChangeArrowheads="1"/>
            </p:cNvSpPr>
            <p:nvPr/>
          </p:nvSpPr>
          <p:spPr bwMode="auto">
            <a:xfrm>
              <a:off x="3207851" y="2147610"/>
              <a:ext cx="583015" cy="15085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4" name="Line 33"/>
            <p:cNvSpPr>
              <a:spLocks noChangeShapeType="1"/>
            </p:cNvSpPr>
            <p:nvPr/>
          </p:nvSpPr>
          <p:spPr bwMode="auto">
            <a:xfrm>
              <a:off x="3207851" y="2134573"/>
              <a:ext cx="0" cy="931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5" name="Line 34"/>
            <p:cNvSpPr>
              <a:spLocks noChangeShapeType="1"/>
            </p:cNvSpPr>
            <p:nvPr/>
          </p:nvSpPr>
          <p:spPr bwMode="auto">
            <a:xfrm>
              <a:off x="3790865" y="2134573"/>
              <a:ext cx="0" cy="931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6" name="Rectangle 35"/>
            <p:cNvSpPr>
              <a:spLocks noChangeArrowheads="1"/>
            </p:cNvSpPr>
            <p:nvPr/>
          </p:nvSpPr>
          <p:spPr bwMode="auto">
            <a:xfrm>
              <a:off x="3207851" y="2134573"/>
              <a:ext cx="577427" cy="91258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endParaRPr lang="en-US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7" name="Oval 36"/>
            <p:cNvSpPr>
              <a:spLocks noChangeArrowheads="1"/>
            </p:cNvSpPr>
            <p:nvPr/>
          </p:nvSpPr>
          <p:spPr bwMode="auto">
            <a:xfrm>
              <a:off x="3202263" y="2024691"/>
              <a:ext cx="583015" cy="176929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0" name="Freeform 39"/>
            <p:cNvSpPr>
              <a:spLocks/>
            </p:cNvSpPr>
            <p:nvPr/>
          </p:nvSpPr>
          <p:spPr bwMode="auto">
            <a:xfrm>
              <a:off x="1639486" y="1650347"/>
              <a:ext cx="761830" cy="478640"/>
            </a:xfrm>
            <a:custGeom>
              <a:avLst/>
              <a:gdLst>
                <a:gd name="T0" fmla="*/ 0 w 378"/>
                <a:gd name="T1" fmla="*/ 600 h 174"/>
                <a:gd name="T2" fmla="*/ 504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1" name="Freeform 40"/>
            <p:cNvSpPr>
              <a:spLocks/>
            </p:cNvSpPr>
            <p:nvPr/>
          </p:nvSpPr>
          <p:spPr bwMode="auto">
            <a:xfrm>
              <a:off x="2742184" y="2298466"/>
              <a:ext cx="681736" cy="502851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" name="Freeform 44"/>
            <p:cNvSpPr>
              <a:spLocks/>
            </p:cNvSpPr>
            <p:nvPr/>
          </p:nvSpPr>
          <p:spPr bwMode="auto">
            <a:xfrm>
              <a:off x="2719832" y="1533014"/>
              <a:ext cx="737616" cy="497264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48" name="Group 49"/>
            <p:cNvGrpSpPr>
              <a:grpSpLocks/>
            </p:cNvGrpSpPr>
            <p:nvPr/>
          </p:nvGrpSpPr>
          <p:grpSpPr bwMode="auto">
            <a:xfrm>
              <a:off x="2300428" y="2592722"/>
              <a:ext cx="300497" cy="368757"/>
              <a:chOff x="2976" y="2441"/>
              <a:chExt cx="164" cy="198"/>
            </a:xfrm>
          </p:grpSpPr>
          <p:sp>
            <p:nvSpPr>
              <p:cNvPr id="71" name="Rectangle 50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2" name="Text Box 51"/>
              <p:cNvSpPr txBox="1">
                <a:spLocks noChangeArrowheads="1"/>
              </p:cNvSpPr>
              <p:nvPr/>
            </p:nvSpPr>
            <p:spPr bwMode="auto">
              <a:xfrm>
                <a:off x="2976" y="2441"/>
                <a:ext cx="164" cy="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y</a:t>
                </a:r>
              </a:p>
            </p:txBody>
          </p:sp>
        </p:grpSp>
        <p:grpSp>
          <p:nvGrpSpPr>
            <p:cNvPr id="49" name="Group 52"/>
            <p:cNvGrpSpPr>
              <a:grpSpLocks/>
            </p:cNvGrpSpPr>
            <p:nvPr/>
          </p:nvGrpSpPr>
          <p:grpSpPr bwMode="auto">
            <a:xfrm>
              <a:off x="1239533" y="1996749"/>
              <a:ext cx="300679" cy="368757"/>
              <a:chOff x="2976" y="2441"/>
              <a:chExt cx="164" cy="198"/>
            </a:xfrm>
          </p:grpSpPr>
          <p:sp>
            <p:nvSpPr>
              <p:cNvPr id="69" name="Rectangle 53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0" name="Text Box 54"/>
              <p:cNvSpPr txBox="1">
                <a:spLocks noChangeArrowheads="1"/>
              </p:cNvSpPr>
              <p:nvPr/>
            </p:nvSpPr>
            <p:spPr bwMode="auto">
              <a:xfrm>
                <a:off x="2976" y="2441"/>
                <a:ext cx="164" cy="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z</a:t>
                </a:r>
              </a:p>
            </p:txBody>
          </p:sp>
        </p:grpSp>
        <p:grpSp>
          <p:nvGrpSpPr>
            <p:cNvPr id="50" name="Group 55"/>
            <p:cNvGrpSpPr>
              <a:grpSpLocks/>
            </p:cNvGrpSpPr>
            <p:nvPr/>
          </p:nvGrpSpPr>
          <p:grpSpPr bwMode="auto">
            <a:xfrm>
              <a:off x="2263479" y="1307663"/>
              <a:ext cx="350181" cy="366895"/>
              <a:chOff x="2962" y="2441"/>
              <a:chExt cx="191" cy="197"/>
            </a:xfrm>
          </p:grpSpPr>
          <p:sp>
            <p:nvSpPr>
              <p:cNvPr id="67" name="Rectangle 56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8" name="Text Box 57"/>
              <p:cNvSpPr txBox="1">
                <a:spLocks noChangeArrowheads="1"/>
              </p:cNvSpPr>
              <p:nvPr/>
            </p:nvSpPr>
            <p:spPr bwMode="auto">
              <a:xfrm>
                <a:off x="2962" y="2441"/>
                <a:ext cx="191" cy="1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w</a:t>
                </a:r>
              </a:p>
            </p:txBody>
          </p:sp>
        </p:grpSp>
        <p:grpSp>
          <p:nvGrpSpPr>
            <p:cNvPr id="52" name="Group 61"/>
            <p:cNvGrpSpPr>
              <a:grpSpLocks/>
            </p:cNvGrpSpPr>
            <p:nvPr/>
          </p:nvGrpSpPr>
          <p:grpSpPr bwMode="auto">
            <a:xfrm>
              <a:off x="3369686" y="1955777"/>
              <a:ext cx="300300" cy="368757"/>
              <a:chOff x="2977" y="2441"/>
              <a:chExt cx="164" cy="198"/>
            </a:xfrm>
          </p:grpSpPr>
          <p:sp>
            <p:nvSpPr>
              <p:cNvPr id="63" name="Rectangle 62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4" name="Text Box 63"/>
              <p:cNvSpPr txBox="1">
                <a:spLocks noChangeArrowheads="1"/>
              </p:cNvSpPr>
              <p:nvPr/>
            </p:nvSpPr>
            <p:spPr bwMode="auto">
              <a:xfrm>
                <a:off x="2977" y="2441"/>
                <a:ext cx="164" cy="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x</a:t>
                </a:r>
              </a:p>
            </p:txBody>
          </p:sp>
        </p:grpSp>
        <p:sp>
          <p:nvSpPr>
            <p:cNvPr id="59" name="Text Box 70"/>
            <p:cNvSpPr txBox="1">
              <a:spLocks noChangeArrowheads="1"/>
            </p:cNvSpPr>
            <p:nvPr/>
          </p:nvSpPr>
          <p:spPr bwMode="auto">
            <a:xfrm>
              <a:off x="3137680" y="2582466"/>
              <a:ext cx="311065" cy="3668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 dirty="0">
                  <a:latin typeface="Arial" panose="020B0604020202020204" pitchFamily="34" charset="0"/>
                </a:rPr>
                <a:t>e</a:t>
              </a:r>
            </a:p>
          </p:txBody>
        </p:sp>
        <p:sp>
          <p:nvSpPr>
            <p:cNvPr id="60" name="Text Box 71"/>
            <p:cNvSpPr txBox="1">
              <a:spLocks noChangeArrowheads="1"/>
            </p:cNvSpPr>
            <p:nvPr/>
          </p:nvSpPr>
          <p:spPr bwMode="auto">
            <a:xfrm>
              <a:off x="2894805" y="1452931"/>
              <a:ext cx="5758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 dirty="0">
                  <a:latin typeface="Arial" panose="020B0604020202020204" pitchFamily="34" charset="0"/>
                </a:rPr>
                <a:t>1+e</a:t>
              </a:r>
            </a:p>
          </p:txBody>
        </p:sp>
        <p:cxnSp>
          <p:nvCxnSpPr>
            <p:cNvPr id="76" name="Straight Connector 75"/>
            <p:cNvCxnSpPr>
              <a:stCxn id="15" idx="1"/>
              <a:endCxn id="32" idx="1"/>
            </p:cNvCxnSpPr>
            <p:nvPr/>
          </p:nvCxnSpPr>
          <p:spPr>
            <a:xfrm>
              <a:off x="1662768" y="2277979"/>
              <a:ext cx="572469" cy="40770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/>
            <p:nvPr/>
          </p:nvCxnSpPr>
          <p:spPr>
            <a:xfrm flipH="1" flipV="1">
              <a:off x="2742184" y="1674558"/>
              <a:ext cx="460079" cy="32219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2" name="Text Box 70"/>
            <p:cNvSpPr txBox="1">
              <a:spLocks noChangeArrowheads="1"/>
            </p:cNvSpPr>
            <p:nvPr/>
          </p:nvSpPr>
          <p:spPr bwMode="auto">
            <a:xfrm>
              <a:off x="531590" y="2038371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 dirty="0">
                  <a:latin typeface="Arial" panose="020B0604020202020204" pitchFamily="34" charset="0"/>
                </a:rPr>
                <a:t>1</a:t>
              </a:r>
            </a:p>
          </p:txBody>
        </p:sp>
        <p:cxnSp>
          <p:nvCxnSpPr>
            <p:cNvPr id="83" name="Straight Arrow Connector 82"/>
            <p:cNvCxnSpPr/>
            <p:nvPr/>
          </p:nvCxnSpPr>
          <p:spPr>
            <a:xfrm>
              <a:off x="814167" y="2225662"/>
              <a:ext cx="215489" cy="744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5" name="Text Box 70"/>
            <p:cNvSpPr txBox="1">
              <a:spLocks noChangeArrowheads="1"/>
            </p:cNvSpPr>
            <p:nvPr/>
          </p:nvSpPr>
          <p:spPr bwMode="auto">
            <a:xfrm>
              <a:off x="2315904" y="3060546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 dirty="0">
                  <a:latin typeface="Arial" panose="020B0604020202020204" pitchFamily="34" charset="0"/>
                </a:rPr>
                <a:t>e</a:t>
              </a:r>
            </a:p>
          </p:txBody>
        </p:sp>
        <p:cxnSp>
          <p:nvCxnSpPr>
            <p:cNvPr id="86" name="Straight Arrow Connector 85"/>
            <p:cNvCxnSpPr/>
            <p:nvPr/>
          </p:nvCxnSpPr>
          <p:spPr>
            <a:xfrm flipV="1">
              <a:off x="2465604" y="2941393"/>
              <a:ext cx="0" cy="2085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9" name="Text Box 70"/>
            <p:cNvSpPr txBox="1">
              <a:spLocks noChangeArrowheads="1"/>
            </p:cNvSpPr>
            <p:nvPr/>
          </p:nvSpPr>
          <p:spPr bwMode="auto">
            <a:xfrm>
              <a:off x="4006654" y="1979992"/>
              <a:ext cx="311065" cy="3668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 dirty="0">
                  <a:latin typeface="Arial" panose="020B0604020202020204" pitchFamily="34" charset="0"/>
                </a:rPr>
                <a:t>1</a:t>
              </a:r>
            </a:p>
          </p:txBody>
        </p:sp>
        <p:cxnSp>
          <p:nvCxnSpPr>
            <p:cNvPr id="90" name="Straight Arrow Connector 89"/>
            <p:cNvCxnSpPr/>
            <p:nvPr/>
          </p:nvCxnSpPr>
          <p:spPr>
            <a:xfrm flipH="1">
              <a:off x="3803610" y="2147610"/>
              <a:ext cx="254404" cy="756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 flipV="1">
              <a:off x="2946270" y="2481832"/>
              <a:ext cx="432571" cy="34127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Arrow Connector 97"/>
            <p:cNvCxnSpPr/>
            <p:nvPr/>
          </p:nvCxnSpPr>
          <p:spPr>
            <a:xfrm flipH="1">
              <a:off x="2773693" y="2271517"/>
              <a:ext cx="406691" cy="3659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0" name="Text Box 70"/>
            <p:cNvSpPr txBox="1">
              <a:spLocks noChangeArrowheads="1"/>
            </p:cNvSpPr>
            <p:nvPr/>
          </p:nvSpPr>
          <p:spPr bwMode="auto">
            <a:xfrm>
              <a:off x="2770318" y="2109776"/>
              <a:ext cx="311065" cy="3668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 dirty="0">
                  <a:latin typeface="Arial" panose="020B0604020202020204" pitchFamily="34" charset="0"/>
                </a:rPr>
                <a:t>0</a:t>
              </a:r>
            </a:p>
          </p:txBody>
        </p:sp>
        <p:cxnSp>
          <p:nvCxnSpPr>
            <p:cNvPr id="101" name="Straight Arrow Connector 100"/>
            <p:cNvCxnSpPr/>
            <p:nvPr/>
          </p:nvCxnSpPr>
          <p:spPr>
            <a:xfrm flipH="1" flipV="1">
              <a:off x="1853395" y="2230487"/>
              <a:ext cx="411754" cy="3103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/>
            <p:nvPr/>
          </p:nvCxnSpPr>
          <p:spPr>
            <a:xfrm>
              <a:off x="1644081" y="2388905"/>
              <a:ext cx="472329" cy="36411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5" name="Text Box 70"/>
            <p:cNvSpPr txBox="1">
              <a:spLocks noChangeArrowheads="1"/>
            </p:cNvSpPr>
            <p:nvPr/>
          </p:nvSpPr>
          <p:spPr bwMode="auto">
            <a:xfrm>
              <a:off x="2030083" y="2136274"/>
              <a:ext cx="311065" cy="3668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 dirty="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106" name="Text Box 70"/>
            <p:cNvSpPr txBox="1">
              <a:spLocks noChangeArrowheads="1"/>
            </p:cNvSpPr>
            <p:nvPr/>
          </p:nvSpPr>
          <p:spPr bwMode="auto">
            <a:xfrm>
              <a:off x="1601137" y="2515434"/>
              <a:ext cx="311065" cy="3668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 dirty="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107" name="Text Box 70"/>
            <p:cNvSpPr txBox="1">
              <a:spLocks noChangeArrowheads="1"/>
            </p:cNvSpPr>
            <p:nvPr/>
          </p:nvSpPr>
          <p:spPr bwMode="auto">
            <a:xfrm>
              <a:off x="1936067" y="1773970"/>
              <a:ext cx="311065" cy="3668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panose="02070309020205020404" pitchFamily="49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 b="0" dirty="0">
                  <a:latin typeface="Arial" panose="020B0604020202020204" pitchFamily="34" charset="0"/>
                </a:rPr>
                <a:t>1</a:t>
              </a:r>
            </a:p>
          </p:txBody>
        </p:sp>
        <p:cxnSp>
          <p:nvCxnSpPr>
            <p:cNvPr id="108" name="Straight Arrow Connector 107"/>
            <p:cNvCxnSpPr/>
            <p:nvPr/>
          </p:nvCxnSpPr>
          <p:spPr>
            <a:xfrm flipV="1">
              <a:off x="1692833" y="1673336"/>
              <a:ext cx="484395" cy="30899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4" name="Rectangle 47"/>
          <p:cNvSpPr>
            <a:spLocks noChangeArrowheads="1"/>
          </p:cNvSpPr>
          <p:nvPr/>
        </p:nvSpPr>
        <p:spPr bwMode="auto">
          <a:xfrm>
            <a:off x="6680015" y="3535559"/>
            <a:ext cx="263851" cy="24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36" name="TextBox 335"/>
          <p:cNvSpPr txBox="1"/>
          <p:nvPr/>
        </p:nvSpPr>
        <p:spPr>
          <a:xfrm>
            <a:off x="1465546" y="3359960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a. Initial routing</a:t>
            </a:r>
          </a:p>
        </p:txBody>
      </p:sp>
      <p:grpSp>
        <p:nvGrpSpPr>
          <p:cNvPr id="340" name="Group 339"/>
          <p:cNvGrpSpPr/>
          <p:nvPr/>
        </p:nvGrpSpPr>
        <p:grpSpPr>
          <a:xfrm>
            <a:off x="4677659" y="1158846"/>
            <a:ext cx="3786129" cy="2564244"/>
            <a:chOff x="4677659" y="1158846"/>
            <a:chExt cx="3786129" cy="2564244"/>
          </a:xfrm>
        </p:grpSpPr>
        <p:grpSp>
          <p:nvGrpSpPr>
            <p:cNvPr id="222" name="Group 221"/>
            <p:cNvGrpSpPr/>
            <p:nvPr/>
          </p:nvGrpSpPr>
          <p:grpSpPr>
            <a:xfrm>
              <a:off x="4677659" y="1158846"/>
              <a:ext cx="3786129" cy="2225919"/>
              <a:chOff x="4641104" y="1307663"/>
              <a:chExt cx="3786129" cy="2225919"/>
            </a:xfrm>
          </p:grpSpPr>
          <p:sp>
            <p:nvSpPr>
              <p:cNvPr id="110" name="Freeform 109"/>
              <p:cNvSpPr>
                <a:spLocks/>
              </p:cNvSpPr>
              <p:nvPr/>
            </p:nvSpPr>
            <p:spPr bwMode="auto">
              <a:xfrm>
                <a:off x="5023914" y="1307663"/>
                <a:ext cx="3124200" cy="2014538"/>
              </a:xfrm>
              <a:custGeom>
                <a:avLst/>
                <a:gdLst>
                  <a:gd name="T0" fmla="*/ 0 w 2250"/>
                  <a:gd name="T1" fmla="*/ 624 h 1409"/>
                  <a:gd name="T2" fmla="*/ 219 w 2250"/>
                  <a:gd name="T3" fmla="*/ 321 h 1409"/>
                  <a:gd name="T4" fmla="*/ 529 w 2250"/>
                  <a:gd name="T5" fmla="*/ 35 h 1409"/>
                  <a:gd name="T6" fmla="*/ 1551 w 2250"/>
                  <a:gd name="T7" fmla="*/ 111 h 1409"/>
                  <a:gd name="T8" fmla="*/ 1968 w 2250"/>
                  <a:gd name="T9" fmla="*/ 483 h 1409"/>
                  <a:gd name="T10" fmla="*/ 2199 w 2250"/>
                  <a:gd name="T11" fmla="*/ 906 h 1409"/>
                  <a:gd name="T12" fmla="*/ 1659 w 2250"/>
                  <a:gd name="T13" fmla="*/ 1314 h 1409"/>
                  <a:gd name="T14" fmla="*/ 993 w 2250"/>
                  <a:gd name="T15" fmla="*/ 1386 h 1409"/>
                  <a:gd name="T16" fmla="*/ 465 w 2250"/>
                  <a:gd name="T17" fmla="*/ 1356 h 1409"/>
                  <a:gd name="T18" fmla="*/ 102 w 2250"/>
                  <a:gd name="T19" fmla="*/ 1068 h 1409"/>
                  <a:gd name="T20" fmla="*/ 0 w 2250"/>
                  <a:gd name="T21" fmla="*/ 624 h 140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250"/>
                  <a:gd name="T34" fmla="*/ 0 h 1409"/>
                  <a:gd name="T35" fmla="*/ 2250 w 2250"/>
                  <a:gd name="T36" fmla="*/ 1409 h 140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250" h="1409">
                    <a:moveTo>
                      <a:pt x="0" y="624"/>
                    </a:moveTo>
                    <a:cubicBezTo>
                      <a:pt x="5" y="506"/>
                      <a:pt x="131" y="419"/>
                      <a:pt x="219" y="321"/>
                    </a:cubicBezTo>
                    <a:cubicBezTo>
                      <a:pt x="307" y="223"/>
                      <a:pt x="307" y="70"/>
                      <a:pt x="529" y="35"/>
                    </a:cubicBezTo>
                    <a:cubicBezTo>
                      <a:pt x="751" y="0"/>
                      <a:pt x="1311" y="36"/>
                      <a:pt x="1551" y="111"/>
                    </a:cubicBezTo>
                    <a:cubicBezTo>
                      <a:pt x="1791" y="186"/>
                      <a:pt x="1860" y="351"/>
                      <a:pt x="1968" y="483"/>
                    </a:cubicBezTo>
                    <a:cubicBezTo>
                      <a:pt x="2076" y="615"/>
                      <a:pt x="2250" y="767"/>
                      <a:pt x="2199" y="906"/>
                    </a:cubicBezTo>
                    <a:cubicBezTo>
                      <a:pt x="2148" y="1045"/>
                      <a:pt x="1860" y="1234"/>
                      <a:pt x="1659" y="1314"/>
                    </a:cubicBezTo>
                    <a:cubicBezTo>
                      <a:pt x="1458" y="1394"/>
                      <a:pt x="1192" y="1379"/>
                      <a:pt x="993" y="1386"/>
                    </a:cubicBezTo>
                    <a:cubicBezTo>
                      <a:pt x="794" y="1393"/>
                      <a:pt x="613" y="1409"/>
                      <a:pt x="465" y="1356"/>
                    </a:cubicBezTo>
                    <a:cubicBezTo>
                      <a:pt x="317" y="1303"/>
                      <a:pt x="180" y="1190"/>
                      <a:pt x="102" y="1068"/>
                    </a:cubicBezTo>
                    <a:cubicBezTo>
                      <a:pt x="24" y="946"/>
                      <a:pt x="21" y="716"/>
                      <a:pt x="0" y="624"/>
                    </a:cubicBez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1" name="Oval 110"/>
              <p:cNvSpPr>
                <a:spLocks noChangeArrowheads="1"/>
              </p:cNvSpPr>
              <p:nvPr/>
            </p:nvSpPr>
            <p:spPr bwMode="auto">
              <a:xfrm>
                <a:off x="5189267" y="2301599"/>
                <a:ext cx="583015" cy="15085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2" name="Line 13"/>
              <p:cNvSpPr>
                <a:spLocks noChangeShapeType="1"/>
              </p:cNvSpPr>
              <p:nvPr/>
            </p:nvSpPr>
            <p:spPr bwMode="auto">
              <a:xfrm>
                <a:off x="5189267" y="2288562"/>
                <a:ext cx="0" cy="9312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13" name="Line 14"/>
              <p:cNvSpPr>
                <a:spLocks noChangeShapeType="1"/>
              </p:cNvSpPr>
              <p:nvPr/>
            </p:nvSpPr>
            <p:spPr bwMode="auto">
              <a:xfrm>
                <a:off x="5772281" y="2288562"/>
                <a:ext cx="0" cy="9312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14" name="Rectangle 113"/>
              <p:cNvSpPr>
                <a:spLocks noChangeArrowheads="1"/>
              </p:cNvSpPr>
              <p:nvPr/>
            </p:nvSpPr>
            <p:spPr bwMode="auto">
              <a:xfrm>
                <a:off x="5189267" y="2288562"/>
                <a:ext cx="577427" cy="912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endParaRPr lang="en-US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115" name="Oval 114"/>
              <p:cNvSpPr>
                <a:spLocks noChangeArrowheads="1"/>
              </p:cNvSpPr>
              <p:nvPr/>
            </p:nvSpPr>
            <p:spPr bwMode="auto">
              <a:xfrm>
                <a:off x="5183679" y="2178680"/>
                <a:ext cx="583015" cy="176929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6" name="Oval 115"/>
              <p:cNvSpPr>
                <a:spLocks noChangeArrowheads="1"/>
              </p:cNvSpPr>
              <p:nvPr/>
            </p:nvSpPr>
            <p:spPr bwMode="auto">
              <a:xfrm>
                <a:off x="6246331" y="1599470"/>
                <a:ext cx="581152" cy="15085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17" name="Line 23"/>
              <p:cNvSpPr>
                <a:spLocks noChangeShapeType="1"/>
              </p:cNvSpPr>
              <p:nvPr/>
            </p:nvSpPr>
            <p:spPr bwMode="auto">
              <a:xfrm>
                <a:off x="6246331" y="1586433"/>
                <a:ext cx="0" cy="9312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18" name="Line 24"/>
              <p:cNvSpPr>
                <a:spLocks noChangeShapeType="1"/>
              </p:cNvSpPr>
              <p:nvPr/>
            </p:nvSpPr>
            <p:spPr bwMode="auto">
              <a:xfrm>
                <a:off x="6827483" y="1586433"/>
                <a:ext cx="0" cy="9312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19" name="Rectangle 118"/>
              <p:cNvSpPr>
                <a:spLocks noChangeArrowheads="1"/>
              </p:cNvSpPr>
              <p:nvPr/>
            </p:nvSpPr>
            <p:spPr bwMode="auto">
              <a:xfrm>
                <a:off x="6246331" y="1586433"/>
                <a:ext cx="575564" cy="912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endParaRPr lang="en-US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120" name="Oval 119"/>
              <p:cNvSpPr>
                <a:spLocks noChangeArrowheads="1"/>
              </p:cNvSpPr>
              <p:nvPr/>
            </p:nvSpPr>
            <p:spPr bwMode="auto">
              <a:xfrm>
                <a:off x="6251919" y="1482138"/>
                <a:ext cx="581152" cy="176929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21" name="Oval 120"/>
              <p:cNvSpPr>
                <a:spLocks noChangeArrowheads="1"/>
              </p:cNvSpPr>
              <p:nvPr/>
            </p:nvSpPr>
            <p:spPr bwMode="auto">
              <a:xfrm>
                <a:off x="6264958" y="2886397"/>
                <a:ext cx="583015" cy="15085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22" name="Line 28"/>
              <p:cNvSpPr>
                <a:spLocks noChangeShapeType="1"/>
              </p:cNvSpPr>
              <p:nvPr/>
            </p:nvSpPr>
            <p:spPr bwMode="auto">
              <a:xfrm>
                <a:off x="6264958" y="2873360"/>
                <a:ext cx="0" cy="9312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23" name="Line 29"/>
              <p:cNvSpPr>
                <a:spLocks noChangeShapeType="1"/>
              </p:cNvSpPr>
              <p:nvPr/>
            </p:nvSpPr>
            <p:spPr bwMode="auto">
              <a:xfrm>
                <a:off x="6847973" y="2873360"/>
                <a:ext cx="0" cy="9312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24" name="Rectangle 123"/>
              <p:cNvSpPr>
                <a:spLocks noChangeArrowheads="1"/>
              </p:cNvSpPr>
              <p:nvPr/>
            </p:nvSpPr>
            <p:spPr bwMode="auto">
              <a:xfrm>
                <a:off x="6264958" y="2873360"/>
                <a:ext cx="577427" cy="912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endParaRPr lang="en-US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125" name="Oval 124"/>
              <p:cNvSpPr>
                <a:spLocks noChangeArrowheads="1"/>
              </p:cNvSpPr>
              <p:nvPr/>
            </p:nvSpPr>
            <p:spPr bwMode="auto">
              <a:xfrm>
                <a:off x="6259370" y="2763478"/>
                <a:ext cx="583015" cy="176929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26" name="Oval 125"/>
              <p:cNvSpPr>
                <a:spLocks noChangeArrowheads="1"/>
              </p:cNvSpPr>
              <p:nvPr/>
            </p:nvSpPr>
            <p:spPr bwMode="auto">
              <a:xfrm>
                <a:off x="7317365" y="2251314"/>
                <a:ext cx="583015" cy="15085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27" name="Line 33"/>
              <p:cNvSpPr>
                <a:spLocks noChangeShapeType="1"/>
              </p:cNvSpPr>
              <p:nvPr/>
            </p:nvSpPr>
            <p:spPr bwMode="auto">
              <a:xfrm>
                <a:off x="7317365" y="2238277"/>
                <a:ext cx="0" cy="9312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28" name="Line 34"/>
              <p:cNvSpPr>
                <a:spLocks noChangeShapeType="1"/>
              </p:cNvSpPr>
              <p:nvPr/>
            </p:nvSpPr>
            <p:spPr bwMode="auto">
              <a:xfrm>
                <a:off x="7900379" y="2238277"/>
                <a:ext cx="0" cy="9312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29" name="Rectangle 128"/>
              <p:cNvSpPr>
                <a:spLocks noChangeArrowheads="1"/>
              </p:cNvSpPr>
              <p:nvPr/>
            </p:nvSpPr>
            <p:spPr bwMode="auto">
              <a:xfrm>
                <a:off x="7317365" y="2238277"/>
                <a:ext cx="577427" cy="912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endParaRPr lang="en-US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130" name="Oval 129"/>
              <p:cNvSpPr>
                <a:spLocks noChangeArrowheads="1"/>
              </p:cNvSpPr>
              <p:nvPr/>
            </p:nvSpPr>
            <p:spPr bwMode="auto">
              <a:xfrm>
                <a:off x="7311777" y="2128395"/>
                <a:ext cx="583015" cy="176929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31" name="Freeform 130"/>
              <p:cNvSpPr>
                <a:spLocks/>
              </p:cNvSpPr>
              <p:nvPr/>
            </p:nvSpPr>
            <p:spPr bwMode="auto">
              <a:xfrm>
                <a:off x="5749000" y="1754051"/>
                <a:ext cx="761830" cy="478640"/>
              </a:xfrm>
              <a:custGeom>
                <a:avLst/>
                <a:gdLst>
                  <a:gd name="T0" fmla="*/ 0 w 378"/>
                  <a:gd name="T1" fmla="*/ 600 h 174"/>
                  <a:gd name="T2" fmla="*/ 504 w 378"/>
                  <a:gd name="T3" fmla="*/ 0 h 174"/>
                  <a:gd name="T4" fmla="*/ 0 60000 65536"/>
                  <a:gd name="T5" fmla="*/ 0 60000 65536"/>
                  <a:gd name="T6" fmla="*/ 0 w 378"/>
                  <a:gd name="T7" fmla="*/ 0 h 174"/>
                  <a:gd name="T8" fmla="*/ 378 w 378"/>
                  <a:gd name="T9" fmla="*/ 174 h 17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78" h="174">
                    <a:moveTo>
                      <a:pt x="0" y="174"/>
                    </a:moveTo>
                    <a:lnTo>
                      <a:pt x="378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32" name="Freeform 131"/>
              <p:cNvSpPr>
                <a:spLocks/>
              </p:cNvSpPr>
              <p:nvPr/>
            </p:nvSpPr>
            <p:spPr bwMode="auto">
              <a:xfrm>
                <a:off x="6851698" y="2402170"/>
                <a:ext cx="681736" cy="502851"/>
              </a:xfrm>
              <a:custGeom>
                <a:avLst/>
                <a:gdLst>
                  <a:gd name="T0" fmla="*/ 0 w 366"/>
                  <a:gd name="T1" fmla="*/ 270 h 270"/>
                  <a:gd name="T2" fmla="*/ 366 w 366"/>
                  <a:gd name="T3" fmla="*/ 0 h 270"/>
                  <a:gd name="T4" fmla="*/ 0 60000 65536"/>
                  <a:gd name="T5" fmla="*/ 0 60000 65536"/>
                  <a:gd name="T6" fmla="*/ 0 w 366"/>
                  <a:gd name="T7" fmla="*/ 0 h 270"/>
                  <a:gd name="T8" fmla="*/ 366 w 366"/>
                  <a:gd name="T9" fmla="*/ 270 h 27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66" h="270">
                    <a:moveTo>
                      <a:pt x="0" y="270"/>
                    </a:moveTo>
                    <a:lnTo>
                      <a:pt x="366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33" name="Freeform 132"/>
              <p:cNvSpPr>
                <a:spLocks/>
              </p:cNvSpPr>
              <p:nvPr/>
            </p:nvSpPr>
            <p:spPr bwMode="auto">
              <a:xfrm>
                <a:off x="6829346" y="1636718"/>
                <a:ext cx="737616" cy="497264"/>
              </a:xfrm>
              <a:custGeom>
                <a:avLst/>
                <a:gdLst>
                  <a:gd name="T0" fmla="*/ 396 w 396"/>
                  <a:gd name="T1" fmla="*/ 267 h 267"/>
                  <a:gd name="T2" fmla="*/ 0 w 396"/>
                  <a:gd name="T3" fmla="*/ 0 h 267"/>
                  <a:gd name="T4" fmla="*/ 0 60000 65536"/>
                  <a:gd name="T5" fmla="*/ 0 60000 65536"/>
                  <a:gd name="T6" fmla="*/ 0 w 396"/>
                  <a:gd name="T7" fmla="*/ 0 h 267"/>
                  <a:gd name="T8" fmla="*/ 396 w 396"/>
                  <a:gd name="T9" fmla="*/ 267 h 26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96" h="267">
                    <a:moveTo>
                      <a:pt x="396" y="267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grpSp>
            <p:nvGrpSpPr>
              <p:cNvPr id="135" name="Group 49"/>
              <p:cNvGrpSpPr>
                <a:grpSpLocks/>
              </p:cNvGrpSpPr>
              <p:nvPr/>
            </p:nvGrpSpPr>
            <p:grpSpPr bwMode="auto">
              <a:xfrm>
                <a:off x="6409942" y="2696426"/>
                <a:ext cx="300497" cy="368757"/>
                <a:chOff x="2976" y="2441"/>
                <a:chExt cx="164" cy="198"/>
              </a:xfrm>
            </p:grpSpPr>
            <p:sp>
              <p:nvSpPr>
                <p:cNvPr id="136" name="Rectangle 50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1pPr>
                  <a:lvl2pPr marL="37931725" indent="-37474525"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2pPr>
                  <a:lvl3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3pPr>
                  <a:lvl4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4pPr>
                  <a:lvl5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137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2976" y="2441"/>
                  <a:ext cx="164" cy="19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1pPr>
                  <a:lvl2pPr marL="37931725" indent="-37474525"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2pPr>
                  <a:lvl3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3pPr>
                  <a:lvl4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4pPr>
                  <a:lvl5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altLang="en-US" sz="1800" b="0" dirty="0">
                      <a:latin typeface="Arial" panose="020B0604020202020204" pitchFamily="34" charset="0"/>
                    </a:rPr>
                    <a:t>y</a:t>
                  </a:r>
                </a:p>
              </p:txBody>
            </p:sp>
          </p:grpSp>
          <p:grpSp>
            <p:nvGrpSpPr>
              <p:cNvPr id="138" name="Group 52"/>
              <p:cNvGrpSpPr>
                <a:grpSpLocks/>
              </p:cNvGrpSpPr>
              <p:nvPr/>
            </p:nvGrpSpPr>
            <p:grpSpPr bwMode="auto">
              <a:xfrm>
                <a:off x="5349047" y="2100453"/>
                <a:ext cx="300679" cy="368757"/>
                <a:chOff x="2976" y="2441"/>
                <a:chExt cx="164" cy="198"/>
              </a:xfrm>
            </p:grpSpPr>
            <p:sp>
              <p:nvSpPr>
                <p:cNvPr id="139" name="Rectangle 53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1pPr>
                  <a:lvl2pPr marL="37931725" indent="-37474525"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2pPr>
                  <a:lvl3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3pPr>
                  <a:lvl4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4pPr>
                  <a:lvl5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140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2976" y="2441"/>
                  <a:ext cx="164" cy="19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1pPr>
                  <a:lvl2pPr marL="37931725" indent="-37474525"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2pPr>
                  <a:lvl3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3pPr>
                  <a:lvl4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4pPr>
                  <a:lvl5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altLang="en-US" sz="1800" b="0" dirty="0">
                      <a:latin typeface="Arial" panose="020B0604020202020204" pitchFamily="34" charset="0"/>
                    </a:rPr>
                    <a:t>z</a:t>
                  </a:r>
                </a:p>
              </p:txBody>
            </p:sp>
          </p:grpSp>
          <p:grpSp>
            <p:nvGrpSpPr>
              <p:cNvPr id="141" name="Group 55"/>
              <p:cNvGrpSpPr>
                <a:grpSpLocks/>
              </p:cNvGrpSpPr>
              <p:nvPr/>
            </p:nvGrpSpPr>
            <p:grpSpPr bwMode="auto">
              <a:xfrm>
                <a:off x="6372993" y="1411367"/>
                <a:ext cx="350181" cy="366895"/>
                <a:chOff x="2962" y="2441"/>
                <a:chExt cx="191" cy="197"/>
              </a:xfrm>
            </p:grpSpPr>
            <p:sp>
              <p:nvSpPr>
                <p:cNvPr id="142" name="Rectangle 56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1pPr>
                  <a:lvl2pPr marL="37931725" indent="-37474525"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2pPr>
                  <a:lvl3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3pPr>
                  <a:lvl4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4pPr>
                  <a:lvl5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143" name="Text Box 57"/>
                <p:cNvSpPr txBox="1">
                  <a:spLocks noChangeArrowheads="1"/>
                </p:cNvSpPr>
                <p:nvPr/>
              </p:nvSpPr>
              <p:spPr bwMode="auto">
                <a:xfrm>
                  <a:off x="2962" y="2441"/>
                  <a:ext cx="191" cy="1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1pPr>
                  <a:lvl2pPr marL="37931725" indent="-37474525"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2pPr>
                  <a:lvl3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3pPr>
                  <a:lvl4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4pPr>
                  <a:lvl5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altLang="en-US" sz="1800" b="0" dirty="0">
                      <a:latin typeface="Arial" panose="020B0604020202020204" pitchFamily="34" charset="0"/>
                    </a:rPr>
                    <a:t>w</a:t>
                  </a:r>
                </a:p>
              </p:txBody>
            </p:sp>
          </p:grpSp>
          <p:grpSp>
            <p:nvGrpSpPr>
              <p:cNvPr id="144" name="Group 61"/>
              <p:cNvGrpSpPr>
                <a:grpSpLocks/>
              </p:cNvGrpSpPr>
              <p:nvPr/>
            </p:nvGrpSpPr>
            <p:grpSpPr bwMode="auto">
              <a:xfrm>
                <a:off x="7479200" y="2059481"/>
                <a:ext cx="300300" cy="368757"/>
                <a:chOff x="2977" y="2441"/>
                <a:chExt cx="164" cy="198"/>
              </a:xfrm>
            </p:grpSpPr>
            <p:sp>
              <p:nvSpPr>
                <p:cNvPr id="145" name="Rectangle 144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1pPr>
                  <a:lvl2pPr marL="37931725" indent="-37474525"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2pPr>
                  <a:lvl3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3pPr>
                  <a:lvl4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4pPr>
                  <a:lvl5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146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2977" y="2441"/>
                  <a:ext cx="164" cy="19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1pPr>
                  <a:lvl2pPr marL="37931725" indent="-37474525"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2pPr>
                  <a:lvl3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3pPr>
                  <a:lvl4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4pPr>
                  <a:lvl5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altLang="en-US" sz="1800" b="0" dirty="0">
                      <a:latin typeface="Arial" panose="020B0604020202020204" pitchFamily="34" charset="0"/>
                    </a:rPr>
                    <a:t>x</a:t>
                  </a:r>
                </a:p>
              </p:txBody>
            </p:sp>
          </p:grpSp>
          <p:sp>
            <p:nvSpPr>
              <p:cNvPr id="147" name="Text Box 70"/>
              <p:cNvSpPr txBox="1">
                <a:spLocks noChangeArrowheads="1"/>
              </p:cNvSpPr>
              <p:nvPr/>
            </p:nvSpPr>
            <p:spPr bwMode="auto">
              <a:xfrm>
                <a:off x="7247194" y="2686170"/>
                <a:ext cx="311065" cy="3668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148" name="Text Box 71"/>
              <p:cNvSpPr txBox="1">
                <a:spLocks noChangeArrowheads="1"/>
              </p:cNvSpPr>
              <p:nvPr/>
            </p:nvSpPr>
            <p:spPr bwMode="auto">
              <a:xfrm>
                <a:off x="7135766" y="1556635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149" name="Straight Connector 148"/>
              <p:cNvCxnSpPr>
                <a:stCxn id="113" idx="1"/>
                <a:endCxn id="125" idx="1"/>
              </p:cNvCxnSpPr>
              <p:nvPr/>
            </p:nvCxnSpPr>
            <p:spPr>
              <a:xfrm>
                <a:off x="5772282" y="2381683"/>
                <a:ext cx="572469" cy="40770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0" name="Straight Arrow Connector 149"/>
              <p:cNvCxnSpPr/>
              <p:nvPr/>
            </p:nvCxnSpPr>
            <p:spPr>
              <a:xfrm flipH="1" flipV="1">
                <a:off x="6851698" y="1778262"/>
                <a:ext cx="460079" cy="32219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1" name="Text Box 70"/>
              <p:cNvSpPr txBox="1">
                <a:spLocks noChangeArrowheads="1"/>
              </p:cNvSpPr>
              <p:nvPr/>
            </p:nvSpPr>
            <p:spPr bwMode="auto">
              <a:xfrm>
                <a:off x="4641104" y="2142075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1</a:t>
                </a:r>
              </a:p>
            </p:txBody>
          </p:sp>
          <p:cxnSp>
            <p:nvCxnSpPr>
              <p:cNvPr id="152" name="Straight Arrow Connector 151"/>
              <p:cNvCxnSpPr/>
              <p:nvPr/>
            </p:nvCxnSpPr>
            <p:spPr>
              <a:xfrm>
                <a:off x="4923681" y="2329366"/>
                <a:ext cx="215489" cy="744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3" name="Text Box 70"/>
              <p:cNvSpPr txBox="1">
                <a:spLocks noChangeArrowheads="1"/>
              </p:cNvSpPr>
              <p:nvPr/>
            </p:nvSpPr>
            <p:spPr bwMode="auto">
              <a:xfrm>
                <a:off x="6425418" y="3164250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e</a:t>
                </a:r>
              </a:p>
            </p:txBody>
          </p:sp>
          <p:cxnSp>
            <p:nvCxnSpPr>
              <p:cNvPr id="154" name="Straight Arrow Connector 153"/>
              <p:cNvCxnSpPr/>
              <p:nvPr/>
            </p:nvCxnSpPr>
            <p:spPr>
              <a:xfrm flipV="1">
                <a:off x="6575118" y="3045097"/>
                <a:ext cx="0" cy="2085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5" name="Text Box 70"/>
              <p:cNvSpPr txBox="1">
                <a:spLocks noChangeArrowheads="1"/>
              </p:cNvSpPr>
              <p:nvPr/>
            </p:nvSpPr>
            <p:spPr bwMode="auto">
              <a:xfrm>
                <a:off x="8116168" y="2083696"/>
                <a:ext cx="311065" cy="3668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1</a:t>
                </a:r>
              </a:p>
            </p:txBody>
          </p:sp>
          <p:cxnSp>
            <p:nvCxnSpPr>
              <p:cNvPr id="156" name="Straight Arrow Connector 155"/>
              <p:cNvCxnSpPr/>
              <p:nvPr/>
            </p:nvCxnSpPr>
            <p:spPr>
              <a:xfrm flipH="1">
                <a:off x="7913124" y="2251314"/>
                <a:ext cx="254404" cy="7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7" name="Straight Arrow Connector 156"/>
              <p:cNvCxnSpPr/>
              <p:nvPr/>
            </p:nvCxnSpPr>
            <p:spPr>
              <a:xfrm flipV="1">
                <a:off x="7055784" y="2585536"/>
                <a:ext cx="432571" cy="34127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8" name="Straight Arrow Connector 157"/>
              <p:cNvCxnSpPr/>
              <p:nvPr/>
            </p:nvCxnSpPr>
            <p:spPr>
              <a:xfrm flipH="1">
                <a:off x="6883207" y="2375221"/>
                <a:ext cx="406691" cy="3659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9" name="Text Box 70"/>
              <p:cNvSpPr txBox="1">
                <a:spLocks noChangeArrowheads="1"/>
              </p:cNvSpPr>
              <p:nvPr/>
            </p:nvSpPr>
            <p:spPr bwMode="auto">
              <a:xfrm>
                <a:off x="6879832" y="2213480"/>
                <a:ext cx="311065" cy="3668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1</a:t>
                </a:r>
              </a:p>
            </p:txBody>
          </p:sp>
          <p:cxnSp>
            <p:nvCxnSpPr>
              <p:cNvPr id="160" name="Straight Arrow Connector 159"/>
              <p:cNvCxnSpPr/>
              <p:nvPr/>
            </p:nvCxnSpPr>
            <p:spPr>
              <a:xfrm flipH="1" flipV="1">
                <a:off x="5975421" y="2356328"/>
                <a:ext cx="411754" cy="31036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Straight Arrow Connector 160"/>
              <p:cNvCxnSpPr/>
              <p:nvPr/>
            </p:nvCxnSpPr>
            <p:spPr>
              <a:xfrm>
                <a:off x="5752423" y="2518318"/>
                <a:ext cx="472329" cy="36411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2" name="Text Box 70"/>
              <p:cNvSpPr txBox="1">
                <a:spLocks noChangeArrowheads="1"/>
              </p:cNvSpPr>
              <p:nvPr/>
            </p:nvSpPr>
            <p:spPr bwMode="auto">
              <a:xfrm>
                <a:off x="6007230" y="2239978"/>
                <a:ext cx="5758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1+e</a:t>
                </a:r>
              </a:p>
            </p:txBody>
          </p:sp>
          <p:sp>
            <p:nvSpPr>
              <p:cNvPr id="163" name="Text Box 70"/>
              <p:cNvSpPr txBox="1">
                <a:spLocks noChangeArrowheads="1"/>
              </p:cNvSpPr>
              <p:nvPr/>
            </p:nvSpPr>
            <p:spPr bwMode="auto">
              <a:xfrm>
                <a:off x="5699237" y="2698746"/>
                <a:ext cx="311065" cy="3668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164" name="Text Box 70"/>
              <p:cNvSpPr txBox="1">
                <a:spLocks noChangeArrowheads="1"/>
              </p:cNvSpPr>
              <p:nvPr/>
            </p:nvSpPr>
            <p:spPr bwMode="auto">
              <a:xfrm>
                <a:off x="6041202" y="1959555"/>
                <a:ext cx="5758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2+e</a:t>
                </a:r>
              </a:p>
            </p:txBody>
          </p:sp>
          <p:cxnSp>
            <p:nvCxnSpPr>
              <p:cNvPr id="165" name="Straight Arrow Connector 164"/>
              <p:cNvCxnSpPr/>
              <p:nvPr/>
            </p:nvCxnSpPr>
            <p:spPr>
              <a:xfrm flipV="1">
                <a:off x="5802347" y="1777040"/>
                <a:ext cx="484395" cy="3089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37" name="TextBox 336"/>
            <p:cNvSpPr txBox="1"/>
            <p:nvPr/>
          </p:nvSpPr>
          <p:spPr>
            <a:xfrm>
              <a:off x="5769134" y="3353758"/>
              <a:ext cx="1685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b. Recompute </a:t>
              </a:r>
            </a:p>
          </p:txBody>
        </p:sp>
      </p:grpSp>
      <p:grpSp>
        <p:nvGrpSpPr>
          <p:cNvPr id="341" name="Group 340"/>
          <p:cNvGrpSpPr/>
          <p:nvPr/>
        </p:nvGrpSpPr>
        <p:grpSpPr>
          <a:xfrm>
            <a:off x="572539" y="3946490"/>
            <a:ext cx="3786129" cy="2528259"/>
            <a:chOff x="572539" y="3946490"/>
            <a:chExt cx="3786129" cy="2528259"/>
          </a:xfrm>
        </p:grpSpPr>
        <p:grpSp>
          <p:nvGrpSpPr>
            <p:cNvPr id="223" name="Group 222"/>
            <p:cNvGrpSpPr/>
            <p:nvPr/>
          </p:nvGrpSpPr>
          <p:grpSpPr>
            <a:xfrm>
              <a:off x="572539" y="3946490"/>
              <a:ext cx="3786129" cy="2225919"/>
              <a:chOff x="4641104" y="1307663"/>
              <a:chExt cx="3786129" cy="2225919"/>
            </a:xfrm>
          </p:grpSpPr>
          <p:sp>
            <p:nvSpPr>
              <p:cNvPr id="224" name="Freeform 223"/>
              <p:cNvSpPr>
                <a:spLocks/>
              </p:cNvSpPr>
              <p:nvPr/>
            </p:nvSpPr>
            <p:spPr bwMode="auto">
              <a:xfrm>
                <a:off x="5023914" y="1307663"/>
                <a:ext cx="3124200" cy="2014538"/>
              </a:xfrm>
              <a:custGeom>
                <a:avLst/>
                <a:gdLst>
                  <a:gd name="T0" fmla="*/ 0 w 2250"/>
                  <a:gd name="T1" fmla="*/ 624 h 1409"/>
                  <a:gd name="T2" fmla="*/ 219 w 2250"/>
                  <a:gd name="T3" fmla="*/ 321 h 1409"/>
                  <a:gd name="T4" fmla="*/ 529 w 2250"/>
                  <a:gd name="T5" fmla="*/ 35 h 1409"/>
                  <a:gd name="T6" fmla="*/ 1551 w 2250"/>
                  <a:gd name="T7" fmla="*/ 111 h 1409"/>
                  <a:gd name="T8" fmla="*/ 1968 w 2250"/>
                  <a:gd name="T9" fmla="*/ 483 h 1409"/>
                  <a:gd name="T10" fmla="*/ 2199 w 2250"/>
                  <a:gd name="T11" fmla="*/ 906 h 1409"/>
                  <a:gd name="T12" fmla="*/ 1659 w 2250"/>
                  <a:gd name="T13" fmla="*/ 1314 h 1409"/>
                  <a:gd name="T14" fmla="*/ 993 w 2250"/>
                  <a:gd name="T15" fmla="*/ 1386 h 1409"/>
                  <a:gd name="T16" fmla="*/ 465 w 2250"/>
                  <a:gd name="T17" fmla="*/ 1356 h 1409"/>
                  <a:gd name="T18" fmla="*/ 102 w 2250"/>
                  <a:gd name="T19" fmla="*/ 1068 h 1409"/>
                  <a:gd name="T20" fmla="*/ 0 w 2250"/>
                  <a:gd name="T21" fmla="*/ 624 h 140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250"/>
                  <a:gd name="T34" fmla="*/ 0 h 1409"/>
                  <a:gd name="T35" fmla="*/ 2250 w 2250"/>
                  <a:gd name="T36" fmla="*/ 1409 h 140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250" h="1409">
                    <a:moveTo>
                      <a:pt x="0" y="624"/>
                    </a:moveTo>
                    <a:cubicBezTo>
                      <a:pt x="5" y="506"/>
                      <a:pt x="131" y="419"/>
                      <a:pt x="219" y="321"/>
                    </a:cubicBezTo>
                    <a:cubicBezTo>
                      <a:pt x="307" y="223"/>
                      <a:pt x="307" y="70"/>
                      <a:pt x="529" y="35"/>
                    </a:cubicBezTo>
                    <a:cubicBezTo>
                      <a:pt x="751" y="0"/>
                      <a:pt x="1311" y="36"/>
                      <a:pt x="1551" y="111"/>
                    </a:cubicBezTo>
                    <a:cubicBezTo>
                      <a:pt x="1791" y="186"/>
                      <a:pt x="1860" y="351"/>
                      <a:pt x="1968" y="483"/>
                    </a:cubicBezTo>
                    <a:cubicBezTo>
                      <a:pt x="2076" y="615"/>
                      <a:pt x="2250" y="767"/>
                      <a:pt x="2199" y="906"/>
                    </a:cubicBezTo>
                    <a:cubicBezTo>
                      <a:pt x="2148" y="1045"/>
                      <a:pt x="1860" y="1234"/>
                      <a:pt x="1659" y="1314"/>
                    </a:cubicBezTo>
                    <a:cubicBezTo>
                      <a:pt x="1458" y="1394"/>
                      <a:pt x="1192" y="1379"/>
                      <a:pt x="993" y="1386"/>
                    </a:cubicBezTo>
                    <a:cubicBezTo>
                      <a:pt x="794" y="1393"/>
                      <a:pt x="613" y="1409"/>
                      <a:pt x="465" y="1356"/>
                    </a:cubicBezTo>
                    <a:cubicBezTo>
                      <a:pt x="317" y="1303"/>
                      <a:pt x="180" y="1190"/>
                      <a:pt x="102" y="1068"/>
                    </a:cubicBezTo>
                    <a:cubicBezTo>
                      <a:pt x="24" y="946"/>
                      <a:pt x="21" y="716"/>
                      <a:pt x="0" y="624"/>
                    </a:cubicBez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5" name="Oval 224"/>
              <p:cNvSpPr>
                <a:spLocks noChangeArrowheads="1"/>
              </p:cNvSpPr>
              <p:nvPr/>
            </p:nvSpPr>
            <p:spPr bwMode="auto">
              <a:xfrm>
                <a:off x="5189267" y="2301599"/>
                <a:ext cx="583015" cy="15085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26" name="Line 13"/>
              <p:cNvSpPr>
                <a:spLocks noChangeShapeType="1"/>
              </p:cNvSpPr>
              <p:nvPr/>
            </p:nvSpPr>
            <p:spPr bwMode="auto">
              <a:xfrm>
                <a:off x="5189267" y="2288562"/>
                <a:ext cx="0" cy="9312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227" name="Line 14"/>
              <p:cNvSpPr>
                <a:spLocks noChangeShapeType="1"/>
              </p:cNvSpPr>
              <p:nvPr/>
            </p:nvSpPr>
            <p:spPr bwMode="auto">
              <a:xfrm>
                <a:off x="5772281" y="2288562"/>
                <a:ext cx="0" cy="9312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228" name="Rectangle 227"/>
              <p:cNvSpPr>
                <a:spLocks noChangeArrowheads="1"/>
              </p:cNvSpPr>
              <p:nvPr/>
            </p:nvSpPr>
            <p:spPr bwMode="auto">
              <a:xfrm>
                <a:off x="5189267" y="2288562"/>
                <a:ext cx="577427" cy="912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endParaRPr lang="en-US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229" name="Oval 228"/>
              <p:cNvSpPr>
                <a:spLocks noChangeArrowheads="1"/>
              </p:cNvSpPr>
              <p:nvPr/>
            </p:nvSpPr>
            <p:spPr bwMode="auto">
              <a:xfrm>
                <a:off x="5183679" y="2178680"/>
                <a:ext cx="583015" cy="176929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30" name="Oval 229"/>
              <p:cNvSpPr>
                <a:spLocks noChangeArrowheads="1"/>
              </p:cNvSpPr>
              <p:nvPr/>
            </p:nvSpPr>
            <p:spPr bwMode="auto">
              <a:xfrm>
                <a:off x="6246331" y="1599470"/>
                <a:ext cx="581152" cy="15085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31" name="Line 23"/>
              <p:cNvSpPr>
                <a:spLocks noChangeShapeType="1"/>
              </p:cNvSpPr>
              <p:nvPr/>
            </p:nvSpPr>
            <p:spPr bwMode="auto">
              <a:xfrm>
                <a:off x="6246331" y="1586433"/>
                <a:ext cx="0" cy="9312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232" name="Line 24"/>
              <p:cNvSpPr>
                <a:spLocks noChangeShapeType="1"/>
              </p:cNvSpPr>
              <p:nvPr/>
            </p:nvSpPr>
            <p:spPr bwMode="auto">
              <a:xfrm>
                <a:off x="6827483" y="1586433"/>
                <a:ext cx="0" cy="9312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233" name="Rectangle 232"/>
              <p:cNvSpPr>
                <a:spLocks noChangeArrowheads="1"/>
              </p:cNvSpPr>
              <p:nvPr/>
            </p:nvSpPr>
            <p:spPr bwMode="auto">
              <a:xfrm>
                <a:off x="6246331" y="1586433"/>
                <a:ext cx="575564" cy="912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endParaRPr lang="en-US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234" name="Oval 233"/>
              <p:cNvSpPr>
                <a:spLocks noChangeArrowheads="1"/>
              </p:cNvSpPr>
              <p:nvPr/>
            </p:nvSpPr>
            <p:spPr bwMode="auto">
              <a:xfrm>
                <a:off x="6251919" y="1482138"/>
                <a:ext cx="581152" cy="176929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35" name="Oval 234"/>
              <p:cNvSpPr>
                <a:spLocks noChangeArrowheads="1"/>
              </p:cNvSpPr>
              <p:nvPr/>
            </p:nvSpPr>
            <p:spPr bwMode="auto">
              <a:xfrm>
                <a:off x="6264958" y="2886397"/>
                <a:ext cx="583015" cy="15085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36" name="Line 28"/>
              <p:cNvSpPr>
                <a:spLocks noChangeShapeType="1"/>
              </p:cNvSpPr>
              <p:nvPr/>
            </p:nvSpPr>
            <p:spPr bwMode="auto">
              <a:xfrm>
                <a:off x="6264958" y="2873360"/>
                <a:ext cx="0" cy="9312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237" name="Line 29"/>
              <p:cNvSpPr>
                <a:spLocks noChangeShapeType="1"/>
              </p:cNvSpPr>
              <p:nvPr/>
            </p:nvSpPr>
            <p:spPr bwMode="auto">
              <a:xfrm>
                <a:off x="6847973" y="2873360"/>
                <a:ext cx="0" cy="9312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238" name="Rectangle 237"/>
              <p:cNvSpPr>
                <a:spLocks noChangeArrowheads="1"/>
              </p:cNvSpPr>
              <p:nvPr/>
            </p:nvSpPr>
            <p:spPr bwMode="auto">
              <a:xfrm>
                <a:off x="6264958" y="2873360"/>
                <a:ext cx="577427" cy="912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endParaRPr lang="en-US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239" name="Oval 238"/>
              <p:cNvSpPr>
                <a:spLocks noChangeArrowheads="1"/>
              </p:cNvSpPr>
              <p:nvPr/>
            </p:nvSpPr>
            <p:spPr bwMode="auto">
              <a:xfrm>
                <a:off x="6259370" y="2763478"/>
                <a:ext cx="583015" cy="176929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40" name="Oval 239"/>
              <p:cNvSpPr>
                <a:spLocks noChangeArrowheads="1"/>
              </p:cNvSpPr>
              <p:nvPr/>
            </p:nvSpPr>
            <p:spPr bwMode="auto">
              <a:xfrm>
                <a:off x="7317365" y="2251314"/>
                <a:ext cx="583015" cy="15085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41" name="Line 33"/>
              <p:cNvSpPr>
                <a:spLocks noChangeShapeType="1"/>
              </p:cNvSpPr>
              <p:nvPr/>
            </p:nvSpPr>
            <p:spPr bwMode="auto">
              <a:xfrm>
                <a:off x="7317365" y="2238277"/>
                <a:ext cx="0" cy="9312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242" name="Line 34"/>
              <p:cNvSpPr>
                <a:spLocks noChangeShapeType="1"/>
              </p:cNvSpPr>
              <p:nvPr/>
            </p:nvSpPr>
            <p:spPr bwMode="auto">
              <a:xfrm>
                <a:off x="7900379" y="2238277"/>
                <a:ext cx="0" cy="9312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243" name="Rectangle 242"/>
              <p:cNvSpPr>
                <a:spLocks noChangeArrowheads="1"/>
              </p:cNvSpPr>
              <p:nvPr/>
            </p:nvSpPr>
            <p:spPr bwMode="auto">
              <a:xfrm>
                <a:off x="7317365" y="2238277"/>
                <a:ext cx="577427" cy="912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endParaRPr lang="en-US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244" name="Oval 243"/>
              <p:cNvSpPr>
                <a:spLocks noChangeArrowheads="1"/>
              </p:cNvSpPr>
              <p:nvPr/>
            </p:nvSpPr>
            <p:spPr bwMode="auto">
              <a:xfrm>
                <a:off x="7311777" y="2128395"/>
                <a:ext cx="583015" cy="176929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45" name="Freeform 244"/>
              <p:cNvSpPr>
                <a:spLocks/>
              </p:cNvSpPr>
              <p:nvPr/>
            </p:nvSpPr>
            <p:spPr bwMode="auto">
              <a:xfrm>
                <a:off x="5749000" y="1754051"/>
                <a:ext cx="761830" cy="478640"/>
              </a:xfrm>
              <a:custGeom>
                <a:avLst/>
                <a:gdLst>
                  <a:gd name="T0" fmla="*/ 0 w 378"/>
                  <a:gd name="T1" fmla="*/ 600 h 174"/>
                  <a:gd name="T2" fmla="*/ 504 w 378"/>
                  <a:gd name="T3" fmla="*/ 0 h 174"/>
                  <a:gd name="T4" fmla="*/ 0 60000 65536"/>
                  <a:gd name="T5" fmla="*/ 0 60000 65536"/>
                  <a:gd name="T6" fmla="*/ 0 w 378"/>
                  <a:gd name="T7" fmla="*/ 0 h 174"/>
                  <a:gd name="T8" fmla="*/ 378 w 378"/>
                  <a:gd name="T9" fmla="*/ 174 h 17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78" h="174">
                    <a:moveTo>
                      <a:pt x="0" y="174"/>
                    </a:moveTo>
                    <a:lnTo>
                      <a:pt x="378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46" name="Freeform 245"/>
              <p:cNvSpPr>
                <a:spLocks/>
              </p:cNvSpPr>
              <p:nvPr/>
            </p:nvSpPr>
            <p:spPr bwMode="auto">
              <a:xfrm>
                <a:off x="6851698" y="2402170"/>
                <a:ext cx="681736" cy="502851"/>
              </a:xfrm>
              <a:custGeom>
                <a:avLst/>
                <a:gdLst>
                  <a:gd name="T0" fmla="*/ 0 w 366"/>
                  <a:gd name="T1" fmla="*/ 270 h 270"/>
                  <a:gd name="T2" fmla="*/ 366 w 366"/>
                  <a:gd name="T3" fmla="*/ 0 h 270"/>
                  <a:gd name="T4" fmla="*/ 0 60000 65536"/>
                  <a:gd name="T5" fmla="*/ 0 60000 65536"/>
                  <a:gd name="T6" fmla="*/ 0 w 366"/>
                  <a:gd name="T7" fmla="*/ 0 h 270"/>
                  <a:gd name="T8" fmla="*/ 366 w 366"/>
                  <a:gd name="T9" fmla="*/ 270 h 27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66" h="270">
                    <a:moveTo>
                      <a:pt x="0" y="270"/>
                    </a:moveTo>
                    <a:lnTo>
                      <a:pt x="366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47" name="Freeform 246"/>
              <p:cNvSpPr>
                <a:spLocks/>
              </p:cNvSpPr>
              <p:nvPr/>
            </p:nvSpPr>
            <p:spPr bwMode="auto">
              <a:xfrm>
                <a:off x="6829346" y="1636718"/>
                <a:ext cx="737616" cy="497264"/>
              </a:xfrm>
              <a:custGeom>
                <a:avLst/>
                <a:gdLst>
                  <a:gd name="T0" fmla="*/ 396 w 396"/>
                  <a:gd name="T1" fmla="*/ 267 h 267"/>
                  <a:gd name="T2" fmla="*/ 0 w 396"/>
                  <a:gd name="T3" fmla="*/ 0 h 267"/>
                  <a:gd name="T4" fmla="*/ 0 60000 65536"/>
                  <a:gd name="T5" fmla="*/ 0 60000 65536"/>
                  <a:gd name="T6" fmla="*/ 0 w 396"/>
                  <a:gd name="T7" fmla="*/ 0 h 267"/>
                  <a:gd name="T8" fmla="*/ 396 w 396"/>
                  <a:gd name="T9" fmla="*/ 267 h 26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96" h="267">
                    <a:moveTo>
                      <a:pt x="396" y="267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grpSp>
            <p:nvGrpSpPr>
              <p:cNvPr id="248" name="Group 49"/>
              <p:cNvGrpSpPr>
                <a:grpSpLocks/>
              </p:cNvGrpSpPr>
              <p:nvPr/>
            </p:nvGrpSpPr>
            <p:grpSpPr bwMode="auto">
              <a:xfrm>
                <a:off x="6409942" y="2696426"/>
                <a:ext cx="300497" cy="368757"/>
                <a:chOff x="2976" y="2441"/>
                <a:chExt cx="164" cy="198"/>
              </a:xfrm>
            </p:grpSpPr>
            <p:sp>
              <p:nvSpPr>
                <p:cNvPr id="277" name="Rectangle 50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1pPr>
                  <a:lvl2pPr marL="37931725" indent="-37474525"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2pPr>
                  <a:lvl3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3pPr>
                  <a:lvl4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4pPr>
                  <a:lvl5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78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2976" y="2441"/>
                  <a:ext cx="164" cy="19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1pPr>
                  <a:lvl2pPr marL="37931725" indent="-37474525"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2pPr>
                  <a:lvl3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3pPr>
                  <a:lvl4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4pPr>
                  <a:lvl5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altLang="en-US" sz="1800" b="0" dirty="0">
                      <a:latin typeface="Arial" panose="020B0604020202020204" pitchFamily="34" charset="0"/>
                    </a:rPr>
                    <a:t>y</a:t>
                  </a:r>
                </a:p>
              </p:txBody>
            </p:sp>
          </p:grpSp>
          <p:grpSp>
            <p:nvGrpSpPr>
              <p:cNvPr id="249" name="Group 52"/>
              <p:cNvGrpSpPr>
                <a:grpSpLocks/>
              </p:cNvGrpSpPr>
              <p:nvPr/>
            </p:nvGrpSpPr>
            <p:grpSpPr bwMode="auto">
              <a:xfrm>
                <a:off x="5349047" y="2100453"/>
                <a:ext cx="300679" cy="368757"/>
                <a:chOff x="2976" y="2441"/>
                <a:chExt cx="164" cy="198"/>
              </a:xfrm>
            </p:grpSpPr>
            <p:sp>
              <p:nvSpPr>
                <p:cNvPr id="275" name="Rectangle 53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1pPr>
                  <a:lvl2pPr marL="37931725" indent="-37474525"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2pPr>
                  <a:lvl3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3pPr>
                  <a:lvl4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4pPr>
                  <a:lvl5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76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2976" y="2441"/>
                  <a:ext cx="164" cy="19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1pPr>
                  <a:lvl2pPr marL="37931725" indent="-37474525"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2pPr>
                  <a:lvl3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3pPr>
                  <a:lvl4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4pPr>
                  <a:lvl5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altLang="en-US" sz="1800" b="0" dirty="0">
                      <a:latin typeface="Arial" panose="020B0604020202020204" pitchFamily="34" charset="0"/>
                    </a:rPr>
                    <a:t>z</a:t>
                  </a:r>
                </a:p>
              </p:txBody>
            </p:sp>
          </p:grpSp>
          <p:grpSp>
            <p:nvGrpSpPr>
              <p:cNvPr id="250" name="Group 55"/>
              <p:cNvGrpSpPr>
                <a:grpSpLocks/>
              </p:cNvGrpSpPr>
              <p:nvPr/>
            </p:nvGrpSpPr>
            <p:grpSpPr bwMode="auto">
              <a:xfrm>
                <a:off x="6372993" y="1411367"/>
                <a:ext cx="350181" cy="366895"/>
                <a:chOff x="2962" y="2441"/>
                <a:chExt cx="191" cy="197"/>
              </a:xfrm>
            </p:grpSpPr>
            <p:sp>
              <p:nvSpPr>
                <p:cNvPr id="273" name="Rectangle 56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1pPr>
                  <a:lvl2pPr marL="37931725" indent="-37474525"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2pPr>
                  <a:lvl3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3pPr>
                  <a:lvl4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4pPr>
                  <a:lvl5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74" name="Text Box 57"/>
                <p:cNvSpPr txBox="1">
                  <a:spLocks noChangeArrowheads="1"/>
                </p:cNvSpPr>
                <p:nvPr/>
              </p:nvSpPr>
              <p:spPr bwMode="auto">
                <a:xfrm>
                  <a:off x="2962" y="2441"/>
                  <a:ext cx="191" cy="1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1pPr>
                  <a:lvl2pPr marL="37931725" indent="-37474525"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2pPr>
                  <a:lvl3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3pPr>
                  <a:lvl4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4pPr>
                  <a:lvl5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altLang="en-US" sz="1800" b="0" dirty="0">
                      <a:latin typeface="Arial" panose="020B0604020202020204" pitchFamily="34" charset="0"/>
                    </a:rPr>
                    <a:t>w</a:t>
                  </a:r>
                </a:p>
              </p:txBody>
            </p:sp>
          </p:grpSp>
          <p:grpSp>
            <p:nvGrpSpPr>
              <p:cNvPr id="251" name="Group 61"/>
              <p:cNvGrpSpPr>
                <a:grpSpLocks/>
              </p:cNvGrpSpPr>
              <p:nvPr/>
            </p:nvGrpSpPr>
            <p:grpSpPr bwMode="auto">
              <a:xfrm>
                <a:off x="7479200" y="2059481"/>
                <a:ext cx="300300" cy="368757"/>
                <a:chOff x="2977" y="2441"/>
                <a:chExt cx="164" cy="198"/>
              </a:xfrm>
            </p:grpSpPr>
            <p:sp>
              <p:nvSpPr>
                <p:cNvPr id="271" name="Rectangle 270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1pPr>
                  <a:lvl2pPr marL="37931725" indent="-37474525"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2pPr>
                  <a:lvl3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3pPr>
                  <a:lvl4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4pPr>
                  <a:lvl5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272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2977" y="2441"/>
                  <a:ext cx="164" cy="19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1pPr>
                  <a:lvl2pPr marL="37931725" indent="-37474525"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2pPr>
                  <a:lvl3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3pPr>
                  <a:lvl4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4pPr>
                  <a:lvl5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altLang="en-US" sz="1800" b="0" dirty="0">
                      <a:latin typeface="Arial" panose="020B0604020202020204" pitchFamily="34" charset="0"/>
                    </a:rPr>
                    <a:t>x</a:t>
                  </a:r>
                </a:p>
              </p:txBody>
            </p:sp>
          </p:grpSp>
          <p:sp>
            <p:nvSpPr>
              <p:cNvPr id="252" name="Text Box 70"/>
              <p:cNvSpPr txBox="1">
                <a:spLocks noChangeArrowheads="1"/>
              </p:cNvSpPr>
              <p:nvPr/>
            </p:nvSpPr>
            <p:spPr bwMode="auto">
              <a:xfrm>
                <a:off x="7114827" y="2686170"/>
                <a:ext cx="5758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1+e</a:t>
                </a:r>
              </a:p>
            </p:txBody>
          </p:sp>
          <p:sp>
            <p:nvSpPr>
              <p:cNvPr id="253" name="Text Box 71"/>
              <p:cNvSpPr txBox="1">
                <a:spLocks noChangeArrowheads="1"/>
              </p:cNvSpPr>
              <p:nvPr/>
            </p:nvSpPr>
            <p:spPr bwMode="auto">
              <a:xfrm>
                <a:off x="7004320" y="1556635"/>
                <a:ext cx="5758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2+e</a:t>
                </a:r>
              </a:p>
            </p:txBody>
          </p:sp>
          <p:cxnSp>
            <p:nvCxnSpPr>
              <p:cNvPr id="254" name="Straight Connector 253"/>
              <p:cNvCxnSpPr>
                <a:stCxn id="227" idx="1"/>
                <a:endCxn id="239" idx="1"/>
              </p:cNvCxnSpPr>
              <p:nvPr/>
            </p:nvCxnSpPr>
            <p:spPr>
              <a:xfrm>
                <a:off x="5772282" y="2381683"/>
                <a:ext cx="572469" cy="40770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5" name="Straight Arrow Connector 254"/>
              <p:cNvCxnSpPr/>
              <p:nvPr/>
            </p:nvCxnSpPr>
            <p:spPr>
              <a:xfrm flipH="1" flipV="1">
                <a:off x="6851698" y="1778262"/>
                <a:ext cx="460079" cy="32219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56" name="Text Box 70"/>
              <p:cNvSpPr txBox="1">
                <a:spLocks noChangeArrowheads="1"/>
              </p:cNvSpPr>
              <p:nvPr/>
            </p:nvSpPr>
            <p:spPr bwMode="auto">
              <a:xfrm>
                <a:off x="4641104" y="2142075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1</a:t>
                </a:r>
              </a:p>
            </p:txBody>
          </p:sp>
          <p:cxnSp>
            <p:nvCxnSpPr>
              <p:cNvPr id="257" name="Straight Arrow Connector 256"/>
              <p:cNvCxnSpPr/>
              <p:nvPr/>
            </p:nvCxnSpPr>
            <p:spPr>
              <a:xfrm>
                <a:off x="4923681" y="2329366"/>
                <a:ext cx="215489" cy="744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58" name="Text Box 70"/>
              <p:cNvSpPr txBox="1">
                <a:spLocks noChangeArrowheads="1"/>
              </p:cNvSpPr>
              <p:nvPr/>
            </p:nvSpPr>
            <p:spPr bwMode="auto">
              <a:xfrm>
                <a:off x="6425418" y="3164250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e</a:t>
                </a:r>
              </a:p>
            </p:txBody>
          </p:sp>
          <p:cxnSp>
            <p:nvCxnSpPr>
              <p:cNvPr id="259" name="Straight Arrow Connector 258"/>
              <p:cNvCxnSpPr/>
              <p:nvPr/>
            </p:nvCxnSpPr>
            <p:spPr>
              <a:xfrm flipV="1">
                <a:off x="6575118" y="3045097"/>
                <a:ext cx="0" cy="2085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0" name="Text Box 70"/>
              <p:cNvSpPr txBox="1">
                <a:spLocks noChangeArrowheads="1"/>
              </p:cNvSpPr>
              <p:nvPr/>
            </p:nvSpPr>
            <p:spPr bwMode="auto">
              <a:xfrm>
                <a:off x="8116168" y="2083696"/>
                <a:ext cx="311065" cy="3668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1</a:t>
                </a:r>
              </a:p>
            </p:txBody>
          </p:sp>
          <p:cxnSp>
            <p:nvCxnSpPr>
              <p:cNvPr id="261" name="Straight Arrow Connector 260"/>
              <p:cNvCxnSpPr/>
              <p:nvPr/>
            </p:nvCxnSpPr>
            <p:spPr>
              <a:xfrm flipH="1">
                <a:off x="7913124" y="2251314"/>
                <a:ext cx="254404" cy="7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2" name="Straight Arrow Connector 261"/>
              <p:cNvCxnSpPr/>
              <p:nvPr/>
            </p:nvCxnSpPr>
            <p:spPr>
              <a:xfrm flipV="1">
                <a:off x="7055784" y="2585536"/>
                <a:ext cx="432571" cy="34127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3" name="Straight Arrow Connector 262"/>
              <p:cNvCxnSpPr/>
              <p:nvPr/>
            </p:nvCxnSpPr>
            <p:spPr>
              <a:xfrm flipH="1">
                <a:off x="6883207" y="2375221"/>
                <a:ext cx="406691" cy="3659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4" name="Text Box 70"/>
              <p:cNvSpPr txBox="1">
                <a:spLocks noChangeArrowheads="1"/>
              </p:cNvSpPr>
              <p:nvPr/>
            </p:nvSpPr>
            <p:spPr bwMode="auto">
              <a:xfrm>
                <a:off x="6879832" y="2213480"/>
                <a:ext cx="311065" cy="3668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265" name="Straight Arrow Connector 264"/>
              <p:cNvCxnSpPr/>
              <p:nvPr/>
            </p:nvCxnSpPr>
            <p:spPr>
              <a:xfrm flipH="1" flipV="1">
                <a:off x="5975421" y="2356328"/>
                <a:ext cx="411754" cy="31036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6" name="Straight Arrow Connector 265"/>
              <p:cNvCxnSpPr/>
              <p:nvPr/>
            </p:nvCxnSpPr>
            <p:spPr>
              <a:xfrm>
                <a:off x="5752423" y="2518318"/>
                <a:ext cx="472329" cy="36411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7" name="Text Box 70"/>
              <p:cNvSpPr txBox="1">
                <a:spLocks noChangeArrowheads="1"/>
              </p:cNvSpPr>
              <p:nvPr/>
            </p:nvSpPr>
            <p:spPr bwMode="auto">
              <a:xfrm>
                <a:off x="6138677" y="2239978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68" name="Text Box 70"/>
              <p:cNvSpPr txBox="1">
                <a:spLocks noChangeArrowheads="1"/>
              </p:cNvSpPr>
              <p:nvPr/>
            </p:nvSpPr>
            <p:spPr bwMode="auto">
              <a:xfrm>
                <a:off x="5699237" y="2698746"/>
                <a:ext cx="311065" cy="3668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269" name="Text Box 70"/>
              <p:cNvSpPr txBox="1">
                <a:spLocks noChangeArrowheads="1"/>
              </p:cNvSpPr>
              <p:nvPr/>
            </p:nvSpPr>
            <p:spPr bwMode="auto">
              <a:xfrm>
                <a:off x="6172649" y="1868641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270" name="Straight Arrow Connector 269"/>
              <p:cNvCxnSpPr/>
              <p:nvPr/>
            </p:nvCxnSpPr>
            <p:spPr>
              <a:xfrm flipV="1">
                <a:off x="5802347" y="1777040"/>
                <a:ext cx="484395" cy="3089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38" name="TextBox 337"/>
            <p:cNvSpPr txBox="1"/>
            <p:nvPr/>
          </p:nvSpPr>
          <p:spPr>
            <a:xfrm>
              <a:off x="1588654" y="6105417"/>
              <a:ext cx="16722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c. Recompute </a:t>
              </a:r>
            </a:p>
          </p:txBody>
        </p:sp>
      </p:grpSp>
      <p:grpSp>
        <p:nvGrpSpPr>
          <p:cNvPr id="342" name="Group 341"/>
          <p:cNvGrpSpPr/>
          <p:nvPr/>
        </p:nvGrpSpPr>
        <p:grpSpPr>
          <a:xfrm>
            <a:off x="4780607" y="3957915"/>
            <a:ext cx="3786129" cy="2512294"/>
            <a:chOff x="4780607" y="3957915"/>
            <a:chExt cx="3786129" cy="2512294"/>
          </a:xfrm>
        </p:grpSpPr>
        <p:grpSp>
          <p:nvGrpSpPr>
            <p:cNvPr id="279" name="Group 278"/>
            <p:cNvGrpSpPr/>
            <p:nvPr/>
          </p:nvGrpSpPr>
          <p:grpSpPr>
            <a:xfrm>
              <a:off x="4780607" y="3957915"/>
              <a:ext cx="3786129" cy="2225919"/>
              <a:chOff x="4641104" y="1307663"/>
              <a:chExt cx="3786129" cy="2225919"/>
            </a:xfrm>
          </p:grpSpPr>
          <p:sp>
            <p:nvSpPr>
              <p:cNvPr id="280" name="Freeform 279"/>
              <p:cNvSpPr>
                <a:spLocks/>
              </p:cNvSpPr>
              <p:nvPr/>
            </p:nvSpPr>
            <p:spPr bwMode="auto">
              <a:xfrm>
                <a:off x="5023914" y="1307663"/>
                <a:ext cx="3124200" cy="2014538"/>
              </a:xfrm>
              <a:custGeom>
                <a:avLst/>
                <a:gdLst>
                  <a:gd name="T0" fmla="*/ 0 w 2250"/>
                  <a:gd name="T1" fmla="*/ 624 h 1409"/>
                  <a:gd name="T2" fmla="*/ 219 w 2250"/>
                  <a:gd name="T3" fmla="*/ 321 h 1409"/>
                  <a:gd name="T4" fmla="*/ 529 w 2250"/>
                  <a:gd name="T5" fmla="*/ 35 h 1409"/>
                  <a:gd name="T6" fmla="*/ 1551 w 2250"/>
                  <a:gd name="T7" fmla="*/ 111 h 1409"/>
                  <a:gd name="T8" fmla="*/ 1968 w 2250"/>
                  <a:gd name="T9" fmla="*/ 483 h 1409"/>
                  <a:gd name="T10" fmla="*/ 2199 w 2250"/>
                  <a:gd name="T11" fmla="*/ 906 h 1409"/>
                  <a:gd name="T12" fmla="*/ 1659 w 2250"/>
                  <a:gd name="T13" fmla="*/ 1314 h 1409"/>
                  <a:gd name="T14" fmla="*/ 993 w 2250"/>
                  <a:gd name="T15" fmla="*/ 1386 h 1409"/>
                  <a:gd name="T16" fmla="*/ 465 w 2250"/>
                  <a:gd name="T17" fmla="*/ 1356 h 1409"/>
                  <a:gd name="T18" fmla="*/ 102 w 2250"/>
                  <a:gd name="T19" fmla="*/ 1068 h 1409"/>
                  <a:gd name="T20" fmla="*/ 0 w 2250"/>
                  <a:gd name="T21" fmla="*/ 624 h 140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250"/>
                  <a:gd name="T34" fmla="*/ 0 h 1409"/>
                  <a:gd name="T35" fmla="*/ 2250 w 2250"/>
                  <a:gd name="T36" fmla="*/ 1409 h 140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250" h="1409">
                    <a:moveTo>
                      <a:pt x="0" y="624"/>
                    </a:moveTo>
                    <a:cubicBezTo>
                      <a:pt x="5" y="506"/>
                      <a:pt x="131" y="419"/>
                      <a:pt x="219" y="321"/>
                    </a:cubicBezTo>
                    <a:cubicBezTo>
                      <a:pt x="307" y="223"/>
                      <a:pt x="307" y="70"/>
                      <a:pt x="529" y="35"/>
                    </a:cubicBezTo>
                    <a:cubicBezTo>
                      <a:pt x="751" y="0"/>
                      <a:pt x="1311" y="36"/>
                      <a:pt x="1551" y="111"/>
                    </a:cubicBezTo>
                    <a:cubicBezTo>
                      <a:pt x="1791" y="186"/>
                      <a:pt x="1860" y="351"/>
                      <a:pt x="1968" y="483"/>
                    </a:cubicBezTo>
                    <a:cubicBezTo>
                      <a:pt x="2076" y="615"/>
                      <a:pt x="2250" y="767"/>
                      <a:pt x="2199" y="906"/>
                    </a:cubicBezTo>
                    <a:cubicBezTo>
                      <a:pt x="2148" y="1045"/>
                      <a:pt x="1860" y="1234"/>
                      <a:pt x="1659" y="1314"/>
                    </a:cubicBezTo>
                    <a:cubicBezTo>
                      <a:pt x="1458" y="1394"/>
                      <a:pt x="1192" y="1379"/>
                      <a:pt x="993" y="1386"/>
                    </a:cubicBezTo>
                    <a:cubicBezTo>
                      <a:pt x="794" y="1393"/>
                      <a:pt x="613" y="1409"/>
                      <a:pt x="465" y="1356"/>
                    </a:cubicBezTo>
                    <a:cubicBezTo>
                      <a:pt x="317" y="1303"/>
                      <a:pt x="180" y="1190"/>
                      <a:pt x="102" y="1068"/>
                    </a:cubicBezTo>
                    <a:cubicBezTo>
                      <a:pt x="24" y="946"/>
                      <a:pt x="21" y="716"/>
                      <a:pt x="0" y="624"/>
                    </a:cubicBezTo>
                    <a:close/>
                  </a:path>
                </a:pathLst>
              </a:cu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81" name="Oval 280"/>
              <p:cNvSpPr>
                <a:spLocks noChangeArrowheads="1"/>
              </p:cNvSpPr>
              <p:nvPr/>
            </p:nvSpPr>
            <p:spPr bwMode="auto">
              <a:xfrm>
                <a:off x="5189267" y="2301599"/>
                <a:ext cx="583015" cy="15085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82" name="Line 13"/>
              <p:cNvSpPr>
                <a:spLocks noChangeShapeType="1"/>
              </p:cNvSpPr>
              <p:nvPr/>
            </p:nvSpPr>
            <p:spPr bwMode="auto">
              <a:xfrm>
                <a:off x="5189267" y="2288562"/>
                <a:ext cx="0" cy="9312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283" name="Line 14"/>
              <p:cNvSpPr>
                <a:spLocks noChangeShapeType="1"/>
              </p:cNvSpPr>
              <p:nvPr/>
            </p:nvSpPr>
            <p:spPr bwMode="auto">
              <a:xfrm>
                <a:off x="5772281" y="2288562"/>
                <a:ext cx="0" cy="9312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284" name="Rectangle 283"/>
              <p:cNvSpPr>
                <a:spLocks noChangeArrowheads="1"/>
              </p:cNvSpPr>
              <p:nvPr/>
            </p:nvSpPr>
            <p:spPr bwMode="auto">
              <a:xfrm>
                <a:off x="5189267" y="2288562"/>
                <a:ext cx="577427" cy="912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endParaRPr lang="en-US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285" name="Oval 284"/>
              <p:cNvSpPr>
                <a:spLocks noChangeArrowheads="1"/>
              </p:cNvSpPr>
              <p:nvPr/>
            </p:nvSpPr>
            <p:spPr bwMode="auto">
              <a:xfrm>
                <a:off x="5183679" y="2178680"/>
                <a:ext cx="583015" cy="176929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86" name="Oval 285"/>
              <p:cNvSpPr>
                <a:spLocks noChangeArrowheads="1"/>
              </p:cNvSpPr>
              <p:nvPr/>
            </p:nvSpPr>
            <p:spPr bwMode="auto">
              <a:xfrm>
                <a:off x="6246331" y="1599470"/>
                <a:ext cx="581152" cy="15085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87" name="Line 23"/>
              <p:cNvSpPr>
                <a:spLocks noChangeShapeType="1"/>
              </p:cNvSpPr>
              <p:nvPr/>
            </p:nvSpPr>
            <p:spPr bwMode="auto">
              <a:xfrm>
                <a:off x="6246331" y="1586433"/>
                <a:ext cx="0" cy="9312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288" name="Line 24"/>
              <p:cNvSpPr>
                <a:spLocks noChangeShapeType="1"/>
              </p:cNvSpPr>
              <p:nvPr/>
            </p:nvSpPr>
            <p:spPr bwMode="auto">
              <a:xfrm>
                <a:off x="6827483" y="1586433"/>
                <a:ext cx="0" cy="9312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289" name="Rectangle 288"/>
              <p:cNvSpPr>
                <a:spLocks noChangeArrowheads="1"/>
              </p:cNvSpPr>
              <p:nvPr/>
            </p:nvSpPr>
            <p:spPr bwMode="auto">
              <a:xfrm>
                <a:off x="6246331" y="1586433"/>
                <a:ext cx="575564" cy="912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endParaRPr lang="en-US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290" name="Oval 289"/>
              <p:cNvSpPr>
                <a:spLocks noChangeArrowheads="1"/>
              </p:cNvSpPr>
              <p:nvPr/>
            </p:nvSpPr>
            <p:spPr bwMode="auto">
              <a:xfrm>
                <a:off x="6251919" y="1482138"/>
                <a:ext cx="581152" cy="176929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91" name="Oval 290"/>
              <p:cNvSpPr>
                <a:spLocks noChangeArrowheads="1"/>
              </p:cNvSpPr>
              <p:nvPr/>
            </p:nvSpPr>
            <p:spPr bwMode="auto">
              <a:xfrm>
                <a:off x="6264958" y="2886397"/>
                <a:ext cx="583015" cy="15085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92" name="Line 28"/>
              <p:cNvSpPr>
                <a:spLocks noChangeShapeType="1"/>
              </p:cNvSpPr>
              <p:nvPr/>
            </p:nvSpPr>
            <p:spPr bwMode="auto">
              <a:xfrm>
                <a:off x="6264958" y="2873360"/>
                <a:ext cx="0" cy="9312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293" name="Line 29"/>
              <p:cNvSpPr>
                <a:spLocks noChangeShapeType="1"/>
              </p:cNvSpPr>
              <p:nvPr/>
            </p:nvSpPr>
            <p:spPr bwMode="auto">
              <a:xfrm>
                <a:off x="6847973" y="2873360"/>
                <a:ext cx="0" cy="9312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294" name="Rectangle 293"/>
              <p:cNvSpPr>
                <a:spLocks noChangeArrowheads="1"/>
              </p:cNvSpPr>
              <p:nvPr/>
            </p:nvSpPr>
            <p:spPr bwMode="auto">
              <a:xfrm>
                <a:off x="6264958" y="2873360"/>
                <a:ext cx="577427" cy="912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endParaRPr lang="en-US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295" name="Oval 294"/>
              <p:cNvSpPr>
                <a:spLocks noChangeArrowheads="1"/>
              </p:cNvSpPr>
              <p:nvPr/>
            </p:nvSpPr>
            <p:spPr bwMode="auto">
              <a:xfrm>
                <a:off x="6259370" y="2763478"/>
                <a:ext cx="583015" cy="176929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96" name="Oval 295"/>
              <p:cNvSpPr>
                <a:spLocks noChangeArrowheads="1"/>
              </p:cNvSpPr>
              <p:nvPr/>
            </p:nvSpPr>
            <p:spPr bwMode="auto">
              <a:xfrm>
                <a:off x="7317365" y="2251314"/>
                <a:ext cx="583015" cy="15085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97" name="Line 33"/>
              <p:cNvSpPr>
                <a:spLocks noChangeShapeType="1"/>
              </p:cNvSpPr>
              <p:nvPr/>
            </p:nvSpPr>
            <p:spPr bwMode="auto">
              <a:xfrm>
                <a:off x="7317365" y="2238277"/>
                <a:ext cx="0" cy="9312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298" name="Line 34"/>
              <p:cNvSpPr>
                <a:spLocks noChangeShapeType="1"/>
              </p:cNvSpPr>
              <p:nvPr/>
            </p:nvSpPr>
            <p:spPr bwMode="auto">
              <a:xfrm>
                <a:off x="7900379" y="2238277"/>
                <a:ext cx="0" cy="9312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299" name="Rectangle 298"/>
              <p:cNvSpPr>
                <a:spLocks noChangeArrowheads="1"/>
              </p:cNvSpPr>
              <p:nvPr/>
            </p:nvSpPr>
            <p:spPr bwMode="auto">
              <a:xfrm>
                <a:off x="7317365" y="2238277"/>
                <a:ext cx="577427" cy="912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endParaRPr lang="en-US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300" name="Oval 299"/>
              <p:cNvSpPr>
                <a:spLocks noChangeArrowheads="1"/>
              </p:cNvSpPr>
              <p:nvPr/>
            </p:nvSpPr>
            <p:spPr bwMode="auto">
              <a:xfrm>
                <a:off x="7311777" y="2128395"/>
                <a:ext cx="583015" cy="176929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01" name="Freeform 300"/>
              <p:cNvSpPr>
                <a:spLocks/>
              </p:cNvSpPr>
              <p:nvPr/>
            </p:nvSpPr>
            <p:spPr bwMode="auto">
              <a:xfrm>
                <a:off x="5749000" y="1754051"/>
                <a:ext cx="761830" cy="478640"/>
              </a:xfrm>
              <a:custGeom>
                <a:avLst/>
                <a:gdLst>
                  <a:gd name="T0" fmla="*/ 0 w 378"/>
                  <a:gd name="T1" fmla="*/ 600 h 174"/>
                  <a:gd name="T2" fmla="*/ 504 w 378"/>
                  <a:gd name="T3" fmla="*/ 0 h 174"/>
                  <a:gd name="T4" fmla="*/ 0 60000 65536"/>
                  <a:gd name="T5" fmla="*/ 0 60000 65536"/>
                  <a:gd name="T6" fmla="*/ 0 w 378"/>
                  <a:gd name="T7" fmla="*/ 0 h 174"/>
                  <a:gd name="T8" fmla="*/ 378 w 378"/>
                  <a:gd name="T9" fmla="*/ 174 h 17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78" h="174">
                    <a:moveTo>
                      <a:pt x="0" y="174"/>
                    </a:moveTo>
                    <a:lnTo>
                      <a:pt x="378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02" name="Freeform 301"/>
              <p:cNvSpPr>
                <a:spLocks/>
              </p:cNvSpPr>
              <p:nvPr/>
            </p:nvSpPr>
            <p:spPr bwMode="auto">
              <a:xfrm>
                <a:off x="6851698" y="2402170"/>
                <a:ext cx="681736" cy="502851"/>
              </a:xfrm>
              <a:custGeom>
                <a:avLst/>
                <a:gdLst>
                  <a:gd name="T0" fmla="*/ 0 w 366"/>
                  <a:gd name="T1" fmla="*/ 270 h 270"/>
                  <a:gd name="T2" fmla="*/ 366 w 366"/>
                  <a:gd name="T3" fmla="*/ 0 h 270"/>
                  <a:gd name="T4" fmla="*/ 0 60000 65536"/>
                  <a:gd name="T5" fmla="*/ 0 60000 65536"/>
                  <a:gd name="T6" fmla="*/ 0 w 366"/>
                  <a:gd name="T7" fmla="*/ 0 h 270"/>
                  <a:gd name="T8" fmla="*/ 366 w 366"/>
                  <a:gd name="T9" fmla="*/ 270 h 27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66" h="270">
                    <a:moveTo>
                      <a:pt x="0" y="270"/>
                    </a:moveTo>
                    <a:lnTo>
                      <a:pt x="366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03" name="Freeform 302"/>
              <p:cNvSpPr>
                <a:spLocks/>
              </p:cNvSpPr>
              <p:nvPr/>
            </p:nvSpPr>
            <p:spPr bwMode="auto">
              <a:xfrm>
                <a:off x="6829346" y="1636718"/>
                <a:ext cx="737616" cy="497264"/>
              </a:xfrm>
              <a:custGeom>
                <a:avLst/>
                <a:gdLst>
                  <a:gd name="T0" fmla="*/ 396 w 396"/>
                  <a:gd name="T1" fmla="*/ 267 h 267"/>
                  <a:gd name="T2" fmla="*/ 0 w 396"/>
                  <a:gd name="T3" fmla="*/ 0 h 267"/>
                  <a:gd name="T4" fmla="*/ 0 60000 65536"/>
                  <a:gd name="T5" fmla="*/ 0 60000 65536"/>
                  <a:gd name="T6" fmla="*/ 0 w 396"/>
                  <a:gd name="T7" fmla="*/ 0 h 267"/>
                  <a:gd name="T8" fmla="*/ 396 w 396"/>
                  <a:gd name="T9" fmla="*/ 267 h 26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96" h="267">
                    <a:moveTo>
                      <a:pt x="396" y="267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grpSp>
            <p:nvGrpSpPr>
              <p:cNvPr id="304" name="Group 49"/>
              <p:cNvGrpSpPr>
                <a:grpSpLocks/>
              </p:cNvGrpSpPr>
              <p:nvPr/>
            </p:nvGrpSpPr>
            <p:grpSpPr bwMode="auto">
              <a:xfrm>
                <a:off x="6409942" y="2696426"/>
                <a:ext cx="300497" cy="368757"/>
                <a:chOff x="2976" y="2441"/>
                <a:chExt cx="164" cy="198"/>
              </a:xfrm>
            </p:grpSpPr>
            <p:sp>
              <p:nvSpPr>
                <p:cNvPr id="333" name="Rectangle 50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1pPr>
                  <a:lvl2pPr marL="37931725" indent="-37474525"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2pPr>
                  <a:lvl3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3pPr>
                  <a:lvl4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4pPr>
                  <a:lvl5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334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2976" y="2441"/>
                  <a:ext cx="164" cy="19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1pPr>
                  <a:lvl2pPr marL="37931725" indent="-37474525"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2pPr>
                  <a:lvl3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3pPr>
                  <a:lvl4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4pPr>
                  <a:lvl5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altLang="en-US" sz="1800" b="0" dirty="0">
                      <a:latin typeface="Arial" panose="020B0604020202020204" pitchFamily="34" charset="0"/>
                    </a:rPr>
                    <a:t>y</a:t>
                  </a:r>
                </a:p>
              </p:txBody>
            </p:sp>
          </p:grpSp>
          <p:grpSp>
            <p:nvGrpSpPr>
              <p:cNvPr id="305" name="Group 52"/>
              <p:cNvGrpSpPr>
                <a:grpSpLocks/>
              </p:cNvGrpSpPr>
              <p:nvPr/>
            </p:nvGrpSpPr>
            <p:grpSpPr bwMode="auto">
              <a:xfrm>
                <a:off x="5349047" y="2100453"/>
                <a:ext cx="300679" cy="368757"/>
                <a:chOff x="2976" y="2441"/>
                <a:chExt cx="164" cy="198"/>
              </a:xfrm>
            </p:grpSpPr>
            <p:sp>
              <p:nvSpPr>
                <p:cNvPr id="331" name="Rectangle 53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1pPr>
                  <a:lvl2pPr marL="37931725" indent="-37474525"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2pPr>
                  <a:lvl3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3pPr>
                  <a:lvl4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4pPr>
                  <a:lvl5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332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2976" y="2441"/>
                  <a:ext cx="164" cy="19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1pPr>
                  <a:lvl2pPr marL="37931725" indent="-37474525"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2pPr>
                  <a:lvl3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3pPr>
                  <a:lvl4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4pPr>
                  <a:lvl5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altLang="en-US" sz="1800" b="0" dirty="0">
                      <a:latin typeface="Arial" panose="020B0604020202020204" pitchFamily="34" charset="0"/>
                    </a:rPr>
                    <a:t>z</a:t>
                  </a:r>
                </a:p>
              </p:txBody>
            </p:sp>
          </p:grpSp>
          <p:grpSp>
            <p:nvGrpSpPr>
              <p:cNvPr id="306" name="Group 55"/>
              <p:cNvGrpSpPr>
                <a:grpSpLocks/>
              </p:cNvGrpSpPr>
              <p:nvPr/>
            </p:nvGrpSpPr>
            <p:grpSpPr bwMode="auto">
              <a:xfrm>
                <a:off x="6372993" y="1411367"/>
                <a:ext cx="350181" cy="366895"/>
                <a:chOff x="2962" y="2441"/>
                <a:chExt cx="191" cy="197"/>
              </a:xfrm>
            </p:grpSpPr>
            <p:sp>
              <p:nvSpPr>
                <p:cNvPr id="329" name="Rectangle 56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1pPr>
                  <a:lvl2pPr marL="37931725" indent="-37474525"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2pPr>
                  <a:lvl3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3pPr>
                  <a:lvl4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4pPr>
                  <a:lvl5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330" name="Text Box 57"/>
                <p:cNvSpPr txBox="1">
                  <a:spLocks noChangeArrowheads="1"/>
                </p:cNvSpPr>
                <p:nvPr/>
              </p:nvSpPr>
              <p:spPr bwMode="auto">
                <a:xfrm>
                  <a:off x="2962" y="2441"/>
                  <a:ext cx="191" cy="1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1pPr>
                  <a:lvl2pPr marL="37931725" indent="-37474525"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2pPr>
                  <a:lvl3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3pPr>
                  <a:lvl4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4pPr>
                  <a:lvl5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altLang="en-US" sz="1800" b="0" dirty="0">
                      <a:latin typeface="Arial" panose="020B0604020202020204" pitchFamily="34" charset="0"/>
                    </a:rPr>
                    <a:t>w</a:t>
                  </a:r>
                </a:p>
              </p:txBody>
            </p:sp>
          </p:grpSp>
          <p:grpSp>
            <p:nvGrpSpPr>
              <p:cNvPr id="307" name="Group 61"/>
              <p:cNvGrpSpPr>
                <a:grpSpLocks/>
              </p:cNvGrpSpPr>
              <p:nvPr/>
            </p:nvGrpSpPr>
            <p:grpSpPr bwMode="auto">
              <a:xfrm>
                <a:off x="7479200" y="2059481"/>
                <a:ext cx="300300" cy="368757"/>
                <a:chOff x="2977" y="2441"/>
                <a:chExt cx="164" cy="198"/>
              </a:xfrm>
            </p:grpSpPr>
            <p:sp>
              <p:nvSpPr>
                <p:cNvPr id="327" name="Rectangle 326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1pPr>
                  <a:lvl2pPr marL="37931725" indent="-37474525"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2pPr>
                  <a:lvl3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3pPr>
                  <a:lvl4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4pPr>
                  <a:lvl5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328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2977" y="2441"/>
                  <a:ext cx="164" cy="19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1pPr>
                  <a:lvl2pPr marL="37931725" indent="-37474525"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2pPr>
                  <a:lvl3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3pPr>
                  <a:lvl4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4pPr>
                  <a:lvl5pPr eaLnBrk="0" hangingPunct="0"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chemeClr val="tx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altLang="en-US" sz="1800" b="0" dirty="0">
                      <a:latin typeface="Arial" panose="020B0604020202020204" pitchFamily="34" charset="0"/>
                    </a:rPr>
                    <a:t>x</a:t>
                  </a:r>
                </a:p>
              </p:txBody>
            </p:sp>
          </p:grpSp>
          <p:sp>
            <p:nvSpPr>
              <p:cNvPr id="308" name="Text Box 70"/>
              <p:cNvSpPr txBox="1">
                <a:spLocks noChangeArrowheads="1"/>
              </p:cNvSpPr>
              <p:nvPr/>
            </p:nvSpPr>
            <p:spPr bwMode="auto">
              <a:xfrm>
                <a:off x="7247194" y="2686170"/>
                <a:ext cx="311065" cy="3668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309" name="Text Box 71"/>
              <p:cNvSpPr txBox="1">
                <a:spLocks noChangeArrowheads="1"/>
              </p:cNvSpPr>
              <p:nvPr/>
            </p:nvSpPr>
            <p:spPr bwMode="auto">
              <a:xfrm>
                <a:off x="7135766" y="1556635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0</a:t>
                </a:r>
              </a:p>
            </p:txBody>
          </p:sp>
          <p:cxnSp>
            <p:nvCxnSpPr>
              <p:cNvPr id="310" name="Straight Connector 309"/>
              <p:cNvCxnSpPr>
                <a:stCxn id="283" idx="1"/>
                <a:endCxn id="295" idx="1"/>
              </p:cNvCxnSpPr>
              <p:nvPr/>
            </p:nvCxnSpPr>
            <p:spPr>
              <a:xfrm>
                <a:off x="5772282" y="2381683"/>
                <a:ext cx="572469" cy="40770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1" name="Straight Arrow Connector 310"/>
              <p:cNvCxnSpPr/>
              <p:nvPr/>
            </p:nvCxnSpPr>
            <p:spPr>
              <a:xfrm flipH="1" flipV="1">
                <a:off x="6851698" y="1778262"/>
                <a:ext cx="460079" cy="32219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12" name="Text Box 70"/>
              <p:cNvSpPr txBox="1">
                <a:spLocks noChangeArrowheads="1"/>
              </p:cNvSpPr>
              <p:nvPr/>
            </p:nvSpPr>
            <p:spPr bwMode="auto">
              <a:xfrm>
                <a:off x="4641104" y="2142075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1</a:t>
                </a:r>
              </a:p>
            </p:txBody>
          </p:sp>
          <p:cxnSp>
            <p:nvCxnSpPr>
              <p:cNvPr id="313" name="Straight Arrow Connector 312"/>
              <p:cNvCxnSpPr/>
              <p:nvPr/>
            </p:nvCxnSpPr>
            <p:spPr>
              <a:xfrm>
                <a:off x="4923681" y="2329366"/>
                <a:ext cx="215489" cy="744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14" name="Text Box 70"/>
              <p:cNvSpPr txBox="1">
                <a:spLocks noChangeArrowheads="1"/>
              </p:cNvSpPr>
              <p:nvPr/>
            </p:nvSpPr>
            <p:spPr bwMode="auto">
              <a:xfrm>
                <a:off x="6425418" y="3164250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e</a:t>
                </a:r>
              </a:p>
            </p:txBody>
          </p:sp>
          <p:cxnSp>
            <p:nvCxnSpPr>
              <p:cNvPr id="315" name="Straight Arrow Connector 314"/>
              <p:cNvCxnSpPr/>
              <p:nvPr/>
            </p:nvCxnSpPr>
            <p:spPr>
              <a:xfrm flipV="1">
                <a:off x="6575118" y="3045097"/>
                <a:ext cx="0" cy="20850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16" name="Text Box 70"/>
              <p:cNvSpPr txBox="1">
                <a:spLocks noChangeArrowheads="1"/>
              </p:cNvSpPr>
              <p:nvPr/>
            </p:nvSpPr>
            <p:spPr bwMode="auto">
              <a:xfrm>
                <a:off x="8116168" y="2083696"/>
                <a:ext cx="311065" cy="3668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1</a:t>
                </a:r>
              </a:p>
            </p:txBody>
          </p:sp>
          <p:cxnSp>
            <p:nvCxnSpPr>
              <p:cNvPr id="317" name="Straight Arrow Connector 316"/>
              <p:cNvCxnSpPr/>
              <p:nvPr/>
            </p:nvCxnSpPr>
            <p:spPr>
              <a:xfrm flipH="1">
                <a:off x="7913124" y="2251314"/>
                <a:ext cx="254404" cy="7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8" name="Straight Arrow Connector 317"/>
              <p:cNvCxnSpPr/>
              <p:nvPr/>
            </p:nvCxnSpPr>
            <p:spPr>
              <a:xfrm flipV="1">
                <a:off x="7055784" y="2585536"/>
                <a:ext cx="432571" cy="34127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9" name="Straight Arrow Connector 318"/>
              <p:cNvCxnSpPr/>
              <p:nvPr/>
            </p:nvCxnSpPr>
            <p:spPr>
              <a:xfrm flipH="1">
                <a:off x="6883207" y="2375221"/>
                <a:ext cx="406691" cy="3659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20" name="Text Box 70"/>
              <p:cNvSpPr txBox="1">
                <a:spLocks noChangeArrowheads="1"/>
              </p:cNvSpPr>
              <p:nvPr/>
            </p:nvSpPr>
            <p:spPr bwMode="auto">
              <a:xfrm>
                <a:off x="6879832" y="2213480"/>
                <a:ext cx="311065" cy="3668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1</a:t>
                </a:r>
              </a:p>
            </p:txBody>
          </p:sp>
          <p:cxnSp>
            <p:nvCxnSpPr>
              <p:cNvPr id="321" name="Straight Arrow Connector 320"/>
              <p:cNvCxnSpPr/>
              <p:nvPr/>
            </p:nvCxnSpPr>
            <p:spPr>
              <a:xfrm flipH="1" flipV="1">
                <a:off x="5975421" y="2356328"/>
                <a:ext cx="411754" cy="31036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2" name="Straight Arrow Connector 321"/>
              <p:cNvCxnSpPr/>
              <p:nvPr/>
            </p:nvCxnSpPr>
            <p:spPr>
              <a:xfrm>
                <a:off x="5752423" y="2518318"/>
                <a:ext cx="472329" cy="36411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23" name="Text Box 70"/>
              <p:cNvSpPr txBox="1">
                <a:spLocks noChangeArrowheads="1"/>
              </p:cNvSpPr>
              <p:nvPr/>
            </p:nvSpPr>
            <p:spPr bwMode="auto">
              <a:xfrm>
                <a:off x="6007230" y="2239978"/>
                <a:ext cx="5758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1+e</a:t>
                </a:r>
              </a:p>
            </p:txBody>
          </p:sp>
          <p:sp>
            <p:nvSpPr>
              <p:cNvPr id="324" name="Text Box 70"/>
              <p:cNvSpPr txBox="1">
                <a:spLocks noChangeArrowheads="1"/>
              </p:cNvSpPr>
              <p:nvPr/>
            </p:nvSpPr>
            <p:spPr bwMode="auto">
              <a:xfrm>
                <a:off x="5699237" y="2698746"/>
                <a:ext cx="311065" cy="3668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325" name="Text Box 70"/>
              <p:cNvSpPr txBox="1">
                <a:spLocks noChangeArrowheads="1"/>
              </p:cNvSpPr>
              <p:nvPr/>
            </p:nvSpPr>
            <p:spPr bwMode="auto">
              <a:xfrm>
                <a:off x="6041202" y="1959555"/>
                <a:ext cx="5758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1pPr>
                <a:lvl2pPr marL="37931725" indent="-37474525"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2pPr>
                <a:lvl3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3pPr>
                <a:lvl4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4pPr>
                <a:lvl5pPr eaLnBrk="0" hangingPunct="0"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chemeClr val="tx1"/>
                    </a:solidFill>
                    <a:latin typeface="Courier New" panose="02070309020205020404" pitchFamily="49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1800" b="0" dirty="0">
                    <a:latin typeface="Arial" panose="020B0604020202020204" pitchFamily="34" charset="0"/>
                  </a:rPr>
                  <a:t>2+e</a:t>
                </a:r>
              </a:p>
            </p:txBody>
          </p:sp>
          <p:cxnSp>
            <p:nvCxnSpPr>
              <p:cNvPr id="326" name="Straight Arrow Connector 325"/>
              <p:cNvCxnSpPr/>
              <p:nvPr/>
            </p:nvCxnSpPr>
            <p:spPr>
              <a:xfrm flipV="1">
                <a:off x="5802347" y="1777040"/>
                <a:ext cx="484395" cy="3089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39" name="TextBox 338"/>
            <p:cNvSpPr txBox="1"/>
            <p:nvPr/>
          </p:nvSpPr>
          <p:spPr>
            <a:xfrm>
              <a:off x="5717900" y="6100877"/>
              <a:ext cx="1685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d. Recompute </a:t>
              </a:r>
            </a:p>
          </p:txBody>
        </p:sp>
      </p:grpSp>
      <p:sp>
        <p:nvSpPr>
          <p:cNvPr id="7" name="Left-Right Arrow 6"/>
          <p:cNvSpPr/>
          <p:nvPr/>
        </p:nvSpPr>
        <p:spPr>
          <a:xfrm>
            <a:off x="4129009" y="5193956"/>
            <a:ext cx="818835" cy="30823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27957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6593E58-1CAA-4C1F-98CA-DFB22499A4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Distance Vector Routing (Bellman-Ford Algorithm)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8A230775-A784-D5D4-BFEC-CB0DFA578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903B4A-EE8C-528F-9584-63A6F1369EA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132638" y="6553200"/>
            <a:ext cx="2011362" cy="277813"/>
          </a:xfrm>
        </p:spPr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941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162925" y="6400800"/>
            <a:ext cx="676275" cy="457200"/>
          </a:xfrm>
          <a:prstGeom prst="rect">
            <a:avLst/>
          </a:prstGeom>
        </p:spPr>
        <p:txBody>
          <a:bodyPr/>
          <a:lstStyle/>
          <a:p>
            <a:fld id="{421D0755-6FEC-4EEF-BD5D-B30CFC7DDB90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Bellman-Ford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8195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533400" y="914400"/>
                <a:ext cx="7953375" cy="5334000"/>
              </a:xfrm>
            </p:spPr>
            <p:txBody>
              <a:bodyPr/>
              <a:lstStyle/>
              <a:p>
                <a:pPr>
                  <a:buFont typeface="ZapfDingbats" pitchFamily="82" charset="2"/>
                  <a:buNone/>
                </a:pPr>
                <a:r>
                  <a:rPr lang="en-US" altLang="en-US" dirty="0"/>
                  <a:t>Define</a:t>
                </a:r>
              </a:p>
              <a:p>
                <a:pPr>
                  <a:buFont typeface="ZapfDingbats" pitchFamily="82" charset="2"/>
                  <a:buNone/>
                </a:pPr>
                <a:r>
                  <a:rPr lang="en-US" altLang="en-US" dirty="0"/>
                  <a:t>d</a:t>
                </a:r>
                <a:r>
                  <a:rPr lang="en-US" altLang="en-US" baseline="-25000" dirty="0"/>
                  <a:t>x</a:t>
                </a:r>
                <a:r>
                  <a:rPr lang="en-US" altLang="en-US" dirty="0"/>
                  <a:t>(y) := cost of least-cost path from x to y</a:t>
                </a:r>
              </a:p>
              <a:p>
                <a:pPr>
                  <a:buFont typeface="ZapfDingbats" pitchFamily="82" charset="2"/>
                  <a:buNone/>
                </a:pPr>
                <a:r>
                  <a:rPr lang="en-US" altLang="en-US" dirty="0"/>
                  <a:t>Then</a:t>
                </a:r>
              </a:p>
              <a:p>
                <a:pPr>
                  <a:buFont typeface="ZapfDingbats" pitchFamily="82" charset="2"/>
                  <a:buNone/>
                </a:pPr>
                <a:r>
                  <a:rPr lang="en-US" altLang="en-US" dirty="0">
                    <a:solidFill>
                      <a:schemeClr val="tx1"/>
                    </a:solidFill>
                  </a:rPr>
                  <a:t>d</a:t>
                </a:r>
                <a:r>
                  <a:rPr lang="en-US" altLang="en-US" baseline="-25000" dirty="0">
                    <a:solidFill>
                      <a:schemeClr val="tx1"/>
                    </a:solidFill>
                  </a:rPr>
                  <a:t>x</a:t>
                </a:r>
                <a:r>
                  <a:rPr lang="en-US" altLang="en-US" dirty="0">
                    <a:solidFill>
                      <a:schemeClr val="tx1"/>
                    </a:solidFill>
                  </a:rPr>
                  <a:t>(y)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𝑚𝑖𝑛</m:t>
                        </m:r>
                      </m:e>
                      <m:sub>
                        <m:r>
                          <a:rPr lang="en-NZ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altLang="en-US" dirty="0">
                    <a:solidFill>
                      <a:schemeClr val="tx1"/>
                    </a:solidFill>
                  </a:rPr>
                  <a:t>{c(</a:t>
                </a:r>
                <a:r>
                  <a:rPr lang="en-US" altLang="en-US" dirty="0" err="1">
                    <a:solidFill>
                      <a:schemeClr val="tx1"/>
                    </a:solidFill>
                  </a:rPr>
                  <a:t>x,v</a:t>
                </a:r>
                <a:r>
                  <a:rPr lang="en-US" altLang="en-US" dirty="0">
                    <a:solidFill>
                      <a:schemeClr val="tx1"/>
                    </a:solidFill>
                  </a:rPr>
                  <a:t>) + d</a:t>
                </a:r>
                <a:r>
                  <a:rPr lang="en-US" altLang="en-US" baseline="-25000" dirty="0">
                    <a:solidFill>
                      <a:schemeClr val="tx1"/>
                    </a:solidFill>
                  </a:rPr>
                  <a:t>v</a:t>
                </a:r>
                <a:r>
                  <a:rPr lang="en-US" altLang="en-US" dirty="0">
                    <a:solidFill>
                      <a:schemeClr val="tx1"/>
                    </a:solidFill>
                  </a:rPr>
                  <a:t>(y) }</a:t>
                </a:r>
              </a:p>
              <a:p>
                <a:pPr>
                  <a:buFont typeface="ZapfDingbats" pitchFamily="82" charset="2"/>
                  <a:buNone/>
                </a:pPr>
                <a:r>
                  <a:rPr lang="en-US" altLang="en-US" dirty="0"/>
                  <a:t>where </a:t>
                </a:r>
                <a14:m>
                  <m:oMath xmlns:m="http://schemas.openxmlformats.org/officeDocument/2006/math">
                    <m:r>
                      <a:rPr lang="en-NZ" altLang="en-US" i="1">
                        <a:latin typeface="Cambria Math" panose="02040503050406030204" pitchFamily="18" charset="0"/>
                      </a:rPr>
                      <m:t>𝑚𝑖𝑛</m:t>
                    </m:r>
                  </m:oMath>
                </a14:m>
                <a:r>
                  <a:rPr lang="en-US" altLang="en-US" dirty="0"/>
                  <a:t> is taken over all neighbors of x.</a:t>
                </a:r>
              </a:p>
              <a:p>
                <a:pPr>
                  <a:buFont typeface="ZapfDingbats" pitchFamily="82" charset="2"/>
                  <a:buNone/>
                </a:pPr>
                <a:endParaRPr lang="en-US" altLang="en-US" dirty="0"/>
              </a:p>
              <a:p>
                <a:pPr>
                  <a:buFont typeface="ZapfDingbats" pitchFamily="82" charset="2"/>
                  <a:buNone/>
                </a:pPr>
                <a:endParaRPr lang="en-US" altLang="en-US" dirty="0"/>
              </a:p>
            </p:txBody>
          </p:sp>
        </mc:Choice>
        <mc:Fallback xmlns="">
          <p:sp>
            <p:nvSpPr>
              <p:cNvPr id="64819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33400" y="914400"/>
                <a:ext cx="7953375" cy="5334000"/>
              </a:xfrm>
              <a:blipFill>
                <a:blip r:embed="rId3"/>
                <a:stretch>
                  <a:fillRect l="-1917" t="-137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Wave 4"/>
          <p:cNvSpPr/>
          <p:nvPr/>
        </p:nvSpPr>
        <p:spPr>
          <a:xfrm>
            <a:off x="990599" y="3900727"/>
            <a:ext cx="7038975" cy="2326337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“After travelling from x to v, if we then take the least-cost path from v to y, the path cost is c(</a:t>
            </a:r>
            <a:r>
              <a:rPr lang="en-NZ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x,v</a:t>
            </a:r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)+</a:t>
            </a:r>
            <a:r>
              <a:rPr lang="en-US" altLang="en-US" dirty="0">
                <a:solidFill>
                  <a:schemeClr val="tx1"/>
                </a:solidFill>
              </a:rPr>
              <a:t> d</a:t>
            </a:r>
            <a:r>
              <a:rPr lang="en-US" altLang="en-US" baseline="-25000" dirty="0">
                <a:solidFill>
                  <a:schemeClr val="tx1"/>
                </a:solidFill>
              </a:rPr>
              <a:t>v</a:t>
            </a:r>
            <a:r>
              <a:rPr lang="en-US" altLang="en-US" dirty="0">
                <a:solidFill>
                  <a:schemeClr val="tx1"/>
                </a:solidFill>
              </a:rPr>
              <a:t>(y). Since we must begin by travelling to some neighbor v,  the least-cost from x to y is the minimum of </a:t>
            </a:r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c(</a:t>
            </a:r>
            <a:r>
              <a:rPr lang="en-NZ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x,v</a:t>
            </a:r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)+</a:t>
            </a:r>
            <a:r>
              <a:rPr lang="en-US" altLang="en-US" dirty="0">
                <a:solidFill>
                  <a:schemeClr val="tx1"/>
                </a:solidFill>
              </a:rPr>
              <a:t> d</a:t>
            </a:r>
            <a:r>
              <a:rPr lang="en-US" altLang="en-US" baseline="-25000" dirty="0">
                <a:solidFill>
                  <a:schemeClr val="tx1"/>
                </a:solidFill>
              </a:rPr>
              <a:t>v</a:t>
            </a:r>
            <a:r>
              <a:rPr lang="en-US" altLang="en-US" dirty="0">
                <a:solidFill>
                  <a:schemeClr val="tx1"/>
                </a:solidFill>
              </a:rPr>
              <a:t>(y) taken over all neighbors v.”  from [KR3]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904133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162925" y="6400800"/>
            <a:ext cx="676275" cy="457200"/>
          </a:xfrm>
          <a:prstGeom prst="rect">
            <a:avLst/>
          </a:prstGeom>
        </p:spPr>
        <p:txBody>
          <a:bodyPr/>
          <a:lstStyle/>
          <a:p>
            <a:fld id="{A5C64304-FDCA-4B70-95C9-048DE3E1CD95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64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Bellman-Ford example</a:t>
            </a:r>
          </a:p>
        </p:txBody>
      </p:sp>
      <p:grpSp>
        <p:nvGrpSpPr>
          <p:cNvPr id="649219" name="Group 3"/>
          <p:cNvGrpSpPr>
            <a:grpSpLocks/>
          </p:cNvGrpSpPr>
          <p:nvPr/>
        </p:nvGrpSpPr>
        <p:grpSpPr bwMode="auto">
          <a:xfrm>
            <a:off x="276225" y="1470025"/>
            <a:ext cx="3571875" cy="2236788"/>
            <a:chOff x="3162" y="1071"/>
            <a:chExt cx="2250" cy="1409"/>
          </a:xfrm>
        </p:grpSpPr>
        <p:sp>
          <p:nvSpPr>
            <p:cNvPr id="649220" name="Freeform 4"/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9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21" name="Freeform 5"/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22" name="Oval 6"/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23" name="Line 7"/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24" name="Line 8"/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25" name="Rectangle 9"/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49226" name="Oval 10"/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27" name="Oval 11"/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28" name="Line 12"/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29" name="Line 13"/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30" name="Rectangle 14"/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49231" name="Oval 15"/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32" name="Oval 16"/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33" name="Line 17"/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34" name="Line 18"/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35" name="Rectangle 19"/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49236" name="Oval 20"/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37" name="Oval 21"/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38" name="Line 22"/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39" name="Line 23"/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40" name="Rectangle 24"/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49241" name="Oval 25"/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42" name="Oval 26"/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43" name="Line 27"/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44" name="Line 28"/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45" name="Rectangle 29"/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49246" name="Oval 30"/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47" name="Oval 31"/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48" name="Line 32"/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49" name="Line 33"/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50" name="Rectangle 34"/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49251" name="Oval 35"/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52" name="Freeform 36"/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53" name="Freeform 37"/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54" name="Freeform 38"/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74 h 174"/>
                <a:gd name="T2" fmla="*/ 378 w 378"/>
                <a:gd name="T3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55" name="Freeform 39"/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56" name="Freeform 40"/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57" name="Freeform 41"/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58" name="Freeform 42"/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59" name="Freeform 43"/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49260" name="Freeform 44"/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649261" name="Group 45"/>
            <p:cNvGrpSpPr>
              <a:grpSpLocks/>
            </p:cNvGrpSpPr>
            <p:nvPr/>
          </p:nvGrpSpPr>
          <p:grpSpPr bwMode="auto">
            <a:xfrm>
              <a:off x="3290" y="1748"/>
              <a:ext cx="199" cy="250"/>
              <a:chOff x="2957" y="2429"/>
              <a:chExt cx="202" cy="250"/>
            </a:xfrm>
          </p:grpSpPr>
          <p:sp>
            <p:nvSpPr>
              <p:cNvPr id="649262" name="Rectangle 46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49263" name="Text Box 47"/>
              <p:cNvSpPr txBox="1">
                <a:spLocks noChangeArrowheads="1"/>
              </p:cNvSpPr>
              <p:nvPr/>
            </p:nvSpPr>
            <p:spPr bwMode="auto">
              <a:xfrm>
                <a:off x="2957" y="2429"/>
                <a:ext cx="20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u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49264" name="Group 48"/>
            <p:cNvGrpSpPr>
              <a:grpSpLocks/>
            </p:cNvGrpSpPr>
            <p:nvPr/>
          </p:nvGrpSpPr>
          <p:grpSpPr bwMode="auto">
            <a:xfrm>
              <a:off x="4460" y="2132"/>
              <a:ext cx="199" cy="250"/>
              <a:chOff x="2957" y="2429"/>
              <a:chExt cx="202" cy="250"/>
            </a:xfrm>
          </p:grpSpPr>
          <p:sp>
            <p:nvSpPr>
              <p:cNvPr id="649265" name="Rectangle 49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49266" name="Text Box 50"/>
              <p:cNvSpPr txBox="1">
                <a:spLocks noChangeArrowheads="1"/>
              </p:cNvSpPr>
              <p:nvPr/>
            </p:nvSpPr>
            <p:spPr bwMode="auto">
              <a:xfrm>
                <a:off x="2957" y="2429"/>
                <a:ext cx="20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y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49267" name="Group 51"/>
            <p:cNvGrpSpPr>
              <a:grpSpLocks/>
            </p:cNvGrpSpPr>
            <p:nvPr/>
          </p:nvGrpSpPr>
          <p:grpSpPr bwMode="auto">
            <a:xfrm>
              <a:off x="3764" y="2099"/>
              <a:ext cx="229" cy="288"/>
              <a:chOff x="2943" y="2399"/>
              <a:chExt cx="230" cy="288"/>
            </a:xfrm>
          </p:grpSpPr>
          <p:sp>
            <p:nvSpPr>
              <p:cNvPr id="649268" name="Rectangle 52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49269" name="Text Box 53"/>
              <p:cNvSpPr txBox="1">
                <a:spLocks noChangeArrowheads="1"/>
              </p:cNvSpPr>
              <p:nvPr/>
            </p:nvSpPr>
            <p:spPr bwMode="auto">
              <a:xfrm>
                <a:off x="2943" y="2399"/>
                <a:ext cx="23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400"/>
                  <a:t>x</a:t>
                </a:r>
              </a:p>
            </p:txBody>
          </p:sp>
        </p:grpSp>
        <p:grpSp>
          <p:nvGrpSpPr>
            <p:cNvPr id="649270" name="Group 54"/>
            <p:cNvGrpSpPr>
              <a:grpSpLocks/>
            </p:cNvGrpSpPr>
            <p:nvPr/>
          </p:nvGrpSpPr>
          <p:grpSpPr bwMode="auto">
            <a:xfrm>
              <a:off x="4441" y="1442"/>
              <a:ext cx="225" cy="250"/>
              <a:chOff x="2944" y="2429"/>
              <a:chExt cx="228" cy="250"/>
            </a:xfrm>
          </p:grpSpPr>
          <p:sp>
            <p:nvSpPr>
              <p:cNvPr id="649271" name="Rectangle 5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49272" name="Text Box 56"/>
              <p:cNvSpPr txBox="1">
                <a:spLocks noChangeArrowheads="1"/>
              </p:cNvSpPr>
              <p:nvPr/>
            </p:nvSpPr>
            <p:spPr bwMode="auto">
              <a:xfrm>
                <a:off x="2944" y="2429"/>
                <a:ext cx="228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w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49273" name="Group 57"/>
            <p:cNvGrpSpPr>
              <a:grpSpLocks/>
            </p:cNvGrpSpPr>
            <p:nvPr/>
          </p:nvGrpSpPr>
          <p:grpSpPr bwMode="auto">
            <a:xfrm>
              <a:off x="3772" y="1442"/>
              <a:ext cx="194" cy="250"/>
              <a:chOff x="2959" y="2429"/>
              <a:chExt cx="197" cy="250"/>
            </a:xfrm>
          </p:grpSpPr>
          <p:sp>
            <p:nvSpPr>
              <p:cNvPr id="649274" name="Rectangle 58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49275" name="Text Box 59"/>
              <p:cNvSpPr txBox="1">
                <a:spLocks noChangeArrowheads="1"/>
              </p:cNvSpPr>
              <p:nvPr/>
            </p:nvSpPr>
            <p:spPr bwMode="auto">
              <a:xfrm>
                <a:off x="2959" y="2429"/>
                <a:ext cx="19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v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49276" name="Group 60"/>
            <p:cNvGrpSpPr>
              <a:grpSpLocks/>
            </p:cNvGrpSpPr>
            <p:nvPr/>
          </p:nvGrpSpPr>
          <p:grpSpPr bwMode="auto">
            <a:xfrm>
              <a:off x="5022" y="1760"/>
              <a:ext cx="219" cy="288"/>
              <a:chOff x="2946" y="2399"/>
              <a:chExt cx="221" cy="288"/>
            </a:xfrm>
          </p:grpSpPr>
          <p:sp>
            <p:nvSpPr>
              <p:cNvPr id="649277" name="Rectangle 61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49278" name="Text Box 62"/>
              <p:cNvSpPr txBox="1">
                <a:spLocks noChangeArrowheads="1"/>
              </p:cNvSpPr>
              <p:nvPr/>
            </p:nvSpPr>
            <p:spPr bwMode="auto">
              <a:xfrm>
                <a:off x="2946" y="2399"/>
                <a:ext cx="22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400"/>
                  <a:t>z</a:t>
                </a:r>
              </a:p>
            </p:txBody>
          </p:sp>
        </p:grpSp>
        <p:sp>
          <p:nvSpPr>
            <p:cNvPr id="649279" name="Text Box 63"/>
            <p:cNvSpPr txBox="1">
              <a:spLocks noChangeArrowheads="1"/>
            </p:cNvSpPr>
            <p:nvPr/>
          </p:nvSpPr>
          <p:spPr bwMode="auto">
            <a:xfrm>
              <a:off x="3489" y="1571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2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49280" name="Text Box 64"/>
            <p:cNvSpPr txBox="1">
              <a:spLocks noChangeArrowheads="1"/>
            </p:cNvSpPr>
            <p:nvPr/>
          </p:nvSpPr>
          <p:spPr bwMode="auto">
            <a:xfrm>
              <a:off x="3837" y="1790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2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49281" name="Text Box 65"/>
            <p:cNvSpPr txBox="1">
              <a:spLocks noChangeArrowheads="1"/>
            </p:cNvSpPr>
            <p:nvPr/>
          </p:nvSpPr>
          <p:spPr bwMode="auto">
            <a:xfrm>
              <a:off x="3413" y="2003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49282" name="Text Box 66"/>
            <p:cNvSpPr txBox="1">
              <a:spLocks noChangeArrowheads="1"/>
            </p:cNvSpPr>
            <p:nvPr/>
          </p:nvSpPr>
          <p:spPr bwMode="auto">
            <a:xfrm>
              <a:off x="4221" y="1883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3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49283" name="Text Box 67"/>
            <p:cNvSpPr txBox="1">
              <a:spLocks noChangeArrowheads="1"/>
            </p:cNvSpPr>
            <p:nvPr/>
          </p:nvSpPr>
          <p:spPr bwMode="auto">
            <a:xfrm>
              <a:off x="4169" y="2237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49284" name="Text Box 68"/>
            <p:cNvSpPr txBox="1">
              <a:spLocks noChangeArrowheads="1"/>
            </p:cNvSpPr>
            <p:nvPr/>
          </p:nvSpPr>
          <p:spPr bwMode="auto">
            <a:xfrm>
              <a:off x="4529" y="1808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49285" name="Text Box 69"/>
            <p:cNvSpPr txBox="1">
              <a:spLocks noChangeArrowheads="1"/>
            </p:cNvSpPr>
            <p:nvPr/>
          </p:nvSpPr>
          <p:spPr bwMode="auto">
            <a:xfrm>
              <a:off x="4878" y="2072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2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49286" name="Text Box 70"/>
            <p:cNvSpPr txBox="1">
              <a:spLocks noChangeArrowheads="1"/>
            </p:cNvSpPr>
            <p:nvPr/>
          </p:nvSpPr>
          <p:spPr bwMode="auto">
            <a:xfrm>
              <a:off x="4851" y="1535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5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49287" name="Text Box 71"/>
            <p:cNvSpPr txBox="1">
              <a:spLocks noChangeArrowheads="1"/>
            </p:cNvSpPr>
            <p:nvPr/>
          </p:nvSpPr>
          <p:spPr bwMode="auto">
            <a:xfrm>
              <a:off x="4116" y="1385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3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49288" name="Text Box 72"/>
            <p:cNvSpPr txBox="1">
              <a:spLocks noChangeArrowheads="1"/>
            </p:cNvSpPr>
            <p:nvPr/>
          </p:nvSpPr>
          <p:spPr bwMode="auto">
            <a:xfrm>
              <a:off x="3765" y="1118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5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649289" name="Text Box 73"/>
          <p:cNvSpPr txBox="1">
            <a:spLocks noChangeArrowheads="1"/>
          </p:cNvSpPr>
          <p:nvPr/>
        </p:nvSpPr>
        <p:spPr bwMode="auto">
          <a:xfrm>
            <a:off x="3835400" y="3291174"/>
            <a:ext cx="530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Clearly, d</a:t>
            </a:r>
            <a:r>
              <a:rPr lang="en-US" altLang="en-US" sz="2400" baseline="-25000" dirty="0"/>
              <a:t>v</a:t>
            </a:r>
            <a:r>
              <a:rPr lang="en-US" altLang="en-US" sz="2400" dirty="0"/>
              <a:t>(z) = 5, d</a:t>
            </a:r>
            <a:r>
              <a:rPr lang="en-US" altLang="en-US" sz="2400" baseline="-25000" dirty="0"/>
              <a:t>x</a:t>
            </a:r>
            <a:r>
              <a:rPr lang="en-US" altLang="en-US" sz="2400" dirty="0"/>
              <a:t>(z) = 3, </a:t>
            </a:r>
            <a:r>
              <a:rPr lang="en-US" altLang="en-US" sz="2400" dirty="0" err="1"/>
              <a:t>d</a:t>
            </a:r>
            <a:r>
              <a:rPr lang="en-US" altLang="en-US" sz="2400" baseline="-25000" dirty="0" err="1"/>
              <a:t>w</a:t>
            </a:r>
            <a:r>
              <a:rPr lang="en-US" altLang="en-US" sz="2400" dirty="0"/>
              <a:t>(z) = 3</a:t>
            </a:r>
          </a:p>
        </p:txBody>
      </p:sp>
      <p:sp>
        <p:nvSpPr>
          <p:cNvPr id="649290" name="Text Box 74"/>
          <p:cNvSpPr txBox="1">
            <a:spLocks noChangeArrowheads="1"/>
          </p:cNvSpPr>
          <p:nvPr/>
        </p:nvSpPr>
        <p:spPr bwMode="auto">
          <a:xfrm>
            <a:off x="4420743" y="1836738"/>
            <a:ext cx="393729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d</a:t>
            </a:r>
            <a:r>
              <a:rPr lang="en-US" altLang="en-US" sz="2400" baseline="-25000" dirty="0"/>
              <a:t>u</a:t>
            </a:r>
            <a:r>
              <a:rPr lang="en-US" altLang="en-US" sz="2400" dirty="0"/>
              <a:t>(z) = min { c(</a:t>
            </a:r>
            <a:r>
              <a:rPr lang="en-US" altLang="en-US" sz="2400" dirty="0" err="1"/>
              <a:t>u,v</a:t>
            </a:r>
            <a:r>
              <a:rPr lang="en-US" altLang="en-US" sz="2400" dirty="0"/>
              <a:t>) + d</a:t>
            </a:r>
            <a:r>
              <a:rPr lang="en-US" altLang="en-US" sz="2400" baseline="-25000" dirty="0"/>
              <a:t>v</a:t>
            </a:r>
            <a:r>
              <a:rPr lang="en-US" altLang="en-US" sz="2400" dirty="0"/>
              <a:t>(z),</a:t>
            </a:r>
          </a:p>
          <a:p>
            <a:r>
              <a:rPr lang="en-US" altLang="en-US" sz="2400" dirty="0"/>
              <a:t>                    </a:t>
            </a:r>
            <a:r>
              <a:rPr lang="en-US" altLang="en-US" sz="2400" b="1" dirty="0"/>
              <a:t>c(</a:t>
            </a:r>
            <a:r>
              <a:rPr lang="en-US" altLang="en-US" sz="2400" b="1" dirty="0" err="1"/>
              <a:t>u,x</a:t>
            </a:r>
            <a:r>
              <a:rPr lang="en-US" altLang="en-US" sz="2400" b="1" dirty="0"/>
              <a:t>) + d</a:t>
            </a:r>
            <a:r>
              <a:rPr lang="en-US" altLang="en-US" sz="2400" b="1" baseline="-25000" dirty="0"/>
              <a:t>x</a:t>
            </a:r>
            <a:r>
              <a:rPr lang="en-US" altLang="en-US" sz="2400" b="1" dirty="0"/>
              <a:t>(z),</a:t>
            </a:r>
          </a:p>
          <a:p>
            <a:r>
              <a:rPr lang="en-US" altLang="en-US" sz="2400" dirty="0"/>
              <a:t>                    c(</a:t>
            </a:r>
            <a:r>
              <a:rPr lang="en-US" altLang="en-US" sz="2400" dirty="0" err="1"/>
              <a:t>u,w</a:t>
            </a:r>
            <a:r>
              <a:rPr lang="en-US" altLang="en-US" sz="2400" dirty="0"/>
              <a:t>) + </a:t>
            </a:r>
            <a:r>
              <a:rPr lang="en-US" altLang="en-US" sz="2400" dirty="0" err="1"/>
              <a:t>d</a:t>
            </a:r>
            <a:r>
              <a:rPr lang="en-US" altLang="en-US" sz="2400" baseline="-25000" dirty="0" err="1"/>
              <a:t>w</a:t>
            </a:r>
            <a:r>
              <a:rPr lang="en-US" altLang="en-US" sz="2400" dirty="0"/>
              <a:t>(z) }</a:t>
            </a:r>
          </a:p>
          <a:p>
            <a:r>
              <a:rPr lang="en-US" altLang="en-US" sz="2400" dirty="0"/>
              <a:t>         </a:t>
            </a:r>
          </a:p>
          <a:p>
            <a:endParaRPr lang="en-US" altLang="en-US" sz="2400" dirty="0"/>
          </a:p>
          <a:p>
            <a:endParaRPr lang="en-US" altLang="en-US" sz="2400" dirty="0"/>
          </a:p>
          <a:p>
            <a:r>
              <a:rPr lang="en-US" altLang="en-US" sz="2400" dirty="0"/>
              <a:t>         = min {2 + 5,</a:t>
            </a:r>
          </a:p>
          <a:p>
            <a:r>
              <a:rPr lang="en-US" altLang="en-US" sz="2400" dirty="0"/>
              <a:t>                    </a:t>
            </a:r>
            <a:r>
              <a:rPr lang="en-US" altLang="en-US" sz="2400" b="1" dirty="0"/>
              <a:t>1 + 3,</a:t>
            </a:r>
          </a:p>
          <a:p>
            <a:r>
              <a:rPr lang="en-US" altLang="en-US" sz="2400" dirty="0"/>
              <a:t>                    5 + 3}  = 4</a:t>
            </a:r>
          </a:p>
        </p:txBody>
      </p:sp>
      <p:sp>
        <p:nvSpPr>
          <p:cNvPr id="649291" name="Text Box 75"/>
          <p:cNvSpPr txBox="1">
            <a:spLocks noChangeArrowheads="1"/>
          </p:cNvSpPr>
          <p:nvPr/>
        </p:nvSpPr>
        <p:spPr bwMode="auto">
          <a:xfrm>
            <a:off x="469800" y="4632405"/>
            <a:ext cx="3568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400" dirty="0"/>
              <a:t>Node that achieves minimum is the next</a:t>
            </a:r>
          </a:p>
          <a:p>
            <a:r>
              <a:rPr lang="en-US" altLang="en-US" sz="2400" dirty="0"/>
              <a:t>hop in shortest path.</a:t>
            </a:r>
          </a:p>
        </p:txBody>
      </p:sp>
      <p:sp>
        <p:nvSpPr>
          <p:cNvPr id="649292" name="Text Box 76"/>
          <p:cNvSpPr txBox="1">
            <a:spLocks noChangeArrowheads="1"/>
          </p:cNvSpPr>
          <p:nvPr/>
        </p:nvSpPr>
        <p:spPr bwMode="auto">
          <a:xfrm>
            <a:off x="2784730" y="1207943"/>
            <a:ext cx="64070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To calculate d</a:t>
            </a:r>
            <a:r>
              <a:rPr lang="en-US" altLang="en-US" sz="2400" baseline="-25000" dirty="0"/>
              <a:t>u</a:t>
            </a:r>
            <a:r>
              <a:rPr lang="en-US" altLang="en-US" sz="2400" dirty="0"/>
              <a:t>(z), according to B-F equation:</a:t>
            </a:r>
          </a:p>
        </p:txBody>
      </p:sp>
      <p:sp>
        <p:nvSpPr>
          <p:cNvPr id="4" name="Freeform 3"/>
          <p:cNvSpPr/>
          <p:nvPr/>
        </p:nvSpPr>
        <p:spPr>
          <a:xfrm>
            <a:off x="1423686" y="2465408"/>
            <a:ext cx="1851949" cy="844951"/>
          </a:xfrm>
          <a:custGeom>
            <a:avLst/>
            <a:gdLst>
              <a:gd name="connsiteX0" fmla="*/ 0 w 1851949"/>
              <a:gd name="connsiteY0" fmla="*/ 0 h 844951"/>
              <a:gd name="connsiteX1" fmla="*/ 11575 w 1851949"/>
              <a:gd name="connsiteY1" fmla="*/ 104172 h 844951"/>
              <a:gd name="connsiteX2" fmla="*/ 23149 w 1851949"/>
              <a:gd name="connsiteY2" fmla="*/ 544010 h 844951"/>
              <a:gd name="connsiteX3" fmla="*/ 46299 w 1851949"/>
              <a:gd name="connsiteY3" fmla="*/ 706055 h 844951"/>
              <a:gd name="connsiteX4" fmla="*/ 57873 w 1851949"/>
              <a:gd name="connsiteY4" fmla="*/ 821802 h 844951"/>
              <a:gd name="connsiteX5" fmla="*/ 462987 w 1851949"/>
              <a:gd name="connsiteY5" fmla="*/ 833377 h 844951"/>
              <a:gd name="connsiteX6" fmla="*/ 509286 w 1851949"/>
              <a:gd name="connsiteY6" fmla="*/ 844951 h 844951"/>
              <a:gd name="connsiteX7" fmla="*/ 1261641 w 1851949"/>
              <a:gd name="connsiteY7" fmla="*/ 833377 h 844951"/>
              <a:gd name="connsiteX8" fmla="*/ 1296365 w 1851949"/>
              <a:gd name="connsiteY8" fmla="*/ 821802 h 844951"/>
              <a:gd name="connsiteX9" fmla="*/ 1377387 w 1851949"/>
              <a:gd name="connsiteY9" fmla="*/ 798653 h 844951"/>
              <a:gd name="connsiteX10" fmla="*/ 1446836 w 1851949"/>
              <a:gd name="connsiteY10" fmla="*/ 763929 h 844951"/>
              <a:gd name="connsiteX11" fmla="*/ 1551008 w 1851949"/>
              <a:gd name="connsiteY11" fmla="*/ 682906 h 844951"/>
              <a:gd name="connsiteX12" fmla="*/ 1655180 w 1851949"/>
              <a:gd name="connsiteY12" fmla="*/ 625033 h 844951"/>
              <a:gd name="connsiteX13" fmla="*/ 1678329 w 1851949"/>
              <a:gd name="connsiteY13" fmla="*/ 601883 h 844951"/>
              <a:gd name="connsiteX14" fmla="*/ 1782501 w 1851949"/>
              <a:gd name="connsiteY14" fmla="*/ 567159 h 844951"/>
              <a:gd name="connsiteX15" fmla="*/ 1817225 w 1851949"/>
              <a:gd name="connsiteY15" fmla="*/ 544010 h 844951"/>
              <a:gd name="connsiteX16" fmla="*/ 1851949 w 1851949"/>
              <a:gd name="connsiteY16" fmla="*/ 520860 h 844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851949" h="844951">
                <a:moveTo>
                  <a:pt x="0" y="0"/>
                </a:moveTo>
                <a:cubicBezTo>
                  <a:pt x="3858" y="34724"/>
                  <a:pt x="10090" y="69266"/>
                  <a:pt x="11575" y="104172"/>
                </a:cubicBezTo>
                <a:cubicBezTo>
                  <a:pt x="17810" y="250703"/>
                  <a:pt x="17043" y="397474"/>
                  <a:pt x="23149" y="544010"/>
                </a:cubicBezTo>
                <a:cubicBezTo>
                  <a:pt x="27096" y="638744"/>
                  <a:pt x="29098" y="637254"/>
                  <a:pt x="46299" y="706055"/>
                </a:cubicBezTo>
                <a:cubicBezTo>
                  <a:pt x="50157" y="744637"/>
                  <a:pt x="20791" y="810471"/>
                  <a:pt x="57873" y="821802"/>
                </a:cubicBezTo>
                <a:cubicBezTo>
                  <a:pt x="187069" y="861279"/>
                  <a:pt x="328071" y="826458"/>
                  <a:pt x="462987" y="833377"/>
                </a:cubicBezTo>
                <a:cubicBezTo>
                  <a:pt x="478874" y="834192"/>
                  <a:pt x="493853" y="841093"/>
                  <a:pt x="509286" y="844951"/>
                </a:cubicBezTo>
                <a:lnTo>
                  <a:pt x="1261641" y="833377"/>
                </a:lnTo>
                <a:cubicBezTo>
                  <a:pt x="1273837" y="833018"/>
                  <a:pt x="1284634" y="825154"/>
                  <a:pt x="1296365" y="821802"/>
                </a:cubicBezTo>
                <a:cubicBezTo>
                  <a:pt x="1398127" y="792726"/>
                  <a:pt x="1294110" y="826410"/>
                  <a:pt x="1377387" y="798653"/>
                </a:cubicBezTo>
                <a:cubicBezTo>
                  <a:pt x="1431299" y="744741"/>
                  <a:pt x="1361506" y="806594"/>
                  <a:pt x="1446836" y="763929"/>
                </a:cubicBezTo>
                <a:cubicBezTo>
                  <a:pt x="1554025" y="710335"/>
                  <a:pt x="1482419" y="736253"/>
                  <a:pt x="1551008" y="682906"/>
                </a:cubicBezTo>
                <a:cubicBezTo>
                  <a:pt x="1610709" y="636472"/>
                  <a:pt x="1602788" y="642496"/>
                  <a:pt x="1655180" y="625033"/>
                </a:cubicBezTo>
                <a:cubicBezTo>
                  <a:pt x="1662896" y="617316"/>
                  <a:pt x="1668394" y="606399"/>
                  <a:pt x="1678329" y="601883"/>
                </a:cubicBezTo>
                <a:cubicBezTo>
                  <a:pt x="1711650" y="586737"/>
                  <a:pt x="1752046" y="587462"/>
                  <a:pt x="1782501" y="567159"/>
                </a:cubicBezTo>
                <a:cubicBezTo>
                  <a:pt x="1794076" y="559443"/>
                  <a:pt x="1806362" y="552700"/>
                  <a:pt x="1817225" y="544010"/>
                </a:cubicBezTo>
                <a:cubicBezTo>
                  <a:pt x="1849573" y="518132"/>
                  <a:pt x="1827175" y="520860"/>
                  <a:pt x="1851949" y="52086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" name="Freeform 4"/>
          <p:cNvSpPr/>
          <p:nvPr/>
        </p:nvSpPr>
        <p:spPr>
          <a:xfrm>
            <a:off x="1574157" y="2951544"/>
            <a:ext cx="1909823" cy="520865"/>
          </a:xfrm>
          <a:custGeom>
            <a:avLst/>
            <a:gdLst>
              <a:gd name="connsiteX0" fmla="*/ 0 w 1909823"/>
              <a:gd name="connsiteY0" fmla="*/ 497712 h 520865"/>
              <a:gd name="connsiteX1" fmla="*/ 104172 w 1909823"/>
              <a:gd name="connsiteY1" fmla="*/ 509286 h 520865"/>
              <a:gd name="connsiteX2" fmla="*/ 138896 w 1909823"/>
              <a:gd name="connsiteY2" fmla="*/ 520861 h 520865"/>
              <a:gd name="connsiteX3" fmla="*/ 659757 w 1909823"/>
              <a:gd name="connsiteY3" fmla="*/ 497712 h 520865"/>
              <a:gd name="connsiteX4" fmla="*/ 925975 w 1909823"/>
              <a:gd name="connsiteY4" fmla="*/ 462988 h 520865"/>
              <a:gd name="connsiteX5" fmla="*/ 1076446 w 1909823"/>
              <a:gd name="connsiteY5" fmla="*/ 451413 h 520865"/>
              <a:gd name="connsiteX6" fmla="*/ 1169043 w 1909823"/>
              <a:gd name="connsiteY6" fmla="*/ 428264 h 520865"/>
              <a:gd name="connsiteX7" fmla="*/ 1215342 w 1909823"/>
              <a:gd name="connsiteY7" fmla="*/ 405114 h 520865"/>
              <a:gd name="connsiteX8" fmla="*/ 1307939 w 1909823"/>
              <a:gd name="connsiteY8" fmla="*/ 381965 h 520865"/>
              <a:gd name="connsiteX9" fmla="*/ 1342663 w 1909823"/>
              <a:gd name="connsiteY9" fmla="*/ 358815 h 520865"/>
              <a:gd name="connsiteX10" fmla="*/ 1400537 w 1909823"/>
              <a:gd name="connsiteY10" fmla="*/ 335666 h 520865"/>
              <a:gd name="connsiteX11" fmla="*/ 1435261 w 1909823"/>
              <a:gd name="connsiteY11" fmla="*/ 300942 h 520865"/>
              <a:gd name="connsiteX12" fmla="*/ 1516284 w 1909823"/>
              <a:gd name="connsiteY12" fmla="*/ 266218 h 520865"/>
              <a:gd name="connsiteX13" fmla="*/ 1608881 w 1909823"/>
              <a:gd name="connsiteY13" fmla="*/ 231494 h 520865"/>
              <a:gd name="connsiteX14" fmla="*/ 1678329 w 1909823"/>
              <a:gd name="connsiteY14" fmla="*/ 185195 h 520865"/>
              <a:gd name="connsiteX15" fmla="*/ 1713053 w 1909823"/>
              <a:gd name="connsiteY15" fmla="*/ 150471 h 520865"/>
              <a:gd name="connsiteX16" fmla="*/ 1782501 w 1909823"/>
              <a:gd name="connsiteY16" fmla="*/ 104172 h 520865"/>
              <a:gd name="connsiteX17" fmla="*/ 1817225 w 1909823"/>
              <a:gd name="connsiteY17" fmla="*/ 81023 h 520865"/>
              <a:gd name="connsiteX18" fmla="*/ 1875099 w 1909823"/>
              <a:gd name="connsiteY18" fmla="*/ 34724 h 520865"/>
              <a:gd name="connsiteX19" fmla="*/ 1909823 w 1909823"/>
              <a:gd name="connsiteY19" fmla="*/ 0 h 520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909823" h="520865">
                <a:moveTo>
                  <a:pt x="0" y="497712"/>
                </a:moveTo>
                <a:cubicBezTo>
                  <a:pt x="34724" y="501570"/>
                  <a:pt x="69710" y="503542"/>
                  <a:pt x="104172" y="509286"/>
                </a:cubicBezTo>
                <a:cubicBezTo>
                  <a:pt x="116207" y="511292"/>
                  <a:pt x="126698" y="521115"/>
                  <a:pt x="138896" y="520861"/>
                </a:cubicBezTo>
                <a:cubicBezTo>
                  <a:pt x="312650" y="517241"/>
                  <a:pt x="486137" y="505428"/>
                  <a:pt x="659757" y="497712"/>
                </a:cubicBezTo>
                <a:cubicBezTo>
                  <a:pt x="760224" y="483359"/>
                  <a:pt x="829149" y="471790"/>
                  <a:pt x="925975" y="462988"/>
                </a:cubicBezTo>
                <a:cubicBezTo>
                  <a:pt x="976074" y="458434"/>
                  <a:pt x="1026289" y="455271"/>
                  <a:pt x="1076446" y="451413"/>
                </a:cubicBezTo>
                <a:cubicBezTo>
                  <a:pt x="1107312" y="443697"/>
                  <a:pt x="1140586" y="442493"/>
                  <a:pt x="1169043" y="428264"/>
                </a:cubicBezTo>
                <a:cubicBezTo>
                  <a:pt x="1184476" y="420547"/>
                  <a:pt x="1198973" y="410570"/>
                  <a:pt x="1215342" y="405114"/>
                </a:cubicBezTo>
                <a:cubicBezTo>
                  <a:pt x="1245525" y="395053"/>
                  <a:pt x="1307939" y="381965"/>
                  <a:pt x="1307939" y="381965"/>
                </a:cubicBezTo>
                <a:cubicBezTo>
                  <a:pt x="1319514" y="374248"/>
                  <a:pt x="1330220" y="365036"/>
                  <a:pt x="1342663" y="358815"/>
                </a:cubicBezTo>
                <a:cubicBezTo>
                  <a:pt x="1361247" y="349523"/>
                  <a:pt x="1382918" y="346678"/>
                  <a:pt x="1400537" y="335666"/>
                </a:cubicBezTo>
                <a:cubicBezTo>
                  <a:pt x="1414418" y="326991"/>
                  <a:pt x="1421941" y="310456"/>
                  <a:pt x="1435261" y="300942"/>
                </a:cubicBezTo>
                <a:cubicBezTo>
                  <a:pt x="1473648" y="273523"/>
                  <a:pt x="1478501" y="282410"/>
                  <a:pt x="1516284" y="266218"/>
                </a:cubicBezTo>
                <a:cubicBezTo>
                  <a:pt x="1601023" y="229902"/>
                  <a:pt x="1523520" y="252835"/>
                  <a:pt x="1608881" y="231494"/>
                </a:cubicBezTo>
                <a:cubicBezTo>
                  <a:pt x="1719654" y="120721"/>
                  <a:pt x="1577823" y="252199"/>
                  <a:pt x="1678329" y="185195"/>
                </a:cubicBezTo>
                <a:cubicBezTo>
                  <a:pt x="1691949" y="176115"/>
                  <a:pt x="1700132" y="160521"/>
                  <a:pt x="1713053" y="150471"/>
                </a:cubicBezTo>
                <a:cubicBezTo>
                  <a:pt x="1735014" y="133390"/>
                  <a:pt x="1759352" y="119605"/>
                  <a:pt x="1782501" y="104172"/>
                </a:cubicBezTo>
                <a:cubicBezTo>
                  <a:pt x="1794076" y="96456"/>
                  <a:pt x="1807388" y="90859"/>
                  <a:pt x="1817225" y="81023"/>
                </a:cubicBezTo>
                <a:cubicBezTo>
                  <a:pt x="1884583" y="13668"/>
                  <a:pt x="1787480" y="107741"/>
                  <a:pt x="1875099" y="34724"/>
                </a:cubicBezTo>
                <a:cubicBezTo>
                  <a:pt x="1887674" y="24245"/>
                  <a:pt x="1909823" y="0"/>
                  <a:pt x="1909823" y="0"/>
                </a:cubicBezTo>
              </a:path>
            </a:pathLst>
          </a:cu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Freeform 6"/>
          <p:cNvSpPr/>
          <p:nvPr/>
        </p:nvSpPr>
        <p:spPr>
          <a:xfrm>
            <a:off x="2650603" y="2453833"/>
            <a:ext cx="462987" cy="683159"/>
          </a:xfrm>
          <a:custGeom>
            <a:avLst/>
            <a:gdLst>
              <a:gd name="connsiteX0" fmla="*/ 0 w 462987"/>
              <a:gd name="connsiteY0" fmla="*/ 0 h 683159"/>
              <a:gd name="connsiteX1" fmla="*/ 34724 w 462987"/>
              <a:gd name="connsiteY1" fmla="*/ 277792 h 683159"/>
              <a:gd name="connsiteX2" fmla="*/ 46298 w 462987"/>
              <a:gd name="connsiteY2" fmla="*/ 671332 h 683159"/>
              <a:gd name="connsiteX3" fmla="*/ 81022 w 462987"/>
              <a:gd name="connsiteY3" fmla="*/ 682906 h 683159"/>
              <a:gd name="connsiteX4" fmla="*/ 231493 w 462987"/>
              <a:gd name="connsiteY4" fmla="*/ 659757 h 683159"/>
              <a:gd name="connsiteX5" fmla="*/ 266217 w 462987"/>
              <a:gd name="connsiteY5" fmla="*/ 636608 h 683159"/>
              <a:gd name="connsiteX6" fmla="*/ 335665 w 462987"/>
              <a:gd name="connsiteY6" fmla="*/ 578734 h 683159"/>
              <a:gd name="connsiteX7" fmla="*/ 358815 w 462987"/>
              <a:gd name="connsiteY7" fmla="*/ 544010 h 683159"/>
              <a:gd name="connsiteX8" fmla="*/ 451412 w 462987"/>
              <a:gd name="connsiteY8" fmla="*/ 509286 h 683159"/>
              <a:gd name="connsiteX9" fmla="*/ 462987 w 462987"/>
              <a:gd name="connsiteY9" fmla="*/ 497711 h 683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2987" h="683159">
                <a:moveTo>
                  <a:pt x="0" y="0"/>
                </a:moveTo>
                <a:cubicBezTo>
                  <a:pt x="24306" y="255214"/>
                  <a:pt x="-2589" y="165856"/>
                  <a:pt x="34724" y="277792"/>
                </a:cubicBezTo>
                <a:cubicBezTo>
                  <a:pt x="38582" y="408972"/>
                  <a:pt x="31397" y="540944"/>
                  <a:pt x="46298" y="671332"/>
                </a:cubicBezTo>
                <a:cubicBezTo>
                  <a:pt x="47683" y="683454"/>
                  <a:pt x="68845" y="683667"/>
                  <a:pt x="81022" y="682906"/>
                </a:cubicBezTo>
                <a:cubicBezTo>
                  <a:pt x="131670" y="679740"/>
                  <a:pt x="181336" y="667473"/>
                  <a:pt x="231493" y="659757"/>
                </a:cubicBezTo>
                <a:cubicBezTo>
                  <a:pt x="243068" y="652041"/>
                  <a:pt x="255530" y="645514"/>
                  <a:pt x="266217" y="636608"/>
                </a:cubicBezTo>
                <a:cubicBezTo>
                  <a:pt x="355338" y="562340"/>
                  <a:pt x="249453" y="636208"/>
                  <a:pt x="335665" y="578734"/>
                </a:cubicBezTo>
                <a:cubicBezTo>
                  <a:pt x="343382" y="567159"/>
                  <a:pt x="347495" y="552096"/>
                  <a:pt x="358815" y="544010"/>
                </a:cubicBezTo>
                <a:cubicBezTo>
                  <a:pt x="398619" y="515579"/>
                  <a:pt x="414240" y="527872"/>
                  <a:pt x="451412" y="509286"/>
                </a:cubicBezTo>
                <a:cubicBezTo>
                  <a:pt x="456292" y="506846"/>
                  <a:pt x="459129" y="501569"/>
                  <a:pt x="462987" y="497711"/>
                </a:cubicBezTo>
              </a:path>
            </a:pathLst>
          </a:cu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9" name="Straight Arrow Connector 8"/>
          <p:cNvCxnSpPr>
            <a:stCxn id="649291" idx="0"/>
            <a:endCxn id="649269" idx="2"/>
          </p:cNvCxnSpPr>
          <p:nvPr/>
        </p:nvCxnSpPr>
        <p:spPr>
          <a:xfrm flipH="1" flipV="1">
            <a:off x="1413669" y="3559175"/>
            <a:ext cx="840531" cy="107323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3305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162925" y="6400800"/>
            <a:ext cx="676275" cy="457200"/>
          </a:xfrm>
          <a:prstGeom prst="rect">
            <a:avLst/>
          </a:prstGeom>
        </p:spPr>
        <p:txBody>
          <a:bodyPr/>
          <a:lstStyle/>
          <a:p>
            <a:fld id="{C53235BC-F3D7-4B62-B98B-52006EF1EF87}" type="slidenum">
              <a:rPr lang="en-US" altLang="en-US"/>
              <a:pPr/>
              <a:t>50</a:t>
            </a:fld>
            <a:endParaRPr lang="en-US" altLang="en-US"/>
          </a:p>
        </p:txBody>
      </p:sp>
      <p:sp>
        <p:nvSpPr>
          <p:cNvPr id="65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Distance Vector Algorithm</a:t>
            </a:r>
          </a:p>
        </p:txBody>
      </p:sp>
      <p:sp>
        <p:nvSpPr>
          <p:cNvPr id="65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Estimates:</a:t>
            </a:r>
          </a:p>
          <a:p>
            <a:pPr lvl="1"/>
            <a:r>
              <a:rPr lang="en-US" altLang="en-US" dirty="0" err="1">
                <a:solidFill>
                  <a:srgbClr val="FF0000"/>
                </a:solidFill>
              </a:rPr>
              <a:t>D</a:t>
            </a:r>
            <a:r>
              <a:rPr lang="en-US" altLang="en-US" baseline="-25000" dirty="0" err="1">
                <a:solidFill>
                  <a:srgbClr val="FF0000"/>
                </a:solidFill>
              </a:rPr>
              <a:t>x</a:t>
            </a:r>
            <a:r>
              <a:rPr lang="en-US" altLang="en-US" dirty="0">
                <a:solidFill>
                  <a:srgbClr val="FF0000"/>
                </a:solidFill>
              </a:rPr>
              <a:t>(y)</a:t>
            </a:r>
            <a:r>
              <a:rPr lang="en-US" altLang="en-US" dirty="0"/>
              <a:t> = estimate of least cost from x to y</a:t>
            </a:r>
          </a:p>
          <a:p>
            <a:pPr lvl="1"/>
            <a:r>
              <a:rPr lang="en-US" altLang="en-US" dirty="0"/>
              <a:t>Distance vector: </a:t>
            </a:r>
            <a:r>
              <a:rPr lang="en-US" altLang="en-US" b="1" dirty="0" err="1">
                <a:solidFill>
                  <a:srgbClr val="FF0000"/>
                </a:solidFill>
              </a:rPr>
              <a:t>D</a:t>
            </a:r>
            <a:r>
              <a:rPr lang="en-US" altLang="en-US" baseline="-25000" dirty="0" err="1">
                <a:solidFill>
                  <a:srgbClr val="FF0000"/>
                </a:solidFill>
              </a:rPr>
              <a:t>x</a:t>
            </a:r>
            <a:r>
              <a:rPr lang="en-US" altLang="en-US" dirty="0">
                <a:solidFill>
                  <a:srgbClr val="FF0000"/>
                </a:solidFill>
              </a:rPr>
              <a:t> = [</a:t>
            </a:r>
            <a:r>
              <a:rPr lang="en-US" altLang="en-US" dirty="0" err="1">
                <a:solidFill>
                  <a:srgbClr val="FF0000"/>
                </a:solidFill>
              </a:rPr>
              <a:t>D</a:t>
            </a:r>
            <a:r>
              <a:rPr lang="en-US" altLang="en-US" baseline="-25000" dirty="0" err="1">
                <a:solidFill>
                  <a:srgbClr val="FF0000"/>
                </a:solidFill>
              </a:rPr>
              <a:t>x</a:t>
            </a:r>
            <a:r>
              <a:rPr lang="en-US" altLang="en-US" dirty="0">
                <a:solidFill>
                  <a:srgbClr val="FF0000"/>
                </a:solidFill>
              </a:rPr>
              <a:t>(y): y </a:t>
            </a:r>
            <a:r>
              <a:rPr lang="ru-RU" altLang="en-US" dirty="0">
                <a:solidFill>
                  <a:srgbClr val="FF0000"/>
                </a:solidFill>
              </a:rPr>
              <a:t>є</a:t>
            </a:r>
            <a:r>
              <a:rPr lang="en-US" altLang="en-US" dirty="0">
                <a:solidFill>
                  <a:srgbClr val="FF0000"/>
                </a:solidFill>
              </a:rPr>
              <a:t> N ]</a:t>
            </a:r>
            <a:endParaRPr lang="ru-RU" altLang="en-US" dirty="0">
              <a:solidFill>
                <a:srgbClr val="FF0000"/>
              </a:solidFill>
            </a:endParaRPr>
          </a:p>
          <a:p>
            <a:r>
              <a:rPr lang="en-US" altLang="en-US" dirty="0"/>
              <a:t>Each node x:</a:t>
            </a:r>
          </a:p>
          <a:p>
            <a:pPr lvl="1"/>
            <a:r>
              <a:rPr lang="en-US" altLang="en-US" dirty="0"/>
              <a:t>Node x knows cost to each neighbor v: </a:t>
            </a:r>
            <a:r>
              <a:rPr lang="en-US" altLang="en-US" dirty="0">
                <a:solidFill>
                  <a:srgbClr val="FF0000"/>
                </a:solidFill>
              </a:rPr>
              <a:t>c(</a:t>
            </a:r>
            <a:r>
              <a:rPr lang="en-US" altLang="en-US" dirty="0" err="1">
                <a:solidFill>
                  <a:srgbClr val="FF0000"/>
                </a:solidFill>
              </a:rPr>
              <a:t>x,v</a:t>
            </a:r>
            <a:r>
              <a:rPr lang="en-US" altLang="en-US" dirty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en-US" altLang="en-US" dirty="0"/>
              <a:t>Node x maintains </a:t>
            </a:r>
            <a:r>
              <a:rPr lang="en-US" altLang="en-US" b="1" dirty="0" err="1">
                <a:solidFill>
                  <a:srgbClr val="FF0000"/>
                </a:solidFill>
              </a:rPr>
              <a:t>D</a:t>
            </a:r>
            <a:r>
              <a:rPr lang="en-US" altLang="en-US" baseline="-25000" dirty="0" err="1">
                <a:solidFill>
                  <a:srgbClr val="FF0000"/>
                </a:solidFill>
              </a:rPr>
              <a:t>x</a:t>
            </a:r>
            <a:r>
              <a:rPr lang="en-US" altLang="en-US" dirty="0">
                <a:solidFill>
                  <a:srgbClr val="FF0000"/>
                </a:solidFill>
              </a:rPr>
              <a:t> = [</a:t>
            </a:r>
            <a:r>
              <a:rPr lang="en-US" altLang="en-US" dirty="0" err="1">
                <a:solidFill>
                  <a:srgbClr val="FF0000"/>
                </a:solidFill>
              </a:rPr>
              <a:t>D</a:t>
            </a:r>
            <a:r>
              <a:rPr lang="en-US" altLang="en-US" baseline="-25000" dirty="0" err="1">
                <a:solidFill>
                  <a:srgbClr val="FF0000"/>
                </a:solidFill>
              </a:rPr>
              <a:t>x</a:t>
            </a:r>
            <a:r>
              <a:rPr lang="en-US" altLang="en-US" dirty="0">
                <a:solidFill>
                  <a:srgbClr val="FF0000"/>
                </a:solidFill>
              </a:rPr>
              <a:t>(y): y </a:t>
            </a:r>
            <a:r>
              <a:rPr lang="ru-RU" altLang="en-US" dirty="0">
                <a:solidFill>
                  <a:srgbClr val="FF0000"/>
                </a:solidFill>
              </a:rPr>
              <a:t>є</a:t>
            </a:r>
            <a:r>
              <a:rPr lang="en-US" altLang="en-US" dirty="0">
                <a:solidFill>
                  <a:srgbClr val="FF0000"/>
                </a:solidFill>
              </a:rPr>
              <a:t> N ]</a:t>
            </a:r>
          </a:p>
          <a:p>
            <a:pPr lvl="1"/>
            <a:r>
              <a:rPr lang="en-US" altLang="en-US" dirty="0"/>
              <a:t>Node x also maintains its neighbors’ distance vectors</a:t>
            </a:r>
          </a:p>
          <a:p>
            <a:pPr lvl="2"/>
            <a:r>
              <a:rPr lang="en-US" altLang="en-US" dirty="0"/>
              <a:t>For each neighbor v, x maintains </a:t>
            </a:r>
            <a:br>
              <a:rPr lang="en-US" altLang="en-US" dirty="0"/>
            </a:br>
            <a:r>
              <a:rPr lang="en-US" altLang="en-US" b="1" dirty="0" err="1">
                <a:solidFill>
                  <a:srgbClr val="FF0000"/>
                </a:solidFill>
              </a:rPr>
              <a:t>D</a:t>
            </a:r>
            <a:r>
              <a:rPr lang="en-US" altLang="en-US" baseline="-25000" dirty="0" err="1">
                <a:solidFill>
                  <a:srgbClr val="FF0000"/>
                </a:solidFill>
              </a:rPr>
              <a:t>v</a:t>
            </a:r>
            <a:r>
              <a:rPr lang="en-US" altLang="en-US" dirty="0">
                <a:solidFill>
                  <a:srgbClr val="FF0000"/>
                </a:solidFill>
              </a:rPr>
              <a:t> = [</a:t>
            </a:r>
            <a:r>
              <a:rPr lang="en-US" altLang="en-US" dirty="0" err="1">
                <a:solidFill>
                  <a:srgbClr val="FF0000"/>
                </a:solidFill>
              </a:rPr>
              <a:t>D</a:t>
            </a:r>
            <a:r>
              <a:rPr lang="en-US" altLang="en-US" baseline="-25000" dirty="0" err="1">
                <a:solidFill>
                  <a:srgbClr val="FF0000"/>
                </a:solidFill>
              </a:rPr>
              <a:t>v</a:t>
            </a:r>
            <a:r>
              <a:rPr lang="en-US" altLang="en-US" dirty="0">
                <a:solidFill>
                  <a:srgbClr val="FF0000"/>
                </a:solidFill>
              </a:rPr>
              <a:t>(y): y </a:t>
            </a:r>
            <a:r>
              <a:rPr lang="ru-RU" altLang="en-US" dirty="0">
                <a:solidFill>
                  <a:srgbClr val="FF0000"/>
                </a:solidFill>
              </a:rPr>
              <a:t>є</a:t>
            </a:r>
            <a:r>
              <a:rPr lang="en-US" altLang="en-US" dirty="0">
                <a:solidFill>
                  <a:srgbClr val="FF0000"/>
                </a:solidFill>
              </a:rPr>
              <a:t> N ]</a:t>
            </a:r>
            <a:endParaRPr lang="en-US" altLang="en-US" dirty="0"/>
          </a:p>
          <a:p>
            <a:pPr>
              <a:buFont typeface="ZapfDingbats" pitchFamily="82" charset="2"/>
              <a:buNone/>
            </a:pPr>
            <a:endParaRPr lang="en-US" altLang="en-US" dirty="0">
              <a:solidFill>
                <a:srgbClr val="FF0000"/>
              </a:solidFill>
            </a:endParaRP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280881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An illustration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51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1261641" y="2101413"/>
            <a:ext cx="609600" cy="6096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solidFill>
                  <a:schemeClr val="tx1"/>
                </a:solidFill>
              </a:rPr>
              <a:t>u</a:t>
            </a:r>
          </a:p>
        </p:txBody>
      </p:sp>
      <p:sp>
        <p:nvSpPr>
          <p:cNvPr id="6" name="Oval 5"/>
          <p:cNvSpPr/>
          <p:nvPr/>
        </p:nvSpPr>
        <p:spPr>
          <a:xfrm>
            <a:off x="3014241" y="2101413"/>
            <a:ext cx="6096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7" name="Oval 6"/>
          <p:cNvSpPr/>
          <p:nvPr/>
        </p:nvSpPr>
        <p:spPr>
          <a:xfrm>
            <a:off x="1261641" y="3473013"/>
            <a:ext cx="6096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8" name="Oval 7"/>
          <p:cNvSpPr/>
          <p:nvPr/>
        </p:nvSpPr>
        <p:spPr>
          <a:xfrm>
            <a:off x="3014241" y="3473013"/>
            <a:ext cx="6096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solidFill>
                  <a:schemeClr val="tx1"/>
                </a:solidFill>
              </a:rPr>
              <a:t>w</a:t>
            </a:r>
          </a:p>
        </p:txBody>
      </p:sp>
      <p:cxnSp>
        <p:nvCxnSpPr>
          <p:cNvPr id="10" name="Straight Connector 9"/>
          <p:cNvCxnSpPr>
            <a:stCxn id="5" idx="6"/>
            <a:endCxn id="6" idx="2"/>
          </p:cNvCxnSpPr>
          <p:nvPr/>
        </p:nvCxnSpPr>
        <p:spPr>
          <a:xfrm>
            <a:off x="1871241" y="2406213"/>
            <a:ext cx="1143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5" idx="4"/>
            <a:endCxn id="7" idx="0"/>
          </p:cNvCxnSpPr>
          <p:nvPr/>
        </p:nvCxnSpPr>
        <p:spPr>
          <a:xfrm>
            <a:off x="1566441" y="2711013"/>
            <a:ext cx="0" cy="76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7" idx="6"/>
            <a:endCxn id="8" idx="2"/>
          </p:cNvCxnSpPr>
          <p:nvPr/>
        </p:nvCxnSpPr>
        <p:spPr>
          <a:xfrm>
            <a:off x="1871241" y="3777813"/>
            <a:ext cx="1143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4"/>
            <a:endCxn id="8" idx="0"/>
          </p:cNvCxnSpPr>
          <p:nvPr/>
        </p:nvCxnSpPr>
        <p:spPr>
          <a:xfrm>
            <a:off x="3319041" y="2711013"/>
            <a:ext cx="0" cy="76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57800" y="2406213"/>
            <a:ext cx="2133600" cy="3048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b="1" dirty="0">
                <a:solidFill>
                  <a:srgbClr val="FF0000"/>
                </a:solidFill>
              </a:rPr>
              <a:t>D</a:t>
            </a:r>
            <a:r>
              <a:rPr lang="en-US" altLang="en-US" baseline="-25000" dirty="0">
                <a:solidFill>
                  <a:srgbClr val="FF0000"/>
                </a:solidFill>
              </a:rPr>
              <a:t>u</a:t>
            </a:r>
            <a:endParaRPr lang="en-NZ" dirty="0"/>
          </a:p>
        </p:txBody>
      </p:sp>
      <p:sp>
        <p:nvSpPr>
          <p:cNvPr id="18" name="Rounded Rectangle 17"/>
          <p:cNvSpPr/>
          <p:nvPr/>
        </p:nvSpPr>
        <p:spPr>
          <a:xfrm>
            <a:off x="5257800" y="3092013"/>
            <a:ext cx="2133600" cy="304800"/>
          </a:xfrm>
          <a:prstGeom prst="roundRec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b="1" dirty="0" err="1">
                <a:solidFill>
                  <a:srgbClr val="FF0000"/>
                </a:solidFill>
              </a:rPr>
              <a:t>D</a:t>
            </a:r>
            <a:r>
              <a:rPr lang="en-US" altLang="en-US" baseline="-25000" dirty="0" err="1">
                <a:solidFill>
                  <a:srgbClr val="FF0000"/>
                </a:solidFill>
              </a:rPr>
              <a:t>v</a:t>
            </a:r>
            <a:endParaRPr lang="en-NZ" dirty="0"/>
          </a:p>
        </p:txBody>
      </p:sp>
      <p:sp>
        <p:nvSpPr>
          <p:cNvPr id="19" name="Rounded Rectangle 18"/>
          <p:cNvSpPr/>
          <p:nvPr/>
        </p:nvSpPr>
        <p:spPr>
          <a:xfrm>
            <a:off x="5257800" y="3777813"/>
            <a:ext cx="2133600" cy="304800"/>
          </a:xfrm>
          <a:prstGeom prst="roundRect">
            <a:avLst/>
          </a:prstGeom>
          <a:solidFill>
            <a:schemeClr val="accent1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b="1" dirty="0" err="1">
                <a:solidFill>
                  <a:srgbClr val="FF0000"/>
                </a:solidFill>
              </a:rPr>
              <a:t>D</a:t>
            </a:r>
            <a:r>
              <a:rPr lang="en-US" altLang="en-US" baseline="-25000" dirty="0" err="1">
                <a:solidFill>
                  <a:srgbClr val="FF0000"/>
                </a:solidFill>
              </a:rPr>
              <a:t>x</a:t>
            </a:r>
            <a:endParaRPr lang="en-NZ" dirty="0"/>
          </a:p>
        </p:txBody>
      </p:sp>
      <p:sp>
        <p:nvSpPr>
          <p:cNvPr id="20" name="TextBox 19"/>
          <p:cNvSpPr txBox="1"/>
          <p:nvPr/>
        </p:nvSpPr>
        <p:spPr>
          <a:xfrm>
            <a:off x="4866508" y="1852683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Distance vectors at node u</a:t>
            </a:r>
          </a:p>
        </p:txBody>
      </p:sp>
    </p:spTree>
    <p:extLst>
      <p:ext uri="{BB962C8B-B14F-4D97-AF65-F5344CB8AC3E}">
        <p14:creationId xmlns:p14="http://schemas.microsoft.com/office/powerpoint/2010/main" val="38090787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162925" y="6400800"/>
            <a:ext cx="676275" cy="457200"/>
          </a:xfrm>
          <a:prstGeom prst="rect">
            <a:avLst/>
          </a:prstGeom>
        </p:spPr>
        <p:txBody>
          <a:bodyPr/>
          <a:lstStyle/>
          <a:p>
            <a:fld id="{5B5A7574-2E7A-4D13-BA32-66F513DC7730}" type="slidenum">
              <a:rPr lang="en-US" altLang="en-US"/>
              <a:pPr/>
              <a:t>52</a:t>
            </a:fld>
            <a:endParaRPr lang="en-US" altLang="en-US"/>
          </a:p>
        </p:txBody>
      </p:sp>
      <p:sp>
        <p:nvSpPr>
          <p:cNvPr id="65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Distance vector algorithm</a:t>
            </a:r>
          </a:p>
        </p:txBody>
      </p:sp>
      <p:sp>
        <p:nvSpPr>
          <p:cNvPr id="65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071488"/>
            <a:ext cx="7772400" cy="2414588"/>
          </a:xfrm>
        </p:spPr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altLang="en-US" sz="2400" u="sng" dirty="0">
                <a:solidFill>
                  <a:srgbClr val="FF0000"/>
                </a:solidFill>
              </a:rPr>
              <a:t>Basic idea:</a:t>
            </a:r>
            <a:r>
              <a:rPr lang="en-US" altLang="en-US" sz="2400" dirty="0"/>
              <a:t> </a:t>
            </a:r>
          </a:p>
          <a:p>
            <a:r>
              <a:rPr lang="en-US" altLang="en-US" sz="2400" dirty="0"/>
              <a:t>Each node periodically sends its own distance vector estimate to </a:t>
            </a:r>
            <a:r>
              <a:rPr lang="en-US" altLang="en-US" sz="2400" dirty="0" err="1"/>
              <a:t>neighbours</a:t>
            </a:r>
            <a:endParaRPr lang="en-US" altLang="en-US" sz="2400" dirty="0"/>
          </a:p>
          <a:p>
            <a:r>
              <a:rPr lang="en-US" altLang="en-US" sz="2400" dirty="0"/>
              <a:t>When a node x receives new DV estimate from neighbor, it updates its own DV using B-F equation:</a:t>
            </a:r>
          </a:p>
        </p:txBody>
      </p:sp>
      <p:sp>
        <p:nvSpPr>
          <p:cNvPr id="651268" name="Rectangle 4"/>
          <p:cNvSpPr>
            <a:spLocks noChangeArrowheads="1"/>
          </p:cNvSpPr>
          <p:nvPr/>
        </p:nvSpPr>
        <p:spPr bwMode="auto">
          <a:xfrm>
            <a:off x="941387" y="3257476"/>
            <a:ext cx="7108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en-US" sz="2400" i="1" dirty="0" err="1">
                <a:solidFill>
                  <a:srgbClr val="FF0000"/>
                </a:solidFill>
                <a:latin typeface="Times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400" i="1" baseline="-30000" dirty="0" err="1">
                <a:solidFill>
                  <a:srgbClr val="FF0000"/>
                </a:solidFill>
                <a:latin typeface="Times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 i="1" dirty="0">
                <a:solidFill>
                  <a:srgbClr val="FF0000"/>
                </a:solidFill>
                <a:latin typeface="Times" panose="02020603050405020304" pitchFamily="18" charset="0"/>
                <a:cs typeface="Times New Roman" panose="02020603050405020304" pitchFamily="18" charset="0"/>
              </a:rPr>
              <a:t>(y) </a:t>
            </a:r>
            <a:r>
              <a:rPr lang="en-US" altLang="en-US" sz="2400" i="1" dirty="0">
                <a:solidFill>
                  <a:srgbClr val="FF0000"/>
                </a:solidFill>
                <a:latin typeface="Times" panose="02020603050405020304" pitchFamily="18" charset="0"/>
                <a:ea typeface="Times New Roman" panose="02020603050405020304" pitchFamily="18" charset="0"/>
                <a:cs typeface="Times" panose="02020603050405020304" pitchFamily="18" charset="0"/>
              </a:rPr>
              <a:t>←</a:t>
            </a:r>
            <a:r>
              <a:rPr lang="en-US" altLang="en-US" sz="2400" i="1" dirty="0">
                <a:solidFill>
                  <a:srgbClr val="FF0000"/>
                </a:solidFill>
                <a:latin typeface="Times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i="1" dirty="0" err="1">
                <a:solidFill>
                  <a:srgbClr val="FF0000"/>
                </a:solidFill>
                <a:latin typeface="Times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altLang="en-US" sz="2400" i="1" baseline="-30000" dirty="0" err="1">
                <a:solidFill>
                  <a:srgbClr val="FF0000"/>
                </a:solidFill>
                <a:latin typeface="Times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400" i="1" dirty="0">
                <a:solidFill>
                  <a:srgbClr val="FF0000"/>
                </a:solidFill>
                <a:latin typeface="Times" panose="02020603050405020304" pitchFamily="18" charset="0"/>
                <a:cs typeface="Times New Roman" panose="02020603050405020304" pitchFamily="18" charset="0"/>
              </a:rPr>
              <a:t>{c(</a:t>
            </a:r>
            <a:r>
              <a:rPr lang="en-US" altLang="en-US" sz="2400" i="1" dirty="0" err="1">
                <a:solidFill>
                  <a:srgbClr val="FF0000"/>
                </a:solidFill>
                <a:latin typeface="Times" panose="02020603050405020304" pitchFamily="18" charset="0"/>
                <a:cs typeface="Times New Roman" panose="02020603050405020304" pitchFamily="18" charset="0"/>
              </a:rPr>
              <a:t>x,v</a:t>
            </a:r>
            <a:r>
              <a:rPr lang="en-US" altLang="en-US" sz="2400" i="1" dirty="0">
                <a:solidFill>
                  <a:srgbClr val="FF0000"/>
                </a:solidFill>
                <a:latin typeface="Times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altLang="en-US" sz="2400" i="1" dirty="0" err="1">
                <a:solidFill>
                  <a:srgbClr val="FF0000"/>
                </a:solidFill>
                <a:latin typeface="Times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400" i="1" baseline="-30000" dirty="0" err="1">
                <a:solidFill>
                  <a:srgbClr val="FF0000"/>
                </a:solidFill>
                <a:latin typeface="Times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2400" i="1" dirty="0">
                <a:solidFill>
                  <a:srgbClr val="FF0000"/>
                </a:solidFill>
                <a:latin typeface="Times" panose="02020603050405020304" pitchFamily="18" charset="0"/>
                <a:cs typeface="Times New Roman" panose="02020603050405020304" pitchFamily="18" charset="0"/>
              </a:rPr>
              <a:t>(y)}    for each node y </a:t>
            </a:r>
            <a:r>
              <a:rPr lang="en-US" altLang="en-US" sz="2400" i="1" dirty="0">
                <a:solidFill>
                  <a:srgbClr val="FF0000"/>
                </a:solidFill>
                <a:latin typeface="MS Mincho" panose="02020609040205080304" pitchFamily="49" charset="-128"/>
                <a:ea typeface="MS Mincho" panose="02020609040205080304" pitchFamily="49" charset="-128"/>
              </a:rPr>
              <a:t>∊</a:t>
            </a:r>
            <a:r>
              <a:rPr lang="en-US" altLang="en-US" sz="2400" i="1" dirty="0">
                <a:solidFill>
                  <a:srgbClr val="FF0000"/>
                </a:solidFill>
                <a:latin typeface="Times" panose="02020603050405020304" pitchFamily="18" charset="0"/>
                <a:cs typeface="Times New Roman" panose="02020603050405020304" pitchFamily="18" charset="0"/>
              </a:rPr>
              <a:t> N</a:t>
            </a:r>
          </a:p>
        </p:txBody>
      </p:sp>
      <p:sp>
        <p:nvSpPr>
          <p:cNvPr id="651269" name="Rectangle 5"/>
          <p:cNvSpPr>
            <a:spLocks noChangeArrowheads="1"/>
          </p:cNvSpPr>
          <p:nvPr/>
        </p:nvSpPr>
        <p:spPr bwMode="auto">
          <a:xfrm>
            <a:off x="479385" y="4038600"/>
            <a:ext cx="7772400" cy="150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Amazingly, as long as all the nodes continue to exchange their distance vectors in an asynchronous fashion, the estimate </a:t>
            </a:r>
            <a:r>
              <a:rPr lang="en-US" altLang="en-US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2400" i="1" baseline="-300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(y</a:t>
            </a:r>
            <a:r>
              <a:rPr lang="en-US" altLang="en-US" sz="2400" i="1">
                <a:latin typeface="Arial" panose="020B0604020202020204" pitchFamily="34" charset="0"/>
                <a:cs typeface="Arial" panose="020B0604020202020204" pitchFamily="34" charset="0"/>
              </a:rPr>
              <a:t>) converges to </a:t>
            </a:r>
            <a:r>
              <a:rPr lang="en-US" alt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the actual least cost 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(y) </a:t>
            </a:r>
          </a:p>
        </p:txBody>
      </p:sp>
    </p:spTree>
    <p:extLst>
      <p:ext uri="{BB962C8B-B14F-4D97-AF65-F5344CB8AC3E}">
        <p14:creationId xmlns:p14="http://schemas.microsoft.com/office/powerpoint/2010/main" val="26250370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461AB-9C14-4F15-AE53-74F528DB0C3B}" type="slidenum">
              <a:rPr lang="en-US" altLang="en-US"/>
              <a:pPr/>
              <a:t>53</a:t>
            </a:fld>
            <a:endParaRPr lang="en-US" altLang="en-US"/>
          </a:p>
        </p:txBody>
      </p:sp>
      <p:sp>
        <p:nvSpPr>
          <p:cNvPr id="65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Distance Vector Algorithm</a:t>
            </a:r>
            <a:endParaRPr lang="en-US" altLang="en-US" dirty="0"/>
          </a:p>
        </p:txBody>
      </p:sp>
      <p:sp>
        <p:nvSpPr>
          <p:cNvPr id="652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61975" y="1362075"/>
            <a:ext cx="3781425" cy="4648200"/>
          </a:xfrm>
        </p:spPr>
        <p:txBody>
          <a:bodyPr/>
          <a:lstStyle/>
          <a:p>
            <a:pPr>
              <a:lnSpc>
                <a:spcPct val="80000"/>
              </a:lnSpc>
              <a:buFont typeface="ZapfDingbats" pitchFamily="82" charset="2"/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Iterative, asynchronous: </a:t>
            </a:r>
            <a:r>
              <a:rPr lang="en-US" altLang="en-US" sz="2000" dirty="0"/>
              <a:t>each local iteration caused by: </a:t>
            </a:r>
          </a:p>
          <a:p>
            <a:pPr>
              <a:lnSpc>
                <a:spcPct val="80000"/>
              </a:lnSpc>
            </a:pPr>
            <a:r>
              <a:rPr lang="en-US" altLang="en-US" sz="2000" dirty="0"/>
              <a:t>local link cost change </a:t>
            </a:r>
          </a:p>
          <a:p>
            <a:pPr>
              <a:lnSpc>
                <a:spcPct val="80000"/>
              </a:lnSpc>
            </a:pPr>
            <a:r>
              <a:rPr lang="en-US" altLang="en-US" sz="2000" dirty="0"/>
              <a:t>DV update message from </a:t>
            </a:r>
            <a:r>
              <a:rPr lang="en-US" altLang="en-US" sz="2000" dirty="0" err="1"/>
              <a:t>neighbour</a:t>
            </a:r>
            <a:endParaRPr lang="en-US" altLang="en-US" sz="2000" dirty="0"/>
          </a:p>
          <a:p>
            <a:pPr>
              <a:lnSpc>
                <a:spcPct val="80000"/>
              </a:lnSpc>
              <a:buFont typeface="ZapfDingbats" pitchFamily="82" charset="2"/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Distributed:</a:t>
            </a:r>
            <a:endParaRPr lang="en-US" altLang="en-US" sz="2400" dirty="0"/>
          </a:p>
          <a:p>
            <a:pPr>
              <a:lnSpc>
                <a:spcPct val="80000"/>
              </a:lnSpc>
            </a:pPr>
            <a:r>
              <a:rPr lang="en-US" altLang="en-US" sz="2000" dirty="0"/>
              <a:t>each node notifies </a:t>
            </a:r>
            <a:r>
              <a:rPr lang="en-US" altLang="en-US" sz="2000" dirty="0" err="1"/>
              <a:t>neighbours</a:t>
            </a:r>
            <a:r>
              <a:rPr lang="en-US" altLang="en-US" sz="2000" dirty="0"/>
              <a:t> </a:t>
            </a:r>
            <a:r>
              <a:rPr lang="en-US" altLang="en-US" sz="2000" i="1" dirty="0"/>
              <a:t>only</a:t>
            </a:r>
            <a:r>
              <a:rPr lang="en-US" altLang="en-US" sz="2000" dirty="0"/>
              <a:t> when its DV changes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 err="1"/>
              <a:t>neighbours</a:t>
            </a:r>
            <a:r>
              <a:rPr lang="en-US" altLang="en-US" sz="1800" dirty="0"/>
              <a:t> then notify their </a:t>
            </a:r>
            <a:r>
              <a:rPr lang="en-US" altLang="en-US" sz="1800" dirty="0" err="1"/>
              <a:t>neighbours</a:t>
            </a:r>
            <a:r>
              <a:rPr lang="en-US" altLang="en-US" sz="1800" dirty="0"/>
              <a:t> if necessary</a:t>
            </a:r>
          </a:p>
        </p:txBody>
      </p:sp>
      <p:grpSp>
        <p:nvGrpSpPr>
          <p:cNvPr id="652292" name="Group 4"/>
          <p:cNvGrpSpPr>
            <a:grpSpLocks/>
          </p:cNvGrpSpPr>
          <p:nvPr/>
        </p:nvGrpSpPr>
        <p:grpSpPr bwMode="auto">
          <a:xfrm>
            <a:off x="5229225" y="1762125"/>
            <a:ext cx="3552825" cy="4186238"/>
            <a:chOff x="3354" y="954"/>
            <a:chExt cx="2238" cy="2637"/>
          </a:xfrm>
        </p:grpSpPr>
        <p:sp>
          <p:nvSpPr>
            <p:cNvPr id="652293" name="Text Box 5"/>
            <p:cNvSpPr txBox="1">
              <a:spLocks noChangeArrowheads="1"/>
            </p:cNvSpPr>
            <p:nvPr/>
          </p:nvSpPr>
          <p:spPr bwMode="auto">
            <a:xfrm>
              <a:off x="3372" y="954"/>
              <a:ext cx="2220" cy="2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en-US" altLang="en-US" sz="2400" dirty="0">
                <a:latin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en-US" sz="2400" i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wait</a:t>
              </a:r>
              <a:r>
                <a:rPr lang="en-US" altLang="en-US" sz="2000" dirty="0">
                  <a:latin typeface="Arial" panose="020B0604020202020204" pitchFamily="34" charset="0"/>
                </a:rPr>
                <a:t> for (change in local link cost or </a:t>
              </a:r>
              <a:r>
                <a:rPr lang="en-US" altLang="en-US" sz="2000" dirty="0" err="1">
                  <a:latin typeface="Arial" panose="020B0604020202020204" pitchFamily="34" charset="0"/>
                </a:rPr>
                <a:t>msg</a:t>
              </a:r>
              <a:r>
                <a:rPr lang="en-US" altLang="en-US" sz="2000" dirty="0">
                  <a:latin typeface="Arial" panose="020B0604020202020204" pitchFamily="34" charset="0"/>
                </a:rPr>
                <a:t> from neighbor)</a:t>
              </a:r>
            </a:p>
            <a:p>
              <a:pPr>
                <a:spcBef>
                  <a:spcPct val="50000"/>
                </a:spcBef>
              </a:pPr>
              <a:endParaRPr lang="en-US" altLang="en-US" sz="2000" dirty="0">
                <a:latin typeface="Arial" panose="020B060402020202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en-US" sz="2400" i="1" dirty="0" err="1">
                  <a:solidFill>
                    <a:schemeClr val="accent2"/>
                  </a:solidFill>
                  <a:latin typeface="Arial" panose="020B0604020202020204" pitchFamily="34" charset="0"/>
                </a:rPr>
                <a:t>recompute</a:t>
              </a:r>
              <a:r>
                <a:rPr lang="en-US" altLang="en-US" sz="2000" dirty="0">
                  <a:latin typeface="Arial" panose="020B0604020202020204" pitchFamily="34" charset="0"/>
                </a:rPr>
                <a:t> estimates</a:t>
              </a:r>
            </a:p>
            <a:p>
              <a:pPr>
                <a:spcBef>
                  <a:spcPct val="50000"/>
                </a:spcBef>
              </a:pPr>
              <a:endParaRPr lang="en-US" altLang="en-US" sz="2000" dirty="0">
                <a:latin typeface="Arial" panose="020B060402020202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en-US" sz="2000" dirty="0">
                  <a:latin typeface="Arial" panose="020B0604020202020204" pitchFamily="34" charset="0"/>
                </a:rPr>
                <a:t>if DV to any </a:t>
              </a:r>
              <a:r>
                <a:rPr lang="en-US" altLang="en-US" sz="2000" dirty="0" err="1">
                  <a:latin typeface="Arial" panose="020B0604020202020204" pitchFamily="34" charset="0"/>
                </a:rPr>
                <a:t>dest</a:t>
              </a:r>
              <a:r>
                <a:rPr lang="en-US" altLang="en-US" sz="2000" dirty="0">
                  <a:latin typeface="Arial" panose="020B0604020202020204" pitchFamily="34" charset="0"/>
                </a:rPr>
                <a:t> has changed, </a:t>
              </a:r>
              <a:r>
                <a:rPr lang="en-US" altLang="en-US" sz="2400" i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notify</a:t>
              </a:r>
              <a:r>
                <a:rPr lang="en-US" altLang="en-US" sz="2000" dirty="0">
                  <a:latin typeface="Arial" panose="020B0604020202020204" pitchFamily="34" charset="0"/>
                </a:rPr>
                <a:t> neighbors </a:t>
              </a:r>
              <a:endParaRPr lang="en-US" altLang="en-US" sz="2400" dirty="0">
                <a:latin typeface="Arial" panose="020B0604020202020204" pitchFamily="34" charset="0"/>
              </a:endParaRPr>
            </a:p>
            <a:p>
              <a:pPr algn="ctr">
                <a:spcBef>
                  <a:spcPct val="50000"/>
                </a:spcBef>
              </a:pP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652294" name="Line 6"/>
            <p:cNvSpPr>
              <a:spLocks noChangeShapeType="1"/>
            </p:cNvSpPr>
            <p:nvPr/>
          </p:nvSpPr>
          <p:spPr bwMode="auto">
            <a:xfrm>
              <a:off x="4344" y="1776"/>
              <a:ext cx="0" cy="37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2295" name="Line 7"/>
            <p:cNvSpPr>
              <a:spLocks noChangeShapeType="1"/>
            </p:cNvSpPr>
            <p:nvPr/>
          </p:nvSpPr>
          <p:spPr bwMode="auto">
            <a:xfrm>
              <a:off x="4338" y="2418"/>
              <a:ext cx="0" cy="37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2296" name="Freeform 8"/>
            <p:cNvSpPr>
              <a:spLocks/>
            </p:cNvSpPr>
            <p:nvPr/>
          </p:nvSpPr>
          <p:spPr bwMode="auto">
            <a:xfrm>
              <a:off x="3354" y="1212"/>
              <a:ext cx="978" cy="2256"/>
            </a:xfrm>
            <a:custGeom>
              <a:avLst/>
              <a:gdLst>
                <a:gd name="T0" fmla="*/ 960 w 978"/>
                <a:gd name="T1" fmla="*/ 2010 h 2256"/>
                <a:gd name="T2" fmla="*/ 961 w 978"/>
                <a:gd name="T3" fmla="*/ 2256 h 2256"/>
                <a:gd name="T4" fmla="*/ 0 w 978"/>
                <a:gd name="T5" fmla="*/ 2256 h 2256"/>
                <a:gd name="T6" fmla="*/ 0 w 978"/>
                <a:gd name="T7" fmla="*/ 0 h 2256"/>
                <a:gd name="T8" fmla="*/ 978 w 978"/>
                <a:gd name="T9" fmla="*/ 0 h 2256"/>
                <a:gd name="T10" fmla="*/ 978 w 978"/>
                <a:gd name="T11" fmla="*/ 155 h 2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8" h="2256">
                  <a:moveTo>
                    <a:pt x="960" y="2010"/>
                  </a:moveTo>
                  <a:lnTo>
                    <a:pt x="961" y="2256"/>
                  </a:lnTo>
                  <a:lnTo>
                    <a:pt x="0" y="2256"/>
                  </a:lnTo>
                  <a:lnTo>
                    <a:pt x="0" y="0"/>
                  </a:lnTo>
                  <a:lnTo>
                    <a:pt x="978" y="0"/>
                  </a:lnTo>
                  <a:lnTo>
                    <a:pt x="978" y="155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</p:grpSp>
      <p:sp>
        <p:nvSpPr>
          <p:cNvPr id="652297" name="Text Box 9"/>
          <p:cNvSpPr txBox="1">
            <a:spLocks noChangeArrowheads="1"/>
          </p:cNvSpPr>
          <p:nvPr/>
        </p:nvSpPr>
        <p:spPr bwMode="auto">
          <a:xfrm>
            <a:off x="4873625" y="1379538"/>
            <a:ext cx="1711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>
                <a:solidFill>
                  <a:srgbClr val="FF0000"/>
                </a:solidFill>
              </a:rPr>
              <a:t>Each node: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6876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Distance Vector Algorithm</a:t>
            </a:r>
            <a:endParaRPr lang="en-NZ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20311-A3DC-4B7A-B5CB-5D0CF7C088D7}" type="slidenum">
              <a:rPr lang="en-US" altLang="en-US" smtClean="0"/>
              <a:pPr/>
              <a:t>54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3"/>
              <p:cNvSpPr txBox="1">
                <a:spLocks noChangeArrowheads="1"/>
              </p:cNvSpPr>
              <p:nvPr/>
            </p:nvSpPr>
            <p:spPr bwMode="auto">
              <a:xfrm>
                <a:off x="781539" y="1447800"/>
                <a:ext cx="7580921" cy="47089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altLang="en-US" sz="2000" b="0" dirty="0">
                    <a:latin typeface="Arial" panose="020B0604020202020204" pitchFamily="34" charset="0"/>
                  </a:rPr>
                  <a:t>1 </a:t>
                </a:r>
                <a:r>
                  <a:rPr lang="en-US" altLang="en-US" sz="2000" b="1" dirty="0">
                    <a:latin typeface="Arial" panose="020B0604020202020204" pitchFamily="34" charset="0"/>
                  </a:rPr>
                  <a:t> </a:t>
                </a:r>
                <a:r>
                  <a:rPr lang="en-US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Initialization</a:t>
                </a:r>
                <a:r>
                  <a:rPr lang="en-US" altLang="en-US" sz="2000" i="1" dirty="0">
                    <a:latin typeface="Arial" panose="020B0604020202020204" pitchFamily="34" charset="0"/>
                  </a:rPr>
                  <a:t>:</a:t>
                </a:r>
                <a:r>
                  <a:rPr lang="en-US" altLang="en-US" sz="2000" b="0" dirty="0">
                    <a:latin typeface="Arial" panose="020B0604020202020204" pitchFamily="34" charset="0"/>
                  </a:rPr>
                  <a:t> </a:t>
                </a:r>
              </a:p>
              <a:p>
                <a:pPr algn="l" eaLnBrk="0" hangingPunct="0"/>
                <a:r>
                  <a:rPr lang="en-US" altLang="en-US" sz="2000" b="0" dirty="0">
                    <a:latin typeface="Arial" panose="020B0604020202020204" pitchFamily="34" charset="0"/>
                  </a:rPr>
                  <a:t>2        </a:t>
                </a:r>
                <a:r>
                  <a:rPr lang="en-US" altLang="en-US" sz="2000" dirty="0">
                    <a:latin typeface="Arial" panose="020B0604020202020204" pitchFamily="34" charset="0"/>
                  </a:rPr>
                  <a:t>for all destinations y in N:</a:t>
                </a:r>
                <a:endParaRPr lang="en-US" altLang="en-US" sz="2000" b="0" dirty="0">
                  <a:latin typeface="Arial" panose="020B0604020202020204" pitchFamily="34" charset="0"/>
                </a:endParaRPr>
              </a:p>
              <a:p>
                <a:pPr eaLnBrk="0" hangingPunct="0"/>
                <a:r>
                  <a:rPr lang="en-US" altLang="en-US" sz="2000" b="0" dirty="0">
                    <a:latin typeface="Arial" panose="020B0604020202020204" pitchFamily="34" charset="0"/>
                  </a:rPr>
                  <a:t>3             </a:t>
                </a:r>
                <a:r>
                  <a:rPr lang="en-US" altLang="en-US" sz="2000" dirty="0" err="1"/>
                  <a:t>D</a:t>
                </a:r>
                <a:r>
                  <a:rPr lang="en-US" altLang="en-US" sz="2000" baseline="-25000" dirty="0" err="1"/>
                  <a:t>x</a:t>
                </a:r>
                <a:r>
                  <a:rPr lang="en-US" altLang="en-US" sz="2000" b="0" dirty="0">
                    <a:latin typeface="Arial" panose="020B0604020202020204" pitchFamily="34" charset="0"/>
                  </a:rPr>
                  <a:t>(y) = c(</a:t>
                </a:r>
                <a:r>
                  <a:rPr lang="en-US" altLang="en-US" sz="2000" b="0" dirty="0" err="1">
                    <a:latin typeface="Arial" panose="020B0604020202020204" pitchFamily="34" charset="0"/>
                  </a:rPr>
                  <a:t>x,y</a:t>
                </a:r>
                <a:r>
                  <a:rPr lang="en-US" altLang="en-US" sz="2000" b="0" dirty="0">
                    <a:latin typeface="Arial" panose="020B0604020202020204" pitchFamily="34" charset="0"/>
                  </a:rPr>
                  <a:t>) /* c(</a:t>
                </a:r>
                <a:r>
                  <a:rPr lang="en-US" altLang="en-US" sz="2000" b="0" dirty="0" err="1">
                    <a:latin typeface="Arial" panose="020B0604020202020204" pitchFamily="34" charset="0"/>
                  </a:rPr>
                  <a:t>x,y</a:t>
                </a:r>
                <a:r>
                  <a:rPr lang="en-US" altLang="en-US" sz="2000" b="0" dirty="0">
                    <a:latin typeface="Arial" panose="020B0604020202020204" pitchFamily="34" charset="0"/>
                  </a:rPr>
                  <a:t>) = </a:t>
                </a:r>
                <a:r>
                  <a:rPr lang="en-US" altLang="en-US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∞ if y is not a </a:t>
                </a:r>
                <a:r>
                  <a:rPr lang="en-US" altLang="en-US" sz="2000" i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neighbour</a:t>
                </a:r>
                <a:r>
                  <a:rPr lang="en-US" altLang="en-US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*/</a:t>
                </a:r>
                <a:r>
                  <a:rPr lang="en-US" altLang="en-US" sz="2000" baseline="-25000" dirty="0">
                    <a:solidFill>
                      <a:srgbClr val="FF0000"/>
                    </a:solidFill>
                  </a:rPr>
                  <a:t>   </a:t>
                </a:r>
                <a:endParaRPr lang="en-US" altLang="en-US" sz="2000" b="0" dirty="0">
                  <a:latin typeface="Arial" panose="020B0604020202020204" pitchFamily="34" charset="0"/>
                </a:endParaRPr>
              </a:p>
              <a:p>
                <a:pPr marL="457200" indent="-457200" algn="l" eaLnBrk="0" hangingPunct="0">
                  <a:buAutoNum type="arabicPlain" startAt="4"/>
                </a:pPr>
                <a:r>
                  <a:rPr lang="en-US" altLang="en-US" sz="2000" b="0" dirty="0">
                    <a:latin typeface="Arial" panose="020B0604020202020204" pitchFamily="34" charset="0"/>
                  </a:rPr>
                  <a:t>   for each </a:t>
                </a:r>
                <a:r>
                  <a:rPr lang="en-US" altLang="en-US" sz="2000" b="0" dirty="0" err="1">
                    <a:latin typeface="Arial" panose="020B0604020202020204" pitchFamily="34" charset="0"/>
                  </a:rPr>
                  <a:t>neighbour</a:t>
                </a:r>
                <a:r>
                  <a:rPr lang="en-US" altLang="en-US" sz="2000" b="0" dirty="0">
                    <a:latin typeface="Arial" panose="020B0604020202020204" pitchFamily="34" charset="0"/>
                  </a:rPr>
                  <a:t> w  </a:t>
                </a:r>
              </a:p>
              <a:p>
                <a:pPr marL="457200" indent="-457200" eaLnBrk="0" hangingPunct="0">
                  <a:buAutoNum type="arabicPlain" startAt="4"/>
                </a:pPr>
                <a:r>
                  <a:rPr lang="en-US" altLang="en-US" sz="2000" b="0" dirty="0">
                    <a:latin typeface="Arial" panose="020B0604020202020204" pitchFamily="34" charset="0"/>
                  </a:rPr>
                  <a:t>         </a:t>
                </a:r>
                <a:r>
                  <a:rPr lang="en-US" altLang="en-US" sz="2000" dirty="0" err="1"/>
                  <a:t>D</a:t>
                </a:r>
                <a:r>
                  <a:rPr lang="en-US" altLang="en-US" sz="2000" baseline="-25000" dirty="0" err="1"/>
                  <a:t>w</a:t>
                </a:r>
                <a:r>
                  <a:rPr lang="en-US" altLang="en-US" sz="2000" dirty="0">
                    <a:latin typeface="Arial" panose="020B0604020202020204" pitchFamily="34" charset="0"/>
                  </a:rPr>
                  <a:t>(y) = </a:t>
                </a:r>
                <a:r>
                  <a:rPr lang="en-US" altLang="en-US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∞ </a:t>
                </a:r>
                <a:r>
                  <a:rPr lang="en-US" altLang="en-US" sz="2000" dirty="0">
                    <a:latin typeface="Arial" panose="020B0604020202020204" pitchFamily="34" charset="0"/>
                  </a:rPr>
                  <a:t>for all destinations y in N </a:t>
                </a:r>
                <a:endParaRPr lang="en-US" altLang="en-US" sz="2000" b="0" i="1" dirty="0">
                  <a:latin typeface="Arial" panose="020B0604020202020204" pitchFamily="34" charset="0"/>
                </a:endParaRPr>
              </a:p>
              <a:p>
                <a:pPr marL="457200" indent="-457200" eaLnBrk="0" hangingPunct="0">
                  <a:buAutoNum type="arabicPlain" startAt="6"/>
                </a:pPr>
                <a:r>
                  <a:rPr lang="en-US" altLang="en-US" sz="2000" b="0" dirty="0">
                    <a:latin typeface="Arial" panose="020B0604020202020204" pitchFamily="34" charset="0"/>
                  </a:rPr>
                  <a:t>   for each neighbor w</a:t>
                </a:r>
                <a:endParaRPr lang="en-US" altLang="en-US" sz="2000" b="0" i="1" dirty="0">
                  <a:latin typeface="Arial" panose="020B0604020202020204" pitchFamily="34" charset="0"/>
                </a:endParaRPr>
              </a:p>
              <a:p>
                <a:pPr eaLnBrk="0" hangingPunct="0"/>
                <a:r>
                  <a:rPr lang="en-US" altLang="en-US" sz="2000" b="0" dirty="0">
                    <a:latin typeface="Arial" panose="020B0604020202020204" pitchFamily="34" charset="0"/>
                  </a:rPr>
                  <a:t>7             send distance vector </a:t>
                </a:r>
                <a:r>
                  <a:rPr lang="en-US" altLang="en-US" sz="2000" dirty="0" err="1"/>
                  <a:t>D</a:t>
                </a:r>
                <a:r>
                  <a:rPr lang="en-US" altLang="en-US" sz="2000" baseline="-25000" dirty="0" err="1"/>
                  <a:t>x</a:t>
                </a:r>
                <a:r>
                  <a:rPr lang="en-US" altLang="en-US" sz="2000" b="0" dirty="0">
                    <a:latin typeface="Arial" panose="020B0604020202020204" pitchFamily="34" charset="0"/>
                  </a:rPr>
                  <a:t>= [</a:t>
                </a:r>
                <a:r>
                  <a:rPr lang="en-US" altLang="en-US" sz="2000" dirty="0" err="1"/>
                  <a:t>D</a:t>
                </a:r>
                <a:r>
                  <a:rPr lang="en-US" altLang="en-US" sz="2000" baseline="-25000" dirty="0" err="1"/>
                  <a:t>x</a:t>
                </a:r>
                <a:r>
                  <a:rPr lang="en-US" altLang="en-US" sz="2000" b="0" dirty="0">
                    <a:latin typeface="Arial" panose="020B0604020202020204" pitchFamily="34" charset="0"/>
                  </a:rPr>
                  <a:t>(y): y in N] to w </a:t>
                </a:r>
              </a:p>
              <a:p>
                <a:pPr algn="l" eaLnBrk="0" hangingPunct="0"/>
                <a:r>
                  <a:rPr lang="en-US" altLang="en-US" sz="2000" b="0" dirty="0">
                    <a:latin typeface="Arial" panose="020B0604020202020204" pitchFamily="34" charset="0"/>
                  </a:rPr>
                  <a:t>8   </a:t>
                </a:r>
                <a:r>
                  <a:rPr lang="en-US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loop</a:t>
                </a:r>
                <a:r>
                  <a:rPr lang="en-US" altLang="en-US" sz="2000" b="0" i="1" dirty="0">
                    <a:latin typeface="Arial" panose="020B0604020202020204" pitchFamily="34" charset="0"/>
                  </a:rPr>
                  <a:t> </a:t>
                </a:r>
                <a:endParaRPr lang="en-US" altLang="en-US" sz="2000" b="0" dirty="0">
                  <a:latin typeface="Arial" panose="020B0604020202020204" pitchFamily="34" charset="0"/>
                </a:endParaRPr>
              </a:p>
              <a:p>
                <a:pPr algn="l" eaLnBrk="0" hangingPunct="0"/>
                <a:r>
                  <a:rPr lang="en-US" altLang="en-US" sz="2000" b="0" dirty="0">
                    <a:latin typeface="Arial" panose="020B0604020202020204" pitchFamily="34" charset="0"/>
                  </a:rPr>
                  <a:t>9        </a:t>
                </a:r>
                <a:r>
                  <a:rPr lang="en-US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wait</a:t>
                </a:r>
                <a:r>
                  <a:rPr lang="en-US" altLang="en-US" sz="2000" b="0" dirty="0">
                    <a:latin typeface="Arial" panose="020B0604020202020204" pitchFamily="34" charset="0"/>
                  </a:rPr>
                  <a:t> (until I see a link cost change to some </a:t>
                </a:r>
                <a:r>
                  <a:rPr lang="en-US" altLang="en-US" sz="2000" b="0" dirty="0" err="1">
                    <a:latin typeface="Arial" panose="020B0604020202020204" pitchFamily="34" charset="0"/>
                  </a:rPr>
                  <a:t>neighbour</a:t>
                </a:r>
                <a:r>
                  <a:rPr lang="en-US" altLang="en-US" sz="2000" b="0" dirty="0">
                    <a:latin typeface="Arial" panose="020B0604020202020204" pitchFamily="34" charset="0"/>
                  </a:rPr>
                  <a:t> w</a:t>
                </a:r>
                <a:endParaRPr lang="en-US" altLang="en-US" sz="2000" b="0" i="1" dirty="0">
                  <a:latin typeface="Arial" panose="020B0604020202020204" pitchFamily="34" charset="0"/>
                </a:endParaRPr>
              </a:p>
              <a:p>
                <a:pPr marL="457200" indent="-457200" algn="l" eaLnBrk="0" hangingPunct="0">
                  <a:buAutoNum type="arabicPlain" startAt="10"/>
                </a:pPr>
                <a:r>
                  <a:rPr lang="en-US" altLang="en-US" sz="2000" b="0" dirty="0">
                    <a:latin typeface="Arial" panose="020B0604020202020204" pitchFamily="34" charset="0"/>
                  </a:rPr>
                  <a:t>or until I receive a distance vector from some </a:t>
                </a:r>
                <a:r>
                  <a:rPr lang="en-US" altLang="en-US" sz="2000" dirty="0" err="1">
                    <a:latin typeface="Arial" panose="020B0604020202020204" pitchFamily="34" charset="0"/>
                  </a:rPr>
                  <a:t>neighbour</a:t>
                </a:r>
                <a:r>
                  <a:rPr lang="en-US" altLang="en-US" sz="2000" dirty="0">
                    <a:latin typeface="Arial" panose="020B0604020202020204" pitchFamily="34" charset="0"/>
                  </a:rPr>
                  <a:t> w)</a:t>
                </a:r>
                <a:endParaRPr lang="en-US" altLang="en-US" sz="2000" b="0" dirty="0">
                  <a:latin typeface="Arial" panose="020B0604020202020204" pitchFamily="34" charset="0"/>
                </a:endParaRPr>
              </a:p>
              <a:p>
                <a:pPr eaLnBrk="0" hangingPunct="0"/>
                <a:r>
                  <a:rPr lang="en-US" altLang="en-US" sz="2000" b="0" dirty="0">
                    <a:latin typeface="Arial" panose="020B0604020202020204" pitchFamily="34" charset="0"/>
                  </a:rPr>
                  <a:t>11      for each y in N:</a:t>
                </a:r>
              </a:p>
              <a:p>
                <a:pPr>
                  <a:buFont typeface="ZapfDingbats" pitchFamily="82" charset="2"/>
                  <a:buNone/>
                </a:pPr>
                <a:r>
                  <a:rPr lang="en-US" altLang="en-US" sz="2000" b="0" dirty="0">
                    <a:latin typeface="Arial" panose="020B0604020202020204" pitchFamily="34" charset="0"/>
                  </a:rPr>
                  <a:t>12           </a:t>
                </a:r>
                <a:r>
                  <a:rPr lang="en-US" altLang="en-US" sz="2000" dirty="0" err="1"/>
                  <a:t>D</a:t>
                </a:r>
                <a:r>
                  <a:rPr lang="en-US" altLang="en-US" sz="2000" baseline="-25000" dirty="0" err="1"/>
                  <a:t>x</a:t>
                </a:r>
                <a:r>
                  <a:rPr lang="en-US" altLang="en-US" sz="2000" dirty="0"/>
                  <a:t>(y)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en-US" sz="2000" i="1">
                            <a:latin typeface="Cambria Math" panose="02040503050406030204" pitchFamily="18" charset="0"/>
                          </a:rPr>
                          <m:t>𝑚𝑖𝑛</m:t>
                        </m:r>
                      </m:e>
                      <m:sub>
                        <m:r>
                          <a:rPr lang="en-NZ" alt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altLang="en-US" sz="2000" dirty="0"/>
                  <a:t>{c(</a:t>
                </a:r>
                <a:r>
                  <a:rPr lang="en-US" altLang="en-US" sz="2000" dirty="0" err="1"/>
                  <a:t>x,v</a:t>
                </a:r>
                <a:r>
                  <a:rPr lang="en-US" altLang="en-US" sz="2000" dirty="0"/>
                  <a:t>) + </a:t>
                </a:r>
                <a:r>
                  <a:rPr lang="en-US" altLang="en-US" sz="2000" dirty="0" err="1"/>
                  <a:t>D</a:t>
                </a:r>
                <a:r>
                  <a:rPr lang="en-US" altLang="en-US" sz="2000" baseline="-25000" dirty="0" err="1"/>
                  <a:t>v</a:t>
                </a:r>
                <a:r>
                  <a:rPr lang="en-US" altLang="en-US" sz="2000" dirty="0"/>
                  <a:t>(y) } /*v is adjacent to x*/</a:t>
                </a:r>
              </a:p>
              <a:p>
                <a:pPr marL="457200" indent="-457200" eaLnBrk="0" hangingPunct="0">
                  <a:buAutoNum type="arabicPlain" startAt="13"/>
                </a:pPr>
                <a:r>
                  <a:rPr lang="en-US" altLang="en-US" sz="2000" dirty="0">
                    <a:latin typeface="Arial" panose="020B0604020202020204" pitchFamily="34" charset="0"/>
                  </a:rPr>
                  <a:t>   </a:t>
                </a:r>
                <a:r>
                  <a:rPr lang="en-US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if </a:t>
                </a:r>
                <a:r>
                  <a:rPr lang="en-US" altLang="en-US" sz="2000" dirty="0" err="1"/>
                  <a:t>D</a:t>
                </a:r>
                <a:r>
                  <a:rPr lang="en-US" altLang="en-US" sz="2000" baseline="-25000" dirty="0" err="1"/>
                  <a:t>x</a:t>
                </a:r>
                <a:r>
                  <a:rPr lang="en-US" altLang="en-US" sz="2000" dirty="0"/>
                  <a:t>(y)</a:t>
                </a:r>
                <a:r>
                  <a:rPr lang="en-US" altLang="en-US" sz="2000" dirty="0">
                    <a:latin typeface="Arial" panose="020B0604020202020204" pitchFamily="34" charset="0"/>
                  </a:rPr>
                  <a:t> changed for any destination y</a:t>
                </a:r>
              </a:p>
              <a:p>
                <a:pPr marL="457200" indent="-457200" eaLnBrk="0" hangingPunct="0">
                  <a:buAutoNum type="arabicPlain" startAt="13"/>
                </a:pPr>
                <a:r>
                  <a:rPr lang="en-US" altLang="en-US" sz="2000" dirty="0">
                    <a:latin typeface="Arial" panose="020B0604020202020204" pitchFamily="34" charset="0"/>
                  </a:rPr>
                  <a:t>        send distance vector </a:t>
                </a:r>
                <a:r>
                  <a:rPr lang="en-US" altLang="en-US" sz="2000" dirty="0" err="1"/>
                  <a:t>D</a:t>
                </a:r>
                <a:r>
                  <a:rPr lang="en-US" altLang="en-US" sz="2000" baseline="-25000" dirty="0" err="1"/>
                  <a:t>x</a:t>
                </a:r>
                <a:r>
                  <a:rPr lang="en-US" altLang="en-US" sz="2000" dirty="0">
                    <a:latin typeface="Arial" panose="020B0604020202020204" pitchFamily="34" charset="0"/>
                  </a:rPr>
                  <a:t>= [</a:t>
                </a:r>
                <a:r>
                  <a:rPr lang="en-US" altLang="en-US" sz="2000" dirty="0" err="1"/>
                  <a:t>D</a:t>
                </a:r>
                <a:r>
                  <a:rPr lang="en-US" altLang="en-US" sz="2000" baseline="-25000" dirty="0" err="1"/>
                  <a:t>x</a:t>
                </a:r>
                <a:r>
                  <a:rPr lang="en-US" altLang="en-US" sz="2000" dirty="0">
                    <a:latin typeface="Arial" panose="020B0604020202020204" pitchFamily="34" charset="0"/>
                  </a:rPr>
                  <a:t>(y): y in N] to all </a:t>
                </a:r>
                <a:r>
                  <a:rPr lang="en-US" altLang="en-US" sz="2000" dirty="0" err="1">
                    <a:latin typeface="Arial" panose="020B0604020202020204" pitchFamily="34" charset="0"/>
                  </a:rPr>
                  <a:t>neighbours</a:t>
                </a:r>
                <a:endParaRPr lang="en-US" altLang="en-US" sz="2000" dirty="0">
                  <a:latin typeface="Arial" panose="020B0604020202020204" pitchFamily="34" charset="0"/>
                </a:endParaRPr>
              </a:p>
              <a:p>
                <a:pPr marL="457200" indent="-457200" eaLnBrk="0" hangingPunct="0">
                  <a:buAutoNum type="arabicPlain" startAt="13"/>
                </a:pPr>
                <a:r>
                  <a:rPr lang="en-US" altLang="en-US" sz="20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forever</a:t>
                </a:r>
                <a:endParaRPr lang="en-US" altLang="en-US" sz="2000" b="1" i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7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1539" y="1447800"/>
                <a:ext cx="7580921" cy="4708981"/>
              </a:xfrm>
              <a:prstGeom prst="rect">
                <a:avLst/>
              </a:prstGeom>
              <a:blipFill>
                <a:blip r:embed="rId3"/>
                <a:stretch>
                  <a:fillRect l="-804" t="-1036" b="-142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066800" y="1078468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>
                <a:solidFill>
                  <a:srgbClr val="FF0000"/>
                </a:solidFill>
              </a:rPr>
              <a:t>At each node, x:</a:t>
            </a:r>
          </a:p>
        </p:txBody>
      </p:sp>
    </p:spTree>
    <p:extLst>
      <p:ext uri="{BB962C8B-B14F-4D97-AF65-F5344CB8AC3E}">
        <p14:creationId xmlns:p14="http://schemas.microsoft.com/office/powerpoint/2010/main" val="39187316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162925" y="6400800"/>
            <a:ext cx="676275" cy="457200"/>
          </a:xfrm>
          <a:prstGeom prst="rect">
            <a:avLst/>
          </a:prstGeom>
        </p:spPr>
        <p:txBody>
          <a:bodyPr/>
          <a:lstStyle/>
          <a:p>
            <a:fld id="{7ADAA461-DF64-4573-BA12-45ADE91B7765}" type="slidenum">
              <a:rPr lang="en-US" altLang="en-US"/>
              <a:pPr/>
              <a:t>55</a:t>
            </a:fld>
            <a:endParaRPr lang="en-US" altLang="en-US"/>
          </a:p>
        </p:txBody>
      </p:sp>
      <p:grpSp>
        <p:nvGrpSpPr>
          <p:cNvPr id="653314" name="Group 2"/>
          <p:cNvGrpSpPr>
            <a:grpSpLocks/>
          </p:cNvGrpSpPr>
          <p:nvPr/>
        </p:nvGrpSpPr>
        <p:grpSpPr bwMode="auto">
          <a:xfrm>
            <a:off x="778669" y="945266"/>
            <a:ext cx="1752600" cy="1738313"/>
            <a:chOff x="240" y="192"/>
            <a:chExt cx="1104" cy="1095"/>
          </a:xfrm>
        </p:grpSpPr>
        <p:sp>
          <p:nvSpPr>
            <p:cNvPr id="653315" name="Line 3"/>
            <p:cNvSpPr>
              <a:spLocks noChangeShapeType="1"/>
            </p:cNvSpPr>
            <p:nvPr/>
          </p:nvSpPr>
          <p:spPr bwMode="auto">
            <a:xfrm>
              <a:off x="672" y="480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NZ"/>
            </a:p>
          </p:txBody>
        </p:sp>
        <p:sp>
          <p:nvSpPr>
            <p:cNvPr id="653316" name="Line 4"/>
            <p:cNvSpPr>
              <a:spLocks noChangeShapeType="1"/>
            </p:cNvSpPr>
            <p:nvPr/>
          </p:nvSpPr>
          <p:spPr bwMode="auto">
            <a:xfrm>
              <a:off x="480" y="624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NZ"/>
            </a:p>
          </p:txBody>
        </p:sp>
        <p:sp>
          <p:nvSpPr>
            <p:cNvPr id="653317" name="Text Box 5"/>
            <p:cNvSpPr txBox="1">
              <a:spLocks noChangeArrowheads="1"/>
            </p:cNvSpPr>
            <p:nvPr/>
          </p:nvSpPr>
          <p:spPr bwMode="auto">
            <a:xfrm>
              <a:off x="672" y="384"/>
              <a:ext cx="61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x   y   z</a:t>
              </a:r>
            </a:p>
          </p:txBody>
        </p:sp>
        <p:sp>
          <p:nvSpPr>
            <p:cNvPr id="653318" name="Text Box 6"/>
            <p:cNvSpPr txBox="1">
              <a:spLocks noChangeArrowheads="1"/>
            </p:cNvSpPr>
            <p:nvPr/>
          </p:nvSpPr>
          <p:spPr bwMode="auto">
            <a:xfrm>
              <a:off x="480" y="624"/>
              <a:ext cx="20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x</a:t>
              </a:r>
            </a:p>
          </p:txBody>
        </p:sp>
        <p:sp>
          <p:nvSpPr>
            <p:cNvPr id="653319" name="Text Box 7"/>
            <p:cNvSpPr txBox="1">
              <a:spLocks noChangeArrowheads="1"/>
            </p:cNvSpPr>
            <p:nvPr/>
          </p:nvSpPr>
          <p:spPr bwMode="auto">
            <a:xfrm>
              <a:off x="480" y="816"/>
              <a:ext cx="19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y</a:t>
              </a:r>
            </a:p>
          </p:txBody>
        </p:sp>
        <p:sp>
          <p:nvSpPr>
            <p:cNvPr id="653320" name="Text Box 8"/>
            <p:cNvSpPr txBox="1">
              <a:spLocks noChangeArrowheads="1"/>
            </p:cNvSpPr>
            <p:nvPr/>
          </p:nvSpPr>
          <p:spPr bwMode="auto">
            <a:xfrm>
              <a:off x="480" y="1008"/>
              <a:ext cx="19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z</a:t>
              </a:r>
            </a:p>
          </p:txBody>
        </p:sp>
        <p:sp>
          <p:nvSpPr>
            <p:cNvPr id="653321" name="Text Box 9"/>
            <p:cNvSpPr txBox="1">
              <a:spLocks noChangeArrowheads="1"/>
            </p:cNvSpPr>
            <p:nvPr/>
          </p:nvSpPr>
          <p:spPr bwMode="auto">
            <a:xfrm>
              <a:off x="672" y="624"/>
              <a:ext cx="5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0  2   7</a:t>
              </a:r>
            </a:p>
          </p:txBody>
        </p:sp>
        <p:sp>
          <p:nvSpPr>
            <p:cNvPr id="653322" name="Text Box 10"/>
            <p:cNvSpPr txBox="1">
              <a:spLocks noChangeArrowheads="1"/>
            </p:cNvSpPr>
            <p:nvPr/>
          </p:nvSpPr>
          <p:spPr bwMode="auto">
            <a:xfrm>
              <a:off x="672" y="864"/>
              <a:ext cx="23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∞</a:t>
              </a:r>
            </a:p>
          </p:txBody>
        </p:sp>
        <p:sp>
          <p:nvSpPr>
            <p:cNvPr id="653323" name="Text Box 11"/>
            <p:cNvSpPr txBox="1">
              <a:spLocks noChangeArrowheads="1"/>
            </p:cNvSpPr>
            <p:nvPr/>
          </p:nvSpPr>
          <p:spPr bwMode="auto">
            <a:xfrm>
              <a:off x="816" y="864"/>
              <a:ext cx="23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∞</a:t>
              </a:r>
            </a:p>
          </p:txBody>
        </p:sp>
        <p:sp>
          <p:nvSpPr>
            <p:cNvPr id="653324" name="Text Box 12"/>
            <p:cNvSpPr txBox="1">
              <a:spLocks noChangeArrowheads="1"/>
            </p:cNvSpPr>
            <p:nvPr/>
          </p:nvSpPr>
          <p:spPr bwMode="auto">
            <a:xfrm>
              <a:off x="1056" y="864"/>
              <a:ext cx="23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∞</a:t>
              </a:r>
            </a:p>
          </p:txBody>
        </p:sp>
        <p:sp>
          <p:nvSpPr>
            <p:cNvPr id="653325" name="Text Box 13"/>
            <p:cNvSpPr txBox="1">
              <a:spLocks noChangeArrowheads="1"/>
            </p:cNvSpPr>
            <p:nvPr/>
          </p:nvSpPr>
          <p:spPr bwMode="auto">
            <a:xfrm>
              <a:off x="672" y="1056"/>
              <a:ext cx="23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∞</a:t>
              </a:r>
            </a:p>
          </p:txBody>
        </p:sp>
        <p:sp>
          <p:nvSpPr>
            <p:cNvPr id="653326" name="Text Box 14"/>
            <p:cNvSpPr txBox="1">
              <a:spLocks noChangeArrowheads="1"/>
            </p:cNvSpPr>
            <p:nvPr/>
          </p:nvSpPr>
          <p:spPr bwMode="auto">
            <a:xfrm>
              <a:off x="816" y="1056"/>
              <a:ext cx="23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∞</a:t>
              </a:r>
            </a:p>
          </p:txBody>
        </p:sp>
        <p:sp>
          <p:nvSpPr>
            <p:cNvPr id="653327" name="Text Box 15"/>
            <p:cNvSpPr txBox="1">
              <a:spLocks noChangeArrowheads="1"/>
            </p:cNvSpPr>
            <p:nvPr/>
          </p:nvSpPr>
          <p:spPr bwMode="auto">
            <a:xfrm>
              <a:off x="1056" y="1056"/>
              <a:ext cx="23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∞</a:t>
              </a:r>
            </a:p>
          </p:txBody>
        </p:sp>
        <p:sp>
          <p:nvSpPr>
            <p:cNvPr id="653328" name="Text Box 16"/>
            <p:cNvSpPr txBox="1">
              <a:spLocks noChangeArrowheads="1"/>
            </p:cNvSpPr>
            <p:nvPr/>
          </p:nvSpPr>
          <p:spPr bwMode="auto">
            <a:xfrm rot="16200000">
              <a:off x="133" y="827"/>
              <a:ext cx="44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from</a:t>
              </a:r>
            </a:p>
          </p:txBody>
        </p:sp>
        <p:sp>
          <p:nvSpPr>
            <p:cNvPr id="653329" name="Text Box 17"/>
            <p:cNvSpPr txBox="1">
              <a:spLocks noChangeArrowheads="1"/>
            </p:cNvSpPr>
            <p:nvPr/>
          </p:nvSpPr>
          <p:spPr bwMode="auto">
            <a:xfrm>
              <a:off x="672" y="192"/>
              <a:ext cx="59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cost to</a:t>
              </a:r>
            </a:p>
          </p:txBody>
        </p:sp>
      </p:grpSp>
      <p:sp>
        <p:nvSpPr>
          <p:cNvPr id="653330" name="Text Box 18"/>
          <p:cNvSpPr txBox="1">
            <a:spLocks noChangeArrowheads="1"/>
          </p:cNvSpPr>
          <p:nvPr/>
        </p:nvSpPr>
        <p:spPr bwMode="auto">
          <a:xfrm rot="16200000">
            <a:off x="608013" y="3782922"/>
            <a:ext cx="7080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from</a:t>
            </a:r>
          </a:p>
        </p:txBody>
      </p:sp>
      <p:sp>
        <p:nvSpPr>
          <p:cNvPr id="653331" name="Text Box 19"/>
          <p:cNvSpPr txBox="1">
            <a:spLocks noChangeArrowheads="1"/>
          </p:cNvSpPr>
          <p:nvPr/>
        </p:nvSpPr>
        <p:spPr bwMode="auto">
          <a:xfrm rot="16200000">
            <a:off x="608013" y="5535522"/>
            <a:ext cx="7080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from</a:t>
            </a:r>
          </a:p>
        </p:txBody>
      </p:sp>
      <p:sp>
        <p:nvSpPr>
          <p:cNvPr id="653332" name="Line 20"/>
          <p:cNvSpPr>
            <a:spLocks noChangeShapeType="1"/>
          </p:cNvSpPr>
          <p:nvPr/>
        </p:nvSpPr>
        <p:spPr bwMode="auto">
          <a:xfrm>
            <a:off x="5731669" y="1478666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653333" name="Line 21"/>
          <p:cNvSpPr>
            <a:spLocks noChangeShapeType="1"/>
          </p:cNvSpPr>
          <p:nvPr/>
        </p:nvSpPr>
        <p:spPr bwMode="auto">
          <a:xfrm>
            <a:off x="5426869" y="1707266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653334" name="Text Box 22"/>
          <p:cNvSpPr txBox="1">
            <a:spLocks noChangeArrowheads="1"/>
          </p:cNvSpPr>
          <p:nvPr/>
        </p:nvSpPr>
        <p:spPr bwMode="auto">
          <a:xfrm>
            <a:off x="5731669" y="1326266"/>
            <a:ext cx="9699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x   y   z</a:t>
            </a:r>
          </a:p>
        </p:txBody>
      </p:sp>
      <p:sp>
        <p:nvSpPr>
          <p:cNvPr id="653335" name="Text Box 23"/>
          <p:cNvSpPr txBox="1">
            <a:spLocks noChangeArrowheads="1"/>
          </p:cNvSpPr>
          <p:nvPr/>
        </p:nvSpPr>
        <p:spPr bwMode="auto">
          <a:xfrm>
            <a:off x="5426869" y="1707266"/>
            <a:ext cx="3190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x</a:t>
            </a:r>
          </a:p>
        </p:txBody>
      </p:sp>
      <p:sp>
        <p:nvSpPr>
          <p:cNvPr id="653336" name="Text Box 24"/>
          <p:cNvSpPr txBox="1">
            <a:spLocks noChangeArrowheads="1"/>
          </p:cNvSpPr>
          <p:nvPr/>
        </p:nvSpPr>
        <p:spPr bwMode="auto">
          <a:xfrm>
            <a:off x="5426869" y="2012066"/>
            <a:ext cx="3032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y</a:t>
            </a:r>
          </a:p>
        </p:txBody>
      </p:sp>
      <p:sp>
        <p:nvSpPr>
          <p:cNvPr id="653337" name="Text Box 25"/>
          <p:cNvSpPr txBox="1">
            <a:spLocks noChangeArrowheads="1"/>
          </p:cNvSpPr>
          <p:nvPr/>
        </p:nvSpPr>
        <p:spPr bwMode="auto">
          <a:xfrm>
            <a:off x="5426869" y="2316866"/>
            <a:ext cx="306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z</a:t>
            </a:r>
          </a:p>
        </p:txBody>
      </p:sp>
      <p:sp>
        <p:nvSpPr>
          <p:cNvPr id="653338" name="Text Box 26"/>
          <p:cNvSpPr txBox="1">
            <a:spLocks noChangeArrowheads="1"/>
          </p:cNvSpPr>
          <p:nvPr/>
        </p:nvSpPr>
        <p:spPr bwMode="auto">
          <a:xfrm>
            <a:off x="5731669" y="1707266"/>
            <a:ext cx="9445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0  2   3</a:t>
            </a:r>
          </a:p>
        </p:txBody>
      </p:sp>
      <p:sp>
        <p:nvSpPr>
          <p:cNvPr id="653339" name="Text Box 27"/>
          <p:cNvSpPr txBox="1">
            <a:spLocks noChangeArrowheads="1"/>
          </p:cNvSpPr>
          <p:nvPr/>
        </p:nvSpPr>
        <p:spPr bwMode="auto">
          <a:xfrm rot="16200000">
            <a:off x="4875213" y="2030322"/>
            <a:ext cx="7080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from</a:t>
            </a:r>
          </a:p>
        </p:txBody>
      </p:sp>
      <p:sp>
        <p:nvSpPr>
          <p:cNvPr id="653340" name="Text Box 28"/>
          <p:cNvSpPr txBox="1">
            <a:spLocks noChangeArrowheads="1"/>
          </p:cNvSpPr>
          <p:nvPr/>
        </p:nvSpPr>
        <p:spPr bwMode="auto">
          <a:xfrm>
            <a:off x="5731669" y="1021466"/>
            <a:ext cx="9382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cost to</a:t>
            </a:r>
          </a:p>
        </p:txBody>
      </p:sp>
      <p:sp>
        <p:nvSpPr>
          <p:cNvPr id="653341" name="Line 29"/>
          <p:cNvSpPr>
            <a:spLocks noChangeShapeType="1"/>
          </p:cNvSpPr>
          <p:nvPr/>
        </p:nvSpPr>
        <p:spPr bwMode="auto">
          <a:xfrm>
            <a:off x="3521869" y="1402466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653342" name="Line 30"/>
          <p:cNvSpPr>
            <a:spLocks noChangeShapeType="1"/>
          </p:cNvSpPr>
          <p:nvPr/>
        </p:nvSpPr>
        <p:spPr bwMode="auto">
          <a:xfrm>
            <a:off x="3217069" y="1631066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653343" name="Text Box 31"/>
          <p:cNvSpPr txBox="1">
            <a:spLocks noChangeArrowheads="1"/>
          </p:cNvSpPr>
          <p:nvPr/>
        </p:nvSpPr>
        <p:spPr bwMode="auto">
          <a:xfrm>
            <a:off x="3521869" y="1250066"/>
            <a:ext cx="9699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x   y   z</a:t>
            </a:r>
          </a:p>
        </p:txBody>
      </p:sp>
      <p:sp>
        <p:nvSpPr>
          <p:cNvPr id="653344" name="Text Box 32"/>
          <p:cNvSpPr txBox="1">
            <a:spLocks noChangeArrowheads="1"/>
          </p:cNvSpPr>
          <p:nvPr/>
        </p:nvSpPr>
        <p:spPr bwMode="auto">
          <a:xfrm>
            <a:off x="3217069" y="1631066"/>
            <a:ext cx="3190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x</a:t>
            </a:r>
          </a:p>
        </p:txBody>
      </p:sp>
      <p:sp>
        <p:nvSpPr>
          <p:cNvPr id="653345" name="Text Box 33"/>
          <p:cNvSpPr txBox="1">
            <a:spLocks noChangeArrowheads="1"/>
          </p:cNvSpPr>
          <p:nvPr/>
        </p:nvSpPr>
        <p:spPr bwMode="auto">
          <a:xfrm>
            <a:off x="3217069" y="1935866"/>
            <a:ext cx="3032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y</a:t>
            </a:r>
          </a:p>
        </p:txBody>
      </p:sp>
      <p:sp>
        <p:nvSpPr>
          <p:cNvPr id="653346" name="Text Box 34"/>
          <p:cNvSpPr txBox="1">
            <a:spLocks noChangeArrowheads="1"/>
          </p:cNvSpPr>
          <p:nvPr/>
        </p:nvSpPr>
        <p:spPr bwMode="auto">
          <a:xfrm>
            <a:off x="3217069" y="2240666"/>
            <a:ext cx="306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z</a:t>
            </a:r>
          </a:p>
        </p:txBody>
      </p:sp>
      <p:sp>
        <p:nvSpPr>
          <p:cNvPr id="653347" name="Text Box 35"/>
          <p:cNvSpPr txBox="1">
            <a:spLocks noChangeArrowheads="1"/>
          </p:cNvSpPr>
          <p:nvPr/>
        </p:nvSpPr>
        <p:spPr bwMode="auto">
          <a:xfrm>
            <a:off x="3521869" y="1631066"/>
            <a:ext cx="9445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0  2   3</a:t>
            </a:r>
          </a:p>
        </p:txBody>
      </p:sp>
      <p:sp>
        <p:nvSpPr>
          <p:cNvPr id="653348" name="Text Box 36"/>
          <p:cNvSpPr txBox="1">
            <a:spLocks noChangeArrowheads="1"/>
          </p:cNvSpPr>
          <p:nvPr/>
        </p:nvSpPr>
        <p:spPr bwMode="auto">
          <a:xfrm rot="16200000">
            <a:off x="2665413" y="1954122"/>
            <a:ext cx="7080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from</a:t>
            </a:r>
          </a:p>
        </p:txBody>
      </p:sp>
      <p:sp>
        <p:nvSpPr>
          <p:cNvPr id="653349" name="Text Box 37"/>
          <p:cNvSpPr txBox="1">
            <a:spLocks noChangeArrowheads="1"/>
          </p:cNvSpPr>
          <p:nvPr/>
        </p:nvSpPr>
        <p:spPr bwMode="auto">
          <a:xfrm>
            <a:off x="3521869" y="945266"/>
            <a:ext cx="9382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cost to</a:t>
            </a:r>
          </a:p>
        </p:txBody>
      </p:sp>
      <p:sp>
        <p:nvSpPr>
          <p:cNvPr id="653350" name="Line 38"/>
          <p:cNvSpPr>
            <a:spLocks noChangeShapeType="1"/>
          </p:cNvSpPr>
          <p:nvPr/>
        </p:nvSpPr>
        <p:spPr bwMode="auto">
          <a:xfrm>
            <a:off x="1464469" y="3155066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653351" name="Line 39"/>
          <p:cNvSpPr>
            <a:spLocks noChangeShapeType="1"/>
          </p:cNvSpPr>
          <p:nvPr/>
        </p:nvSpPr>
        <p:spPr bwMode="auto">
          <a:xfrm>
            <a:off x="1159669" y="3383666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653352" name="Text Box 40"/>
          <p:cNvSpPr txBox="1">
            <a:spLocks noChangeArrowheads="1"/>
          </p:cNvSpPr>
          <p:nvPr/>
        </p:nvSpPr>
        <p:spPr bwMode="auto">
          <a:xfrm>
            <a:off x="1464469" y="3002666"/>
            <a:ext cx="9699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x   y   z</a:t>
            </a:r>
          </a:p>
        </p:txBody>
      </p:sp>
      <p:sp>
        <p:nvSpPr>
          <p:cNvPr id="653353" name="Text Box 41"/>
          <p:cNvSpPr txBox="1">
            <a:spLocks noChangeArrowheads="1"/>
          </p:cNvSpPr>
          <p:nvPr/>
        </p:nvSpPr>
        <p:spPr bwMode="auto">
          <a:xfrm>
            <a:off x="1159669" y="3383666"/>
            <a:ext cx="3190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x</a:t>
            </a:r>
          </a:p>
        </p:txBody>
      </p:sp>
      <p:sp>
        <p:nvSpPr>
          <p:cNvPr id="653354" name="Text Box 42"/>
          <p:cNvSpPr txBox="1">
            <a:spLocks noChangeArrowheads="1"/>
          </p:cNvSpPr>
          <p:nvPr/>
        </p:nvSpPr>
        <p:spPr bwMode="auto">
          <a:xfrm>
            <a:off x="1159669" y="3688466"/>
            <a:ext cx="3032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y</a:t>
            </a:r>
          </a:p>
        </p:txBody>
      </p:sp>
      <p:sp>
        <p:nvSpPr>
          <p:cNvPr id="653355" name="Text Box 43"/>
          <p:cNvSpPr txBox="1">
            <a:spLocks noChangeArrowheads="1"/>
          </p:cNvSpPr>
          <p:nvPr/>
        </p:nvSpPr>
        <p:spPr bwMode="auto">
          <a:xfrm>
            <a:off x="1159669" y="3993266"/>
            <a:ext cx="306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z</a:t>
            </a:r>
          </a:p>
        </p:txBody>
      </p:sp>
      <p:sp>
        <p:nvSpPr>
          <p:cNvPr id="653356" name="Text Box 44"/>
          <p:cNvSpPr txBox="1">
            <a:spLocks noChangeArrowheads="1"/>
          </p:cNvSpPr>
          <p:nvPr/>
        </p:nvSpPr>
        <p:spPr bwMode="auto">
          <a:xfrm>
            <a:off x="1769269" y="3383666"/>
            <a:ext cx="3762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∞</a:t>
            </a:r>
          </a:p>
        </p:txBody>
      </p:sp>
      <p:sp>
        <p:nvSpPr>
          <p:cNvPr id="653357" name="Text Box 45"/>
          <p:cNvSpPr txBox="1">
            <a:spLocks noChangeArrowheads="1"/>
          </p:cNvSpPr>
          <p:nvPr/>
        </p:nvSpPr>
        <p:spPr bwMode="auto">
          <a:xfrm>
            <a:off x="2074069" y="3383666"/>
            <a:ext cx="3762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∞</a:t>
            </a:r>
          </a:p>
        </p:txBody>
      </p:sp>
      <p:sp>
        <p:nvSpPr>
          <p:cNvPr id="653358" name="Text Box 46"/>
          <p:cNvSpPr txBox="1">
            <a:spLocks noChangeArrowheads="1"/>
          </p:cNvSpPr>
          <p:nvPr/>
        </p:nvSpPr>
        <p:spPr bwMode="auto">
          <a:xfrm>
            <a:off x="1464469" y="4069466"/>
            <a:ext cx="3762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∞</a:t>
            </a:r>
          </a:p>
        </p:txBody>
      </p:sp>
      <p:sp>
        <p:nvSpPr>
          <p:cNvPr id="653359" name="Text Box 47"/>
          <p:cNvSpPr txBox="1">
            <a:spLocks noChangeArrowheads="1"/>
          </p:cNvSpPr>
          <p:nvPr/>
        </p:nvSpPr>
        <p:spPr bwMode="auto">
          <a:xfrm>
            <a:off x="1693069" y="4069466"/>
            <a:ext cx="3762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∞</a:t>
            </a:r>
          </a:p>
        </p:txBody>
      </p:sp>
      <p:sp>
        <p:nvSpPr>
          <p:cNvPr id="653360" name="Text Box 48"/>
          <p:cNvSpPr txBox="1">
            <a:spLocks noChangeArrowheads="1"/>
          </p:cNvSpPr>
          <p:nvPr/>
        </p:nvSpPr>
        <p:spPr bwMode="auto">
          <a:xfrm>
            <a:off x="2074069" y="4069466"/>
            <a:ext cx="3762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∞</a:t>
            </a:r>
          </a:p>
        </p:txBody>
      </p:sp>
      <p:sp>
        <p:nvSpPr>
          <p:cNvPr id="653361" name="Text Box 49"/>
          <p:cNvSpPr txBox="1">
            <a:spLocks noChangeArrowheads="1"/>
          </p:cNvSpPr>
          <p:nvPr/>
        </p:nvSpPr>
        <p:spPr bwMode="auto">
          <a:xfrm>
            <a:off x="1464469" y="2697866"/>
            <a:ext cx="9382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cost to</a:t>
            </a:r>
          </a:p>
        </p:txBody>
      </p:sp>
      <p:sp>
        <p:nvSpPr>
          <p:cNvPr id="653362" name="Line 50"/>
          <p:cNvSpPr>
            <a:spLocks noChangeShapeType="1"/>
          </p:cNvSpPr>
          <p:nvPr/>
        </p:nvSpPr>
        <p:spPr bwMode="auto">
          <a:xfrm>
            <a:off x="3521869" y="3155066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653363" name="Line 51"/>
          <p:cNvSpPr>
            <a:spLocks noChangeShapeType="1"/>
          </p:cNvSpPr>
          <p:nvPr/>
        </p:nvSpPr>
        <p:spPr bwMode="auto">
          <a:xfrm>
            <a:off x="3217069" y="3383666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653364" name="Text Box 52"/>
          <p:cNvSpPr txBox="1">
            <a:spLocks noChangeArrowheads="1"/>
          </p:cNvSpPr>
          <p:nvPr/>
        </p:nvSpPr>
        <p:spPr bwMode="auto">
          <a:xfrm>
            <a:off x="3521869" y="3002666"/>
            <a:ext cx="9699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x   y   z</a:t>
            </a:r>
          </a:p>
        </p:txBody>
      </p:sp>
      <p:sp>
        <p:nvSpPr>
          <p:cNvPr id="653365" name="Text Box 53"/>
          <p:cNvSpPr txBox="1">
            <a:spLocks noChangeArrowheads="1"/>
          </p:cNvSpPr>
          <p:nvPr/>
        </p:nvSpPr>
        <p:spPr bwMode="auto">
          <a:xfrm>
            <a:off x="3217069" y="3383666"/>
            <a:ext cx="3190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x</a:t>
            </a:r>
          </a:p>
        </p:txBody>
      </p:sp>
      <p:sp>
        <p:nvSpPr>
          <p:cNvPr id="653366" name="Text Box 54"/>
          <p:cNvSpPr txBox="1">
            <a:spLocks noChangeArrowheads="1"/>
          </p:cNvSpPr>
          <p:nvPr/>
        </p:nvSpPr>
        <p:spPr bwMode="auto">
          <a:xfrm>
            <a:off x="3217069" y="3688466"/>
            <a:ext cx="3032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y</a:t>
            </a:r>
          </a:p>
        </p:txBody>
      </p:sp>
      <p:sp>
        <p:nvSpPr>
          <p:cNvPr id="653367" name="Text Box 55"/>
          <p:cNvSpPr txBox="1">
            <a:spLocks noChangeArrowheads="1"/>
          </p:cNvSpPr>
          <p:nvPr/>
        </p:nvSpPr>
        <p:spPr bwMode="auto">
          <a:xfrm>
            <a:off x="3217069" y="3993266"/>
            <a:ext cx="306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z</a:t>
            </a:r>
          </a:p>
        </p:txBody>
      </p:sp>
      <p:sp>
        <p:nvSpPr>
          <p:cNvPr id="653368" name="Text Box 56"/>
          <p:cNvSpPr txBox="1">
            <a:spLocks noChangeArrowheads="1"/>
          </p:cNvSpPr>
          <p:nvPr/>
        </p:nvSpPr>
        <p:spPr bwMode="auto">
          <a:xfrm>
            <a:off x="3521869" y="3383666"/>
            <a:ext cx="9445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0  2   7</a:t>
            </a:r>
          </a:p>
        </p:txBody>
      </p:sp>
      <p:sp>
        <p:nvSpPr>
          <p:cNvPr id="653369" name="Text Box 57"/>
          <p:cNvSpPr txBox="1">
            <a:spLocks noChangeArrowheads="1"/>
          </p:cNvSpPr>
          <p:nvPr/>
        </p:nvSpPr>
        <p:spPr bwMode="auto">
          <a:xfrm rot="16200000">
            <a:off x="2665413" y="3706722"/>
            <a:ext cx="7080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from</a:t>
            </a:r>
          </a:p>
        </p:txBody>
      </p:sp>
      <p:sp>
        <p:nvSpPr>
          <p:cNvPr id="653370" name="Text Box 58"/>
          <p:cNvSpPr txBox="1">
            <a:spLocks noChangeArrowheads="1"/>
          </p:cNvSpPr>
          <p:nvPr/>
        </p:nvSpPr>
        <p:spPr bwMode="auto">
          <a:xfrm>
            <a:off x="3521869" y="2697866"/>
            <a:ext cx="9382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cost to</a:t>
            </a:r>
          </a:p>
        </p:txBody>
      </p:sp>
      <p:sp>
        <p:nvSpPr>
          <p:cNvPr id="653371" name="Line 59"/>
          <p:cNvSpPr>
            <a:spLocks noChangeShapeType="1"/>
          </p:cNvSpPr>
          <p:nvPr/>
        </p:nvSpPr>
        <p:spPr bwMode="auto">
          <a:xfrm>
            <a:off x="5731669" y="3231266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653372" name="Line 60"/>
          <p:cNvSpPr>
            <a:spLocks noChangeShapeType="1"/>
          </p:cNvSpPr>
          <p:nvPr/>
        </p:nvSpPr>
        <p:spPr bwMode="auto">
          <a:xfrm>
            <a:off x="5426869" y="3459866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653373" name="Text Box 61"/>
          <p:cNvSpPr txBox="1">
            <a:spLocks noChangeArrowheads="1"/>
          </p:cNvSpPr>
          <p:nvPr/>
        </p:nvSpPr>
        <p:spPr bwMode="auto">
          <a:xfrm>
            <a:off x="5731669" y="3078866"/>
            <a:ext cx="9699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x   y   z</a:t>
            </a:r>
          </a:p>
        </p:txBody>
      </p:sp>
      <p:sp>
        <p:nvSpPr>
          <p:cNvPr id="653374" name="Text Box 62"/>
          <p:cNvSpPr txBox="1">
            <a:spLocks noChangeArrowheads="1"/>
          </p:cNvSpPr>
          <p:nvPr/>
        </p:nvSpPr>
        <p:spPr bwMode="auto">
          <a:xfrm>
            <a:off x="5426869" y="3459866"/>
            <a:ext cx="3190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x</a:t>
            </a:r>
          </a:p>
        </p:txBody>
      </p:sp>
      <p:sp>
        <p:nvSpPr>
          <p:cNvPr id="653375" name="Text Box 63"/>
          <p:cNvSpPr txBox="1">
            <a:spLocks noChangeArrowheads="1"/>
          </p:cNvSpPr>
          <p:nvPr/>
        </p:nvSpPr>
        <p:spPr bwMode="auto">
          <a:xfrm>
            <a:off x="5426869" y="3764666"/>
            <a:ext cx="3032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y</a:t>
            </a:r>
          </a:p>
        </p:txBody>
      </p:sp>
      <p:sp>
        <p:nvSpPr>
          <p:cNvPr id="653376" name="Text Box 64"/>
          <p:cNvSpPr txBox="1">
            <a:spLocks noChangeArrowheads="1"/>
          </p:cNvSpPr>
          <p:nvPr/>
        </p:nvSpPr>
        <p:spPr bwMode="auto">
          <a:xfrm>
            <a:off x="5426869" y="4069466"/>
            <a:ext cx="306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z</a:t>
            </a:r>
          </a:p>
        </p:txBody>
      </p:sp>
      <p:sp>
        <p:nvSpPr>
          <p:cNvPr id="653377" name="Text Box 65"/>
          <p:cNvSpPr txBox="1">
            <a:spLocks noChangeArrowheads="1"/>
          </p:cNvSpPr>
          <p:nvPr/>
        </p:nvSpPr>
        <p:spPr bwMode="auto">
          <a:xfrm>
            <a:off x="5731669" y="3459866"/>
            <a:ext cx="9445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0  2   3</a:t>
            </a:r>
          </a:p>
        </p:txBody>
      </p:sp>
      <p:sp>
        <p:nvSpPr>
          <p:cNvPr id="653378" name="Text Box 66"/>
          <p:cNvSpPr txBox="1">
            <a:spLocks noChangeArrowheads="1"/>
          </p:cNvSpPr>
          <p:nvPr/>
        </p:nvSpPr>
        <p:spPr bwMode="auto">
          <a:xfrm rot="16200000">
            <a:off x="4875213" y="3782922"/>
            <a:ext cx="7080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from</a:t>
            </a:r>
          </a:p>
        </p:txBody>
      </p:sp>
      <p:sp>
        <p:nvSpPr>
          <p:cNvPr id="653379" name="Text Box 67"/>
          <p:cNvSpPr txBox="1">
            <a:spLocks noChangeArrowheads="1"/>
          </p:cNvSpPr>
          <p:nvPr/>
        </p:nvSpPr>
        <p:spPr bwMode="auto">
          <a:xfrm>
            <a:off x="5731669" y="2774066"/>
            <a:ext cx="9382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cost to</a:t>
            </a:r>
          </a:p>
        </p:txBody>
      </p:sp>
      <p:sp>
        <p:nvSpPr>
          <p:cNvPr id="653380" name="Line 68"/>
          <p:cNvSpPr>
            <a:spLocks noChangeShapeType="1"/>
          </p:cNvSpPr>
          <p:nvPr/>
        </p:nvSpPr>
        <p:spPr bwMode="auto">
          <a:xfrm>
            <a:off x="5655469" y="4907666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653381" name="Line 69"/>
          <p:cNvSpPr>
            <a:spLocks noChangeShapeType="1"/>
          </p:cNvSpPr>
          <p:nvPr/>
        </p:nvSpPr>
        <p:spPr bwMode="auto">
          <a:xfrm>
            <a:off x="5350669" y="5136266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653382" name="Text Box 70"/>
          <p:cNvSpPr txBox="1">
            <a:spLocks noChangeArrowheads="1"/>
          </p:cNvSpPr>
          <p:nvPr/>
        </p:nvSpPr>
        <p:spPr bwMode="auto">
          <a:xfrm>
            <a:off x="5655469" y="4755266"/>
            <a:ext cx="9699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x   y   z</a:t>
            </a:r>
          </a:p>
        </p:txBody>
      </p:sp>
      <p:sp>
        <p:nvSpPr>
          <p:cNvPr id="653383" name="Text Box 71"/>
          <p:cNvSpPr txBox="1">
            <a:spLocks noChangeArrowheads="1"/>
          </p:cNvSpPr>
          <p:nvPr/>
        </p:nvSpPr>
        <p:spPr bwMode="auto">
          <a:xfrm>
            <a:off x="5350669" y="5136266"/>
            <a:ext cx="3190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x</a:t>
            </a:r>
          </a:p>
        </p:txBody>
      </p:sp>
      <p:sp>
        <p:nvSpPr>
          <p:cNvPr id="653384" name="Text Box 72"/>
          <p:cNvSpPr txBox="1">
            <a:spLocks noChangeArrowheads="1"/>
          </p:cNvSpPr>
          <p:nvPr/>
        </p:nvSpPr>
        <p:spPr bwMode="auto">
          <a:xfrm>
            <a:off x="5350669" y="5441066"/>
            <a:ext cx="3032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y</a:t>
            </a:r>
          </a:p>
        </p:txBody>
      </p:sp>
      <p:sp>
        <p:nvSpPr>
          <p:cNvPr id="653385" name="Text Box 73"/>
          <p:cNvSpPr txBox="1">
            <a:spLocks noChangeArrowheads="1"/>
          </p:cNvSpPr>
          <p:nvPr/>
        </p:nvSpPr>
        <p:spPr bwMode="auto">
          <a:xfrm>
            <a:off x="5350669" y="5745866"/>
            <a:ext cx="306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z</a:t>
            </a:r>
          </a:p>
        </p:txBody>
      </p:sp>
      <p:sp>
        <p:nvSpPr>
          <p:cNvPr id="653386" name="Text Box 74"/>
          <p:cNvSpPr txBox="1">
            <a:spLocks noChangeArrowheads="1"/>
          </p:cNvSpPr>
          <p:nvPr/>
        </p:nvSpPr>
        <p:spPr bwMode="auto">
          <a:xfrm>
            <a:off x="5655469" y="5136266"/>
            <a:ext cx="9445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0  2   3</a:t>
            </a:r>
          </a:p>
        </p:txBody>
      </p:sp>
      <p:sp>
        <p:nvSpPr>
          <p:cNvPr id="653387" name="Text Box 75"/>
          <p:cNvSpPr txBox="1">
            <a:spLocks noChangeArrowheads="1"/>
          </p:cNvSpPr>
          <p:nvPr/>
        </p:nvSpPr>
        <p:spPr bwMode="auto">
          <a:xfrm rot="16200000">
            <a:off x="4799013" y="5459322"/>
            <a:ext cx="7080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from</a:t>
            </a:r>
          </a:p>
        </p:txBody>
      </p:sp>
      <p:sp>
        <p:nvSpPr>
          <p:cNvPr id="653388" name="Text Box 76"/>
          <p:cNvSpPr txBox="1">
            <a:spLocks noChangeArrowheads="1"/>
          </p:cNvSpPr>
          <p:nvPr/>
        </p:nvSpPr>
        <p:spPr bwMode="auto">
          <a:xfrm>
            <a:off x="5655469" y="4450466"/>
            <a:ext cx="9382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cost to</a:t>
            </a:r>
          </a:p>
        </p:txBody>
      </p:sp>
      <p:sp>
        <p:nvSpPr>
          <p:cNvPr id="653389" name="Line 77"/>
          <p:cNvSpPr>
            <a:spLocks noChangeShapeType="1"/>
          </p:cNvSpPr>
          <p:nvPr/>
        </p:nvSpPr>
        <p:spPr bwMode="auto">
          <a:xfrm>
            <a:off x="3521869" y="4907666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653390" name="Line 78"/>
          <p:cNvSpPr>
            <a:spLocks noChangeShapeType="1"/>
          </p:cNvSpPr>
          <p:nvPr/>
        </p:nvSpPr>
        <p:spPr bwMode="auto">
          <a:xfrm>
            <a:off x="3217069" y="5136266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653391" name="Text Box 79"/>
          <p:cNvSpPr txBox="1">
            <a:spLocks noChangeArrowheads="1"/>
          </p:cNvSpPr>
          <p:nvPr/>
        </p:nvSpPr>
        <p:spPr bwMode="auto">
          <a:xfrm>
            <a:off x="3521869" y="4755266"/>
            <a:ext cx="9699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x   y   z</a:t>
            </a:r>
          </a:p>
        </p:txBody>
      </p:sp>
      <p:sp>
        <p:nvSpPr>
          <p:cNvPr id="653392" name="Text Box 80"/>
          <p:cNvSpPr txBox="1">
            <a:spLocks noChangeArrowheads="1"/>
          </p:cNvSpPr>
          <p:nvPr/>
        </p:nvSpPr>
        <p:spPr bwMode="auto">
          <a:xfrm>
            <a:off x="3217069" y="5136266"/>
            <a:ext cx="3190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x</a:t>
            </a:r>
          </a:p>
        </p:txBody>
      </p:sp>
      <p:sp>
        <p:nvSpPr>
          <p:cNvPr id="653393" name="Text Box 81"/>
          <p:cNvSpPr txBox="1">
            <a:spLocks noChangeArrowheads="1"/>
          </p:cNvSpPr>
          <p:nvPr/>
        </p:nvSpPr>
        <p:spPr bwMode="auto">
          <a:xfrm>
            <a:off x="3217069" y="5441066"/>
            <a:ext cx="3032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y</a:t>
            </a:r>
          </a:p>
        </p:txBody>
      </p:sp>
      <p:sp>
        <p:nvSpPr>
          <p:cNvPr id="653394" name="Text Box 82"/>
          <p:cNvSpPr txBox="1">
            <a:spLocks noChangeArrowheads="1"/>
          </p:cNvSpPr>
          <p:nvPr/>
        </p:nvSpPr>
        <p:spPr bwMode="auto">
          <a:xfrm>
            <a:off x="3217069" y="5745866"/>
            <a:ext cx="306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z</a:t>
            </a:r>
          </a:p>
        </p:txBody>
      </p:sp>
      <p:sp>
        <p:nvSpPr>
          <p:cNvPr id="653395" name="Text Box 83"/>
          <p:cNvSpPr txBox="1">
            <a:spLocks noChangeArrowheads="1"/>
          </p:cNvSpPr>
          <p:nvPr/>
        </p:nvSpPr>
        <p:spPr bwMode="auto">
          <a:xfrm>
            <a:off x="3521869" y="5136266"/>
            <a:ext cx="9445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0  2   7</a:t>
            </a:r>
          </a:p>
        </p:txBody>
      </p:sp>
      <p:sp>
        <p:nvSpPr>
          <p:cNvPr id="653396" name="Text Box 84"/>
          <p:cNvSpPr txBox="1">
            <a:spLocks noChangeArrowheads="1"/>
          </p:cNvSpPr>
          <p:nvPr/>
        </p:nvSpPr>
        <p:spPr bwMode="auto">
          <a:xfrm rot="16200000">
            <a:off x="2665413" y="5459322"/>
            <a:ext cx="7080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from</a:t>
            </a:r>
          </a:p>
        </p:txBody>
      </p:sp>
      <p:sp>
        <p:nvSpPr>
          <p:cNvPr id="653397" name="Text Box 85"/>
          <p:cNvSpPr txBox="1">
            <a:spLocks noChangeArrowheads="1"/>
          </p:cNvSpPr>
          <p:nvPr/>
        </p:nvSpPr>
        <p:spPr bwMode="auto">
          <a:xfrm>
            <a:off x="3521869" y="4450466"/>
            <a:ext cx="9382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cost to</a:t>
            </a:r>
          </a:p>
        </p:txBody>
      </p:sp>
      <p:sp>
        <p:nvSpPr>
          <p:cNvPr id="653398" name="Line 86"/>
          <p:cNvSpPr>
            <a:spLocks noChangeShapeType="1"/>
          </p:cNvSpPr>
          <p:nvPr/>
        </p:nvSpPr>
        <p:spPr bwMode="auto">
          <a:xfrm>
            <a:off x="1464469" y="4983866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653399" name="Line 87"/>
          <p:cNvSpPr>
            <a:spLocks noChangeShapeType="1"/>
          </p:cNvSpPr>
          <p:nvPr/>
        </p:nvSpPr>
        <p:spPr bwMode="auto">
          <a:xfrm>
            <a:off x="1159669" y="5212466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653400" name="Text Box 88"/>
          <p:cNvSpPr txBox="1">
            <a:spLocks noChangeArrowheads="1"/>
          </p:cNvSpPr>
          <p:nvPr/>
        </p:nvSpPr>
        <p:spPr bwMode="auto">
          <a:xfrm>
            <a:off x="1464469" y="4831466"/>
            <a:ext cx="9699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x   y   z</a:t>
            </a:r>
          </a:p>
        </p:txBody>
      </p:sp>
      <p:sp>
        <p:nvSpPr>
          <p:cNvPr id="653401" name="Text Box 89"/>
          <p:cNvSpPr txBox="1">
            <a:spLocks noChangeArrowheads="1"/>
          </p:cNvSpPr>
          <p:nvPr/>
        </p:nvSpPr>
        <p:spPr bwMode="auto">
          <a:xfrm>
            <a:off x="1159669" y="5212466"/>
            <a:ext cx="3190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x</a:t>
            </a:r>
          </a:p>
        </p:txBody>
      </p:sp>
      <p:sp>
        <p:nvSpPr>
          <p:cNvPr id="653402" name="Text Box 90"/>
          <p:cNvSpPr txBox="1">
            <a:spLocks noChangeArrowheads="1"/>
          </p:cNvSpPr>
          <p:nvPr/>
        </p:nvSpPr>
        <p:spPr bwMode="auto">
          <a:xfrm>
            <a:off x="1159669" y="5517266"/>
            <a:ext cx="3032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y</a:t>
            </a:r>
          </a:p>
        </p:txBody>
      </p:sp>
      <p:sp>
        <p:nvSpPr>
          <p:cNvPr id="653403" name="Text Box 91"/>
          <p:cNvSpPr txBox="1">
            <a:spLocks noChangeArrowheads="1"/>
          </p:cNvSpPr>
          <p:nvPr/>
        </p:nvSpPr>
        <p:spPr bwMode="auto">
          <a:xfrm>
            <a:off x="1159669" y="5822066"/>
            <a:ext cx="30638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z</a:t>
            </a:r>
          </a:p>
        </p:txBody>
      </p:sp>
      <p:sp>
        <p:nvSpPr>
          <p:cNvPr id="653404" name="Text Box 92"/>
          <p:cNvSpPr txBox="1">
            <a:spLocks noChangeArrowheads="1"/>
          </p:cNvSpPr>
          <p:nvPr/>
        </p:nvSpPr>
        <p:spPr bwMode="auto">
          <a:xfrm>
            <a:off x="1464469" y="5593466"/>
            <a:ext cx="990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∞</a:t>
            </a:r>
          </a:p>
        </p:txBody>
      </p:sp>
      <p:sp>
        <p:nvSpPr>
          <p:cNvPr id="653405" name="Text Box 93"/>
          <p:cNvSpPr txBox="1">
            <a:spLocks noChangeArrowheads="1"/>
          </p:cNvSpPr>
          <p:nvPr/>
        </p:nvSpPr>
        <p:spPr bwMode="auto">
          <a:xfrm>
            <a:off x="1693069" y="5593466"/>
            <a:ext cx="3762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∞</a:t>
            </a:r>
          </a:p>
        </p:txBody>
      </p:sp>
      <p:sp>
        <p:nvSpPr>
          <p:cNvPr id="653406" name="Text Box 94"/>
          <p:cNvSpPr txBox="1">
            <a:spLocks noChangeArrowheads="1"/>
          </p:cNvSpPr>
          <p:nvPr/>
        </p:nvSpPr>
        <p:spPr bwMode="auto">
          <a:xfrm>
            <a:off x="2074069" y="5593466"/>
            <a:ext cx="3762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∞</a:t>
            </a:r>
          </a:p>
        </p:txBody>
      </p:sp>
      <p:sp>
        <p:nvSpPr>
          <p:cNvPr id="653407" name="Text Box 95"/>
          <p:cNvSpPr txBox="1">
            <a:spLocks noChangeArrowheads="1"/>
          </p:cNvSpPr>
          <p:nvPr/>
        </p:nvSpPr>
        <p:spPr bwMode="auto">
          <a:xfrm>
            <a:off x="1464469" y="5898266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7</a:t>
            </a:r>
          </a:p>
        </p:txBody>
      </p:sp>
      <p:sp>
        <p:nvSpPr>
          <p:cNvPr id="653408" name="Text Box 96"/>
          <p:cNvSpPr txBox="1">
            <a:spLocks noChangeArrowheads="1"/>
          </p:cNvSpPr>
          <p:nvPr/>
        </p:nvSpPr>
        <p:spPr bwMode="auto">
          <a:xfrm>
            <a:off x="1693069" y="5898266"/>
            <a:ext cx="2873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</a:t>
            </a:r>
          </a:p>
        </p:txBody>
      </p:sp>
      <p:sp>
        <p:nvSpPr>
          <p:cNvPr id="653409" name="Text Box 97"/>
          <p:cNvSpPr txBox="1">
            <a:spLocks noChangeArrowheads="1"/>
          </p:cNvSpPr>
          <p:nvPr/>
        </p:nvSpPr>
        <p:spPr bwMode="auto">
          <a:xfrm>
            <a:off x="2074069" y="5898266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0</a:t>
            </a:r>
          </a:p>
        </p:txBody>
      </p:sp>
      <p:sp>
        <p:nvSpPr>
          <p:cNvPr id="653410" name="Text Box 98"/>
          <p:cNvSpPr txBox="1">
            <a:spLocks noChangeArrowheads="1"/>
          </p:cNvSpPr>
          <p:nvPr/>
        </p:nvSpPr>
        <p:spPr bwMode="auto">
          <a:xfrm>
            <a:off x="1464469" y="4526666"/>
            <a:ext cx="9382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cost to</a:t>
            </a:r>
          </a:p>
        </p:txBody>
      </p:sp>
      <p:sp>
        <p:nvSpPr>
          <p:cNvPr id="653411" name="Text Box 99"/>
          <p:cNvSpPr txBox="1">
            <a:spLocks noChangeArrowheads="1"/>
          </p:cNvSpPr>
          <p:nvPr/>
        </p:nvSpPr>
        <p:spPr bwMode="auto">
          <a:xfrm>
            <a:off x="1466057" y="3398069"/>
            <a:ext cx="9763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∞</a:t>
            </a:r>
          </a:p>
          <a:p>
            <a:r>
              <a:rPr lang="en-US" altLang="en-US" dirty="0"/>
              <a:t>2   0   1</a:t>
            </a:r>
          </a:p>
        </p:txBody>
      </p:sp>
      <p:sp>
        <p:nvSpPr>
          <p:cNvPr id="653412" name="Text Box 100"/>
          <p:cNvSpPr txBox="1">
            <a:spLocks noChangeArrowheads="1"/>
          </p:cNvSpPr>
          <p:nvPr/>
        </p:nvSpPr>
        <p:spPr bwMode="auto">
          <a:xfrm>
            <a:off x="1464469" y="5212466"/>
            <a:ext cx="990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/>
              <a:t>∞ ∞  ∞</a:t>
            </a:r>
          </a:p>
        </p:txBody>
      </p:sp>
      <p:sp>
        <p:nvSpPr>
          <p:cNvPr id="653413" name="Text Box 101"/>
          <p:cNvSpPr txBox="1">
            <a:spLocks noChangeArrowheads="1"/>
          </p:cNvSpPr>
          <p:nvPr/>
        </p:nvSpPr>
        <p:spPr bwMode="auto">
          <a:xfrm>
            <a:off x="3505994" y="1977141"/>
            <a:ext cx="9763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2   0   1</a:t>
            </a:r>
          </a:p>
        </p:txBody>
      </p:sp>
      <p:sp>
        <p:nvSpPr>
          <p:cNvPr id="653414" name="Text Box 102"/>
          <p:cNvSpPr txBox="1">
            <a:spLocks noChangeArrowheads="1"/>
          </p:cNvSpPr>
          <p:nvPr/>
        </p:nvSpPr>
        <p:spPr bwMode="auto">
          <a:xfrm>
            <a:off x="3505994" y="2281941"/>
            <a:ext cx="9763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7   1   0</a:t>
            </a:r>
          </a:p>
        </p:txBody>
      </p:sp>
      <p:sp>
        <p:nvSpPr>
          <p:cNvPr id="653415" name="Text Box 103"/>
          <p:cNvSpPr txBox="1">
            <a:spLocks noChangeArrowheads="1"/>
          </p:cNvSpPr>
          <p:nvPr/>
        </p:nvSpPr>
        <p:spPr bwMode="auto">
          <a:xfrm>
            <a:off x="3521869" y="3764666"/>
            <a:ext cx="908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2  0   1</a:t>
            </a:r>
          </a:p>
        </p:txBody>
      </p:sp>
      <p:sp>
        <p:nvSpPr>
          <p:cNvPr id="653416" name="Text Box 104"/>
          <p:cNvSpPr txBox="1">
            <a:spLocks noChangeArrowheads="1"/>
          </p:cNvSpPr>
          <p:nvPr/>
        </p:nvSpPr>
        <p:spPr bwMode="auto">
          <a:xfrm>
            <a:off x="3521869" y="4069466"/>
            <a:ext cx="8899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7  1   0</a:t>
            </a:r>
          </a:p>
        </p:txBody>
      </p:sp>
      <p:sp>
        <p:nvSpPr>
          <p:cNvPr id="653417" name="Text Box 105"/>
          <p:cNvSpPr txBox="1">
            <a:spLocks noChangeArrowheads="1"/>
          </p:cNvSpPr>
          <p:nvPr/>
        </p:nvSpPr>
        <p:spPr bwMode="auto">
          <a:xfrm>
            <a:off x="3521869" y="5517266"/>
            <a:ext cx="908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2  0   1</a:t>
            </a:r>
          </a:p>
        </p:txBody>
      </p:sp>
      <p:sp>
        <p:nvSpPr>
          <p:cNvPr id="653418" name="Text Box 106"/>
          <p:cNvSpPr txBox="1">
            <a:spLocks noChangeArrowheads="1"/>
          </p:cNvSpPr>
          <p:nvPr/>
        </p:nvSpPr>
        <p:spPr bwMode="auto">
          <a:xfrm>
            <a:off x="3521869" y="5822066"/>
            <a:ext cx="908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3  1   0</a:t>
            </a:r>
          </a:p>
        </p:txBody>
      </p:sp>
      <p:sp>
        <p:nvSpPr>
          <p:cNvPr id="653419" name="Text Box 107"/>
          <p:cNvSpPr txBox="1">
            <a:spLocks noChangeArrowheads="1"/>
          </p:cNvSpPr>
          <p:nvPr/>
        </p:nvSpPr>
        <p:spPr bwMode="auto">
          <a:xfrm>
            <a:off x="5730554" y="2054480"/>
            <a:ext cx="8899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2  0   1</a:t>
            </a:r>
          </a:p>
        </p:txBody>
      </p:sp>
      <p:sp>
        <p:nvSpPr>
          <p:cNvPr id="653420" name="Text Box 108"/>
          <p:cNvSpPr txBox="1">
            <a:spLocks noChangeArrowheads="1"/>
          </p:cNvSpPr>
          <p:nvPr/>
        </p:nvSpPr>
        <p:spPr bwMode="auto">
          <a:xfrm>
            <a:off x="5731669" y="2345351"/>
            <a:ext cx="908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3  1   0</a:t>
            </a:r>
          </a:p>
        </p:txBody>
      </p:sp>
      <p:sp>
        <p:nvSpPr>
          <p:cNvPr id="653421" name="Text Box 109"/>
          <p:cNvSpPr txBox="1">
            <a:spLocks noChangeArrowheads="1"/>
          </p:cNvSpPr>
          <p:nvPr/>
        </p:nvSpPr>
        <p:spPr bwMode="auto">
          <a:xfrm>
            <a:off x="5731669" y="3759841"/>
            <a:ext cx="908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2  0   1</a:t>
            </a:r>
          </a:p>
        </p:txBody>
      </p:sp>
      <p:sp>
        <p:nvSpPr>
          <p:cNvPr id="653422" name="Text Box 110"/>
          <p:cNvSpPr txBox="1">
            <a:spLocks noChangeArrowheads="1"/>
          </p:cNvSpPr>
          <p:nvPr/>
        </p:nvSpPr>
        <p:spPr bwMode="auto">
          <a:xfrm>
            <a:off x="5655469" y="5822066"/>
            <a:ext cx="908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3  1   0</a:t>
            </a:r>
          </a:p>
        </p:txBody>
      </p:sp>
      <p:sp>
        <p:nvSpPr>
          <p:cNvPr id="653423" name="Text Box 111"/>
          <p:cNvSpPr txBox="1">
            <a:spLocks noChangeArrowheads="1"/>
          </p:cNvSpPr>
          <p:nvPr/>
        </p:nvSpPr>
        <p:spPr bwMode="auto">
          <a:xfrm>
            <a:off x="5655469" y="5441066"/>
            <a:ext cx="908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2  0   1</a:t>
            </a:r>
          </a:p>
        </p:txBody>
      </p:sp>
      <p:sp>
        <p:nvSpPr>
          <p:cNvPr id="653424" name="Text Box 112"/>
          <p:cNvSpPr txBox="1">
            <a:spLocks noChangeArrowheads="1"/>
          </p:cNvSpPr>
          <p:nvPr/>
        </p:nvSpPr>
        <p:spPr bwMode="auto">
          <a:xfrm>
            <a:off x="5731669" y="4069466"/>
            <a:ext cx="908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3  1   0</a:t>
            </a:r>
          </a:p>
        </p:txBody>
      </p:sp>
      <p:sp>
        <p:nvSpPr>
          <p:cNvPr id="653425" name="Line 113"/>
          <p:cNvSpPr>
            <a:spLocks noChangeShapeType="1"/>
          </p:cNvSpPr>
          <p:nvPr/>
        </p:nvSpPr>
        <p:spPr bwMode="auto">
          <a:xfrm>
            <a:off x="2455069" y="1935866"/>
            <a:ext cx="68580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653426" name="Line 114"/>
          <p:cNvSpPr>
            <a:spLocks noChangeShapeType="1"/>
          </p:cNvSpPr>
          <p:nvPr/>
        </p:nvSpPr>
        <p:spPr bwMode="auto">
          <a:xfrm>
            <a:off x="2378869" y="2012066"/>
            <a:ext cx="685800" cy="3124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653427" name="Line 115"/>
          <p:cNvSpPr>
            <a:spLocks noChangeShapeType="1"/>
          </p:cNvSpPr>
          <p:nvPr/>
        </p:nvSpPr>
        <p:spPr bwMode="auto">
          <a:xfrm flipV="1">
            <a:off x="2378869" y="2469266"/>
            <a:ext cx="7620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653428" name="Line 116"/>
          <p:cNvSpPr>
            <a:spLocks noChangeShapeType="1"/>
          </p:cNvSpPr>
          <p:nvPr/>
        </p:nvSpPr>
        <p:spPr bwMode="auto">
          <a:xfrm>
            <a:off x="2378869" y="4069466"/>
            <a:ext cx="6096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653429" name="Line 117"/>
          <p:cNvSpPr>
            <a:spLocks noChangeShapeType="1"/>
          </p:cNvSpPr>
          <p:nvPr/>
        </p:nvSpPr>
        <p:spPr bwMode="auto">
          <a:xfrm flipV="1">
            <a:off x="2378869" y="2545466"/>
            <a:ext cx="838200" cy="3429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653430" name="Line 118"/>
          <p:cNvSpPr>
            <a:spLocks noChangeShapeType="1"/>
          </p:cNvSpPr>
          <p:nvPr/>
        </p:nvSpPr>
        <p:spPr bwMode="auto">
          <a:xfrm flipV="1">
            <a:off x="2455069" y="4298066"/>
            <a:ext cx="7620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653431" name="Line 119"/>
          <p:cNvSpPr>
            <a:spLocks noChangeShapeType="1"/>
          </p:cNvSpPr>
          <p:nvPr/>
        </p:nvSpPr>
        <p:spPr bwMode="auto">
          <a:xfrm>
            <a:off x="4512469" y="1935866"/>
            <a:ext cx="76200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653432" name="Line 120"/>
          <p:cNvSpPr>
            <a:spLocks noChangeShapeType="1"/>
          </p:cNvSpPr>
          <p:nvPr/>
        </p:nvSpPr>
        <p:spPr bwMode="auto">
          <a:xfrm>
            <a:off x="4436269" y="2012066"/>
            <a:ext cx="83820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653433" name="Line 121"/>
          <p:cNvSpPr>
            <a:spLocks noChangeShapeType="1"/>
          </p:cNvSpPr>
          <p:nvPr/>
        </p:nvSpPr>
        <p:spPr bwMode="auto">
          <a:xfrm flipV="1">
            <a:off x="4360069" y="2697866"/>
            <a:ext cx="1143000" cy="320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653434" name="Line 122"/>
          <p:cNvSpPr>
            <a:spLocks noChangeShapeType="1"/>
          </p:cNvSpPr>
          <p:nvPr/>
        </p:nvSpPr>
        <p:spPr bwMode="auto">
          <a:xfrm flipV="1">
            <a:off x="4360069" y="4374266"/>
            <a:ext cx="106680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653435" name="Line 123"/>
          <p:cNvSpPr>
            <a:spLocks noChangeShapeType="1"/>
          </p:cNvSpPr>
          <p:nvPr/>
        </p:nvSpPr>
        <p:spPr bwMode="auto">
          <a:xfrm>
            <a:off x="854869" y="6299904"/>
            <a:ext cx="5410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653436" name="Text Box 124"/>
          <p:cNvSpPr txBox="1">
            <a:spLocks noChangeArrowheads="1"/>
          </p:cNvSpPr>
          <p:nvPr/>
        </p:nvSpPr>
        <p:spPr bwMode="auto">
          <a:xfrm>
            <a:off x="6314282" y="6096704"/>
            <a:ext cx="6588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time</a:t>
            </a:r>
          </a:p>
        </p:txBody>
      </p:sp>
      <p:grpSp>
        <p:nvGrpSpPr>
          <p:cNvPr id="653437" name="Group 125"/>
          <p:cNvGrpSpPr>
            <a:grpSpLocks/>
          </p:cNvGrpSpPr>
          <p:nvPr/>
        </p:nvGrpSpPr>
        <p:grpSpPr bwMode="auto">
          <a:xfrm>
            <a:off x="6632575" y="2911475"/>
            <a:ext cx="2184400" cy="1212850"/>
            <a:chOff x="2352" y="0"/>
            <a:chExt cx="1376" cy="764"/>
          </a:xfrm>
        </p:grpSpPr>
        <p:sp>
          <p:nvSpPr>
            <p:cNvPr id="653438" name="Freeform 126"/>
            <p:cNvSpPr>
              <a:spLocks/>
            </p:cNvSpPr>
            <p:nvPr/>
          </p:nvSpPr>
          <p:spPr bwMode="auto">
            <a:xfrm>
              <a:off x="2352" y="0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653439" name="Group 127"/>
            <p:cNvGrpSpPr>
              <a:grpSpLocks/>
            </p:cNvGrpSpPr>
            <p:nvPr/>
          </p:nvGrpSpPr>
          <p:grpSpPr bwMode="auto">
            <a:xfrm>
              <a:off x="2448" y="74"/>
              <a:ext cx="1161" cy="675"/>
              <a:chOff x="-17" y="1286"/>
              <a:chExt cx="1161" cy="675"/>
            </a:xfrm>
          </p:grpSpPr>
          <p:sp>
            <p:nvSpPr>
              <p:cNvPr id="653440" name="Freeform 128"/>
              <p:cNvSpPr>
                <a:spLocks/>
              </p:cNvSpPr>
              <p:nvPr/>
            </p:nvSpPr>
            <p:spPr bwMode="auto">
              <a:xfrm>
                <a:off x="246" y="1476"/>
                <a:ext cx="222" cy="180"/>
              </a:xfrm>
              <a:custGeom>
                <a:avLst/>
                <a:gdLst>
                  <a:gd name="T0" fmla="*/ 0 w 222"/>
                  <a:gd name="T1" fmla="*/ 180 h 180"/>
                  <a:gd name="T2" fmla="*/ 222 w 222"/>
                  <a:gd name="T3" fmla="*/ 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22" h="180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3441" name="Oval 129"/>
              <p:cNvSpPr>
                <a:spLocks noChangeArrowheads="1"/>
              </p:cNvSpPr>
              <p:nvPr/>
            </p:nvSpPr>
            <p:spPr bwMode="auto">
              <a:xfrm>
                <a:off x="-14" y="171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3442" name="Line 130"/>
              <p:cNvSpPr>
                <a:spLocks noChangeShapeType="1"/>
              </p:cNvSpPr>
              <p:nvPr/>
            </p:nvSpPr>
            <p:spPr bwMode="auto">
              <a:xfrm>
                <a:off x="-14" y="1705"/>
                <a:ext cx="1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3443" name="Line 131"/>
              <p:cNvSpPr>
                <a:spLocks noChangeShapeType="1"/>
              </p:cNvSpPr>
              <p:nvPr/>
            </p:nvSpPr>
            <p:spPr bwMode="auto">
              <a:xfrm>
                <a:off x="299" y="1705"/>
                <a:ext cx="1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3444" name="Rectangle 132"/>
              <p:cNvSpPr>
                <a:spLocks noChangeArrowheads="1"/>
              </p:cNvSpPr>
              <p:nvPr/>
            </p:nvSpPr>
            <p:spPr bwMode="auto">
              <a:xfrm>
                <a:off x="-14" y="170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3445" name="Oval 133"/>
              <p:cNvSpPr>
                <a:spLocks noChangeArrowheads="1"/>
              </p:cNvSpPr>
              <p:nvPr/>
            </p:nvSpPr>
            <p:spPr bwMode="auto">
              <a:xfrm>
                <a:off x="-17" y="164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3446" name="Freeform 134"/>
              <p:cNvSpPr>
                <a:spLocks/>
              </p:cNvSpPr>
              <p:nvPr/>
            </p:nvSpPr>
            <p:spPr bwMode="auto">
              <a:xfrm>
                <a:off x="651" y="1476"/>
                <a:ext cx="216" cy="189"/>
              </a:xfrm>
              <a:custGeom>
                <a:avLst/>
                <a:gdLst>
                  <a:gd name="T0" fmla="*/ 0 w 216"/>
                  <a:gd name="T1" fmla="*/ 0 h 189"/>
                  <a:gd name="T2" fmla="*/ 216 w 216"/>
                  <a:gd name="T3" fmla="*/ 18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16" h="189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3447" name="Freeform 135"/>
              <p:cNvSpPr>
                <a:spLocks/>
              </p:cNvSpPr>
              <p:nvPr/>
            </p:nvSpPr>
            <p:spPr bwMode="auto">
              <a:xfrm>
                <a:off x="303" y="1740"/>
                <a:ext cx="540" cy="3"/>
              </a:xfrm>
              <a:custGeom>
                <a:avLst/>
                <a:gdLst>
                  <a:gd name="T0" fmla="*/ 540 w 540"/>
                  <a:gd name="T1" fmla="*/ 3 h 3"/>
                  <a:gd name="T2" fmla="*/ 0 w 540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40" h="3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653448" name="Group 136"/>
              <p:cNvGrpSpPr>
                <a:grpSpLocks/>
              </p:cNvGrpSpPr>
              <p:nvPr/>
            </p:nvGrpSpPr>
            <p:grpSpPr bwMode="auto">
              <a:xfrm>
                <a:off x="32" y="1598"/>
                <a:ext cx="210" cy="250"/>
                <a:chOff x="2952" y="2429"/>
                <a:chExt cx="211" cy="250"/>
              </a:xfrm>
            </p:grpSpPr>
            <p:sp>
              <p:nvSpPr>
                <p:cNvPr id="653449" name="Rectangle 137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53450" name="Text Box 138"/>
                <p:cNvSpPr txBox="1">
                  <a:spLocks noChangeArrowheads="1"/>
                </p:cNvSpPr>
                <p:nvPr/>
              </p:nvSpPr>
              <p:spPr bwMode="auto">
                <a:xfrm>
                  <a:off x="2952" y="2429"/>
                  <a:ext cx="211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x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653451" name="Group 139"/>
              <p:cNvGrpSpPr>
                <a:grpSpLocks/>
              </p:cNvGrpSpPr>
              <p:nvPr/>
            </p:nvGrpSpPr>
            <p:grpSpPr bwMode="auto">
              <a:xfrm>
                <a:off x="828" y="1580"/>
                <a:ext cx="316" cy="288"/>
                <a:chOff x="1740" y="2276"/>
                <a:chExt cx="316" cy="288"/>
              </a:xfrm>
            </p:grpSpPr>
            <p:sp>
              <p:nvSpPr>
                <p:cNvPr id="653452" name="Oval 140"/>
                <p:cNvSpPr>
                  <a:spLocks noChangeArrowheads="1"/>
                </p:cNvSpPr>
                <p:nvPr/>
              </p:nvSpPr>
              <p:spPr bwMode="auto"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53453" name="Line 141"/>
                <p:cNvSpPr>
                  <a:spLocks noChangeShapeType="1"/>
                </p:cNvSpPr>
                <p:nvPr/>
              </p:nvSpPr>
              <p:spPr bwMode="auto">
                <a:xfrm>
                  <a:off x="1743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53454" name="Line 142"/>
                <p:cNvSpPr>
                  <a:spLocks noChangeShapeType="1"/>
                </p:cNvSpPr>
                <p:nvPr/>
              </p:nvSpPr>
              <p:spPr bwMode="auto">
                <a:xfrm>
                  <a:off x="2056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53455" name="Rectangle 143"/>
                <p:cNvSpPr>
                  <a:spLocks noChangeArrowheads="1"/>
                </p:cNvSpPr>
                <p:nvPr/>
              </p:nvSpPr>
              <p:spPr bwMode="auto"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53456" name="Oval 144"/>
                <p:cNvSpPr>
                  <a:spLocks noChangeArrowheads="1"/>
                </p:cNvSpPr>
                <p:nvPr/>
              </p:nvSpPr>
              <p:spPr bwMode="auto"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grpSp>
              <p:nvGrpSpPr>
                <p:cNvPr id="653457" name="Group 145"/>
                <p:cNvGrpSpPr>
                  <a:grpSpLocks/>
                </p:cNvGrpSpPr>
                <p:nvPr/>
              </p:nvGrpSpPr>
              <p:grpSpPr bwMode="auto">
                <a:xfrm>
                  <a:off x="1792" y="2276"/>
                  <a:ext cx="219" cy="288"/>
                  <a:chOff x="2948" y="2399"/>
                  <a:chExt cx="220" cy="288"/>
                </a:xfrm>
              </p:grpSpPr>
              <p:sp>
                <p:nvSpPr>
                  <p:cNvPr id="653458" name="Rectangle 146"/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chemeClr val="hlink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53459" name="Text Box 14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8" y="2399"/>
                    <a:ext cx="220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altLang="en-US" sz="2400"/>
                      <a:t>z</a:t>
                    </a:r>
                  </a:p>
                </p:txBody>
              </p:sp>
            </p:grpSp>
          </p:grpSp>
          <p:sp>
            <p:nvSpPr>
              <p:cNvPr id="653460" name="Text Box 148"/>
              <p:cNvSpPr txBox="1">
                <a:spLocks noChangeArrowheads="1"/>
              </p:cNvSpPr>
              <p:nvPr/>
            </p:nvSpPr>
            <p:spPr bwMode="auto">
              <a:xfrm>
                <a:off x="731" y="1400"/>
                <a:ext cx="18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/>
                  <a:t>1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3461" name="Text Box 149"/>
              <p:cNvSpPr txBox="1">
                <a:spLocks noChangeArrowheads="1"/>
              </p:cNvSpPr>
              <p:nvPr/>
            </p:nvSpPr>
            <p:spPr bwMode="auto">
              <a:xfrm>
                <a:off x="192" y="1397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/>
                  <a:t>2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3462" name="Text Box 150"/>
              <p:cNvSpPr txBox="1">
                <a:spLocks noChangeArrowheads="1"/>
              </p:cNvSpPr>
              <p:nvPr/>
            </p:nvSpPr>
            <p:spPr bwMode="auto">
              <a:xfrm>
                <a:off x="477" y="1730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/>
                  <a:t>7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653463" name="Group 151"/>
              <p:cNvGrpSpPr>
                <a:grpSpLocks/>
              </p:cNvGrpSpPr>
              <p:nvPr/>
            </p:nvGrpSpPr>
            <p:grpSpPr bwMode="auto">
              <a:xfrm>
                <a:off x="408" y="1286"/>
                <a:ext cx="316" cy="250"/>
                <a:chOff x="1740" y="2306"/>
                <a:chExt cx="316" cy="250"/>
              </a:xfrm>
            </p:grpSpPr>
            <p:sp>
              <p:nvSpPr>
                <p:cNvPr id="653464" name="Oval 152"/>
                <p:cNvSpPr>
                  <a:spLocks noChangeArrowheads="1"/>
                </p:cNvSpPr>
                <p:nvPr/>
              </p:nvSpPr>
              <p:spPr bwMode="auto"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53465" name="Line 153"/>
                <p:cNvSpPr>
                  <a:spLocks noChangeShapeType="1"/>
                </p:cNvSpPr>
                <p:nvPr/>
              </p:nvSpPr>
              <p:spPr bwMode="auto">
                <a:xfrm>
                  <a:off x="1743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53466" name="Line 154"/>
                <p:cNvSpPr>
                  <a:spLocks noChangeShapeType="1"/>
                </p:cNvSpPr>
                <p:nvPr/>
              </p:nvSpPr>
              <p:spPr bwMode="auto">
                <a:xfrm>
                  <a:off x="2056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53467" name="Rectangle 155"/>
                <p:cNvSpPr>
                  <a:spLocks noChangeArrowheads="1"/>
                </p:cNvSpPr>
                <p:nvPr/>
              </p:nvSpPr>
              <p:spPr bwMode="auto"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53468" name="Oval 156"/>
                <p:cNvSpPr>
                  <a:spLocks noChangeArrowheads="1"/>
                </p:cNvSpPr>
                <p:nvPr/>
              </p:nvSpPr>
              <p:spPr bwMode="auto"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grpSp>
              <p:nvGrpSpPr>
                <p:cNvPr id="653469" name="Group 157"/>
                <p:cNvGrpSpPr>
                  <a:grpSpLocks/>
                </p:cNvGrpSpPr>
                <p:nvPr/>
              </p:nvGrpSpPr>
              <p:grpSpPr bwMode="auto">
                <a:xfrm>
                  <a:off x="1802" y="2306"/>
                  <a:ext cx="199" cy="250"/>
                  <a:chOff x="2957" y="2429"/>
                  <a:chExt cx="201" cy="250"/>
                </a:xfrm>
              </p:grpSpPr>
              <p:sp>
                <p:nvSpPr>
                  <p:cNvPr id="653470" name="Rectangle 158"/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chemeClr val="hlink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53471" name="Text Box 1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57" y="2429"/>
                    <a:ext cx="201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altLang="en-US" sz="2000"/>
                      <a:t>y</a:t>
                    </a: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</p:grpSp>
      </p:grpSp>
      <p:sp>
        <p:nvSpPr>
          <p:cNvPr id="653472" name="Text Box 160"/>
          <p:cNvSpPr txBox="1">
            <a:spLocks noChangeArrowheads="1"/>
          </p:cNvSpPr>
          <p:nvPr/>
        </p:nvSpPr>
        <p:spPr bwMode="auto">
          <a:xfrm>
            <a:off x="-36070" y="987205"/>
            <a:ext cx="15795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en-US" b="1" u="sng"/>
              <a:t>node x table</a:t>
            </a:r>
          </a:p>
        </p:txBody>
      </p:sp>
      <p:sp>
        <p:nvSpPr>
          <p:cNvPr id="653473" name="Text Box 161"/>
          <p:cNvSpPr txBox="1">
            <a:spLocks noChangeArrowheads="1"/>
          </p:cNvSpPr>
          <p:nvPr/>
        </p:nvSpPr>
        <p:spPr bwMode="auto">
          <a:xfrm>
            <a:off x="-49212" y="2726471"/>
            <a:ext cx="15716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en-US" b="1" u="sng" dirty="0"/>
              <a:t>node y table</a:t>
            </a:r>
          </a:p>
        </p:txBody>
      </p:sp>
      <p:sp>
        <p:nvSpPr>
          <p:cNvPr id="653474" name="Text Box 162"/>
          <p:cNvSpPr txBox="1">
            <a:spLocks noChangeArrowheads="1"/>
          </p:cNvSpPr>
          <p:nvPr/>
        </p:nvSpPr>
        <p:spPr bwMode="auto">
          <a:xfrm>
            <a:off x="0" y="4530464"/>
            <a:ext cx="15668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en-US" b="1" u="sng" dirty="0"/>
              <a:t>node z table</a:t>
            </a:r>
          </a:p>
        </p:txBody>
      </p:sp>
      <p:sp>
        <p:nvSpPr>
          <p:cNvPr id="653475" name="Oval 163"/>
          <p:cNvSpPr>
            <a:spLocks noChangeArrowheads="1"/>
          </p:cNvSpPr>
          <p:nvPr/>
        </p:nvSpPr>
        <p:spPr bwMode="auto">
          <a:xfrm>
            <a:off x="1464469" y="1631066"/>
            <a:ext cx="10668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653476" name="Oval 164"/>
          <p:cNvSpPr>
            <a:spLocks noChangeArrowheads="1"/>
          </p:cNvSpPr>
          <p:nvPr/>
        </p:nvSpPr>
        <p:spPr bwMode="auto">
          <a:xfrm>
            <a:off x="1464469" y="3688466"/>
            <a:ext cx="10668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653477" name="Oval 165"/>
          <p:cNvSpPr>
            <a:spLocks noChangeArrowheads="1"/>
          </p:cNvSpPr>
          <p:nvPr/>
        </p:nvSpPr>
        <p:spPr bwMode="auto">
          <a:xfrm>
            <a:off x="1464469" y="5898266"/>
            <a:ext cx="10668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653478" name="Oval 166"/>
          <p:cNvSpPr>
            <a:spLocks noChangeArrowheads="1"/>
          </p:cNvSpPr>
          <p:nvPr/>
        </p:nvSpPr>
        <p:spPr bwMode="auto">
          <a:xfrm>
            <a:off x="3521869" y="1631066"/>
            <a:ext cx="10668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653479" name="Oval 167"/>
          <p:cNvSpPr>
            <a:spLocks noChangeArrowheads="1"/>
          </p:cNvSpPr>
          <p:nvPr/>
        </p:nvSpPr>
        <p:spPr bwMode="auto">
          <a:xfrm>
            <a:off x="3445669" y="5822066"/>
            <a:ext cx="1066800" cy="381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653480" name="Rectangle 168"/>
          <p:cNvSpPr>
            <a:spLocks noChangeArrowheads="1"/>
          </p:cNvSpPr>
          <p:nvPr/>
        </p:nvSpPr>
        <p:spPr bwMode="auto">
          <a:xfrm>
            <a:off x="1835944" y="141991"/>
            <a:ext cx="4546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fr-FR" altLang="en-US">
                <a:solidFill>
                  <a:srgbClr val="000000"/>
                </a:solidFill>
                <a:latin typeface="Times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fr-FR" altLang="en-US" baseline="-25000">
                <a:solidFill>
                  <a:srgbClr val="000000"/>
                </a:solidFill>
                <a:latin typeface="Times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FR" altLang="en-US">
                <a:solidFill>
                  <a:srgbClr val="000000"/>
                </a:solidFill>
                <a:latin typeface="Times" panose="02020603050405020304" pitchFamily="18" charset="0"/>
                <a:cs typeface="Times New Roman" panose="02020603050405020304" pitchFamily="18" charset="0"/>
              </a:rPr>
              <a:t>(y) = min{c(x,y) + D</a:t>
            </a:r>
            <a:r>
              <a:rPr lang="fr-FR" altLang="en-US" baseline="-25000">
                <a:solidFill>
                  <a:srgbClr val="000000"/>
                </a:solidFill>
                <a:latin typeface="Times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fr-FR" altLang="en-US">
                <a:solidFill>
                  <a:srgbClr val="000000"/>
                </a:solidFill>
                <a:latin typeface="Times" panose="02020603050405020304" pitchFamily="18" charset="0"/>
                <a:cs typeface="Times New Roman" panose="02020603050405020304" pitchFamily="18" charset="0"/>
              </a:rPr>
              <a:t>(y), c(x,z) + D</a:t>
            </a:r>
            <a:r>
              <a:rPr lang="fr-FR" altLang="en-US" baseline="-25000">
                <a:solidFill>
                  <a:srgbClr val="000000"/>
                </a:solidFill>
                <a:latin typeface="Times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altLang="en-US">
                <a:solidFill>
                  <a:srgbClr val="000000"/>
                </a:solidFill>
                <a:latin typeface="Times" panose="02020603050405020304" pitchFamily="18" charset="0"/>
                <a:cs typeface="Times New Roman" panose="02020603050405020304" pitchFamily="18" charset="0"/>
              </a:rPr>
              <a:t>(y)} </a:t>
            </a:r>
            <a:br>
              <a:rPr lang="fr-FR" altLang="en-US">
                <a:solidFill>
                  <a:srgbClr val="000000"/>
                </a:solidFill>
                <a:latin typeface="Times" panose="02020603050405020304" pitchFamily="18" charset="0"/>
                <a:cs typeface="Times New Roman" panose="02020603050405020304" pitchFamily="18" charset="0"/>
              </a:rPr>
            </a:br>
            <a:r>
              <a:rPr lang="fr-FR" altLang="en-US">
                <a:solidFill>
                  <a:srgbClr val="000000"/>
                </a:solidFill>
                <a:latin typeface="Times" panose="02020603050405020304" pitchFamily="18" charset="0"/>
                <a:cs typeface="Times New Roman" panose="02020603050405020304" pitchFamily="18" charset="0"/>
              </a:rPr>
              <a:t>             = min{2+0 , 7+1} = 2</a:t>
            </a:r>
          </a:p>
        </p:txBody>
      </p:sp>
      <p:sp>
        <p:nvSpPr>
          <p:cNvPr id="653481" name="Line 169"/>
          <p:cNvSpPr>
            <a:spLocks noChangeShapeType="1"/>
          </p:cNvSpPr>
          <p:nvPr/>
        </p:nvSpPr>
        <p:spPr bwMode="auto">
          <a:xfrm flipH="1">
            <a:off x="4006057" y="764291"/>
            <a:ext cx="809625" cy="966788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653482" name="Rectangle 170"/>
          <p:cNvSpPr>
            <a:spLocks noChangeArrowheads="1"/>
          </p:cNvSpPr>
          <p:nvPr/>
        </p:nvSpPr>
        <p:spPr bwMode="auto">
          <a:xfrm>
            <a:off x="6384925" y="111125"/>
            <a:ext cx="2803525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fr-FR" altLang="en-US" i="1"/>
              <a:t>D</a:t>
            </a:r>
            <a:r>
              <a:rPr lang="fr-FR" altLang="en-US" i="1" baseline="-25000"/>
              <a:t>x</a:t>
            </a:r>
            <a:r>
              <a:rPr lang="fr-FR" altLang="en-US" i="1"/>
              <a:t>(z) = </a:t>
            </a:r>
            <a:r>
              <a:rPr lang="fr-FR" altLang="en-US"/>
              <a:t>min{</a:t>
            </a:r>
            <a:r>
              <a:rPr lang="fr-FR" altLang="en-US" i="1"/>
              <a:t>c(x,y) + </a:t>
            </a:r>
            <a:br>
              <a:rPr lang="fr-FR" altLang="en-US" i="1"/>
            </a:br>
            <a:r>
              <a:rPr lang="fr-FR" altLang="en-US" i="1"/>
              <a:t>      D</a:t>
            </a:r>
            <a:r>
              <a:rPr lang="fr-FR" altLang="en-US" i="1" baseline="-25000"/>
              <a:t>y</a:t>
            </a:r>
            <a:r>
              <a:rPr lang="fr-FR" altLang="en-US" i="1"/>
              <a:t>(z), c(x,z) + D</a:t>
            </a:r>
            <a:r>
              <a:rPr lang="fr-FR" altLang="en-US" i="1" baseline="-25000"/>
              <a:t>z</a:t>
            </a:r>
            <a:r>
              <a:rPr lang="fr-FR" altLang="en-US" i="1"/>
              <a:t>(z)</a:t>
            </a:r>
            <a:r>
              <a:rPr lang="fr-FR" altLang="en-US"/>
              <a:t>} </a:t>
            </a:r>
          </a:p>
          <a:p>
            <a:pPr algn="just"/>
            <a:r>
              <a:rPr lang="fr-FR" altLang="en-US"/>
              <a:t>= min{2+1 , 7+0} = 3</a:t>
            </a:r>
          </a:p>
        </p:txBody>
      </p:sp>
      <p:sp>
        <p:nvSpPr>
          <p:cNvPr id="653483" name="Line 171"/>
          <p:cNvSpPr>
            <a:spLocks noChangeShapeType="1"/>
          </p:cNvSpPr>
          <p:nvPr/>
        </p:nvSpPr>
        <p:spPr bwMode="auto">
          <a:xfrm flipH="1">
            <a:off x="4425157" y="437266"/>
            <a:ext cx="2586037" cy="13335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NZ"/>
          </a:p>
        </p:txBody>
      </p:sp>
      <p:sp>
        <p:nvSpPr>
          <p:cNvPr id="2" name="Rectangle 1"/>
          <p:cNvSpPr/>
          <p:nvPr/>
        </p:nvSpPr>
        <p:spPr>
          <a:xfrm>
            <a:off x="935612" y="1695711"/>
            <a:ext cx="6078538" cy="24111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4" name="Rectangle 173"/>
          <p:cNvSpPr/>
          <p:nvPr/>
        </p:nvSpPr>
        <p:spPr>
          <a:xfrm>
            <a:off x="945382" y="3809232"/>
            <a:ext cx="6078538" cy="258694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5" name="Rectangle 174"/>
          <p:cNvSpPr/>
          <p:nvPr/>
        </p:nvSpPr>
        <p:spPr>
          <a:xfrm>
            <a:off x="1085455" y="5895952"/>
            <a:ext cx="6078538" cy="258694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" name="Freeform 2"/>
          <p:cNvSpPr/>
          <p:nvPr/>
        </p:nvSpPr>
        <p:spPr>
          <a:xfrm>
            <a:off x="2272145" y="988291"/>
            <a:ext cx="1967475" cy="785091"/>
          </a:xfrm>
          <a:custGeom>
            <a:avLst/>
            <a:gdLst>
              <a:gd name="connsiteX0" fmla="*/ 0 w 1967475"/>
              <a:gd name="connsiteY0" fmla="*/ 785091 h 785091"/>
              <a:gd name="connsiteX1" fmla="*/ 73891 w 1967475"/>
              <a:gd name="connsiteY1" fmla="*/ 674254 h 785091"/>
              <a:gd name="connsiteX2" fmla="*/ 120073 w 1967475"/>
              <a:gd name="connsiteY2" fmla="*/ 618836 h 785091"/>
              <a:gd name="connsiteX3" fmla="*/ 221673 w 1967475"/>
              <a:gd name="connsiteY3" fmla="*/ 489527 h 785091"/>
              <a:gd name="connsiteX4" fmla="*/ 304800 w 1967475"/>
              <a:gd name="connsiteY4" fmla="*/ 387927 h 785091"/>
              <a:gd name="connsiteX5" fmla="*/ 397164 w 1967475"/>
              <a:gd name="connsiteY5" fmla="*/ 277091 h 785091"/>
              <a:gd name="connsiteX6" fmla="*/ 443346 w 1967475"/>
              <a:gd name="connsiteY6" fmla="*/ 230909 h 785091"/>
              <a:gd name="connsiteX7" fmla="*/ 480291 w 1967475"/>
              <a:gd name="connsiteY7" fmla="*/ 175491 h 785091"/>
              <a:gd name="connsiteX8" fmla="*/ 544946 w 1967475"/>
              <a:gd name="connsiteY8" fmla="*/ 138545 h 785091"/>
              <a:gd name="connsiteX9" fmla="*/ 618837 w 1967475"/>
              <a:gd name="connsiteY9" fmla="*/ 101600 h 785091"/>
              <a:gd name="connsiteX10" fmla="*/ 637310 w 1967475"/>
              <a:gd name="connsiteY10" fmla="*/ 73891 h 785091"/>
              <a:gd name="connsiteX11" fmla="*/ 674255 w 1967475"/>
              <a:gd name="connsiteY11" fmla="*/ 64654 h 785091"/>
              <a:gd name="connsiteX12" fmla="*/ 701964 w 1967475"/>
              <a:gd name="connsiteY12" fmla="*/ 55418 h 785091"/>
              <a:gd name="connsiteX13" fmla="*/ 729673 w 1967475"/>
              <a:gd name="connsiteY13" fmla="*/ 36945 h 785091"/>
              <a:gd name="connsiteX14" fmla="*/ 766619 w 1967475"/>
              <a:gd name="connsiteY14" fmla="*/ 27709 h 785091"/>
              <a:gd name="connsiteX15" fmla="*/ 942110 w 1967475"/>
              <a:gd name="connsiteY15" fmla="*/ 0 h 785091"/>
              <a:gd name="connsiteX16" fmla="*/ 1209964 w 1967475"/>
              <a:gd name="connsiteY16" fmla="*/ 18473 h 785091"/>
              <a:gd name="connsiteX17" fmla="*/ 1311564 w 1967475"/>
              <a:gd name="connsiteY17" fmla="*/ 36945 h 785091"/>
              <a:gd name="connsiteX18" fmla="*/ 1376219 w 1967475"/>
              <a:gd name="connsiteY18" fmla="*/ 55418 h 785091"/>
              <a:gd name="connsiteX19" fmla="*/ 1450110 w 1967475"/>
              <a:gd name="connsiteY19" fmla="*/ 120073 h 785091"/>
              <a:gd name="connsiteX20" fmla="*/ 1514764 w 1967475"/>
              <a:gd name="connsiteY20" fmla="*/ 166254 h 785091"/>
              <a:gd name="connsiteX21" fmla="*/ 1579419 w 1967475"/>
              <a:gd name="connsiteY21" fmla="*/ 212436 h 785091"/>
              <a:gd name="connsiteX22" fmla="*/ 1597891 w 1967475"/>
              <a:gd name="connsiteY22" fmla="*/ 240145 h 785091"/>
              <a:gd name="connsiteX23" fmla="*/ 1625600 w 1967475"/>
              <a:gd name="connsiteY23" fmla="*/ 258618 h 785091"/>
              <a:gd name="connsiteX24" fmla="*/ 1671782 w 1967475"/>
              <a:gd name="connsiteY24" fmla="*/ 314036 h 785091"/>
              <a:gd name="connsiteX25" fmla="*/ 1699491 w 1967475"/>
              <a:gd name="connsiteY25" fmla="*/ 332509 h 785091"/>
              <a:gd name="connsiteX26" fmla="*/ 1717964 w 1967475"/>
              <a:gd name="connsiteY26" fmla="*/ 360218 h 785091"/>
              <a:gd name="connsiteX27" fmla="*/ 1727200 w 1967475"/>
              <a:gd name="connsiteY27" fmla="*/ 387927 h 785091"/>
              <a:gd name="connsiteX28" fmla="*/ 1754910 w 1967475"/>
              <a:gd name="connsiteY28" fmla="*/ 424873 h 785091"/>
              <a:gd name="connsiteX29" fmla="*/ 1801091 w 1967475"/>
              <a:gd name="connsiteY29" fmla="*/ 489527 h 785091"/>
              <a:gd name="connsiteX30" fmla="*/ 1819564 w 1967475"/>
              <a:gd name="connsiteY30" fmla="*/ 544945 h 785091"/>
              <a:gd name="connsiteX31" fmla="*/ 1874982 w 1967475"/>
              <a:gd name="connsiteY31" fmla="*/ 581891 h 785091"/>
              <a:gd name="connsiteX32" fmla="*/ 1930400 w 1967475"/>
              <a:gd name="connsiteY32" fmla="*/ 618836 h 785091"/>
              <a:gd name="connsiteX33" fmla="*/ 1939637 w 1967475"/>
              <a:gd name="connsiteY33" fmla="*/ 646545 h 785091"/>
              <a:gd name="connsiteX34" fmla="*/ 1958110 w 1967475"/>
              <a:gd name="connsiteY34" fmla="*/ 674254 h 785091"/>
              <a:gd name="connsiteX35" fmla="*/ 1967346 w 1967475"/>
              <a:gd name="connsiteY35" fmla="*/ 720436 h 785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967475" h="785091">
                <a:moveTo>
                  <a:pt x="0" y="785091"/>
                </a:moveTo>
                <a:cubicBezTo>
                  <a:pt x="134039" y="624245"/>
                  <a:pt x="-28676" y="828106"/>
                  <a:pt x="73891" y="674254"/>
                </a:cubicBezTo>
                <a:cubicBezTo>
                  <a:pt x="87229" y="654246"/>
                  <a:pt x="106096" y="638403"/>
                  <a:pt x="120073" y="618836"/>
                </a:cubicBezTo>
                <a:cubicBezTo>
                  <a:pt x="210116" y="492777"/>
                  <a:pt x="118721" y="592479"/>
                  <a:pt x="221673" y="489527"/>
                </a:cubicBezTo>
                <a:cubicBezTo>
                  <a:pt x="240833" y="412893"/>
                  <a:pt x="216240" y="481408"/>
                  <a:pt x="304800" y="387927"/>
                </a:cubicBezTo>
                <a:cubicBezTo>
                  <a:pt x="337875" y="353014"/>
                  <a:pt x="363158" y="311097"/>
                  <a:pt x="397164" y="277091"/>
                </a:cubicBezTo>
                <a:cubicBezTo>
                  <a:pt x="412558" y="261697"/>
                  <a:pt x="429560" y="247758"/>
                  <a:pt x="443346" y="230909"/>
                </a:cubicBezTo>
                <a:cubicBezTo>
                  <a:pt x="457405" y="213726"/>
                  <a:pt x="465541" y="192084"/>
                  <a:pt x="480291" y="175491"/>
                </a:cubicBezTo>
                <a:cubicBezTo>
                  <a:pt x="512097" y="139709"/>
                  <a:pt x="510810" y="154062"/>
                  <a:pt x="544946" y="138545"/>
                </a:cubicBezTo>
                <a:cubicBezTo>
                  <a:pt x="570015" y="127150"/>
                  <a:pt x="618837" y="101600"/>
                  <a:pt x="618837" y="101600"/>
                </a:cubicBezTo>
                <a:cubicBezTo>
                  <a:pt x="624995" y="92364"/>
                  <a:pt x="628074" y="80049"/>
                  <a:pt x="637310" y="73891"/>
                </a:cubicBezTo>
                <a:cubicBezTo>
                  <a:pt x="647872" y="66850"/>
                  <a:pt x="662049" y="68141"/>
                  <a:pt x="674255" y="64654"/>
                </a:cubicBezTo>
                <a:cubicBezTo>
                  <a:pt x="683616" y="61979"/>
                  <a:pt x="692728" y="58497"/>
                  <a:pt x="701964" y="55418"/>
                </a:cubicBezTo>
                <a:cubicBezTo>
                  <a:pt x="711200" y="49260"/>
                  <a:pt x="719470" y="41318"/>
                  <a:pt x="729673" y="36945"/>
                </a:cubicBezTo>
                <a:cubicBezTo>
                  <a:pt x="741341" y="31945"/>
                  <a:pt x="754227" y="30463"/>
                  <a:pt x="766619" y="27709"/>
                </a:cubicBezTo>
                <a:cubicBezTo>
                  <a:pt x="830611" y="13489"/>
                  <a:pt x="866277" y="10833"/>
                  <a:pt x="942110" y="0"/>
                </a:cubicBezTo>
                <a:cubicBezTo>
                  <a:pt x="1048282" y="35389"/>
                  <a:pt x="939802" y="2099"/>
                  <a:pt x="1209964" y="18473"/>
                </a:cubicBezTo>
                <a:cubicBezTo>
                  <a:pt x="1243168" y="20485"/>
                  <a:pt x="1279164" y="27688"/>
                  <a:pt x="1311564" y="36945"/>
                </a:cubicBezTo>
                <a:cubicBezTo>
                  <a:pt x="1404308" y="63444"/>
                  <a:pt x="1260734" y="26548"/>
                  <a:pt x="1376219" y="55418"/>
                </a:cubicBezTo>
                <a:cubicBezTo>
                  <a:pt x="1428555" y="133925"/>
                  <a:pt x="1342356" y="12319"/>
                  <a:pt x="1450110" y="120073"/>
                </a:cubicBezTo>
                <a:cubicBezTo>
                  <a:pt x="1487555" y="157518"/>
                  <a:pt x="1466136" y="141941"/>
                  <a:pt x="1514764" y="166254"/>
                </a:cubicBezTo>
                <a:cubicBezTo>
                  <a:pt x="1557563" y="230453"/>
                  <a:pt x="1500334" y="155948"/>
                  <a:pt x="1579419" y="212436"/>
                </a:cubicBezTo>
                <a:cubicBezTo>
                  <a:pt x="1588452" y="218888"/>
                  <a:pt x="1590042" y="232296"/>
                  <a:pt x="1597891" y="240145"/>
                </a:cubicBezTo>
                <a:cubicBezTo>
                  <a:pt x="1605740" y="247995"/>
                  <a:pt x="1617072" y="251512"/>
                  <a:pt x="1625600" y="258618"/>
                </a:cubicBezTo>
                <a:cubicBezTo>
                  <a:pt x="1716389" y="334275"/>
                  <a:pt x="1599129" y="241382"/>
                  <a:pt x="1671782" y="314036"/>
                </a:cubicBezTo>
                <a:cubicBezTo>
                  <a:pt x="1679631" y="321886"/>
                  <a:pt x="1690255" y="326351"/>
                  <a:pt x="1699491" y="332509"/>
                </a:cubicBezTo>
                <a:cubicBezTo>
                  <a:pt x="1705649" y="341745"/>
                  <a:pt x="1713000" y="350289"/>
                  <a:pt x="1717964" y="360218"/>
                </a:cubicBezTo>
                <a:cubicBezTo>
                  <a:pt x="1722318" y="368926"/>
                  <a:pt x="1722370" y="379474"/>
                  <a:pt x="1727200" y="387927"/>
                </a:cubicBezTo>
                <a:cubicBezTo>
                  <a:pt x="1734838" y="401293"/>
                  <a:pt x="1745673" y="412558"/>
                  <a:pt x="1754910" y="424873"/>
                </a:cubicBezTo>
                <a:cubicBezTo>
                  <a:pt x="1781903" y="505854"/>
                  <a:pt x="1735349" y="379958"/>
                  <a:pt x="1801091" y="489527"/>
                </a:cubicBezTo>
                <a:cubicBezTo>
                  <a:pt x="1811109" y="506224"/>
                  <a:pt x="1803362" y="534144"/>
                  <a:pt x="1819564" y="544945"/>
                </a:cubicBezTo>
                <a:lnTo>
                  <a:pt x="1874982" y="581891"/>
                </a:lnTo>
                <a:cubicBezTo>
                  <a:pt x="1933281" y="669338"/>
                  <a:pt x="1845196" y="550674"/>
                  <a:pt x="1930400" y="618836"/>
                </a:cubicBezTo>
                <a:cubicBezTo>
                  <a:pt x="1938003" y="624918"/>
                  <a:pt x="1935283" y="637837"/>
                  <a:pt x="1939637" y="646545"/>
                </a:cubicBezTo>
                <a:cubicBezTo>
                  <a:pt x="1944602" y="656474"/>
                  <a:pt x="1951952" y="665018"/>
                  <a:pt x="1958110" y="674254"/>
                </a:cubicBezTo>
                <a:cubicBezTo>
                  <a:pt x="1969293" y="707805"/>
                  <a:pt x="1967346" y="692228"/>
                  <a:pt x="1967346" y="720436"/>
                </a:cubicBezTo>
              </a:path>
            </a:pathLst>
          </a:custGeom>
          <a:noFill/>
          <a:ln>
            <a:solidFill>
              <a:srgbClr val="00B05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" name="Freeform 4"/>
          <p:cNvSpPr/>
          <p:nvPr/>
        </p:nvSpPr>
        <p:spPr>
          <a:xfrm>
            <a:off x="1644073" y="6132945"/>
            <a:ext cx="2041236" cy="406400"/>
          </a:xfrm>
          <a:custGeom>
            <a:avLst/>
            <a:gdLst>
              <a:gd name="connsiteX0" fmla="*/ 0 w 2041236"/>
              <a:gd name="connsiteY0" fmla="*/ 73891 h 406400"/>
              <a:gd name="connsiteX1" fmla="*/ 46182 w 2041236"/>
              <a:gd name="connsiteY1" fmla="*/ 110837 h 406400"/>
              <a:gd name="connsiteX2" fmla="*/ 92363 w 2041236"/>
              <a:gd name="connsiteY2" fmla="*/ 157019 h 406400"/>
              <a:gd name="connsiteX3" fmla="*/ 110836 w 2041236"/>
              <a:gd name="connsiteY3" fmla="*/ 184728 h 406400"/>
              <a:gd name="connsiteX4" fmla="*/ 166254 w 2041236"/>
              <a:gd name="connsiteY4" fmla="*/ 221673 h 406400"/>
              <a:gd name="connsiteX5" fmla="*/ 175491 w 2041236"/>
              <a:gd name="connsiteY5" fmla="*/ 258619 h 406400"/>
              <a:gd name="connsiteX6" fmla="*/ 203200 w 2041236"/>
              <a:gd name="connsiteY6" fmla="*/ 277091 h 406400"/>
              <a:gd name="connsiteX7" fmla="*/ 258618 w 2041236"/>
              <a:gd name="connsiteY7" fmla="*/ 314037 h 406400"/>
              <a:gd name="connsiteX8" fmla="*/ 323272 w 2041236"/>
              <a:gd name="connsiteY8" fmla="*/ 350982 h 406400"/>
              <a:gd name="connsiteX9" fmla="*/ 369454 w 2041236"/>
              <a:gd name="connsiteY9" fmla="*/ 360219 h 406400"/>
              <a:gd name="connsiteX10" fmla="*/ 498763 w 2041236"/>
              <a:gd name="connsiteY10" fmla="*/ 387928 h 406400"/>
              <a:gd name="connsiteX11" fmla="*/ 674254 w 2041236"/>
              <a:gd name="connsiteY11" fmla="*/ 406400 h 406400"/>
              <a:gd name="connsiteX12" fmla="*/ 1062182 w 2041236"/>
              <a:gd name="connsiteY12" fmla="*/ 387928 h 406400"/>
              <a:gd name="connsiteX13" fmla="*/ 1089891 w 2041236"/>
              <a:gd name="connsiteY13" fmla="*/ 378691 h 406400"/>
              <a:gd name="connsiteX14" fmla="*/ 1173018 w 2041236"/>
              <a:gd name="connsiteY14" fmla="*/ 350982 h 406400"/>
              <a:gd name="connsiteX15" fmla="*/ 1237672 w 2041236"/>
              <a:gd name="connsiteY15" fmla="*/ 332510 h 406400"/>
              <a:gd name="connsiteX16" fmla="*/ 1293091 w 2041236"/>
              <a:gd name="connsiteY16" fmla="*/ 323273 h 406400"/>
              <a:gd name="connsiteX17" fmla="*/ 1320800 w 2041236"/>
              <a:gd name="connsiteY17" fmla="*/ 314037 h 406400"/>
              <a:gd name="connsiteX18" fmla="*/ 1413163 w 2041236"/>
              <a:gd name="connsiteY18" fmla="*/ 295564 h 406400"/>
              <a:gd name="connsiteX19" fmla="*/ 1440872 w 2041236"/>
              <a:gd name="connsiteY19" fmla="*/ 277091 h 406400"/>
              <a:gd name="connsiteX20" fmla="*/ 1505527 w 2041236"/>
              <a:gd name="connsiteY20" fmla="*/ 258619 h 406400"/>
              <a:gd name="connsiteX21" fmla="*/ 1579418 w 2041236"/>
              <a:gd name="connsiteY21" fmla="*/ 240146 h 406400"/>
              <a:gd name="connsiteX22" fmla="*/ 1616363 w 2041236"/>
              <a:gd name="connsiteY22" fmla="*/ 221673 h 406400"/>
              <a:gd name="connsiteX23" fmla="*/ 1681018 w 2041236"/>
              <a:gd name="connsiteY23" fmla="*/ 203200 h 406400"/>
              <a:gd name="connsiteX24" fmla="*/ 1708727 w 2041236"/>
              <a:gd name="connsiteY24" fmla="*/ 184728 h 406400"/>
              <a:gd name="connsiteX25" fmla="*/ 1745672 w 2041236"/>
              <a:gd name="connsiteY25" fmla="*/ 175491 h 406400"/>
              <a:gd name="connsiteX26" fmla="*/ 1801091 w 2041236"/>
              <a:gd name="connsiteY26" fmla="*/ 157019 h 406400"/>
              <a:gd name="connsiteX27" fmla="*/ 1828800 w 2041236"/>
              <a:gd name="connsiteY27" fmla="*/ 147782 h 406400"/>
              <a:gd name="connsiteX28" fmla="*/ 1865745 w 2041236"/>
              <a:gd name="connsiteY28" fmla="*/ 138546 h 406400"/>
              <a:gd name="connsiteX29" fmla="*/ 1884218 w 2041236"/>
              <a:gd name="connsiteY29" fmla="*/ 110837 h 406400"/>
              <a:gd name="connsiteX30" fmla="*/ 1921163 w 2041236"/>
              <a:gd name="connsiteY30" fmla="*/ 92364 h 406400"/>
              <a:gd name="connsiteX31" fmla="*/ 1948872 w 2041236"/>
              <a:gd name="connsiteY31" fmla="*/ 73891 h 406400"/>
              <a:gd name="connsiteX32" fmla="*/ 1967345 w 2041236"/>
              <a:gd name="connsiteY32" fmla="*/ 46182 h 406400"/>
              <a:gd name="connsiteX33" fmla="*/ 2022763 w 2041236"/>
              <a:gd name="connsiteY33" fmla="*/ 18473 h 406400"/>
              <a:gd name="connsiteX34" fmla="*/ 2041236 w 2041236"/>
              <a:gd name="connsiteY34" fmla="*/ 0 h 40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041236" h="406400">
                <a:moveTo>
                  <a:pt x="0" y="73891"/>
                </a:moveTo>
                <a:cubicBezTo>
                  <a:pt x="15394" y="86206"/>
                  <a:pt x="32242" y="96897"/>
                  <a:pt x="46182" y="110837"/>
                </a:cubicBezTo>
                <a:cubicBezTo>
                  <a:pt x="107758" y="172414"/>
                  <a:pt x="18471" y="107756"/>
                  <a:pt x="92363" y="157019"/>
                </a:cubicBezTo>
                <a:cubicBezTo>
                  <a:pt x="98521" y="166255"/>
                  <a:pt x="102482" y="177418"/>
                  <a:pt x="110836" y="184728"/>
                </a:cubicBezTo>
                <a:cubicBezTo>
                  <a:pt x="127544" y="199348"/>
                  <a:pt x="166254" y="221673"/>
                  <a:pt x="166254" y="221673"/>
                </a:cubicBezTo>
                <a:cubicBezTo>
                  <a:pt x="169333" y="233988"/>
                  <a:pt x="168449" y="248057"/>
                  <a:pt x="175491" y="258619"/>
                </a:cubicBezTo>
                <a:cubicBezTo>
                  <a:pt x="181649" y="267855"/>
                  <a:pt x="194672" y="269985"/>
                  <a:pt x="203200" y="277091"/>
                </a:cubicBezTo>
                <a:cubicBezTo>
                  <a:pt x="281995" y="342752"/>
                  <a:pt x="185571" y="277512"/>
                  <a:pt x="258618" y="314037"/>
                </a:cubicBezTo>
                <a:cubicBezTo>
                  <a:pt x="299158" y="334308"/>
                  <a:pt x="274693" y="334789"/>
                  <a:pt x="323272" y="350982"/>
                </a:cubicBezTo>
                <a:cubicBezTo>
                  <a:pt x="338165" y="355946"/>
                  <a:pt x="354308" y="356088"/>
                  <a:pt x="369454" y="360219"/>
                </a:cubicBezTo>
                <a:cubicBezTo>
                  <a:pt x="471739" y="388115"/>
                  <a:pt x="375824" y="374268"/>
                  <a:pt x="498763" y="387928"/>
                </a:cubicBezTo>
                <a:lnTo>
                  <a:pt x="674254" y="406400"/>
                </a:lnTo>
                <a:cubicBezTo>
                  <a:pt x="733403" y="404660"/>
                  <a:pt x="950670" y="408203"/>
                  <a:pt x="1062182" y="387928"/>
                </a:cubicBezTo>
                <a:cubicBezTo>
                  <a:pt x="1071761" y="386186"/>
                  <a:pt x="1080530" y="381366"/>
                  <a:pt x="1089891" y="378691"/>
                </a:cubicBezTo>
                <a:cubicBezTo>
                  <a:pt x="1176574" y="353924"/>
                  <a:pt x="1071095" y="389203"/>
                  <a:pt x="1173018" y="350982"/>
                </a:cubicBezTo>
                <a:cubicBezTo>
                  <a:pt x="1193138" y="343437"/>
                  <a:pt x="1216878" y="336669"/>
                  <a:pt x="1237672" y="332510"/>
                </a:cubicBezTo>
                <a:cubicBezTo>
                  <a:pt x="1256036" y="328837"/>
                  <a:pt x="1274809" y="327336"/>
                  <a:pt x="1293091" y="323273"/>
                </a:cubicBezTo>
                <a:cubicBezTo>
                  <a:pt x="1302595" y="321161"/>
                  <a:pt x="1311313" y="316226"/>
                  <a:pt x="1320800" y="314037"/>
                </a:cubicBezTo>
                <a:cubicBezTo>
                  <a:pt x="1351393" y="306977"/>
                  <a:pt x="1413163" y="295564"/>
                  <a:pt x="1413163" y="295564"/>
                </a:cubicBezTo>
                <a:cubicBezTo>
                  <a:pt x="1422399" y="289406"/>
                  <a:pt x="1430943" y="282055"/>
                  <a:pt x="1440872" y="277091"/>
                </a:cubicBezTo>
                <a:cubicBezTo>
                  <a:pt x="1455634" y="269710"/>
                  <a:pt x="1491719" y="262564"/>
                  <a:pt x="1505527" y="258619"/>
                </a:cubicBezTo>
                <a:cubicBezTo>
                  <a:pt x="1571801" y="239683"/>
                  <a:pt x="1485519" y="258925"/>
                  <a:pt x="1579418" y="240146"/>
                </a:cubicBezTo>
                <a:cubicBezTo>
                  <a:pt x="1591733" y="233988"/>
                  <a:pt x="1603471" y="226507"/>
                  <a:pt x="1616363" y="221673"/>
                </a:cubicBezTo>
                <a:cubicBezTo>
                  <a:pt x="1640053" y="212789"/>
                  <a:pt x="1658677" y="214370"/>
                  <a:pt x="1681018" y="203200"/>
                </a:cubicBezTo>
                <a:cubicBezTo>
                  <a:pt x="1690947" y="198236"/>
                  <a:pt x="1698524" y="189101"/>
                  <a:pt x="1708727" y="184728"/>
                </a:cubicBezTo>
                <a:cubicBezTo>
                  <a:pt x="1720395" y="179728"/>
                  <a:pt x="1733513" y="179139"/>
                  <a:pt x="1745672" y="175491"/>
                </a:cubicBezTo>
                <a:cubicBezTo>
                  <a:pt x="1764323" y="169896"/>
                  <a:pt x="1782618" y="163177"/>
                  <a:pt x="1801091" y="157019"/>
                </a:cubicBezTo>
                <a:cubicBezTo>
                  <a:pt x="1810327" y="153940"/>
                  <a:pt x="1819355" y="150143"/>
                  <a:pt x="1828800" y="147782"/>
                </a:cubicBezTo>
                <a:lnTo>
                  <a:pt x="1865745" y="138546"/>
                </a:lnTo>
                <a:cubicBezTo>
                  <a:pt x="1871903" y="129310"/>
                  <a:pt x="1875690" y="117944"/>
                  <a:pt x="1884218" y="110837"/>
                </a:cubicBezTo>
                <a:cubicBezTo>
                  <a:pt x="1894795" y="102022"/>
                  <a:pt x="1909209" y="99195"/>
                  <a:pt x="1921163" y="92364"/>
                </a:cubicBezTo>
                <a:cubicBezTo>
                  <a:pt x="1930801" y="86856"/>
                  <a:pt x="1939636" y="80049"/>
                  <a:pt x="1948872" y="73891"/>
                </a:cubicBezTo>
                <a:cubicBezTo>
                  <a:pt x="1955030" y="64655"/>
                  <a:pt x="1959495" y="54031"/>
                  <a:pt x="1967345" y="46182"/>
                </a:cubicBezTo>
                <a:cubicBezTo>
                  <a:pt x="2002379" y="11149"/>
                  <a:pt x="1985204" y="41009"/>
                  <a:pt x="2022763" y="18473"/>
                </a:cubicBezTo>
                <a:cubicBezTo>
                  <a:pt x="2030230" y="13993"/>
                  <a:pt x="2035078" y="6158"/>
                  <a:pt x="2041236" y="0"/>
                </a:cubicBezTo>
              </a:path>
            </a:pathLst>
          </a:custGeom>
          <a:noFill/>
          <a:ln>
            <a:solidFill>
              <a:srgbClr val="00B05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1986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162925" y="6400800"/>
            <a:ext cx="676275" cy="457200"/>
          </a:xfrm>
          <a:prstGeom prst="rect">
            <a:avLst/>
          </a:prstGeom>
        </p:spPr>
        <p:txBody>
          <a:bodyPr/>
          <a:lstStyle/>
          <a:p>
            <a:fld id="{A4ED2AC9-5BA1-4125-851F-FF27989B3630}" type="slidenum">
              <a:rPr lang="en-US" altLang="en-US"/>
              <a:pPr/>
              <a:t>56</a:t>
            </a:fld>
            <a:endParaRPr lang="en-US" altLang="en-US"/>
          </a:p>
        </p:txBody>
      </p:sp>
      <p:sp>
        <p:nvSpPr>
          <p:cNvPr id="65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Distance Vector: link cost changes</a:t>
            </a:r>
            <a:endParaRPr lang="en-US" altLang="en-US"/>
          </a:p>
        </p:txBody>
      </p:sp>
      <p:sp>
        <p:nvSpPr>
          <p:cNvPr id="654339" name="Rectangle 3"/>
          <p:cNvSpPr>
            <a:spLocks noChangeArrowheads="1"/>
          </p:cNvSpPr>
          <p:nvPr/>
        </p:nvSpPr>
        <p:spPr bwMode="auto">
          <a:xfrm>
            <a:off x="555231" y="1076235"/>
            <a:ext cx="4867275" cy="252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 cost changes: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node detects local link cost change </a:t>
            </a: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updates routing info, recalculates </a:t>
            </a:r>
            <a:b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distance vector</a:t>
            </a: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if DV changes, notify neighbors</a:t>
            </a: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We consider y and z’s DVs only here. 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4340" name="Text Box 4"/>
          <p:cNvSpPr txBox="1">
            <a:spLocks noChangeArrowheads="1"/>
          </p:cNvSpPr>
          <p:nvPr/>
        </p:nvSpPr>
        <p:spPr bwMode="auto">
          <a:xfrm>
            <a:off x="269875" y="3827463"/>
            <a:ext cx="110172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400" dirty="0">
                <a:solidFill>
                  <a:schemeClr val="accent2"/>
                </a:solidFill>
              </a:rPr>
              <a:t>“good</a:t>
            </a:r>
          </a:p>
          <a:p>
            <a:r>
              <a:rPr lang="en-US" altLang="en-US" sz="2400" dirty="0">
                <a:solidFill>
                  <a:schemeClr val="accent2"/>
                </a:solidFill>
              </a:rPr>
              <a:t>news </a:t>
            </a:r>
          </a:p>
          <a:p>
            <a:r>
              <a:rPr lang="en-US" altLang="en-US" sz="2400" dirty="0">
                <a:solidFill>
                  <a:schemeClr val="accent2"/>
                </a:solidFill>
              </a:rPr>
              <a:t>travels</a:t>
            </a:r>
          </a:p>
          <a:p>
            <a:r>
              <a:rPr lang="en-US" altLang="en-US" sz="2400" dirty="0">
                <a:solidFill>
                  <a:schemeClr val="accent2"/>
                </a:solidFill>
              </a:rPr>
              <a:t>fast”</a:t>
            </a:r>
            <a:endParaRPr lang="en-US" altLang="en-US" sz="1600" dirty="0">
              <a:solidFill>
                <a:schemeClr val="accent2"/>
              </a:solidFill>
            </a:endParaRPr>
          </a:p>
        </p:txBody>
      </p:sp>
      <p:grpSp>
        <p:nvGrpSpPr>
          <p:cNvPr id="654341" name="Group 5"/>
          <p:cNvGrpSpPr>
            <a:grpSpLocks/>
          </p:cNvGrpSpPr>
          <p:nvPr/>
        </p:nvGrpSpPr>
        <p:grpSpPr bwMode="auto">
          <a:xfrm>
            <a:off x="5838825" y="1609725"/>
            <a:ext cx="2184400" cy="1314450"/>
            <a:chOff x="3625" y="1076"/>
            <a:chExt cx="1376" cy="828"/>
          </a:xfrm>
        </p:grpSpPr>
        <p:sp>
          <p:nvSpPr>
            <p:cNvPr id="654342" name="Freeform 6"/>
            <p:cNvSpPr>
              <a:spLocks/>
            </p:cNvSpPr>
            <p:nvPr/>
          </p:nvSpPr>
          <p:spPr bwMode="auto">
            <a:xfrm>
              <a:off x="3625" y="1140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4343" name="Freeform 7"/>
            <p:cNvSpPr>
              <a:spLocks/>
            </p:cNvSpPr>
            <p:nvPr/>
          </p:nvSpPr>
          <p:spPr bwMode="auto">
            <a:xfrm>
              <a:off x="3984" y="1404"/>
              <a:ext cx="222" cy="180"/>
            </a:xfrm>
            <a:custGeom>
              <a:avLst/>
              <a:gdLst>
                <a:gd name="T0" fmla="*/ 0 w 222"/>
                <a:gd name="T1" fmla="*/ 180 h 180"/>
                <a:gd name="T2" fmla="*/ 222 w 222"/>
                <a:gd name="T3" fmla="*/ 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4344" name="Oval 8"/>
            <p:cNvSpPr>
              <a:spLocks noChangeArrowheads="1"/>
            </p:cNvSpPr>
            <p:nvPr/>
          </p:nvSpPr>
          <p:spPr bwMode="auto">
            <a:xfrm>
              <a:off x="3724" y="164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4345" name="Line 9"/>
            <p:cNvSpPr>
              <a:spLocks noChangeShapeType="1"/>
            </p:cNvSpPr>
            <p:nvPr/>
          </p:nvSpPr>
          <p:spPr bwMode="auto">
            <a:xfrm>
              <a:off x="3724" y="1633"/>
              <a:ext cx="1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4346" name="Line 10"/>
            <p:cNvSpPr>
              <a:spLocks noChangeShapeType="1"/>
            </p:cNvSpPr>
            <p:nvPr/>
          </p:nvSpPr>
          <p:spPr bwMode="auto">
            <a:xfrm>
              <a:off x="4037" y="1633"/>
              <a:ext cx="1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4347" name="Rectangle 11"/>
            <p:cNvSpPr>
              <a:spLocks noChangeArrowheads="1"/>
            </p:cNvSpPr>
            <p:nvPr/>
          </p:nvSpPr>
          <p:spPr bwMode="auto">
            <a:xfrm>
              <a:off x="3724" y="163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4348" name="Oval 12"/>
            <p:cNvSpPr>
              <a:spLocks noChangeArrowheads="1"/>
            </p:cNvSpPr>
            <p:nvPr/>
          </p:nvSpPr>
          <p:spPr bwMode="auto">
            <a:xfrm>
              <a:off x="3721" y="157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4349" name="Freeform 13"/>
            <p:cNvSpPr>
              <a:spLocks/>
            </p:cNvSpPr>
            <p:nvPr/>
          </p:nvSpPr>
          <p:spPr bwMode="auto">
            <a:xfrm>
              <a:off x="4389" y="1404"/>
              <a:ext cx="216" cy="189"/>
            </a:xfrm>
            <a:custGeom>
              <a:avLst/>
              <a:gdLst>
                <a:gd name="T0" fmla="*/ 0 w 216"/>
                <a:gd name="T1" fmla="*/ 0 h 189"/>
                <a:gd name="T2" fmla="*/ 216 w 216"/>
                <a:gd name="T3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4350" name="Freeform 14"/>
            <p:cNvSpPr>
              <a:spLocks/>
            </p:cNvSpPr>
            <p:nvPr/>
          </p:nvSpPr>
          <p:spPr bwMode="auto">
            <a:xfrm>
              <a:off x="4041" y="1668"/>
              <a:ext cx="540" cy="3"/>
            </a:xfrm>
            <a:custGeom>
              <a:avLst/>
              <a:gdLst>
                <a:gd name="T0" fmla="*/ 540 w 540"/>
                <a:gd name="T1" fmla="*/ 3 h 3"/>
                <a:gd name="T2" fmla="*/ 0 w 540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0" h="3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654351" name="Group 15"/>
            <p:cNvGrpSpPr>
              <a:grpSpLocks/>
            </p:cNvGrpSpPr>
            <p:nvPr/>
          </p:nvGrpSpPr>
          <p:grpSpPr bwMode="auto">
            <a:xfrm>
              <a:off x="3770" y="1526"/>
              <a:ext cx="210" cy="250"/>
              <a:chOff x="2951" y="2429"/>
              <a:chExt cx="213" cy="250"/>
            </a:xfrm>
          </p:grpSpPr>
          <p:sp>
            <p:nvSpPr>
              <p:cNvPr id="654352" name="Rectangle 16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4353" name="Text Box 17"/>
              <p:cNvSpPr txBox="1">
                <a:spLocks noChangeArrowheads="1"/>
              </p:cNvSpPr>
              <p:nvPr/>
            </p:nvSpPr>
            <p:spPr bwMode="auto"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x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54354" name="Group 18"/>
            <p:cNvGrpSpPr>
              <a:grpSpLocks/>
            </p:cNvGrpSpPr>
            <p:nvPr/>
          </p:nvGrpSpPr>
          <p:grpSpPr bwMode="auto">
            <a:xfrm>
              <a:off x="4566" y="1538"/>
              <a:ext cx="316" cy="250"/>
              <a:chOff x="1740" y="2306"/>
              <a:chExt cx="316" cy="250"/>
            </a:xfrm>
          </p:grpSpPr>
          <p:sp>
            <p:nvSpPr>
              <p:cNvPr id="654355" name="Oval 19"/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4356" name="Line 20"/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4357" name="Line 21"/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4358" name="Rectangle 22"/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4359" name="Oval 23"/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654360" name="Group 24"/>
              <p:cNvGrpSpPr>
                <a:grpSpLocks/>
              </p:cNvGrpSpPr>
              <p:nvPr/>
            </p:nvGrpSpPr>
            <p:grpSpPr bwMode="auto"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654361" name="Rectangle 25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54362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z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654363" name="Text Box 27"/>
            <p:cNvSpPr txBox="1">
              <a:spLocks noChangeArrowheads="1"/>
            </p:cNvSpPr>
            <p:nvPr/>
          </p:nvSpPr>
          <p:spPr bwMode="auto">
            <a:xfrm>
              <a:off x="4469" y="1328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4364" name="Text Box 28"/>
            <p:cNvSpPr txBox="1">
              <a:spLocks noChangeArrowheads="1"/>
            </p:cNvSpPr>
            <p:nvPr/>
          </p:nvSpPr>
          <p:spPr bwMode="auto">
            <a:xfrm>
              <a:off x="3930" y="1325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4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4365" name="Text Box 29"/>
            <p:cNvSpPr txBox="1">
              <a:spLocks noChangeArrowheads="1"/>
            </p:cNvSpPr>
            <p:nvPr/>
          </p:nvSpPr>
          <p:spPr bwMode="auto">
            <a:xfrm>
              <a:off x="4171" y="1658"/>
              <a:ext cx="2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50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654366" name="Group 30"/>
            <p:cNvGrpSpPr>
              <a:grpSpLocks/>
            </p:cNvGrpSpPr>
            <p:nvPr/>
          </p:nvGrpSpPr>
          <p:grpSpPr bwMode="auto">
            <a:xfrm>
              <a:off x="4146" y="1214"/>
              <a:ext cx="316" cy="250"/>
              <a:chOff x="1740" y="2306"/>
              <a:chExt cx="316" cy="250"/>
            </a:xfrm>
          </p:grpSpPr>
          <p:sp>
            <p:nvSpPr>
              <p:cNvPr id="654367" name="Oval 31"/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4368" name="Line 32"/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4369" name="Line 33"/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4370" name="Rectangle 34"/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4371" name="Oval 35"/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654372" name="Group 36"/>
              <p:cNvGrpSpPr>
                <a:grpSpLocks/>
              </p:cNvGrpSpPr>
              <p:nvPr/>
            </p:nvGrpSpPr>
            <p:grpSpPr bwMode="auto"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654373" name="Rectangle 37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54374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y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654375" name="Text Box 39"/>
            <p:cNvSpPr txBox="1">
              <a:spLocks noChangeArrowheads="1"/>
            </p:cNvSpPr>
            <p:nvPr/>
          </p:nvSpPr>
          <p:spPr bwMode="auto">
            <a:xfrm>
              <a:off x="3839" y="1076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>
                  <a:solidFill>
                    <a:srgbClr val="FF0000"/>
                  </a:solidFill>
                </a:rPr>
                <a:t>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4376" name="Line 40"/>
            <p:cNvSpPr>
              <a:spLocks noChangeShapeType="1"/>
            </p:cNvSpPr>
            <p:nvPr/>
          </p:nvSpPr>
          <p:spPr bwMode="auto">
            <a:xfrm flipH="1" flipV="1">
              <a:off x="3948" y="1272"/>
              <a:ext cx="132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</p:grpSp>
      <p:sp>
        <p:nvSpPr>
          <p:cNvPr id="654377" name="Rectangle 41"/>
          <p:cNvSpPr>
            <a:spLocks noChangeArrowheads="1"/>
          </p:cNvSpPr>
          <p:nvPr/>
        </p:nvSpPr>
        <p:spPr bwMode="auto">
          <a:xfrm>
            <a:off x="1429192" y="3378381"/>
            <a:ext cx="751968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228600" algn="l"/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tabLst>
                <a:tab pos="228600" algn="l"/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tabLst>
                <a:tab pos="228600" algn="l"/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tabLst>
                <a:tab pos="228600" algn="l"/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tabLst>
                <a:tab pos="228600" algn="l"/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  <a:tab pos="45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At time </a:t>
            </a:r>
            <a:r>
              <a:rPr lang="en-US" alt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 sz="18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detects the link-cost change (4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1)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updates its DV, </a:t>
            </a: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and informs its neighbors.</a:t>
            </a:r>
          </a:p>
          <a:p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At time </a:t>
            </a:r>
            <a:r>
              <a:rPr lang="en-US" alt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 sz="18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receives the update from </a:t>
            </a:r>
            <a:r>
              <a:rPr lang="en-US" alt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and updates its table. </a:t>
            </a: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It computes a new least cost to </a:t>
            </a:r>
            <a:r>
              <a:rPr lang="en-US" alt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(5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2) 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and sends its neighbors its DV.</a:t>
            </a:r>
          </a:p>
          <a:p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At time </a:t>
            </a:r>
            <a:r>
              <a:rPr lang="en-US" alt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 sz="18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receives </a:t>
            </a:r>
            <a:r>
              <a:rPr lang="en-US" alt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’s update and updates its distance table. </a:t>
            </a:r>
          </a:p>
          <a:p>
            <a:r>
              <a:rPr lang="en-US" alt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’s least costs do not change and hence </a:t>
            </a:r>
            <a:r>
              <a:rPr lang="en-US" alt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does </a:t>
            </a:r>
            <a:r>
              <a:rPr lang="en-US" alt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send any </a:t>
            </a:r>
          </a:p>
          <a:p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message to </a:t>
            </a:r>
            <a:r>
              <a:rPr lang="en-US" alt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ounded Rectangular Callout 1"/>
          <p:cNvSpPr/>
          <p:nvPr/>
        </p:nvSpPr>
        <p:spPr>
          <a:xfrm>
            <a:off x="5382818" y="874358"/>
            <a:ext cx="3680613" cy="861134"/>
          </a:xfrm>
          <a:prstGeom prst="wedgeRoundRectCallout">
            <a:avLst>
              <a:gd name="adj1" fmla="val -11796"/>
              <a:gd name="adj2" fmla="val 4612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baseline="-25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=</a:t>
            </a:r>
            <a:r>
              <a:rPr lang="en-NZ" altLang="en-US" dirty="0">
                <a:solidFill>
                  <a:schemeClr val="tx1"/>
                </a:solidFill>
              </a:rPr>
              <a:t>m</a:t>
            </a:r>
            <a:r>
              <a:rPr lang="en-NZ" dirty="0">
                <a:solidFill>
                  <a:schemeClr val="tx1"/>
                </a:solidFill>
              </a:rPr>
              <a:t>in{c(</a:t>
            </a:r>
            <a:r>
              <a:rPr lang="en-NZ" dirty="0" err="1">
                <a:solidFill>
                  <a:schemeClr val="tx1"/>
                </a:solidFill>
              </a:rPr>
              <a:t>y,x</a:t>
            </a:r>
            <a:r>
              <a:rPr lang="en-NZ" dirty="0">
                <a:solidFill>
                  <a:schemeClr val="tx1"/>
                </a:solidFill>
              </a:rPr>
              <a:t>)+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baseline="-25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(x), c(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y,z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baseline="-25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(x)} = min{1+0</a:t>
            </a:r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1+5}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1;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en-NZ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056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162925" y="6400800"/>
            <a:ext cx="676275" cy="457200"/>
          </a:xfrm>
          <a:prstGeom prst="rect">
            <a:avLst/>
          </a:prstGeom>
        </p:spPr>
        <p:txBody>
          <a:bodyPr/>
          <a:lstStyle/>
          <a:p>
            <a:fld id="{F6022FC0-B849-462A-9CF3-0322E460E740}" type="slidenum">
              <a:rPr lang="en-US" altLang="en-US"/>
              <a:pPr/>
              <a:t>57</a:t>
            </a:fld>
            <a:endParaRPr lang="en-US" altLang="en-US"/>
          </a:p>
        </p:txBody>
      </p:sp>
      <p:sp>
        <p:nvSpPr>
          <p:cNvPr id="65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Distance Vector: link cost changes</a:t>
            </a:r>
            <a:endParaRPr lang="en-US" altLang="en-US"/>
          </a:p>
        </p:txBody>
      </p:sp>
      <p:sp>
        <p:nvSpPr>
          <p:cNvPr id="655363" name="Rectangle 3"/>
          <p:cNvSpPr>
            <a:spLocks noChangeArrowheads="1"/>
          </p:cNvSpPr>
          <p:nvPr/>
        </p:nvSpPr>
        <p:spPr bwMode="auto">
          <a:xfrm>
            <a:off x="776287" y="818315"/>
            <a:ext cx="7724775" cy="5292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 cost changes: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Before the link cost changes</a:t>
            </a:r>
          </a:p>
          <a:p>
            <a:pPr lvl="1"/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= 4,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= 5 (only y, z’s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DV entry to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dest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. x 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At time t0, y detects the link-cost </a:t>
            </a:r>
          </a:p>
          <a:p>
            <a:pPr marL="0" indent="0"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change and re-computes its DV</a:t>
            </a:r>
          </a:p>
          <a:p>
            <a:pPr lvl="1"/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 = min{c(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y,x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(x), 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c(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y,z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min {60+0, 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1+5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6;</a:t>
            </a:r>
          </a:p>
          <a:p>
            <a:pPr lvl="1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The assumption is that y stores its own DV and its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neighbours’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(and its own link costs to its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neighbours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  <a:p>
            <a:pPr lvl="1"/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ZapfDingbats" pitchFamily="82" charset="2"/>
              <a:buNone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55364" name="Group 4"/>
          <p:cNvGrpSpPr>
            <a:grpSpLocks/>
          </p:cNvGrpSpPr>
          <p:nvPr/>
        </p:nvGrpSpPr>
        <p:grpSpPr bwMode="auto">
          <a:xfrm>
            <a:off x="5978525" y="856273"/>
            <a:ext cx="2184400" cy="1314450"/>
            <a:chOff x="3805" y="938"/>
            <a:chExt cx="1376" cy="828"/>
          </a:xfrm>
        </p:grpSpPr>
        <p:sp>
          <p:nvSpPr>
            <p:cNvPr id="655365" name="Freeform 5"/>
            <p:cNvSpPr>
              <a:spLocks/>
            </p:cNvSpPr>
            <p:nvPr/>
          </p:nvSpPr>
          <p:spPr bwMode="auto">
            <a:xfrm>
              <a:off x="3805" y="1002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6" name="Freeform 6"/>
            <p:cNvSpPr>
              <a:spLocks/>
            </p:cNvSpPr>
            <p:nvPr/>
          </p:nvSpPr>
          <p:spPr bwMode="auto">
            <a:xfrm>
              <a:off x="4164" y="1266"/>
              <a:ext cx="222" cy="180"/>
            </a:xfrm>
            <a:custGeom>
              <a:avLst/>
              <a:gdLst>
                <a:gd name="T0" fmla="*/ 0 w 222"/>
                <a:gd name="T1" fmla="*/ 180 h 180"/>
                <a:gd name="T2" fmla="*/ 222 w 222"/>
                <a:gd name="T3" fmla="*/ 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7" name="Oval 7"/>
            <p:cNvSpPr>
              <a:spLocks noChangeArrowheads="1"/>
            </p:cNvSpPr>
            <p:nvPr/>
          </p:nvSpPr>
          <p:spPr bwMode="auto">
            <a:xfrm>
              <a:off x="3904" y="150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8" name="Line 8"/>
            <p:cNvSpPr>
              <a:spLocks noChangeShapeType="1"/>
            </p:cNvSpPr>
            <p:nvPr/>
          </p:nvSpPr>
          <p:spPr bwMode="auto">
            <a:xfrm>
              <a:off x="3904" y="1495"/>
              <a:ext cx="1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9" name="Line 9"/>
            <p:cNvSpPr>
              <a:spLocks noChangeShapeType="1"/>
            </p:cNvSpPr>
            <p:nvPr/>
          </p:nvSpPr>
          <p:spPr bwMode="auto">
            <a:xfrm>
              <a:off x="4217" y="1495"/>
              <a:ext cx="1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70" name="Rectangle 10"/>
            <p:cNvSpPr>
              <a:spLocks noChangeArrowheads="1"/>
            </p:cNvSpPr>
            <p:nvPr/>
          </p:nvSpPr>
          <p:spPr bwMode="auto">
            <a:xfrm>
              <a:off x="3904" y="149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71" name="Oval 11"/>
            <p:cNvSpPr>
              <a:spLocks noChangeArrowheads="1"/>
            </p:cNvSpPr>
            <p:nvPr/>
          </p:nvSpPr>
          <p:spPr bwMode="auto">
            <a:xfrm>
              <a:off x="3901" y="143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72" name="Freeform 12"/>
            <p:cNvSpPr>
              <a:spLocks/>
            </p:cNvSpPr>
            <p:nvPr/>
          </p:nvSpPr>
          <p:spPr bwMode="auto">
            <a:xfrm>
              <a:off x="4569" y="1266"/>
              <a:ext cx="216" cy="189"/>
            </a:xfrm>
            <a:custGeom>
              <a:avLst/>
              <a:gdLst>
                <a:gd name="T0" fmla="*/ 0 w 216"/>
                <a:gd name="T1" fmla="*/ 0 h 189"/>
                <a:gd name="T2" fmla="*/ 216 w 216"/>
                <a:gd name="T3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73" name="Freeform 13"/>
            <p:cNvSpPr>
              <a:spLocks/>
            </p:cNvSpPr>
            <p:nvPr/>
          </p:nvSpPr>
          <p:spPr bwMode="auto">
            <a:xfrm>
              <a:off x="4221" y="1530"/>
              <a:ext cx="540" cy="3"/>
            </a:xfrm>
            <a:custGeom>
              <a:avLst/>
              <a:gdLst>
                <a:gd name="T0" fmla="*/ 540 w 540"/>
                <a:gd name="T1" fmla="*/ 3 h 3"/>
                <a:gd name="T2" fmla="*/ 0 w 540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0" h="3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655374" name="Group 14"/>
            <p:cNvGrpSpPr>
              <a:grpSpLocks/>
            </p:cNvGrpSpPr>
            <p:nvPr/>
          </p:nvGrpSpPr>
          <p:grpSpPr bwMode="auto">
            <a:xfrm>
              <a:off x="3950" y="1388"/>
              <a:ext cx="210" cy="250"/>
              <a:chOff x="2951" y="2429"/>
              <a:chExt cx="213" cy="250"/>
            </a:xfrm>
          </p:grpSpPr>
          <p:sp>
            <p:nvSpPr>
              <p:cNvPr id="655375" name="Rectangle 1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76" name="Text Box 16"/>
              <p:cNvSpPr txBox="1">
                <a:spLocks noChangeArrowheads="1"/>
              </p:cNvSpPr>
              <p:nvPr/>
            </p:nvSpPr>
            <p:spPr bwMode="auto"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x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55377" name="Group 17"/>
            <p:cNvGrpSpPr>
              <a:grpSpLocks/>
            </p:cNvGrpSpPr>
            <p:nvPr/>
          </p:nvGrpSpPr>
          <p:grpSpPr bwMode="auto">
            <a:xfrm>
              <a:off x="4746" y="1400"/>
              <a:ext cx="316" cy="250"/>
              <a:chOff x="1740" y="2306"/>
              <a:chExt cx="316" cy="250"/>
            </a:xfrm>
          </p:grpSpPr>
          <p:sp>
            <p:nvSpPr>
              <p:cNvPr id="655378" name="Oval 18"/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79" name="Line 19"/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80" name="Line 20"/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81" name="Rectangle 21"/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5382" name="Oval 22"/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655383" name="Group 23"/>
              <p:cNvGrpSpPr>
                <a:grpSpLocks/>
              </p:cNvGrpSpPr>
              <p:nvPr/>
            </p:nvGrpSpPr>
            <p:grpSpPr bwMode="auto"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655384" name="Rectangle 24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55385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z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655386" name="Text Box 26"/>
            <p:cNvSpPr txBox="1">
              <a:spLocks noChangeArrowheads="1"/>
            </p:cNvSpPr>
            <p:nvPr/>
          </p:nvSpPr>
          <p:spPr bwMode="auto">
            <a:xfrm>
              <a:off x="4649" y="1190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87" name="Text Box 27"/>
            <p:cNvSpPr txBox="1">
              <a:spLocks noChangeArrowheads="1"/>
            </p:cNvSpPr>
            <p:nvPr/>
          </p:nvSpPr>
          <p:spPr bwMode="auto">
            <a:xfrm>
              <a:off x="4110" y="1187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4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88" name="Text Box 28"/>
            <p:cNvSpPr txBox="1">
              <a:spLocks noChangeArrowheads="1"/>
            </p:cNvSpPr>
            <p:nvPr/>
          </p:nvSpPr>
          <p:spPr bwMode="auto">
            <a:xfrm>
              <a:off x="4351" y="1520"/>
              <a:ext cx="2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50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655389" name="Group 29"/>
            <p:cNvGrpSpPr>
              <a:grpSpLocks/>
            </p:cNvGrpSpPr>
            <p:nvPr/>
          </p:nvGrpSpPr>
          <p:grpSpPr bwMode="auto">
            <a:xfrm>
              <a:off x="4326" y="1076"/>
              <a:ext cx="316" cy="250"/>
              <a:chOff x="1740" y="2306"/>
              <a:chExt cx="316" cy="250"/>
            </a:xfrm>
          </p:grpSpPr>
          <p:sp>
            <p:nvSpPr>
              <p:cNvPr id="655390" name="Oval 30"/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91" name="Line 31"/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92" name="Line 32"/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93" name="Rectangle 33"/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5394" name="Oval 34"/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655395" name="Group 35"/>
              <p:cNvGrpSpPr>
                <a:grpSpLocks/>
              </p:cNvGrpSpPr>
              <p:nvPr/>
            </p:nvGrpSpPr>
            <p:grpSpPr bwMode="auto"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655396" name="Rectangle 36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55397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y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655398" name="Text Box 38"/>
            <p:cNvSpPr txBox="1">
              <a:spLocks noChangeArrowheads="1"/>
            </p:cNvSpPr>
            <p:nvPr/>
          </p:nvSpPr>
          <p:spPr bwMode="auto">
            <a:xfrm>
              <a:off x="3964" y="938"/>
              <a:ext cx="2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>
                  <a:solidFill>
                    <a:srgbClr val="FF0000"/>
                  </a:solidFill>
                </a:rPr>
                <a:t>60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99" name="Line 39"/>
            <p:cNvSpPr>
              <a:spLocks noChangeShapeType="1"/>
            </p:cNvSpPr>
            <p:nvPr/>
          </p:nvSpPr>
          <p:spPr bwMode="auto">
            <a:xfrm flipH="1" flipV="1">
              <a:off x="4128" y="1134"/>
              <a:ext cx="132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</p:grp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04395" y="352313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03165968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78146592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00700024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237323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NZ" i="1" baseline="0" dirty="0">
                          <a:solidFill>
                            <a:schemeClr val="tx1"/>
                          </a:solidFill>
                        </a:rPr>
                        <a:t>y’s DV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157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952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353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5 (via y)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95285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618621" y="3890025"/>
            <a:ext cx="1447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6 (via z)</a:t>
            </a:r>
            <a:endParaRPr lang="en-NZ" dirty="0"/>
          </a:p>
        </p:txBody>
      </p:sp>
      <p:graphicFrame>
        <p:nvGraphicFramePr>
          <p:cNvPr id="83" name="Table 82"/>
          <p:cNvGraphicFramePr>
            <a:graphicFrameLocks noGrp="1"/>
          </p:cNvGraphicFramePr>
          <p:nvPr/>
        </p:nvGraphicFramePr>
        <p:xfrm>
          <a:off x="4452395" y="5441367"/>
          <a:ext cx="300722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626">
                  <a:extLst>
                    <a:ext uri="{9D8B030D-6E8A-4147-A177-3AD203B41FA5}">
                      <a16:colId xmlns:a16="http://schemas.microsoft.com/office/drawing/2014/main" val="383540009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242772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Dest</a:t>
                      </a:r>
                      <a:r>
                        <a:rPr lang="en-US" dirty="0"/>
                        <a:t>.</a:t>
                      </a:r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Next-hop</a:t>
                      </a:r>
                      <a:endParaRPr lang="en-N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969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Z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112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Z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0717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0637" y="5461959"/>
          <a:ext cx="300722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626">
                  <a:extLst>
                    <a:ext uri="{9D8B030D-6E8A-4147-A177-3AD203B41FA5}">
                      <a16:colId xmlns:a16="http://schemas.microsoft.com/office/drawing/2014/main" val="383540009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242772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Dest</a:t>
                      </a:r>
                      <a:r>
                        <a:rPr lang="en-US" dirty="0"/>
                        <a:t>.</a:t>
                      </a:r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Next-hop</a:t>
                      </a:r>
                      <a:endParaRPr lang="en-N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969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Z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112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Z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07173"/>
                  </a:ext>
                </a:extLst>
              </a:tr>
            </a:tbl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1215437" y="5045444"/>
            <a:ext cx="5446485" cy="440578"/>
            <a:chOff x="1215437" y="5045444"/>
            <a:chExt cx="5446485" cy="440578"/>
          </a:xfrm>
        </p:grpSpPr>
        <p:sp>
          <p:nvSpPr>
            <p:cNvPr id="84" name="TextBox 83"/>
            <p:cNvSpPr txBox="1"/>
            <p:nvPr/>
          </p:nvSpPr>
          <p:spPr>
            <a:xfrm>
              <a:off x="4493700" y="5045444"/>
              <a:ext cx="21682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z’s forwarding table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15437" y="5116690"/>
              <a:ext cx="21682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y’s forwarding table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910637" y="5867400"/>
            <a:ext cx="6548984" cy="3048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11" name="Group 10"/>
          <p:cNvGrpSpPr/>
          <p:nvPr/>
        </p:nvGrpSpPr>
        <p:grpSpPr>
          <a:xfrm>
            <a:off x="1177903" y="3733800"/>
            <a:ext cx="7813697" cy="1243835"/>
            <a:chOff x="1177903" y="3733800"/>
            <a:chExt cx="7813697" cy="1243835"/>
          </a:xfrm>
        </p:grpSpPr>
        <p:sp>
          <p:nvSpPr>
            <p:cNvPr id="87" name="Rectangle 86"/>
            <p:cNvSpPr/>
            <p:nvPr/>
          </p:nvSpPr>
          <p:spPr>
            <a:xfrm>
              <a:off x="1177903" y="4672835"/>
              <a:ext cx="6548984" cy="3048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0" name="Oval Callout 9"/>
            <p:cNvSpPr/>
            <p:nvPr/>
          </p:nvSpPr>
          <p:spPr>
            <a:xfrm>
              <a:off x="8001000" y="3733800"/>
              <a:ext cx="990600" cy="525557"/>
            </a:xfrm>
            <a:prstGeom prst="wedgeEllipseCallout">
              <a:avLst>
                <a:gd name="adj1" fmla="val -75845"/>
                <a:gd name="adj2" fmla="val 12752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False</a:t>
              </a:r>
              <a:endParaRPr lang="en-NZ" dirty="0"/>
            </a:p>
          </p:txBody>
        </p:sp>
      </p:grpSp>
    </p:spTree>
    <p:extLst>
      <p:ext uri="{BB962C8B-B14F-4D97-AF65-F5344CB8AC3E}">
        <p14:creationId xmlns:p14="http://schemas.microsoft.com/office/powerpoint/2010/main" val="3615200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162925" y="6400800"/>
            <a:ext cx="676275" cy="457200"/>
          </a:xfrm>
          <a:prstGeom prst="rect">
            <a:avLst/>
          </a:prstGeom>
        </p:spPr>
        <p:txBody>
          <a:bodyPr/>
          <a:lstStyle/>
          <a:p>
            <a:fld id="{F6022FC0-B849-462A-9CF3-0322E460E740}" type="slidenum">
              <a:rPr lang="en-US" altLang="en-US"/>
              <a:pPr/>
              <a:t>58</a:t>
            </a:fld>
            <a:endParaRPr lang="en-US" altLang="en-US"/>
          </a:p>
        </p:txBody>
      </p:sp>
      <p:sp>
        <p:nvSpPr>
          <p:cNvPr id="65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Distance Vector: link cost changes</a:t>
            </a:r>
            <a:endParaRPr lang="en-US" altLang="en-US"/>
          </a:p>
        </p:txBody>
      </p:sp>
      <p:sp>
        <p:nvSpPr>
          <p:cNvPr id="655363" name="Rectangle 3"/>
          <p:cNvSpPr>
            <a:spLocks noChangeArrowheads="1"/>
          </p:cNvSpPr>
          <p:nvPr/>
        </p:nvSpPr>
        <p:spPr bwMode="auto">
          <a:xfrm>
            <a:off x="776287" y="818315"/>
            <a:ext cx="7724775" cy="5292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 cost changes: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Before the link cost changes</a:t>
            </a:r>
          </a:p>
          <a:p>
            <a:pPr lvl="1"/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= 4,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= 5 (y, z’s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DV entries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At time t0, y detects the link-cost </a:t>
            </a:r>
          </a:p>
          <a:p>
            <a:pPr marL="0" indent="0"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change and re-compute its DV</a:t>
            </a:r>
          </a:p>
          <a:p>
            <a:pPr lvl="1"/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 = min{c(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y,x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(x), 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c(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y,z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min {60+0, 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1+5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6;</a:t>
            </a:r>
          </a:p>
          <a:p>
            <a:pPr lvl="1"/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At time t1, y sends its new dv to z; after z receives y’s new dv; z can update</a:t>
            </a:r>
          </a:p>
          <a:p>
            <a:pPr marL="457200" lvl="1" indent="0"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 = min{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c(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z,y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(x),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c(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z,x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(x)} = min {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1+6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50+0} = 7;</a:t>
            </a:r>
          </a:p>
          <a:p>
            <a:pPr lvl="1"/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bad news travels slow - “count to infinity” problem!</a:t>
            </a: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ZapfDingbats" pitchFamily="82" charset="2"/>
              <a:buNone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55364" name="Group 4"/>
          <p:cNvGrpSpPr>
            <a:grpSpLocks/>
          </p:cNvGrpSpPr>
          <p:nvPr/>
        </p:nvGrpSpPr>
        <p:grpSpPr bwMode="auto">
          <a:xfrm>
            <a:off x="5956008" y="979112"/>
            <a:ext cx="2184400" cy="1314450"/>
            <a:chOff x="3805" y="938"/>
            <a:chExt cx="1376" cy="828"/>
          </a:xfrm>
        </p:grpSpPr>
        <p:sp>
          <p:nvSpPr>
            <p:cNvPr id="655365" name="Freeform 5"/>
            <p:cNvSpPr>
              <a:spLocks/>
            </p:cNvSpPr>
            <p:nvPr/>
          </p:nvSpPr>
          <p:spPr bwMode="auto">
            <a:xfrm>
              <a:off x="3805" y="1002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6" name="Freeform 6"/>
            <p:cNvSpPr>
              <a:spLocks/>
            </p:cNvSpPr>
            <p:nvPr/>
          </p:nvSpPr>
          <p:spPr bwMode="auto">
            <a:xfrm>
              <a:off x="4164" y="1266"/>
              <a:ext cx="222" cy="180"/>
            </a:xfrm>
            <a:custGeom>
              <a:avLst/>
              <a:gdLst>
                <a:gd name="T0" fmla="*/ 0 w 222"/>
                <a:gd name="T1" fmla="*/ 180 h 180"/>
                <a:gd name="T2" fmla="*/ 222 w 222"/>
                <a:gd name="T3" fmla="*/ 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7" name="Oval 7"/>
            <p:cNvSpPr>
              <a:spLocks noChangeArrowheads="1"/>
            </p:cNvSpPr>
            <p:nvPr/>
          </p:nvSpPr>
          <p:spPr bwMode="auto">
            <a:xfrm>
              <a:off x="3904" y="150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8" name="Line 8"/>
            <p:cNvSpPr>
              <a:spLocks noChangeShapeType="1"/>
            </p:cNvSpPr>
            <p:nvPr/>
          </p:nvSpPr>
          <p:spPr bwMode="auto">
            <a:xfrm>
              <a:off x="3904" y="1495"/>
              <a:ext cx="1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9" name="Line 9"/>
            <p:cNvSpPr>
              <a:spLocks noChangeShapeType="1"/>
            </p:cNvSpPr>
            <p:nvPr/>
          </p:nvSpPr>
          <p:spPr bwMode="auto">
            <a:xfrm>
              <a:off x="4217" y="1495"/>
              <a:ext cx="1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70" name="Rectangle 10"/>
            <p:cNvSpPr>
              <a:spLocks noChangeArrowheads="1"/>
            </p:cNvSpPr>
            <p:nvPr/>
          </p:nvSpPr>
          <p:spPr bwMode="auto">
            <a:xfrm>
              <a:off x="3904" y="149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71" name="Oval 11"/>
            <p:cNvSpPr>
              <a:spLocks noChangeArrowheads="1"/>
            </p:cNvSpPr>
            <p:nvPr/>
          </p:nvSpPr>
          <p:spPr bwMode="auto">
            <a:xfrm>
              <a:off x="3901" y="143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72" name="Freeform 12"/>
            <p:cNvSpPr>
              <a:spLocks/>
            </p:cNvSpPr>
            <p:nvPr/>
          </p:nvSpPr>
          <p:spPr bwMode="auto">
            <a:xfrm>
              <a:off x="4569" y="1266"/>
              <a:ext cx="216" cy="189"/>
            </a:xfrm>
            <a:custGeom>
              <a:avLst/>
              <a:gdLst>
                <a:gd name="T0" fmla="*/ 0 w 216"/>
                <a:gd name="T1" fmla="*/ 0 h 189"/>
                <a:gd name="T2" fmla="*/ 216 w 216"/>
                <a:gd name="T3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73" name="Freeform 13"/>
            <p:cNvSpPr>
              <a:spLocks/>
            </p:cNvSpPr>
            <p:nvPr/>
          </p:nvSpPr>
          <p:spPr bwMode="auto">
            <a:xfrm>
              <a:off x="4221" y="1530"/>
              <a:ext cx="540" cy="3"/>
            </a:xfrm>
            <a:custGeom>
              <a:avLst/>
              <a:gdLst>
                <a:gd name="T0" fmla="*/ 540 w 540"/>
                <a:gd name="T1" fmla="*/ 3 h 3"/>
                <a:gd name="T2" fmla="*/ 0 w 540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0" h="3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655374" name="Group 14"/>
            <p:cNvGrpSpPr>
              <a:grpSpLocks/>
            </p:cNvGrpSpPr>
            <p:nvPr/>
          </p:nvGrpSpPr>
          <p:grpSpPr bwMode="auto">
            <a:xfrm>
              <a:off x="3950" y="1388"/>
              <a:ext cx="210" cy="250"/>
              <a:chOff x="2951" y="2429"/>
              <a:chExt cx="213" cy="250"/>
            </a:xfrm>
          </p:grpSpPr>
          <p:sp>
            <p:nvSpPr>
              <p:cNvPr id="655375" name="Rectangle 1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76" name="Text Box 16"/>
              <p:cNvSpPr txBox="1">
                <a:spLocks noChangeArrowheads="1"/>
              </p:cNvSpPr>
              <p:nvPr/>
            </p:nvSpPr>
            <p:spPr bwMode="auto"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x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55377" name="Group 17"/>
            <p:cNvGrpSpPr>
              <a:grpSpLocks/>
            </p:cNvGrpSpPr>
            <p:nvPr/>
          </p:nvGrpSpPr>
          <p:grpSpPr bwMode="auto">
            <a:xfrm>
              <a:off x="4746" y="1400"/>
              <a:ext cx="316" cy="250"/>
              <a:chOff x="1740" y="2306"/>
              <a:chExt cx="316" cy="250"/>
            </a:xfrm>
          </p:grpSpPr>
          <p:sp>
            <p:nvSpPr>
              <p:cNvPr id="655378" name="Oval 18"/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79" name="Line 19"/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80" name="Line 20"/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81" name="Rectangle 21"/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5382" name="Oval 22"/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655383" name="Group 23"/>
              <p:cNvGrpSpPr>
                <a:grpSpLocks/>
              </p:cNvGrpSpPr>
              <p:nvPr/>
            </p:nvGrpSpPr>
            <p:grpSpPr bwMode="auto"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655384" name="Rectangle 24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55385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z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655386" name="Text Box 26"/>
            <p:cNvSpPr txBox="1">
              <a:spLocks noChangeArrowheads="1"/>
            </p:cNvSpPr>
            <p:nvPr/>
          </p:nvSpPr>
          <p:spPr bwMode="auto">
            <a:xfrm>
              <a:off x="4649" y="1190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87" name="Text Box 27"/>
            <p:cNvSpPr txBox="1">
              <a:spLocks noChangeArrowheads="1"/>
            </p:cNvSpPr>
            <p:nvPr/>
          </p:nvSpPr>
          <p:spPr bwMode="auto">
            <a:xfrm>
              <a:off x="4110" y="1187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4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88" name="Text Box 28"/>
            <p:cNvSpPr txBox="1">
              <a:spLocks noChangeArrowheads="1"/>
            </p:cNvSpPr>
            <p:nvPr/>
          </p:nvSpPr>
          <p:spPr bwMode="auto">
            <a:xfrm>
              <a:off x="4351" y="1520"/>
              <a:ext cx="2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50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655389" name="Group 29"/>
            <p:cNvGrpSpPr>
              <a:grpSpLocks/>
            </p:cNvGrpSpPr>
            <p:nvPr/>
          </p:nvGrpSpPr>
          <p:grpSpPr bwMode="auto">
            <a:xfrm>
              <a:off x="4326" y="1076"/>
              <a:ext cx="316" cy="250"/>
              <a:chOff x="1740" y="2306"/>
              <a:chExt cx="316" cy="250"/>
            </a:xfrm>
          </p:grpSpPr>
          <p:sp>
            <p:nvSpPr>
              <p:cNvPr id="655390" name="Oval 30"/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91" name="Line 31"/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92" name="Line 32"/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93" name="Rectangle 33"/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5394" name="Oval 34"/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655395" name="Group 35"/>
              <p:cNvGrpSpPr>
                <a:grpSpLocks/>
              </p:cNvGrpSpPr>
              <p:nvPr/>
            </p:nvGrpSpPr>
            <p:grpSpPr bwMode="auto"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655396" name="Rectangle 36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55397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y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655398" name="Text Box 38"/>
            <p:cNvSpPr txBox="1">
              <a:spLocks noChangeArrowheads="1"/>
            </p:cNvSpPr>
            <p:nvPr/>
          </p:nvSpPr>
          <p:spPr bwMode="auto">
            <a:xfrm>
              <a:off x="3964" y="938"/>
              <a:ext cx="2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>
                  <a:solidFill>
                    <a:srgbClr val="FF0000"/>
                  </a:solidFill>
                </a:rPr>
                <a:t>60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99" name="Line 39"/>
            <p:cNvSpPr>
              <a:spLocks noChangeShapeType="1"/>
            </p:cNvSpPr>
            <p:nvPr/>
          </p:nvSpPr>
          <p:spPr bwMode="auto">
            <a:xfrm flipH="1" flipV="1">
              <a:off x="4128" y="1134"/>
              <a:ext cx="132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</p:grpSp>
      <p:graphicFrame>
        <p:nvGraphicFramePr>
          <p:cNvPr id="79" name="Table 78"/>
          <p:cNvGraphicFramePr>
            <a:graphicFrameLocks noGrp="1"/>
          </p:cNvGraphicFramePr>
          <p:nvPr/>
        </p:nvGraphicFramePr>
        <p:xfrm>
          <a:off x="1404395" y="352313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03165968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78146592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00700024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237323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NZ" i="1" baseline="0" dirty="0">
                          <a:solidFill>
                            <a:schemeClr val="tx1"/>
                          </a:solidFill>
                        </a:rPr>
                        <a:t>z’s DV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baseline="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157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952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51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353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952858"/>
                  </a:ext>
                </a:extLst>
              </a:tr>
            </a:tbl>
          </a:graphicData>
        </a:graphic>
      </p:graphicFrame>
      <p:sp>
        <p:nvSpPr>
          <p:cNvPr id="80" name="TextBox 79"/>
          <p:cNvSpPr txBox="1"/>
          <p:nvPr/>
        </p:nvSpPr>
        <p:spPr>
          <a:xfrm>
            <a:off x="4618621" y="3890025"/>
            <a:ext cx="1447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(via z)</a:t>
            </a:r>
            <a:endParaRPr lang="en-NZ" dirty="0"/>
          </a:p>
        </p:txBody>
      </p:sp>
      <p:graphicFrame>
        <p:nvGraphicFramePr>
          <p:cNvPr id="81" name="Table 80"/>
          <p:cNvGraphicFramePr>
            <a:graphicFrameLocks noGrp="1"/>
          </p:cNvGraphicFramePr>
          <p:nvPr/>
        </p:nvGraphicFramePr>
        <p:xfrm>
          <a:off x="4452395" y="5441367"/>
          <a:ext cx="300722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626">
                  <a:extLst>
                    <a:ext uri="{9D8B030D-6E8A-4147-A177-3AD203B41FA5}">
                      <a16:colId xmlns:a16="http://schemas.microsoft.com/office/drawing/2014/main" val="383540009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242772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Dest</a:t>
                      </a:r>
                      <a:r>
                        <a:rPr lang="en-US" dirty="0"/>
                        <a:t>.</a:t>
                      </a:r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Next-hop</a:t>
                      </a:r>
                      <a:endParaRPr lang="en-N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969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Z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112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Z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07173"/>
                  </a:ext>
                </a:extLst>
              </a:tr>
            </a:tbl>
          </a:graphicData>
        </a:graphic>
      </p:graphicFrame>
      <p:graphicFrame>
        <p:nvGraphicFramePr>
          <p:cNvPr id="82" name="Table 81"/>
          <p:cNvGraphicFramePr>
            <a:graphicFrameLocks noGrp="1"/>
          </p:cNvGraphicFramePr>
          <p:nvPr/>
        </p:nvGraphicFramePr>
        <p:xfrm>
          <a:off x="910637" y="5461959"/>
          <a:ext cx="300722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626">
                  <a:extLst>
                    <a:ext uri="{9D8B030D-6E8A-4147-A177-3AD203B41FA5}">
                      <a16:colId xmlns:a16="http://schemas.microsoft.com/office/drawing/2014/main" val="383540009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242772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Dest</a:t>
                      </a:r>
                      <a:r>
                        <a:rPr lang="en-US" dirty="0"/>
                        <a:t>.</a:t>
                      </a:r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Next-hop</a:t>
                      </a:r>
                      <a:endParaRPr lang="en-N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969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Z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112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Z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07173"/>
                  </a:ext>
                </a:extLst>
              </a:tr>
            </a:tbl>
          </a:graphicData>
        </a:graphic>
      </p:graphicFrame>
      <p:grpSp>
        <p:nvGrpSpPr>
          <p:cNvPr id="83" name="Group 82"/>
          <p:cNvGrpSpPr/>
          <p:nvPr/>
        </p:nvGrpSpPr>
        <p:grpSpPr>
          <a:xfrm>
            <a:off x="1215437" y="5045444"/>
            <a:ext cx="5446485" cy="440578"/>
            <a:chOff x="1215437" y="5045444"/>
            <a:chExt cx="5446485" cy="440578"/>
          </a:xfrm>
        </p:grpSpPr>
        <p:sp>
          <p:nvSpPr>
            <p:cNvPr id="84" name="TextBox 83"/>
            <p:cNvSpPr txBox="1"/>
            <p:nvPr/>
          </p:nvSpPr>
          <p:spPr>
            <a:xfrm>
              <a:off x="4493700" y="5045444"/>
              <a:ext cx="21682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z’s forwarding table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1215437" y="5116690"/>
              <a:ext cx="21682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y’s forwarding table</a:t>
              </a:r>
            </a:p>
          </p:txBody>
        </p:sp>
      </p:grpSp>
      <p:sp>
        <p:nvSpPr>
          <p:cNvPr id="86" name="Rectangle 85"/>
          <p:cNvSpPr/>
          <p:nvPr/>
        </p:nvSpPr>
        <p:spPr>
          <a:xfrm>
            <a:off x="910637" y="5867400"/>
            <a:ext cx="6548984" cy="3048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7" name="TextBox 86"/>
          <p:cNvSpPr txBox="1"/>
          <p:nvPr/>
        </p:nvSpPr>
        <p:spPr>
          <a:xfrm>
            <a:off x="4613566" y="4626252"/>
            <a:ext cx="1447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7</a:t>
            </a:r>
            <a:r>
              <a:rPr lang="en-US" dirty="0"/>
              <a:t> (via y)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000154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8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162925" y="6400800"/>
            <a:ext cx="676275" cy="457200"/>
          </a:xfrm>
          <a:prstGeom prst="rect">
            <a:avLst/>
          </a:prstGeom>
        </p:spPr>
        <p:txBody>
          <a:bodyPr/>
          <a:lstStyle/>
          <a:p>
            <a:fld id="{F6022FC0-B849-462A-9CF3-0322E460E740}" type="slidenum">
              <a:rPr lang="en-US" altLang="en-US"/>
              <a:pPr/>
              <a:t>59</a:t>
            </a:fld>
            <a:endParaRPr lang="en-US" altLang="en-US"/>
          </a:p>
        </p:txBody>
      </p:sp>
      <p:sp>
        <p:nvSpPr>
          <p:cNvPr id="65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Distance Vector: link cost changes</a:t>
            </a:r>
            <a:endParaRPr lang="en-US" altLang="en-US"/>
          </a:p>
        </p:txBody>
      </p:sp>
      <p:sp>
        <p:nvSpPr>
          <p:cNvPr id="655363" name="Rectangle 3"/>
          <p:cNvSpPr>
            <a:spLocks noChangeArrowheads="1"/>
          </p:cNvSpPr>
          <p:nvPr/>
        </p:nvSpPr>
        <p:spPr bwMode="auto">
          <a:xfrm>
            <a:off x="776287" y="818315"/>
            <a:ext cx="7724775" cy="5292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 cost changes: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Before the link cost changes</a:t>
            </a:r>
          </a:p>
          <a:p>
            <a:pPr lvl="1"/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= 4,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= 5 (y, z’s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DV entries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At time t0, y detects the link-cost </a:t>
            </a:r>
          </a:p>
          <a:p>
            <a:pPr marL="0" indent="0"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change and re-computes its DV</a:t>
            </a:r>
          </a:p>
          <a:p>
            <a:pPr lvl="1"/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 = min{c(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y,x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(x), 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c(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y,z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min {60+0, 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1+5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6;</a:t>
            </a:r>
          </a:p>
          <a:p>
            <a:pPr lvl="1"/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At time t1, y sends its new dv to z; after z receives y’s new dv; z can update</a:t>
            </a:r>
          </a:p>
          <a:p>
            <a:pPr marL="457200" lvl="1" indent="0"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 = min{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c(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z,y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(x),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c(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z,x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(x)} = min {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1+6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50+0} = 7;</a:t>
            </a:r>
          </a:p>
          <a:p>
            <a:pPr lvl="1"/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At time t2, z sends its new dv to y; similarly y can update</a:t>
            </a:r>
          </a:p>
          <a:p>
            <a:pPr marL="457200" lvl="1" indent="0"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 = min{c(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y,x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(x), 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c(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y,z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min {60+0, 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1+7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8;</a:t>
            </a:r>
          </a:p>
          <a:p>
            <a:pPr lvl="1"/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Then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 = min{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c(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z,y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(x),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c(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z,x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(x)} = min {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1+8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50+0} = 9;</a:t>
            </a:r>
          </a:p>
          <a:p>
            <a:pPr lvl="1"/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 = min{c(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y,x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(x), 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c(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y,z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min {60+0, 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1+9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10;</a:t>
            </a:r>
          </a:p>
          <a:p>
            <a:pPr lvl="1"/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lvl="1"/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 = …                                                                            = 50;</a:t>
            </a:r>
          </a:p>
          <a:p>
            <a:pPr lvl="1"/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 = min{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c(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z,y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(x), </a:t>
            </a:r>
            <a:r>
              <a:rPr lang="en-US" alt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c(</a:t>
            </a:r>
            <a:r>
              <a:rPr lang="en-US" altLang="en-US" sz="16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z,x</a:t>
            </a:r>
            <a:r>
              <a:rPr lang="en-US" alt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min {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1+50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50+0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50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lvl="1"/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 = min{c(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y,x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(x), 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c(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y,z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min {60+0, 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1+50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51;</a:t>
            </a:r>
          </a:p>
          <a:p>
            <a:pPr lvl="1"/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 = min{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c(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z,y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(x), </a:t>
            </a:r>
            <a:r>
              <a:rPr lang="en-US" alt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c(</a:t>
            </a:r>
            <a:r>
              <a:rPr lang="en-US" altLang="en-US" sz="16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z,x</a:t>
            </a:r>
            <a:r>
              <a:rPr lang="en-US" alt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min {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1+51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50+0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50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lvl="1"/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bad news travels slow - “count to infinity” problem!</a:t>
            </a: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ZapfDingbats" pitchFamily="82" charset="2"/>
              <a:buNone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55364" name="Group 4"/>
          <p:cNvGrpSpPr>
            <a:grpSpLocks/>
          </p:cNvGrpSpPr>
          <p:nvPr/>
        </p:nvGrpSpPr>
        <p:grpSpPr bwMode="auto">
          <a:xfrm>
            <a:off x="4824412" y="817105"/>
            <a:ext cx="2184400" cy="1314450"/>
            <a:chOff x="3805" y="938"/>
            <a:chExt cx="1376" cy="828"/>
          </a:xfrm>
        </p:grpSpPr>
        <p:sp>
          <p:nvSpPr>
            <p:cNvPr id="655365" name="Freeform 5"/>
            <p:cNvSpPr>
              <a:spLocks/>
            </p:cNvSpPr>
            <p:nvPr/>
          </p:nvSpPr>
          <p:spPr bwMode="auto">
            <a:xfrm>
              <a:off x="3805" y="1002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6" name="Freeform 6"/>
            <p:cNvSpPr>
              <a:spLocks/>
            </p:cNvSpPr>
            <p:nvPr/>
          </p:nvSpPr>
          <p:spPr bwMode="auto">
            <a:xfrm>
              <a:off x="4164" y="1266"/>
              <a:ext cx="222" cy="180"/>
            </a:xfrm>
            <a:custGeom>
              <a:avLst/>
              <a:gdLst>
                <a:gd name="T0" fmla="*/ 0 w 222"/>
                <a:gd name="T1" fmla="*/ 180 h 180"/>
                <a:gd name="T2" fmla="*/ 222 w 222"/>
                <a:gd name="T3" fmla="*/ 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7" name="Oval 7"/>
            <p:cNvSpPr>
              <a:spLocks noChangeArrowheads="1"/>
            </p:cNvSpPr>
            <p:nvPr/>
          </p:nvSpPr>
          <p:spPr bwMode="auto">
            <a:xfrm>
              <a:off x="3904" y="150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8" name="Line 8"/>
            <p:cNvSpPr>
              <a:spLocks noChangeShapeType="1"/>
            </p:cNvSpPr>
            <p:nvPr/>
          </p:nvSpPr>
          <p:spPr bwMode="auto">
            <a:xfrm>
              <a:off x="3904" y="1495"/>
              <a:ext cx="1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9" name="Line 9"/>
            <p:cNvSpPr>
              <a:spLocks noChangeShapeType="1"/>
            </p:cNvSpPr>
            <p:nvPr/>
          </p:nvSpPr>
          <p:spPr bwMode="auto">
            <a:xfrm>
              <a:off x="4217" y="1495"/>
              <a:ext cx="1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70" name="Rectangle 10"/>
            <p:cNvSpPr>
              <a:spLocks noChangeArrowheads="1"/>
            </p:cNvSpPr>
            <p:nvPr/>
          </p:nvSpPr>
          <p:spPr bwMode="auto">
            <a:xfrm>
              <a:off x="3904" y="149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71" name="Oval 11"/>
            <p:cNvSpPr>
              <a:spLocks noChangeArrowheads="1"/>
            </p:cNvSpPr>
            <p:nvPr/>
          </p:nvSpPr>
          <p:spPr bwMode="auto">
            <a:xfrm>
              <a:off x="3901" y="143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72" name="Freeform 12"/>
            <p:cNvSpPr>
              <a:spLocks/>
            </p:cNvSpPr>
            <p:nvPr/>
          </p:nvSpPr>
          <p:spPr bwMode="auto">
            <a:xfrm>
              <a:off x="4569" y="1266"/>
              <a:ext cx="216" cy="189"/>
            </a:xfrm>
            <a:custGeom>
              <a:avLst/>
              <a:gdLst>
                <a:gd name="T0" fmla="*/ 0 w 216"/>
                <a:gd name="T1" fmla="*/ 0 h 189"/>
                <a:gd name="T2" fmla="*/ 216 w 216"/>
                <a:gd name="T3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73" name="Freeform 13"/>
            <p:cNvSpPr>
              <a:spLocks/>
            </p:cNvSpPr>
            <p:nvPr/>
          </p:nvSpPr>
          <p:spPr bwMode="auto">
            <a:xfrm>
              <a:off x="4221" y="1530"/>
              <a:ext cx="540" cy="3"/>
            </a:xfrm>
            <a:custGeom>
              <a:avLst/>
              <a:gdLst>
                <a:gd name="T0" fmla="*/ 540 w 540"/>
                <a:gd name="T1" fmla="*/ 3 h 3"/>
                <a:gd name="T2" fmla="*/ 0 w 540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0" h="3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655374" name="Group 14"/>
            <p:cNvGrpSpPr>
              <a:grpSpLocks/>
            </p:cNvGrpSpPr>
            <p:nvPr/>
          </p:nvGrpSpPr>
          <p:grpSpPr bwMode="auto">
            <a:xfrm>
              <a:off x="3950" y="1388"/>
              <a:ext cx="210" cy="250"/>
              <a:chOff x="2951" y="2429"/>
              <a:chExt cx="213" cy="250"/>
            </a:xfrm>
          </p:grpSpPr>
          <p:sp>
            <p:nvSpPr>
              <p:cNvPr id="655375" name="Rectangle 1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76" name="Text Box 16"/>
              <p:cNvSpPr txBox="1">
                <a:spLocks noChangeArrowheads="1"/>
              </p:cNvSpPr>
              <p:nvPr/>
            </p:nvSpPr>
            <p:spPr bwMode="auto"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x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55377" name="Group 17"/>
            <p:cNvGrpSpPr>
              <a:grpSpLocks/>
            </p:cNvGrpSpPr>
            <p:nvPr/>
          </p:nvGrpSpPr>
          <p:grpSpPr bwMode="auto">
            <a:xfrm>
              <a:off x="4746" y="1400"/>
              <a:ext cx="316" cy="250"/>
              <a:chOff x="1740" y="2306"/>
              <a:chExt cx="316" cy="250"/>
            </a:xfrm>
          </p:grpSpPr>
          <p:sp>
            <p:nvSpPr>
              <p:cNvPr id="655378" name="Oval 18"/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79" name="Line 19"/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80" name="Line 20"/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81" name="Rectangle 21"/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5382" name="Oval 22"/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655383" name="Group 23"/>
              <p:cNvGrpSpPr>
                <a:grpSpLocks/>
              </p:cNvGrpSpPr>
              <p:nvPr/>
            </p:nvGrpSpPr>
            <p:grpSpPr bwMode="auto"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655384" name="Rectangle 24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55385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z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655386" name="Text Box 26"/>
            <p:cNvSpPr txBox="1">
              <a:spLocks noChangeArrowheads="1"/>
            </p:cNvSpPr>
            <p:nvPr/>
          </p:nvSpPr>
          <p:spPr bwMode="auto">
            <a:xfrm>
              <a:off x="4649" y="1190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87" name="Text Box 27"/>
            <p:cNvSpPr txBox="1">
              <a:spLocks noChangeArrowheads="1"/>
            </p:cNvSpPr>
            <p:nvPr/>
          </p:nvSpPr>
          <p:spPr bwMode="auto">
            <a:xfrm>
              <a:off x="4110" y="1187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4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88" name="Text Box 28"/>
            <p:cNvSpPr txBox="1">
              <a:spLocks noChangeArrowheads="1"/>
            </p:cNvSpPr>
            <p:nvPr/>
          </p:nvSpPr>
          <p:spPr bwMode="auto">
            <a:xfrm>
              <a:off x="4351" y="1520"/>
              <a:ext cx="2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50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655389" name="Group 29"/>
            <p:cNvGrpSpPr>
              <a:grpSpLocks/>
            </p:cNvGrpSpPr>
            <p:nvPr/>
          </p:nvGrpSpPr>
          <p:grpSpPr bwMode="auto">
            <a:xfrm>
              <a:off x="4326" y="1076"/>
              <a:ext cx="316" cy="250"/>
              <a:chOff x="1740" y="2306"/>
              <a:chExt cx="316" cy="250"/>
            </a:xfrm>
          </p:grpSpPr>
          <p:sp>
            <p:nvSpPr>
              <p:cNvPr id="655390" name="Oval 30"/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91" name="Line 31"/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92" name="Line 32"/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93" name="Rectangle 33"/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5394" name="Oval 34"/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655395" name="Group 35"/>
              <p:cNvGrpSpPr>
                <a:grpSpLocks/>
              </p:cNvGrpSpPr>
              <p:nvPr/>
            </p:nvGrpSpPr>
            <p:grpSpPr bwMode="auto"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655396" name="Rectangle 36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55397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y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655398" name="Text Box 38"/>
            <p:cNvSpPr txBox="1">
              <a:spLocks noChangeArrowheads="1"/>
            </p:cNvSpPr>
            <p:nvPr/>
          </p:nvSpPr>
          <p:spPr bwMode="auto">
            <a:xfrm>
              <a:off x="3964" y="938"/>
              <a:ext cx="2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>
                  <a:solidFill>
                    <a:srgbClr val="FF0000"/>
                  </a:solidFill>
                </a:rPr>
                <a:t>60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99" name="Line 39"/>
            <p:cNvSpPr>
              <a:spLocks noChangeShapeType="1"/>
            </p:cNvSpPr>
            <p:nvPr/>
          </p:nvSpPr>
          <p:spPr bwMode="auto">
            <a:xfrm flipH="1" flipV="1">
              <a:off x="4128" y="1134"/>
              <a:ext cx="132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6815138" y="1552118"/>
            <a:ext cx="2184400" cy="1212850"/>
            <a:chOff x="6815138" y="1552118"/>
            <a:chExt cx="2184400" cy="1212850"/>
          </a:xfrm>
        </p:grpSpPr>
        <p:grpSp>
          <p:nvGrpSpPr>
            <p:cNvPr id="42" name="Group 4"/>
            <p:cNvGrpSpPr>
              <a:grpSpLocks/>
            </p:cNvGrpSpPr>
            <p:nvPr/>
          </p:nvGrpSpPr>
          <p:grpSpPr bwMode="auto">
            <a:xfrm>
              <a:off x="6815138" y="1552118"/>
              <a:ext cx="2184400" cy="1212850"/>
              <a:chOff x="3805" y="1002"/>
              <a:chExt cx="1376" cy="764"/>
            </a:xfrm>
          </p:grpSpPr>
          <p:sp>
            <p:nvSpPr>
              <p:cNvPr id="43" name="Freeform 5"/>
              <p:cNvSpPr>
                <a:spLocks/>
              </p:cNvSpPr>
              <p:nvPr/>
            </p:nvSpPr>
            <p:spPr bwMode="auto">
              <a:xfrm>
                <a:off x="3805" y="1002"/>
                <a:ext cx="1376" cy="764"/>
              </a:xfrm>
              <a:custGeom>
                <a:avLst/>
                <a:gdLst>
                  <a:gd name="T0" fmla="*/ 113 w 1376"/>
                  <a:gd name="T1" fmla="*/ 348 h 764"/>
                  <a:gd name="T2" fmla="*/ 395 w 1376"/>
                  <a:gd name="T3" fmla="*/ 162 h 764"/>
                  <a:gd name="T4" fmla="*/ 710 w 1376"/>
                  <a:gd name="T5" fmla="*/ 9 h 764"/>
                  <a:gd name="T6" fmla="*/ 1160 w 1376"/>
                  <a:gd name="T7" fmla="*/ 219 h 764"/>
                  <a:gd name="T8" fmla="*/ 1367 w 1376"/>
                  <a:gd name="T9" fmla="*/ 510 h 764"/>
                  <a:gd name="T10" fmla="*/ 1103 w 1376"/>
                  <a:gd name="T11" fmla="*/ 726 h 764"/>
                  <a:gd name="T12" fmla="*/ 578 w 1376"/>
                  <a:gd name="T13" fmla="*/ 738 h 764"/>
                  <a:gd name="T14" fmla="*/ 77 w 1376"/>
                  <a:gd name="T15" fmla="*/ 630 h 764"/>
                  <a:gd name="T16" fmla="*/ 113 w 1376"/>
                  <a:gd name="T17" fmla="*/ 348 h 7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76" h="764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4" name="Freeform 6"/>
              <p:cNvSpPr>
                <a:spLocks/>
              </p:cNvSpPr>
              <p:nvPr/>
            </p:nvSpPr>
            <p:spPr bwMode="auto">
              <a:xfrm>
                <a:off x="4164" y="1266"/>
                <a:ext cx="222" cy="180"/>
              </a:xfrm>
              <a:custGeom>
                <a:avLst/>
                <a:gdLst>
                  <a:gd name="T0" fmla="*/ 0 w 222"/>
                  <a:gd name="T1" fmla="*/ 180 h 180"/>
                  <a:gd name="T2" fmla="*/ 222 w 222"/>
                  <a:gd name="T3" fmla="*/ 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22" h="180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5" name="Oval 7"/>
              <p:cNvSpPr>
                <a:spLocks noChangeArrowheads="1"/>
              </p:cNvSpPr>
              <p:nvPr/>
            </p:nvSpPr>
            <p:spPr bwMode="auto">
              <a:xfrm>
                <a:off x="3904" y="150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6" name="Line 8"/>
              <p:cNvSpPr>
                <a:spLocks noChangeShapeType="1"/>
              </p:cNvSpPr>
              <p:nvPr/>
            </p:nvSpPr>
            <p:spPr bwMode="auto">
              <a:xfrm>
                <a:off x="3904" y="1495"/>
                <a:ext cx="1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7" name="Line 9"/>
              <p:cNvSpPr>
                <a:spLocks noChangeShapeType="1"/>
              </p:cNvSpPr>
              <p:nvPr/>
            </p:nvSpPr>
            <p:spPr bwMode="auto">
              <a:xfrm>
                <a:off x="4217" y="1495"/>
                <a:ext cx="1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8" name="Rectangle 10"/>
              <p:cNvSpPr>
                <a:spLocks noChangeArrowheads="1"/>
              </p:cNvSpPr>
              <p:nvPr/>
            </p:nvSpPr>
            <p:spPr bwMode="auto">
              <a:xfrm>
                <a:off x="3904" y="149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" name="Oval 11"/>
              <p:cNvSpPr>
                <a:spLocks noChangeArrowheads="1"/>
              </p:cNvSpPr>
              <p:nvPr/>
            </p:nvSpPr>
            <p:spPr bwMode="auto">
              <a:xfrm>
                <a:off x="3901" y="143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0" name="Freeform 12"/>
              <p:cNvSpPr>
                <a:spLocks/>
              </p:cNvSpPr>
              <p:nvPr/>
            </p:nvSpPr>
            <p:spPr bwMode="auto">
              <a:xfrm>
                <a:off x="4569" y="1266"/>
                <a:ext cx="216" cy="189"/>
              </a:xfrm>
              <a:custGeom>
                <a:avLst/>
                <a:gdLst>
                  <a:gd name="T0" fmla="*/ 0 w 216"/>
                  <a:gd name="T1" fmla="*/ 0 h 189"/>
                  <a:gd name="T2" fmla="*/ 216 w 216"/>
                  <a:gd name="T3" fmla="*/ 18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16" h="189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1" name="Freeform 13"/>
              <p:cNvSpPr>
                <a:spLocks/>
              </p:cNvSpPr>
              <p:nvPr/>
            </p:nvSpPr>
            <p:spPr bwMode="auto">
              <a:xfrm>
                <a:off x="4221" y="1530"/>
                <a:ext cx="540" cy="3"/>
              </a:xfrm>
              <a:custGeom>
                <a:avLst/>
                <a:gdLst>
                  <a:gd name="T0" fmla="*/ 540 w 540"/>
                  <a:gd name="T1" fmla="*/ 3 h 3"/>
                  <a:gd name="T2" fmla="*/ 0 w 540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40" h="3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52" name="Group 14"/>
              <p:cNvGrpSpPr>
                <a:grpSpLocks/>
              </p:cNvGrpSpPr>
              <p:nvPr/>
            </p:nvGrpSpPr>
            <p:grpSpPr bwMode="auto">
              <a:xfrm>
                <a:off x="3950" y="1388"/>
                <a:ext cx="210" cy="250"/>
                <a:chOff x="2951" y="2429"/>
                <a:chExt cx="213" cy="250"/>
              </a:xfrm>
            </p:grpSpPr>
            <p:sp>
              <p:nvSpPr>
                <p:cNvPr id="76" name="Rectangle 15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77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x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3" name="Group 17"/>
              <p:cNvGrpSpPr>
                <a:grpSpLocks/>
              </p:cNvGrpSpPr>
              <p:nvPr/>
            </p:nvGrpSpPr>
            <p:grpSpPr bwMode="auto">
              <a:xfrm>
                <a:off x="4746" y="1400"/>
                <a:ext cx="316" cy="250"/>
                <a:chOff x="1740" y="2306"/>
                <a:chExt cx="316" cy="250"/>
              </a:xfrm>
            </p:grpSpPr>
            <p:sp>
              <p:nvSpPr>
                <p:cNvPr id="68" name="Oval 18"/>
                <p:cNvSpPr>
                  <a:spLocks noChangeArrowheads="1"/>
                </p:cNvSpPr>
                <p:nvPr/>
              </p:nvSpPr>
              <p:spPr bwMode="auto"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9" name="Line 19"/>
                <p:cNvSpPr>
                  <a:spLocks noChangeShapeType="1"/>
                </p:cNvSpPr>
                <p:nvPr/>
              </p:nvSpPr>
              <p:spPr bwMode="auto">
                <a:xfrm>
                  <a:off x="1743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70" name="Line 20"/>
                <p:cNvSpPr>
                  <a:spLocks noChangeShapeType="1"/>
                </p:cNvSpPr>
                <p:nvPr/>
              </p:nvSpPr>
              <p:spPr bwMode="auto">
                <a:xfrm>
                  <a:off x="2056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71" name="Rectangle 21"/>
                <p:cNvSpPr>
                  <a:spLocks noChangeArrowheads="1"/>
                </p:cNvSpPr>
                <p:nvPr/>
              </p:nvSpPr>
              <p:spPr bwMode="auto"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2" name="Oval 22"/>
                <p:cNvSpPr>
                  <a:spLocks noChangeArrowheads="1"/>
                </p:cNvSpPr>
                <p:nvPr/>
              </p:nvSpPr>
              <p:spPr bwMode="auto"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grpSp>
              <p:nvGrpSpPr>
                <p:cNvPr id="73" name="Group 23"/>
                <p:cNvGrpSpPr>
                  <a:grpSpLocks/>
                </p:cNvGrpSpPr>
                <p:nvPr/>
              </p:nvGrpSpPr>
              <p:grpSpPr bwMode="auto"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74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chemeClr val="hlink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75" name="Text Box 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altLang="en-US" sz="2000"/>
                      <a:t>z</a:t>
                    </a: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sp>
            <p:nvSpPr>
              <p:cNvPr id="54" name="Text Box 26"/>
              <p:cNvSpPr txBox="1">
                <a:spLocks noChangeArrowheads="1"/>
              </p:cNvSpPr>
              <p:nvPr/>
            </p:nvSpPr>
            <p:spPr bwMode="auto">
              <a:xfrm>
                <a:off x="4649" y="1190"/>
                <a:ext cx="18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/>
                  <a:t>1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6" name="Text Box 28"/>
              <p:cNvSpPr txBox="1">
                <a:spLocks noChangeArrowheads="1"/>
              </p:cNvSpPr>
              <p:nvPr/>
            </p:nvSpPr>
            <p:spPr bwMode="auto">
              <a:xfrm>
                <a:off x="4351" y="1520"/>
                <a:ext cx="2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/>
                  <a:t>50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7" name="Group 29"/>
              <p:cNvGrpSpPr>
                <a:grpSpLocks/>
              </p:cNvGrpSpPr>
              <p:nvPr/>
            </p:nvGrpSpPr>
            <p:grpSpPr bwMode="auto">
              <a:xfrm>
                <a:off x="4326" y="1076"/>
                <a:ext cx="316" cy="250"/>
                <a:chOff x="1740" y="2306"/>
                <a:chExt cx="316" cy="250"/>
              </a:xfrm>
            </p:grpSpPr>
            <p:sp>
              <p:nvSpPr>
                <p:cNvPr id="60" name="Oval 30"/>
                <p:cNvSpPr>
                  <a:spLocks noChangeArrowheads="1"/>
                </p:cNvSpPr>
                <p:nvPr/>
              </p:nvSpPr>
              <p:spPr bwMode="auto"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1" name="Line 31"/>
                <p:cNvSpPr>
                  <a:spLocks noChangeShapeType="1"/>
                </p:cNvSpPr>
                <p:nvPr/>
              </p:nvSpPr>
              <p:spPr bwMode="auto">
                <a:xfrm>
                  <a:off x="1743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2" name="Line 32"/>
                <p:cNvSpPr>
                  <a:spLocks noChangeShapeType="1"/>
                </p:cNvSpPr>
                <p:nvPr/>
              </p:nvSpPr>
              <p:spPr bwMode="auto">
                <a:xfrm>
                  <a:off x="2056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3" name="Rectangle 33"/>
                <p:cNvSpPr>
                  <a:spLocks noChangeArrowheads="1"/>
                </p:cNvSpPr>
                <p:nvPr/>
              </p:nvSpPr>
              <p:spPr bwMode="auto"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4" name="Oval 34"/>
                <p:cNvSpPr>
                  <a:spLocks noChangeArrowheads="1"/>
                </p:cNvSpPr>
                <p:nvPr/>
              </p:nvSpPr>
              <p:spPr bwMode="auto"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grpSp>
              <p:nvGrpSpPr>
                <p:cNvPr id="65" name="Group 35"/>
                <p:cNvGrpSpPr>
                  <a:grpSpLocks/>
                </p:cNvGrpSpPr>
                <p:nvPr/>
              </p:nvGrpSpPr>
              <p:grpSpPr bwMode="auto"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66" name="Rectangle 36"/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chemeClr val="hlink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67" name="Text Box 3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altLang="en-US" sz="2000"/>
                      <a:t>y</a:t>
                    </a: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sp>
            <p:nvSpPr>
              <p:cNvPr id="58" name="Text Box 38"/>
              <p:cNvSpPr txBox="1">
                <a:spLocks noChangeArrowheads="1"/>
              </p:cNvSpPr>
              <p:nvPr/>
            </p:nvSpPr>
            <p:spPr bwMode="auto">
              <a:xfrm>
                <a:off x="4030" y="1121"/>
                <a:ext cx="2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dirty="0">
                    <a:solidFill>
                      <a:srgbClr val="FF0000"/>
                    </a:solidFill>
                  </a:rPr>
                  <a:t>60</a:t>
                </a:r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" name="Left Arrow 1"/>
            <p:cNvSpPr/>
            <p:nvPr/>
          </p:nvSpPr>
          <p:spPr>
            <a:xfrm>
              <a:off x="7517606" y="2227809"/>
              <a:ext cx="809625" cy="192881"/>
            </a:xfrm>
            <a:prstGeom prst="lef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78" name="Left Arrow 77"/>
            <p:cNvSpPr/>
            <p:nvPr/>
          </p:nvSpPr>
          <p:spPr>
            <a:xfrm rot="13329989">
              <a:off x="8179912" y="1918360"/>
              <a:ext cx="558678" cy="158626"/>
            </a:xfrm>
            <a:prstGeom prst="lef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  <p:sp>
        <p:nvSpPr>
          <p:cNvPr id="6" name="Freeform 5"/>
          <p:cNvSpPr/>
          <p:nvPr/>
        </p:nvSpPr>
        <p:spPr>
          <a:xfrm>
            <a:off x="7232073" y="2789382"/>
            <a:ext cx="724645" cy="2355466"/>
          </a:xfrm>
          <a:custGeom>
            <a:avLst/>
            <a:gdLst>
              <a:gd name="connsiteX0" fmla="*/ 0 w 724645"/>
              <a:gd name="connsiteY0" fmla="*/ 0 h 2355466"/>
              <a:gd name="connsiteX1" fmla="*/ 64654 w 724645"/>
              <a:gd name="connsiteY1" fmla="*/ 9236 h 2355466"/>
              <a:gd name="connsiteX2" fmla="*/ 92363 w 724645"/>
              <a:gd name="connsiteY2" fmla="*/ 18473 h 2355466"/>
              <a:gd name="connsiteX3" fmla="*/ 138545 w 724645"/>
              <a:gd name="connsiteY3" fmla="*/ 27709 h 2355466"/>
              <a:gd name="connsiteX4" fmla="*/ 166254 w 724645"/>
              <a:gd name="connsiteY4" fmla="*/ 36945 h 2355466"/>
              <a:gd name="connsiteX5" fmla="*/ 212436 w 724645"/>
              <a:gd name="connsiteY5" fmla="*/ 46182 h 2355466"/>
              <a:gd name="connsiteX6" fmla="*/ 240145 w 724645"/>
              <a:gd name="connsiteY6" fmla="*/ 55418 h 2355466"/>
              <a:gd name="connsiteX7" fmla="*/ 360218 w 724645"/>
              <a:gd name="connsiteY7" fmla="*/ 73891 h 2355466"/>
              <a:gd name="connsiteX8" fmla="*/ 387927 w 724645"/>
              <a:gd name="connsiteY8" fmla="*/ 83127 h 2355466"/>
              <a:gd name="connsiteX9" fmla="*/ 424872 w 724645"/>
              <a:gd name="connsiteY9" fmla="*/ 92363 h 2355466"/>
              <a:gd name="connsiteX10" fmla="*/ 452582 w 724645"/>
              <a:gd name="connsiteY10" fmla="*/ 110836 h 2355466"/>
              <a:gd name="connsiteX11" fmla="*/ 489527 w 724645"/>
              <a:gd name="connsiteY11" fmla="*/ 175491 h 2355466"/>
              <a:gd name="connsiteX12" fmla="*/ 508000 w 724645"/>
              <a:gd name="connsiteY12" fmla="*/ 203200 h 2355466"/>
              <a:gd name="connsiteX13" fmla="*/ 526472 w 724645"/>
              <a:gd name="connsiteY13" fmla="*/ 304800 h 2355466"/>
              <a:gd name="connsiteX14" fmla="*/ 535709 w 724645"/>
              <a:gd name="connsiteY14" fmla="*/ 350982 h 2355466"/>
              <a:gd name="connsiteX15" fmla="*/ 526472 w 724645"/>
              <a:gd name="connsiteY15" fmla="*/ 665018 h 2355466"/>
              <a:gd name="connsiteX16" fmla="*/ 517236 w 724645"/>
              <a:gd name="connsiteY16" fmla="*/ 692727 h 2355466"/>
              <a:gd name="connsiteX17" fmla="*/ 508000 w 724645"/>
              <a:gd name="connsiteY17" fmla="*/ 766618 h 2355466"/>
              <a:gd name="connsiteX18" fmla="*/ 489527 w 724645"/>
              <a:gd name="connsiteY18" fmla="*/ 794327 h 2355466"/>
              <a:gd name="connsiteX19" fmla="*/ 452582 w 724645"/>
              <a:gd name="connsiteY19" fmla="*/ 877454 h 2355466"/>
              <a:gd name="connsiteX20" fmla="*/ 424872 w 724645"/>
              <a:gd name="connsiteY20" fmla="*/ 895927 h 2355466"/>
              <a:gd name="connsiteX21" fmla="*/ 350982 w 724645"/>
              <a:gd name="connsiteY21" fmla="*/ 960582 h 2355466"/>
              <a:gd name="connsiteX22" fmla="*/ 323272 w 724645"/>
              <a:gd name="connsiteY22" fmla="*/ 979054 h 2355466"/>
              <a:gd name="connsiteX23" fmla="*/ 304800 w 724645"/>
              <a:gd name="connsiteY23" fmla="*/ 1006763 h 2355466"/>
              <a:gd name="connsiteX24" fmla="*/ 249382 w 724645"/>
              <a:gd name="connsiteY24" fmla="*/ 1025236 h 2355466"/>
              <a:gd name="connsiteX25" fmla="*/ 212436 w 724645"/>
              <a:gd name="connsiteY25" fmla="*/ 1071418 h 2355466"/>
              <a:gd name="connsiteX26" fmla="*/ 175491 w 724645"/>
              <a:gd name="connsiteY26" fmla="*/ 1126836 h 2355466"/>
              <a:gd name="connsiteX27" fmla="*/ 147782 w 724645"/>
              <a:gd name="connsiteY27" fmla="*/ 1136073 h 2355466"/>
              <a:gd name="connsiteX28" fmla="*/ 221672 w 724645"/>
              <a:gd name="connsiteY28" fmla="*/ 1126836 h 2355466"/>
              <a:gd name="connsiteX29" fmla="*/ 369454 w 724645"/>
              <a:gd name="connsiteY29" fmla="*/ 1099127 h 2355466"/>
              <a:gd name="connsiteX30" fmla="*/ 508000 w 724645"/>
              <a:gd name="connsiteY30" fmla="*/ 1108363 h 2355466"/>
              <a:gd name="connsiteX31" fmla="*/ 535709 w 724645"/>
              <a:gd name="connsiteY31" fmla="*/ 1117600 h 2355466"/>
              <a:gd name="connsiteX32" fmla="*/ 572654 w 724645"/>
              <a:gd name="connsiteY32" fmla="*/ 1126836 h 2355466"/>
              <a:gd name="connsiteX33" fmla="*/ 628072 w 724645"/>
              <a:gd name="connsiteY33" fmla="*/ 1182254 h 2355466"/>
              <a:gd name="connsiteX34" fmla="*/ 655782 w 724645"/>
              <a:gd name="connsiteY34" fmla="*/ 1209963 h 2355466"/>
              <a:gd name="connsiteX35" fmla="*/ 674254 w 724645"/>
              <a:gd name="connsiteY35" fmla="*/ 1256145 h 2355466"/>
              <a:gd name="connsiteX36" fmla="*/ 711200 w 724645"/>
              <a:gd name="connsiteY36" fmla="*/ 1311563 h 2355466"/>
              <a:gd name="connsiteX37" fmla="*/ 701963 w 724645"/>
              <a:gd name="connsiteY37" fmla="*/ 1477818 h 2355466"/>
              <a:gd name="connsiteX38" fmla="*/ 692727 w 724645"/>
              <a:gd name="connsiteY38" fmla="*/ 1505527 h 2355466"/>
              <a:gd name="connsiteX39" fmla="*/ 665018 w 724645"/>
              <a:gd name="connsiteY39" fmla="*/ 1533236 h 2355466"/>
              <a:gd name="connsiteX40" fmla="*/ 655782 w 724645"/>
              <a:gd name="connsiteY40" fmla="*/ 1560945 h 2355466"/>
              <a:gd name="connsiteX41" fmla="*/ 628072 w 724645"/>
              <a:gd name="connsiteY41" fmla="*/ 1570182 h 2355466"/>
              <a:gd name="connsiteX42" fmla="*/ 600363 w 724645"/>
              <a:gd name="connsiteY42" fmla="*/ 1588654 h 2355466"/>
              <a:gd name="connsiteX43" fmla="*/ 544945 w 724645"/>
              <a:gd name="connsiteY43" fmla="*/ 1644073 h 2355466"/>
              <a:gd name="connsiteX44" fmla="*/ 489527 w 724645"/>
              <a:gd name="connsiteY44" fmla="*/ 1681018 h 2355466"/>
              <a:gd name="connsiteX45" fmla="*/ 461818 w 724645"/>
              <a:gd name="connsiteY45" fmla="*/ 1690254 h 2355466"/>
              <a:gd name="connsiteX46" fmla="*/ 277091 w 724645"/>
              <a:gd name="connsiteY46" fmla="*/ 1708727 h 2355466"/>
              <a:gd name="connsiteX47" fmla="*/ 193963 w 724645"/>
              <a:gd name="connsiteY47" fmla="*/ 1727200 h 2355466"/>
              <a:gd name="connsiteX48" fmla="*/ 166254 w 724645"/>
              <a:gd name="connsiteY48" fmla="*/ 1736436 h 2355466"/>
              <a:gd name="connsiteX49" fmla="*/ 138545 w 724645"/>
              <a:gd name="connsiteY49" fmla="*/ 1754909 h 2355466"/>
              <a:gd name="connsiteX50" fmla="*/ 110836 w 724645"/>
              <a:gd name="connsiteY50" fmla="*/ 1764145 h 2355466"/>
              <a:gd name="connsiteX51" fmla="*/ 184727 w 724645"/>
              <a:gd name="connsiteY51" fmla="*/ 1773382 h 2355466"/>
              <a:gd name="connsiteX52" fmla="*/ 230909 w 724645"/>
              <a:gd name="connsiteY52" fmla="*/ 1782618 h 2355466"/>
              <a:gd name="connsiteX53" fmla="*/ 286327 w 724645"/>
              <a:gd name="connsiteY53" fmla="*/ 1791854 h 2355466"/>
              <a:gd name="connsiteX54" fmla="*/ 314036 w 724645"/>
              <a:gd name="connsiteY54" fmla="*/ 1801091 h 2355466"/>
              <a:gd name="connsiteX55" fmla="*/ 378691 w 724645"/>
              <a:gd name="connsiteY55" fmla="*/ 1838036 h 2355466"/>
              <a:gd name="connsiteX56" fmla="*/ 415636 w 724645"/>
              <a:gd name="connsiteY56" fmla="*/ 1856509 h 2355466"/>
              <a:gd name="connsiteX57" fmla="*/ 452582 w 724645"/>
              <a:gd name="connsiteY57" fmla="*/ 1930400 h 2355466"/>
              <a:gd name="connsiteX58" fmla="*/ 471054 w 724645"/>
              <a:gd name="connsiteY58" fmla="*/ 2013527 h 2355466"/>
              <a:gd name="connsiteX59" fmla="*/ 461818 w 724645"/>
              <a:gd name="connsiteY59" fmla="*/ 2142836 h 2355466"/>
              <a:gd name="connsiteX60" fmla="*/ 452582 w 724645"/>
              <a:gd name="connsiteY60" fmla="*/ 2170545 h 2355466"/>
              <a:gd name="connsiteX61" fmla="*/ 397163 w 724645"/>
              <a:gd name="connsiteY61" fmla="*/ 2207491 h 2355466"/>
              <a:gd name="connsiteX62" fmla="*/ 369454 w 724645"/>
              <a:gd name="connsiteY62" fmla="*/ 2216727 h 2355466"/>
              <a:gd name="connsiteX63" fmla="*/ 304800 w 724645"/>
              <a:gd name="connsiteY63" fmla="*/ 2253673 h 2355466"/>
              <a:gd name="connsiteX64" fmla="*/ 277091 w 724645"/>
              <a:gd name="connsiteY64" fmla="*/ 2272145 h 2355466"/>
              <a:gd name="connsiteX65" fmla="*/ 221672 w 724645"/>
              <a:gd name="connsiteY65" fmla="*/ 2290618 h 2355466"/>
              <a:gd name="connsiteX66" fmla="*/ 110836 w 724645"/>
              <a:gd name="connsiteY66" fmla="*/ 2355273 h 2355466"/>
              <a:gd name="connsiteX67" fmla="*/ 101600 w 724645"/>
              <a:gd name="connsiteY67" fmla="*/ 2355273 h 2355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724645" h="2355466">
                <a:moveTo>
                  <a:pt x="0" y="0"/>
                </a:moveTo>
                <a:cubicBezTo>
                  <a:pt x="21551" y="3079"/>
                  <a:pt x="43307" y="4966"/>
                  <a:pt x="64654" y="9236"/>
                </a:cubicBezTo>
                <a:cubicBezTo>
                  <a:pt x="74201" y="11145"/>
                  <a:pt x="82918" y="16112"/>
                  <a:pt x="92363" y="18473"/>
                </a:cubicBezTo>
                <a:cubicBezTo>
                  <a:pt x="107593" y="22281"/>
                  <a:pt x="123315" y="23902"/>
                  <a:pt x="138545" y="27709"/>
                </a:cubicBezTo>
                <a:cubicBezTo>
                  <a:pt x="147990" y="30070"/>
                  <a:pt x="156809" y="34584"/>
                  <a:pt x="166254" y="36945"/>
                </a:cubicBezTo>
                <a:cubicBezTo>
                  <a:pt x="181484" y="40753"/>
                  <a:pt x="197206" y="42374"/>
                  <a:pt x="212436" y="46182"/>
                </a:cubicBezTo>
                <a:cubicBezTo>
                  <a:pt x="221881" y="48543"/>
                  <a:pt x="230598" y="53509"/>
                  <a:pt x="240145" y="55418"/>
                </a:cubicBezTo>
                <a:cubicBezTo>
                  <a:pt x="313833" y="70155"/>
                  <a:pt x="291504" y="58621"/>
                  <a:pt x="360218" y="73891"/>
                </a:cubicBezTo>
                <a:cubicBezTo>
                  <a:pt x="369722" y="76003"/>
                  <a:pt x="378566" y="80452"/>
                  <a:pt x="387927" y="83127"/>
                </a:cubicBezTo>
                <a:cubicBezTo>
                  <a:pt x="400133" y="86614"/>
                  <a:pt x="412557" y="89284"/>
                  <a:pt x="424872" y="92363"/>
                </a:cubicBezTo>
                <a:cubicBezTo>
                  <a:pt x="434109" y="98521"/>
                  <a:pt x="445767" y="102073"/>
                  <a:pt x="452582" y="110836"/>
                </a:cubicBezTo>
                <a:cubicBezTo>
                  <a:pt x="467821" y="130429"/>
                  <a:pt x="476756" y="154206"/>
                  <a:pt x="489527" y="175491"/>
                </a:cubicBezTo>
                <a:cubicBezTo>
                  <a:pt x="495238" y="185010"/>
                  <a:pt x="501842" y="193964"/>
                  <a:pt x="508000" y="203200"/>
                </a:cubicBezTo>
                <a:cubicBezTo>
                  <a:pt x="526841" y="259726"/>
                  <a:pt x="511551" y="207816"/>
                  <a:pt x="526472" y="304800"/>
                </a:cubicBezTo>
                <a:cubicBezTo>
                  <a:pt x="528859" y="320316"/>
                  <a:pt x="532630" y="335588"/>
                  <a:pt x="535709" y="350982"/>
                </a:cubicBezTo>
                <a:cubicBezTo>
                  <a:pt x="532630" y="455661"/>
                  <a:pt x="532125" y="560447"/>
                  <a:pt x="526472" y="665018"/>
                </a:cubicBezTo>
                <a:cubicBezTo>
                  <a:pt x="525946" y="674740"/>
                  <a:pt x="518978" y="683148"/>
                  <a:pt x="517236" y="692727"/>
                </a:cubicBezTo>
                <a:cubicBezTo>
                  <a:pt x="512796" y="717149"/>
                  <a:pt x="514531" y="742671"/>
                  <a:pt x="508000" y="766618"/>
                </a:cubicBezTo>
                <a:cubicBezTo>
                  <a:pt x="505079" y="777328"/>
                  <a:pt x="494036" y="784183"/>
                  <a:pt x="489527" y="794327"/>
                </a:cubicBezTo>
                <a:cubicBezTo>
                  <a:pt x="474896" y="827247"/>
                  <a:pt x="477664" y="852372"/>
                  <a:pt x="452582" y="877454"/>
                </a:cubicBezTo>
                <a:cubicBezTo>
                  <a:pt x="444732" y="885304"/>
                  <a:pt x="434109" y="889769"/>
                  <a:pt x="424872" y="895927"/>
                </a:cubicBezTo>
                <a:cubicBezTo>
                  <a:pt x="394086" y="942108"/>
                  <a:pt x="415635" y="917481"/>
                  <a:pt x="350982" y="960582"/>
                </a:cubicBezTo>
                <a:lnTo>
                  <a:pt x="323272" y="979054"/>
                </a:lnTo>
                <a:cubicBezTo>
                  <a:pt x="317115" y="988290"/>
                  <a:pt x="314213" y="1000880"/>
                  <a:pt x="304800" y="1006763"/>
                </a:cubicBezTo>
                <a:cubicBezTo>
                  <a:pt x="288288" y="1017083"/>
                  <a:pt x="249382" y="1025236"/>
                  <a:pt x="249382" y="1025236"/>
                </a:cubicBezTo>
                <a:cubicBezTo>
                  <a:pt x="228580" y="1087637"/>
                  <a:pt x="257429" y="1019997"/>
                  <a:pt x="212436" y="1071418"/>
                </a:cubicBezTo>
                <a:cubicBezTo>
                  <a:pt x="197816" y="1088126"/>
                  <a:pt x="196553" y="1119815"/>
                  <a:pt x="175491" y="1126836"/>
                </a:cubicBezTo>
                <a:cubicBezTo>
                  <a:pt x="166255" y="1129915"/>
                  <a:pt x="138046" y="1136073"/>
                  <a:pt x="147782" y="1136073"/>
                </a:cubicBezTo>
                <a:cubicBezTo>
                  <a:pt x="172604" y="1136073"/>
                  <a:pt x="197042" y="1129915"/>
                  <a:pt x="221672" y="1126836"/>
                </a:cubicBezTo>
                <a:cubicBezTo>
                  <a:pt x="275421" y="1108921"/>
                  <a:pt x="291243" y="1101920"/>
                  <a:pt x="369454" y="1099127"/>
                </a:cubicBezTo>
                <a:cubicBezTo>
                  <a:pt x="415709" y="1097475"/>
                  <a:pt x="461818" y="1105284"/>
                  <a:pt x="508000" y="1108363"/>
                </a:cubicBezTo>
                <a:cubicBezTo>
                  <a:pt x="517236" y="1111442"/>
                  <a:pt x="526348" y="1114925"/>
                  <a:pt x="535709" y="1117600"/>
                </a:cubicBezTo>
                <a:cubicBezTo>
                  <a:pt x="547915" y="1121087"/>
                  <a:pt x="562255" y="1119556"/>
                  <a:pt x="572654" y="1126836"/>
                </a:cubicBezTo>
                <a:cubicBezTo>
                  <a:pt x="594056" y="1141817"/>
                  <a:pt x="609599" y="1163781"/>
                  <a:pt x="628072" y="1182254"/>
                </a:cubicBezTo>
                <a:lnTo>
                  <a:pt x="655782" y="1209963"/>
                </a:lnTo>
                <a:cubicBezTo>
                  <a:pt x="661939" y="1225357"/>
                  <a:pt x="666315" y="1241590"/>
                  <a:pt x="674254" y="1256145"/>
                </a:cubicBezTo>
                <a:cubicBezTo>
                  <a:pt x="684885" y="1275636"/>
                  <a:pt x="711200" y="1311563"/>
                  <a:pt x="711200" y="1311563"/>
                </a:cubicBezTo>
                <a:cubicBezTo>
                  <a:pt x="734480" y="1381408"/>
                  <a:pt x="725016" y="1339502"/>
                  <a:pt x="701963" y="1477818"/>
                </a:cubicBezTo>
                <a:cubicBezTo>
                  <a:pt x="700362" y="1487421"/>
                  <a:pt x="698127" y="1497426"/>
                  <a:pt x="692727" y="1505527"/>
                </a:cubicBezTo>
                <a:cubicBezTo>
                  <a:pt x="685481" y="1516395"/>
                  <a:pt x="674254" y="1524000"/>
                  <a:pt x="665018" y="1533236"/>
                </a:cubicBezTo>
                <a:cubicBezTo>
                  <a:pt x="661939" y="1542472"/>
                  <a:pt x="662666" y="1554061"/>
                  <a:pt x="655782" y="1560945"/>
                </a:cubicBezTo>
                <a:cubicBezTo>
                  <a:pt x="648897" y="1567830"/>
                  <a:pt x="636780" y="1565828"/>
                  <a:pt x="628072" y="1570182"/>
                </a:cubicBezTo>
                <a:cubicBezTo>
                  <a:pt x="618143" y="1575146"/>
                  <a:pt x="609599" y="1582497"/>
                  <a:pt x="600363" y="1588654"/>
                </a:cubicBezTo>
                <a:cubicBezTo>
                  <a:pt x="575418" y="1626073"/>
                  <a:pt x="587907" y="1614000"/>
                  <a:pt x="544945" y="1644073"/>
                </a:cubicBezTo>
                <a:cubicBezTo>
                  <a:pt x="526757" y="1656805"/>
                  <a:pt x="510589" y="1673998"/>
                  <a:pt x="489527" y="1681018"/>
                </a:cubicBezTo>
                <a:cubicBezTo>
                  <a:pt x="480291" y="1684097"/>
                  <a:pt x="471365" y="1688345"/>
                  <a:pt x="461818" y="1690254"/>
                </a:cubicBezTo>
                <a:cubicBezTo>
                  <a:pt x="405885" y="1701441"/>
                  <a:pt x="329513" y="1704695"/>
                  <a:pt x="277091" y="1708727"/>
                </a:cubicBezTo>
                <a:cubicBezTo>
                  <a:pt x="214714" y="1729519"/>
                  <a:pt x="291496" y="1705526"/>
                  <a:pt x="193963" y="1727200"/>
                </a:cubicBezTo>
                <a:cubicBezTo>
                  <a:pt x="184459" y="1729312"/>
                  <a:pt x="175490" y="1733357"/>
                  <a:pt x="166254" y="1736436"/>
                </a:cubicBezTo>
                <a:cubicBezTo>
                  <a:pt x="157018" y="1742594"/>
                  <a:pt x="148474" y="1749945"/>
                  <a:pt x="138545" y="1754909"/>
                </a:cubicBezTo>
                <a:cubicBezTo>
                  <a:pt x="129837" y="1759263"/>
                  <a:pt x="101796" y="1760529"/>
                  <a:pt x="110836" y="1764145"/>
                </a:cubicBezTo>
                <a:cubicBezTo>
                  <a:pt x="133883" y="1773364"/>
                  <a:pt x="160194" y="1769608"/>
                  <a:pt x="184727" y="1773382"/>
                </a:cubicBezTo>
                <a:cubicBezTo>
                  <a:pt x="200243" y="1775769"/>
                  <a:pt x="215463" y="1779810"/>
                  <a:pt x="230909" y="1782618"/>
                </a:cubicBezTo>
                <a:cubicBezTo>
                  <a:pt x="249334" y="1785968"/>
                  <a:pt x="267854" y="1788775"/>
                  <a:pt x="286327" y="1791854"/>
                </a:cubicBezTo>
                <a:cubicBezTo>
                  <a:pt x="295563" y="1794933"/>
                  <a:pt x="305087" y="1797256"/>
                  <a:pt x="314036" y="1801091"/>
                </a:cubicBezTo>
                <a:cubicBezTo>
                  <a:pt x="369865" y="1825018"/>
                  <a:pt x="332307" y="1811530"/>
                  <a:pt x="378691" y="1838036"/>
                </a:cubicBezTo>
                <a:cubicBezTo>
                  <a:pt x="390645" y="1844867"/>
                  <a:pt x="403321" y="1850351"/>
                  <a:pt x="415636" y="1856509"/>
                </a:cubicBezTo>
                <a:cubicBezTo>
                  <a:pt x="427951" y="1881139"/>
                  <a:pt x="448055" y="1903237"/>
                  <a:pt x="452582" y="1930400"/>
                </a:cubicBezTo>
                <a:cubicBezTo>
                  <a:pt x="463419" y="1995421"/>
                  <a:pt x="455896" y="1968052"/>
                  <a:pt x="471054" y="2013527"/>
                </a:cubicBezTo>
                <a:cubicBezTo>
                  <a:pt x="467975" y="2056630"/>
                  <a:pt x="466867" y="2099919"/>
                  <a:pt x="461818" y="2142836"/>
                </a:cubicBezTo>
                <a:cubicBezTo>
                  <a:pt x="460680" y="2152505"/>
                  <a:pt x="459466" y="2163661"/>
                  <a:pt x="452582" y="2170545"/>
                </a:cubicBezTo>
                <a:cubicBezTo>
                  <a:pt x="436883" y="2186244"/>
                  <a:pt x="418226" y="2200470"/>
                  <a:pt x="397163" y="2207491"/>
                </a:cubicBezTo>
                <a:lnTo>
                  <a:pt x="369454" y="2216727"/>
                </a:lnTo>
                <a:cubicBezTo>
                  <a:pt x="301956" y="2261727"/>
                  <a:pt x="386816" y="2206807"/>
                  <a:pt x="304800" y="2253673"/>
                </a:cubicBezTo>
                <a:cubicBezTo>
                  <a:pt x="295162" y="2259180"/>
                  <a:pt x="287235" y="2267637"/>
                  <a:pt x="277091" y="2272145"/>
                </a:cubicBezTo>
                <a:cubicBezTo>
                  <a:pt x="259297" y="2280053"/>
                  <a:pt x="221672" y="2290618"/>
                  <a:pt x="221672" y="2290618"/>
                </a:cubicBezTo>
                <a:cubicBezTo>
                  <a:pt x="156158" y="2356132"/>
                  <a:pt x="189767" y="2343996"/>
                  <a:pt x="110836" y="2355273"/>
                </a:cubicBezTo>
                <a:cubicBezTo>
                  <a:pt x="107788" y="2355708"/>
                  <a:pt x="104679" y="2355273"/>
                  <a:pt x="101600" y="2355273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Oval Callout 7"/>
          <p:cNvSpPr/>
          <p:nvPr/>
        </p:nvSpPr>
        <p:spPr>
          <a:xfrm>
            <a:off x="7517606" y="4370592"/>
            <a:ext cx="1638373" cy="963408"/>
          </a:xfrm>
          <a:prstGeom prst="wedgeEllipseCallout">
            <a:avLst>
              <a:gd name="adj1" fmla="val -58080"/>
              <a:gd name="adj2" fmla="val 580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Next-hop changes!</a:t>
            </a:r>
          </a:p>
        </p:txBody>
      </p:sp>
      <p:sp>
        <p:nvSpPr>
          <p:cNvPr id="83" name="Oval Callout 82"/>
          <p:cNvSpPr/>
          <p:nvPr/>
        </p:nvSpPr>
        <p:spPr>
          <a:xfrm>
            <a:off x="7498484" y="5438756"/>
            <a:ext cx="2130424" cy="581044"/>
          </a:xfrm>
          <a:prstGeom prst="wedgeEllipseCallout">
            <a:avLst>
              <a:gd name="adj1" fmla="val -53716"/>
              <a:gd name="adj2" fmla="val 4323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Converged!</a:t>
            </a:r>
          </a:p>
        </p:txBody>
      </p:sp>
      <p:sp>
        <p:nvSpPr>
          <p:cNvPr id="84" name="Wave 83"/>
          <p:cNvSpPr/>
          <p:nvPr/>
        </p:nvSpPr>
        <p:spPr>
          <a:xfrm>
            <a:off x="1037158" y="6121465"/>
            <a:ext cx="7090554" cy="768230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i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The bad news about the increase in link cost has travelled slowly</a:t>
            </a:r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! </a:t>
            </a:r>
          </a:p>
          <a:p>
            <a:pPr algn="ctr"/>
            <a:r>
              <a:rPr lang="en-NZ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Count-to-infinity</a:t>
            </a:r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 problem!</a:t>
            </a:r>
            <a:endParaRPr lang="en-NZ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16265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83" grpId="0" animBg="1"/>
      <p:bldP spid="8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162925" y="6400800"/>
            <a:ext cx="676275" cy="457200"/>
          </a:xfrm>
          <a:prstGeom prst="rect">
            <a:avLst/>
          </a:prstGeom>
        </p:spPr>
        <p:txBody>
          <a:bodyPr/>
          <a:lstStyle/>
          <a:p>
            <a:fld id="{F6022FC0-B849-462A-9CF3-0322E460E740}" type="slidenum">
              <a:rPr lang="en-US" altLang="en-US"/>
              <a:pPr/>
              <a:t>60</a:t>
            </a:fld>
            <a:endParaRPr lang="en-US" altLang="en-US"/>
          </a:p>
        </p:txBody>
      </p:sp>
      <p:sp>
        <p:nvSpPr>
          <p:cNvPr id="65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Distance Vector: link cost changes</a:t>
            </a:r>
            <a:endParaRPr lang="en-US" altLang="en-US"/>
          </a:p>
        </p:txBody>
      </p:sp>
      <p:sp>
        <p:nvSpPr>
          <p:cNvPr id="655363" name="Rectangle 3"/>
          <p:cNvSpPr>
            <a:spLocks noChangeArrowheads="1"/>
          </p:cNvSpPr>
          <p:nvPr/>
        </p:nvSpPr>
        <p:spPr bwMode="auto">
          <a:xfrm>
            <a:off x="776287" y="818315"/>
            <a:ext cx="7724775" cy="5292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 cost changes: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Before the link cost changes</a:t>
            </a:r>
          </a:p>
          <a:p>
            <a:pPr lvl="1"/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= 4,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= 5</a:t>
            </a: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At time t0, y detects the link-cost </a:t>
            </a:r>
          </a:p>
          <a:p>
            <a:pPr marL="0" indent="0"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Change and re-compute its DV</a:t>
            </a:r>
          </a:p>
          <a:p>
            <a:pPr lvl="1"/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(x): 4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6  8  10, …,  9998; </a:t>
            </a:r>
          </a:p>
          <a:p>
            <a:pPr lvl="1"/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(x): 5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7  9  11, …,  9999; (causing a routing loop!)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 = min{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c(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z,y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(x), </a:t>
            </a:r>
            <a:r>
              <a:rPr lang="en-US" alt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c(</a:t>
            </a:r>
            <a:r>
              <a:rPr lang="en-US" altLang="en-US" sz="16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z,x</a:t>
            </a:r>
            <a:r>
              <a:rPr lang="en-US" alt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min {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1+9998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9999+0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9999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lvl="1"/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 = min{c(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y,x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(x), 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c(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y,z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min {10000+0, 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1+9999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10000;</a:t>
            </a:r>
          </a:p>
          <a:p>
            <a:pPr lvl="1"/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 = min{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c(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z,y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(x), </a:t>
            </a:r>
            <a:r>
              <a:rPr lang="en-US" alt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c(</a:t>
            </a:r>
            <a:r>
              <a:rPr lang="en-US" altLang="en-US" sz="16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z,x</a:t>
            </a:r>
            <a:r>
              <a:rPr lang="en-US" alt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min {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1+10000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9999+0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9999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lvl="1"/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bad news travels slow - “count to infinity” problem!</a:t>
            </a: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ZapfDingbats" pitchFamily="82" charset="2"/>
              <a:buNone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55364" name="Group 4"/>
          <p:cNvGrpSpPr>
            <a:grpSpLocks/>
          </p:cNvGrpSpPr>
          <p:nvPr/>
        </p:nvGrpSpPr>
        <p:grpSpPr bwMode="auto">
          <a:xfrm>
            <a:off x="4824412" y="817106"/>
            <a:ext cx="2184400" cy="1385888"/>
            <a:chOff x="3805" y="938"/>
            <a:chExt cx="1376" cy="873"/>
          </a:xfrm>
        </p:grpSpPr>
        <p:sp>
          <p:nvSpPr>
            <p:cNvPr id="655365" name="Freeform 5"/>
            <p:cNvSpPr>
              <a:spLocks/>
            </p:cNvSpPr>
            <p:nvPr/>
          </p:nvSpPr>
          <p:spPr bwMode="auto">
            <a:xfrm>
              <a:off x="3805" y="1002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6" name="Freeform 6"/>
            <p:cNvSpPr>
              <a:spLocks/>
            </p:cNvSpPr>
            <p:nvPr/>
          </p:nvSpPr>
          <p:spPr bwMode="auto">
            <a:xfrm>
              <a:off x="4164" y="1266"/>
              <a:ext cx="222" cy="180"/>
            </a:xfrm>
            <a:custGeom>
              <a:avLst/>
              <a:gdLst>
                <a:gd name="T0" fmla="*/ 0 w 222"/>
                <a:gd name="T1" fmla="*/ 180 h 180"/>
                <a:gd name="T2" fmla="*/ 222 w 222"/>
                <a:gd name="T3" fmla="*/ 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7" name="Oval 7"/>
            <p:cNvSpPr>
              <a:spLocks noChangeArrowheads="1"/>
            </p:cNvSpPr>
            <p:nvPr/>
          </p:nvSpPr>
          <p:spPr bwMode="auto">
            <a:xfrm>
              <a:off x="3904" y="150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8" name="Line 8"/>
            <p:cNvSpPr>
              <a:spLocks noChangeShapeType="1"/>
            </p:cNvSpPr>
            <p:nvPr/>
          </p:nvSpPr>
          <p:spPr bwMode="auto">
            <a:xfrm>
              <a:off x="3904" y="1495"/>
              <a:ext cx="1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9" name="Line 9"/>
            <p:cNvSpPr>
              <a:spLocks noChangeShapeType="1"/>
            </p:cNvSpPr>
            <p:nvPr/>
          </p:nvSpPr>
          <p:spPr bwMode="auto">
            <a:xfrm>
              <a:off x="4217" y="1495"/>
              <a:ext cx="1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70" name="Rectangle 10"/>
            <p:cNvSpPr>
              <a:spLocks noChangeArrowheads="1"/>
            </p:cNvSpPr>
            <p:nvPr/>
          </p:nvSpPr>
          <p:spPr bwMode="auto">
            <a:xfrm>
              <a:off x="3904" y="149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71" name="Oval 11"/>
            <p:cNvSpPr>
              <a:spLocks noChangeArrowheads="1"/>
            </p:cNvSpPr>
            <p:nvPr/>
          </p:nvSpPr>
          <p:spPr bwMode="auto">
            <a:xfrm>
              <a:off x="3901" y="143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72" name="Freeform 12"/>
            <p:cNvSpPr>
              <a:spLocks/>
            </p:cNvSpPr>
            <p:nvPr/>
          </p:nvSpPr>
          <p:spPr bwMode="auto">
            <a:xfrm>
              <a:off x="4569" y="1266"/>
              <a:ext cx="216" cy="189"/>
            </a:xfrm>
            <a:custGeom>
              <a:avLst/>
              <a:gdLst>
                <a:gd name="T0" fmla="*/ 0 w 216"/>
                <a:gd name="T1" fmla="*/ 0 h 189"/>
                <a:gd name="T2" fmla="*/ 216 w 216"/>
                <a:gd name="T3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73" name="Freeform 13"/>
            <p:cNvSpPr>
              <a:spLocks/>
            </p:cNvSpPr>
            <p:nvPr/>
          </p:nvSpPr>
          <p:spPr bwMode="auto">
            <a:xfrm>
              <a:off x="4221" y="1530"/>
              <a:ext cx="540" cy="3"/>
            </a:xfrm>
            <a:custGeom>
              <a:avLst/>
              <a:gdLst>
                <a:gd name="T0" fmla="*/ 540 w 540"/>
                <a:gd name="T1" fmla="*/ 3 h 3"/>
                <a:gd name="T2" fmla="*/ 0 w 540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0" h="3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655374" name="Group 14"/>
            <p:cNvGrpSpPr>
              <a:grpSpLocks/>
            </p:cNvGrpSpPr>
            <p:nvPr/>
          </p:nvGrpSpPr>
          <p:grpSpPr bwMode="auto">
            <a:xfrm>
              <a:off x="3950" y="1388"/>
              <a:ext cx="210" cy="250"/>
              <a:chOff x="2951" y="2429"/>
              <a:chExt cx="213" cy="250"/>
            </a:xfrm>
          </p:grpSpPr>
          <p:sp>
            <p:nvSpPr>
              <p:cNvPr id="655375" name="Rectangle 1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76" name="Text Box 16"/>
              <p:cNvSpPr txBox="1">
                <a:spLocks noChangeArrowheads="1"/>
              </p:cNvSpPr>
              <p:nvPr/>
            </p:nvSpPr>
            <p:spPr bwMode="auto"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x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55377" name="Group 17"/>
            <p:cNvGrpSpPr>
              <a:grpSpLocks/>
            </p:cNvGrpSpPr>
            <p:nvPr/>
          </p:nvGrpSpPr>
          <p:grpSpPr bwMode="auto">
            <a:xfrm>
              <a:off x="4746" y="1400"/>
              <a:ext cx="316" cy="250"/>
              <a:chOff x="1740" y="2306"/>
              <a:chExt cx="316" cy="250"/>
            </a:xfrm>
          </p:grpSpPr>
          <p:sp>
            <p:nvSpPr>
              <p:cNvPr id="655378" name="Oval 18"/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79" name="Line 19"/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80" name="Line 20"/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81" name="Rectangle 21"/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5382" name="Oval 22"/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655383" name="Group 23"/>
              <p:cNvGrpSpPr>
                <a:grpSpLocks/>
              </p:cNvGrpSpPr>
              <p:nvPr/>
            </p:nvGrpSpPr>
            <p:grpSpPr bwMode="auto"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655384" name="Rectangle 24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55385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z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655386" name="Text Box 26"/>
            <p:cNvSpPr txBox="1">
              <a:spLocks noChangeArrowheads="1"/>
            </p:cNvSpPr>
            <p:nvPr/>
          </p:nvSpPr>
          <p:spPr bwMode="auto">
            <a:xfrm>
              <a:off x="4649" y="1190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87" name="Text Box 27"/>
            <p:cNvSpPr txBox="1">
              <a:spLocks noChangeArrowheads="1"/>
            </p:cNvSpPr>
            <p:nvPr/>
          </p:nvSpPr>
          <p:spPr bwMode="auto">
            <a:xfrm>
              <a:off x="4110" y="1187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4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88" name="Text Box 28"/>
            <p:cNvSpPr txBox="1">
              <a:spLocks noChangeArrowheads="1"/>
            </p:cNvSpPr>
            <p:nvPr/>
          </p:nvSpPr>
          <p:spPr bwMode="auto">
            <a:xfrm>
              <a:off x="4258" y="1520"/>
              <a:ext cx="48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dirty="0"/>
                <a:t>9,999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655389" name="Group 29"/>
            <p:cNvGrpSpPr>
              <a:grpSpLocks/>
            </p:cNvGrpSpPr>
            <p:nvPr/>
          </p:nvGrpSpPr>
          <p:grpSpPr bwMode="auto">
            <a:xfrm>
              <a:off x="4326" y="1076"/>
              <a:ext cx="316" cy="250"/>
              <a:chOff x="1740" y="2306"/>
              <a:chExt cx="316" cy="250"/>
            </a:xfrm>
          </p:grpSpPr>
          <p:sp>
            <p:nvSpPr>
              <p:cNvPr id="655390" name="Oval 30"/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91" name="Line 31"/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92" name="Line 32"/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93" name="Rectangle 33"/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5394" name="Oval 34"/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655395" name="Group 35"/>
              <p:cNvGrpSpPr>
                <a:grpSpLocks/>
              </p:cNvGrpSpPr>
              <p:nvPr/>
            </p:nvGrpSpPr>
            <p:grpSpPr bwMode="auto"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655396" name="Rectangle 36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55397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y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655398" name="Text Box 38"/>
            <p:cNvSpPr txBox="1">
              <a:spLocks noChangeArrowheads="1"/>
            </p:cNvSpPr>
            <p:nvPr/>
          </p:nvSpPr>
          <p:spPr bwMode="auto">
            <a:xfrm>
              <a:off x="3830" y="938"/>
              <a:ext cx="56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dirty="0">
                  <a:solidFill>
                    <a:srgbClr val="FF0000"/>
                  </a:solidFill>
                </a:rPr>
                <a:t>10,000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655399" name="Line 39"/>
            <p:cNvSpPr>
              <a:spLocks noChangeShapeType="1"/>
            </p:cNvSpPr>
            <p:nvPr/>
          </p:nvSpPr>
          <p:spPr bwMode="auto">
            <a:xfrm flipH="1" flipV="1">
              <a:off x="4128" y="1134"/>
              <a:ext cx="132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</p:grpSp>
      <p:sp>
        <p:nvSpPr>
          <p:cNvPr id="5" name="Wave 4"/>
          <p:cNvSpPr/>
          <p:nvPr/>
        </p:nvSpPr>
        <p:spPr>
          <a:xfrm>
            <a:off x="1447800" y="4307537"/>
            <a:ext cx="6248400" cy="2057400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Neighbours exchange distance vectors only! </a:t>
            </a:r>
          </a:p>
          <a:p>
            <a:pPr algn="ctr"/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Distance vectors provide limited information!</a:t>
            </a:r>
          </a:p>
          <a:p>
            <a:pPr algn="ctr"/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 tells y: “I have a path to x with a cost of 7.” </a:t>
            </a:r>
          </a:p>
          <a:p>
            <a:pPr algn="ctr"/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It does NOT tell y that this path goes through y!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267607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162925" y="6400800"/>
            <a:ext cx="676275" cy="457200"/>
          </a:xfrm>
          <a:prstGeom prst="rect">
            <a:avLst/>
          </a:prstGeom>
        </p:spPr>
        <p:txBody>
          <a:bodyPr/>
          <a:lstStyle/>
          <a:p>
            <a:fld id="{F6022FC0-B849-462A-9CF3-0322E460E740}" type="slidenum">
              <a:rPr lang="en-US" altLang="en-US"/>
              <a:pPr/>
              <a:t>61</a:t>
            </a:fld>
            <a:endParaRPr lang="en-US" altLang="en-US"/>
          </a:p>
        </p:txBody>
      </p:sp>
      <p:sp>
        <p:nvSpPr>
          <p:cNvPr id="65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Distance Vector: link cost changes</a:t>
            </a:r>
            <a:endParaRPr lang="en-US" altLang="en-US"/>
          </a:p>
        </p:txBody>
      </p:sp>
      <p:sp>
        <p:nvSpPr>
          <p:cNvPr id="655363" name="Rectangle 3"/>
          <p:cNvSpPr>
            <a:spLocks noChangeArrowheads="1"/>
          </p:cNvSpPr>
          <p:nvPr/>
        </p:nvSpPr>
        <p:spPr bwMode="auto">
          <a:xfrm>
            <a:off x="776287" y="818315"/>
            <a:ext cx="7724775" cy="5292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 cost changes: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Before the link cost changes</a:t>
            </a:r>
          </a:p>
          <a:p>
            <a:pPr lvl="1"/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= 4,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= 5 (y, z’s 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DV entries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At time t0, y detects the link-cost </a:t>
            </a:r>
          </a:p>
          <a:p>
            <a:pPr marL="0" indent="0"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change and re-compute its DV</a:t>
            </a:r>
          </a:p>
          <a:p>
            <a:pPr lvl="1"/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 = min{c(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y,x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(x), 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c(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y,z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min {60+0, 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1+5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6;</a:t>
            </a:r>
          </a:p>
          <a:p>
            <a:pPr lvl="1"/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The assumption is that y stores its own DV and its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neighbours’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(and its link costs to its 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neighbours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  <a:p>
            <a:pPr lvl="1"/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ZapfDingbats" pitchFamily="82" charset="2"/>
              <a:buNone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55364" name="Group 4"/>
          <p:cNvGrpSpPr>
            <a:grpSpLocks/>
          </p:cNvGrpSpPr>
          <p:nvPr/>
        </p:nvGrpSpPr>
        <p:grpSpPr bwMode="auto">
          <a:xfrm>
            <a:off x="4824412" y="817105"/>
            <a:ext cx="2184400" cy="1314450"/>
            <a:chOff x="3805" y="938"/>
            <a:chExt cx="1376" cy="828"/>
          </a:xfrm>
        </p:grpSpPr>
        <p:sp>
          <p:nvSpPr>
            <p:cNvPr id="655365" name="Freeform 5"/>
            <p:cNvSpPr>
              <a:spLocks/>
            </p:cNvSpPr>
            <p:nvPr/>
          </p:nvSpPr>
          <p:spPr bwMode="auto">
            <a:xfrm>
              <a:off x="3805" y="1002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6" name="Freeform 6"/>
            <p:cNvSpPr>
              <a:spLocks/>
            </p:cNvSpPr>
            <p:nvPr/>
          </p:nvSpPr>
          <p:spPr bwMode="auto">
            <a:xfrm>
              <a:off x="4164" y="1266"/>
              <a:ext cx="222" cy="180"/>
            </a:xfrm>
            <a:custGeom>
              <a:avLst/>
              <a:gdLst>
                <a:gd name="T0" fmla="*/ 0 w 222"/>
                <a:gd name="T1" fmla="*/ 180 h 180"/>
                <a:gd name="T2" fmla="*/ 222 w 222"/>
                <a:gd name="T3" fmla="*/ 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7" name="Oval 7"/>
            <p:cNvSpPr>
              <a:spLocks noChangeArrowheads="1"/>
            </p:cNvSpPr>
            <p:nvPr/>
          </p:nvSpPr>
          <p:spPr bwMode="auto">
            <a:xfrm>
              <a:off x="3904" y="150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8" name="Line 8"/>
            <p:cNvSpPr>
              <a:spLocks noChangeShapeType="1"/>
            </p:cNvSpPr>
            <p:nvPr/>
          </p:nvSpPr>
          <p:spPr bwMode="auto">
            <a:xfrm>
              <a:off x="3904" y="1495"/>
              <a:ext cx="1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9" name="Line 9"/>
            <p:cNvSpPr>
              <a:spLocks noChangeShapeType="1"/>
            </p:cNvSpPr>
            <p:nvPr/>
          </p:nvSpPr>
          <p:spPr bwMode="auto">
            <a:xfrm>
              <a:off x="4217" y="1495"/>
              <a:ext cx="1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70" name="Rectangle 10"/>
            <p:cNvSpPr>
              <a:spLocks noChangeArrowheads="1"/>
            </p:cNvSpPr>
            <p:nvPr/>
          </p:nvSpPr>
          <p:spPr bwMode="auto">
            <a:xfrm>
              <a:off x="3904" y="149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71" name="Oval 11"/>
            <p:cNvSpPr>
              <a:spLocks noChangeArrowheads="1"/>
            </p:cNvSpPr>
            <p:nvPr/>
          </p:nvSpPr>
          <p:spPr bwMode="auto">
            <a:xfrm>
              <a:off x="3901" y="143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72" name="Freeform 12"/>
            <p:cNvSpPr>
              <a:spLocks/>
            </p:cNvSpPr>
            <p:nvPr/>
          </p:nvSpPr>
          <p:spPr bwMode="auto">
            <a:xfrm>
              <a:off x="4569" y="1266"/>
              <a:ext cx="216" cy="189"/>
            </a:xfrm>
            <a:custGeom>
              <a:avLst/>
              <a:gdLst>
                <a:gd name="T0" fmla="*/ 0 w 216"/>
                <a:gd name="T1" fmla="*/ 0 h 189"/>
                <a:gd name="T2" fmla="*/ 216 w 216"/>
                <a:gd name="T3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73" name="Freeform 13"/>
            <p:cNvSpPr>
              <a:spLocks/>
            </p:cNvSpPr>
            <p:nvPr/>
          </p:nvSpPr>
          <p:spPr bwMode="auto">
            <a:xfrm>
              <a:off x="4221" y="1530"/>
              <a:ext cx="540" cy="3"/>
            </a:xfrm>
            <a:custGeom>
              <a:avLst/>
              <a:gdLst>
                <a:gd name="T0" fmla="*/ 540 w 540"/>
                <a:gd name="T1" fmla="*/ 3 h 3"/>
                <a:gd name="T2" fmla="*/ 0 w 540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0" h="3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655374" name="Group 14"/>
            <p:cNvGrpSpPr>
              <a:grpSpLocks/>
            </p:cNvGrpSpPr>
            <p:nvPr/>
          </p:nvGrpSpPr>
          <p:grpSpPr bwMode="auto">
            <a:xfrm>
              <a:off x="3950" y="1388"/>
              <a:ext cx="210" cy="250"/>
              <a:chOff x="2951" y="2429"/>
              <a:chExt cx="213" cy="250"/>
            </a:xfrm>
          </p:grpSpPr>
          <p:sp>
            <p:nvSpPr>
              <p:cNvPr id="655375" name="Rectangle 1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76" name="Text Box 16"/>
              <p:cNvSpPr txBox="1">
                <a:spLocks noChangeArrowheads="1"/>
              </p:cNvSpPr>
              <p:nvPr/>
            </p:nvSpPr>
            <p:spPr bwMode="auto"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x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55377" name="Group 17"/>
            <p:cNvGrpSpPr>
              <a:grpSpLocks/>
            </p:cNvGrpSpPr>
            <p:nvPr/>
          </p:nvGrpSpPr>
          <p:grpSpPr bwMode="auto">
            <a:xfrm>
              <a:off x="4746" y="1400"/>
              <a:ext cx="316" cy="250"/>
              <a:chOff x="1740" y="2306"/>
              <a:chExt cx="316" cy="250"/>
            </a:xfrm>
          </p:grpSpPr>
          <p:sp>
            <p:nvSpPr>
              <p:cNvPr id="655378" name="Oval 18"/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79" name="Line 19"/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80" name="Line 20"/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81" name="Rectangle 21"/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5382" name="Oval 22"/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655383" name="Group 23"/>
              <p:cNvGrpSpPr>
                <a:grpSpLocks/>
              </p:cNvGrpSpPr>
              <p:nvPr/>
            </p:nvGrpSpPr>
            <p:grpSpPr bwMode="auto"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655384" name="Rectangle 24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55385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z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655386" name="Text Box 26"/>
            <p:cNvSpPr txBox="1">
              <a:spLocks noChangeArrowheads="1"/>
            </p:cNvSpPr>
            <p:nvPr/>
          </p:nvSpPr>
          <p:spPr bwMode="auto">
            <a:xfrm>
              <a:off x="4649" y="1190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87" name="Text Box 27"/>
            <p:cNvSpPr txBox="1">
              <a:spLocks noChangeArrowheads="1"/>
            </p:cNvSpPr>
            <p:nvPr/>
          </p:nvSpPr>
          <p:spPr bwMode="auto">
            <a:xfrm>
              <a:off x="4110" y="1187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4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88" name="Text Box 28"/>
            <p:cNvSpPr txBox="1">
              <a:spLocks noChangeArrowheads="1"/>
            </p:cNvSpPr>
            <p:nvPr/>
          </p:nvSpPr>
          <p:spPr bwMode="auto">
            <a:xfrm>
              <a:off x="4351" y="1520"/>
              <a:ext cx="2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50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655389" name="Group 29"/>
            <p:cNvGrpSpPr>
              <a:grpSpLocks/>
            </p:cNvGrpSpPr>
            <p:nvPr/>
          </p:nvGrpSpPr>
          <p:grpSpPr bwMode="auto">
            <a:xfrm>
              <a:off x="4326" y="1076"/>
              <a:ext cx="316" cy="250"/>
              <a:chOff x="1740" y="2306"/>
              <a:chExt cx="316" cy="250"/>
            </a:xfrm>
          </p:grpSpPr>
          <p:sp>
            <p:nvSpPr>
              <p:cNvPr id="655390" name="Oval 30"/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91" name="Line 31"/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92" name="Line 32"/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93" name="Rectangle 33"/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5394" name="Oval 34"/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655395" name="Group 35"/>
              <p:cNvGrpSpPr>
                <a:grpSpLocks/>
              </p:cNvGrpSpPr>
              <p:nvPr/>
            </p:nvGrpSpPr>
            <p:grpSpPr bwMode="auto"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655396" name="Rectangle 36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55397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y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655398" name="Text Box 38"/>
            <p:cNvSpPr txBox="1">
              <a:spLocks noChangeArrowheads="1"/>
            </p:cNvSpPr>
            <p:nvPr/>
          </p:nvSpPr>
          <p:spPr bwMode="auto">
            <a:xfrm>
              <a:off x="3964" y="938"/>
              <a:ext cx="2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>
                  <a:solidFill>
                    <a:srgbClr val="FF0000"/>
                  </a:solidFill>
                </a:rPr>
                <a:t>60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99" name="Line 39"/>
            <p:cNvSpPr>
              <a:spLocks noChangeShapeType="1"/>
            </p:cNvSpPr>
            <p:nvPr/>
          </p:nvSpPr>
          <p:spPr bwMode="auto">
            <a:xfrm flipH="1" flipV="1">
              <a:off x="4128" y="1134"/>
              <a:ext cx="132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</p:grp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04395" y="352313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03165968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78146592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00700024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237323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NZ" i="1" baseline="0" dirty="0">
                          <a:solidFill>
                            <a:schemeClr val="tx1"/>
                          </a:solidFill>
                        </a:rPr>
                        <a:t>y’s DV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157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952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353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5 (via y)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95285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618621" y="3890025"/>
            <a:ext cx="1447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6 (via z)</a:t>
            </a:r>
            <a:endParaRPr lang="en-NZ" dirty="0"/>
          </a:p>
        </p:txBody>
      </p:sp>
      <p:graphicFrame>
        <p:nvGraphicFramePr>
          <p:cNvPr id="83" name="Table 82"/>
          <p:cNvGraphicFramePr>
            <a:graphicFrameLocks noGrp="1"/>
          </p:cNvGraphicFramePr>
          <p:nvPr/>
        </p:nvGraphicFramePr>
        <p:xfrm>
          <a:off x="4452395" y="5441367"/>
          <a:ext cx="300722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626">
                  <a:extLst>
                    <a:ext uri="{9D8B030D-6E8A-4147-A177-3AD203B41FA5}">
                      <a16:colId xmlns:a16="http://schemas.microsoft.com/office/drawing/2014/main" val="383540009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242772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Dest</a:t>
                      </a:r>
                      <a:r>
                        <a:rPr lang="en-US" dirty="0"/>
                        <a:t>.</a:t>
                      </a:r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Next-hop</a:t>
                      </a:r>
                      <a:endParaRPr lang="en-N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969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Z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112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Z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0717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0637" y="5461959"/>
          <a:ext cx="300722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626">
                  <a:extLst>
                    <a:ext uri="{9D8B030D-6E8A-4147-A177-3AD203B41FA5}">
                      <a16:colId xmlns:a16="http://schemas.microsoft.com/office/drawing/2014/main" val="383540009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2427722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Dest</a:t>
                      </a:r>
                      <a:r>
                        <a:rPr lang="en-US" dirty="0"/>
                        <a:t>.</a:t>
                      </a:r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Next-hop</a:t>
                      </a:r>
                      <a:endParaRPr lang="en-N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969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Z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112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Z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07173"/>
                  </a:ext>
                </a:extLst>
              </a:tr>
            </a:tbl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1215437" y="5045444"/>
            <a:ext cx="5446485" cy="440578"/>
            <a:chOff x="1215437" y="5045444"/>
            <a:chExt cx="5446485" cy="440578"/>
          </a:xfrm>
        </p:grpSpPr>
        <p:sp>
          <p:nvSpPr>
            <p:cNvPr id="84" name="TextBox 83"/>
            <p:cNvSpPr txBox="1"/>
            <p:nvPr/>
          </p:nvSpPr>
          <p:spPr>
            <a:xfrm>
              <a:off x="4493700" y="5045444"/>
              <a:ext cx="21682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z’s forwarding table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15437" y="5116690"/>
              <a:ext cx="21682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y’s forwarding table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910637" y="5867400"/>
            <a:ext cx="6548984" cy="30480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11" name="Group 10"/>
          <p:cNvGrpSpPr/>
          <p:nvPr/>
        </p:nvGrpSpPr>
        <p:grpSpPr>
          <a:xfrm>
            <a:off x="1177903" y="3733800"/>
            <a:ext cx="7813697" cy="1243835"/>
            <a:chOff x="1177903" y="3733800"/>
            <a:chExt cx="7813697" cy="1243835"/>
          </a:xfrm>
        </p:grpSpPr>
        <p:sp>
          <p:nvSpPr>
            <p:cNvPr id="87" name="Rectangle 86"/>
            <p:cNvSpPr/>
            <p:nvPr/>
          </p:nvSpPr>
          <p:spPr>
            <a:xfrm>
              <a:off x="1177903" y="4672835"/>
              <a:ext cx="6548984" cy="3048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0" name="Oval Callout 9"/>
            <p:cNvSpPr/>
            <p:nvPr/>
          </p:nvSpPr>
          <p:spPr>
            <a:xfrm>
              <a:off x="8001000" y="3733800"/>
              <a:ext cx="990600" cy="525557"/>
            </a:xfrm>
            <a:prstGeom prst="wedgeEllipseCallout">
              <a:avLst>
                <a:gd name="adj1" fmla="val -75845"/>
                <a:gd name="adj2" fmla="val 12752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False</a:t>
              </a:r>
              <a:endParaRPr lang="en-NZ" dirty="0"/>
            </a:p>
          </p:txBody>
        </p:sp>
      </p:grpSp>
    </p:spTree>
    <p:extLst>
      <p:ext uri="{BB962C8B-B14F-4D97-AF65-F5344CB8AC3E}">
        <p14:creationId xmlns:p14="http://schemas.microsoft.com/office/powerpoint/2010/main" val="234421562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162925" y="6400800"/>
            <a:ext cx="676275" cy="457200"/>
          </a:xfrm>
          <a:prstGeom prst="rect">
            <a:avLst/>
          </a:prstGeom>
        </p:spPr>
        <p:txBody>
          <a:bodyPr/>
          <a:lstStyle/>
          <a:p>
            <a:fld id="{F6022FC0-B849-462A-9CF3-0322E460E740}" type="slidenum">
              <a:rPr lang="en-US" altLang="en-US"/>
              <a:pPr/>
              <a:t>62</a:t>
            </a:fld>
            <a:endParaRPr lang="en-US" altLang="en-US"/>
          </a:p>
        </p:txBody>
      </p:sp>
      <p:sp>
        <p:nvSpPr>
          <p:cNvPr id="65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Distance Vector: link cost changes</a:t>
            </a:r>
            <a:endParaRPr lang="en-US" altLang="en-US"/>
          </a:p>
        </p:txBody>
      </p:sp>
      <p:sp>
        <p:nvSpPr>
          <p:cNvPr id="655363" name="Rectangle 3"/>
          <p:cNvSpPr>
            <a:spLocks noChangeArrowheads="1"/>
          </p:cNvSpPr>
          <p:nvPr/>
        </p:nvSpPr>
        <p:spPr bwMode="auto">
          <a:xfrm>
            <a:off x="161911" y="977901"/>
            <a:ext cx="5439640" cy="145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Poisoned reverse (aka “split horizon with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poisoned reverse”):</a:t>
            </a: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If z routes through y to get to x :</a:t>
            </a:r>
          </a:p>
          <a:p>
            <a:pPr lvl="1"/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z tells y its (z’s) distance to x is infinite (so y won’t route to x via z)</a:t>
            </a: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ZapfDingbats" pitchFamily="82" charset="2"/>
              <a:buNone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55364" name="Group 4"/>
          <p:cNvGrpSpPr>
            <a:grpSpLocks/>
          </p:cNvGrpSpPr>
          <p:nvPr/>
        </p:nvGrpSpPr>
        <p:grpSpPr bwMode="auto">
          <a:xfrm>
            <a:off x="5408614" y="1046957"/>
            <a:ext cx="2184400" cy="1314450"/>
            <a:chOff x="3805" y="938"/>
            <a:chExt cx="1376" cy="828"/>
          </a:xfrm>
        </p:grpSpPr>
        <p:sp>
          <p:nvSpPr>
            <p:cNvPr id="655365" name="Freeform 5"/>
            <p:cNvSpPr>
              <a:spLocks/>
            </p:cNvSpPr>
            <p:nvPr/>
          </p:nvSpPr>
          <p:spPr bwMode="auto">
            <a:xfrm>
              <a:off x="3805" y="1002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6" name="Freeform 6"/>
            <p:cNvSpPr>
              <a:spLocks/>
            </p:cNvSpPr>
            <p:nvPr/>
          </p:nvSpPr>
          <p:spPr bwMode="auto">
            <a:xfrm>
              <a:off x="4164" y="1266"/>
              <a:ext cx="222" cy="180"/>
            </a:xfrm>
            <a:custGeom>
              <a:avLst/>
              <a:gdLst>
                <a:gd name="T0" fmla="*/ 0 w 222"/>
                <a:gd name="T1" fmla="*/ 180 h 180"/>
                <a:gd name="T2" fmla="*/ 222 w 222"/>
                <a:gd name="T3" fmla="*/ 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7" name="Oval 7"/>
            <p:cNvSpPr>
              <a:spLocks noChangeArrowheads="1"/>
            </p:cNvSpPr>
            <p:nvPr/>
          </p:nvSpPr>
          <p:spPr bwMode="auto">
            <a:xfrm>
              <a:off x="3904" y="150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8" name="Line 8"/>
            <p:cNvSpPr>
              <a:spLocks noChangeShapeType="1"/>
            </p:cNvSpPr>
            <p:nvPr/>
          </p:nvSpPr>
          <p:spPr bwMode="auto">
            <a:xfrm>
              <a:off x="3904" y="1495"/>
              <a:ext cx="1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9" name="Line 9"/>
            <p:cNvSpPr>
              <a:spLocks noChangeShapeType="1"/>
            </p:cNvSpPr>
            <p:nvPr/>
          </p:nvSpPr>
          <p:spPr bwMode="auto">
            <a:xfrm>
              <a:off x="4217" y="1495"/>
              <a:ext cx="1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70" name="Rectangle 10"/>
            <p:cNvSpPr>
              <a:spLocks noChangeArrowheads="1"/>
            </p:cNvSpPr>
            <p:nvPr/>
          </p:nvSpPr>
          <p:spPr bwMode="auto">
            <a:xfrm>
              <a:off x="3904" y="149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71" name="Oval 11"/>
            <p:cNvSpPr>
              <a:spLocks noChangeArrowheads="1"/>
            </p:cNvSpPr>
            <p:nvPr/>
          </p:nvSpPr>
          <p:spPr bwMode="auto">
            <a:xfrm>
              <a:off x="3901" y="143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72" name="Freeform 12"/>
            <p:cNvSpPr>
              <a:spLocks/>
            </p:cNvSpPr>
            <p:nvPr/>
          </p:nvSpPr>
          <p:spPr bwMode="auto">
            <a:xfrm>
              <a:off x="4569" y="1266"/>
              <a:ext cx="216" cy="189"/>
            </a:xfrm>
            <a:custGeom>
              <a:avLst/>
              <a:gdLst>
                <a:gd name="T0" fmla="*/ 0 w 216"/>
                <a:gd name="T1" fmla="*/ 0 h 189"/>
                <a:gd name="T2" fmla="*/ 216 w 216"/>
                <a:gd name="T3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73" name="Freeform 13"/>
            <p:cNvSpPr>
              <a:spLocks/>
            </p:cNvSpPr>
            <p:nvPr/>
          </p:nvSpPr>
          <p:spPr bwMode="auto">
            <a:xfrm>
              <a:off x="4221" y="1530"/>
              <a:ext cx="540" cy="3"/>
            </a:xfrm>
            <a:custGeom>
              <a:avLst/>
              <a:gdLst>
                <a:gd name="T0" fmla="*/ 540 w 540"/>
                <a:gd name="T1" fmla="*/ 3 h 3"/>
                <a:gd name="T2" fmla="*/ 0 w 540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0" h="3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655374" name="Group 14"/>
            <p:cNvGrpSpPr>
              <a:grpSpLocks/>
            </p:cNvGrpSpPr>
            <p:nvPr/>
          </p:nvGrpSpPr>
          <p:grpSpPr bwMode="auto">
            <a:xfrm>
              <a:off x="3950" y="1388"/>
              <a:ext cx="210" cy="250"/>
              <a:chOff x="2951" y="2429"/>
              <a:chExt cx="213" cy="250"/>
            </a:xfrm>
          </p:grpSpPr>
          <p:sp>
            <p:nvSpPr>
              <p:cNvPr id="655375" name="Rectangle 1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76" name="Text Box 16"/>
              <p:cNvSpPr txBox="1">
                <a:spLocks noChangeArrowheads="1"/>
              </p:cNvSpPr>
              <p:nvPr/>
            </p:nvSpPr>
            <p:spPr bwMode="auto"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x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55377" name="Group 17"/>
            <p:cNvGrpSpPr>
              <a:grpSpLocks/>
            </p:cNvGrpSpPr>
            <p:nvPr/>
          </p:nvGrpSpPr>
          <p:grpSpPr bwMode="auto">
            <a:xfrm>
              <a:off x="4746" y="1400"/>
              <a:ext cx="316" cy="250"/>
              <a:chOff x="1740" y="2306"/>
              <a:chExt cx="316" cy="250"/>
            </a:xfrm>
          </p:grpSpPr>
          <p:sp>
            <p:nvSpPr>
              <p:cNvPr id="655378" name="Oval 18"/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79" name="Line 19"/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80" name="Line 20"/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81" name="Rectangle 21"/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5382" name="Oval 22"/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655383" name="Group 23"/>
              <p:cNvGrpSpPr>
                <a:grpSpLocks/>
              </p:cNvGrpSpPr>
              <p:nvPr/>
            </p:nvGrpSpPr>
            <p:grpSpPr bwMode="auto"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655384" name="Rectangle 24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55385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z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655386" name="Text Box 26"/>
            <p:cNvSpPr txBox="1">
              <a:spLocks noChangeArrowheads="1"/>
            </p:cNvSpPr>
            <p:nvPr/>
          </p:nvSpPr>
          <p:spPr bwMode="auto">
            <a:xfrm>
              <a:off x="4649" y="1190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87" name="Text Box 27"/>
            <p:cNvSpPr txBox="1">
              <a:spLocks noChangeArrowheads="1"/>
            </p:cNvSpPr>
            <p:nvPr/>
          </p:nvSpPr>
          <p:spPr bwMode="auto">
            <a:xfrm>
              <a:off x="4110" y="1187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4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88" name="Text Box 28"/>
            <p:cNvSpPr txBox="1">
              <a:spLocks noChangeArrowheads="1"/>
            </p:cNvSpPr>
            <p:nvPr/>
          </p:nvSpPr>
          <p:spPr bwMode="auto">
            <a:xfrm>
              <a:off x="4351" y="1520"/>
              <a:ext cx="2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50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655389" name="Group 29"/>
            <p:cNvGrpSpPr>
              <a:grpSpLocks/>
            </p:cNvGrpSpPr>
            <p:nvPr/>
          </p:nvGrpSpPr>
          <p:grpSpPr bwMode="auto">
            <a:xfrm>
              <a:off x="4326" y="1076"/>
              <a:ext cx="316" cy="250"/>
              <a:chOff x="1740" y="2306"/>
              <a:chExt cx="316" cy="250"/>
            </a:xfrm>
          </p:grpSpPr>
          <p:sp>
            <p:nvSpPr>
              <p:cNvPr id="655390" name="Oval 30"/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91" name="Line 31"/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92" name="Line 32"/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93" name="Rectangle 33"/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5394" name="Oval 34"/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655395" name="Group 35"/>
              <p:cNvGrpSpPr>
                <a:grpSpLocks/>
              </p:cNvGrpSpPr>
              <p:nvPr/>
            </p:nvGrpSpPr>
            <p:grpSpPr bwMode="auto"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655396" name="Rectangle 36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55397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y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655398" name="Text Box 38"/>
            <p:cNvSpPr txBox="1">
              <a:spLocks noChangeArrowheads="1"/>
            </p:cNvSpPr>
            <p:nvPr/>
          </p:nvSpPr>
          <p:spPr bwMode="auto">
            <a:xfrm>
              <a:off x="3964" y="938"/>
              <a:ext cx="2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>
                  <a:solidFill>
                    <a:srgbClr val="FF0000"/>
                  </a:solidFill>
                </a:rPr>
                <a:t>60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99" name="Line 39"/>
            <p:cNvSpPr>
              <a:spLocks noChangeShapeType="1"/>
            </p:cNvSpPr>
            <p:nvPr/>
          </p:nvSpPr>
          <p:spPr bwMode="auto">
            <a:xfrm flipH="1" flipV="1">
              <a:off x="4128" y="1134"/>
              <a:ext cx="132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</p:grpSp>
      <p:sp>
        <p:nvSpPr>
          <p:cNvPr id="42" name="Rectangle 3"/>
          <p:cNvSpPr>
            <a:spLocks noChangeArrowheads="1"/>
          </p:cNvSpPr>
          <p:nvPr/>
        </p:nvSpPr>
        <p:spPr bwMode="auto">
          <a:xfrm>
            <a:off x="161911" y="2804738"/>
            <a:ext cx="7724775" cy="2878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Before the link cost changes</a:t>
            </a:r>
          </a:p>
          <a:p>
            <a:pPr lvl="1"/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= 4,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= 5, but z will lie to y saying “</a:t>
            </a:r>
            <a:r>
              <a:rPr lang="en-US" altLang="en-US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="1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b="1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en-US" sz="16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∞</a:t>
            </a:r>
            <a:r>
              <a:rPr lang="en-US" alt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”  (poisoned reverse)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ZapfDingbats" pitchFamily="82" charset="2"/>
              <a:buNone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174203"/>
              </p:ext>
            </p:extLst>
          </p:nvPr>
        </p:nvGraphicFramePr>
        <p:xfrm>
          <a:off x="1339435" y="3699565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03165968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78146592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00700024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237323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NZ" i="1" baseline="0" dirty="0">
                          <a:solidFill>
                            <a:schemeClr val="tx1"/>
                          </a:solidFill>
                        </a:rPr>
                        <a:t>y’s DV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157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952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 b="1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353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 b="1" i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952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6354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162925" y="6400800"/>
            <a:ext cx="676275" cy="457200"/>
          </a:xfrm>
          <a:prstGeom prst="rect">
            <a:avLst/>
          </a:prstGeom>
        </p:spPr>
        <p:txBody>
          <a:bodyPr/>
          <a:lstStyle/>
          <a:p>
            <a:fld id="{F6022FC0-B849-462A-9CF3-0322E460E740}" type="slidenum">
              <a:rPr lang="en-US" altLang="en-US"/>
              <a:pPr/>
              <a:t>63</a:t>
            </a:fld>
            <a:endParaRPr lang="en-US" altLang="en-US"/>
          </a:p>
        </p:txBody>
      </p:sp>
      <p:sp>
        <p:nvSpPr>
          <p:cNvPr id="65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Distance Vector: link cost changes</a:t>
            </a:r>
            <a:endParaRPr lang="en-US" altLang="en-US"/>
          </a:p>
        </p:txBody>
      </p:sp>
      <p:sp>
        <p:nvSpPr>
          <p:cNvPr id="655363" name="Rectangle 3"/>
          <p:cNvSpPr>
            <a:spLocks noChangeArrowheads="1"/>
          </p:cNvSpPr>
          <p:nvPr/>
        </p:nvSpPr>
        <p:spPr bwMode="auto">
          <a:xfrm>
            <a:off x="161911" y="977901"/>
            <a:ext cx="5246703" cy="145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Poisoned reverse: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If z routes through y to get to x :</a:t>
            </a:r>
          </a:p>
          <a:p>
            <a:pPr lvl="1"/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z tells y its (z’s) distance to x is infinite (so y won’t route to x via z)</a:t>
            </a: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ZapfDingbats" pitchFamily="82" charset="2"/>
              <a:buNone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55364" name="Group 4"/>
          <p:cNvGrpSpPr>
            <a:grpSpLocks/>
          </p:cNvGrpSpPr>
          <p:nvPr/>
        </p:nvGrpSpPr>
        <p:grpSpPr bwMode="auto">
          <a:xfrm>
            <a:off x="5408614" y="1046957"/>
            <a:ext cx="2184400" cy="1314450"/>
            <a:chOff x="3805" y="938"/>
            <a:chExt cx="1376" cy="828"/>
          </a:xfrm>
        </p:grpSpPr>
        <p:sp>
          <p:nvSpPr>
            <p:cNvPr id="655365" name="Freeform 5"/>
            <p:cNvSpPr>
              <a:spLocks/>
            </p:cNvSpPr>
            <p:nvPr/>
          </p:nvSpPr>
          <p:spPr bwMode="auto">
            <a:xfrm>
              <a:off x="3805" y="1002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6" name="Freeform 6"/>
            <p:cNvSpPr>
              <a:spLocks/>
            </p:cNvSpPr>
            <p:nvPr/>
          </p:nvSpPr>
          <p:spPr bwMode="auto">
            <a:xfrm>
              <a:off x="4164" y="1266"/>
              <a:ext cx="222" cy="180"/>
            </a:xfrm>
            <a:custGeom>
              <a:avLst/>
              <a:gdLst>
                <a:gd name="T0" fmla="*/ 0 w 222"/>
                <a:gd name="T1" fmla="*/ 180 h 180"/>
                <a:gd name="T2" fmla="*/ 222 w 222"/>
                <a:gd name="T3" fmla="*/ 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7" name="Oval 7"/>
            <p:cNvSpPr>
              <a:spLocks noChangeArrowheads="1"/>
            </p:cNvSpPr>
            <p:nvPr/>
          </p:nvSpPr>
          <p:spPr bwMode="auto">
            <a:xfrm>
              <a:off x="3904" y="150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8" name="Line 8"/>
            <p:cNvSpPr>
              <a:spLocks noChangeShapeType="1"/>
            </p:cNvSpPr>
            <p:nvPr/>
          </p:nvSpPr>
          <p:spPr bwMode="auto">
            <a:xfrm>
              <a:off x="3904" y="1495"/>
              <a:ext cx="1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9" name="Line 9"/>
            <p:cNvSpPr>
              <a:spLocks noChangeShapeType="1"/>
            </p:cNvSpPr>
            <p:nvPr/>
          </p:nvSpPr>
          <p:spPr bwMode="auto">
            <a:xfrm>
              <a:off x="4217" y="1495"/>
              <a:ext cx="1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70" name="Rectangle 10"/>
            <p:cNvSpPr>
              <a:spLocks noChangeArrowheads="1"/>
            </p:cNvSpPr>
            <p:nvPr/>
          </p:nvSpPr>
          <p:spPr bwMode="auto">
            <a:xfrm>
              <a:off x="3904" y="149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71" name="Oval 11"/>
            <p:cNvSpPr>
              <a:spLocks noChangeArrowheads="1"/>
            </p:cNvSpPr>
            <p:nvPr/>
          </p:nvSpPr>
          <p:spPr bwMode="auto">
            <a:xfrm>
              <a:off x="3901" y="143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72" name="Freeform 12"/>
            <p:cNvSpPr>
              <a:spLocks/>
            </p:cNvSpPr>
            <p:nvPr/>
          </p:nvSpPr>
          <p:spPr bwMode="auto">
            <a:xfrm>
              <a:off x="4569" y="1266"/>
              <a:ext cx="216" cy="189"/>
            </a:xfrm>
            <a:custGeom>
              <a:avLst/>
              <a:gdLst>
                <a:gd name="T0" fmla="*/ 0 w 216"/>
                <a:gd name="T1" fmla="*/ 0 h 189"/>
                <a:gd name="T2" fmla="*/ 216 w 216"/>
                <a:gd name="T3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73" name="Freeform 13"/>
            <p:cNvSpPr>
              <a:spLocks/>
            </p:cNvSpPr>
            <p:nvPr/>
          </p:nvSpPr>
          <p:spPr bwMode="auto">
            <a:xfrm>
              <a:off x="4221" y="1530"/>
              <a:ext cx="540" cy="3"/>
            </a:xfrm>
            <a:custGeom>
              <a:avLst/>
              <a:gdLst>
                <a:gd name="T0" fmla="*/ 540 w 540"/>
                <a:gd name="T1" fmla="*/ 3 h 3"/>
                <a:gd name="T2" fmla="*/ 0 w 540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0" h="3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655374" name="Group 14"/>
            <p:cNvGrpSpPr>
              <a:grpSpLocks/>
            </p:cNvGrpSpPr>
            <p:nvPr/>
          </p:nvGrpSpPr>
          <p:grpSpPr bwMode="auto">
            <a:xfrm>
              <a:off x="3950" y="1388"/>
              <a:ext cx="210" cy="250"/>
              <a:chOff x="2951" y="2429"/>
              <a:chExt cx="213" cy="250"/>
            </a:xfrm>
          </p:grpSpPr>
          <p:sp>
            <p:nvSpPr>
              <p:cNvPr id="655375" name="Rectangle 1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76" name="Text Box 16"/>
              <p:cNvSpPr txBox="1">
                <a:spLocks noChangeArrowheads="1"/>
              </p:cNvSpPr>
              <p:nvPr/>
            </p:nvSpPr>
            <p:spPr bwMode="auto"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x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55377" name="Group 17"/>
            <p:cNvGrpSpPr>
              <a:grpSpLocks/>
            </p:cNvGrpSpPr>
            <p:nvPr/>
          </p:nvGrpSpPr>
          <p:grpSpPr bwMode="auto">
            <a:xfrm>
              <a:off x="4746" y="1400"/>
              <a:ext cx="316" cy="250"/>
              <a:chOff x="1740" y="2306"/>
              <a:chExt cx="316" cy="250"/>
            </a:xfrm>
          </p:grpSpPr>
          <p:sp>
            <p:nvSpPr>
              <p:cNvPr id="655378" name="Oval 18"/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79" name="Line 19"/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80" name="Line 20"/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81" name="Rectangle 21"/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5382" name="Oval 22"/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655383" name="Group 23"/>
              <p:cNvGrpSpPr>
                <a:grpSpLocks/>
              </p:cNvGrpSpPr>
              <p:nvPr/>
            </p:nvGrpSpPr>
            <p:grpSpPr bwMode="auto"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655384" name="Rectangle 24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55385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z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655386" name="Text Box 26"/>
            <p:cNvSpPr txBox="1">
              <a:spLocks noChangeArrowheads="1"/>
            </p:cNvSpPr>
            <p:nvPr/>
          </p:nvSpPr>
          <p:spPr bwMode="auto">
            <a:xfrm>
              <a:off x="4649" y="1190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87" name="Text Box 27"/>
            <p:cNvSpPr txBox="1">
              <a:spLocks noChangeArrowheads="1"/>
            </p:cNvSpPr>
            <p:nvPr/>
          </p:nvSpPr>
          <p:spPr bwMode="auto">
            <a:xfrm>
              <a:off x="4110" y="1187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4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88" name="Text Box 28"/>
            <p:cNvSpPr txBox="1">
              <a:spLocks noChangeArrowheads="1"/>
            </p:cNvSpPr>
            <p:nvPr/>
          </p:nvSpPr>
          <p:spPr bwMode="auto">
            <a:xfrm>
              <a:off x="4351" y="1520"/>
              <a:ext cx="2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50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655389" name="Group 29"/>
            <p:cNvGrpSpPr>
              <a:grpSpLocks/>
            </p:cNvGrpSpPr>
            <p:nvPr/>
          </p:nvGrpSpPr>
          <p:grpSpPr bwMode="auto">
            <a:xfrm>
              <a:off x="4326" y="1076"/>
              <a:ext cx="316" cy="250"/>
              <a:chOff x="1740" y="2306"/>
              <a:chExt cx="316" cy="250"/>
            </a:xfrm>
          </p:grpSpPr>
          <p:sp>
            <p:nvSpPr>
              <p:cNvPr id="655390" name="Oval 30"/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91" name="Line 31"/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92" name="Line 32"/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93" name="Rectangle 33"/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5394" name="Oval 34"/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655395" name="Group 35"/>
              <p:cNvGrpSpPr>
                <a:grpSpLocks/>
              </p:cNvGrpSpPr>
              <p:nvPr/>
            </p:nvGrpSpPr>
            <p:grpSpPr bwMode="auto"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655396" name="Rectangle 36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55397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y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655398" name="Text Box 38"/>
            <p:cNvSpPr txBox="1">
              <a:spLocks noChangeArrowheads="1"/>
            </p:cNvSpPr>
            <p:nvPr/>
          </p:nvSpPr>
          <p:spPr bwMode="auto">
            <a:xfrm>
              <a:off x="3964" y="938"/>
              <a:ext cx="2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>
                  <a:solidFill>
                    <a:srgbClr val="FF0000"/>
                  </a:solidFill>
                </a:rPr>
                <a:t>60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99" name="Line 39"/>
            <p:cNvSpPr>
              <a:spLocks noChangeShapeType="1"/>
            </p:cNvSpPr>
            <p:nvPr/>
          </p:nvSpPr>
          <p:spPr bwMode="auto">
            <a:xfrm flipH="1" flipV="1">
              <a:off x="4128" y="1134"/>
              <a:ext cx="132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</p:grpSp>
      <p:sp>
        <p:nvSpPr>
          <p:cNvPr id="42" name="Rectangle 3"/>
          <p:cNvSpPr>
            <a:spLocks noChangeArrowheads="1"/>
          </p:cNvSpPr>
          <p:nvPr/>
        </p:nvSpPr>
        <p:spPr bwMode="auto">
          <a:xfrm>
            <a:off x="161911" y="2393007"/>
            <a:ext cx="7724775" cy="3914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Before the link cost changes</a:t>
            </a:r>
          </a:p>
          <a:p>
            <a:pPr lvl="1"/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= 4,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= 5, but z will lie to y saying “</a:t>
            </a:r>
            <a:r>
              <a:rPr lang="en-US" altLang="en-US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="1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b="1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en-US" sz="16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∞</a:t>
            </a:r>
            <a:r>
              <a:rPr lang="en-US" alt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”  (poisoned reverse)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At time t0, y detects the link-cost </a:t>
            </a:r>
          </a:p>
          <a:p>
            <a:pPr marL="0" indent="0"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change and re-compute its dv</a:t>
            </a:r>
          </a:p>
          <a:p>
            <a:pPr lvl="1"/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 = min{c(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y,x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(x), c(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y,z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)+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min {60+0, 1+</a:t>
            </a:r>
            <a:r>
              <a:rPr lang="en-US" altLang="en-US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6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∞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60;</a:t>
            </a:r>
          </a:p>
          <a:p>
            <a:pPr marL="0" indent="0">
              <a:buNone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ZapfDingbats" pitchFamily="82" charset="2"/>
              <a:buNone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1222377" y="4325524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03165968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781465925"/>
                    </a:ext>
                  </a:extLst>
                </a:gridCol>
                <a:gridCol w="1825623">
                  <a:extLst>
                    <a:ext uri="{9D8B030D-6E8A-4147-A177-3AD203B41FA5}">
                      <a16:colId xmlns:a16="http://schemas.microsoft.com/office/drawing/2014/main" val="1007000247"/>
                    </a:ext>
                  </a:extLst>
                </a:gridCol>
                <a:gridCol w="1222377">
                  <a:extLst>
                    <a:ext uri="{9D8B030D-6E8A-4147-A177-3AD203B41FA5}">
                      <a16:colId xmlns:a16="http://schemas.microsoft.com/office/drawing/2014/main" val="1237323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NZ" i="1" baseline="0" dirty="0">
                          <a:solidFill>
                            <a:schemeClr val="tx1"/>
                          </a:solidFill>
                        </a:rPr>
                        <a:t>y’s DV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157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952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 b="1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353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 b="1" i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952858"/>
                  </a:ext>
                </a:extLst>
              </a:tr>
            </a:tbl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4385332" y="4695563"/>
            <a:ext cx="1850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60 (via x)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67526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162925" y="6400800"/>
            <a:ext cx="676275" cy="457200"/>
          </a:xfrm>
          <a:prstGeom prst="rect">
            <a:avLst/>
          </a:prstGeom>
        </p:spPr>
        <p:txBody>
          <a:bodyPr/>
          <a:lstStyle/>
          <a:p>
            <a:fld id="{F6022FC0-B849-462A-9CF3-0322E460E740}" type="slidenum">
              <a:rPr lang="en-US" altLang="en-US"/>
              <a:pPr/>
              <a:t>64</a:t>
            </a:fld>
            <a:endParaRPr lang="en-US" altLang="en-US"/>
          </a:p>
        </p:txBody>
      </p:sp>
      <p:sp>
        <p:nvSpPr>
          <p:cNvPr id="65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Distance Vector: link cost changes</a:t>
            </a:r>
            <a:endParaRPr lang="en-US" altLang="en-US"/>
          </a:p>
        </p:txBody>
      </p:sp>
      <p:sp>
        <p:nvSpPr>
          <p:cNvPr id="655363" name="Rectangle 3"/>
          <p:cNvSpPr>
            <a:spLocks noChangeArrowheads="1"/>
          </p:cNvSpPr>
          <p:nvPr/>
        </p:nvSpPr>
        <p:spPr bwMode="auto">
          <a:xfrm>
            <a:off x="161911" y="977901"/>
            <a:ext cx="5246703" cy="145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Poisoned reverse: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If z routes through y to get to x :</a:t>
            </a:r>
          </a:p>
          <a:p>
            <a:pPr lvl="1"/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z tells y its (z’s) distance to x is infinite (so y won’t route to x via z)</a:t>
            </a: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ZapfDingbats" pitchFamily="82" charset="2"/>
              <a:buNone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55364" name="Group 4"/>
          <p:cNvGrpSpPr>
            <a:grpSpLocks/>
          </p:cNvGrpSpPr>
          <p:nvPr/>
        </p:nvGrpSpPr>
        <p:grpSpPr bwMode="auto">
          <a:xfrm>
            <a:off x="5408614" y="1046957"/>
            <a:ext cx="2184400" cy="1314450"/>
            <a:chOff x="3805" y="938"/>
            <a:chExt cx="1376" cy="828"/>
          </a:xfrm>
        </p:grpSpPr>
        <p:sp>
          <p:nvSpPr>
            <p:cNvPr id="655365" name="Freeform 5"/>
            <p:cNvSpPr>
              <a:spLocks/>
            </p:cNvSpPr>
            <p:nvPr/>
          </p:nvSpPr>
          <p:spPr bwMode="auto">
            <a:xfrm>
              <a:off x="3805" y="1002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6" name="Freeform 6"/>
            <p:cNvSpPr>
              <a:spLocks/>
            </p:cNvSpPr>
            <p:nvPr/>
          </p:nvSpPr>
          <p:spPr bwMode="auto">
            <a:xfrm>
              <a:off x="4164" y="1266"/>
              <a:ext cx="222" cy="180"/>
            </a:xfrm>
            <a:custGeom>
              <a:avLst/>
              <a:gdLst>
                <a:gd name="T0" fmla="*/ 0 w 222"/>
                <a:gd name="T1" fmla="*/ 180 h 180"/>
                <a:gd name="T2" fmla="*/ 222 w 222"/>
                <a:gd name="T3" fmla="*/ 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7" name="Oval 7"/>
            <p:cNvSpPr>
              <a:spLocks noChangeArrowheads="1"/>
            </p:cNvSpPr>
            <p:nvPr/>
          </p:nvSpPr>
          <p:spPr bwMode="auto">
            <a:xfrm>
              <a:off x="3904" y="150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8" name="Line 8"/>
            <p:cNvSpPr>
              <a:spLocks noChangeShapeType="1"/>
            </p:cNvSpPr>
            <p:nvPr/>
          </p:nvSpPr>
          <p:spPr bwMode="auto">
            <a:xfrm>
              <a:off x="3904" y="1495"/>
              <a:ext cx="1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9" name="Line 9"/>
            <p:cNvSpPr>
              <a:spLocks noChangeShapeType="1"/>
            </p:cNvSpPr>
            <p:nvPr/>
          </p:nvSpPr>
          <p:spPr bwMode="auto">
            <a:xfrm>
              <a:off x="4217" y="1495"/>
              <a:ext cx="1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70" name="Rectangle 10"/>
            <p:cNvSpPr>
              <a:spLocks noChangeArrowheads="1"/>
            </p:cNvSpPr>
            <p:nvPr/>
          </p:nvSpPr>
          <p:spPr bwMode="auto">
            <a:xfrm>
              <a:off x="3904" y="149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71" name="Oval 11"/>
            <p:cNvSpPr>
              <a:spLocks noChangeArrowheads="1"/>
            </p:cNvSpPr>
            <p:nvPr/>
          </p:nvSpPr>
          <p:spPr bwMode="auto">
            <a:xfrm>
              <a:off x="3901" y="143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72" name="Freeform 12"/>
            <p:cNvSpPr>
              <a:spLocks/>
            </p:cNvSpPr>
            <p:nvPr/>
          </p:nvSpPr>
          <p:spPr bwMode="auto">
            <a:xfrm>
              <a:off x="4569" y="1266"/>
              <a:ext cx="216" cy="189"/>
            </a:xfrm>
            <a:custGeom>
              <a:avLst/>
              <a:gdLst>
                <a:gd name="T0" fmla="*/ 0 w 216"/>
                <a:gd name="T1" fmla="*/ 0 h 189"/>
                <a:gd name="T2" fmla="*/ 216 w 216"/>
                <a:gd name="T3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73" name="Freeform 13"/>
            <p:cNvSpPr>
              <a:spLocks/>
            </p:cNvSpPr>
            <p:nvPr/>
          </p:nvSpPr>
          <p:spPr bwMode="auto">
            <a:xfrm>
              <a:off x="4221" y="1530"/>
              <a:ext cx="540" cy="3"/>
            </a:xfrm>
            <a:custGeom>
              <a:avLst/>
              <a:gdLst>
                <a:gd name="T0" fmla="*/ 540 w 540"/>
                <a:gd name="T1" fmla="*/ 3 h 3"/>
                <a:gd name="T2" fmla="*/ 0 w 540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0" h="3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655374" name="Group 14"/>
            <p:cNvGrpSpPr>
              <a:grpSpLocks/>
            </p:cNvGrpSpPr>
            <p:nvPr/>
          </p:nvGrpSpPr>
          <p:grpSpPr bwMode="auto">
            <a:xfrm>
              <a:off x="3950" y="1388"/>
              <a:ext cx="210" cy="250"/>
              <a:chOff x="2951" y="2429"/>
              <a:chExt cx="213" cy="250"/>
            </a:xfrm>
          </p:grpSpPr>
          <p:sp>
            <p:nvSpPr>
              <p:cNvPr id="655375" name="Rectangle 1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76" name="Text Box 16"/>
              <p:cNvSpPr txBox="1">
                <a:spLocks noChangeArrowheads="1"/>
              </p:cNvSpPr>
              <p:nvPr/>
            </p:nvSpPr>
            <p:spPr bwMode="auto"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x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55377" name="Group 17"/>
            <p:cNvGrpSpPr>
              <a:grpSpLocks/>
            </p:cNvGrpSpPr>
            <p:nvPr/>
          </p:nvGrpSpPr>
          <p:grpSpPr bwMode="auto">
            <a:xfrm>
              <a:off x="4746" y="1400"/>
              <a:ext cx="316" cy="250"/>
              <a:chOff x="1740" y="2306"/>
              <a:chExt cx="316" cy="250"/>
            </a:xfrm>
          </p:grpSpPr>
          <p:sp>
            <p:nvSpPr>
              <p:cNvPr id="655378" name="Oval 18"/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79" name="Line 19"/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80" name="Line 20"/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81" name="Rectangle 21"/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5382" name="Oval 22"/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655383" name="Group 23"/>
              <p:cNvGrpSpPr>
                <a:grpSpLocks/>
              </p:cNvGrpSpPr>
              <p:nvPr/>
            </p:nvGrpSpPr>
            <p:grpSpPr bwMode="auto"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655384" name="Rectangle 24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55385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z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655386" name="Text Box 26"/>
            <p:cNvSpPr txBox="1">
              <a:spLocks noChangeArrowheads="1"/>
            </p:cNvSpPr>
            <p:nvPr/>
          </p:nvSpPr>
          <p:spPr bwMode="auto">
            <a:xfrm>
              <a:off x="4649" y="1190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87" name="Text Box 27"/>
            <p:cNvSpPr txBox="1">
              <a:spLocks noChangeArrowheads="1"/>
            </p:cNvSpPr>
            <p:nvPr/>
          </p:nvSpPr>
          <p:spPr bwMode="auto">
            <a:xfrm>
              <a:off x="4110" y="1187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4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88" name="Text Box 28"/>
            <p:cNvSpPr txBox="1">
              <a:spLocks noChangeArrowheads="1"/>
            </p:cNvSpPr>
            <p:nvPr/>
          </p:nvSpPr>
          <p:spPr bwMode="auto">
            <a:xfrm>
              <a:off x="4351" y="1520"/>
              <a:ext cx="2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50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655389" name="Group 29"/>
            <p:cNvGrpSpPr>
              <a:grpSpLocks/>
            </p:cNvGrpSpPr>
            <p:nvPr/>
          </p:nvGrpSpPr>
          <p:grpSpPr bwMode="auto">
            <a:xfrm>
              <a:off x="4326" y="1076"/>
              <a:ext cx="316" cy="250"/>
              <a:chOff x="1740" y="2306"/>
              <a:chExt cx="316" cy="250"/>
            </a:xfrm>
          </p:grpSpPr>
          <p:sp>
            <p:nvSpPr>
              <p:cNvPr id="655390" name="Oval 30"/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91" name="Line 31"/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92" name="Line 32"/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93" name="Rectangle 33"/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5394" name="Oval 34"/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655395" name="Group 35"/>
              <p:cNvGrpSpPr>
                <a:grpSpLocks/>
              </p:cNvGrpSpPr>
              <p:nvPr/>
            </p:nvGrpSpPr>
            <p:grpSpPr bwMode="auto"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655396" name="Rectangle 36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55397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y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655398" name="Text Box 38"/>
            <p:cNvSpPr txBox="1">
              <a:spLocks noChangeArrowheads="1"/>
            </p:cNvSpPr>
            <p:nvPr/>
          </p:nvSpPr>
          <p:spPr bwMode="auto">
            <a:xfrm>
              <a:off x="3964" y="938"/>
              <a:ext cx="2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>
                  <a:solidFill>
                    <a:srgbClr val="FF0000"/>
                  </a:solidFill>
                </a:rPr>
                <a:t>60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99" name="Line 39"/>
            <p:cNvSpPr>
              <a:spLocks noChangeShapeType="1"/>
            </p:cNvSpPr>
            <p:nvPr/>
          </p:nvSpPr>
          <p:spPr bwMode="auto">
            <a:xfrm flipH="1" flipV="1">
              <a:off x="4128" y="1134"/>
              <a:ext cx="132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</p:grpSp>
      <p:sp>
        <p:nvSpPr>
          <p:cNvPr id="42" name="Rectangle 3"/>
          <p:cNvSpPr>
            <a:spLocks noChangeArrowheads="1"/>
          </p:cNvSpPr>
          <p:nvPr/>
        </p:nvSpPr>
        <p:spPr bwMode="auto">
          <a:xfrm>
            <a:off x="161911" y="2393007"/>
            <a:ext cx="7724775" cy="3914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Before the link cost changes</a:t>
            </a:r>
          </a:p>
          <a:p>
            <a:pPr lvl="1"/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= 4,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= 5, but z will lie to y saying “</a:t>
            </a:r>
            <a:r>
              <a:rPr lang="en-US" altLang="en-US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="1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b="1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en-US" sz="16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∞</a:t>
            </a:r>
            <a:r>
              <a:rPr lang="en-US" alt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”  (poisoned reverse)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At time t0, y detects the link-cost </a:t>
            </a:r>
          </a:p>
          <a:p>
            <a:pPr marL="0" indent="0"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change and re-compute its dv</a:t>
            </a:r>
          </a:p>
          <a:p>
            <a:pPr lvl="1"/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 = min{c(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y,x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(x), c(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y,z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)+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min {60+0, 1+</a:t>
            </a:r>
            <a:r>
              <a:rPr lang="en-US" altLang="en-US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6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∞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60;</a:t>
            </a:r>
          </a:p>
          <a:p>
            <a:pPr lvl="1"/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Now y sends data directly to x;</a:t>
            </a:r>
          </a:p>
          <a:p>
            <a:pPr lvl="1"/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At time t1, y sends its new dv to z; after z receives y’s new dv; z can update</a:t>
            </a:r>
          </a:p>
          <a:p>
            <a:pPr marL="457200" lvl="1" indent="0"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 = min{c(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z,y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(x), 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c(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z,x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min {1+60, 50+0} = 50;</a:t>
            </a:r>
          </a:p>
          <a:p>
            <a:pPr marL="0" indent="0">
              <a:buNone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ZapfDingbats" pitchFamily="82" charset="2"/>
              <a:buNone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1136865" y="5148349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03165968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781465925"/>
                    </a:ext>
                  </a:extLst>
                </a:gridCol>
                <a:gridCol w="1825623">
                  <a:extLst>
                    <a:ext uri="{9D8B030D-6E8A-4147-A177-3AD203B41FA5}">
                      <a16:colId xmlns:a16="http://schemas.microsoft.com/office/drawing/2014/main" val="1007000247"/>
                    </a:ext>
                  </a:extLst>
                </a:gridCol>
                <a:gridCol w="1222377">
                  <a:extLst>
                    <a:ext uri="{9D8B030D-6E8A-4147-A177-3AD203B41FA5}">
                      <a16:colId xmlns:a16="http://schemas.microsoft.com/office/drawing/2014/main" val="1237323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NZ" i="1" baseline="0" dirty="0">
                          <a:solidFill>
                            <a:schemeClr val="tx1"/>
                          </a:solidFill>
                        </a:rPr>
                        <a:t>z’s DV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157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b="1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952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 b="1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 b="1" i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∞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353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1" baseline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 (via x)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NZ" baseline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952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82987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162925" y="6400800"/>
            <a:ext cx="676275" cy="457200"/>
          </a:xfrm>
          <a:prstGeom prst="rect">
            <a:avLst/>
          </a:prstGeom>
        </p:spPr>
        <p:txBody>
          <a:bodyPr/>
          <a:lstStyle/>
          <a:p>
            <a:fld id="{F6022FC0-B849-462A-9CF3-0322E460E740}" type="slidenum">
              <a:rPr lang="en-US" altLang="en-US"/>
              <a:pPr/>
              <a:t>65</a:t>
            </a:fld>
            <a:endParaRPr lang="en-US" altLang="en-US"/>
          </a:p>
        </p:txBody>
      </p:sp>
      <p:sp>
        <p:nvSpPr>
          <p:cNvPr id="65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Distance Vector: link cost changes</a:t>
            </a:r>
            <a:endParaRPr lang="en-US" altLang="en-US"/>
          </a:p>
        </p:txBody>
      </p:sp>
      <p:sp>
        <p:nvSpPr>
          <p:cNvPr id="655363" name="Rectangle 3"/>
          <p:cNvSpPr>
            <a:spLocks noChangeArrowheads="1"/>
          </p:cNvSpPr>
          <p:nvPr/>
        </p:nvSpPr>
        <p:spPr bwMode="auto">
          <a:xfrm>
            <a:off x="161911" y="977901"/>
            <a:ext cx="5246703" cy="145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 typeface="ZapfDingbats" pitchFamily="82" charset="2"/>
              <a:buNone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Poisoned reverse: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If z routes through y to get to x :</a:t>
            </a:r>
          </a:p>
          <a:p>
            <a:pPr lvl="1"/>
            <a:r>
              <a:rPr lang="en-US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z tells y its (z’s) distance to x is infinite (so y won’t route to x via z)</a:t>
            </a: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ZapfDingbats" pitchFamily="82" charset="2"/>
              <a:buNone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55364" name="Group 4"/>
          <p:cNvGrpSpPr>
            <a:grpSpLocks/>
          </p:cNvGrpSpPr>
          <p:nvPr/>
        </p:nvGrpSpPr>
        <p:grpSpPr bwMode="auto">
          <a:xfrm>
            <a:off x="5408614" y="1046957"/>
            <a:ext cx="2184400" cy="1314450"/>
            <a:chOff x="3805" y="938"/>
            <a:chExt cx="1376" cy="828"/>
          </a:xfrm>
        </p:grpSpPr>
        <p:sp>
          <p:nvSpPr>
            <p:cNvPr id="655365" name="Freeform 5"/>
            <p:cNvSpPr>
              <a:spLocks/>
            </p:cNvSpPr>
            <p:nvPr/>
          </p:nvSpPr>
          <p:spPr bwMode="auto">
            <a:xfrm>
              <a:off x="3805" y="1002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6" name="Freeform 6"/>
            <p:cNvSpPr>
              <a:spLocks/>
            </p:cNvSpPr>
            <p:nvPr/>
          </p:nvSpPr>
          <p:spPr bwMode="auto">
            <a:xfrm>
              <a:off x="4164" y="1266"/>
              <a:ext cx="222" cy="180"/>
            </a:xfrm>
            <a:custGeom>
              <a:avLst/>
              <a:gdLst>
                <a:gd name="T0" fmla="*/ 0 w 222"/>
                <a:gd name="T1" fmla="*/ 180 h 180"/>
                <a:gd name="T2" fmla="*/ 222 w 222"/>
                <a:gd name="T3" fmla="*/ 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7" name="Oval 7"/>
            <p:cNvSpPr>
              <a:spLocks noChangeArrowheads="1"/>
            </p:cNvSpPr>
            <p:nvPr/>
          </p:nvSpPr>
          <p:spPr bwMode="auto">
            <a:xfrm>
              <a:off x="3904" y="1502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8" name="Line 8"/>
            <p:cNvSpPr>
              <a:spLocks noChangeShapeType="1"/>
            </p:cNvSpPr>
            <p:nvPr/>
          </p:nvSpPr>
          <p:spPr bwMode="auto">
            <a:xfrm>
              <a:off x="3904" y="1495"/>
              <a:ext cx="1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69" name="Line 9"/>
            <p:cNvSpPr>
              <a:spLocks noChangeShapeType="1"/>
            </p:cNvSpPr>
            <p:nvPr/>
          </p:nvSpPr>
          <p:spPr bwMode="auto">
            <a:xfrm>
              <a:off x="4217" y="1495"/>
              <a:ext cx="1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70" name="Rectangle 10"/>
            <p:cNvSpPr>
              <a:spLocks noChangeArrowheads="1"/>
            </p:cNvSpPr>
            <p:nvPr/>
          </p:nvSpPr>
          <p:spPr bwMode="auto">
            <a:xfrm>
              <a:off x="3904" y="1495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71" name="Oval 11"/>
            <p:cNvSpPr>
              <a:spLocks noChangeArrowheads="1"/>
            </p:cNvSpPr>
            <p:nvPr/>
          </p:nvSpPr>
          <p:spPr bwMode="auto">
            <a:xfrm>
              <a:off x="3901" y="1436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72" name="Freeform 12"/>
            <p:cNvSpPr>
              <a:spLocks/>
            </p:cNvSpPr>
            <p:nvPr/>
          </p:nvSpPr>
          <p:spPr bwMode="auto">
            <a:xfrm>
              <a:off x="4569" y="1266"/>
              <a:ext cx="216" cy="189"/>
            </a:xfrm>
            <a:custGeom>
              <a:avLst/>
              <a:gdLst>
                <a:gd name="T0" fmla="*/ 0 w 216"/>
                <a:gd name="T1" fmla="*/ 0 h 189"/>
                <a:gd name="T2" fmla="*/ 216 w 216"/>
                <a:gd name="T3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5373" name="Freeform 13"/>
            <p:cNvSpPr>
              <a:spLocks/>
            </p:cNvSpPr>
            <p:nvPr/>
          </p:nvSpPr>
          <p:spPr bwMode="auto">
            <a:xfrm>
              <a:off x="4221" y="1530"/>
              <a:ext cx="540" cy="3"/>
            </a:xfrm>
            <a:custGeom>
              <a:avLst/>
              <a:gdLst>
                <a:gd name="T0" fmla="*/ 540 w 540"/>
                <a:gd name="T1" fmla="*/ 3 h 3"/>
                <a:gd name="T2" fmla="*/ 0 w 540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0" h="3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655374" name="Group 14"/>
            <p:cNvGrpSpPr>
              <a:grpSpLocks/>
            </p:cNvGrpSpPr>
            <p:nvPr/>
          </p:nvGrpSpPr>
          <p:grpSpPr bwMode="auto">
            <a:xfrm>
              <a:off x="3950" y="1388"/>
              <a:ext cx="210" cy="250"/>
              <a:chOff x="2951" y="2429"/>
              <a:chExt cx="213" cy="250"/>
            </a:xfrm>
          </p:grpSpPr>
          <p:sp>
            <p:nvSpPr>
              <p:cNvPr id="655375" name="Rectangle 15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76" name="Text Box 16"/>
              <p:cNvSpPr txBox="1">
                <a:spLocks noChangeArrowheads="1"/>
              </p:cNvSpPr>
              <p:nvPr/>
            </p:nvSpPr>
            <p:spPr bwMode="auto"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x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55377" name="Group 17"/>
            <p:cNvGrpSpPr>
              <a:grpSpLocks/>
            </p:cNvGrpSpPr>
            <p:nvPr/>
          </p:nvGrpSpPr>
          <p:grpSpPr bwMode="auto">
            <a:xfrm>
              <a:off x="4746" y="1400"/>
              <a:ext cx="316" cy="250"/>
              <a:chOff x="1740" y="2306"/>
              <a:chExt cx="316" cy="250"/>
            </a:xfrm>
          </p:grpSpPr>
          <p:sp>
            <p:nvSpPr>
              <p:cNvPr id="655378" name="Oval 18"/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79" name="Line 19"/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80" name="Line 20"/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81" name="Rectangle 21"/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5382" name="Oval 22"/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655383" name="Group 23"/>
              <p:cNvGrpSpPr>
                <a:grpSpLocks/>
              </p:cNvGrpSpPr>
              <p:nvPr/>
            </p:nvGrpSpPr>
            <p:grpSpPr bwMode="auto"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655384" name="Rectangle 24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55385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z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655386" name="Text Box 26"/>
            <p:cNvSpPr txBox="1">
              <a:spLocks noChangeArrowheads="1"/>
            </p:cNvSpPr>
            <p:nvPr/>
          </p:nvSpPr>
          <p:spPr bwMode="auto">
            <a:xfrm>
              <a:off x="4649" y="1190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1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87" name="Text Box 27"/>
            <p:cNvSpPr txBox="1">
              <a:spLocks noChangeArrowheads="1"/>
            </p:cNvSpPr>
            <p:nvPr/>
          </p:nvSpPr>
          <p:spPr bwMode="auto">
            <a:xfrm>
              <a:off x="4110" y="1187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4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88" name="Text Box 28"/>
            <p:cNvSpPr txBox="1">
              <a:spLocks noChangeArrowheads="1"/>
            </p:cNvSpPr>
            <p:nvPr/>
          </p:nvSpPr>
          <p:spPr bwMode="auto">
            <a:xfrm>
              <a:off x="4351" y="1520"/>
              <a:ext cx="2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/>
                <a:t>50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655389" name="Group 29"/>
            <p:cNvGrpSpPr>
              <a:grpSpLocks/>
            </p:cNvGrpSpPr>
            <p:nvPr/>
          </p:nvGrpSpPr>
          <p:grpSpPr bwMode="auto">
            <a:xfrm>
              <a:off x="4326" y="1076"/>
              <a:ext cx="316" cy="250"/>
              <a:chOff x="1740" y="2306"/>
              <a:chExt cx="316" cy="250"/>
            </a:xfrm>
          </p:grpSpPr>
          <p:sp>
            <p:nvSpPr>
              <p:cNvPr id="655390" name="Oval 30"/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91" name="Line 31"/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92" name="Line 32"/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655393" name="Rectangle 33"/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5394" name="Oval 34"/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655395" name="Group 35"/>
              <p:cNvGrpSpPr>
                <a:grpSpLocks/>
              </p:cNvGrpSpPr>
              <p:nvPr/>
            </p:nvGrpSpPr>
            <p:grpSpPr bwMode="auto"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655396" name="Rectangle 36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55397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y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655398" name="Text Box 38"/>
            <p:cNvSpPr txBox="1">
              <a:spLocks noChangeArrowheads="1"/>
            </p:cNvSpPr>
            <p:nvPr/>
          </p:nvSpPr>
          <p:spPr bwMode="auto">
            <a:xfrm>
              <a:off x="3964" y="938"/>
              <a:ext cx="2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>
                  <a:solidFill>
                    <a:srgbClr val="FF0000"/>
                  </a:solidFill>
                </a:rPr>
                <a:t>60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55399" name="Line 39"/>
            <p:cNvSpPr>
              <a:spLocks noChangeShapeType="1"/>
            </p:cNvSpPr>
            <p:nvPr/>
          </p:nvSpPr>
          <p:spPr bwMode="auto">
            <a:xfrm flipH="1" flipV="1">
              <a:off x="4128" y="1134"/>
              <a:ext cx="132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</p:grpSp>
      <p:sp>
        <p:nvSpPr>
          <p:cNvPr id="42" name="Rectangle 3"/>
          <p:cNvSpPr>
            <a:spLocks noChangeArrowheads="1"/>
          </p:cNvSpPr>
          <p:nvPr/>
        </p:nvSpPr>
        <p:spPr bwMode="auto">
          <a:xfrm>
            <a:off x="161911" y="2393007"/>
            <a:ext cx="7724775" cy="3914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Before the link cost changes</a:t>
            </a:r>
          </a:p>
          <a:p>
            <a:pPr lvl="1"/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= 4,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= 5, but z will lie to y saying “</a:t>
            </a:r>
            <a:r>
              <a:rPr lang="en-US" altLang="en-US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="1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b="1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en-US" sz="16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∞</a:t>
            </a:r>
            <a:r>
              <a:rPr lang="en-US" alt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”  (poisoned reverse)</a:t>
            </a:r>
            <a:endParaRPr lang="en-US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At time t0, y detects the link-cost </a:t>
            </a:r>
          </a:p>
          <a:p>
            <a:pPr marL="0" indent="0">
              <a:buNone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change and re-compute its dv</a:t>
            </a:r>
          </a:p>
          <a:p>
            <a:pPr lvl="1"/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 = min{c(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y,x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(x), c(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y,z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)+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min {60+0, 1+</a:t>
            </a:r>
            <a:r>
              <a:rPr lang="en-US" altLang="en-US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6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∞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60;</a:t>
            </a:r>
          </a:p>
          <a:p>
            <a:pPr lvl="1"/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Now y sends data directly to x;</a:t>
            </a:r>
          </a:p>
          <a:p>
            <a:pPr lvl="1"/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At time t1, y sends its new dv to z; after z receives y’s new dv; z can update</a:t>
            </a:r>
          </a:p>
          <a:p>
            <a:pPr marL="457200" lvl="1" indent="0"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 = min{c(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z,y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(x), 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c(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z,x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min {1+60, 50+0} = 50;</a:t>
            </a:r>
          </a:p>
          <a:p>
            <a:pPr lvl="1"/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At time t2, z sends its new dv to y without lying since it will not route through y; similarly y can update</a:t>
            </a:r>
          </a:p>
          <a:p>
            <a:pPr marL="457200" lvl="1" indent="0">
              <a:buNone/>
            </a:pP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 = min{c(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y,x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(x), 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c(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y,z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min {60+0, 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1+50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51;</a:t>
            </a:r>
          </a:p>
          <a:p>
            <a:pPr lvl="1"/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Then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 = min{c(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z,y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(x), 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c(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z,x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)+ 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16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min {1+</a:t>
            </a:r>
            <a:r>
              <a:rPr lang="en-US" altLang="en-US" sz="16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∞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50+0</a:t>
            </a:r>
            <a:r>
              <a:rPr lang="en-US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} = 50; </a:t>
            </a:r>
            <a:r>
              <a:rPr lang="en-US" alt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y lies to z this time because it routes through z;</a:t>
            </a:r>
          </a:p>
          <a:p>
            <a:pPr marL="0" indent="0">
              <a:buNone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ZapfDingbats" pitchFamily="82" charset="2"/>
              <a:buNone/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6909668" y="3130124"/>
            <a:ext cx="2184400" cy="1212850"/>
            <a:chOff x="6815138" y="1552118"/>
            <a:chExt cx="2184400" cy="1212850"/>
          </a:xfrm>
        </p:grpSpPr>
        <p:grpSp>
          <p:nvGrpSpPr>
            <p:cNvPr id="45" name="Group 4"/>
            <p:cNvGrpSpPr>
              <a:grpSpLocks/>
            </p:cNvGrpSpPr>
            <p:nvPr/>
          </p:nvGrpSpPr>
          <p:grpSpPr bwMode="auto">
            <a:xfrm>
              <a:off x="6815138" y="1552118"/>
              <a:ext cx="2184400" cy="1212850"/>
              <a:chOff x="3805" y="1002"/>
              <a:chExt cx="1376" cy="764"/>
            </a:xfrm>
          </p:grpSpPr>
          <p:sp>
            <p:nvSpPr>
              <p:cNvPr id="48" name="Freeform 5"/>
              <p:cNvSpPr>
                <a:spLocks/>
              </p:cNvSpPr>
              <p:nvPr/>
            </p:nvSpPr>
            <p:spPr bwMode="auto">
              <a:xfrm>
                <a:off x="3805" y="1002"/>
                <a:ext cx="1376" cy="764"/>
              </a:xfrm>
              <a:custGeom>
                <a:avLst/>
                <a:gdLst>
                  <a:gd name="T0" fmla="*/ 113 w 1376"/>
                  <a:gd name="T1" fmla="*/ 348 h 764"/>
                  <a:gd name="T2" fmla="*/ 395 w 1376"/>
                  <a:gd name="T3" fmla="*/ 162 h 764"/>
                  <a:gd name="T4" fmla="*/ 710 w 1376"/>
                  <a:gd name="T5" fmla="*/ 9 h 764"/>
                  <a:gd name="T6" fmla="*/ 1160 w 1376"/>
                  <a:gd name="T7" fmla="*/ 219 h 764"/>
                  <a:gd name="T8" fmla="*/ 1367 w 1376"/>
                  <a:gd name="T9" fmla="*/ 510 h 764"/>
                  <a:gd name="T10" fmla="*/ 1103 w 1376"/>
                  <a:gd name="T11" fmla="*/ 726 h 764"/>
                  <a:gd name="T12" fmla="*/ 578 w 1376"/>
                  <a:gd name="T13" fmla="*/ 738 h 764"/>
                  <a:gd name="T14" fmla="*/ 77 w 1376"/>
                  <a:gd name="T15" fmla="*/ 630 h 764"/>
                  <a:gd name="T16" fmla="*/ 113 w 1376"/>
                  <a:gd name="T17" fmla="*/ 348 h 7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76" h="764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9" name="Freeform 6"/>
              <p:cNvSpPr>
                <a:spLocks/>
              </p:cNvSpPr>
              <p:nvPr/>
            </p:nvSpPr>
            <p:spPr bwMode="auto">
              <a:xfrm>
                <a:off x="4164" y="1266"/>
                <a:ext cx="222" cy="180"/>
              </a:xfrm>
              <a:custGeom>
                <a:avLst/>
                <a:gdLst>
                  <a:gd name="T0" fmla="*/ 0 w 222"/>
                  <a:gd name="T1" fmla="*/ 180 h 180"/>
                  <a:gd name="T2" fmla="*/ 222 w 222"/>
                  <a:gd name="T3" fmla="*/ 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22" h="180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0" name="Oval 7"/>
              <p:cNvSpPr>
                <a:spLocks noChangeArrowheads="1"/>
              </p:cNvSpPr>
              <p:nvPr/>
            </p:nvSpPr>
            <p:spPr bwMode="auto">
              <a:xfrm>
                <a:off x="3904" y="150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1" name="Line 8"/>
              <p:cNvSpPr>
                <a:spLocks noChangeShapeType="1"/>
              </p:cNvSpPr>
              <p:nvPr/>
            </p:nvSpPr>
            <p:spPr bwMode="auto">
              <a:xfrm>
                <a:off x="3904" y="1495"/>
                <a:ext cx="1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2" name="Line 9"/>
              <p:cNvSpPr>
                <a:spLocks noChangeShapeType="1"/>
              </p:cNvSpPr>
              <p:nvPr/>
            </p:nvSpPr>
            <p:spPr bwMode="auto">
              <a:xfrm>
                <a:off x="4217" y="1495"/>
                <a:ext cx="1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3" name="Rectangle 10"/>
              <p:cNvSpPr>
                <a:spLocks noChangeArrowheads="1"/>
              </p:cNvSpPr>
              <p:nvPr/>
            </p:nvSpPr>
            <p:spPr bwMode="auto">
              <a:xfrm>
                <a:off x="3904" y="149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4" name="Oval 11"/>
              <p:cNvSpPr>
                <a:spLocks noChangeArrowheads="1"/>
              </p:cNvSpPr>
              <p:nvPr/>
            </p:nvSpPr>
            <p:spPr bwMode="auto">
              <a:xfrm>
                <a:off x="3901" y="143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5" name="Freeform 12"/>
              <p:cNvSpPr>
                <a:spLocks/>
              </p:cNvSpPr>
              <p:nvPr/>
            </p:nvSpPr>
            <p:spPr bwMode="auto">
              <a:xfrm>
                <a:off x="4569" y="1266"/>
                <a:ext cx="216" cy="189"/>
              </a:xfrm>
              <a:custGeom>
                <a:avLst/>
                <a:gdLst>
                  <a:gd name="T0" fmla="*/ 0 w 216"/>
                  <a:gd name="T1" fmla="*/ 0 h 189"/>
                  <a:gd name="T2" fmla="*/ 216 w 216"/>
                  <a:gd name="T3" fmla="*/ 18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16" h="189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56" name="Freeform 13"/>
              <p:cNvSpPr>
                <a:spLocks/>
              </p:cNvSpPr>
              <p:nvPr/>
            </p:nvSpPr>
            <p:spPr bwMode="auto">
              <a:xfrm>
                <a:off x="4221" y="1530"/>
                <a:ext cx="540" cy="3"/>
              </a:xfrm>
              <a:custGeom>
                <a:avLst/>
                <a:gdLst>
                  <a:gd name="T0" fmla="*/ 540 w 540"/>
                  <a:gd name="T1" fmla="*/ 3 h 3"/>
                  <a:gd name="T2" fmla="*/ 0 w 540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40" h="3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57" name="Group 14"/>
              <p:cNvGrpSpPr>
                <a:grpSpLocks/>
              </p:cNvGrpSpPr>
              <p:nvPr/>
            </p:nvGrpSpPr>
            <p:grpSpPr bwMode="auto">
              <a:xfrm>
                <a:off x="3950" y="1388"/>
                <a:ext cx="210" cy="250"/>
                <a:chOff x="2951" y="2429"/>
                <a:chExt cx="213" cy="250"/>
              </a:xfrm>
            </p:grpSpPr>
            <p:sp>
              <p:nvSpPr>
                <p:cNvPr id="79" name="Rectangle 15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80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x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8" name="Group 17"/>
              <p:cNvGrpSpPr>
                <a:grpSpLocks/>
              </p:cNvGrpSpPr>
              <p:nvPr/>
            </p:nvGrpSpPr>
            <p:grpSpPr bwMode="auto">
              <a:xfrm>
                <a:off x="4746" y="1400"/>
                <a:ext cx="316" cy="250"/>
                <a:chOff x="1740" y="2306"/>
                <a:chExt cx="316" cy="250"/>
              </a:xfrm>
            </p:grpSpPr>
            <p:sp>
              <p:nvSpPr>
                <p:cNvPr id="71" name="Oval 18"/>
                <p:cNvSpPr>
                  <a:spLocks noChangeArrowheads="1"/>
                </p:cNvSpPr>
                <p:nvPr/>
              </p:nvSpPr>
              <p:spPr bwMode="auto"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72" name="Line 19"/>
                <p:cNvSpPr>
                  <a:spLocks noChangeShapeType="1"/>
                </p:cNvSpPr>
                <p:nvPr/>
              </p:nvSpPr>
              <p:spPr bwMode="auto">
                <a:xfrm>
                  <a:off x="1743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73" name="Line 20"/>
                <p:cNvSpPr>
                  <a:spLocks noChangeShapeType="1"/>
                </p:cNvSpPr>
                <p:nvPr/>
              </p:nvSpPr>
              <p:spPr bwMode="auto">
                <a:xfrm>
                  <a:off x="2056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74" name="Rectangle 21"/>
                <p:cNvSpPr>
                  <a:spLocks noChangeArrowheads="1"/>
                </p:cNvSpPr>
                <p:nvPr/>
              </p:nvSpPr>
              <p:spPr bwMode="auto"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75" name="Oval 22"/>
                <p:cNvSpPr>
                  <a:spLocks noChangeArrowheads="1"/>
                </p:cNvSpPr>
                <p:nvPr/>
              </p:nvSpPr>
              <p:spPr bwMode="auto"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grpSp>
              <p:nvGrpSpPr>
                <p:cNvPr id="76" name="Group 23"/>
                <p:cNvGrpSpPr>
                  <a:grpSpLocks/>
                </p:cNvGrpSpPr>
                <p:nvPr/>
              </p:nvGrpSpPr>
              <p:grpSpPr bwMode="auto"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77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chemeClr val="hlink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78" name="Text Box 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altLang="en-US" sz="2000"/>
                      <a:t>z</a:t>
                    </a: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sp>
            <p:nvSpPr>
              <p:cNvPr id="59" name="Text Box 26"/>
              <p:cNvSpPr txBox="1">
                <a:spLocks noChangeArrowheads="1"/>
              </p:cNvSpPr>
              <p:nvPr/>
            </p:nvSpPr>
            <p:spPr bwMode="auto">
              <a:xfrm>
                <a:off x="4649" y="1190"/>
                <a:ext cx="18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/>
                  <a:t>1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0" name="Text Box 28"/>
              <p:cNvSpPr txBox="1">
                <a:spLocks noChangeArrowheads="1"/>
              </p:cNvSpPr>
              <p:nvPr/>
            </p:nvSpPr>
            <p:spPr bwMode="auto">
              <a:xfrm>
                <a:off x="4351" y="1520"/>
                <a:ext cx="2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/>
                  <a:t>50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61" name="Group 29"/>
              <p:cNvGrpSpPr>
                <a:grpSpLocks/>
              </p:cNvGrpSpPr>
              <p:nvPr/>
            </p:nvGrpSpPr>
            <p:grpSpPr bwMode="auto">
              <a:xfrm>
                <a:off x="4326" y="1076"/>
                <a:ext cx="316" cy="250"/>
                <a:chOff x="1740" y="2306"/>
                <a:chExt cx="316" cy="250"/>
              </a:xfrm>
            </p:grpSpPr>
            <p:sp>
              <p:nvSpPr>
                <p:cNvPr id="63" name="Oval 30"/>
                <p:cNvSpPr>
                  <a:spLocks noChangeArrowheads="1"/>
                </p:cNvSpPr>
                <p:nvPr/>
              </p:nvSpPr>
              <p:spPr bwMode="auto"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4" name="Line 31"/>
                <p:cNvSpPr>
                  <a:spLocks noChangeShapeType="1"/>
                </p:cNvSpPr>
                <p:nvPr/>
              </p:nvSpPr>
              <p:spPr bwMode="auto">
                <a:xfrm>
                  <a:off x="1743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5" name="Line 32"/>
                <p:cNvSpPr>
                  <a:spLocks noChangeShapeType="1"/>
                </p:cNvSpPr>
                <p:nvPr/>
              </p:nvSpPr>
              <p:spPr bwMode="auto">
                <a:xfrm>
                  <a:off x="2056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66" name="Rectangle 33"/>
                <p:cNvSpPr>
                  <a:spLocks noChangeArrowheads="1"/>
                </p:cNvSpPr>
                <p:nvPr/>
              </p:nvSpPr>
              <p:spPr bwMode="auto"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7" name="Oval 34"/>
                <p:cNvSpPr>
                  <a:spLocks noChangeArrowheads="1"/>
                </p:cNvSpPr>
                <p:nvPr/>
              </p:nvSpPr>
              <p:spPr bwMode="auto"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grpSp>
              <p:nvGrpSpPr>
                <p:cNvPr id="68" name="Group 35"/>
                <p:cNvGrpSpPr>
                  <a:grpSpLocks/>
                </p:cNvGrpSpPr>
                <p:nvPr/>
              </p:nvGrpSpPr>
              <p:grpSpPr bwMode="auto"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69" name="Rectangle 36"/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chemeClr val="hlink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70" name="Text Box 3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altLang="en-US" sz="2000"/>
                      <a:t>y</a:t>
                    </a: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sp>
            <p:nvSpPr>
              <p:cNvPr id="62" name="Text Box 38"/>
              <p:cNvSpPr txBox="1">
                <a:spLocks noChangeArrowheads="1"/>
              </p:cNvSpPr>
              <p:nvPr/>
            </p:nvSpPr>
            <p:spPr bwMode="auto">
              <a:xfrm>
                <a:off x="4030" y="1121"/>
                <a:ext cx="2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dirty="0">
                    <a:solidFill>
                      <a:srgbClr val="FF0000"/>
                    </a:solidFill>
                  </a:rPr>
                  <a:t>60</a:t>
                </a:r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6" name="Left Arrow 45"/>
            <p:cNvSpPr/>
            <p:nvPr/>
          </p:nvSpPr>
          <p:spPr>
            <a:xfrm>
              <a:off x="7517606" y="2227809"/>
              <a:ext cx="809625" cy="192881"/>
            </a:xfrm>
            <a:prstGeom prst="lef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7" name="Left Arrow 46"/>
            <p:cNvSpPr/>
            <p:nvPr/>
          </p:nvSpPr>
          <p:spPr>
            <a:xfrm rot="13329989">
              <a:off x="8179912" y="1918360"/>
              <a:ext cx="558678" cy="158626"/>
            </a:xfrm>
            <a:prstGeom prst="lef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</p:spTree>
    <p:extLst>
      <p:ext uri="{BB962C8B-B14F-4D97-AF65-F5344CB8AC3E}">
        <p14:creationId xmlns:p14="http://schemas.microsoft.com/office/powerpoint/2010/main" val="2097809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seems to be effective!</a:t>
            </a:r>
            <a:endParaRPr lang="en-NZ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2F0810-A290-404C-AD50-B7D908288FB7}" type="slidenum">
              <a:rPr lang="en-US" altLang="en-US" smtClean="0"/>
              <a:pPr/>
              <a:t>66</a:t>
            </a:fld>
            <a:endParaRPr lang="en-US" altLang="en-US"/>
          </a:p>
        </p:txBody>
      </p:sp>
      <p:grpSp>
        <p:nvGrpSpPr>
          <p:cNvPr id="4" name="Group 3"/>
          <p:cNvGrpSpPr/>
          <p:nvPr/>
        </p:nvGrpSpPr>
        <p:grpSpPr>
          <a:xfrm>
            <a:off x="381000" y="1219200"/>
            <a:ext cx="2184400" cy="1212850"/>
            <a:chOff x="6815138" y="1552118"/>
            <a:chExt cx="2184400" cy="1212850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6815138" y="1552118"/>
              <a:ext cx="2184400" cy="1212850"/>
              <a:chOff x="3805" y="1002"/>
              <a:chExt cx="1376" cy="764"/>
            </a:xfrm>
          </p:grpSpPr>
          <p:sp>
            <p:nvSpPr>
              <p:cNvPr id="8" name="Freeform 5"/>
              <p:cNvSpPr>
                <a:spLocks/>
              </p:cNvSpPr>
              <p:nvPr/>
            </p:nvSpPr>
            <p:spPr bwMode="auto">
              <a:xfrm>
                <a:off x="3805" y="1002"/>
                <a:ext cx="1376" cy="764"/>
              </a:xfrm>
              <a:custGeom>
                <a:avLst/>
                <a:gdLst>
                  <a:gd name="T0" fmla="*/ 113 w 1376"/>
                  <a:gd name="T1" fmla="*/ 348 h 764"/>
                  <a:gd name="T2" fmla="*/ 395 w 1376"/>
                  <a:gd name="T3" fmla="*/ 162 h 764"/>
                  <a:gd name="T4" fmla="*/ 710 w 1376"/>
                  <a:gd name="T5" fmla="*/ 9 h 764"/>
                  <a:gd name="T6" fmla="*/ 1160 w 1376"/>
                  <a:gd name="T7" fmla="*/ 219 h 764"/>
                  <a:gd name="T8" fmla="*/ 1367 w 1376"/>
                  <a:gd name="T9" fmla="*/ 510 h 764"/>
                  <a:gd name="T10" fmla="*/ 1103 w 1376"/>
                  <a:gd name="T11" fmla="*/ 726 h 764"/>
                  <a:gd name="T12" fmla="*/ 578 w 1376"/>
                  <a:gd name="T13" fmla="*/ 738 h 764"/>
                  <a:gd name="T14" fmla="*/ 77 w 1376"/>
                  <a:gd name="T15" fmla="*/ 630 h 764"/>
                  <a:gd name="T16" fmla="*/ 113 w 1376"/>
                  <a:gd name="T17" fmla="*/ 348 h 7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76" h="764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9" name="Freeform 6"/>
              <p:cNvSpPr>
                <a:spLocks/>
              </p:cNvSpPr>
              <p:nvPr/>
            </p:nvSpPr>
            <p:spPr bwMode="auto">
              <a:xfrm>
                <a:off x="4164" y="1266"/>
                <a:ext cx="222" cy="180"/>
              </a:xfrm>
              <a:custGeom>
                <a:avLst/>
                <a:gdLst>
                  <a:gd name="T0" fmla="*/ 0 w 222"/>
                  <a:gd name="T1" fmla="*/ 180 h 180"/>
                  <a:gd name="T2" fmla="*/ 222 w 222"/>
                  <a:gd name="T3" fmla="*/ 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22" h="180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0" name="Oval 7"/>
              <p:cNvSpPr>
                <a:spLocks noChangeArrowheads="1"/>
              </p:cNvSpPr>
              <p:nvPr/>
            </p:nvSpPr>
            <p:spPr bwMode="auto">
              <a:xfrm>
                <a:off x="3904" y="1502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1" name="Line 8"/>
              <p:cNvSpPr>
                <a:spLocks noChangeShapeType="1"/>
              </p:cNvSpPr>
              <p:nvPr/>
            </p:nvSpPr>
            <p:spPr bwMode="auto">
              <a:xfrm>
                <a:off x="3904" y="1495"/>
                <a:ext cx="1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2" name="Line 9"/>
              <p:cNvSpPr>
                <a:spLocks noChangeShapeType="1"/>
              </p:cNvSpPr>
              <p:nvPr/>
            </p:nvSpPr>
            <p:spPr bwMode="auto">
              <a:xfrm>
                <a:off x="4217" y="1495"/>
                <a:ext cx="1" cy="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3" name="Rectangle 10"/>
              <p:cNvSpPr>
                <a:spLocks noChangeArrowheads="1"/>
              </p:cNvSpPr>
              <p:nvPr/>
            </p:nvSpPr>
            <p:spPr bwMode="auto">
              <a:xfrm>
                <a:off x="3904" y="1495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Oval 11"/>
              <p:cNvSpPr>
                <a:spLocks noChangeArrowheads="1"/>
              </p:cNvSpPr>
              <p:nvPr/>
            </p:nvSpPr>
            <p:spPr bwMode="auto">
              <a:xfrm>
                <a:off x="3901" y="1436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5" name="Freeform 12"/>
              <p:cNvSpPr>
                <a:spLocks/>
              </p:cNvSpPr>
              <p:nvPr/>
            </p:nvSpPr>
            <p:spPr bwMode="auto">
              <a:xfrm>
                <a:off x="4569" y="1266"/>
                <a:ext cx="216" cy="189"/>
              </a:xfrm>
              <a:custGeom>
                <a:avLst/>
                <a:gdLst>
                  <a:gd name="T0" fmla="*/ 0 w 216"/>
                  <a:gd name="T1" fmla="*/ 0 h 189"/>
                  <a:gd name="T2" fmla="*/ 216 w 216"/>
                  <a:gd name="T3" fmla="*/ 189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16" h="189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16" name="Freeform 13"/>
              <p:cNvSpPr>
                <a:spLocks/>
              </p:cNvSpPr>
              <p:nvPr/>
            </p:nvSpPr>
            <p:spPr bwMode="auto">
              <a:xfrm>
                <a:off x="4221" y="1530"/>
                <a:ext cx="540" cy="3"/>
              </a:xfrm>
              <a:custGeom>
                <a:avLst/>
                <a:gdLst>
                  <a:gd name="T0" fmla="*/ 540 w 540"/>
                  <a:gd name="T1" fmla="*/ 3 h 3"/>
                  <a:gd name="T2" fmla="*/ 0 w 540"/>
                  <a:gd name="T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40" h="3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grpSp>
            <p:nvGrpSpPr>
              <p:cNvPr id="17" name="Group 14"/>
              <p:cNvGrpSpPr>
                <a:grpSpLocks/>
              </p:cNvGrpSpPr>
              <p:nvPr/>
            </p:nvGrpSpPr>
            <p:grpSpPr bwMode="auto">
              <a:xfrm>
                <a:off x="3950" y="1388"/>
                <a:ext cx="210" cy="250"/>
                <a:chOff x="2951" y="2429"/>
                <a:chExt cx="213" cy="250"/>
              </a:xfrm>
            </p:grpSpPr>
            <p:sp>
              <p:nvSpPr>
                <p:cNvPr id="39" name="Rectangle 15"/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40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en-US" sz="2000"/>
                    <a:t>x</a:t>
                  </a: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8" name="Group 17"/>
              <p:cNvGrpSpPr>
                <a:grpSpLocks/>
              </p:cNvGrpSpPr>
              <p:nvPr/>
            </p:nvGrpSpPr>
            <p:grpSpPr bwMode="auto">
              <a:xfrm>
                <a:off x="4746" y="1400"/>
                <a:ext cx="316" cy="250"/>
                <a:chOff x="1740" y="2306"/>
                <a:chExt cx="316" cy="250"/>
              </a:xfrm>
            </p:grpSpPr>
            <p:sp>
              <p:nvSpPr>
                <p:cNvPr id="31" name="Oval 18"/>
                <p:cNvSpPr>
                  <a:spLocks noChangeArrowheads="1"/>
                </p:cNvSpPr>
                <p:nvPr/>
              </p:nvSpPr>
              <p:spPr bwMode="auto"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32" name="Line 19"/>
                <p:cNvSpPr>
                  <a:spLocks noChangeShapeType="1"/>
                </p:cNvSpPr>
                <p:nvPr/>
              </p:nvSpPr>
              <p:spPr bwMode="auto">
                <a:xfrm>
                  <a:off x="1743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33" name="Line 20"/>
                <p:cNvSpPr>
                  <a:spLocks noChangeShapeType="1"/>
                </p:cNvSpPr>
                <p:nvPr/>
              </p:nvSpPr>
              <p:spPr bwMode="auto">
                <a:xfrm>
                  <a:off x="2056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34" name="Rectangle 21"/>
                <p:cNvSpPr>
                  <a:spLocks noChangeArrowheads="1"/>
                </p:cNvSpPr>
                <p:nvPr/>
              </p:nvSpPr>
              <p:spPr bwMode="auto"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5" name="Oval 22"/>
                <p:cNvSpPr>
                  <a:spLocks noChangeArrowheads="1"/>
                </p:cNvSpPr>
                <p:nvPr/>
              </p:nvSpPr>
              <p:spPr bwMode="auto"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grpSp>
              <p:nvGrpSpPr>
                <p:cNvPr id="36" name="Group 23"/>
                <p:cNvGrpSpPr>
                  <a:grpSpLocks/>
                </p:cNvGrpSpPr>
                <p:nvPr/>
              </p:nvGrpSpPr>
              <p:grpSpPr bwMode="auto"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37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chemeClr val="hlink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38" name="Text Box 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altLang="en-US" sz="2000"/>
                      <a:t>z</a:t>
                    </a: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sp>
            <p:nvSpPr>
              <p:cNvPr id="19" name="Text Box 26"/>
              <p:cNvSpPr txBox="1">
                <a:spLocks noChangeArrowheads="1"/>
              </p:cNvSpPr>
              <p:nvPr/>
            </p:nvSpPr>
            <p:spPr bwMode="auto">
              <a:xfrm>
                <a:off x="4649" y="1190"/>
                <a:ext cx="181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/>
                  <a:t>1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" name="Text Box 28"/>
              <p:cNvSpPr txBox="1">
                <a:spLocks noChangeArrowheads="1"/>
              </p:cNvSpPr>
              <p:nvPr/>
            </p:nvSpPr>
            <p:spPr bwMode="auto">
              <a:xfrm>
                <a:off x="4351" y="1520"/>
                <a:ext cx="2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/>
                  <a:t>50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1" name="Group 29"/>
              <p:cNvGrpSpPr>
                <a:grpSpLocks/>
              </p:cNvGrpSpPr>
              <p:nvPr/>
            </p:nvGrpSpPr>
            <p:grpSpPr bwMode="auto">
              <a:xfrm>
                <a:off x="4326" y="1076"/>
                <a:ext cx="316" cy="250"/>
                <a:chOff x="1740" y="2306"/>
                <a:chExt cx="316" cy="250"/>
              </a:xfrm>
            </p:grpSpPr>
            <p:sp>
              <p:nvSpPr>
                <p:cNvPr id="23" name="Oval 30"/>
                <p:cNvSpPr>
                  <a:spLocks noChangeArrowheads="1"/>
                </p:cNvSpPr>
                <p:nvPr/>
              </p:nvSpPr>
              <p:spPr bwMode="auto"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24" name="Line 31"/>
                <p:cNvSpPr>
                  <a:spLocks noChangeShapeType="1"/>
                </p:cNvSpPr>
                <p:nvPr/>
              </p:nvSpPr>
              <p:spPr bwMode="auto">
                <a:xfrm>
                  <a:off x="1743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25" name="Line 32"/>
                <p:cNvSpPr>
                  <a:spLocks noChangeShapeType="1"/>
                </p:cNvSpPr>
                <p:nvPr/>
              </p:nvSpPr>
              <p:spPr bwMode="auto">
                <a:xfrm>
                  <a:off x="2056" y="2413"/>
                  <a:ext cx="0" cy="5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sp>
              <p:nvSpPr>
                <p:cNvPr id="26" name="Rectangle 33"/>
                <p:cNvSpPr>
                  <a:spLocks noChangeArrowheads="1"/>
                </p:cNvSpPr>
                <p:nvPr/>
              </p:nvSpPr>
              <p:spPr bwMode="auto"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" name="Oval 34"/>
                <p:cNvSpPr>
                  <a:spLocks noChangeArrowheads="1"/>
                </p:cNvSpPr>
                <p:nvPr/>
              </p:nvSpPr>
              <p:spPr bwMode="auto"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chemeClr val="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NZ"/>
                </a:p>
              </p:txBody>
            </p:sp>
            <p:grpSp>
              <p:nvGrpSpPr>
                <p:cNvPr id="28" name="Group 35"/>
                <p:cNvGrpSpPr>
                  <a:grpSpLocks/>
                </p:cNvGrpSpPr>
                <p:nvPr/>
              </p:nvGrpSpPr>
              <p:grpSpPr bwMode="auto"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29" name="Rectangle 36"/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chemeClr val="hlink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NZ"/>
                  </a:p>
                </p:txBody>
              </p:sp>
              <p:sp>
                <p:nvSpPr>
                  <p:cNvPr id="30" name="Text Box 3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altLang="en-US" sz="2000"/>
                      <a:t>y</a:t>
                    </a: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sp>
            <p:nvSpPr>
              <p:cNvPr id="22" name="Text Box 38"/>
              <p:cNvSpPr txBox="1">
                <a:spLocks noChangeArrowheads="1"/>
              </p:cNvSpPr>
              <p:nvPr/>
            </p:nvSpPr>
            <p:spPr bwMode="auto">
              <a:xfrm>
                <a:off x="4030" y="1121"/>
                <a:ext cx="29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dirty="0">
                    <a:solidFill>
                      <a:srgbClr val="FF0000"/>
                    </a:solidFill>
                  </a:rPr>
                  <a:t>60</a:t>
                </a:r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6" name="Left Arrow 5"/>
            <p:cNvSpPr/>
            <p:nvPr/>
          </p:nvSpPr>
          <p:spPr>
            <a:xfrm>
              <a:off x="7517606" y="2227809"/>
              <a:ext cx="809625" cy="192881"/>
            </a:xfrm>
            <a:prstGeom prst="lef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7" name="Left Arrow 6"/>
            <p:cNvSpPr/>
            <p:nvPr/>
          </p:nvSpPr>
          <p:spPr>
            <a:xfrm rot="13329989">
              <a:off x="8179912" y="1918360"/>
              <a:ext cx="558678" cy="158626"/>
            </a:xfrm>
            <a:prstGeom prst="lef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  <p:sp>
        <p:nvSpPr>
          <p:cNvPr id="41" name="Wave 40"/>
          <p:cNvSpPr/>
          <p:nvPr/>
        </p:nvSpPr>
        <p:spPr>
          <a:xfrm>
            <a:off x="2692400" y="953294"/>
            <a:ext cx="5867400" cy="2286000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 uses z as its next-hop and will lie to z by saying that “I have a path to x with a cost of </a:t>
            </a:r>
            <a:r>
              <a:rPr lang="en-NZ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infinity.</a:t>
            </a:r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” </a:t>
            </a:r>
          </a:p>
          <a:p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(Do not count on me to route your traffic to x, --poisoned reverse.)</a:t>
            </a:r>
          </a:p>
        </p:txBody>
      </p:sp>
      <p:sp>
        <p:nvSpPr>
          <p:cNvPr id="42" name="Content Placeholder 43">
            <a:extLst>
              <a:ext uri="{FF2B5EF4-FFF2-40B4-BE49-F238E27FC236}">
                <a16:creationId xmlns:a16="http://schemas.microsoft.com/office/drawing/2014/main" id="{02C7F521-D62E-46F1-3982-3461913CF161}"/>
              </a:ext>
            </a:extLst>
          </p:cNvPr>
          <p:cNvSpPr txBox="1">
            <a:spLocks/>
          </p:cNvSpPr>
          <p:nvPr/>
        </p:nvSpPr>
        <p:spPr>
          <a:xfrm>
            <a:off x="393357" y="3572669"/>
            <a:ext cx="8229600" cy="12128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B050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en-NZ" sz="2400" kern="0" dirty="0">
                <a:solidFill>
                  <a:srgbClr val="FF0000"/>
                </a:solidFill>
              </a:rPr>
              <a:t>Poisoned reverse does not solve the general count-to-infinity problem. </a:t>
            </a:r>
          </a:p>
          <a:p>
            <a:r>
              <a:rPr lang="en-NZ" sz="2400" kern="0" dirty="0"/>
              <a:t>Loops involving three or more nodes (rather than simply two immediately neighbouring nodes) will not be detected by the poisoned reverse technique. </a:t>
            </a:r>
          </a:p>
        </p:txBody>
      </p:sp>
    </p:spTree>
    <p:extLst>
      <p:ext uri="{BB962C8B-B14F-4D97-AF65-F5344CB8AC3E}">
        <p14:creationId xmlns:p14="http://schemas.microsoft.com/office/powerpoint/2010/main" val="692730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53" y="126208"/>
            <a:ext cx="8077200" cy="723900"/>
          </a:xfrm>
        </p:spPr>
        <p:txBody>
          <a:bodyPr/>
          <a:lstStyle/>
          <a:p>
            <a:pPr algn="l"/>
            <a:r>
              <a:rPr lang="en-NZ" dirty="0"/>
              <a:t>A loop involving 3 nodes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2F0810-A290-404C-AD50-B7D908288FB7}" type="slidenum">
              <a:rPr lang="en-US" altLang="en-US" smtClean="0"/>
              <a:pPr/>
              <a:t>67</a:t>
            </a:fld>
            <a:endParaRPr lang="en-US" altLang="en-US"/>
          </a:p>
        </p:txBody>
      </p:sp>
      <p:sp>
        <p:nvSpPr>
          <p:cNvPr id="5" name="Freeform 5"/>
          <p:cNvSpPr>
            <a:spLocks/>
          </p:cNvSpPr>
          <p:nvPr/>
        </p:nvSpPr>
        <p:spPr bwMode="auto">
          <a:xfrm>
            <a:off x="5382421" y="770733"/>
            <a:ext cx="2820988" cy="1566863"/>
          </a:xfrm>
          <a:custGeom>
            <a:avLst/>
            <a:gdLst>
              <a:gd name="T0" fmla="*/ 113 w 1376"/>
              <a:gd name="T1" fmla="*/ 348 h 764"/>
              <a:gd name="T2" fmla="*/ 395 w 1376"/>
              <a:gd name="T3" fmla="*/ 162 h 764"/>
              <a:gd name="T4" fmla="*/ 710 w 1376"/>
              <a:gd name="T5" fmla="*/ 9 h 764"/>
              <a:gd name="T6" fmla="*/ 1160 w 1376"/>
              <a:gd name="T7" fmla="*/ 219 h 764"/>
              <a:gd name="T8" fmla="*/ 1367 w 1376"/>
              <a:gd name="T9" fmla="*/ 510 h 764"/>
              <a:gd name="T10" fmla="*/ 1103 w 1376"/>
              <a:gd name="T11" fmla="*/ 726 h 764"/>
              <a:gd name="T12" fmla="*/ 578 w 1376"/>
              <a:gd name="T13" fmla="*/ 738 h 764"/>
              <a:gd name="T14" fmla="*/ 77 w 1376"/>
              <a:gd name="T15" fmla="*/ 630 h 764"/>
              <a:gd name="T16" fmla="*/ 113 w 1376"/>
              <a:gd name="T17" fmla="*/ 348 h 7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76" h="764">
                <a:moveTo>
                  <a:pt x="113" y="348"/>
                </a:moveTo>
                <a:cubicBezTo>
                  <a:pt x="166" y="270"/>
                  <a:pt x="296" y="218"/>
                  <a:pt x="395" y="162"/>
                </a:cubicBezTo>
                <a:cubicBezTo>
                  <a:pt x="494" y="106"/>
                  <a:pt x="583" y="0"/>
                  <a:pt x="710" y="9"/>
                </a:cubicBezTo>
                <a:cubicBezTo>
                  <a:pt x="837" y="18"/>
                  <a:pt x="1051" y="136"/>
                  <a:pt x="1160" y="219"/>
                </a:cubicBezTo>
                <a:cubicBezTo>
                  <a:pt x="1269" y="302"/>
                  <a:pt x="1376" y="426"/>
                  <a:pt x="1367" y="510"/>
                </a:cubicBezTo>
                <a:cubicBezTo>
                  <a:pt x="1358" y="594"/>
                  <a:pt x="1234" y="688"/>
                  <a:pt x="1103" y="726"/>
                </a:cubicBezTo>
                <a:cubicBezTo>
                  <a:pt x="972" y="764"/>
                  <a:pt x="749" y="754"/>
                  <a:pt x="578" y="738"/>
                </a:cubicBezTo>
                <a:cubicBezTo>
                  <a:pt x="407" y="722"/>
                  <a:pt x="154" y="695"/>
                  <a:pt x="77" y="630"/>
                </a:cubicBezTo>
                <a:cubicBezTo>
                  <a:pt x="0" y="565"/>
                  <a:pt x="60" y="426"/>
                  <a:pt x="113" y="348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5978528" y="1567658"/>
            <a:ext cx="352425" cy="285750"/>
          </a:xfrm>
          <a:custGeom>
            <a:avLst/>
            <a:gdLst>
              <a:gd name="T0" fmla="*/ 0 w 222"/>
              <a:gd name="T1" fmla="*/ 180 h 180"/>
              <a:gd name="T2" fmla="*/ 222 w 222"/>
              <a:gd name="T3" fmla="*/ 0 h 1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80">
                <a:moveTo>
                  <a:pt x="0" y="180"/>
                </a:moveTo>
                <a:lnTo>
                  <a:pt x="22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7" name="Oval 7"/>
          <p:cNvSpPr>
            <a:spLocks noChangeArrowheads="1"/>
          </p:cNvSpPr>
          <p:nvPr/>
        </p:nvSpPr>
        <p:spPr bwMode="auto">
          <a:xfrm>
            <a:off x="5565778" y="1942308"/>
            <a:ext cx="496888" cy="12858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5565778" y="1931195"/>
            <a:ext cx="1588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6062665" y="1931195"/>
            <a:ext cx="1588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5565778" y="1931195"/>
            <a:ext cx="492125" cy="7778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Oval 11"/>
          <p:cNvSpPr>
            <a:spLocks noChangeArrowheads="1"/>
          </p:cNvSpPr>
          <p:nvPr/>
        </p:nvSpPr>
        <p:spPr bwMode="auto">
          <a:xfrm>
            <a:off x="5561015" y="1837533"/>
            <a:ext cx="496888" cy="150813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12" name="Freeform 12"/>
          <p:cNvSpPr>
            <a:spLocks/>
          </p:cNvSpPr>
          <p:nvPr/>
        </p:nvSpPr>
        <p:spPr bwMode="auto">
          <a:xfrm>
            <a:off x="6621465" y="1567658"/>
            <a:ext cx="342900" cy="300038"/>
          </a:xfrm>
          <a:custGeom>
            <a:avLst/>
            <a:gdLst>
              <a:gd name="T0" fmla="*/ 0 w 216"/>
              <a:gd name="T1" fmla="*/ 0 h 189"/>
              <a:gd name="T2" fmla="*/ 216 w 216"/>
              <a:gd name="T3" fmla="*/ 189 h 18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16" h="189">
                <a:moveTo>
                  <a:pt x="0" y="0"/>
                </a:moveTo>
                <a:lnTo>
                  <a:pt x="216" y="189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13" name="Freeform 13"/>
          <p:cNvSpPr>
            <a:spLocks/>
          </p:cNvSpPr>
          <p:nvPr/>
        </p:nvSpPr>
        <p:spPr bwMode="auto">
          <a:xfrm>
            <a:off x="6069015" y="1986758"/>
            <a:ext cx="857250" cy="4763"/>
          </a:xfrm>
          <a:custGeom>
            <a:avLst/>
            <a:gdLst>
              <a:gd name="T0" fmla="*/ 540 w 540"/>
              <a:gd name="T1" fmla="*/ 3 h 3"/>
              <a:gd name="T2" fmla="*/ 0 w 540"/>
              <a:gd name="T3" fmla="*/ 0 h 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40" h="3">
                <a:moveTo>
                  <a:pt x="540" y="3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grpSp>
        <p:nvGrpSpPr>
          <p:cNvPr id="14" name="Group 14"/>
          <p:cNvGrpSpPr>
            <a:grpSpLocks/>
          </p:cNvGrpSpPr>
          <p:nvPr/>
        </p:nvGrpSpPr>
        <p:grpSpPr bwMode="auto">
          <a:xfrm>
            <a:off x="5638803" y="1761333"/>
            <a:ext cx="333375" cy="396875"/>
            <a:chOff x="2951" y="2429"/>
            <a:chExt cx="213" cy="250"/>
          </a:xfrm>
        </p:grpSpPr>
        <p:sp>
          <p:nvSpPr>
            <p:cNvPr id="38" name="Rectangle 15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9" name="Text Box 16"/>
            <p:cNvSpPr txBox="1">
              <a:spLocks noChangeArrowheads="1"/>
            </p:cNvSpPr>
            <p:nvPr/>
          </p:nvSpPr>
          <p:spPr bwMode="auto">
            <a:xfrm>
              <a:off x="2951" y="2429"/>
              <a:ext cx="21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x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" name="Group 17"/>
          <p:cNvGrpSpPr>
            <a:grpSpLocks/>
          </p:cNvGrpSpPr>
          <p:nvPr/>
        </p:nvGrpSpPr>
        <p:grpSpPr bwMode="auto">
          <a:xfrm>
            <a:off x="6902453" y="1780383"/>
            <a:ext cx="501650" cy="396875"/>
            <a:chOff x="1740" y="2306"/>
            <a:chExt cx="316" cy="250"/>
          </a:xfrm>
        </p:grpSpPr>
        <p:sp>
          <p:nvSpPr>
            <p:cNvPr id="30" name="Oval 18"/>
            <p:cNvSpPr>
              <a:spLocks noChangeArrowheads="1"/>
            </p:cNvSpPr>
            <p:nvPr/>
          </p:nvSpPr>
          <p:spPr bwMode="auto">
            <a:xfrm>
              <a:off x="1743" y="242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1" name="Line 19"/>
            <p:cNvSpPr>
              <a:spLocks noChangeShapeType="1"/>
            </p:cNvSpPr>
            <p:nvPr/>
          </p:nvSpPr>
          <p:spPr bwMode="auto">
            <a:xfrm>
              <a:off x="1743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2" name="Line 20"/>
            <p:cNvSpPr>
              <a:spLocks noChangeShapeType="1"/>
            </p:cNvSpPr>
            <p:nvPr/>
          </p:nvSpPr>
          <p:spPr bwMode="auto">
            <a:xfrm>
              <a:off x="2056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3" name="Rectangle 21"/>
            <p:cNvSpPr>
              <a:spLocks noChangeArrowheads="1"/>
            </p:cNvSpPr>
            <p:nvPr/>
          </p:nvSpPr>
          <p:spPr bwMode="auto">
            <a:xfrm>
              <a:off x="1743" y="241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4" name="Oval 22"/>
            <p:cNvSpPr>
              <a:spLocks noChangeArrowheads="1"/>
            </p:cNvSpPr>
            <p:nvPr/>
          </p:nvSpPr>
          <p:spPr bwMode="auto">
            <a:xfrm>
              <a:off x="1740" y="235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35" name="Group 23"/>
            <p:cNvGrpSpPr>
              <a:grpSpLocks/>
            </p:cNvGrpSpPr>
            <p:nvPr/>
          </p:nvGrpSpPr>
          <p:grpSpPr bwMode="auto">
            <a:xfrm>
              <a:off x="1800" y="2306"/>
              <a:ext cx="202" cy="250"/>
              <a:chOff x="2955" y="2429"/>
              <a:chExt cx="205" cy="250"/>
            </a:xfrm>
          </p:grpSpPr>
          <p:sp>
            <p:nvSpPr>
              <p:cNvPr id="36" name="Rectangle 2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37" name="Text Box 25"/>
              <p:cNvSpPr txBox="1">
                <a:spLocks noChangeArrowheads="1"/>
              </p:cNvSpPr>
              <p:nvPr/>
            </p:nvSpPr>
            <p:spPr bwMode="auto">
              <a:xfrm>
                <a:off x="2955" y="2429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z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6" name="Text Box 26"/>
          <p:cNvSpPr txBox="1">
            <a:spLocks noChangeArrowheads="1"/>
          </p:cNvSpPr>
          <p:nvPr/>
        </p:nvSpPr>
        <p:spPr bwMode="auto">
          <a:xfrm>
            <a:off x="6735681" y="1447008"/>
            <a:ext cx="3129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dirty="0"/>
              <a:t>3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7" name="Text Box 27"/>
          <p:cNvSpPr txBox="1">
            <a:spLocks noChangeArrowheads="1"/>
          </p:cNvSpPr>
          <p:nvPr/>
        </p:nvSpPr>
        <p:spPr bwMode="auto">
          <a:xfrm>
            <a:off x="5892803" y="1442245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/>
              <a:t>4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8" name="Text Box 28"/>
          <p:cNvSpPr txBox="1">
            <a:spLocks noChangeArrowheads="1"/>
          </p:cNvSpPr>
          <p:nvPr/>
        </p:nvSpPr>
        <p:spPr bwMode="auto">
          <a:xfrm>
            <a:off x="6275390" y="1970883"/>
            <a:ext cx="463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/>
              <a:t>50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19" name="Group 29"/>
          <p:cNvGrpSpPr>
            <a:grpSpLocks/>
          </p:cNvGrpSpPr>
          <p:nvPr/>
        </p:nvGrpSpPr>
        <p:grpSpPr bwMode="auto">
          <a:xfrm>
            <a:off x="6235703" y="1266033"/>
            <a:ext cx="501650" cy="396875"/>
            <a:chOff x="1740" y="2306"/>
            <a:chExt cx="316" cy="250"/>
          </a:xfrm>
        </p:grpSpPr>
        <p:sp>
          <p:nvSpPr>
            <p:cNvPr id="22" name="Oval 30"/>
            <p:cNvSpPr>
              <a:spLocks noChangeArrowheads="1"/>
            </p:cNvSpPr>
            <p:nvPr/>
          </p:nvSpPr>
          <p:spPr bwMode="auto">
            <a:xfrm>
              <a:off x="1743" y="242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3" name="Line 31"/>
            <p:cNvSpPr>
              <a:spLocks noChangeShapeType="1"/>
            </p:cNvSpPr>
            <p:nvPr/>
          </p:nvSpPr>
          <p:spPr bwMode="auto">
            <a:xfrm>
              <a:off x="1743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4" name="Line 32"/>
            <p:cNvSpPr>
              <a:spLocks noChangeShapeType="1"/>
            </p:cNvSpPr>
            <p:nvPr/>
          </p:nvSpPr>
          <p:spPr bwMode="auto">
            <a:xfrm>
              <a:off x="2056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5" name="Rectangle 33"/>
            <p:cNvSpPr>
              <a:spLocks noChangeArrowheads="1"/>
            </p:cNvSpPr>
            <p:nvPr/>
          </p:nvSpPr>
          <p:spPr bwMode="auto">
            <a:xfrm>
              <a:off x="1743" y="241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6" name="Oval 34"/>
            <p:cNvSpPr>
              <a:spLocks noChangeArrowheads="1"/>
            </p:cNvSpPr>
            <p:nvPr/>
          </p:nvSpPr>
          <p:spPr bwMode="auto">
            <a:xfrm>
              <a:off x="1740" y="235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27" name="Group 35"/>
            <p:cNvGrpSpPr>
              <a:grpSpLocks/>
            </p:cNvGrpSpPr>
            <p:nvPr/>
          </p:nvGrpSpPr>
          <p:grpSpPr bwMode="auto">
            <a:xfrm>
              <a:off x="1802" y="2306"/>
              <a:ext cx="199" cy="250"/>
              <a:chOff x="2957" y="2429"/>
              <a:chExt cx="202" cy="250"/>
            </a:xfrm>
          </p:grpSpPr>
          <p:sp>
            <p:nvSpPr>
              <p:cNvPr id="28" name="Rectangle 36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29" name="Text Box 37"/>
              <p:cNvSpPr txBox="1">
                <a:spLocks noChangeArrowheads="1"/>
              </p:cNvSpPr>
              <p:nvPr/>
            </p:nvSpPr>
            <p:spPr bwMode="auto">
              <a:xfrm>
                <a:off x="2957" y="2429"/>
                <a:ext cx="20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y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0" name="Text Box 38"/>
          <p:cNvSpPr txBox="1">
            <a:spLocks noChangeArrowheads="1"/>
          </p:cNvSpPr>
          <p:nvPr/>
        </p:nvSpPr>
        <p:spPr bwMode="auto">
          <a:xfrm>
            <a:off x="5661028" y="1046958"/>
            <a:ext cx="463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FF0000"/>
                </a:solidFill>
              </a:rPr>
              <a:t>60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1" name="Line 39"/>
          <p:cNvSpPr>
            <a:spLocks noChangeShapeType="1"/>
          </p:cNvSpPr>
          <p:nvPr/>
        </p:nvSpPr>
        <p:spPr bwMode="auto">
          <a:xfrm flipH="1" flipV="1">
            <a:off x="5921378" y="1358108"/>
            <a:ext cx="209550" cy="3619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grpSp>
        <p:nvGrpSpPr>
          <p:cNvPr id="40" name="Group 17"/>
          <p:cNvGrpSpPr>
            <a:grpSpLocks/>
          </p:cNvGrpSpPr>
          <p:nvPr/>
        </p:nvGrpSpPr>
        <p:grpSpPr bwMode="auto">
          <a:xfrm>
            <a:off x="7318378" y="1188600"/>
            <a:ext cx="501650" cy="400050"/>
            <a:chOff x="1740" y="2306"/>
            <a:chExt cx="316" cy="252"/>
          </a:xfrm>
        </p:grpSpPr>
        <p:sp>
          <p:nvSpPr>
            <p:cNvPr id="41" name="Oval 18"/>
            <p:cNvSpPr>
              <a:spLocks noChangeArrowheads="1"/>
            </p:cNvSpPr>
            <p:nvPr/>
          </p:nvSpPr>
          <p:spPr bwMode="auto">
            <a:xfrm>
              <a:off x="1743" y="242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2" name="Line 19"/>
            <p:cNvSpPr>
              <a:spLocks noChangeShapeType="1"/>
            </p:cNvSpPr>
            <p:nvPr/>
          </p:nvSpPr>
          <p:spPr bwMode="auto">
            <a:xfrm>
              <a:off x="1743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3" name="Line 20"/>
            <p:cNvSpPr>
              <a:spLocks noChangeShapeType="1"/>
            </p:cNvSpPr>
            <p:nvPr/>
          </p:nvSpPr>
          <p:spPr bwMode="auto">
            <a:xfrm>
              <a:off x="2056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4" name="Rectangle 21"/>
            <p:cNvSpPr>
              <a:spLocks noChangeArrowheads="1"/>
            </p:cNvSpPr>
            <p:nvPr/>
          </p:nvSpPr>
          <p:spPr bwMode="auto">
            <a:xfrm>
              <a:off x="1743" y="241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5" name="Oval 22"/>
            <p:cNvSpPr>
              <a:spLocks noChangeArrowheads="1"/>
            </p:cNvSpPr>
            <p:nvPr/>
          </p:nvSpPr>
          <p:spPr bwMode="auto">
            <a:xfrm>
              <a:off x="1740" y="235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46" name="Group 23"/>
            <p:cNvGrpSpPr>
              <a:grpSpLocks/>
            </p:cNvGrpSpPr>
            <p:nvPr/>
          </p:nvGrpSpPr>
          <p:grpSpPr bwMode="auto">
            <a:xfrm>
              <a:off x="1790" y="2306"/>
              <a:ext cx="234" cy="252"/>
              <a:chOff x="2939" y="2429"/>
              <a:chExt cx="237" cy="252"/>
            </a:xfrm>
          </p:grpSpPr>
          <p:sp>
            <p:nvSpPr>
              <p:cNvPr id="47" name="Rectangle 2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8" name="Text Box 25"/>
              <p:cNvSpPr txBox="1">
                <a:spLocks noChangeArrowheads="1"/>
              </p:cNvSpPr>
              <p:nvPr/>
            </p:nvSpPr>
            <p:spPr bwMode="auto">
              <a:xfrm>
                <a:off x="2939" y="2429"/>
                <a:ext cx="23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 dirty="0"/>
                  <a:t>w</a:t>
                </a:r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49" name="Freeform 6"/>
          <p:cNvSpPr>
            <a:spLocks/>
          </p:cNvSpPr>
          <p:nvPr/>
        </p:nvSpPr>
        <p:spPr bwMode="auto">
          <a:xfrm>
            <a:off x="6748466" y="1405435"/>
            <a:ext cx="565150" cy="62565"/>
          </a:xfrm>
          <a:custGeom>
            <a:avLst/>
            <a:gdLst>
              <a:gd name="T0" fmla="*/ 0 w 222"/>
              <a:gd name="T1" fmla="*/ 180 h 180"/>
              <a:gd name="T2" fmla="*/ 222 w 222"/>
              <a:gd name="T3" fmla="*/ 0 h 1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80">
                <a:moveTo>
                  <a:pt x="0" y="180"/>
                </a:moveTo>
                <a:lnTo>
                  <a:pt x="22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0" name="Freeform 6"/>
          <p:cNvSpPr>
            <a:spLocks/>
          </p:cNvSpPr>
          <p:nvPr/>
        </p:nvSpPr>
        <p:spPr bwMode="auto">
          <a:xfrm flipH="1" flipV="1">
            <a:off x="7360613" y="1506099"/>
            <a:ext cx="216527" cy="383821"/>
          </a:xfrm>
          <a:custGeom>
            <a:avLst/>
            <a:gdLst>
              <a:gd name="T0" fmla="*/ 0 w 222"/>
              <a:gd name="T1" fmla="*/ 180 h 180"/>
              <a:gd name="T2" fmla="*/ 222 w 222"/>
              <a:gd name="T3" fmla="*/ 0 h 1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80">
                <a:moveTo>
                  <a:pt x="0" y="180"/>
                </a:moveTo>
                <a:lnTo>
                  <a:pt x="22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1" name="Text Box 26"/>
          <p:cNvSpPr txBox="1">
            <a:spLocks noChangeArrowheads="1"/>
          </p:cNvSpPr>
          <p:nvPr/>
        </p:nvSpPr>
        <p:spPr bwMode="auto">
          <a:xfrm>
            <a:off x="7432679" y="1517155"/>
            <a:ext cx="3129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dirty="0"/>
              <a:t>1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2" name="Text Box 26"/>
          <p:cNvSpPr txBox="1">
            <a:spLocks noChangeArrowheads="1"/>
          </p:cNvSpPr>
          <p:nvPr/>
        </p:nvSpPr>
        <p:spPr bwMode="auto">
          <a:xfrm>
            <a:off x="6855618" y="1045668"/>
            <a:ext cx="3129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dirty="0"/>
              <a:t>1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3" name="Rectangle 3"/>
          <p:cNvSpPr txBox="1">
            <a:spLocks noChangeArrowheads="1"/>
          </p:cNvSpPr>
          <p:nvPr/>
        </p:nvSpPr>
        <p:spPr>
          <a:xfrm>
            <a:off x="304800" y="1003316"/>
            <a:ext cx="7772400" cy="554988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B050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buFont typeface="ZapfDingbats" pitchFamily="82" charset="2"/>
              <a:buNone/>
            </a:pPr>
            <a:r>
              <a:rPr lang="en-US" altLang="en-US" sz="1800" kern="0" dirty="0"/>
              <a:t>Consider </a:t>
            </a:r>
            <a:r>
              <a:rPr lang="en-US" altLang="en-US" sz="1800" kern="0" dirty="0" err="1"/>
              <a:t>y,z,w</a:t>
            </a:r>
            <a:r>
              <a:rPr lang="en-US" altLang="en-US" sz="1800" kern="0" dirty="0"/>
              <a:t> distance table entries to </a:t>
            </a:r>
          </a:p>
          <a:p>
            <a:pPr>
              <a:buFont typeface="ZapfDingbats" pitchFamily="82" charset="2"/>
              <a:buNone/>
            </a:pPr>
            <a:r>
              <a:rPr lang="en-US" altLang="en-US" sz="1800" kern="0" dirty="0"/>
              <a:t>x only. </a:t>
            </a:r>
            <a:r>
              <a:rPr lang="en-US" altLang="en-US" sz="1800" i="1" kern="0" dirty="0"/>
              <a:t>Using poisoned reverse</a:t>
            </a:r>
            <a:r>
              <a:rPr lang="en-US" altLang="en-US" sz="1800" kern="0" dirty="0"/>
              <a:t>, </a:t>
            </a:r>
          </a:p>
          <a:p>
            <a:pPr>
              <a:buFont typeface="ZapfDingbats" pitchFamily="82" charset="2"/>
              <a:buNone/>
            </a:pPr>
            <a:r>
              <a:rPr lang="en-US" altLang="en-US" sz="1800" dirty="0"/>
              <a:t>z </a:t>
            </a:r>
            <a:r>
              <a:rPr lang="en-US" altLang="en-US" sz="1800"/>
              <a:t>(tells) </a:t>
            </a:r>
            <a:r>
              <a:rPr lang="en-US" altLang="en-US" sz="1800">
                <a:sym typeface="Wingdings" panose="05000000000000000000" pitchFamily="2" charset="2"/>
              </a:rPr>
              <a:t> </a:t>
            </a:r>
            <a:r>
              <a:rPr lang="en-US" altLang="en-US" sz="1800" dirty="0">
                <a:sym typeface="Wingdings" panose="05000000000000000000" pitchFamily="2" charset="2"/>
              </a:rPr>
              <a:t>w,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z</a:t>
            </a:r>
            <a:r>
              <a:rPr lang="en-US" altLang="en-US" sz="1800" dirty="0"/>
              <a:t>(x) = </a:t>
            </a:r>
            <a:r>
              <a:rPr lang="en-US" altLang="en-US" sz="1800" b="1" i="1" dirty="0">
                <a:solidFill>
                  <a:srgbClr val="FF0000"/>
                </a:solidFill>
              </a:rPr>
              <a:t>∞</a:t>
            </a:r>
            <a:r>
              <a:rPr lang="en-US" altLang="en-US" sz="1800" dirty="0"/>
              <a:t>; z </a:t>
            </a:r>
            <a:r>
              <a:rPr lang="en-US" altLang="en-US" sz="1800" dirty="0">
                <a:sym typeface="Wingdings" panose="05000000000000000000" pitchFamily="2" charset="2"/>
              </a:rPr>
              <a:t> y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z</a:t>
            </a:r>
            <a:r>
              <a:rPr lang="en-US" altLang="en-US" sz="1800" dirty="0"/>
              <a:t>(x) = 6 (not lying);</a:t>
            </a:r>
          </a:p>
          <a:p>
            <a:pPr>
              <a:buNone/>
            </a:pPr>
            <a:r>
              <a:rPr lang="en-US" altLang="en-US" sz="1800" kern="0" dirty="0"/>
              <a:t>w </a:t>
            </a:r>
            <a:r>
              <a:rPr lang="en-US" altLang="en-US" sz="1800" kern="0" dirty="0">
                <a:sym typeface="Wingdings" panose="05000000000000000000" pitchFamily="2" charset="2"/>
              </a:rPr>
              <a:t> y,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w</a:t>
            </a:r>
            <a:r>
              <a:rPr lang="en-US" altLang="en-US" sz="1800" dirty="0"/>
              <a:t>(x) = </a:t>
            </a:r>
            <a:r>
              <a:rPr lang="en-US" altLang="en-US" sz="1800" b="1" i="1" dirty="0">
                <a:solidFill>
                  <a:srgbClr val="FF0000"/>
                </a:solidFill>
              </a:rPr>
              <a:t>∞</a:t>
            </a:r>
            <a:r>
              <a:rPr lang="en-US" altLang="en-US" sz="1800" dirty="0"/>
              <a:t>; w </a:t>
            </a:r>
            <a:r>
              <a:rPr lang="en-US" altLang="en-US" sz="1800" dirty="0">
                <a:sym typeface="Wingdings" panose="05000000000000000000" pitchFamily="2" charset="2"/>
              </a:rPr>
              <a:t> z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w</a:t>
            </a:r>
            <a:r>
              <a:rPr lang="en-US" altLang="en-US" sz="1800" dirty="0"/>
              <a:t>(x) = 5 (not lying);</a:t>
            </a:r>
          </a:p>
          <a:p>
            <a:pPr>
              <a:buNone/>
            </a:pPr>
            <a:r>
              <a:rPr lang="en-US" altLang="en-US" sz="1800" kern="0" dirty="0"/>
              <a:t>y </a:t>
            </a:r>
            <a:r>
              <a:rPr lang="en-US" altLang="en-US" sz="1800" kern="0" dirty="0">
                <a:sym typeface="Wingdings" panose="05000000000000000000" pitchFamily="2" charset="2"/>
              </a:rPr>
              <a:t> w,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y</a:t>
            </a:r>
            <a:r>
              <a:rPr lang="en-US" altLang="en-US" sz="1800" dirty="0"/>
              <a:t>(x) = 4 (not lying); y </a:t>
            </a:r>
            <a:r>
              <a:rPr lang="en-US" altLang="en-US" sz="1800" dirty="0">
                <a:sym typeface="Wingdings" panose="05000000000000000000" pitchFamily="2" charset="2"/>
              </a:rPr>
              <a:t> z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y</a:t>
            </a:r>
            <a:r>
              <a:rPr lang="en-US" altLang="en-US" sz="1800" dirty="0"/>
              <a:t>(x) = 4 (not lying);</a:t>
            </a:r>
          </a:p>
          <a:p>
            <a:pPr>
              <a:buNone/>
            </a:pPr>
            <a:r>
              <a:rPr lang="en-US" altLang="en-US" sz="1800" dirty="0"/>
              <a:t>Then there is link-cost change (4</a:t>
            </a:r>
            <a:r>
              <a:rPr lang="en-US" altLang="en-US" sz="1800" dirty="0">
                <a:sym typeface="Wingdings" panose="05000000000000000000" pitchFamily="2" charset="2"/>
              </a:rPr>
              <a:t>60);</a:t>
            </a:r>
          </a:p>
        </p:txBody>
      </p:sp>
    </p:spTree>
    <p:extLst>
      <p:ext uri="{BB962C8B-B14F-4D97-AF65-F5344CB8AC3E}">
        <p14:creationId xmlns:p14="http://schemas.microsoft.com/office/powerpoint/2010/main" val="25832835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53" y="126208"/>
            <a:ext cx="8077200" cy="723900"/>
          </a:xfrm>
        </p:spPr>
        <p:txBody>
          <a:bodyPr/>
          <a:lstStyle/>
          <a:p>
            <a:pPr algn="l"/>
            <a:r>
              <a:rPr lang="en-NZ" dirty="0"/>
              <a:t>A loop involving 3 nodes</a:t>
            </a:r>
            <a:endParaRPr lang="en-NZ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2F0810-A290-404C-AD50-B7D908288FB7}" type="slidenum">
              <a:rPr lang="en-US" altLang="en-US" smtClean="0"/>
              <a:pPr/>
              <a:t>68</a:t>
            </a:fld>
            <a:endParaRPr lang="en-US" altLang="en-US"/>
          </a:p>
        </p:txBody>
      </p:sp>
      <p:sp>
        <p:nvSpPr>
          <p:cNvPr id="5" name="Freeform 5"/>
          <p:cNvSpPr>
            <a:spLocks/>
          </p:cNvSpPr>
          <p:nvPr/>
        </p:nvSpPr>
        <p:spPr bwMode="auto">
          <a:xfrm>
            <a:off x="5382421" y="770733"/>
            <a:ext cx="2820988" cy="1566863"/>
          </a:xfrm>
          <a:custGeom>
            <a:avLst/>
            <a:gdLst>
              <a:gd name="T0" fmla="*/ 113 w 1376"/>
              <a:gd name="T1" fmla="*/ 348 h 764"/>
              <a:gd name="T2" fmla="*/ 395 w 1376"/>
              <a:gd name="T3" fmla="*/ 162 h 764"/>
              <a:gd name="T4" fmla="*/ 710 w 1376"/>
              <a:gd name="T5" fmla="*/ 9 h 764"/>
              <a:gd name="T6" fmla="*/ 1160 w 1376"/>
              <a:gd name="T7" fmla="*/ 219 h 764"/>
              <a:gd name="T8" fmla="*/ 1367 w 1376"/>
              <a:gd name="T9" fmla="*/ 510 h 764"/>
              <a:gd name="T10" fmla="*/ 1103 w 1376"/>
              <a:gd name="T11" fmla="*/ 726 h 764"/>
              <a:gd name="T12" fmla="*/ 578 w 1376"/>
              <a:gd name="T13" fmla="*/ 738 h 764"/>
              <a:gd name="T14" fmla="*/ 77 w 1376"/>
              <a:gd name="T15" fmla="*/ 630 h 764"/>
              <a:gd name="T16" fmla="*/ 113 w 1376"/>
              <a:gd name="T17" fmla="*/ 348 h 7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76" h="764">
                <a:moveTo>
                  <a:pt x="113" y="348"/>
                </a:moveTo>
                <a:cubicBezTo>
                  <a:pt x="166" y="270"/>
                  <a:pt x="296" y="218"/>
                  <a:pt x="395" y="162"/>
                </a:cubicBezTo>
                <a:cubicBezTo>
                  <a:pt x="494" y="106"/>
                  <a:pt x="583" y="0"/>
                  <a:pt x="710" y="9"/>
                </a:cubicBezTo>
                <a:cubicBezTo>
                  <a:pt x="837" y="18"/>
                  <a:pt x="1051" y="136"/>
                  <a:pt x="1160" y="219"/>
                </a:cubicBezTo>
                <a:cubicBezTo>
                  <a:pt x="1269" y="302"/>
                  <a:pt x="1376" y="426"/>
                  <a:pt x="1367" y="510"/>
                </a:cubicBezTo>
                <a:cubicBezTo>
                  <a:pt x="1358" y="594"/>
                  <a:pt x="1234" y="688"/>
                  <a:pt x="1103" y="726"/>
                </a:cubicBezTo>
                <a:cubicBezTo>
                  <a:pt x="972" y="764"/>
                  <a:pt x="749" y="754"/>
                  <a:pt x="578" y="738"/>
                </a:cubicBezTo>
                <a:cubicBezTo>
                  <a:pt x="407" y="722"/>
                  <a:pt x="154" y="695"/>
                  <a:pt x="77" y="630"/>
                </a:cubicBezTo>
                <a:cubicBezTo>
                  <a:pt x="0" y="565"/>
                  <a:pt x="60" y="426"/>
                  <a:pt x="113" y="348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5978528" y="1567658"/>
            <a:ext cx="352425" cy="285750"/>
          </a:xfrm>
          <a:custGeom>
            <a:avLst/>
            <a:gdLst>
              <a:gd name="T0" fmla="*/ 0 w 222"/>
              <a:gd name="T1" fmla="*/ 180 h 180"/>
              <a:gd name="T2" fmla="*/ 222 w 222"/>
              <a:gd name="T3" fmla="*/ 0 h 1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80">
                <a:moveTo>
                  <a:pt x="0" y="180"/>
                </a:moveTo>
                <a:lnTo>
                  <a:pt x="22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7" name="Oval 7"/>
          <p:cNvSpPr>
            <a:spLocks noChangeArrowheads="1"/>
          </p:cNvSpPr>
          <p:nvPr/>
        </p:nvSpPr>
        <p:spPr bwMode="auto">
          <a:xfrm>
            <a:off x="5565778" y="1942308"/>
            <a:ext cx="496888" cy="12858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5565778" y="1931195"/>
            <a:ext cx="1588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6062665" y="1931195"/>
            <a:ext cx="1588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5565778" y="1931195"/>
            <a:ext cx="492125" cy="7778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Oval 11"/>
          <p:cNvSpPr>
            <a:spLocks noChangeArrowheads="1"/>
          </p:cNvSpPr>
          <p:nvPr/>
        </p:nvSpPr>
        <p:spPr bwMode="auto">
          <a:xfrm>
            <a:off x="5561015" y="1837533"/>
            <a:ext cx="496888" cy="150813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12" name="Freeform 12"/>
          <p:cNvSpPr>
            <a:spLocks/>
          </p:cNvSpPr>
          <p:nvPr/>
        </p:nvSpPr>
        <p:spPr bwMode="auto">
          <a:xfrm>
            <a:off x="6621465" y="1567658"/>
            <a:ext cx="342900" cy="300038"/>
          </a:xfrm>
          <a:custGeom>
            <a:avLst/>
            <a:gdLst>
              <a:gd name="T0" fmla="*/ 0 w 216"/>
              <a:gd name="T1" fmla="*/ 0 h 189"/>
              <a:gd name="T2" fmla="*/ 216 w 216"/>
              <a:gd name="T3" fmla="*/ 189 h 18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16" h="189">
                <a:moveTo>
                  <a:pt x="0" y="0"/>
                </a:moveTo>
                <a:lnTo>
                  <a:pt x="216" y="189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13" name="Freeform 13"/>
          <p:cNvSpPr>
            <a:spLocks/>
          </p:cNvSpPr>
          <p:nvPr/>
        </p:nvSpPr>
        <p:spPr bwMode="auto">
          <a:xfrm>
            <a:off x="6069015" y="1986758"/>
            <a:ext cx="857250" cy="4763"/>
          </a:xfrm>
          <a:custGeom>
            <a:avLst/>
            <a:gdLst>
              <a:gd name="T0" fmla="*/ 540 w 540"/>
              <a:gd name="T1" fmla="*/ 3 h 3"/>
              <a:gd name="T2" fmla="*/ 0 w 540"/>
              <a:gd name="T3" fmla="*/ 0 h 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40" h="3">
                <a:moveTo>
                  <a:pt x="540" y="3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grpSp>
        <p:nvGrpSpPr>
          <p:cNvPr id="14" name="Group 14"/>
          <p:cNvGrpSpPr>
            <a:grpSpLocks/>
          </p:cNvGrpSpPr>
          <p:nvPr/>
        </p:nvGrpSpPr>
        <p:grpSpPr bwMode="auto">
          <a:xfrm>
            <a:off x="5638803" y="1761333"/>
            <a:ext cx="333375" cy="396875"/>
            <a:chOff x="2951" y="2429"/>
            <a:chExt cx="213" cy="250"/>
          </a:xfrm>
        </p:grpSpPr>
        <p:sp>
          <p:nvSpPr>
            <p:cNvPr id="38" name="Rectangle 15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9" name="Text Box 16"/>
            <p:cNvSpPr txBox="1">
              <a:spLocks noChangeArrowheads="1"/>
            </p:cNvSpPr>
            <p:nvPr/>
          </p:nvSpPr>
          <p:spPr bwMode="auto">
            <a:xfrm>
              <a:off x="2951" y="2429"/>
              <a:ext cx="21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x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" name="Group 17"/>
          <p:cNvGrpSpPr>
            <a:grpSpLocks/>
          </p:cNvGrpSpPr>
          <p:nvPr/>
        </p:nvGrpSpPr>
        <p:grpSpPr bwMode="auto">
          <a:xfrm>
            <a:off x="6902453" y="1780383"/>
            <a:ext cx="501650" cy="396875"/>
            <a:chOff x="1740" y="2306"/>
            <a:chExt cx="316" cy="250"/>
          </a:xfrm>
        </p:grpSpPr>
        <p:sp>
          <p:nvSpPr>
            <p:cNvPr id="30" name="Oval 18"/>
            <p:cNvSpPr>
              <a:spLocks noChangeArrowheads="1"/>
            </p:cNvSpPr>
            <p:nvPr/>
          </p:nvSpPr>
          <p:spPr bwMode="auto">
            <a:xfrm>
              <a:off x="1743" y="242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1" name="Line 19"/>
            <p:cNvSpPr>
              <a:spLocks noChangeShapeType="1"/>
            </p:cNvSpPr>
            <p:nvPr/>
          </p:nvSpPr>
          <p:spPr bwMode="auto">
            <a:xfrm>
              <a:off x="1743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2" name="Line 20"/>
            <p:cNvSpPr>
              <a:spLocks noChangeShapeType="1"/>
            </p:cNvSpPr>
            <p:nvPr/>
          </p:nvSpPr>
          <p:spPr bwMode="auto">
            <a:xfrm>
              <a:off x="2056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3" name="Rectangle 21"/>
            <p:cNvSpPr>
              <a:spLocks noChangeArrowheads="1"/>
            </p:cNvSpPr>
            <p:nvPr/>
          </p:nvSpPr>
          <p:spPr bwMode="auto">
            <a:xfrm>
              <a:off x="1743" y="241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4" name="Oval 22"/>
            <p:cNvSpPr>
              <a:spLocks noChangeArrowheads="1"/>
            </p:cNvSpPr>
            <p:nvPr/>
          </p:nvSpPr>
          <p:spPr bwMode="auto">
            <a:xfrm>
              <a:off x="1740" y="235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35" name="Group 23"/>
            <p:cNvGrpSpPr>
              <a:grpSpLocks/>
            </p:cNvGrpSpPr>
            <p:nvPr/>
          </p:nvGrpSpPr>
          <p:grpSpPr bwMode="auto">
            <a:xfrm>
              <a:off x="1800" y="2306"/>
              <a:ext cx="202" cy="250"/>
              <a:chOff x="2955" y="2429"/>
              <a:chExt cx="205" cy="250"/>
            </a:xfrm>
          </p:grpSpPr>
          <p:sp>
            <p:nvSpPr>
              <p:cNvPr id="36" name="Rectangle 2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37" name="Text Box 25"/>
              <p:cNvSpPr txBox="1">
                <a:spLocks noChangeArrowheads="1"/>
              </p:cNvSpPr>
              <p:nvPr/>
            </p:nvSpPr>
            <p:spPr bwMode="auto">
              <a:xfrm>
                <a:off x="2955" y="2429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z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6" name="Text Box 26"/>
          <p:cNvSpPr txBox="1">
            <a:spLocks noChangeArrowheads="1"/>
          </p:cNvSpPr>
          <p:nvPr/>
        </p:nvSpPr>
        <p:spPr bwMode="auto">
          <a:xfrm>
            <a:off x="6735681" y="1447008"/>
            <a:ext cx="3129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dirty="0"/>
              <a:t>3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7" name="Text Box 27"/>
          <p:cNvSpPr txBox="1">
            <a:spLocks noChangeArrowheads="1"/>
          </p:cNvSpPr>
          <p:nvPr/>
        </p:nvSpPr>
        <p:spPr bwMode="auto">
          <a:xfrm>
            <a:off x="5892803" y="1442245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/>
              <a:t>4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8" name="Text Box 28"/>
          <p:cNvSpPr txBox="1">
            <a:spLocks noChangeArrowheads="1"/>
          </p:cNvSpPr>
          <p:nvPr/>
        </p:nvSpPr>
        <p:spPr bwMode="auto">
          <a:xfrm>
            <a:off x="6275390" y="1970883"/>
            <a:ext cx="463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/>
              <a:t>50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19" name="Group 29"/>
          <p:cNvGrpSpPr>
            <a:grpSpLocks/>
          </p:cNvGrpSpPr>
          <p:nvPr/>
        </p:nvGrpSpPr>
        <p:grpSpPr bwMode="auto">
          <a:xfrm>
            <a:off x="6235703" y="1266033"/>
            <a:ext cx="501650" cy="396875"/>
            <a:chOff x="1740" y="2306"/>
            <a:chExt cx="316" cy="250"/>
          </a:xfrm>
        </p:grpSpPr>
        <p:sp>
          <p:nvSpPr>
            <p:cNvPr id="22" name="Oval 30"/>
            <p:cNvSpPr>
              <a:spLocks noChangeArrowheads="1"/>
            </p:cNvSpPr>
            <p:nvPr/>
          </p:nvSpPr>
          <p:spPr bwMode="auto">
            <a:xfrm>
              <a:off x="1743" y="242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3" name="Line 31"/>
            <p:cNvSpPr>
              <a:spLocks noChangeShapeType="1"/>
            </p:cNvSpPr>
            <p:nvPr/>
          </p:nvSpPr>
          <p:spPr bwMode="auto">
            <a:xfrm>
              <a:off x="1743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4" name="Line 32"/>
            <p:cNvSpPr>
              <a:spLocks noChangeShapeType="1"/>
            </p:cNvSpPr>
            <p:nvPr/>
          </p:nvSpPr>
          <p:spPr bwMode="auto">
            <a:xfrm>
              <a:off x="2056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5" name="Rectangle 33"/>
            <p:cNvSpPr>
              <a:spLocks noChangeArrowheads="1"/>
            </p:cNvSpPr>
            <p:nvPr/>
          </p:nvSpPr>
          <p:spPr bwMode="auto">
            <a:xfrm>
              <a:off x="1743" y="241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6" name="Oval 34"/>
            <p:cNvSpPr>
              <a:spLocks noChangeArrowheads="1"/>
            </p:cNvSpPr>
            <p:nvPr/>
          </p:nvSpPr>
          <p:spPr bwMode="auto">
            <a:xfrm>
              <a:off x="1740" y="235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27" name="Group 35"/>
            <p:cNvGrpSpPr>
              <a:grpSpLocks/>
            </p:cNvGrpSpPr>
            <p:nvPr/>
          </p:nvGrpSpPr>
          <p:grpSpPr bwMode="auto">
            <a:xfrm>
              <a:off x="1802" y="2306"/>
              <a:ext cx="199" cy="250"/>
              <a:chOff x="2957" y="2429"/>
              <a:chExt cx="202" cy="250"/>
            </a:xfrm>
          </p:grpSpPr>
          <p:sp>
            <p:nvSpPr>
              <p:cNvPr id="28" name="Rectangle 36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29" name="Text Box 37"/>
              <p:cNvSpPr txBox="1">
                <a:spLocks noChangeArrowheads="1"/>
              </p:cNvSpPr>
              <p:nvPr/>
            </p:nvSpPr>
            <p:spPr bwMode="auto">
              <a:xfrm>
                <a:off x="2957" y="2429"/>
                <a:ext cx="20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y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0" name="Text Box 38"/>
          <p:cNvSpPr txBox="1">
            <a:spLocks noChangeArrowheads="1"/>
          </p:cNvSpPr>
          <p:nvPr/>
        </p:nvSpPr>
        <p:spPr bwMode="auto">
          <a:xfrm>
            <a:off x="5661028" y="1046958"/>
            <a:ext cx="463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FF0000"/>
                </a:solidFill>
              </a:rPr>
              <a:t>60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1" name="Line 39"/>
          <p:cNvSpPr>
            <a:spLocks noChangeShapeType="1"/>
          </p:cNvSpPr>
          <p:nvPr/>
        </p:nvSpPr>
        <p:spPr bwMode="auto">
          <a:xfrm flipH="1" flipV="1">
            <a:off x="5921378" y="1358108"/>
            <a:ext cx="209550" cy="3619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grpSp>
        <p:nvGrpSpPr>
          <p:cNvPr id="40" name="Group 17"/>
          <p:cNvGrpSpPr>
            <a:grpSpLocks/>
          </p:cNvGrpSpPr>
          <p:nvPr/>
        </p:nvGrpSpPr>
        <p:grpSpPr bwMode="auto">
          <a:xfrm>
            <a:off x="7318378" y="1188600"/>
            <a:ext cx="501650" cy="400050"/>
            <a:chOff x="1740" y="2306"/>
            <a:chExt cx="316" cy="252"/>
          </a:xfrm>
        </p:grpSpPr>
        <p:sp>
          <p:nvSpPr>
            <p:cNvPr id="41" name="Oval 18"/>
            <p:cNvSpPr>
              <a:spLocks noChangeArrowheads="1"/>
            </p:cNvSpPr>
            <p:nvPr/>
          </p:nvSpPr>
          <p:spPr bwMode="auto">
            <a:xfrm>
              <a:off x="1743" y="242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2" name="Line 19"/>
            <p:cNvSpPr>
              <a:spLocks noChangeShapeType="1"/>
            </p:cNvSpPr>
            <p:nvPr/>
          </p:nvSpPr>
          <p:spPr bwMode="auto">
            <a:xfrm>
              <a:off x="1743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3" name="Line 20"/>
            <p:cNvSpPr>
              <a:spLocks noChangeShapeType="1"/>
            </p:cNvSpPr>
            <p:nvPr/>
          </p:nvSpPr>
          <p:spPr bwMode="auto">
            <a:xfrm>
              <a:off x="2056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4" name="Rectangle 21"/>
            <p:cNvSpPr>
              <a:spLocks noChangeArrowheads="1"/>
            </p:cNvSpPr>
            <p:nvPr/>
          </p:nvSpPr>
          <p:spPr bwMode="auto">
            <a:xfrm>
              <a:off x="1743" y="241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5" name="Oval 22"/>
            <p:cNvSpPr>
              <a:spLocks noChangeArrowheads="1"/>
            </p:cNvSpPr>
            <p:nvPr/>
          </p:nvSpPr>
          <p:spPr bwMode="auto">
            <a:xfrm>
              <a:off x="1740" y="235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46" name="Group 23"/>
            <p:cNvGrpSpPr>
              <a:grpSpLocks/>
            </p:cNvGrpSpPr>
            <p:nvPr/>
          </p:nvGrpSpPr>
          <p:grpSpPr bwMode="auto">
            <a:xfrm>
              <a:off x="1790" y="2306"/>
              <a:ext cx="234" cy="252"/>
              <a:chOff x="2939" y="2429"/>
              <a:chExt cx="237" cy="252"/>
            </a:xfrm>
          </p:grpSpPr>
          <p:sp>
            <p:nvSpPr>
              <p:cNvPr id="47" name="Rectangle 2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8" name="Text Box 25"/>
              <p:cNvSpPr txBox="1">
                <a:spLocks noChangeArrowheads="1"/>
              </p:cNvSpPr>
              <p:nvPr/>
            </p:nvSpPr>
            <p:spPr bwMode="auto">
              <a:xfrm>
                <a:off x="2939" y="2429"/>
                <a:ext cx="23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 dirty="0"/>
                  <a:t>w</a:t>
                </a:r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49" name="Freeform 6"/>
          <p:cNvSpPr>
            <a:spLocks/>
          </p:cNvSpPr>
          <p:nvPr/>
        </p:nvSpPr>
        <p:spPr bwMode="auto">
          <a:xfrm>
            <a:off x="6748466" y="1405435"/>
            <a:ext cx="565150" cy="62565"/>
          </a:xfrm>
          <a:custGeom>
            <a:avLst/>
            <a:gdLst>
              <a:gd name="T0" fmla="*/ 0 w 222"/>
              <a:gd name="T1" fmla="*/ 180 h 180"/>
              <a:gd name="T2" fmla="*/ 222 w 222"/>
              <a:gd name="T3" fmla="*/ 0 h 1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80">
                <a:moveTo>
                  <a:pt x="0" y="180"/>
                </a:moveTo>
                <a:lnTo>
                  <a:pt x="22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0" name="Freeform 6"/>
          <p:cNvSpPr>
            <a:spLocks/>
          </p:cNvSpPr>
          <p:nvPr/>
        </p:nvSpPr>
        <p:spPr bwMode="auto">
          <a:xfrm flipH="1" flipV="1">
            <a:off x="7360613" y="1506099"/>
            <a:ext cx="216527" cy="383821"/>
          </a:xfrm>
          <a:custGeom>
            <a:avLst/>
            <a:gdLst>
              <a:gd name="T0" fmla="*/ 0 w 222"/>
              <a:gd name="T1" fmla="*/ 180 h 180"/>
              <a:gd name="T2" fmla="*/ 222 w 222"/>
              <a:gd name="T3" fmla="*/ 0 h 1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80">
                <a:moveTo>
                  <a:pt x="0" y="180"/>
                </a:moveTo>
                <a:lnTo>
                  <a:pt x="22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1" name="Text Box 26"/>
          <p:cNvSpPr txBox="1">
            <a:spLocks noChangeArrowheads="1"/>
          </p:cNvSpPr>
          <p:nvPr/>
        </p:nvSpPr>
        <p:spPr bwMode="auto">
          <a:xfrm>
            <a:off x="7432679" y="1517155"/>
            <a:ext cx="3129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dirty="0"/>
              <a:t>1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2" name="Text Box 26"/>
          <p:cNvSpPr txBox="1">
            <a:spLocks noChangeArrowheads="1"/>
          </p:cNvSpPr>
          <p:nvPr/>
        </p:nvSpPr>
        <p:spPr bwMode="auto">
          <a:xfrm>
            <a:off x="6855618" y="1045668"/>
            <a:ext cx="3129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dirty="0"/>
              <a:t>1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3" name="Rectangle 3"/>
          <p:cNvSpPr txBox="1">
            <a:spLocks noChangeArrowheads="1"/>
          </p:cNvSpPr>
          <p:nvPr/>
        </p:nvSpPr>
        <p:spPr>
          <a:xfrm>
            <a:off x="304800" y="1003316"/>
            <a:ext cx="7772400" cy="554988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B050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buFont typeface="ZapfDingbats" pitchFamily="82" charset="2"/>
              <a:buNone/>
            </a:pPr>
            <a:r>
              <a:rPr lang="en-US" altLang="en-US" sz="1800" kern="0" dirty="0"/>
              <a:t>Consider </a:t>
            </a:r>
            <a:r>
              <a:rPr lang="en-US" altLang="en-US" sz="1800" kern="0" dirty="0" err="1"/>
              <a:t>y,z,w</a:t>
            </a:r>
            <a:r>
              <a:rPr lang="en-US" altLang="en-US" sz="1800" kern="0" dirty="0"/>
              <a:t> distance table entries to </a:t>
            </a:r>
          </a:p>
          <a:p>
            <a:pPr>
              <a:buFont typeface="ZapfDingbats" pitchFamily="82" charset="2"/>
              <a:buNone/>
            </a:pPr>
            <a:r>
              <a:rPr lang="en-US" altLang="en-US" sz="1800" kern="0" dirty="0"/>
              <a:t>x only. Using poisoned reverse, </a:t>
            </a:r>
          </a:p>
          <a:p>
            <a:pPr>
              <a:buFont typeface="ZapfDingbats" pitchFamily="82" charset="2"/>
              <a:buNone/>
            </a:pPr>
            <a:r>
              <a:rPr lang="en-US" altLang="en-US" sz="1800" dirty="0"/>
              <a:t>z </a:t>
            </a:r>
            <a:r>
              <a:rPr lang="en-US" altLang="en-US" sz="1800" dirty="0">
                <a:sym typeface="Wingdings" panose="05000000000000000000" pitchFamily="2" charset="2"/>
              </a:rPr>
              <a:t>(tells)  w,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z</a:t>
            </a:r>
            <a:r>
              <a:rPr lang="en-US" altLang="en-US" sz="1800" dirty="0"/>
              <a:t>(x) = </a:t>
            </a:r>
            <a:r>
              <a:rPr lang="en-US" altLang="en-US" sz="1800" b="1" i="1" dirty="0">
                <a:solidFill>
                  <a:srgbClr val="FF0000"/>
                </a:solidFill>
              </a:rPr>
              <a:t>∞</a:t>
            </a:r>
            <a:r>
              <a:rPr lang="en-US" altLang="en-US" sz="1800" dirty="0"/>
              <a:t>; z </a:t>
            </a:r>
            <a:r>
              <a:rPr lang="en-US" altLang="en-US" sz="1800" dirty="0">
                <a:sym typeface="Wingdings" panose="05000000000000000000" pitchFamily="2" charset="2"/>
              </a:rPr>
              <a:t> y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z</a:t>
            </a:r>
            <a:r>
              <a:rPr lang="en-US" altLang="en-US" sz="1800" dirty="0"/>
              <a:t>(x) = 6 (not lying);</a:t>
            </a:r>
          </a:p>
          <a:p>
            <a:pPr>
              <a:buNone/>
            </a:pPr>
            <a:r>
              <a:rPr lang="en-US" altLang="en-US" sz="1800" kern="0" dirty="0"/>
              <a:t>w </a:t>
            </a:r>
            <a:r>
              <a:rPr lang="en-US" altLang="en-US" sz="1800" kern="0" dirty="0">
                <a:sym typeface="Wingdings" panose="05000000000000000000" pitchFamily="2" charset="2"/>
              </a:rPr>
              <a:t> y,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w</a:t>
            </a:r>
            <a:r>
              <a:rPr lang="en-US" altLang="en-US" sz="1800" dirty="0"/>
              <a:t>(x) = </a:t>
            </a:r>
            <a:r>
              <a:rPr lang="en-US" altLang="en-US" sz="1800" b="1" i="1" dirty="0">
                <a:solidFill>
                  <a:srgbClr val="FF0000"/>
                </a:solidFill>
              </a:rPr>
              <a:t>∞</a:t>
            </a:r>
            <a:r>
              <a:rPr lang="en-US" altLang="en-US" sz="1800" dirty="0"/>
              <a:t>; w </a:t>
            </a:r>
            <a:r>
              <a:rPr lang="en-US" altLang="en-US" sz="1800" dirty="0">
                <a:sym typeface="Wingdings" panose="05000000000000000000" pitchFamily="2" charset="2"/>
              </a:rPr>
              <a:t> z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w</a:t>
            </a:r>
            <a:r>
              <a:rPr lang="en-US" altLang="en-US" sz="1800" dirty="0"/>
              <a:t>(x) = 5 (not lying);</a:t>
            </a:r>
          </a:p>
          <a:p>
            <a:pPr>
              <a:buNone/>
            </a:pPr>
            <a:r>
              <a:rPr lang="en-US" altLang="en-US" sz="1800" kern="0" dirty="0"/>
              <a:t>y </a:t>
            </a:r>
            <a:r>
              <a:rPr lang="en-US" altLang="en-US" sz="1800" kern="0" dirty="0">
                <a:sym typeface="Wingdings" panose="05000000000000000000" pitchFamily="2" charset="2"/>
              </a:rPr>
              <a:t> w,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y</a:t>
            </a:r>
            <a:r>
              <a:rPr lang="en-US" altLang="en-US" sz="1800" dirty="0"/>
              <a:t>(x) = 4 (not lying); y </a:t>
            </a:r>
            <a:r>
              <a:rPr lang="en-US" altLang="en-US" sz="1800" dirty="0">
                <a:sym typeface="Wingdings" panose="05000000000000000000" pitchFamily="2" charset="2"/>
              </a:rPr>
              <a:t> z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y</a:t>
            </a:r>
            <a:r>
              <a:rPr lang="en-US" altLang="en-US" sz="1800" dirty="0"/>
              <a:t>(x) = 4 (not lying);</a:t>
            </a:r>
          </a:p>
          <a:p>
            <a:pPr>
              <a:buNone/>
            </a:pPr>
            <a:r>
              <a:rPr lang="en-US" altLang="en-US" sz="1800" dirty="0"/>
              <a:t>Then there is link-cost change (4</a:t>
            </a:r>
            <a:r>
              <a:rPr lang="en-US" altLang="en-US" sz="1800" dirty="0">
                <a:sym typeface="Wingdings" panose="05000000000000000000" pitchFamily="2" charset="2"/>
              </a:rPr>
              <a:t>60);</a:t>
            </a:r>
          </a:p>
          <a:p>
            <a:pPr>
              <a:buNone/>
            </a:pPr>
            <a:r>
              <a:rPr lang="en-US" altLang="en-US" sz="1800" dirty="0"/>
              <a:t>At t1, y updates its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y</a:t>
            </a:r>
            <a:r>
              <a:rPr lang="en-US" altLang="en-US" sz="1800" dirty="0"/>
              <a:t>(x) = 9 (via z, z did not lie:); </a:t>
            </a:r>
          </a:p>
          <a:p>
            <a:pPr>
              <a:buNone/>
            </a:pPr>
            <a:r>
              <a:rPr lang="en-US" altLang="en-US" sz="1800" kern="0" dirty="0"/>
              <a:t>          Now y notifies w and z; y </a:t>
            </a:r>
            <a:r>
              <a:rPr lang="en-US" altLang="en-US" sz="1800" kern="0" dirty="0">
                <a:sym typeface="Wingdings" panose="05000000000000000000" pitchFamily="2" charset="2"/>
              </a:rPr>
              <a:t> w,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y</a:t>
            </a:r>
            <a:r>
              <a:rPr lang="en-US" altLang="en-US" sz="1800" dirty="0"/>
              <a:t>(x) = 9; y </a:t>
            </a:r>
            <a:r>
              <a:rPr lang="en-US" altLang="en-US" sz="1800" dirty="0">
                <a:sym typeface="Wingdings" panose="05000000000000000000" pitchFamily="2" charset="2"/>
              </a:rPr>
              <a:t> z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y</a:t>
            </a:r>
            <a:r>
              <a:rPr lang="en-US" altLang="en-US" sz="1800" dirty="0"/>
              <a:t>(x) = </a:t>
            </a:r>
            <a:r>
              <a:rPr lang="en-US" altLang="en-US" sz="1800" b="1" i="1" dirty="0">
                <a:solidFill>
                  <a:srgbClr val="FF0000"/>
                </a:solidFill>
              </a:rPr>
              <a:t>∞</a:t>
            </a:r>
            <a:r>
              <a:rPr lang="en-US" altLang="en-US" sz="1800" dirty="0"/>
              <a:t>;</a:t>
            </a:r>
          </a:p>
          <a:p>
            <a:pPr>
              <a:buNone/>
            </a:pPr>
            <a:r>
              <a:rPr lang="en-US" altLang="en-US" sz="1800" dirty="0"/>
              <a:t>	</a:t>
            </a:r>
            <a:r>
              <a:rPr lang="en-US" altLang="en-US" sz="1200" dirty="0" err="1"/>
              <a:t>D</a:t>
            </a:r>
            <a:r>
              <a:rPr lang="en-US" altLang="en-US" sz="1200" baseline="-25000" dirty="0" err="1"/>
              <a:t>y</a:t>
            </a:r>
            <a:r>
              <a:rPr lang="en-US" altLang="en-US" sz="1200" dirty="0"/>
              <a:t>(x) = min{c(</a:t>
            </a:r>
            <a:r>
              <a:rPr lang="en-US" altLang="en-US" sz="1200" dirty="0" err="1"/>
              <a:t>y,z</a:t>
            </a:r>
            <a:r>
              <a:rPr lang="en-US" altLang="en-US" sz="1200" dirty="0"/>
              <a:t>)+</a:t>
            </a:r>
            <a:r>
              <a:rPr lang="en-US" altLang="en-US" sz="1200" dirty="0" err="1"/>
              <a:t>D</a:t>
            </a:r>
            <a:r>
              <a:rPr lang="en-US" altLang="en-US" sz="1200" baseline="-25000" dirty="0" err="1"/>
              <a:t>z</a:t>
            </a:r>
            <a:r>
              <a:rPr lang="en-US" altLang="en-US" sz="1200" dirty="0"/>
              <a:t>(x), c(</a:t>
            </a:r>
            <a:r>
              <a:rPr lang="en-US" altLang="en-US" sz="1200" dirty="0" err="1"/>
              <a:t>y,w</a:t>
            </a:r>
            <a:r>
              <a:rPr lang="en-US" altLang="en-US" sz="1200" dirty="0"/>
              <a:t>) + </a:t>
            </a:r>
            <a:r>
              <a:rPr lang="en-US" altLang="en-US" sz="1200" dirty="0" err="1"/>
              <a:t>D</a:t>
            </a:r>
            <a:r>
              <a:rPr lang="en-US" altLang="en-US" sz="1200" baseline="-25000" dirty="0" err="1"/>
              <a:t>w</a:t>
            </a:r>
            <a:r>
              <a:rPr lang="en-US" altLang="en-US" sz="1200" dirty="0"/>
              <a:t>(x), c(</a:t>
            </a:r>
            <a:r>
              <a:rPr lang="en-US" altLang="en-US" sz="1200" dirty="0" err="1"/>
              <a:t>y,x</a:t>
            </a:r>
            <a:r>
              <a:rPr lang="en-US" altLang="en-US" sz="1200" dirty="0"/>
              <a:t>) + </a:t>
            </a:r>
            <a:r>
              <a:rPr lang="en-US" altLang="en-US" sz="1200" dirty="0" err="1"/>
              <a:t>D</a:t>
            </a:r>
            <a:r>
              <a:rPr lang="en-US" altLang="en-US" sz="1200" baseline="-25000" dirty="0" err="1"/>
              <a:t>x</a:t>
            </a:r>
            <a:r>
              <a:rPr lang="en-US" altLang="en-US" sz="1200" dirty="0"/>
              <a:t>(x)</a:t>
            </a:r>
            <a:r>
              <a:rPr lang="en-US" altLang="en-US" sz="1200" b="1" i="1" dirty="0">
                <a:solidFill>
                  <a:srgbClr val="FF0000"/>
                </a:solidFill>
              </a:rPr>
              <a:t> </a:t>
            </a:r>
            <a:r>
              <a:rPr lang="en-US" altLang="en-US" sz="1200" dirty="0"/>
              <a:t>} = min{3+6, 1+</a:t>
            </a:r>
            <a:r>
              <a:rPr lang="en-US" altLang="en-US" sz="1200" b="1" i="1" dirty="0">
                <a:solidFill>
                  <a:srgbClr val="FF0000"/>
                </a:solidFill>
              </a:rPr>
              <a:t> ∞, </a:t>
            </a:r>
            <a:r>
              <a:rPr lang="en-US" altLang="en-US" sz="1200" dirty="0"/>
              <a:t>60+0} = 9 (via z) </a:t>
            </a:r>
          </a:p>
          <a:p>
            <a:pPr>
              <a:buNone/>
            </a:pPr>
            <a:endParaRPr lang="en-US" altLang="en-US" sz="1800" dirty="0"/>
          </a:p>
          <a:p>
            <a:pPr>
              <a:buNone/>
            </a:pPr>
            <a:endParaRPr lang="en-US" altLang="en-US" sz="1800" dirty="0"/>
          </a:p>
          <a:p>
            <a:pPr>
              <a:buNone/>
            </a:pPr>
            <a:endParaRPr lang="en-US" altLang="en-US" sz="1800" dirty="0"/>
          </a:p>
          <a:p>
            <a:pPr>
              <a:buNone/>
            </a:pPr>
            <a:endParaRPr lang="en-US" altLang="en-US" sz="1800" dirty="0"/>
          </a:p>
          <a:p>
            <a:pPr>
              <a:buNone/>
            </a:pPr>
            <a:endParaRPr lang="en-US" altLang="en-US" sz="1800" dirty="0"/>
          </a:p>
          <a:p>
            <a:pPr>
              <a:buNone/>
            </a:pPr>
            <a:endParaRPr lang="en-US" altLang="en-US" sz="1800" dirty="0"/>
          </a:p>
          <a:p>
            <a:pPr>
              <a:buFont typeface="ZapfDingbats" pitchFamily="82" charset="2"/>
              <a:buNone/>
            </a:pPr>
            <a:r>
              <a:rPr lang="en-US" altLang="en-US" sz="1800" kern="0" dirty="0">
                <a:sym typeface="Wingdings" panose="05000000000000000000" pitchFamily="2" charset="2"/>
              </a:rPr>
              <a:t> </a:t>
            </a:r>
            <a:r>
              <a:rPr lang="en-US" altLang="en-US" sz="1800" kern="0" dirty="0"/>
              <a:t> </a:t>
            </a:r>
          </a:p>
        </p:txBody>
      </p:sp>
      <p:sp>
        <p:nvSpPr>
          <p:cNvPr id="57" name="Freeform 56"/>
          <p:cNvSpPr/>
          <p:nvPr/>
        </p:nvSpPr>
        <p:spPr>
          <a:xfrm>
            <a:off x="4959927" y="1930400"/>
            <a:ext cx="1182255" cy="1246909"/>
          </a:xfrm>
          <a:custGeom>
            <a:avLst/>
            <a:gdLst>
              <a:gd name="connsiteX0" fmla="*/ 0 w 1182255"/>
              <a:gd name="connsiteY0" fmla="*/ 0 h 1246909"/>
              <a:gd name="connsiteX1" fmla="*/ 64655 w 1182255"/>
              <a:gd name="connsiteY1" fmla="*/ 18473 h 1246909"/>
              <a:gd name="connsiteX2" fmla="*/ 92364 w 1182255"/>
              <a:gd name="connsiteY2" fmla="*/ 27709 h 1246909"/>
              <a:gd name="connsiteX3" fmla="*/ 295564 w 1182255"/>
              <a:gd name="connsiteY3" fmla="*/ 36945 h 1246909"/>
              <a:gd name="connsiteX4" fmla="*/ 323273 w 1182255"/>
              <a:gd name="connsiteY4" fmla="*/ 46182 h 1246909"/>
              <a:gd name="connsiteX5" fmla="*/ 480291 w 1182255"/>
              <a:gd name="connsiteY5" fmla="*/ 64655 h 1246909"/>
              <a:gd name="connsiteX6" fmla="*/ 544946 w 1182255"/>
              <a:gd name="connsiteY6" fmla="*/ 92364 h 1246909"/>
              <a:gd name="connsiteX7" fmla="*/ 609600 w 1182255"/>
              <a:gd name="connsiteY7" fmla="*/ 120073 h 1246909"/>
              <a:gd name="connsiteX8" fmla="*/ 803564 w 1182255"/>
              <a:gd name="connsiteY8" fmla="*/ 147782 h 1246909"/>
              <a:gd name="connsiteX9" fmla="*/ 886691 w 1182255"/>
              <a:gd name="connsiteY9" fmla="*/ 175491 h 1246909"/>
              <a:gd name="connsiteX10" fmla="*/ 960582 w 1182255"/>
              <a:gd name="connsiteY10" fmla="*/ 193964 h 1246909"/>
              <a:gd name="connsiteX11" fmla="*/ 988291 w 1182255"/>
              <a:gd name="connsiteY11" fmla="*/ 212436 h 1246909"/>
              <a:gd name="connsiteX12" fmla="*/ 1043709 w 1182255"/>
              <a:gd name="connsiteY12" fmla="*/ 240145 h 1246909"/>
              <a:gd name="connsiteX13" fmla="*/ 1117600 w 1182255"/>
              <a:gd name="connsiteY13" fmla="*/ 350982 h 1246909"/>
              <a:gd name="connsiteX14" fmla="*/ 1154546 w 1182255"/>
              <a:gd name="connsiteY14" fmla="*/ 406400 h 1246909"/>
              <a:gd name="connsiteX15" fmla="*/ 1163782 w 1182255"/>
              <a:gd name="connsiteY15" fmla="*/ 452582 h 1246909"/>
              <a:gd name="connsiteX16" fmla="*/ 1173018 w 1182255"/>
              <a:gd name="connsiteY16" fmla="*/ 480291 h 1246909"/>
              <a:gd name="connsiteX17" fmla="*/ 1182255 w 1182255"/>
              <a:gd name="connsiteY17" fmla="*/ 517236 h 1246909"/>
              <a:gd name="connsiteX18" fmla="*/ 1173018 w 1182255"/>
              <a:gd name="connsiteY18" fmla="*/ 655782 h 1246909"/>
              <a:gd name="connsiteX19" fmla="*/ 1163782 w 1182255"/>
              <a:gd name="connsiteY19" fmla="*/ 701964 h 1246909"/>
              <a:gd name="connsiteX20" fmla="*/ 1126837 w 1182255"/>
              <a:gd name="connsiteY20" fmla="*/ 757382 h 1246909"/>
              <a:gd name="connsiteX21" fmla="*/ 1108364 w 1182255"/>
              <a:gd name="connsiteY21" fmla="*/ 785091 h 1246909"/>
              <a:gd name="connsiteX22" fmla="*/ 1089891 w 1182255"/>
              <a:gd name="connsiteY22" fmla="*/ 822036 h 1246909"/>
              <a:gd name="connsiteX23" fmla="*/ 1062182 w 1182255"/>
              <a:gd name="connsiteY23" fmla="*/ 831273 h 1246909"/>
              <a:gd name="connsiteX24" fmla="*/ 1043709 w 1182255"/>
              <a:gd name="connsiteY24" fmla="*/ 858982 h 1246909"/>
              <a:gd name="connsiteX25" fmla="*/ 1025237 w 1182255"/>
              <a:gd name="connsiteY25" fmla="*/ 905164 h 1246909"/>
              <a:gd name="connsiteX26" fmla="*/ 997528 w 1182255"/>
              <a:gd name="connsiteY26" fmla="*/ 923636 h 1246909"/>
              <a:gd name="connsiteX27" fmla="*/ 969818 w 1182255"/>
              <a:gd name="connsiteY27" fmla="*/ 951345 h 1246909"/>
              <a:gd name="connsiteX28" fmla="*/ 951346 w 1182255"/>
              <a:gd name="connsiteY28" fmla="*/ 979055 h 1246909"/>
              <a:gd name="connsiteX29" fmla="*/ 895928 w 1182255"/>
              <a:gd name="connsiteY29" fmla="*/ 1016000 h 1246909"/>
              <a:gd name="connsiteX30" fmla="*/ 886691 w 1182255"/>
              <a:gd name="connsiteY30" fmla="*/ 1043709 h 1246909"/>
              <a:gd name="connsiteX31" fmla="*/ 858982 w 1182255"/>
              <a:gd name="connsiteY31" fmla="*/ 1052945 h 1246909"/>
              <a:gd name="connsiteX32" fmla="*/ 803564 w 1182255"/>
              <a:gd name="connsiteY32" fmla="*/ 1080655 h 1246909"/>
              <a:gd name="connsiteX33" fmla="*/ 748146 w 1182255"/>
              <a:gd name="connsiteY33" fmla="*/ 1126836 h 1246909"/>
              <a:gd name="connsiteX34" fmla="*/ 692728 w 1182255"/>
              <a:gd name="connsiteY34" fmla="*/ 1145309 h 1246909"/>
              <a:gd name="connsiteX35" fmla="*/ 637309 w 1182255"/>
              <a:gd name="connsiteY35" fmla="*/ 1182255 h 1246909"/>
              <a:gd name="connsiteX36" fmla="*/ 591128 w 1182255"/>
              <a:gd name="connsiteY36" fmla="*/ 1191491 h 1246909"/>
              <a:gd name="connsiteX37" fmla="*/ 535709 w 1182255"/>
              <a:gd name="connsiteY37" fmla="*/ 1209964 h 1246909"/>
              <a:gd name="connsiteX38" fmla="*/ 508000 w 1182255"/>
              <a:gd name="connsiteY38" fmla="*/ 1219200 h 1246909"/>
              <a:gd name="connsiteX39" fmla="*/ 443346 w 1182255"/>
              <a:gd name="connsiteY39" fmla="*/ 1237673 h 1246909"/>
              <a:gd name="connsiteX40" fmla="*/ 397164 w 1182255"/>
              <a:gd name="connsiteY40" fmla="*/ 1246909 h 1246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182255" h="1246909">
                <a:moveTo>
                  <a:pt x="0" y="0"/>
                </a:moveTo>
                <a:lnTo>
                  <a:pt x="64655" y="18473"/>
                </a:lnTo>
                <a:cubicBezTo>
                  <a:pt x="73980" y="21271"/>
                  <a:pt x="82659" y="26933"/>
                  <a:pt x="92364" y="27709"/>
                </a:cubicBezTo>
                <a:cubicBezTo>
                  <a:pt x="159951" y="33116"/>
                  <a:pt x="227831" y="33866"/>
                  <a:pt x="295564" y="36945"/>
                </a:cubicBezTo>
                <a:cubicBezTo>
                  <a:pt x="304800" y="40024"/>
                  <a:pt x="313726" y="44273"/>
                  <a:pt x="323273" y="46182"/>
                </a:cubicBezTo>
                <a:cubicBezTo>
                  <a:pt x="364098" y="54347"/>
                  <a:pt x="443667" y="60992"/>
                  <a:pt x="480291" y="64655"/>
                </a:cubicBezTo>
                <a:cubicBezTo>
                  <a:pt x="501843" y="73891"/>
                  <a:pt x="523600" y="82662"/>
                  <a:pt x="544946" y="92364"/>
                </a:cubicBezTo>
                <a:cubicBezTo>
                  <a:pt x="573438" y="105315"/>
                  <a:pt x="580964" y="113465"/>
                  <a:pt x="609600" y="120073"/>
                </a:cubicBezTo>
                <a:cubicBezTo>
                  <a:pt x="707646" y="142699"/>
                  <a:pt x="700658" y="138426"/>
                  <a:pt x="803564" y="147782"/>
                </a:cubicBezTo>
                <a:cubicBezTo>
                  <a:pt x="831273" y="157018"/>
                  <a:pt x="858050" y="169763"/>
                  <a:pt x="886691" y="175491"/>
                </a:cubicBezTo>
                <a:cubicBezTo>
                  <a:pt x="904263" y="179005"/>
                  <a:pt x="941644" y="184495"/>
                  <a:pt x="960582" y="193964"/>
                </a:cubicBezTo>
                <a:cubicBezTo>
                  <a:pt x="970511" y="198928"/>
                  <a:pt x="978362" y="207472"/>
                  <a:pt x="988291" y="212436"/>
                </a:cubicBezTo>
                <a:cubicBezTo>
                  <a:pt x="1064771" y="250676"/>
                  <a:pt x="964300" y="187207"/>
                  <a:pt x="1043709" y="240145"/>
                </a:cubicBezTo>
                <a:cubicBezTo>
                  <a:pt x="1064652" y="268070"/>
                  <a:pt x="1108905" y="324899"/>
                  <a:pt x="1117600" y="350982"/>
                </a:cubicBezTo>
                <a:cubicBezTo>
                  <a:pt x="1130968" y="391083"/>
                  <a:pt x="1119953" y="371807"/>
                  <a:pt x="1154546" y="406400"/>
                </a:cubicBezTo>
                <a:cubicBezTo>
                  <a:pt x="1157625" y="421794"/>
                  <a:pt x="1159975" y="437352"/>
                  <a:pt x="1163782" y="452582"/>
                </a:cubicBezTo>
                <a:cubicBezTo>
                  <a:pt x="1166143" y="462027"/>
                  <a:pt x="1170343" y="470930"/>
                  <a:pt x="1173018" y="480291"/>
                </a:cubicBezTo>
                <a:cubicBezTo>
                  <a:pt x="1176505" y="492497"/>
                  <a:pt x="1179176" y="504921"/>
                  <a:pt x="1182255" y="517236"/>
                </a:cubicBezTo>
                <a:cubicBezTo>
                  <a:pt x="1179176" y="563418"/>
                  <a:pt x="1177624" y="609727"/>
                  <a:pt x="1173018" y="655782"/>
                </a:cubicBezTo>
                <a:cubicBezTo>
                  <a:pt x="1171456" y="671403"/>
                  <a:pt x="1170278" y="687672"/>
                  <a:pt x="1163782" y="701964"/>
                </a:cubicBezTo>
                <a:cubicBezTo>
                  <a:pt x="1154595" y="722175"/>
                  <a:pt x="1139152" y="738909"/>
                  <a:pt x="1126837" y="757382"/>
                </a:cubicBezTo>
                <a:cubicBezTo>
                  <a:pt x="1120679" y="766618"/>
                  <a:pt x="1113329" y="775162"/>
                  <a:pt x="1108364" y="785091"/>
                </a:cubicBezTo>
                <a:cubicBezTo>
                  <a:pt x="1102206" y="797406"/>
                  <a:pt x="1099627" y="812300"/>
                  <a:pt x="1089891" y="822036"/>
                </a:cubicBezTo>
                <a:cubicBezTo>
                  <a:pt x="1083007" y="828920"/>
                  <a:pt x="1071418" y="828194"/>
                  <a:pt x="1062182" y="831273"/>
                </a:cubicBezTo>
                <a:cubicBezTo>
                  <a:pt x="1056024" y="840509"/>
                  <a:pt x="1048673" y="849053"/>
                  <a:pt x="1043709" y="858982"/>
                </a:cubicBezTo>
                <a:cubicBezTo>
                  <a:pt x="1036294" y="873811"/>
                  <a:pt x="1034874" y="891672"/>
                  <a:pt x="1025237" y="905164"/>
                </a:cubicBezTo>
                <a:cubicBezTo>
                  <a:pt x="1018785" y="914197"/>
                  <a:pt x="1006056" y="916530"/>
                  <a:pt x="997528" y="923636"/>
                </a:cubicBezTo>
                <a:cubicBezTo>
                  <a:pt x="987493" y="931998"/>
                  <a:pt x="978180" y="941310"/>
                  <a:pt x="969818" y="951345"/>
                </a:cubicBezTo>
                <a:cubicBezTo>
                  <a:pt x="962711" y="959873"/>
                  <a:pt x="959700" y="971745"/>
                  <a:pt x="951346" y="979055"/>
                </a:cubicBezTo>
                <a:cubicBezTo>
                  <a:pt x="934638" y="993675"/>
                  <a:pt x="895928" y="1016000"/>
                  <a:pt x="895928" y="1016000"/>
                </a:cubicBezTo>
                <a:cubicBezTo>
                  <a:pt x="892849" y="1025236"/>
                  <a:pt x="893575" y="1036825"/>
                  <a:pt x="886691" y="1043709"/>
                </a:cubicBezTo>
                <a:cubicBezTo>
                  <a:pt x="879807" y="1050593"/>
                  <a:pt x="867690" y="1048591"/>
                  <a:pt x="858982" y="1052945"/>
                </a:cubicBezTo>
                <a:cubicBezTo>
                  <a:pt x="787355" y="1088759"/>
                  <a:pt x="873218" y="1057435"/>
                  <a:pt x="803564" y="1080655"/>
                </a:cubicBezTo>
                <a:cubicBezTo>
                  <a:pt x="786162" y="1098057"/>
                  <a:pt x="771294" y="1116548"/>
                  <a:pt x="748146" y="1126836"/>
                </a:cubicBezTo>
                <a:cubicBezTo>
                  <a:pt x="730352" y="1134744"/>
                  <a:pt x="692728" y="1145309"/>
                  <a:pt x="692728" y="1145309"/>
                </a:cubicBezTo>
                <a:cubicBezTo>
                  <a:pt x="674255" y="1157624"/>
                  <a:pt x="659080" y="1177901"/>
                  <a:pt x="637309" y="1182255"/>
                </a:cubicBezTo>
                <a:cubicBezTo>
                  <a:pt x="621915" y="1185334"/>
                  <a:pt x="606273" y="1187360"/>
                  <a:pt x="591128" y="1191491"/>
                </a:cubicBezTo>
                <a:cubicBezTo>
                  <a:pt x="572342" y="1196614"/>
                  <a:pt x="554182" y="1203806"/>
                  <a:pt x="535709" y="1209964"/>
                </a:cubicBezTo>
                <a:lnTo>
                  <a:pt x="508000" y="1219200"/>
                </a:lnTo>
                <a:cubicBezTo>
                  <a:pt x="477150" y="1229483"/>
                  <a:pt x="478130" y="1229943"/>
                  <a:pt x="443346" y="1237673"/>
                </a:cubicBezTo>
                <a:cubicBezTo>
                  <a:pt x="428021" y="1241079"/>
                  <a:pt x="397164" y="1246909"/>
                  <a:pt x="397164" y="1246909"/>
                </a:cubicBezTo>
              </a:path>
            </a:pathLst>
          </a:custGeom>
          <a:noFill/>
          <a:ln>
            <a:solidFill>
              <a:srgbClr val="00B050"/>
            </a:solidFill>
            <a:head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69506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53" y="126208"/>
            <a:ext cx="8077200" cy="723900"/>
          </a:xfrm>
        </p:spPr>
        <p:txBody>
          <a:bodyPr/>
          <a:lstStyle/>
          <a:p>
            <a:pPr algn="l"/>
            <a:r>
              <a:rPr lang="en-NZ" dirty="0"/>
              <a:t>A loop involving 3 nodes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2F0810-A290-404C-AD50-B7D908288FB7}" type="slidenum">
              <a:rPr lang="en-US" altLang="en-US" smtClean="0"/>
              <a:pPr/>
              <a:t>69</a:t>
            </a:fld>
            <a:endParaRPr lang="en-US" altLang="en-US"/>
          </a:p>
        </p:txBody>
      </p:sp>
      <p:sp>
        <p:nvSpPr>
          <p:cNvPr id="5" name="Freeform 5"/>
          <p:cNvSpPr>
            <a:spLocks/>
          </p:cNvSpPr>
          <p:nvPr/>
        </p:nvSpPr>
        <p:spPr bwMode="auto">
          <a:xfrm>
            <a:off x="5382421" y="770733"/>
            <a:ext cx="2820988" cy="1566863"/>
          </a:xfrm>
          <a:custGeom>
            <a:avLst/>
            <a:gdLst>
              <a:gd name="T0" fmla="*/ 113 w 1376"/>
              <a:gd name="T1" fmla="*/ 348 h 764"/>
              <a:gd name="T2" fmla="*/ 395 w 1376"/>
              <a:gd name="T3" fmla="*/ 162 h 764"/>
              <a:gd name="T4" fmla="*/ 710 w 1376"/>
              <a:gd name="T5" fmla="*/ 9 h 764"/>
              <a:gd name="T6" fmla="*/ 1160 w 1376"/>
              <a:gd name="T7" fmla="*/ 219 h 764"/>
              <a:gd name="T8" fmla="*/ 1367 w 1376"/>
              <a:gd name="T9" fmla="*/ 510 h 764"/>
              <a:gd name="T10" fmla="*/ 1103 w 1376"/>
              <a:gd name="T11" fmla="*/ 726 h 764"/>
              <a:gd name="T12" fmla="*/ 578 w 1376"/>
              <a:gd name="T13" fmla="*/ 738 h 764"/>
              <a:gd name="T14" fmla="*/ 77 w 1376"/>
              <a:gd name="T15" fmla="*/ 630 h 764"/>
              <a:gd name="T16" fmla="*/ 113 w 1376"/>
              <a:gd name="T17" fmla="*/ 348 h 7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76" h="764">
                <a:moveTo>
                  <a:pt x="113" y="348"/>
                </a:moveTo>
                <a:cubicBezTo>
                  <a:pt x="166" y="270"/>
                  <a:pt x="296" y="218"/>
                  <a:pt x="395" y="162"/>
                </a:cubicBezTo>
                <a:cubicBezTo>
                  <a:pt x="494" y="106"/>
                  <a:pt x="583" y="0"/>
                  <a:pt x="710" y="9"/>
                </a:cubicBezTo>
                <a:cubicBezTo>
                  <a:pt x="837" y="18"/>
                  <a:pt x="1051" y="136"/>
                  <a:pt x="1160" y="219"/>
                </a:cubicBezTo>
                <a:cubicBezTo>
                  <a:pt x="1269" y="302"/>
                  <a:pt x="1376" y="426"/>
                  <a:pt x="1367" y="510"/>
                </a:cubicBezTo>
                <a:cubicBezTo>
                  <a:pt x="1358" y="594"/>
                  <a:pt x="1234" y="688"/>
                  <a:pt x="1103" y="726"/>
                </a:cubicBezTo>
                <a:cubicBezTo>
                  <a:pt x="972" y="764"/>
                  <a:pt x="749" y="754"/>
                  <a:pt x="578" y="738"/>
                </a:cubicBezTo>
                <a:cubicBezTo>
                  <a:pt x="407" y="722"/>
                  <a:pt x="154" y="695"/>
                  <a:pt x="77" y="630"/>
                </a:cubicBezTo>
                <a:cubicBezTo>
                  <a:pt x="0" y="565"/>
                  <a:pt x="60" y="426"/>
                  <a:pt x="113" y="348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5978528" y="1567658"/>
            <a:ext cx="352425" cy="285750"/>
          </a:xfrm>
          <a:custGeom>
            <a:avLst/>
            <a:gdLst>
              <a:gd name="T0" fmla="*/ 0 w 222"/>
              <a:gd name="T1" fmla="*/ 180 h 180"/>
              <a:gd name="T2" fmla="*/ 222 w 222"/>
              <a:gd name="T3" fmla="*/ 0 h 1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80">
                <a:moveTo>
                  <a:pt x="0" y="180"/>
                </a:moveTo>
                <a:lnTo>
                  <a:pt x="22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7" name="Oval 7"/>
          <p:cNvSpPr>
            <a:spLocks noChangeArrowheads="1"/>
          </p:cNvSpPr>
          <p:nvPr/>
        </p:nvSpPr>
        <p:spPr bwMode="auto">
          <a:xfrm>
            <a:off x="5565778" y="1942308"/>
            <a:ext cx="496888" cy="12858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5565778" y="1931195"/>
            <a:ext cx="1588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6062665" y="1931195"/>
            <a:ext cx="1588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5565778" y="1931195"/>
            <a:ext cx="492125" cy="7778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Oval 11"/>
          <p:cNvSpPr>
            <a:spLocks noChangeArrowheads="1"/>
          </p:cNvSpPr>
          <p:nvPr/>
        </p:nvSpPr>
        <p:spPr bwMode="auto">
          <a:xfrm>
            <a:off x="5561015" y="1837533"/>
            <a:ext cx="496888" cy="150813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12" name="Freeform 12"/>
          <p:cNvSpPr>
            <a:spLocks/>
          </p:cNvSpPr>
          <p:nvPr/>
        </p:nvSpPr>
        <p:spPr bwMode="auto">
          <a:xfrm>
            <a:off x="6621465" y="1567658"/>
            <a:ext cx="342900" cy="300038"/>
          </a:xfrm>
          <a:custGeom>
            <a:avLst/>
            <a:gdLst>
              <a:gd name="T0" fmla="*/ 0 w 216"/>
              <a:gd name="T1" fmla="*/ 0 h 189"/>
              <a:gd name="T2" fmla="*/ 216 w 216"/>
              <a:gd name="T3" fmla="*/ 189 h 18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16" h="189">
                <a:moveTo>
                  <a:pt x="0" y="0"/>
                </a:moveTo>
                <a:lnTo>
                  <a:pt x="216" y="189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13" name="Freeform 13"/>
          <p:cNvSpPr>
            <a:spLocks/>
          </p:cNvSpPr>
          <p:nvPr/>
        </p:nvSpPr>
        <p:spPr bwMode="auto">
          <a:xfrm>
            <a:off x="6069015" y="1986758"/>
            <a:ext cx="857250" cy="4763"/>
          </a:xfrm>
          <a:custGeom>
            <a:avLst/>
            <a:gdLst>
              <a:gd name="T0" fmla="*/ 540 w 540"/>
              <a:gd name="T1" fmla="*/ 3 h 3"/>
              <a:gd name="T2" fmla="*/ 0 w 540"/>
              <a:gd name="T3" fmla="*/ 0 h 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40" h="3">
                <a:moveTo>
                  <a:pt x="540" y="3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grpSp>
        <p:nvGrpSpPr>
          <p:cNvPr id="14" name="Group 14"/>
          <p:cNvGrpSpPr>
            <a:grpSpLocks/>
          </p:cNvGrpSpPr>
          <p:nvPr/>
        </p:nvGrpSpPr>
        <p:grpSpPr bwMode="auto">
          <a:xfrm>
            <a:off x="5638803" y="1761333"/>
            <a:ext cx="333375" cy="396875"/>
            <a:chOff x="2951" y="2429"/>
            <a:chExt cx="213" cy="250"/>
          </a:xfrm>
        </p:grpSpPr>
        <p:sp>
          <p:nvSpPr>
            <p:cNvPr id="38" name="Rectangle 15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9" name="Text Box 16"/>
            <p:cNvSpPr txBox="1">
              <a:spLocks noChangeArrowheads="1"/>
            </p:cNvSpPr>
            <p:nvPr/>
          </p:nvSpPr>
          <p:spPr bwMode="auto">
            <a:xfrm>
              <a:off x="2951" y="2429"/>
              <a:ext cx="21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x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" name="Group 17"/>
          <p:cNvGrpSpPr>
            <a:grpSpLocks/>
          </p:cNvGrpSpPr>
          <p:nvPr/>
        </p:nvGrpSpPr>
        <p:grpSpPr bwMode="auto">
          <a:xfrm>
            <a:off x="6902453" y="1780383"/>
            <a:ext cx="501650" cy="396875"/>
            <a:chOff x="1740" y="2306"/>
            <a:chExt cx="316" cy="250"/>
          </a:xfrm>
        </p:grpSpPr>
        <p:sp>
          <p:nvSpPr>
            <p:cNvPr id="30" name="Oval 18"/>
            <p:cNvSpPr>
              <a:spLocks noChangeArrowheads="1"/>
            </p:cNvSpPr>
            <p:nvPr/>
          </p:nvSpPr>
          <p:spPr bwMode="auto">
            <a:xfrm>
              <a:off x="1743" y="242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1" name="Line 19"/>
            <p:cNvSpPr>
              <a:spLocks noChangeShapeType="1"/>
            </p:cNvSpPr>
            <p:nvPr/>
          </p:nvSpPr>
          <p:spPr bwMode="auto">
            <a:xfrm>
              <a:off x="1743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2" name="Line 20"/>
            <p:cNvSpPr>
              <a:spLocks noChangeShapeType="1"/>
            </p:cNvSpPr>
            <p:nvPr/>
          </p:nvSpPr>
          <p:spPr bwMode="auto">
            <a:xfrm>
              <a:off x="2056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3" name="Rectangle 21"/>
            <p:cNvSpPr>
              <a:spLocks noChangeArrowheads="1"/>
            </p:cNvSpPr>
            <p:nvPr/>
          </p:nvSpPr>
          <p:spPr bwMode="auto">
            <a:xfrm>
              <a:off x="1743" y="241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4" name="Oval 22"/>
            <p:cNvSpPr>
              <a:spLocks noChangeArrowheads="1"/>
            </p:cNvSpPr>
            <p:nvPr/>
          </p:nvSpPr>
          <p:spPr bwMode="auto">
            <a:xfrm>
              <a:off x="1740" y="235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35" name="Group 23"/>
            <p:cNvGrpSpPr>
              <a:grpSpLocks/>
            </p:cNvGrpSpPr>
            <p:nvPr/>
          </p:nvGrpSpPr>
          <p:grpSpPr bwMode="auto">
            <a:xfrm>
              <a:off x="1800" y="2306"/>
              <a:ext cx="202" cy="250"/>
              <a:chOff x="2955" y="2429"/>
              <a:chExt cx="205" cy="250"/>
            </a:xfrm>
          </p:grpSpPr>
          <p:sp>
            <p:nvSpPr>
              <p:cNvPr id="36" name="Rectangle 2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37" name="Text Box 25"/>
              <p:cNvSpPr txBox="1">
                <a:spLocks noChangeArrowheads="1"/>
              </p:cNvSpPr>
              <p:nvPr/>
            </p:nvSpPr>
            <p:spPr bwMode="auto">
              <a:xfrm>
                <a:off x="2955" y="2429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z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6" name="Text Box 26"/>
          <p:cNvSpPr txBox="1">
            <a:spLocks noChangeArrowheads="1"/>
          </p:cNvSpPr>
          <p:nvPr/>
        </p:nvSpPr>
        <p:spPr bwMode="auto">
          <a:xfrm>
            <a:off x="6735681" y="1447008"/>
            <a:ext cx="3129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dirty="0"/>
              <a:t>3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7" name="Text Box 27"/>
          <p:cNvSpPr txBox="1">
            <a:spLocks noChangeArrowheads="1"/>
          </p:cNvSpPr>
          <p:nvPr/>
        </p:nvSpPr>
        <p:spPr bwMode="auto">
          <a:xfrm>
            <a:off x="5892803" y="1442245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/>
              <a:t>4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8" name="Text Box 28"/>
          <p:cNvSpPr txBox="1">
            <a:spLocks noChangeArrowheads="1"/>
          </p:cNvSpPr>
          <p:nvPr/>
        </p:nvSpPr>
        <p:spPr bwMode="auto">
          <a:xfrm>
            <a:off x="6275390" y="1970883"/>
            <a:ext cx="463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/>
              <a:t>50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19" name="Group 29"/>
          <p:cNvGrpSpPr>
            <a:grpSpLocks/>
          </p:cNvGrpSpPr>
          <p:nvPr/>
        </p:nvGrpSpPr>
        <p:grpSpPr bwMode="auto">
          <a:xfrm>
            <a:off x="6235703" y="1266033"/>
            <a:ext cx="501650" cy="396875"/>
            <a:chOff x="1740" y="2306"/>
            <a:chExt cx="316" cy="250"/>
          </a:xfrm>
        </p:grpSpPr>
        <p:sp>
          <p:nvSpPr>
            <p:cNvPr id="22" name="Oval 30"/>
            <p:cNvSpPr>
              <a:spLocks noChangeArrowheads="1"/>
            </p:cNvSpPr>
            <p:nvPr/>
          </p:nvSpPr>
          <p:spPr bwMode="auto">
            <a:xfrm>
              <a:off x="1743" y="242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3" name="Line 31"/>
            <p:cNvSpPr>
              <a:spLocks noChangeShapeType="1"/>
            </p:cNvSpPr>
            <p:nvPr/>
          </p:nvSpPr>
          <p:spPr bwMode="auto">
            <a:xfrm>
              <a:off x="1743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4" name="Line 32"/>
            <p:cNvSpPr>
              <a:spLocks noChangeShapeType="1"/>
            </p:cNvSpPr>
            <p:nvPr/>
          </p:nvSpPr>
          <p:spPr bwMode="auto">
            <a:xfrm>
              <a:off x="2056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5" name="Rectangle 33"/>
            <p:cNvSpPr>
              <a:spLocks noChangeArrowheads="1"/>
            </p:cNvSpPr>
            <p:nvPr/>
          </p:nvSpPr>
          <p:spPr bwMode="auto">
            <a:xfrm>
              <a:off x="1743" y="241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6" name="Oval 34"/>
            <p:cNvSpPr>
              <a:spLocks noChangeArrowheads="1"/>
            </p:cNvSpPr>
            <p:nvPr/>
          </p:nvSpPr>
          <p:spPr bwMode="auto">
            <a:xfrm>
              <a:off x="1740" y="235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27" name="Group 35"/>
            <p:cNvGrpSpPr>
              <a:grpSpLocks/>
            </p:cNvGrpSpPr>
            <p:nvPr/>
          </p:nvGrpSpPr>
          <p:grpSpPr bwMode="auto">
            <a:xfrm>
              <a:off x="1802" y="2306"/>
              <a:ext cx="199" cy="250"/>
              <a:chOff x="2957" y="2429"/>
              <a:chExt cx="202" cy="250"/>
            </a:xfrm>
          </p:grpSpPr>
          <p:sp>
            <p:nvSpPr>
              <p:cNvPr id="28" name="Rectangle 36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29" name="Text Box 37"/>
              <p:cNvSpPr txBox="1">
                <a:spLocks noChangeArrowheads="1"/>
              </p:cNvSpPr>
              <p:nvPr/>
            </p:nvSpPr>
            <p:spPr bwMode="auto">
              <a:xfrm>
                <a:off x="2957" y="2429"/>
                <a:ext cx="20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y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0" name="Text Box 38"/>
          <p:cNvSpPr txBox="1">
            <a:spLocks noChangeArrowheads="1"/>
          </p:cNvSpPr>
          <p:nvPr/>
        </p:nvSpPr>
        <p:spPr bwMode="auto">
          <a:xfrm>
            <a:off x="5661028" y="1046958"/>
            <a:ext cx="463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FF0000"/>
                </a:solidFill>
              </a:rPr>
              <a:t>60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1" name="Line 39"/>
          <p:cNvSpPr>
            <a:spLocks noChangeShapeType="1"/>
          </p:cNvSpPr>
          <p:nvPr/>
        </p:nvSpPr>
        <p:spPr bwMode="auto">
          <a:xfrm flipH="1" flipV="1">
            <a:off x="5921378" y="1358108"/>
            <a:ext cx="209550" cy="3619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grpSp>
        <p:nvGrpSpPr>
          <p:cNvPr id="40" name="Group 17"/>
          <p:cNvGrpSpPr>
            <a:grpSpLocks/>
          </p:cNvGrpSpPr>
          <p:nvPr/>
        </p:nvGrpSpPr>
        <p:grpSpPr bwMode="auto">
          <a:xfrm>
            <a:off x="7318378" y="1188600"/>
            <a:ext cx="501650" cy="400050"/>
            <a:chOff x="1740" y="2306"/>
            <a:chExt cx="316" cy="252"/>
          </a:xfrm>
        </p:grpSpPr>
        <p:sp>
          <p:nvSpPr>
            <p:cNvPr id="41" name="Oval 18"/>
            <p:cNvSpPr>
              <a:spLocks noChangeArrowheads="1"/>
            </p:cNvSpPr>
            <p:nvPr/>
          </p:nvSpPr>
          <p:spPr bwMode="auto">
            <a:xfrm>
              <a:off x="1743" y="242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2" name="Line 19"/>
            <p:cNvSpPr>
              <a:spLocks noChangeShapeType="1"/>
            </p:cNvSpPr>
            <p:nvPr/>
          </p:nvSpPr>
          <p:spPr bwMode="auto">
            <a:xfrm>
              <a:off x="1743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3" name="Line 20"/>
            <p:cNvSpPr>
              <a:spLocks noChangeShapeType="1"/>
            </p:cNvSpPr>
            <p:nvPr/>
          </p:nvSpPr>
          <p:spPr bwMode="auto">
            <a:xfrm>
              <a:off x="2056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4" name="Rectangle 21"/>
            <p:cNvSpPr>
              <a:spLocks noChangeArrowheads="1"/>
            </p:cNvSpPr>
            <p:nvPr/>
          </p:nvSpPr>
          <p:spPr bwMode="auto">
            <a:xfrm>
              <a:off x="1743" y="241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5" name="Oval 22"/>
            <p:cNvSpPr>
              <a:spLocks noChangeArrowheads="1"/>
            </p:cNvSpPr>
            <p:nvPr/>
          </p:nvSpPr>
          <p:spPr bwMode="auto">
            <a:xfrm>
              <a:off x="1740" y="235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46" name="Group 23"/>
            <p:cNvGrpSpPr>
              <a:grpSpLocks/>
            </p:cNvGrpSpPr>
            <p:nvPr/>
          </p:nvGrpSpPr>
          <p:grpSpPr bwMode="auto">
            <a:xfrm>
              <a:off x="1790" y="2306"/>
              <a:ext cx="234" cy="252"/>
              <a:chOff x="2939" y="2429"/>
              <a:chExt cx="237" cy="252"/>
            </a:xfrm>
          </p:grpSpPr>
          <p:sp>
            <p:nvSpPr>
              <p:cNvPr id="47" name="Rectangle 2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8" name="Text Box 25"/>
              <p:cNvSpPr txBox="1">
                <a:spLocks noChangeArrowheads="1"/>
              </p:cNvSpPr>
              <p:nvPr/>
            </p:nvSpPr>
            <p:spPr bwMode="auto">
              <a:xfrm>
                <a:off x="2939" y="2429"/>
                <a:ext cx="23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 dirty="0"/>
                  <a:t>w</a:t>
                </a:r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49" name="Freeform 6"/>
          <p:cNvSpPr>
            <a:spLocks/>
          </p:cNvSpPr>
          <p:nvPr/>
        </p:nvSpPr>
        <p:spPr bwMode="auto">
          <a:xfrm>
            <a:off x="6748466" y="1405435"/>
            <a:ext cx="565150" cy="62565"/>
          </a:xfrm>
          <a:custGeom>
            <a:avLst/>
            <a:gdLst>
              <a:gd name="T0" fmla="*/ 0 w 222"/>
              <a:gd name="T1" fmla="*/ 180 h 180"/>
              <a:gd name="T2" fmla="*/ 222 w 222"/>
              <a:gd name="T3" fmla="*/ 0 h 1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80">
                <a:moveTo>
                  <a:pt x="0" y="180"/>
                </a:moveTo>
                <a:lnTo>
                  <a:pt x="22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0" name="Freeform 6"/>
          <p:cNvSpPr>
            <a:spLocks/>
          </p:cNvSpPr>
          <p:nvPr/>
        </p:nvSpPr>
        <p:spPr bwMode="auto">
          <a:xfrm flipH="1" flipV="1">
            <a:off x="7360613" y="1506099"/>
            <a:ext cx="216527" cy="383821"/>
          </a:xfrm>
          <a:custGeom>
            <a:avLst/>
            <a:gdLst>
              <a:gd name="T0" fmla="*/ 0 w 222"/>
              <a:gd name="T1" fmla="*/ 180 h 180"/>
              <a:gd name="T2" fmla="*/ 222 w 222"/>
              <a:gd name="T3" fmla="*/ 0 h 1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80">
                <a:moveTo>
                  <a:pt x="0" y="180"/>
                </a:moveTo>
                <a:lnTo>
                  <a:pt x="22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1" name="Text Box 26"/>
          <p:cNvSpPr txBox="1">
            <a:spLocks noChangeArrowheads="1"/>
          </p:cNvSpPr>
          <p:nvPr/>
        </p:nvSpPr>
        <p:spPr bwMode="auto">
          <a:xfrm>
            <a:off x="7432679" y="1517155"/>
            <a:ext cx="3129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dirty="0"/>
              <a:t>1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2" name="Text Box 26"/>
          <p:cNvSpPr txBox="1">
            <a:spLocks noChangeArrowheads="1"/>
          </p:cNvSpPr>
          <p:nvPr/>
        </p:nvSpPr>
        <p:spPr bwMode="auto">
          <a:xfrm>
            <a:off x="6855618" y="1045668"/>
            <a:ext cx="3129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dirty="0"/>
              <a:t>1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3" name="Rectangle 3"/>
          <p:cNvSpPr txBox="1">
            <a:spLocks noChangeArrowheads="1"/>
          </p:cNvSpPr>
          <p:nvPr/>
        </p:nvSpPr>
        <p:spPr>
          <a:xfrm>
            <a:off x="304800" y="1003316"/>
            <a:ext cx="7772400" cy="554988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B050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buFont typeface="ZapfDingbats" pitchFamily="82" charset="2"/>
              <a:buNone/>
            </a:pPr>
            <a:r>
              <a:rPr lang="en-US" altLang="en-US" sz="1800" kern="0" dirty="0"/>
              <a:t>Consider </a:t>
            </a:r>
            <a:r>
              <a:rPr lang="en-US" altLang="en-US" sz="1800" kern="0" dirty="0" err="1"/>
              <a:t>y,z,w</a:t>
            </a:r>
            <a:r>
              <a:rPr lang="en-US" altLang="en-US" sz="1800" kern="0" dirty="0"/>
              <a:t> distance table entries to </a:t>
            </a:r>
          </a:p>
          <a:p>
            <a:pPr>
              <a:buFont typeface="ZapfDingbats" pitchFamily="82" charset="2"/>
              <a:buNone/>
            </a:pPr>
            <a:r>
              <a:rPr lang="en-US" altLang="en-US" sz="1800" kern="0" dirty="0"/>
              <a:t>x only. Using poisoned reverse, </a:t>
            </a:r>
          </a:p>
          <a:p>
            <a:pPr>
              <a:buFont typeface="ZapfDingbats" pitchFamily="82" charset="2"/>
              <a:buNone/>
            </a:pPr>
            <a:r>
              <a:rPr lang="en-US" altLang="en-US" sz="1800" dirty="0"/>
              <a:t>z </a:t>
            </a:r>
            <a:r>
              <a:rPr lang="en-US" altLang="en-US" sz="1800" dirty="0">
                <a:sym typeface="Wingdings" panose="05000000000000000000" pitchFamily="2" charset="2"/>
              </a:rPr>
              <a:t> w,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z</a:t>
            </a:r>
            <a:r>
              <a:rPr lang="en-US" altLang="en-US" sz="1800" dirty="0"/>
              <a:t>(x) = </a:t>
            </a:r>
            <a:r>
              <a:rPr lang="en-US" altLang="en-US" sz="1800" b="1" i="1" dirty="0">
                <a:solidFill>
                  <a:srgbClr val="FF0000"/>
                </a:solidFill>
              </a:rPr>
              <a:t>∞</a:t>
            </a:r>
            <a:r>
              <a:rPr lang="en-US" altLang="en-US" sz="1800" dirty="0"/>
              <a:t>; z </a:t>
            </a:r>
            <a:r>
              <a:rPr lang="en-US" altLang="en-US" sz="1800" dirty="0">
                <a:sym typeface="Wingdings" panose="05000000000000000000" pitchFamily="2" charset="2"/>
              </a:rPr>
              <a:t> y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z</a:t>
            </a:r>
            <a:r>
              <a:rPr lang="en-US" altLang="en-US" sz="1800" dirty="0"/>
              <a:t>(x) = 6 (not lying);</a:t>
            </a:r>
          </a:p>
          <a:p>
            <a:pPr>
              <a:buNone/>
            </a:pPr>
            <a:r>
              <a:rPr lang="en-US" altLang="en-US" sz="1800" kern="0" dirty="0"/>
              <a:t>w </a:t>
            </a:r>
            <a:r>
              <a:rPr lang="en-US" altLang="en-US" sz="1800" kern="0" dirty="0">
                <a:sym typeface="Wingdings" panose="05000000000000000000" pitchFamily="2" charset="2"/>
              </a:rPr>
              <a:t> y,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w</a:t>
            </a:r>
            <a:r>
              <a:rPr lang="en-US" altLang="en-US" sz="1800" dirty="0"/>
              <a:t>(x) = </a:t>
            </a:r>
            <a:r>
              <a:rPr lang="en-US" altLang="en-US" sz="1800" b="1" i="1" dirty="0">
                <a:solidFill>
                  <a:srgbClr val="FF0000"/>
                </a:solidFill>
              </a:rPr>
              <a:t>∞</a:t>
            </a:r>
            <a:r>
              <a:rPr lang="en-US" altLang="en-US" sz="1800" dirty="0"/>
              <a:t>; w </a:t>
            </a:r>
            <a:r>
              <a:rPr lang="en-US" altLang="en-US" sz="1800" dirty="0">
                <a:sym typeface="Wingdings" panose="05000000000000000000" pitchFamily="2" charset="2"/>
              </a:rPr>
              <a:t> z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w</a:t>
            </a:r>
            <a:r>
              <a:rPr lang="en-US" altLang="en-US" sz="1800" dirty="0"/>
              <a:t>(x) = 5 (not lying);</a:t>
            </a:r>
          </a:p>
          <a:p>
            <a:pPr>
              <a:buNone/>
            </a:pPr>
            <a:r>
              <a:rPr lang="en-US" altLang="en-US" sz="1800" kern="0" dirty="0"/>
              <a:t>y </a:t>
            </a:r>
            <a:r>
              <a:rPr lang="en-US" altLang="en-US" sz="1800" kern="0" dirty="0">
                <a:sym typeface="Wingdings" panose="05000000000000000000" pitchFamily="2" charset="2"/>
              </a:rPr>
              <a:t> w,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y</a:t>
            </a:r>
            <a:r>
              <a:rPr lang="en-US" altLang="en-US" sz="1800" dirty="0"/>
              <a:t>(x) = 4 (not lying); y </a:t>
            </a:r>
            <a:r>
              <a:rPr lang="en-US" altLang="en-US" sz="1800" dirty="0">
                <a:sym typeface="Wingdings" panose="05000000000000000000" pitchFamily="2" charset="2"/>
              </a:rPr>
              <a:t> z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y</a:t>
            </a:r>
            <a:r>
              <a:rPr lang="en-US" altLang="en-US" sz="1800" dirty="0"/>
              <a:t>(x) = 4 (not lying);</a:t>
            </a:r>
          </a:p>
          <a:p>
            <a:pPr>
              <a:buNone/>
            </a:pPr>
            <a:r>
              <a:rPr lang="en-US" altLang="en-US" sz="1800" dirty="0"/>
              <a:t>Then there is link-cost change (4</a:t>
            </a:r>
            <a:r>
              <a:rPr lang="en-US" altLang="en-US" sz="1800" dirty="0">
                <a:sym typeface="Wingdings" panose="05000000000000000000" pitchFamily="2" charset="2"/>
              </a:rPr>
              <a:t>60);</a:t>
            </a:r>
          </a:p>
          <a:p>
            <a:pPr>
              <a:buNone/>
            </a:pPr>
            <a:r>
              <a:rPr lang="en-US" altLang="en-US" sz="1800" dirty="0"/>
              <a:t>At t1, y updates its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y</a:t>
            </a:r>
            <a:r>
              <a:rPr lang="en-US" altLang="en-US" sz="1800" dirty="0"/>
              <a:t>(x) = 9 (via z, z did not lie:); </a:t>
            </a:r>
          </a:p>
          <a:p>
            <a:pPr>
              <a:buNone/>
            </a:pPr>
            <a:r>
              <a:rPr lang="en-US" altLang="en-US" sz="1800" kern="0" dirty="0"/>
              <a:t>          Now y notifies w and z; y </a:t>
            </a:r>
            <a:r>
              <a:rPr lang="en-US" altLang="en-US" sz="1800" kern="0" dirty="0">
                <a:sym typeface="Wingdings" panose="05000000000000000000" pitchFamily="2" charset="2"/>
              </a:rPr>
              <a:t> w,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y</a:t>
            </a:r>
            <a:r>
              <a:rPr lang="en-US" altLang="en-US" sz="1800" dirty="0"/>
              <a:t>(x) = 9; y </a:t>
            </a:r>
            <a:r>
              <a:rPr lang="en-US" altLang="en-US" sz="1800" dirty="0">
                <a:sym typeface="Wingdings" panose="05000000000000000000" pitchFamily="2" charset="2"/>
              </a:rPr>
              <a:t> z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y</a:t>
            </a:r>
            <a:r>
              <a:rPr lang="en-US" altLang="en-US" sz="1800" dirty="0"/>
              <a:t>(x) = </a:t>
            </a:r>
            <a:r>
              <a:rPr lang="en-US" altLang="en-US" sz="1800" b="1" i="1" dirty="0">
                <a:solidFill>
                  <a:srgbClr val="FF0000"/>
                </a:solidFill>
              </a:rPr>
              <a:t>∞</a:t>
            </a:r>
            <a:r>
              <a:rPr lang="en-US" altLang="en-US" sz="1800" dirty="0"/>
              <a:t>;</a:t>
            </a:r>
          </a:p>
          <a:p>
            <a:pPr>
              <a:buNone/>
            </a:pPr>
            <a:r>
              <a:rPr lang="en-US" altLang="en-US" sz="1800" dirty="0"/>
              <a:t>	</a:t>
            </a:r>
            <a:r>
              <a:rPr lang="en-US" altLang="en-US" sz="1200" dirty="0" err="1"/>
              <a:t>D</a:t>
            </a:r>
            <a:r>
              <a:rPr lang="en-US" altLang="en-US" sz="1200" baseline="-25000" dirty="0" err="1"/>
              <a:t>y</a:t>
            </a:r>
            <a:r>
              <a:rPr lang="en-US" altLang="en-US" sz="1200" dirty="0"/>
              <a:t>(x) = min{c(</a:t>
            </a:r>
            <a:r>
              <a:rPr lang="en-US" altLang="en-US" sz="1200" dirty="0" err="1"/>
              <a:t>y,z</a:t>
            </a:r>
            <a:r>
              <a:rPr lang="en-US" altLang="en-US" sz="1200" dirty="0"/>
              <a:t>)+</a:t>
            </a:r>
            <a:r>
              <a:rPr lang="en-US" altLang="en-US" sz="1200" dirty="0" err="1"/>
              <a:t>D</a:t>
            </a:r>
            <a:r>
              <a:rPr lang="en-US" altLang="en-US" sz="1200" baseline="-25000" dirty="0" err="1"/>
              <a:t>z</a:t>
            </a:r>
            <a:r>
              <a:rPr lang="en-US" altLang="en-US" sz="1200" dirty="0"/>
              <a:t>(x), c(</a:t>
            </a:r>
            <a:r>
              <a:rPr lang="en-US" altLang="en-US" sz="1200" dirty="0" err="1"/>
              <a:t>y,w</a:t>
            </a:r>
            <a:r>
              <a:rPr lang="en-US" altLang="en-US" sz="1200" dirty="0"/>
              <a:t>) + </a:t>
            </a:r>
            <a:r>
              <a:rPr lang="en-US" altLang="en-US" sz="1200" dirty="0" err="1"/>
              <a:t>D</a:t>
            </a:r>
            <a:r>
              <a:rPr lang="en-US" altLang="en-US" sz="1200" baseline="-25000" dirty="0" err="1"/>
              <a:t>w</a:t>
            </a:r>
            <a:r>
              <a:rPr lang="en-US" altLang="en-US" sz="1200" dirty="0"/>
              <a:t>(x), c(</a:t>
            </a:r>
            <a:r>
              <a:rPr lang="en-US" altLang="en-US" sz="1200" dirty="0" err="1"/>
              <a:t>y,x</a:t>
            </a:r>
            <a:r>
              <a:rPr lang="en-US" altLang="en-US" sz="1200" dirty="0"/>
              <a:t>) + </a:t>
            </a:r>
            <a:r>
              <a:rPr lang="en-US" altLang="en-US" sz="1200" dirty="0" err="1"/>
              <a:t>D</a:t>
            </a:r>
            <a:r>
              <a:rPr lang="en-US" altLang="en-US" sz="1200" baseline="-25000" dirty="0" err="1"/>
              <a:t>x</a:t>
            </a:r>
            <a:r>
              <a:rPr lang="en-US" altLang="en-US" sz="1200" dirty="0"/>
              <a:t>(x)</a:t>
            </a:r>
            <a:r>
              <a:rPr lang="en-US" altLang="en-US" sz="1200" b="1" i="1" dirty="0">
                <a:solidFill>
                  <a:srgbClr val="FF0000"/>
                </a:solidFill>
              </a:rPr>
              <a:t> </a:t>
            </a:r>
            <a:r>
              <a:rPr lang="en-US" altLang="en-US" sz="1200" dirty="0"/>
              <a:t>} = min{3+6, 1+</a:t>
            </a:r>
            <a:r>
              <a:rPr lang="en-US" altLang="en-US" sz="1200" b="1" i="1" dirty="0">
                <a:solidFill>
                  <a:srgbClr val="FF0000"/>
                </a:solidFill>
              </a:rPr>
              <a:t> ∞, </a:t>
            </a:r>
            <a:r>
              <a:rPr lang="en-US" altLang="en-US" sz="1200" dirty="0"/>
              <a:t>60+0} = 9 (via z) </a:t>
            </a:r>
          </a:p>
          <a:p>
            <a:pPr>
              <a:buNone/>
            </a:pPr>
            <a:endParaRPr lang="en-US" altLang="en-US" sz="1800" dirty="0"/>
          </a:p>
          <a:p>
            <a:pPr>
              <a:buNone/>
            </a:pPr>
            <a:endParaRPr lang="en-US" altLang="en-US" sz="1800" dirty="0"/>
          </a:p>
          <a:p>
            <a:pPr>
              <a:buNone/>
            </a:pPr>
            <a:endParaRPr lang="en-US" altLang="en-US" sz="1800" dirty="0"/>
          </a:p>
          <a:p>
            <a:pPr>
              <a:buNone/>
            </a:pPr>
            <a:endParaRPr lang="en-US" altLang="en-US" sz="1800" dirty="0"/>
          </a:p>
          <a:p>
            <a:pPr>
              <a:buNone/>
            </a:pPr>
            <a:endParaRPr lang="en-US" altLang="en-US" sz="1800" dirty="0"/>
          </a:p>
          <a:p>
            <a:pPr>
              <a:buNone/>
            </a:pPr>
            <a:endParaRPr lang="en-US" altLang="en-US" sz="1800" dirty="0"/>
          </a:p>
          <a:p>
            <a:pPr>
              <a:buFont typeface="ZapfDingbats" pitchFamily="82" charset="2"/>
              <a:buNone/>
            </a:pPr>
            <a:r>
              <a:rPr lang="en-US" altLang="en-US" sz="1800" kern="0" dirty="0">
                <a:sym typeface="Wingdings" panose="05000000000000000000" pitchFamily="2" charset="2"/>
              </a:rPr>
              <a:t> </a:t>
            </a:r>
            <a:r>
              <a:rPr lang="en-US" altLang="en-US" sz="1800" kern="0" dirty="0"/>
              <a:t> </a:t>
            </a:r>
          </a:p>
        </p:txBody>
      </p:sp>
      <p:sp>
        <p:nvSpPr>
          <p:cNvPr id="57" name="Freeform 56"/>
          <p:cNvSpPr/>
          <p:nvPr/>
        </p:nvSpPr>
        <p:spPr>
          <a:xfrm>
            <a:off x="4959927" y="1930400"/>
            <a:ext cx="1182255" cy="1246909"/>
          </a:xfrm>
          <a:custGeom>
            <a:avLst/>
            <a:gdLst>
              <a:gd name="connsiteX0" fmla="*/ 0 w 1182255"/>
              <a:gd name="connsiteY0" fmla="*/ 0 h 1246909"/>
              <a:gd name="connsiteX1" fmla="*/ 64655 w 1182255"/>
              <a:gd name="connsiteY1" fmla="*/ 18473 h 1246909"/>
              <a:gd name="connsiteX2" fmla="*/ 92364 w 1182255"/>
              <a:gd name="connsiteY2" fmla="*/ 27709 h 1246909"/>
              <a:gd name="connsiteX3" fmla="*/ 295564 w 1182255"/>
              <a:gd name="connsiteY3" fmla="*/ 36945 h 1246909"/>
              <a:gd name="connsiteX4" fmla="*/ 323273 w 1182255"/>
              <a:gd name="connsiteY4" fmla="*/ 46182 h 1246909"/>
              <a:gd name="connsiteX5" fmla="*/ 480291 w 1182255"/>
              <a:gd name="connsiteY5" fmla="*/ 64655 h 1246909"/>
              <a:gd name="connsiteX6" fmla="*/ 544946 w 1182255"/>
              <a:gd name="connsiteY6" fmla="*/ 92364 h 1246909"/>
              <a:gd name="connsiteX7" fmla="*/ 609600 w 1182255"/>
              <a:gd name="connsiteY7" fmla="*/ 120073 h 1246909"/>
              <a:gd name="connsiteX8" fmla="*/ 803564 w 1182255"/>
              <a:gd name="connsiteY8" fmla="*/ 147782 h 1246909"/>
              <a:gd name="connsiteX9" fmla="*/ 886691 w 1182255"/>
              <a:gd name="connsiteY9" fmla="*/ 175491 h 1246909"/>
              <a:gd name="connsiteX10" fmla="*/ 960582 w 1182255"/>
              <a:gd name="connsiteY10" fmla="*/ 193964 h 1246909"/>
              <a:gd name="connsiteX11" fmla="*/ 988291 w 1182255"/>
              <a:gd name="connsiteY11" fmla="*/ 212436 h 1246909"/>
              <a:gd name="connsiteX12" fmla="*/ 1043709 w 1182255"/>
              <a:gd name="connsiteY12" fmla="*/ 240145 h 1246909"/>
              <a:gd name="connsiteX13" fmla="*/ 1117600 w 1182255"/>
              <a:gd name="connsiteY13" fmla="*/ 350982 h 1246909"/>
              <a:gd name="connsiteX14" fmla="*/ 1154546 w 1182255"/>
              <a:gd name="connsiteY14" fmla="*/ 406400 h 1246909"/>
              <a:gd name="connsiteX15" fmla="*/ 1163782 w 1182255"/>
              <a:gd name="connsiteY15" fmla="*/ 452582 h 1246909"/>
              <a:gd name="connsiteX16" fmla="*/ 1173018 w 1182255"/>
              <a:gd name="connsiteY16" fmla="*/ 480291 h 1246909"/>
              <a:gd name="connsiteX17" fmla="*/ 1182255 w 1182255"/>
              <a:gd name="connsiteY17" fmla="*/ 517236 h 1246909"/>
              <a:gd name="connsiteX18" fmla="*/ 1173018 w 1182255"/>
              <a:gd name="connsiteY18" fmla="*/ 655782 h 1246909"/>
              <a:gd name="connsiteX19" fmla="*/ 1163782 w 1182255"/>
              <a:gd name="connsiteY19" fmla="*/ 701964 h 1246909"/>
              <a:gd name="connsiteX20" fmla="*/ 1126837 w 1182255"/>
              <a:gd name="connsiteY20" fmla="*/ 757382 h 1246909"/>
              <a:gd name="connsiteX21" fmla="*/ 1108364 w 1182255"/>
              <a:gd name="connsiteY21" fmla="*/ 785091 h 1246909"/>
              <a:gd name="connsiteX22" fmla="*/ 1089891 w 1182255"/>
              <a:gd name="connsiteY22" fmla="*/ 822036 h 1246909"/>
              <a:gd name="connsiteX23" fmla="*/ 1062182 w 1182255"/>
              <a:gd name="connsiteY23" fmla="*/ 831273 h 1246909"/>
              <a:gd name="connsiteX24" fmla="*/ 1043709 w 1182255"/>
              <a:gd name="connsiteY24" fmla="*/ 858982 h 1246909"/>
              <a:gd name="connsiteX25" fmla="*/ 1025237 w 1182255"/>
              <a:gd name="connsiteY25" fmla="*/ 905164 h 1246909"/>
              <a:gd name="connsiteX26" fmla="*/ 997528 w 1182255"/>
              <a:gd name="connsiteY26" fmla="*/ 923636 h 1246909"/>
              <a:gd name="connsiteX27" fmla="*/ 969818 w 1182255"/>
              <a:gd name="connsiteY27" fmla="*/ 951345 h 1246909"/>
              <a:gd name="connsiteX28" fmla="*/ 951346 w 1182255"/>
              <a:gd name="connsiteY28" fmla="*/ 979055 h 1246909"/>
              <a:gd name="connsiteX29" fmla="*/ 895928 w 1182255"/>
              <a:gd name="connsiteY29" fmla="*/ 1016000 h 1246909"/>
              <a:gd name="connsiteX30" fmla="*/ 886691 w 1182255"/>
              <a:gd name="connsiteY30" fmla="*/ 1043709 h 1246909"/>
              <a:gd name="connsiteX31" fmla="*/ 858982 w 1182255"/>
              <a:gd name="connsiteY31" fmla="*/ 1052945 h 1246909"/>
              <a:gd name="connsiteX32" fmla="*/ 803564 w 1182255"/>
              <a:gd name="connsiteY32" fmla="*/ 1080655 h 1246909"/>
              <a:gd name="connsiteX33" fmla="*/ 748146 w 1182255"/>
              <a:gd name="connsiteY33" fmla="*/ 1126836 h 1246909"/>
              <a:gd name="connsiteX34" fmla="*/ 692728 w 1182255"/>
              <a:gd name="connsiteY34" fmla="*/ 1145309 h 1246909"/>
              <a:gd name="connsiteX35" fmla="*/ 637309 w 1182255"/>
              <a:gd name="connsiteY35" fmla="*/ 1182255 h 1246909"/>
              <a:gd name="connsiteX36" fmla="*/ 591128 w 1182255"/>
              <a:gd name="connsiteY36" fmla="*/ 1191491 h 1246909"/>
              <a:gd name="connsiteX37" fmla="*/ 535709 w 1182255"/>
              <a:gd name="connsiteY37" fmla="*/ 1209964 h 1246909"/>
              <a:gd name="connsiteX38" fmla="*/ 508000 w 1182255"/>
              <a:gd name="connsiteY38" fmla="*/ 1219200 h 1246909"/>
              <a:gd name="connsiteX39" fmla="*/ 443346 w 1182255"/>
              <a:gd name="connsiteY39" fmla="*/ 1237673 h 1246909"/>
              <a:gd name="connsiteX40" fmla="*/ 397164 w 1182255"/>
              <a:gd name="connsiteY40" fmla="*/ 1246909 h 1246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182255" h="1246909">
                <a:moveTo>
                  <a:pt x="0" y="0"/>
                </a:moveTo>
                <a:lnTo>
                  <a:pt x="64655" y="18473"/>
                </a:lnTo>
                <a:cubicBezTo>
                  <a:pt x="73980" y="21271"/>
                  <a:pt x="82659" y="26933"/>
                  <a:pt x="92364" y="27709"/>
                </a:cubicBezTo>
                <a:cubicBezTo>
                  <a:pt x="159951" y="33116"/>
                  <a:pt x="227831" y="33866"/>
                  <a:pt x="295564" y="36945"/>
                </a:cubicBezTo>
                <a:cubicBezTo>
                  <a:pt x="304800" y="40024"/>
                  <a:pt x="313726" y="44273"/>
                  <a:pt x="323273" y="46182"/>
                </a:cubicBezTo>
                <a:cubicBezTo>
                  <a:pt x="364098" y="54347"/>
                  <a:pt x="443667" y="60992"/>
                  <a:pt x="480291" y="64655"/>
                </a:cubicBezTo>
                <a:cubicBezTo>
                  <a:pt x="501843" y="73891"/>
                  <a:pt x="523600" y="82662"/>
                  <a:pt x="544946" y="92364"/>
                </a:cubicBezTo>
                <a:cubicBezTo>
                  <a:pt x="573438" y="105315"/>
                  <a:pt x="580964" y="113465"/>
                  <a:pt x="609600" y="120073"/>
                </a:cubicBezTo>
                <a:cubicBezTo>
                  <a:pt x="707646" y="142699"/>
                  <a:pt x="700658" y="138426"/>
                  <a:pt x="803564" y="147782"/>
                </a:cubicBezTo>
                <a:cubicBezTo>
                  <a:pt x="831273" y="157018"/>
                  <a:pt x="858050" y="169763"/>
                  <a:pt x="886691" y="175491"/>
                </a:cubicBezTo>
                <a:cubicBezTo>
                  <a:pt x="904263" y="179005"/>
                  <a:pt x="941644" y="184495"/>
                  <a:pt x="960582" y="193964"/>
                </a:cubicBezTo>
                <a:cubicBezTo>
                  <a:pt x="970511" y="198928"/>
                  <a:pt x="978362" y="207472"/>
                  <a:pt x="988291" y="212436"/>
                </a:cubicBezTo>
                <a:cubicBezTo>
                  <a:pt x="1064771" y="250676"/>
                  <a:pt x="964300" y="187207"/>
                  <a:pt x="1043709" y="240145"/>
                </a:cubicBezTo>
                <a:cubicBezTo>
                  <a:pt x="1064652" y="268070"/>
                  <a:pt x="1108905" y="324899"/>
                  <a:pt x="1117600" y="350982"/>
                </a:cubicBezTo>
                <a:cubicBezTo>
                  <a:pt x="1130968" y="391083"/>
                  <a:pt x="1119953" y="371807"/>
                  <a:pt x="1154546" y="406400"/>
                </a:cubicBezTo>
                <a:cubicBezTo>
                  <a:pt x="1157625" y="421794"/>
                  <a:pt x="1159975" y="437352"/>
                  <a:pt x="1163782" y="452582"/>
                </a:cubicBezTo>
                <a:cubicBezTo>
                  <a:pt x="1166143" y="462027"/>
                  <a:pt x="1170343" y="470930"/>
                  <a:pt x="1173018" y="480291"/>
                </a:cubicBezTo>
                <a:cubicBezTo>
                  <a:pt x="1176505" y="492497"/>
                  <a:pt x="1179176" y="504921"/>
                  <a:pt x="1182255" y="517236"/>
                </a:cubicBezTo>
                <a:cubicBezTo>
                  <a:pt x="1179176" y="563418"/>
                  <a:pt x="1177624" y="609727"/>
                  <a:pt x="1173018" y="655782"/>
                </a:cubicBezTo>
                <a:cubicBezTo>
                  <a:pt x="1171456" y="671403"/>
                  <a:pt x="1170278" y="687672"/>
                  <a:pt x="1163782" y="701964"/>
                </a:cubicBezTo>
                <a:cubicBezTo>
                  <a:pt x="1154595" y="722175"/>
                  <a:pt x="1139152" y="738909"/>
                  <a:pt x="1126837" y="757382"/>
                </a:cubicBezTo>
                <a:cubicBezTo>
                  <a:pt x="1120679" y="766618"/>
                  <a:pt x="1113329" y="775162"/>
                  <a:pt x="1108364" y="785091"/>
                </a:cubicBezTo>
                <a:cubicBezTo>
                  <a:pt x="1102206" y="797406"/>
                  <a:pt x="1099627" y="812300"/>
                  <a:pt x="1089891" y="822036"/>
                </a:cubicBezTo>
                <a:cubicBezTo>
                  <a:pt x="1083007" y="828920"/>
                  <a:pt x="1071418" y="828194"/>
                  <a:pt x="1062182" y="831273"/>
                </a:cubicBezTo>
                <a:cubicBezTo>
                  <a:pt x="1056024" y="840509"/>
                  <a:pt x="1048673" y="849053"/>
                  <a:pt x="1043709" y="858982"/>
                </a:cubicBezTo>
                <a:cubicBezTo>
                  <a:pt x="1036294" y="873811"/>
                  <a:pt x="1034874" y="891672"/>
                  <a:pt x="1025237" y="905164"/>
                </a:cubicBezTo>
                <a:cubicBezTo>
                  <a:pt x="1018785" y="914197"/>
                  <a:pt x="1006056" y="916530"/>
                  <a:pt x="997528" y="923636"/>
                </a:cubicBezTo>
                <a:cubicBezTo>
                  <a:pt x="987493" y="931998"/>
                  <a:pt x="978180" y="941310"/>
                  <a:pt x="969818" y="951345"/>
                </a:cubicBezTo>
                <a:cubicBezTo>
                  <a:pt x="962711" y="959873"/>
                  <a:pt x="959700" y="971745"/>
                  <a:pt x="951346" y="979055"/>
                </a:cubicBezTo>
                <a:cubicBezTo>
                  <a:pt x="934638" y="993675"/>
                  <a:pt x="895928" y="1016000"/>
                  <a:pt x="895928" y="1016000"/>
                </a:cubicBezTo>
                <a:cubicBezTo>
                  <a:pt x="892849" y="1025236"/>
                  <a:pt x="893575" y="1036825"/>
                  <a:pt x="886691" y="1043709"/>
                </a:cubicBezTo>
                <a:cubicBezTo>
                  <a:pt x="879807" y="1050593"/>
                  <a:pt x="867690" y="1048591"/>
                  <a:pt x="858982" y="1052945"/>
                </a:cubicBezTo>
                <a:cubicBezTo>
                  <a:pt x="787355" y="1088759"/>
                  <a:pt x="873218" y="1057435"/>
                  <a:pt x="803564" y="1080655"/>
                </a:cubicBezTo>
                <a:cubicBezTo>
                  <a:pt x="786162" y="1098057"/>
                  <a:pt x="771294" y="1116548"/>
                  <a:pt x="748146" y="1126836"/>
                </a:cubicBezTo>
                <a:cubicBezTo>
                  <a:pt x="730352" y="1134744"/>
                  <a:pt x="692728" y="1145309"/>
                  <a:pt x="692728" y="1145309"/>
                </a:cubicBezTo>
                <a:cubicBezTo>
                  <a:pt x="674255" y="1157624"/>
                  <a:pt x="659080" y="1177901"/>
                  <a:pt x="637309" y="1182255"/>
                </a:cubicBezTo>
                <a:cubicBezTo>
                  <a:pt x="621915" y="1185334"/>
                  <a:pt x="606273" y="1187360"/>
                  <a:pt x="591128" y="1191491"/>
                </a:cubicBezTo>
                <a:cubicBezTo>
                  <a:pt x="572342" y="1196614"/>
                  <a:pt x="554182" y="1203806"/>
                  <a:pt x="535709" y="1209964"/>
                </a:cubicBezTo>
                <a:lnTo>
                  <a:pt x="508000" y="1219200"/>
                </a:lnTo>
                <a:cubicBezTo>
                  <a:pt x="477150" y="1229483"/>
                  <a:pt x="478130" y="1229943"/>
                  <a:pt x="443346" y="1237673"/>
                </a:cubicBezTo>
                <a:cubicBezTo>
                  <a:pt x="428021" y="1241079"/>
                  <a:pt x="397164" y="1246909"/>
                  <a:pt x="397164" y="1246909"/>
                </a:cubicBezTo>
              </a:path>
            </a:pathLst>
          </a:custGeom>
          <a:noFill/>
          <a:ln>
            <a:solidFill>
              <a:srgbClr val="00B050"/>
            </a:solidFill>
            <a:head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64" name="Group 63"/>
          <p:cNvGrpSpPr/>
          <p:nvPr/>
        </p:nvGrpSpPr>
        <p:grpSpPr>
          <a:xfrm>
            <a:off x="18473" y="3527752"/>
            <a:ext cx="4343400" cy="2873048"/>
            <a:chOff x="18473" y="3527752"/>
            <a:chExt cx="4343400" cy="2873048"/>
          </a:xfrm>
        </p:grpSpPr>
        <p:sp>
          <p:nvSpPr>
            <p:cNvPr id="58" name="Rectangle 57"/>
            <p:cNvSpPr/>
            <p:nvPr/>
          </p:nvSpPr>
          <p:spPr>
            <a:xfrm>
              <a:off x="18473" y="4267200"/>
              <a:ext cx="4343400" cy="2133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NZ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w re-computes:</a:t>
              </a:r>
            </a:p>
            <a:p>
              <a:r>
                <a:rPr lang="en-US" altLang="en-US" dirty="0" err="1">
                  <a:solidFill>
                    <a:schemeClr val="tx1"/>
                  </a:solidFill>
                </a:rPr>
                <a:t>D</a:t>
              </a:r>
              <a:r>
                <a:rPr lang="en-US" altLang="en-US" baseline="-25000" dirty="0" err="1">
                  <a:solidFill>
                    <a:schemeClr val="tx1"/>
                  </a:solidFill>
                </a:rPr>
                <a:t>w</a:t>
              </a:r>
              <a:r>
                <a:rPr lang="en-US" altLang="en-US" dirty="0">
                  <a:solidFill>
                    <a:schemeClr val="tx1"/>
                  </a:solidFill>
                </a:rPr>
                <a:t>(x)=min{c(</a:t>
              </a:r>
              <a:r>
                <a:rPr lang="en-US" altLang="en-US" dirty="0" err="1">
                  <a:solidFill>
                    <a:schemeClr val="tx1"/>
                  </a:solidFill>
                </a:rPr>
                <a:t>w,y</a:t>
              </a:r>
              <a:r>
                <a:rPr lang="en-US" altLang="en-US" dirty="0">
                  <a:solidFill>
                    <a:schemeClr val="tx1"/>
                  </a:solidFill>
                </a:rPr>
                <a:t>)+</a:t>
              </a:r>
              <a:r>
                <a:rPr lang="en-US" altLang="en-US" dirty="0"/>
                <a:t> </a:t>
              </a:r>
              <a:r>
                <a:rPr lang="en-US" altLang="en-US" dirty="0" err="1">
                  <a:solidFill>
                    <a:schemeClr val="tx1"/>
                  </a:solidFill>
                </a:rPr>
                <a:t>D</a:t>
              </a:r>
              <a:r>
                <a:rPr lang="en-US" altLang="en-US" baseline="-25000" dirty="0" err="1">
                  <a:solidFill>
                    <a:schemeClr val="tx1"/>
                  </a:solidFill>
                </a:rPr>
                <a:t>y</a:t>
              </a:r>
              <a:r>
                <a:rPr lang="en-US" altLang="en-US" dirty="0">
                  <a:solidFill>
                    <a:schemeClr val="tx1"/>
                  </a:solidFill>
                </a:rPr>
                <a:t>(x) , c(</a:t>
              </a:r>
              <a:r>
                <a:rPr lang="en-US" altLang="en-US" dirty="0" err="1">
                  <a:solidFill>
                    <a:schemeClr val="tx1"/>
                  </a:solidFill>
                </a:rPr>
                <a:t>w,z</a:t>
              </a:r>
              <a:r>
                <a:rPr lang="en-US" altLang="en-US" dirty="0">
                  <a:solidFill>
                    <a:schemeClr val="tx1"/>
                  </a:solidFill>
                </a:rPr>
                <a:t>)+</a:t>
              </a:r>
              <a:r>
                <a:rPr lang="en-US" altLang="en-US" dirty="0"/>
                <a:t> </a:t>
              </a:r>
              <a:r>
                <a:rPr lang="en-US" altLang="en-US" dirty="0" err="1">
                  <a:solidFill>
                    <a:schemeClr val="tx1"/>
                  </a:solidFill>
                </a:rPr>
                <a:t>D</a:t>
              </a:r>
              <a:r>
                <a:rPr lang="en-US" altLang="en-US" baseline="-25000" dirty="0" err="1">
                  <a:solidFill>
                    <a:schemeClr val="tx1"/>
                  </a:solidFill>
                </a:rPr>
                <a:t>z</a:t>
              </a:r>
              <a:r>
                <a:rPr lang="en-US" altLang="en-US" dirty="0">
                  <a:solidFill>
                    <a:schemeClr val="tx1"/>
                  </a:solidFill>
                </a:rPr>
                <a:t>(x)} = min{1+9,1+</a:t>
              </a:r>
              <a:r>
                <a:rPr lang="en-US" altLang="en-US" b="1" i="1" dirty="0">
                  <a:solidFill>
                    <a:srgbClr val="FF0000"/>
                  </a:solidFill>
                </a:rPr>
                <a:t> ∞</a:t>
              </a:r>
              <a:r>
                <a:rPr lang="en-US" altLang="en-US" dirty="0">
                  <a:solidFill>
                    <a:schemeClr val="tx1"/>
                  </a:solidFill>
                </a:rPr>
                <a:t>}= 10 (via y);</a:t>
              </a:r>
            </a:p>
            <a:p>
              <a:r>
                <a:rPr lang="en-US" altLang="en-US" dirty="0">
                  <a:solidFill>
                    <a:schemeClr val="tx1"/>
                  </a:solidFill>
                </a:rPr>
                <a:t>w notifies y and z; </a:t>
              </a:r>
              <a:r>
                <a:rPr lang="en-US" altLang="en-US" dirty="0">
                  <a:solidFill>
                    <a:schemeClr val="tx1"/>
                  </a:solidFill>
                  <a:sym typeface="Wingdings" panose="05000000000000000000" pitchFamily="2" charset="2"/>
                </a:rPr>
                <a:t>y </a:t>
              </a:r>
              <a:r>
                <a:rPr lang="en-US" altLang="en-US" dirty="0" err="1">
                  <a:solidFill>
                    <a:schemeClr val="tx1"/>
                  </a:solidFill>
                </a:rPr>
                <a:t>D</a:t>
              </a:r>
              <a:r>
                <a:rPr lang="en-US" altLang="en-US" baseline="-25000" dirty="0" err="1">
                  <a:solidFill>
                    <a:schemeClr val="tx1"/>
                  </a:solidFill>
                </a:rPr>
                <a:t>w</a:t>
              </a:r>
              <a:r>
                <a:rPr lang="en-US" altLang="en-US" dirty="0">
                  <a:solidFill>
                    <a:schemeClr val="tx1"/>
                  </a:solidFill>
                </a:rPr>
                <a:t>(x) = </a:t>
              </a:r>
              <a:r>
                <a:rPr lang="en-US" altLang="en-US" b="1" i="1" dirty="0">
                  <a:solidFill>
                    <a:srgbClr val="FF0000"/>
                  </a:solidFill>
                </a:rPr>
                <a:t>∞ (lying); </a:t>
              </a:r>
              <a:r>
                <a:rPr lang="en-US" altLang="en-US" dirty="0">
                  <a:solidFill>
                    <a:schemeClr val="tx1"/>
                  </a:solidFill>
                  <a:sym typeface="Wingdings" panose="05000000000000000000" pitchFamily="2" charset="2"/>
                </a:rPr>
                <a:t>z </a:t>
              </a:r>
              <a:r>
                <a:rPr lang="en-US" altLang="en-US" dirty="0" err="1">
                  <a:solidFill>
                    <a:schemeClr val="tx1"/>
                  </a:solidFill>
                </a:rPr>
                <a:t>D</a:t>
              </a:r>
              <a:r>
                <a:rPr lang="en-US" altLang="en-US" baseline="-25000" dirty="0" err="1">
                  <a:solidFill>
                    <a:schemeClr val="tx1"/>
                  </a:solidFill>
                </a:rPr>
                <a:t>w</a:t>
              </a:r>
              <a:r>
                <a:rPr lang="en-US" altLang="en-US" dirty="0">
                  <a:solidFill>
                    <a:schemeClr val="tx1"/>
                  </a:solidFill>
                </a:rPr>
                <a:t>(x) = 10 (telling truth);</a:t>
              </a:r>
            </a:p>
            <a:p>
              <a:endParaRPr lang="en-NZ" dirty="0">
                <a:solidFill>
                  <a:schemeClr val="tx1"/>
                </a:solidFill>
              </a:endParaRPr>
            </a:p>
          </p:txBody>
        </p:sp>
        <p:cxnSp>
          <p:nvCxnSpPr>
            <p:cNvPr id="63" name="Straight Arrow Connector 62"/>
            <p:cNvCxnSpPr/>
            <p:nvPr/>
          </p:nvCxnSpPr>
          <p:spPr>
            <a:xfrm flipH="1">
              <a:off x="460664" y="3527752"/>
              <a:ext cx="211247" cy="60552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71" name="Down Arrow 70"/>
          <p:cNvSpPr/>
          <p:nvPr/>
        </p:nvSpPr>
        <p:spPr>
          <a:xfrm rot="1683059">
            <a:off x="337687" y="3258290"/>
            <a:ext cx="457200" cy="103993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2554989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53" y="126208"/>
            <a:ext cx="8077200" cy="723900"/>
          </a:xfrm>
        </p:spPr>
        <p:txBody>
          <a:bodyPr/>
          <a:lstStyle/>
          <a:p>
            <a:pPr algn="l"/>
            <a:r>
              <a:rPr lang="en-NZ" dirty="0"/>
              <a:t>A loop involving 3 nodes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2F0810-A290-404C-AD50-B7D908288FB7}" type="slidenum">
              <a:rPr lang="en-US" altLang="en-US" smtClean="0"/>
              <a:pPr/>
              <a:t>70</a:t>
            </a:fld>
            <a:endParaRPr lang="en-US" altLang="en-US"/>
          </a:p>
        </p:txBody>
      </p:sp>
      <p:sp>
        <p:nvSpPr>
          <p:cNvPr id="5" name="Freeform 5"/>
          <p:cNvSpPr>
            <a:spLocks/>
          </p:cNvSpPr>
          <p:nvPr/>
        </p:nvSpPr>
        <p:spPr bwMode="auto">
          <a:xfrm>
            <a:off x="5382421" y="770733"/>
            <a:ext cx="2820988" cy="1566863"/>
          </a:xfrm>
          <a:custGeom>
            <a:avLst/>
            <a:gdLst>
              <a:gd name="T0" fmla="*/ 113 w 1376"/>
              <a:gd name="T1" fmla="*/ 348 h 764"/>
              <a:gd name="T2" fmla="*/ 395 w 1376"/>
              <a:gd name="T3" fmla="*/ 162 h 764"/>
              <a:gd name="T4" fmla="*/ 710 w 1376"/>
              <a:gd name="T5" fmla="*/ 9 h 764"/>
              <a:gd name="T6" fmla="*/ 1160 w 1376"/>
              <a:gd name="T7" fmla="*/ 219 h 764"/>
              <a:gd name="T8" fmla="*/ 1367 w 1376"/>
              <a:gd name="T9" fmla="*/ 510 h 764"/>
              <a:gd name="T10" fmla="*/ 1103 w 1376"/>
              <a:gd name="T11" fmla="*/ 726 h 764"/>
              <a:gd name="T12" fmla="*/ 578 w 1376"/>
              <a:gd name="T13" fmla="*/ 738 h 764"/>
              <a:gd name="T14" fmla="*/ 77 w 1376"/>
              <a:gd name="T15" fmla="*/ 630 h 764"/>
              <a:gd name="T16" fmla="*/ 113 w 1376"/>
              <a:gd name="T17" fmla="*/ 348 h 7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76" h="764">
                <a:moveTo>
                  <a:pt x="113" y="348"/>
                </a:moveTo>
                <a:cubicBezTo>
                  <a:pt x="166" y="270"/>
                  <a:pt x="296" y="218"/>
                  <a:pt x="395" y="162"/>
                </a:cubicBezTo>
                <a:cubicBezTo>
                  <a:pt x="494" y="106"/>
                  <a:pt x="583" y="0"/>
                  <a:pt x="710" y="9"/>
                </a:cubicBezTo>
                <a:cubicBezTo>
                  <a:pt x="837" y="18"/>
                  <a:pt x="1051" y="136"/>
                  <a:pt x="1160" y="219"/>
                </a:cubicBezTo>
                <a:cubicBezTo>
                  <a:pt x="1269" y="302"/>
                  <a:pt x="1376" y="426"/>
                  <a:pt x="1367" y="510"/>
                </a:cubicBezTo>
                <a:cubicBezTo>
                  <a:pt x="1358" y="594"/>
                  <a:pt x="1234" y="688"/>
                  <a:pt x="1103" y="726"/>
                </a:cubicBezTo>
                <a:cubicBezTo>
                  <a:pt x="972" y="764"/>
                  <a:pt x="749" y="754"/>
                  <a:pt x="578" y="738"/>
                </a:cubicBezTo>
                <a:cubicBezTo>
                  <a:pt x="407" y="722"/>
                  <a:pt x="154" y="695"/>
                  <a:pt x="77" y="630"/>
                </a:cubicBezTo>
                <a:cubicBezTo>
                  <a:pt x="0" y="565"/>
                  <a:pt x="60" y="426"/>
                  <a:pt x="113" y="348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5978528" y="1567658"/>
            <a:ext cx="352425" cy="285750"/>
          </a:xfrm>
          <a:custGeom>
            <a:avLst/>
            <a:gdLst>
              <a:gd name="T0" fmla="*/ 0 w 222"/>
              <a:gd name="T1" fmla="*/ 180 h 180"/>
              <a:gd name="T2" fmla="*/ 222 w 222"/>
              <a:gd name="T3" fmla="*/ 0 h 1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80">
                <a:moveTo>
                  <a:pt x="0" y="180"/>
                </a:moveTo>
                <a:lnTo>
                  <a:pt x="22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7" name="Oval 7"/>
          <p:cNvSpPr>
            <a:spLocks noChangeArrowheads="1"/>
          </p:cNvSpPr>
          <p:nvPr/>
        </p:nvSpPr>
        <p:spPr bwMode="auto">
          <a:xfrm>
            <a:off x="5565778" y="1942308"/>
            <a:ext cx="496888" cy="12858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5565778" y="1931195"/>
            <a:ext cx="1588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6062665" y="1931195"/>
            <a:ext cx="1588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5565778" y="1931195"/>
            <a:ext cx="492125" cy="7778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Oval 11"/>
          <p:cNvSpPr>
            <a:spLocks noChangeArrowheads="1"/>
          </p:cNvSpPr>
          <p:nvPr/>
        </p:nvSpPr>
        <p:spPr bwMode="auto">
          <a:xfrm>
            <a:off x="5561015" y="1837533"/>
            <a:ext cx="496888" cy="150813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12" name="Freeform 12"/>
          <p:cNvSpPr>
            <a:spLocks/>
          </p:cNvSpPr>
          <p:nvPr/>
        </p:nvSpPr>
        <p:spPr bwMode="auto">
          <a:xfrm>
            <a:off x="6621465" y="1567658"/>
            <a:ext cx="342900" cy="300038"/>
          </a:xfrm>
          <a:custGeom>
            <a:avLst/>
            <a:gdLst>
              <a:gd name="T0" fmla="*/ 0 w 216"/>
              <a:gd name="T1" fmla="*/ 0 h 189"/>
              <a:gd name="T2" fmla="*/ 216 w 216"/>
              <a:gd name="T3" fmla="*/ 189 h 18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16" h="189">
                <a:moveTo>
                  <a:pt x="0" y="0"/>
                </a:moveTo>
                <a:lnTo>
                  <a:pt x="216" y="189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13" name="Freeform 13"/>
          <p:cNvSpPr>
            <a:spLocks/>
          </p:cNvSpPr>
          <p:nvPr/>
        </p:nvSpPr>
        <p:spPr bwMode="auto">
          <a:xfrm>
            <a:off x="6069015" y="1986758"/>
            <a:ext cx="857250" cy="4763"/>
          </a:xfrm>
          <a:custGeom>
            <a:avLst/>
            <a:gdLst>
              <a:gd name="T0" fmla="*/ 540 w 540"/>
              <a:gd name="T1" fmla="*/ 3 h 3"/>
              <a:gd name="T2" fmla="*/ 0 w 540"/>
              <a:gd name="T3" fmla="*/ 0 h 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40" h="3">
                <a:moveTo>
                  <a:pt x="540" y="3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grpSp>
        <p:nvGrpSpPr>
          <p:cNvPr id="14" name="Group 14"/>
          <p:cNvGrpSpPr>
            <a:grpSpLocks/>
          </p:cNvGrpSpPr>
          <p:nvPr/>
        </p:nvGrpSpPr>
        <p:grpSpPr bwMode="auto">
          <a:xfrm>
            <a:off x="5638803" y="1761333"/>
            <a:ext cx="333375" cy="396875"/>
            <a:chOff x="2951" y="2429"/>
            <a:chExt cx="213" cy="250"/>
          </a:xfrm>
        </p:grpSpPr>
        <p:sp>
          <p:nvSpPr>
            <p:cNvPr id="38" name="Rectangle 15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9" name="Text Box 16"/>
            <p:cNvSpPr txBox="1">
              <a:spLocks noChangeArrowheads="1"/>
            </p:cNvSpPr>
            <p:nvPr/>
          </p:nvSpPr>
          <p:spPr bwMode="auto">
            <a:xfrm>
              <a:off x="2951" y="2429"/>
              <a:ext cx="21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x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" name="Group 17"/>
          <p:cNvGrpSpPr>
            <a:grpSpLocks/>
          </p:cNvGrpSpPr>
          <p:nvPr/>
        </p:nvGrpSpPr>
        <p:grpSpPr bwMode="auto">
          <a:xfrm>
            <a:off x="6902453" y="1780383"/>
            <a:ext cx="501650" cy="396875"/>
            <a:chOff x="1740" y="2306"/>
            <a:chExt cx="316" cy="250"/>
          </a:xfrm>
        </p:grpSpPr>
        <p:sp>
          <p:nvSpPr>
            <p:cNvPr id="30" name="Oval 18"/>
            <p:cNvSpPr>
              <a:spLocks noChangeArrowheads="1"/>
            </p:cNvSpPr>
            <p:nvPr/>
          </p:nvSpPr>
          <p:spPr bwMode="auto">
            <a:xfrm>
              <a:off x="1743" y="242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1" name="Line 19"/>
            <p:cNvSpPr>
              <a:spLocks noChangeShapeType="1"/>
            </p:cNvSpPr>
            <p:nvPr/>
          </p:nvSpPr>
          <p:spPr bwMode="auto">
            <a:xfrm>
              <a:off x="1743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2" name="Line 20"/>
            <p:cNvSpPr>
              <a:spLocks noChangeShapeType="1"/>
            </p:cNvSpPr>
            <p:nvPr/>
          </p:nvSpPr>
          <p:spPr bwMode="auto">
            <a:xfrm>
              <a:off x="2056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3" name="Rectangle 21"/>
            <p:cNvSpPr>
              <a:spLocks noChangeArrowheads="1"/>
            </p:cNvSpPr>
            <p:nvPr/>
          </p:nvSpPr>
          <p:spPr bwMode="auto">
            <a:xfrm>
              <a:off x="1743" y="241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4" name="Oval 22"/>
            <p:cNvSpPr>
              <a:spLocks noChangeArrowheads="1"/>
            </p:cNvSpPr>
            <p:nvPr/>
          </p:nvSpPr>
          <p:spPr bwMode="auto">
            <a:xfrm>
              <a:off x="1740" y="235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35" name="Group 23"/>
            <p:cNvGrpSpPr>
              <a:grpSpLocks/>
            </p:cNvGrpSpPr>
            <p:nvPr/>
          </p:nvGrpSpPr>
          <p:grpSpPr bwMode="auto">
            <a:xfrm>
              <a:off x="1800" y="2306"/>
              <a:ext cx="202" cy="250"/>
              <a:chOff x="2955" y="2429"/>
              <a:chExt cx="205" cy="250"/>
            </a:xfrm>
          </p:grpSpPr>
          <p:sp>
            <p:nvSpPr>
              <p:cNvPr id="36" name="Rectangle 2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37" name="Text Box 25"/>
              <p:cNvSpPr txBox="1">
                <a:spLocks noChangeArrowheads="1"/>
              </p:cNvSpPr>
              <p:nvPr/>
            </p:nvSpPr>
            <p:spPr bwMode="auto">
              <a:xfrm>
                <a:off x="2955" y="2429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z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6" name="Text Box 26"/>
          <p:cNvSpPr txBox="1">
            <a:spLocks noChangeArrowheads="1"/>
          </p:cNvSpPr>
          <p:nvPr/>
        </p:nvSpPr>
        <p:spPr bwMode="auto">
          <a:xfrm>
            <a:off x="6735681" y="1447008"/>
            <a:ext cx="3129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dirty="0"/>
              <a:t>3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7" name="Text Box 27"/>
          <p:cNvSpPr txBox="1">
            <a:spLocks noChangeArrowheads="1"/>
          </p:cNvSpPr>
          <p:nvPr/>
        </p:nvSpPr>
        <p:spPr bwMode="auto">
          <a:xfrm>
            <a:off x="5892803" y="1442245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/>
              <a:t>4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8" name="Text Box 28"/>
          <p:cNvSpPr txBox="1">
            <a:spLocks noChangeArrowheads="1"/>
          </p:cNvSpPr>
          <p:nvPr/>
        </p:nvSpPr>
        <p:spPr bwMode="auto">
          <a:xfrm>
            <a:off x="6275390" y="1970883"/>
            <a:ext cx="463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/>
              <a:t>50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19" name="Group 29"/>
          <p:cNvGrpSpPr>
            <a:grpSpLocks/>
          </p:cNvGrpSpPr>
          <p:nvPr/>
        </p:nvGrpSpPr>
        <p:grpSpPr bwMode="auto">
          <a:xfrm>
            <a:off x="6235703" y="1266033"/>
            <a:ext cx="501650" cy="396875"/>
            <a:chOff x="1740" y="2306"/>
            <a:chExt cx="316" cy="250"/>
          </a:xfrm>
        </p:grpSpPr>
        <p:sp>
          <p:nvSpPr>
            <p:cNvPr id="22" name="Oval 30"/>
            <p:cNvSpPr>
              <a:spLocks noChangeArrowheads="1"/>
            </p:cNvSpPr>
            <p:nvPr/>
          </p:nvSpPr>
          <p:spPr bwMode="auto">
            <a:xfrm>
              <a:off x="1743" y="242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3" name="Line 31"/>
            <p:cNvSpPr>
              <a:spLocks noChangeShapeType="1"/>
            </p:cNvSpPr>
            <p:nvPr/>
          </p:nvSpPr>
          <p:spPr bwMode="auto">
            <a:xfrm>
              <a:off x="1743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4" name="Line 32"/>
            <p:cNvSpPr>
              <a:spLocks noChangeShapeType="1"/>
            </p:cNvSpPr>
            <p:nvPr/>
          </p:nvSpPr>
          <p:spPr bwMode="auto">
            <a:xfrm>
              <a:off x="2056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5" name="Rectangle 33"/>
            <p:cNvSpPr>
              <a:spLocks noChangeArrowheads="1"/>
            </p:cNvSpPr>
            <p:nvPr/>
          </p:nvSpPr>
          <p:spPr bwMode="auto">
            <a:xfrm>
              <a:off x="1743" y="241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6" name="Oval 34"/>
            <p:cNvSpPr>
              <a:spLocks noChangeArrowheads="1"/>
            </p:cNvSpPr>
            <p:nvPr/>
          </p:nvSpPr>
          <p:spPr bwMode="auto">
            <a:xfrm>
              <a:off x="1740" y="235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27" name="Group 35"/>
            <p:cNvGrpSpPr>
              <a:grpSpLocks/>
            </p:cNvGrpSpPr>
            <p:nvPr/>
          </p:nvGrpSpPr>
          <p:grpSpPr bwMode="auto">
            <a:xfrm>
              <a:off x="1802" y="2306"/>
              <a:ext cx="199" cy="250"/>
              <a:chOff x="2957" y="2429"/>
              <a:chExt cx="202" cy="250"/>
            </a:xfrm>
          </p:grpSpPr>
          <p:sp>
            <p:nvSpPr>
              <p:cNvPr id="28" name="Rectangle 36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29" name="Text Box 37"/>
              <p:cNvSpPr txBox="1">
                <a:spLocks noChangeArrowheads="1"/>
              </p:cNvSpPr>
              <p:nvPr/>
            </p:nvSpPr>
            <p:spPr bwMode="auto">
              <a:xfrm>
                <a:off x="2957" y="2429"/>
                <a:ext cx="20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y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0" name="Text Box 38"/>
          <p:cNvSpPr txBox="1">
            <a:spLocks noChangeArrowheads="1"/>
          </p:cNvSpPr>
          <p:nvPr/>
        </p:nvSpPr>
        <p:spPr bwMode="auto">
          <a:xfrm>
            <a:off x="5661028" y="1046958"/>
            <a:ext cx="463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FF0000"/>
                </a:solidFill>
              </a:rPr>
              <a:t>60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1" name="Line 39"/>
          <p:cNvSpPr>
            <a:spLocks noChangeShapeType="1"/>
          </p:cNvSpPr>
          <p:nvPr/>
        </p:nvSpPr>
        <p:spPr bwMode="auto">
          <a:xfrm flipH="1" flipV="1">
            <a:off x="5921378" y="1358108"/>
            <a:ext cx="209550" cy="3619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grpSp>
        <p:nvGrpSpPr>
          <p:cNvPr id="40" name="Group 17"/>
          <p:cNvGrpSpPr>
            <a:grpSpLocks/>
          </p:cNvGrpSpPr>
          <p:nvPr/>
        </p:nvGrpSpPr>
        <p:grpSpPr bwMode="auto">
          <a:xfrm>
            <a:off x="7318378" y="1188600"/>
            <a:ext cx="501650" cy="400050"/>
            <a:chOff x="1740" y="2306"/>
            <a:chExt cx="316" cy="252"/>
          </a:xfrm>
        </p:grpSpPr>
        <p:sp>
          <p:nvSpPr>
            <p:cNvPr id="41" name="Oval 18"/>
            <p:cNvSpPr>
              <a:spLocks noChangeArrowheads="1"/>
            </p:cNvSpPr>
            <p:nvPr/>
          </p:nvSpPr>
          <p:spPr bwMode="auto">
            <a:xfrm>
              <a:off x="1743" y="242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2" name="Line 19"/>
            <p:cNvSpPr>
              <a:spLocks noChangeShapeType="1"/>
            </p:cNvSpPr>
            <p:nvPr/>
          </p:nvSpPr>
          <p:spPr bwMode="auto">
            <a:xfrm>
              <a:off x="1743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3" name="Line 20"/>
            <p:cNvSpPr>
              <a:spLocks noChangeShapeType="1"/>
            </p:cNvSpPr>
            <p:nvPr/>
          </p:nvSpPr>
          <p:spPr bwMode="auto">
            <a:xfrm>
              <a:off x="2056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4" name="Rectangle 21"/>
            <p:cNvSpPr>
              <a:spLocks noChangeArrowheads="1"/>
            </p:cNvSpPr>
            <p:nvPr/>
          </p:nvSpPr>
          <p:spPr bwMode="auto">
            <a:xfrm>
              <a:off x="1743" y="241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5" name="Oval 22"/>
            <p:cNvSpPr>
              <a:spLocks noChangeArrowheads="1"/>
            </p:cNvSpPr>
            <p:nvPr/>
          </p:nvSpPr>
          <p:spPr bwMode="auto">
            <a:xfrm>
              <a:off x="1740" y="235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46" name="Group 23"/>
            <p:cNvGrpSpPr>
              <a:grpSpLocks/>
            </p:cNvGrpSpPr>
            <p:nvPr/>
          </p:nvGrpSpPr>
          <p:grpSpPr bwMode="auto">
            <a:xfrm>
              <a:off x="1790" y="2306"/>
              <a:ext cx="234" cy="252"/>
              <a:chOff x="2939" y="2429"/>
              <a:chExt cx="237" cy="252"/>
            </a:xfrm>
          </p:grpSpPr>
          <p:sp>
            <p:nvSpPr>
              <p:cNvPr id="47" name="Rectangle 2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8" name="Text Box 25"/>
              <p:cNvSpPr txBox="1">
                <a:spLocks noChangeArrowheads="1"/>
              </p:cNvSpPr>
              <p:nvPr/>
            </p:nvSpPr>
            <p:spPr bwMode="auto">
              <a:xfrm>
                <a:off x="2939" y="2429"/>
                <a:ext cx="23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 dirty="0"/>
                  <a:t>w</a:t>
                </a:r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49" name="Freeform 6"/>
          <p:cNvSpPr>
            <a:spLocks/>
          </p:cNvSpPr>
          <p:nvPr/>
        </p:nvSpPr>
        <p:spPr bwMode="auto">
          <a:xfrm>
            <a:off x="6748466" y="1405435"/>
            <a:ext cx="565150" cy="62565"/>
          </a:xfrm>
          <a:custGeom>
            <a:avLst/>
            <a:gdLst>
              <a:gd name="T0" fmla="*/ 0 w 222"/>
              <a:gd name="T1" fmla="*/ 180 h 180"/>
              <a:gd name="T2" fmla="*/ 222 w 222"/>
              <a:gd name="T3" fmla="*/ 0 h 1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80">
                <a:moveTo>
                  <a:pt x="0" y="180"/>
                </a:moveTo>
                <a:lnTo>
                  <a:pt x="22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0" name="Freeform 6"/>
          <p:cNvSpPr>
            <a:spLocks/>
          </p:cNvSpPr>
          <p:nvPr/>
        </p:nvSpPr>
        <p:spPr bwMode="auto">
          <a:xfrm flipH="1" flipV="1">
            <a:off x="7360613" y="1506099"/>
            <a:ext cx="216527" cy="383821"/>
          </a:xfrm>
          <a:custGeom>
            <a:avLst/>
            <a:gdLst>
              <a:gd name="T0" fmla="*/ 0 w 222"/>
              <a:gd name="T1" fmla="*/ 180 h 180"/>
              <a:gd name="T2" fmla="*/ 222 w 222"/>
              <a:gd name="T3" fmla="*/ 0 h 1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80">
                <a:moveTo>
                  <a:pt x="0" y="180"/>
                </a:moveTo>
                <a:lnTo>
                  <a:pt x="22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1" name="Text Box 26"/>
          <p:cNvSpPr txBox="1">
            <a:spLocks noChangeArrowheads="1"/>
          </p:cNvSpPr>
          <p:nvPr/>
        </p:nvSpPr>
        <p:spPr bwMode="auto">
          <a:xfrm>
            <a:off x="7432679" y="1517155"/>
            <a:ext cx="3129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dirty="0"/>
              <a:t>1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2" name="Text Box 26"/>
          <p:cNvSpPr txBox="1">
            <a:spLocks noChangeArrowheads="1"/>
          </p:cNvSpPr>
          <p:nvPr/>
        </p:nvSpPr>
        <p:spPr bwMode="auto">
          <a:xfrm>
            <a:off x="6855618" y="1045668"/>
            <a:ext cx="3129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dirty="0"/>
              <a:t>1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3" name="Rectangle 3"/>
          <p:cNvSpPr txBox="1">
            <a:spLocks noChangeArrowheads="1"/>
          </p:cNvSpPr>
          <p:nvPr/>
        </p:nvSpPr>
        <p:spPr>
          <a:xfrm>
            <a:off x="304800" y="1003316"/>
            <a:ext cx="7772400" cy="554988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B050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buFont typeface="ZapfDingbats" pitchFamily="82" charset="2"/>
              <a:buNone/>
            </a:pPr>
            <a:r>
              <a:rPr lang="en-US" altLang="en-US" sz="1800" kern="0" dirty="0"/>
              <a:t>Consider </a:t>
            </a:r>
            <a:r>
              <a:rPr lang="en-US" altLang="en-US" sz="1800" kern="0" dirty="0" err="1"/>
              <a:t>y,z,w</a:t>
            </a:r>
            <a:r>
              <a:rPr lang="en-US" altLang="en-US" sz="1800" kern="0" dirty="0"/>
              <a:t> distance table entries to </a:t>
            </a:r>
          </a:p>
          <a:p>
            <a:pPr>
              <a:buFont typeface="ZapfDingbats" pitchFamily="82" charset="2"/>
              <a:buNone/>
            </a:pPr>
            <a:r>
              <a:rPr lang="en-US" altLang="en-US" sz="1800" kern="0" dirty="0"/>
              <a:t>x only. Using poisoned reverse, </a:t>
            </a:r>
          </a:p>
          <a:p>
            <a:pPr>
              <a:buFont typeface="ZapfDingbats" pitchFamily="82" charset="2"/>
              <a:buNone/>
            </a:pPr>
            <a:r>
              <a:rPr lang="en-US" altLang="en-US" sz="1800" dirty="0"/>
              <a:t>z </a:t>
            </a:r>
            <a:r>
              <a:rPr lang="en-US" altLang="en-US" sz="1800" dirty="0">
                <a:sym typeface="Wingdings" panose="05000000000000000000" pitchFamily="2" charset="2"/>
              </a:rPr>
              <a:t> w,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z</a:t>
            </a:r>
            <a:r>
              <a:rPr lang="en-US" altLang="en-US" sz="1800" dirty="0"/>
              <a:t>(x) = </a:t>
            </a:r>
            <a:r>
              <a:rPr lang="en-US" altLang="en-US" sz="1800" b="1" i="1" dirty="0">
                <a:solidFill>
                  <a:srgbClr val="FF0000"/>
                </a:solidFill>
              </a:rPr>
              <a:t>∞</a:t>
            </a:r>
            <a:r>
              <a:rPr lang="en-US" altLang="en-US" sz="1800" dirty="0"/>
              <a:t>; z </a:t>
            </a:r>
            <a:r>
              <a:rPr lang="en-US" altLang="en-US" sz="1800" dirty="0">
                <a:sym typeface="Wingdings" panose="05000000000000000000" pitchFamily="2" charset="2"/>
              </a:rPr>
              <a:t> y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z</a:t>
            </a:r>
            <a:r>
              <a:rPr lang="en-US" altLang="en-US" sz="1800" dirty="0"/>
              <a:t>(x) = 6 (not lying);</a:t>
            </a:r>
          </a:p>
          <a:p>
            <a:pPr>
              <a:buNone/>
            </a:pPr>
            <a:r>
              <a:rPr lang="en-US" altLang="en-US" sz="1800" kern="0" dirty="0"/>
              <a:t>w </a:t>
            </a:r>
            <a:r>
              <a:rPr lang="en-US" altLang="en-US" sz="1800" kern="0" dirty="0">
                <a:sym typeface="Wingdings" panose="05000000000000000000" pitchFamily="2" charset="2"/>
              </a:rPr>
              <a:t> y,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w</a:t>
            </a:r>
            <a:r>
              <a:rPr lang="en-US" altLang="en-US" sz="1800" dirty="0"/>
              <a:t>(x) = </a:t>
            </a:r>
            <a:r>
              <a:rPr lang="en-US" altLang="en-US" sz="1800" b="1" i="1" dirty="0">
                <a:solidFill>
                  <a:srgbClr val="FF0000"/>
                </a:solidFill>
              </a:rPr>
              <a:t>∞</a:t>
            </a:r>
            <a:r>
              <a:rPr lang="en-US" altLang="en-US" sz="1800" dirty="0"/>
              <a:t>; w </a:t>
            </a:r>
            <a:r>
              <a:rPr lang="en-US" altLang="en-US" sz="1800" dirty="0">
                <a:sym typeface="Wingdings" panose="05000000000000000000" pitchFamily="2" charset="2"/>
              </a:rPr>
              <a:t> z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w</a:t>
            </a:r>
            <a:r>
              <a:rPr lang="en-US" altLang="en-US" sz="1800" dirty="0"/>
              <a:t>(x) = 5 (not lying);</a:t>
            </a:r>
          </a:p>
          <a:p>
            <a:pPr>
              <a:buNone/>
            </a:pPr>
            <a:r>
              <a:rPr lang="en-US" altLang="en-US" sz="1800" kern="0" dirty="0"/>
              <a:t>y </a:t>
            </a:r>
            <a:r>
              <a:rPr lang="en-US" altLang="en-US" sz="1800" kern="0" dirty="0">
                <a:sym typeface="Wingdings" panose="05000000000000000000" pitchFamily="2" charset="2"/>
              </a:rPr>
              <a:t> w,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y</a:t>
            </a:r>
            <a:r>
              <a:rPr lang="en-US" altLang="en-US" sz="1800" dirty="0"/>
              <a:t>(x) = 4 (not lying); y </a:t>
            </a:r>
            <a:r>
              <a:rPr lang="en-US" altLang="en-US" sz="1800" dirty="0">
                <a:sym typeface="Wingdings" panose="05000000000000000000" pitchFamily="2" charset="2"/>
              </a:rPr>
              <a:t> z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y</a:t>
            </a:r>
            <a:r>
              <a:rPr lang="en-US" altLang="en-US" sz="1800" dirty="0"/>
              <a:t>(x) = 4 (not lying);</a:t>
            </a:r>
          </a:p>
          <a:p>
            <a:pPr>
              <a:buNone/>
            </a:pPr>
            <a:r>
              <a:rPr lang="en-US" altLang="en-US" sz="1800" dirty="0"/>
              <a:t>Then there is link-cost change (4</a:t>
            </a:r>
            <a:r>
              <a:rPr lang="en-US" altLang="en-US" sz="1800" dirty="0">
                <a:sym typeface="Wingdings" panose="05000000000000000000" pitchFamily="2" charset="2"/>
              </a:rPr>
              <a:t>60);</a:t>
            </a:r>
          </a:p>
          <a:p>
            <a:pPr>
              <a:buNone/>
            </a:pPr>
            <a:r>
              <a:rPr lang="en-US" altLang="en-US" sz="1800" dirty="0"/>
              <a:t>At t1, y updates its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y</a:t>
            </a:r>
            <a:r>
              <a:rPr lang="en-US" altLang="en-US" sz="1800" dirty="0"/>
              <a:t>(x) = 9 (via z, z did not lie:); </a:t>
            </a:r>
          </a:p>
          <a:p>
            <a:pPr>
              <a:buNone/>
            </a:pPr>
            <a:r>
              <a:rPr lang="en-US" altLang="en-US" sz="1800" kern="0" dirty="0"/>
              <a:t>          Now y notifies w and z; y </a:t>
            </a:r>
            <a:r>
              <a:rPr lang="en-US" altLang="en-US" sz="1800" kern="0" dirty="0">
                <a:sym typeface="Wingdings" panose="05000000000000000000" pitchFamily="2" charset="2"/>
              </a:rPr>
              <a:t> w,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y</a:t>
            </a:r>
            <a:r>
              <a:rPr lang="en-US" altLang="en-US" sz="1800" dirty="0"/>
              <a:t>(x) = 9; y </a:t>
            </a:r>
            <a:r>
              <a:rPr lang="en-US" altLang="en-US" sz="1800" dirty="0">
                <a:sym typeface="Wingdings" panose="05000000000000000000" pitchFamily="2" charset="2"/>
              </a:rPr>
              <a:t> z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y</a:t>
            </a:r>
            <a:r>
              <a:rPr lang="en-US" altLang="en-US" sz="1800" dirty="0"/>
              <a:t>(x) = </a:t>
            </a:r>
            <a:r>
              <a:rPr lang="en-US" altLang="en-US" sz="1800" b="1" i="1" dirty="0">
                <a:solidFill>
                  <a:srgbClr val="FF0000"/>
                </a:solidFill>
              </a:rPr>
              <a:t>∞</a:t>
            </a:r>
            <a:r>
              <a:rPr lang="en-US" altLang="en-US" sz="1800" dirty="0"/>
              <a:t>;</a:t>
            </a:r>
          </a:p>
          <a:p>
            <a:pPr>
              <a:buNone/>
            </a:pPr>
            <a:r>
              <a:rPr lang="en-US" altLang="en-US" sz="1800" dirty="0"/>
              <a:t>	</a:t>
            </a:r>
            <a:r>
              <a:rPr lang="en-US" altLang="en-US" sz="1200" dirty="0" err="1"/>
              <a:t>D</a:t>
            </a:r>
            <a:r>
              <a:rPr lang="en-US" altLang="en-US" sz="1200" baseline="-25000" dirty="0" err="1"/>
              <a:t>y</a:t>
            </a:r>
            <a:r>
              <a:rPr lang="en-US" altLang="en-US" sz="1200" dirty="0"/>
              <a:t>(x) = min{c(</a:t>
            </a:r>
            <a:r>
              <a:rPr lang="en-US" altLang="en-US" sz="1200" dirty="0" err="1"/>
              <a:t>y,z</a:t>
            </a:r>
            <a:r>
              <a:rPr lang="en-US" altLang="en-US" sz="1200" dirty="0"/>
              <a:t>)+</a:t>
            </a:r>
            <a:r>
              <a:rPr lang="en-US" altLang="en-US" sz="1200" dirty="0" err="1"/>
              <a:t>D</a:t>
            </a:r>
            <a:r>
              <a:rPr lang="en-US" altLang="en-US" sz="1200" baseline="-25000" dirty="0" err="1"/>
              <a:t>z</a:t>
            </a:r>
            <a:r>
              <a:rPr lang="en-US" altLang="en-US" sz="1200" dirty="0"/>
              <a:t>(x), c(</a:t>
            </a:r>
            <a:r>
              <a:rPr lang="en-US" altLang="en-US" sz="1200" dirty="0" err="1"/>
              <a:t>y,w</a:t>
            </a:r>
            <a:r>
              <a:rPr lang="en-US" altLang="en-US" sz="1200" dirty="0"/>
              <a:t>) + </a:t>
            </a:r>
            <a:r>
              <a:rPr lang="en-US" altLang="en-US" sz="1200" dirty="0" err="1"/>
              <a:t>D</a:t>
            </a:r>
            <a:r>
              <a:rPr lang="en-US" altLang="en-US" sz="1200" baseline="-25000" dirty="0" err="1"/>
              <a:t>w</a:t>
            </a:r>
            <a:r>
              <a:rPr lang="en-US" altLang="en-US" sz="1200" dirty="0"/>
              <a:t>(x), c(</a:t>
            </a:r>
            <a:r>
              <a:rPr lang="en-US" altLang="en-US" sz="1200" dirty="0" err="1"/>
              <a:t>y,x</a:t>
            </a:r>
            <a:r>
              <a:rPr lang="en-US" altLang="en-US" sz="1200" dirty="0"/>
              <a:t>) + </a:t>
            </a:r>
            <a:r>
              <a:rPr lang="en-US" altLang="en-US" sz="1200" dirty="0" err="1"/>
              <a:t>D</a:t>
            </a:r>
            <a:r>
              <a:rPr lang="en-US" altLang="en-US" sz="1200" baseline="-25000" dirty="0" err="1"/>
              <a:t>x</a:t>
            </a:r>
            <a:r>
              <a:rPr lang="en-US" altLang="en-US" sz="1200" dirty="0"/>
              <a:t>(x)</a:t>
            </a:r>
            <a:r>
              <a:rPr lang="en-US" altLang="en-US" sz="1200" b="1" i="1" dirty="0">
                <a:solidFill>
                  <a:srgbClr val="FF0000"/>
                </a:solidFill>
              </a:rPr>
              <a:t> </a:t>
            </a:r>
            <a:r>
              <a:rPr lang="en-US" altLang="en-US" sz="1200" dirty="0"/>
              <a:t>} = min{3+6, 1+</a:t>
            </a:r>
            <a:r>
              <a:rPr lang="en-US" altLang="en-US" sz="1200" b="1" i="1" dirty="0">
                <a:solidFill>
                  <a:srgbClr val="FF0000"/>
                </a:solidFill>
              </a:rPr>
              <a:t> ∞, </a:t>
            </a:r>
            <a:r>
              <a:rPr lang="en-US" altLang="en-US" sz="1200" dirty="0"/>
              <a:t>60+0} = 9 (via z) </a:t>
            </a:r>
          </a:p>
          <a:p>
            <a:pPr>
              <a:buNone/>
            </a:pPr>
            <a:endParaRPr lang="en-US" altLang="en-US" sz="1800" dirty="0"/>
          </a:p>
          <a:p>
            <a:pPr>
              <a:buNone/>
            </a:pPr>
            <a:endParaRPr lang="en-US" altLang="en-US" sz="1800" dirty="0"/>
          </a:p>
          <a:p>
            <a:pPr>
              <a:buNone/>
            </a:pPr>
            <a:endParaRPr lang="en-US" altLang="en-US" sz="1800" dirty="0"/>
          </a:p>
          <a:p>
            <a:pPr>
              <a:buNone/>
            </a:pPr>
            <a:endParaRPr lang="en-US" altLang="en-US" sz="1800" dirty="0"/>
          </a:p>
          <a:p>
            <a:pPr>
              <a:buNone/>
            </a:pPr>
            <a:endParaRPr lang="en-US" altLang="en-US" sz="1800" dirty="0"/>
          </a:p>
          <a:p>
            <a:pPr>
              <a:buNone/>
            </a:pPr>
            <a:endParaRPr lang="en-US" altLang="en-US" sz="1800" dirty="0"/>
          </a:p>
          <a:p>
            <a:pPr>
              <a:buFont typeface="ZapfDingbats" pitchFamily="82" charset="2"/>
              <a:buNone/>
            </a:pPr>
            <a:r>
              <a:rPr lang="en-US" altLang="en-US" sz="1800" kern="0" dirty="0">
                <a:sym typeface="Wingdings" panose="05000000000000000000" pitchFamily="2" charset="2"/>
              </a:rPr>
              <a:t> </a:t>
            </a:r>
            <a:r>
              <a:rPr lang="en-US" altLang="en-US" sz="1800" kern="0" dirty="0"/>
              <a:t> </a:t>
            </a:r>
          </a:p>
        </p:txBody>
      </p:sp>
      <p:sp>
        <p:nvSpPr>
          <p:cNvPr id="57" name="Freeform 56"/>
          <p:cNvSpPr/>
          <p:nvPr/>
        </p:nvSpPr>
        <p:spPr>
          <a:xfrm>
            <a:off x="4959927" y="1930400"/>
            <a:ext cx="1182255" cy="1246909"/>
          </a:xfrm>
          <a:custGeom>
            <a:avLst/>
            <a:gdLst>
              <a:gd name="connsiteX0" fmla="*/ 0 w 1182255"/>
              <a:gd name="connsiteY0" fmla="*/ 0 h 1246909"/>
              <a:gd name="connsiteX1" fmla="*/ 64655 w 1182255"/>
              <a:gd name="connsiteY1" fmla="*/ 18473 h 1246909"/>
              <a:gd name="connsiteX2" fmla="*/ 92364 w 1182255"/>
              <a:gd name="connsiteY2" fmla="*/ 27709 h 1246909"/>
              <a:gd name="connsiteX3" fmla="*/ 295564 w 1182255"/>
              <a:gd name="connsiteY3" fmla="*/ 36945 h 1246909"/>
              <a:gd name="connsiteX4" fmla="*/ 323273 w 1182255"/>
              <a:gd name="connsiteY4" fmla="*/ 46182 h 1246909"/>
              <a:gd name="connsiteX5" fmla="*/ 480291 w 1182255"/>
              <a:gd name="connsiteY5" fmla="*/ 64655 h 1246909"/>
              <a:gd name="connsiteX6" fmla="*/ 544946 w 1182255"/>
              <a:gd name="connsiteY6" fmla="*/ 92364 h 1246909"/>
              <a:gd name="connsiteX7" fmla="*/ 609600 w 1182255"/>
              <a:gd name="connsiteY7" fmla="*/ 120073 h 1246909"/>
              <a:gd name="connsiteX8" fmla="*/ 803564 w 1182255"/>
              <a:gd name="connsiteY8" fmla="*/ 147782 h 1246909"/>
              <a:gd name="connsiteX9" fmla="*/ 886691 w 1182255"/>
              <a:gd name="connsiteY9" fmla="*/ 175491 h 1246909"/>
              <a:gd name="connsiteX10" fmla="*/ 960582 w 1182255"/>
              <a:gd name="connsiteY10" fmla="*/ 193964 h 1246909"/>
              <a:gd name="connsiteX11" fmla="*/ 988291 w 1182255"/>
              <a:gd name="connsiteY11" fmla="*/ 212436 h 1246909"/>
              <a:gd name="connsiteX12" fmla="*/ 1043709 w 1182255"/>
              <a:gd name="connsiteY12" fmla="*/ 240145 h 1246909"/>
              <a:gd name="connsiteX13" fmla="*/ 1117600 w 1182255"/>
              <a:gd name="connsiteY13" fmla="*/ 350982 h 1246909"/>
              <a:gd name="connsiteX14" fmla="*/ 1154546 w 1182255"/>
              <a:gd name="connsiteY14" fmla="*/ 406400 h 1246909"/>
              <a:gd name="connsiteX15" fmla="*/ 1163782 w 1182255"/>
              <a:gd name="connsiteY15" fmla="*/ 452582 h 1246909"/>
              <a:gd name="connsiteX16" fmla="*/ 1173018 w 1182255"/>
              <a:gd name="connsiteY16" fmla="*/ 480291 h 1246909"/>
              <a:gd name="connsiteX17" fmla="*/ 1182255 w 1182255"/>
              <a:gd name="connsiteY17" fmla="*/ 517236 h 1246909"/>
              <a:gd name="connsiteX18" fmla="*/ 1173018 w 1182255"/>
              <a:gd name="connsiteY18" fmla="*/ 655782 h 1246909"/>
              <a:gd name="connsiteX19" fmla="*/ 1163782 w 1182255"/>
              <a:gd name="connsiteY19" fmla="*/ 701964 h 1246909"/>
              <a:gd name="connsiteX20" fmla="*/ 1126837 w 1182255"/>
              <a:gd name="connsiteY20" fmla="*/ 757382 h 1246909"/>
              <a:gd name="connsiteX21" fmla="*/ 1108364 w 1182255"/>
              <a:gd name="connsiteY21" fmla="*/ 785091 h 1246909"/>
              <a:gd name="connsiteX22" fmla="*/ 1089891 w 1182255"/>
              <a:gd name="connsiteY22" fmla="*/ 822036 h 1246909"/>
              <a:gd name="connsiteX23" fmla="*/ 1062182 w 1182255"/>
              <a:gd name="connsiteY23" fmla="*/ 831273 h 1246909"/>
              <a:gd name="connsiteX24" fmla="*/ 1043709 w 1182255"/>
              <a:gd name="connsiteY24" fmla="*/ 858982 h 1246909"/>
              <a:gd name="connsiteX25" fmla="*/ 1025237 w 1182255"/>
              <a:gd name="connsiteY25" fmla="*/ 905164 h 1246909"/>
              <a:gd name="connsiteX26" fmla="*/ 997528 w 1182255"/>
              <a:gd name="connsiteY26" fmla="*/ 923636 h 1246909"/>
              <a:gd name="connsiteX27" fmla="*/ 969818 w 1182255"/>
              <a:gd name="connsiteY27" fmla="*/ 951345 h 1246909"/>
              <a:gd name="connsiteX28" fmla="*/ 951346 w 1182255"/>
              <a:gd name="connsiteY28" fmla="*/ 979055 h 1246909"/>
              <a:gd name="connsiteX29" fmla="*/ 895928 w 1182255"/>
              <a:gd name="connsiteY29" fmla="*/ 1016000 h 1246909"/>
              <a:gd name="connsiteX30" fmla="*/ 886691 w 1182255"/>
              <a:gd name="connsiteY30" fmla="*/ 1043709 h 1246909"/>
              <a:gd name="connsiteX31" fmla="*/ 858982 w 1182255"/>
              <a:gd name="connsiteY31" fmla="*/ 1052945 h 1246909"/>
              <a:gd name="connsiteX32" fmla="*/ 803564 w 1182255"/>
              <a:gd name="connsiteY32" fmla="*/ 1080655 h 1246909"/>
              <a:gd name="connsiteX33" fmla="*/ 748146 w 1182255"/>
              <a:gd name="connsiteY33" fmla="*/ 1126836 h 1246909"/>
              <a:gd name="connsiteX34" fmla="*/ 692728 w 1182255"/>
              <a:gd name="connsiteY34" fmla="*/ 1145309 h 1246909"/>
              <a:gd name="connsiteX35" fmla="*/ 637309 w 1182255"/>
              <a:gd name="connsiteY35" fmla="*/ 1182255 h 1246909"/>
              <a:gd name="connsiteX36" fmla="*/ 591128 w 1182255"/>
              <a:gd name="connsiteY36" fmla="*/ 1191491 h 1246909"/>
              <a:gd name="connsiteX37" fmla="*/ 535709 w 1182255"/>
              <a:gd name="connsiteY37" fmla="*/ 1209964 h 1246909"/>
              <a:gd name="connsiteX38" fmla="*/ 508000 w 1182255"/>
              <a:gd name="connsiteY38" fmla="*/ 1219200 h 1246909"/>
              <a:gd name="connsiteX39" fmla="*/ 443346 w 1182255"/>
              <a:gd name="connsiteY39" fmla="*/ 1237673 h 1246909"/>
              <a:gd name="connsiteX40" fmla="*/ 397164 w 1182255"/>
              <a:gd name="connsiteY40" fmla="*/ 1246909 h 1246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182255" h="1246909">
                <a:moveTo>
                  <a:pt x="0" y="0"/>
                </a:moveTo>
                <a:lnTo>
                  <a:pt x="64655" y="18473"/>
                </a:lnTo>
                <a:cubicBezTo>
                  <a:pt x="73980" y="21271"/>
                  <a:pt x="82659" y="26933"/>
                  <a:pt x="92364" y="27709"/>
                </a:cubicBezTo>
                <a:cubicBezTo>
                  <a:pt x="159951" y="33116"/>
                  <a:pt x="227831" y="33866"/>
                  <a:pt x="295564" y="36945"/>
                </a:cubicBezTo>
                <a:cubicBezTo>
                  <a:pt x="304800" y="40024"/>
                  <a:pt x="313726" y="44273"/>
                  <a:pt x="323273" y="46182"/>
                </a:cubicBezTo>
                <a:cubicBezTo>
                  <a:pt x="364098" y="54347"/>
                  <a:pt x="443667" y="60992"/>
                  <a:pt x="480291" y="64655"/>
                </a:cubicBezTo>
                <a:cubicBezTo>
                  <a:pt x="501843" y="73891"/>
                  <a:pt x="523600" y="82662"/>
                  <a:pt x="544946" y="92364"/>
                </a:cubicBezTo>
                <a:cubicBezTo>
                  <a:pt x="573438" y="105315"/>
                  <a:pt x="580964" y="113465"/>
                  <a:pt x="609600" y="120073"/>
                </a:cubicBezTo>
                <a:cubicBezTo>
                  <a:pt x="707646" y="142699"/>
                  <a:pt x="700658" y="138426"/>
                  <a:pt x="803564" y="147782"/>
                </a:cubicBezTo>
                <a:cubicBezTo>
                  <a:pt x="831273" y="157018"/>
                  <a:pt x="858050" y="169763"/>
                  <a:pt x="886691" y="175491"/>
                </a:cubicBezTo>
                <a:cubicBezTo>
                  <a:pt x="904263" y="179005"/>
                  <a:pt x="941644" y="184495"/>
                  <a:pt x="960582" y="193964"/>
                </a:cubicBezTo>
                <a:cubicBezTo>
                  <a:pt x="970511" y="198928"/>
                  <a:pt x="978362" y="207472"/>
                  <a:pt x="988291" y="212436"/>
                </a:cubicBezTo>
                <a:cubicBezTo>
                  <a:pt x="1064771" y="250676"/>
                  <a:pt x="964300" y="187207"/>
                  <a:pt x="1043709" y="240145"/>
                </a:cubicBezTo>
                <a:cubicBezTo>
                  <a:pt x="1064652" y="268070"/>
                  <a:pt x="1108905" y="324899"/>
                  <a:pt x="1117600" y="350982"/>
                </a:cubicBezTo>
                <a:cubicBezTo>
                  <a:pt x="1130968" y="391083"/>
                  <a:pt x="1119953" y="371807"/>
                  <a:pt x="1154546" y="406400"/>
                </a:cubicBezTo>
                <a:cubicBezTo>
                  <a:pt x="1157625" y="421794"/>
                  <a:pt x="1159975" y="437352"/>
                  <a:pt x="1163782" y="452582"/>
                </a:cubicBezTo>
                <a:cubicBezTo>
                  <a:pt x="1166143" y="462027"/>
                  <a:pt x="1170343" y="470930"/>
                  <a:pt x="1173018" y="480291"/>
                </a:cubicBezTo>
                <a:cubicBezTo>
                  <a:pt x="1176505" y="492497"/>
                  <a:pt x="1179176" y="504921"/>
                  <a:pt x="1182255" y="517236"/>
                </a:cubicBezTo>
                <a:cubicBezTo>
                  <a:pt x="1179176" y="563418"/>
                  <a:pt x="1177624" y="609727"/>
                  <a:pt x="1173018" y="655782"/>
                </a:cubicBezTo>
                <a:cubicBezTo>
                  <a:pt x="1171456" y="671403"/>
                  <a:pt x="1170278" y="687672"/>
                  <a:pt x="1163782" y="701964"/>
                </a:cubicBezTo>
                <a:cubicBezTo>
                  <a:pt x="1154595" y="722175"/>
                  <a:pt x="1139152" y="738909"/>
                  <a:pt x="1126837" y="757382"/>
                </a:cubicBezTo>
                <a:cubicBezTo>
                  <a:pt x="1120679" y="766618"/>
                  <a:pt x="1113329" y="775162"/>
                  <a:pt x="1108364" y="785091"/>
                </a:cubicBezTo>
                <a:cubicBezTo>
                  <a:pt x="1102206" y="797406"/>
                  <a:pt x="1099627" y="812300"/>
                  <a:pt x="1089891" y="822036"/>
                </a:cubicBezTo>
                <a:cubicBezTo>
                  <a:pt x="1083007" y="828920"/>
                  <a:pt x="1071418" y="828194"/>
                  <a:pt x="1062182" y="831273"/>
                </a:cubicBezTo>
                <a:cubicBezTo>
                  <a:pt x="1056024" y="840509"/>
                  <a:pt x="1048673" y="849053"/>
                  <a:pt x="1043709" y="858982"/>
                </a:cubicBezTo>
                <a:cubicBezTo>
                  <a:pt x="1036294" y="873811"/>
                  <a:pt x="1034874" y="891672"/>
                  <a:pt x="1025237" y="905164"/>
                </a:cubicBezTo>
                <a:cubicBezTo>
                  <a:pt x="1018785" y="914197"/>
                  <a:pt x="1006056" y="916530"/>
                  <a:pt x="997528" y="923636"/>
                </a:cubicBezTo>
                <a:cubicBezTo>
                  <a:pt x="987493" y="931998"/>
                  <a:pt x="978180" y="941310"/>
                  <a:pt x="969818" y="951345"/>
                </a:cubicBezTo>
                <a:cubicBezTo>
                  <a:pt x="962711" y="959873"/>
                  <a:pt x="959700" y="971745"/>
                  <a:pt x="951346" y="979055"/>
                </a:cubicBezTo>
                <a:cubicBezTo>
                  <a:pt x="934638" y="993675"/>
                  <a:pt x="895928" y="1016000"/>
                  <a:pt x="895928" y="1016000"/>
                </a:cubicBezTo>
                <a:cubicBezTo>
                  <a:pt x="892849" y="1025236"/>
                  <a:pt x="893575" y="1036825"/>
                  <a:pt x="886691" y="1043709"/>
                </a:cubicBezTo>
                <a:cubicBezTo>
                  <a:pt x="879807" y="1050593"/>
                  <a:pt x="867690" y="1048591"/>
                  <a:pt x="858982" y="1052945"/>
                </a:cubicBezTo>
                <a:cubicBezTo>
                  <a:pt x="787355" y="1088759"/>
                  <a:pt x="873218" y="1057435"/>
                  <a:pt x="803564" y="1080655"/>
                </a:cubicBezTo>
                <a:cubicBezTo>
                  <a:pt x="786162" y="1098057"/>
                  <a:pt x="771294" y="1116548"/>
                  <a:pt x="748146" y="1126836"/>
                </a:cubicBezTo>
                <a:cubicBezTo>
                  <a:pt x="730352" y="1134744"/>
                  <a:pt x="692728" y="1145309"/>
                  <a:pt x="692728" y="1145309"/>
                </a:cubicBezTo>
                <a:cubicBezTo>
                  <a:pt x="674255" y="1157624"/>
                  <a:pt x="659080" y="1177901"/>
                  <a:pt x="637309" y="1182255"/>
                </a:cubicBezTo>
                <a:cubicBezTo>
                  <a:pt x="621915" y="1185334"/>
                  <a:pt x="606273" y="1187360"/>
                  <a:pt x="591128" y="1191491"/>
                </a:cubicBezTo>
                <a:cubicBezTo>
                  <a:pt x="572342" y="1196614"/>
                  <a:pt x="554182" y="1203806"/>
                  <a:pt x="535709" y="1209964"/>
                </a:cubicBezTo>
                <a:lnTo>
                  <a:pt x="508000" y="1219200"/>
                </a:lnTo>
                <a:cubicBezTo>
                  <a:pt x="477150" y="1229483"/>
                  <a:pt x="478130" y="1229943"/>
                  <a:pt x="443346" y="1237673"/>
                </a:cubicBezTo>
                <a:cubicBezTo>
                  <a:pt x="428021" y="1241079"/>
                  <a:pt x="397164" y="1246909"/>
                  <a:pt x="397164" y="1246909"/>
                </a:cubicBezTo>
              </a:path>
            </a:pathLst>
          </a:custGeom>
          <a:noFill/>
          <a:ln>
            <a:solidFill>
              <a:srgbClr val="00B050"/>
            </a:solidFill>
            <a:head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64" name="Group 63"/>
          <p:cNvGrpSpPr/>
          <p:nvPr/>
        </p:nvGrpSpPr>
        <p:grpSpPr>
          <a:xfrm>
            <a:off x="18473" y="3527752"/>
            <a:ext cx="4343400" cy="2873048"/>
            <a:chOff x="18473" y="3527752"/>
            <a:chExt cx="4343400" cy="2873048"/>
          </a:xfrm>
        </p:grpSpPr>
        <p:sp>
          <p:nvSpPr>
            <p:cNvPr id="58" name="Rectangle 57"/>
            <p:cNvSpPr/>
            <p:nvPr/>
          </p:nvSpPr>
          <p:spPr>
            <a:xfrm>
              <a:off x="18473" y="4267200"/>
              <a:ext cx="4343400" cy="2133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NZ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w re-computes:</a:t>
              </a:r>
            </a:p>
            <a:p>
              <a:r>
                <a:rPr lang="en-US" altLang="en-US" dirty="0" err="1">
                  <a:solidFill>
                    <a:schemeClr val="tx1"/>
                  </a:solidFill>
                </a:rPr>
                <a:t>D</a:t>
              </a:r>
              <a:r>
                <a:rPr lang="en-US" altLang="en-US" baseline="-25000" dirty="0" err="1">
                  <a:solidFill>
                    <a:schemeClr val="tx1"/>
                  </a:solidFill>
                </a:rPr>
                <a:t>w</a:t>
              </a:r>
              <a:r>
                <a:rPr lang="en-US" altLang="en-US" dirty="0">
                  <a:solidFill>
                    <a:schemeClr val="tx1"/>
                  </a:solidFill>
                </a:rPr>
                <a:t>(x)=min{c(</a:t>
              </a:r>
              <a:r>
                <a:rPr lang="en-US" altLang="en-US" dirty="0" err="1">
                  <a:solidFill>
                    <a:schemeClr val="tx1"/>
                  </a:solidFill>
                </a:rPr>
                <a:t>w,y</a:t>
              </a:r>
              <a:r>
                <a:rPr lang="en-US" altLang="en-US" dirty="0">
                  <a:solidFill>
                    <a:schemeClr val="tx1"/>
                  </a:solidFill>
                </a:rPr>
                <a:t>)+</a:t>
              </a:r>
              <a:r>
                <a:rPr lang="en-US" altLang="en-US" dirty="0"/>
                <a:t> </a:t>
              </a:r>
              <a:r>
                <a:rPr lang="en-US" altLang="en-US" dirty="0" err="1">
                  <a:solidFill>
                    <a:schemeClr val="tx1"/>
                  </a:solidFill>
                </a:rPr>
                <a:t>D</a:t>
              </a:r>
              <a:r>
                <a:rPr lang="en-US" altLang="en-US" baseline="-25000" dirty="0" err="1">
                  <a:solidFill>
                    <a:schemeClr val="tx1"/>
                  </a:solidFill>
                </a:rPr>
                <a:t>y</a:t>
              </a:r>
              <a:r>
                <a:rPr lang="en-US" altLang="en-US" dirty="0">
                  <a:solidFill>
                    <a:schemeClr val="tx1"/>
                  </a:solidFill>
                </a:rPr>
                <a:t>(x) , c(</a:t>
              </a:r>
              <a:r>
                <a:rPr lang="en-US" altLang="en-US" dirty="0" err="1">
                  <a:solidFill>
                    <a:schemeClr val="tx1"/>
                  </a:solidFill>
                </a:rPr>
                <a:t>w,z</a:t>
              </a:r>
              <a:r>
                <a:rPr lang="en-US" altLang="en-US" dirty="0">
                  <a:solidFill>
                    <a:schemeClr val="tx1"/>
                  </a:solidFill>
                </a:rPr>
                <a:t>)+</a:t>
              </a:r>
              <a:r>
                <a:rPr lang="en-US" altLang="en-US" dirty="0"/>
                <a:t> </a:t>
              </a:r>
              <a:r>
                <a:rPr lang="en-US" altLang="en-US" dirty="0" err="1">
                  <a:solidFill>
                    <a:schemeClr val="tx1"/>
                  </a:solidFill>
                </a:rPr>
                <a:t>D</a:t>
              </a:r>
              <a:r>
                <a:rPr lang="en-US" altLang="en-US" baseline="-25000" dirty="0" err="1">
                  <a:solidFill>
                    <a:schemeClr val="tx1"/>
                  </a:solidFill>
                </a:rPr>
                <a:t>z</a:t>
              </a:r>
              <a:r>
                <a:rPr lang="en-US" altLang="en-US" dirty="0">
                  <a:solidFill>
                    <a:schemeClr val="tx1"/>
                  </a:solidFill>
                </a:rPr>
                <a:t>(x)} = min{1+9,1+</a:t>
              </a:r>
              <a:r>
                <a:rPr lang="en-US" altLang="en-US" b="1" i="1" dirty="0">
                  <a:solidFill>
                    <a:srgbClr val="FF0000"/>
                  </a:solidFill>
                </a:rPr>
                <a:t> ∞</a:t>
              </a:r>
              <a:r>
                <a:rPr lang="en-US" altLang="en-US" dirty="0">
                  <a:solidFill>
                    <a:schemeClr val="tx1"/>
                  </a:solidFill>
                </a:rPr>
                <a:t>}= 10 (via y);</a:t>
              </a:r>
            </a:p>
            <a:p>
              <a:r>
                <a:rPr lang="en-US" altLang="en-US" dirty="0">
                  <a:solidFill>
                    <a:schemeClr val="tx1"/>
                  </a:solidFill>
                </a:rPr>
                <a:t>w notifies y and z; </a:t>
              </a:r>
              <a:r>
                <a:rPr lang="en-US" altLang="en-US" dirty="0">
                  <a:solidFill>
                    <a:schemeClr val="tx1"/>
                  </a:solidFill>
                  <a:sym typeface="Wingdings" panose="05000000000000000000" pitchFamily="2" charset="2"/>
                </a:rPr>
                <a:t>y </a:t>
              </a:r>
              <a:r>
                <a:rPr lang="en-US" altLang="en-US" dirty="0" err="1">
                  <a:solidFill>
                    <a:schemeClr val="tx1"/>
                  </a:solidFill>
                </a:rPr>
                <a:t>D</a:t>
              </a:r>
              <a:r>
                <a:rPr lang="en-US" altLang="en-US" baseline="-25000" dirty="0" err="1">
                  <a:solidFill>
                    <a:schemeClr val="tx1"/>
                  </a:solidFill>
                </a:rPr>
                <a:t>w</a:t>
              </a:r>
              <a:r>
                <a:rPr lang="en-US" altLang="en-US" dirty="0">
                  <a:solidFill>
                    <a:schemeClr val="tx1"/>
                  </a:solidFill>
                </a:rPr>
                <a:t>(x) = </a:t>
              </a:r>
              <a:r>
                <a:rPr lang="en-US" altLang="en-US" b="1" i="1" dirty="0">
                  <a:solidFill>
                    <a:srgbClr val="FF0000"/>
                  </a:solidFill>
                </a:rPr>
                <a:t>∞ (lying); </a:t>
              </a:r>
              <a:r>
                <a:rPr lang="en-US" altLang="en-US" dirty="0">
                  <a:solidFill>
                    <a:schemeClr val="tx1"/>
                  </a:solidFill>
                  <a:sym typeface="Wingdings" panose="05000000000000000000" pitchFamily="2" charset="2"/>
                </a:rPr>
                <a:t>z </a:t>
              </a:r>
              <a:r>
                <a:rPr lang="en-US" altLang="en-US" dirty="0" err="1">
                  <a:solidFill>
                    <a:schemeClr val="tx1"/>
                  </a:solidFill>
                </a:rPr>
                <a:t>D</a:t>
              </a:r>
              <a:r>
                <a:rPr lang="en-US" altLang="en-US" baseline="-25000" dirty="0" err="1">
                  <a:solidFill>
                    <a:schemeClr val="tx1"/>
                  </a:solidFill>
                </a:rPr>
                <a:t>w</a:t>
              </a:r>
              <a:r>
                <a:rPr lang="en-US" altLang="en-US" dirty="0">
                  <a:solidFill>
                    <a:schemeClr val="tx1"/>
                  </a:solidFill>
                </a:rPr>
                <a:t>(x) = 10 (telling truth);</a:t>
              </a:r>
            </a:p>
            <a:p>
              <a:endParaRPr lang="en-NZ" dirty="0">
                <a:solidFill>
                  <a:schemeClr val="tx1"/>
                </a:solidFill>
              </a:endParaRPr>
            </a:p>
          </p:txBody>
        </p:sp>
        <p:cxnSp>
          <p:nvCxnSpPr>
            <p:cNvPr id="63" name="Straight Arrow Connector 62"/>
            <p:cNvCxnSpPr/>
            <p:nvPr/>
          </p:nvCxnSpPr>
          <p:spPr>
            <a:xfrm flipH="1">
              <a:off x="460664" y="3527752"/>
              <a:ext cx="211247" cy="60552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67" name="Group 66"/>
          <p:cNvGrpSpPr/>
          <p:nvPr/>
        </p:nvGrpSpPr>
        <p:grpSpPr>
          <a:xfrm>
            <a:off x="3962400" y="4276436"/>
            <a:ext cx="5002215" cy="2133600"/>
            <a:chOff x="3962400" y="4276436"/>
            <a:chExt cx="5002215" cy="2133600"/>
          </a:xfrm>
        </p:grpSpPr>
        <p:sp>
          <p:nvSpPr>
            <p:cNvPr id="59" name="Rectangle 58"/>
            <p:cNvSpPr/>
            <p:nvPr/>
          </p:nvSpPr>
          <p:spPr>
            <a:xfrm>
              <a:off x="4621215" y="4276436"/>
              <a:ext cx="4343400" cy="2133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NZ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z re-computes:</a:t>
              </a:r>
            </a:p>
            <a:p>
              <a:r>
                <a:rPr lang="en-US" altLang="en-US" dirty="0" err="1">
                  <a:solidFill>
                    <a:schemeClr val="tx1"/>
                  </a:solidFill>
                </a:rPr>
                <a:t>D</a:t>
              </a:r>
              <a:r>
                <a:rPr lang="en-US" altLang="en-US" baseline="-25000" dirty="0" err="1">
                  <a:solidFill>
                    <a:schemeClr val="tx1"/>
                  </a:solidFill>
                </a:rPr>
                <a:t>z</a:t>
              </a:r>
              <a:r>
                <a:rPr lang="en-US" altLang="en-US" dirty="0">
                  <a:solidFill>
                    <a:schemeClr val="tx1"/>
                  </a:solidFill>
                </a:rPr>
                <a:t>(x)=min{c(</a:t>
              </a:r>
              <a:r>
                <a:rPr lang="en-US" altLang="en-US" dirty="0" err="1">
                  <a:solidFill>
                    <a:schemeClr val="tx1"/>
                  </a:solidFill>
                </a:rPr>
                <a:t>z,w</a:t>
              </a:r>
              <a:r>
                <a:rPr lang="en-US" altLang="en-US" dirty="0">
                  <a:solidFill>
                    <a:schemeClr val="tx1"/>
                  </a:solidFill>
                </a:rPr>
                <a:t>)+</a:t>
              </a:r>
              <a:r>
                <a:rPr lang="en-US" altLang="en-US" dirty="0"/>
                <a:t> </a:t>
              </a:r>
              <a:r>
                <a:rPr lang="en-US" altLang="en-US" dirty="0" err="1">
                  <a:solidFill>
                    <a:schemeClr val="tx1"/>
                  </a:solidFill>
                </a:rPr>
                <a:t>D</a:t>
              </a:r>
              <a:r>
                <a:rPr lang="en-US" altLang="en-US" baseline="-25000" dirty="0" err="1">
                  <a:solidFill>
                    <a:schemeClr val="tx1"/>
                  </a:solidFill>
                </a:rPr>
                <a:t>w</a:t>
              </a:r>
              <a:r>
                <a:rPr lang="en-US" altLang="en-US" dirty="0">
                  <a:solidFill>
                    <a:schemeClr val="tx1"/>
                  </a:solidFill>
                </a:rPr>
                <a:t>(x), c(</a:t>
              </a:r>
              <a:r>
                <a:rPr lang="en-US" altLang="en-US" dirty="0" err="1">
                  <a:solidFill>
                    <a:schemeClr val="tx1"/>
                  </a:solidFill>
                </a:rPr>
                <a:t>z,y</a:t>
              </a:r>
              <a:r>
                <a:rPr lang="en-US" altLang="en-US" dirty="0">
                  <a:solidFill>
                    <a:schemeClr val="tx1"/>
                  </a:solidFill>
                </a:rPr>
                <a:t>)+</a:t>
              </a:r>
              <a:r>
                <a:rPr lang="en-US" altLang="en-US" dirty="0"/>
                <a:t> </a:t>
              </a:r>
              <a:r>
                <a:rPr lang="en-US" altLang="en-US" dirty="0">
                  <a:solidFill>
                    <a:schemeClr val="tx1"/>
                  </a:solidFill>
                </a:rPr>
                <a:t>D</a:t>
              </a:r>
              <a:r>
                <a:rPr lang="en-US" altLang="en-US" baseline="-25000" dirty="0">
                  <a:solidFill>
                    <a:schemeClr val="tx1"/>
                  </a:solidFill>
                </a:rPr>
                <a:t>y</a:t>
              </a:r>
              <a:r>
                <a:rPr lang="en-US" altLang="en-US" dirty="0">
                  <a:solidFill>
                    <a:schemeClr val="tx1"/>
                  </a:solidFill>
                </a:rPr>
                <a:t>(x),</a:t>
              </a:r>
            </a:p>
            <a:p>
              <a:r>
                <a:rPr lang="en-US" altLang="en-US" dirty="0">
                  <a:solidFill>
                    <a:schemeClr val="tx1"/>
                  </a:solidFill>
                </a:rPr>
                <a:t>c(</a:t>
              </a:r>
              <a:r>
                <a:rPr lang="en-US" altLang="en-US" dirty="0" err="1">
                  <a:solidFill>
                    <a:schemeClr val="tx1"/>
                  </a:solidFill>
                </a:rPr>
                <a:t>z,x</a:t>
              </a:r>
              <a:r>
                <a:rPr lang="en-US" altLang="en-US" dirty="0">
                  <a:solidFill>
                    <a:schemeClr val="tx1"/>
                  </a:solidFill>
                </a:rPr>
                <a:t>)+D</a:t>
              </a:r>
              <a:r>
                <a:rPr lang="en-US" altLang="en-US" baseline="-25000" dirty="0">
                  <a:solidFill>
                    <a:schemeClr val="tx1"/>
                  </a:solidFill>
                </a:rPr>
                <a:t>x</a:t>
              </a:r>
              <a:r>
                <a:rPr lang="en-US" altLang="en-US" dirty="0">
                  <a:solidFill>
                    <a:schemeClr val="tx1"/>
                  </a:solidFill>
                </a:rPr>
                <a:t>(x)} = min{1+10, 3+</a:t>
              </a:r>
              <a:r>
                <a:rPr lang="en-US" altLang="en-US" b="1" i="1" dirty="0">
                  <a:solidFill>
                    <a:srgbClr val="FF0000"/>
                  </a:solidFill>
                </a:rPr>
                <a:t> ∞, </a:t>
              </a:r>
              <a:r>
                <a:rPr lang="en-US" altLang="en-US" dirty="0">
                  <a:solidFill>
                    <a:schemeClr val="tx1"/>
                  </a:solidFill>
                </a:rPr>
                <a:t>50}= 11 (via w);</a:t>
              </a:r>
            </a:p>
            <a:p>
              <a:r>
                <a:rPr lang="en-US" altLang="en-US" dirty="0">
                  <a:solidFill>
                    <a:schemeClr val="tx1"/>
                  </a:solidFill>
                </a:rPr>
                <a:t>z notifies w and y; </a:t>
              </a:r>
              <a:r>
                <a:rPr lang="en-US" altLang="en-US" dirty="0">
                  <a:solidFill>
                    <a:schemeClr val="tx1"/>
                  </a:solidFill>
                  <a:sym typeface="Wingdings" panose="05000000000000000000" pitchFamily="2" charset="2"/>
                </a:rPr>
                <a:t>w </a:t>
              </a:r>
              <a:r>
                <a:rPr lang="en-US" altLang="en-US" dirty="0" err="1">
                  <a:solidFill>
                    <a:schemeClr val="tx1"/>
                  </a:solidFill>
                </a:rPr>
                <a:t>D</a:t>
              </a:r>
              <a:r>
                <a:rPr lang="en-US" altLang="en-US" baseline="-25000" dirty="0" err="1">
                  <a:solidFill>
                    <a:schemeClr val="tx1"/>
                  </a:solidFill>
                </a:rPr>
                <a:t>z</a:t>
              </a:r>
              <a:r>
                <a:rPr lang="en-US" altLang="en-US" dirty="0">
                  <a:solidFill>
                    <a:schemeClr val="tx1"/>
                  </a:solidFill>
                </a:rPr>
                <a:t>(x) = </a:t>
              </a:r>
              <a:r>
                <a:rPr lang="en-US" altLang="en-US" b="1" i="1" dirty="0">
                  <a:solidFill>
                    <a:srgbClr val="FF0000"/>
                  </a:solidFill>
                </a:rPr>
                <a:t>∞ (lying); </a:t>
              </a:r>
              <a:r>
                <a:rPr lang="en-US" altLang="en-US" dirty="0">
                  <a:solidFill>
                    <a:schemeClr val="tx1"/>
                  </a:solidFill>
                  <a:sym typeface="Wingdings" panose="05000000000000000000" pitchFamily="2" charset="2"/>
                </a:rPr>
                <a:t>y </a:t>
              </a:r>
              <a:r>
                <a:rPr lang="en-US" altLang="en-US" dirty="0" err="1">
                  <a:solidFill>
                    <a:schemeClr val="tx1"/>
                  </a:solidFill>
                </a:rPr>
                <a:t>D</a:t>
              </a:r>
              <a:r>
                <a:rPr lang="en-US" altLang="en-US" baseline="-25000" dirty="0" err="1">
                  <a:solidFill>
                    <a:schemeClr val="tx1"/>
                  </a:solidFill>
                </a:rPr>
                <a:t>z</a:t>
              </a:r>
              <a:r>
                <a:rPr lang="en-US" altLang="en-US" dirty="0">
                  <a:solidFill>
                    <a:schemeClr val="tx1"/>
                  </a:solidFill>
                </a:rPr>
                <a:t>(x) = 11 (telling truth);</a:t>
              </a:r>
            </a:p>
            <a:p>
              <a:endParaRPr lang="en-NZ" dirty="0">
                <a:solidFill>
                  <a:schemeClr val="tx1"/>
                </a:solidFill>
              </a:endParaRPr>
            </a:p>
          </p:txBody>
        </p:sp>
        <p:sp>
          <p:nvSpPr>
            <p:cNvPr id="66" name="Right Arrow 65"/>
            <p:cNvSpPr/>
            <p:nvPr/>
          </p:nvSpPr>
          <p:spPr>
            <a:xfrm>
              <a:off x="3962400" y="5943600"/>
              <a:ext cx="658815" cy="304800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  <p:sp>
        <p:nvSpPr>
          <p:cNvPr id="71" name="Down Arrow 70"/>
          <p:cNvSpPr/>
          <p:nvPr/>
        </p:nvSpPr>
        <p:spPr>
          <a:xfrm rot="1683059">
            <a:off x="337687" y="3258290"/>
            <a:ext cx="457200" cy="103993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1050382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53" y="126208"/>
            <a:ext cx="8077200" cy="723900"/>
          </a:xfrm>
        </p:spPr>
        <p:txBody>
          <a:bodyPr/>
          <a:lstStyle/>
          <a:p>
            <a:pPr algn="l"/>
            <a:r>
              <a:rPr lang="en-NZ" dirty="0"/>
              <a:t>A loop involving 3 nodes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2F0810-A290-404C-AD50-B7D908288FB7}" type="slidenum">
              <a:rPr lang="en-US" altLang="en-US" smtClean="0"/>
              <a:pPr/>
              <a:t>71</a:t>
            </a:fld>
            <a:endParaRPr lang="en-US" altLang="en-US"/>
          </a:p>
        </p:txBody>
      </p:sp>
      <p:sp>
        <p:nvSpPr>
          <p:cNvPr id="5" name="Freeform 5"/>
          <p:cNvSpPr>
            <a:spLocks/>
          </p:cNvSpPr>
          <p:nvPr/>
        </p:nvSpPr>
        <p:spPr bwMode="auto">
          <a:xfrm>
            <a:off x="5382421" y="770733"/>
            <a:ext cx="2820988" cy="1566863"/>
          </a:xfrm>
          <a:custGeom>
            <a:avLst/>
            <a:gdLst>
              <a:gd name="T0" fmla="*/ 113 w 1376"/>
              <a:gd name="T1" fmla="*/ 348 h 764"/>
              <a:gd name="T2" fmla="*/ 395 w 1376"/>
              <a:gd name="T3" fmla="*/ 162 h 764"/>
              <a:gd name="T4" fmla="*/ 710 w 1376"/>
              <a:gd name="T5" fmla="*/ 9 h 764"/>
              <a:gd name="T6" fmla="*/ 1160 w 1376"/>
              <a:gd name="T7" fmla="*/ 219 h 764"/>
              <a:gd name="T8" fmla="*/ 1367 w 1376"/>
              <a:gd name="T9" fmla="*/ 510 h 764"/>
              <a:gd name="T10" fmla="*/ 1103 w 1376"/>
              <a:gd name="T11" fmla="*/ 726 h 764"/>
              <a:gd name="T12" fmla="*/ 578 w 1376"/>
              <a:gd name="T13" fmla="*/ 738 h 764"/>
              <a:gd name="T14" fmla="*/ 77 w 1376"/>
              <a:gd name="T15" fmla="*/ 630 h 764"/>
              <a:gd name="T16" fmla="*/ 113 w 1376"/>
              <a:gd name="T17" fmla="*/ 348 h 7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76" h="764">
                <a:moveTo>
                  <a:pt x="113" y="348"/>
                </a:moveTo>
                <a:cubicBezTo>
                  <a:pt x="166" y="270"/>
                  <a:pt x="296" y="218"/>
                  <a:pt x="395" y="162"/>
                </a:cubicBezTo>
                <a:cubicBezTo>
                  <a:pt x="494" y="106"/>
                  <a:pt x="583" y="0"/>
                  <a:pt x="710" y="9"/>
                </a:cubicBezTo>
                <a:cubicBezTo>
                  <a:pt x="837" y="18"/>
                  <a:pt x="1051" y="136"/>
                  <a:pt x="1160" y="219"/>
                </a:cubicBezTo>
                <a:cubicBezTo>
                  <a:pt x="1269" y="302"/>
                  <a:pt x="1376" y="426"/>
                  <a:pt x="1367" y="510"/>
                </a:cubicBezTo>
                <a:cubicBezTo>
                  <a:pt x="1358" y="594"/>
                  <a:pt x="1234" y="688"/>
                  <a:pt x="1103" y="726"/>
                </a:cubicBezTo>
                <a:cubicBezTo>
                  <a:pt x="972" y="764"/>
                  <a:pt x="749" y="754"/>
                  <a:pt x="578" y="738"/>
                </a:cubicBezTo>
                <a:cubicBezTo>
                  <a:pt x="407" y="722"/>
                  <a:pt x="154" y="695"/>
                  <a:pt x="77" y="630"/>
                </a:cubicBezTo>
                <a:cubicBezTo>
                  <a:pt x="0" y="565"/>
                  <a:pt x="60" y="426"/>
                  <a:pt x="113" y="348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5978528" y="1567658"/>
            <a:ext cx="352425" cy="285750"/>
          </a:xfrm>
          <a:custGeom>
            <a:avLst/>
            <a:gdLst>
              <a:gd name="T0" fmla="*/ 0 w 222"/>
              <a:gd name="T1" fmla="*/ 180 h 180"/>
              <a:gd name="T2" fmla="*/ 222 w 222"/>
              <a:gd name="T3" fmla="*/ 0 h 1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80">
                <a:moveTo>
                  <a:pt x="0" y="180"/>
                </a:moveTo>
                <a:lnTo>
                  <a:pt x="22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7" name="Oval 7"/>
          <p:cNvSpPr>
            <a:spLocks noChangeArrowheads="1"/>
          </p:cNvSpPr>
          <p:nvPr/>
        </p:nvSpPr>
        <p:spPr bwMode="auto">
          <a:xfrm>
            <a:off x="5565778" y="1942308"/>
            <a:ext cx="496888" cy="12858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5565778" y="1931195"/>
            <a:ext cx="1588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6062665" y="1931195"/>
            <a:ext cx="1588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5565778" y="1931195"/>
            <a:ext cx="492125" cy="7778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Oval 11"/>
          <p:cNvSpPr>
            <a:spLocks noChangeArrowheads="1"/>
          </p:cNvSpPr>
          <p:nvPr/>
        </p:nvSpPr>
        <p:spPr bwMode="auto">
          <a:xfrm>
            <a:off x="5561015" y="1837533"/>
            <a:ext cx="496888" cy="150813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12" name="Freeform 12"/>
          <p:cNvSpPr>
            <a:spLocks/>
          </p:cNvSpPr>
          <p:nvPr/>
        </p:nvSpPr>
        <p:spPr bwMode="auto">
          <a:xfrm>
            <a:off x="6621465" y="1567658"/>
            <a:ext cx="342900" cy="300038"/>
          </a:xfrm>
          <a:custGeom>
            <a:avLst/>
            <a:gdLst>
              <a:gd name="T0" fmla="*/ 0 w 216"/>
              <a:gd name="T1" fmla="*/ 0 h 189"/>
              <a:gd name="T2" fmla="*/ 216 w 216"/>
              <a:gd name="T3" fmla="*/ 189 h 18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16" h="189">
                <a:moveTo>
                  <a:pt x="0" y="0"/>
                </a:moveTo>
                <a:lnTo>
                  <a:pt x="216" y="189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13" name="Freeform 13"/>
          <p:cNvSpPr>
            <a:spLocks/>
          </p:cNvSpPr>
          <p:nvPr/>
        </p:nvSpPr>
        <p:spPr bwMode="auto">
          <a:xfrm>
            <a:off x="6069015" y="1986758"/>
            <a:ext cx="857250" cy="4763"/>
          </a:xfrm>
          <a:custGeom>
            <a:avLst/>
            <a:gdLst>
              <a:gd name="T0" fmla="*/ 540 w 540"/>
              <a:gd name="T1" fmla="*/ 3 h 3"/>
              <a:gd name="T2" fmla="*/ 0 w 540"/>
              <a:gd name="T3" fmla="*/ 0 h 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40" h="3">
                <a:moveTo>
                  <a:pt x="540" y="3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grpSp>
        <p:nvGrpSpPr>
          <p:cNvPr id="14" name="Group 14"/>
          <p:cNvGrpSpPr>
            <a:grpSpLocks/>
          </p:cNvGrpSpPr>
          <p:nvPr/>
        </p:nvGrpSpPr>
        <p:grpSpPr bwMode="auto">
          <a:xfrm>
            <a:off x="5638803" y="1761333"/>
            <a:ext cx="333375" cy="396875"/>
            <a:chOff x="2951" y="2429"/>
            <a:chExt cx="213" cy="250"/>
          </a:xfrm>
        </p:grpSpPr>
        <p:sp>
          <p:nvSpPr>
            <p:cNvPr id="38" name="Rectangle 15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9" name="Text Box 16"/>
            <p:cNvSpPr txBox="1">
              <a:spLocks noChangeArrowheads="1"/>
            </p:cNvSpPr>
            <p:nvPr/>
          </p:nvSpPr>
          <p:spPr bwMode="auto">
            <a:xfrm>
              <a:off x="2951" y="2429"/>
              <a:ext cx="21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x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" name="Group 17"/>
          <p:cNvGrpSpPr>
            <a:grpSpLocks/>
          </p:cNvGrpSpPr>
          <p:nvPr/>
        </p:nvGrpSpPr>
        <p:grpSpPr bwMode="auto">
          <a:xfrm>
            <a:off x="6902453" y="1780383"/>
            <a:ext cx="501650" cy="396875"/>
            <a:chOff x="1740" y="2306"/>
            <a:chExt cx="316" cy="250"/>
          </a:xfrm>
        </p:grpSpPr>
        <p:sp>
          <p:nvSpPr>
            <p:cNvPr id="30" name="Oval 18"/>
            <p:cNvSpPr>
              <a:spLocks noChangeArrowheads="1"/>
            </p:cNvSpPr>
            <p:nvPr/>
          </p:nvSpPr>
          <p:spPr bwMode="auto">
            <a:xfrm>
              <a:off x="1743" y="242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1" name="Line 19"/>
            <p:cNvSpPr>
              <a:spLocks noChangeShapeType="1"/>
            </p:cNvSpPr>
            <p:nvPr/>
          </p:nvSpPr>
          <p:spPr bwMode="auto">
            <a:xfrm>
              <a:off x="1743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2" name="Line 20"/>
            <p:cNvSpPr>
              <a:spLocks noChangeShapeType="1"/>
            </p:cNvSpPr>
            <p:nvPr/>
          </p:nvSpPr>
          <p:spPr bwMode="auto">
            <a:xfrm>
              <a:off x="2056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3" name="Rectangle 21"/>
            <p:cNvSpPr>
              <a:spLocks noChangeArrowheads="1"/>
            </p:cNvSpPr>
            <p:nvPr/>
          </p:nvSpPr>
          <p:spPr bwMode="auto">
            <a:xfrm>
              <a:off x="1743" y="241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4" name="Oval 22"/>
            <p:cNvSpPr>
              <a:spLocks noChangeArrowheads="1"/>
            </p:cNvSpPr>
            <p:nvPr/>
          </p:nvSpPr>
          <p:spPr bwMode="auto">
            <a:xfrm>
              <a:off x="1740" y="235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35" name="Group 23"/>
            <p:cNvGrpSpPr>
              <a:grpSpLocks/>
            </p:cNvGrpSpPr>
            <p:nvPr/>
          </p:nvGrpSpPr>
          <p:grpSpPr bwMode="auto">
            <a:xfrm>
              <a:off x="1800" y="2306"/>
              <a:ext cx="202" cy="250"/>
              <a:chOff x="2955" y="2429"/>
              <a:chExt cx="205" cy="250"/>
            </a:xfrm>
          </p:grpSpPr>
          <p:sp>
            <p:nvSpPr>
              <p:cNvPr id="36" name="Rectangle 2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37" name="Text Box 25"/>
              <p:cNvSpPr txBox="1">
                <a:spLocks noChangeArrowheads="1"/>
              </p:cNvSpPr>
              <p:nvPr/>
            </p:nvSpPr>
            <p:spPr bwMode="auto">
              <a:xfrm>
                <a:off x="2955" y="2429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z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6" name="Text Box 26"/>
          <p:cNvSpPr txBox="1">
            <a:spLocks noChangeArrowheads="1"/>
          </p:cNvSpPr>
          <p:nvPr/>
        </p:nvSpPr>
        <p:spPr bwMode="auto">
          <a:xfrm>
            <a:off x="6735681" y="1447008"/>
            <a:ext cx="3129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dirty="0"/>
              <a:t>3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7" name="Text Box 27"/>
          <p:cNvSpPr txBox="1">
            <a:spLocks noChangeArrowheads="1"/>
          </p:cNvSpPr>
          <p:nvPr/>
        </p:nvSpPr>
        <p:spPr bwMode="auto">
          <a:xfrm>
            <a:off x="5892803" y="1442245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/>
              <a:t>4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8" name="Text Box 28"/>
          <p:cNvSpPr txBox="1">
            <a:spLocks noChangeArrowheads="1"/>
          </p:cNvSpPr>
          <p:nvPr/>
        </p:nvSpPr>
        <p:spPr bwMode="auto">
          <a:xfrm>
            <a:off x="6275390" y="1970883"/>
            <a:ext cx="463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/>
              <a:t>50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19" name="Group 29"/>
          <p:cNvGrpSpPr>
            <a:grpSpLocks/>
          </p:cNvGrpSpPr>
          <p:nvPr/>
        </p:nvGrpSpPr>
        <p:grpSpPr bwMode="auto">
          <a:xfrm>
            <a:off x="6235703" y="1266033"/>
            <a:ext cx="501650" cy="396875"/>
            <a:chOff x="1740" y="2306"/>
            <a:chExt cx="316" cy="250"/>
          </a:xfrm>
        </p:grpSpPr>
        <p:sp>
          <p:nvSpPr>
            <p:cNvPr id="22" name="Oval 30"/>
            <p:cNvSpPr>
              <a:spLocks noChangeArrowheads="1"/>
            </p:cNvSpPr>
            <p:nvPr/>
          </p:nvSpPr>
          <p:spPr bwMode="auto">
            <a:xfrm>
              <a:off x="1743" y="242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3" name="Line 31"/>
            <p:cNvSpPr>
              <a:spLocks noChangeShapeType="1"/>
            </p:cNvSpPr>
            <p:nvPr/>
          </p:nvSpPr>
          <p:spPr bwMode="auto">
            <a:xfrm>
              <a:off x="1743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4" name="Line 32"/>
            <p:cNvSpPr>
              <a:spLocks noChangeShapeType="1"/>
            </p:cNvSpPr>
            <p:nvPr/>
          </p:nvSpPr>
          <p:spPr bwMode="auto">
            <a:xfrm>
              <a:off x="2056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5" name="Rectangle 33"/>
            <p:cNvSpPr>
              <a:spLocks noChangeArrowheads="1"/>
            </p:cNvSpPr>
            <p:nvPr/>
          </p:nvSpPr>
          <p:spPr bwMode="auto">
            <a:xfrm>
              <a:off x="1743" y="241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6" name="Oval 34"/>
            <p:cNvSpPr>
              <a:spLocks noChangeArrowheads="1"/>
            </p:cNvSpPr>
            <p:nvPr/>
          </p:nvSpPr>
          <p:spPr bwMode="auto">
            <a:xfrm>
              <a:off x="1740" y="235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27" name="Group 35"/>
            <p:cNvGrpSpPr>
              <a:grpSpLocks/>
            </p:cNvGrpSpPr>
            <p:nvPr/>
          </p:nvGrpSpPr>
          <p:grpSpPr bwMode="auto">
            <a:xfrm>
              <a:off x="1802" y="2306"/>
              <a:ext cx="199" cy="250"/>
              <a:chOff x="2957" y="2429"/>
              <a:chExt cx="202" cy="250"/>
            </a:xfrm>
          </p:grpSpPr>
          <p:sp>
            <p:nvSpPr>
              <p:cNvPr id="28" name="Rectangle 36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29" name="Text Box 37"/>
              <p:cNvSpPr txBox="1">
                <a:spLocks noChangeArrowheads="1"/>
              </p:cNvSpPr>
              <p:nvPr/>
            </p:nvSpPr>
            <p:spPr bwMode="auto">
              <a:xfrm>
                <a:off x="2957" y="2429"/>
                <a:ext cx="20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y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0" name="Text Box 38"/>
          <p:cNvSpPr txBox="1">
            <a:spLocks noChangeArrowheads="1"/>
          </p:cNvSpPr>
          <p:nvPr/>
        </p:nvSpPr>
        <p:spPr bwMode="auto">
          <a:xfrm>
            <a:off x="5661028" y="1046958"/>
            <a:ext cx="463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FF0000"/>
                </a:solidFill>
              </a:rPr>
              <a:t>60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1" name="Line 39"/>
          <p:cNvSpPr>
            <a:spLocks noChangeShapeType="1"/>
          </p:cNvSpPr>
          <p:nvPr/>
        </p:nvSpPr>
        <p:spPr bwMode="auto">
          <a:xfrm flipH="1" flipV="1">
            <a:off x="5921378" y="1358108"/>
            <a:ext cx="209550" cy="3619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grpSp>
        <p:nvGrpSpPr>
          <p:cNvPr id="40" name="Group 17"/>
          <p:cNvGrpSpPr>
            <a:grpSpLocks/>
          </p:cNvGrpSpPr>
          <p:nvPr/>
        </p:nvGrpSpPr>
        <p:grpSpPr bwMode="auto">
          <a:xfrm>
            <a:off x="7318378" y="1188600"/>
            <a:ext cx="501650" cy="400050"/>
            <a:chOff x="1740" y="2306"/>
            <a:chExt cx="316" cy="252"/>
          </a:xfrm>
        </p:grpSpPr>
        <p:sp>
          <p:nvSpPr>
            <p:cNvPr id="41" name="Oval 18"/>
            <p:cNvSpPr>
              <a:spLocks noChangeArrowheads="1"/>
            </p:cNvSpPr>
            <p:nvPr/>
          </p:nvSpPr>
          <p:spPr bwMode="auto">
            <a:xfrm>
              <a:off x="1743" y="242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2" name="Line 19"/>
            <p:cNvSpPr>
              <a:spLocks noChangeShapeType="1"/>
            </p:cNvSpPr>
            <p:nvPr/>
          </p:nvSpPr>
          <p:spPr bwMode="auto">
            <a:xfrm>
              <a:off x="1743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3" name="Line 20"/>
            <p:cNvSpPr>
              <a:spLocks noChangeShapeType="1"/>
            </p:cNvSpPr>
            <p:nvPr/>
          </p:nvSpPr>
          <p:spPr bwMode="auto">
            <a:xfrm>
              <a:off x="2056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4" name="Rectangle 21"/>
            <p:cNvSpPr>
              <a:spLocks noChangeArrowheads="1"/>
            </p:cNvSpPr>
            <p:nvPr/>
          </p:nvSpPr>
          <p:spPr bwMode="auto">
            <a:xfrm>
              <a:off x="1743" y="241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5" name="Oval 22"/>
            <p:cNvSpPr>
              <a:spLocks noChangeArrowheads="1"/>
            </p:cNvSpPr>
            <p:nvPr/>
          </p:nvSpPr>
          <p:spPr bwMode="auto">
            <a:xfrm>
              <a:off x="1740" y="235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46" name="Group 23"/>
            <p:cNvGrpSpPr>
              <a:grpSpLocks/>
            </p:cNvGrpSpPr>
            <p:nvPr/>
          </p:nvGrpSpPr>
          <p:grpSpPr bwMode="auto">
            <a:xfrm>
              <a:off x="1790" y="2306"/>
              <a:ext cx="234" cy="252"/>
              <a:chOff x="2939" y="2429"/>
              <a:chExt cx="237" cy="252"/>
            </a:xfrm>
          </p:grpSpPr>
          <p:sp>
            <p:nvSpPr>
              <p:cNvPr id="47" name="Rectangle 2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8" name="Text Box 25"/>
              <p:cNvSpPr txBox="1">
                <a:spLocks noChangeArrowheads="1"/>
              </p:cNvSpPr>
              <p:nvPr/>
            </p:nvSpPr>
            <p:spPr bwMode="auto">
              <a:xfrm>
                <a:off x="2939" y="2429"/>
                <a:ext cx="23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 dirty="0"/>
                  <a:t>w</a:t>
                </a:r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49" name="Freeform 6"/>
          <p:cNvSpPr>
            <a:spLocks/>
          </p:cNvSpPr>
          <p:nvPr/>
        </p:nvSpPr>
        <p:spPr bwMode="auto">
          <a:xfrm>
            <a:off x="6748466" y="1405435"/>
            <a:ext cx="565150" cy="62565"/>
          </a:xfrm>
          <a:custGeom>
            <a:avLst/>
            <a:gdLst>
              <a:gd name="T0" fmla="*/ 0 w 222"/>
              <a:gd name="T1" fmla="*/ 180 h 180"/>
              <a:gd name="T2" fmla="*/ 222 w 222"/>
              <a:gd name="T3" fmla="*/ 0 h 1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80">
                <a:moveTo>
                  <a:pt x="0" y="180"/>
                </a:moveTo>
                <a:lnTo>
                  <a:pt x="22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0" name="Freeform 6"/>
          <p:cNvSpPr>
            <a:spLocks/>
          </p:cNvSpPr>
          <p:nvPr/>
        </p:nvSpPr>
        <p:spPr bwMode="auto">
          <a:xfrm flipH="1" flipV="1">
            <a:off x="7360613" y="1506099"/>
            <a:ext cx="216527" cy="383821"/>
          </a:xfrm>
          <a:custGeom>
            <a:avLst/>
            <a:gdLst>
              <a:gd name="T0" fmla="*/ 0 w 222"/>
              <a:gd name="T1" fmla="*/ 180 h 180"/>
              <a:gd name="T2" fmla="*/ 222 w 222"/>
              <a:gd name="T3" fmla="*/ 0 h 1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80">
                <a:moveTo>
                  <a:pt x="0" y="180"/>
                </a:moveTo>
                <a:lnTo>
                  <a:pt x="22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1" name="Text Box 26"/>
          <p:cNvSpPr txBox="1">
            <a:spLocks noChangeArrowheads="1"/>
          </p:cNvSpPr>
          <p:nvPr/>
        </p:nvSpPr>
        <p:spPr bwMode="auto">
          <a:xfrm>
            <a:off x="7432679" y="1517155"/>
            <a:ext cx="3129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dirty="0"/>
              <a:t>1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2" name="Text Box 26"/>
          <p:cNvSpPr txBox="1">
            <a:spLocks noChangeArrowheads="1"/>
          </p:cNvSpPr>
          <p:nvPr/>
        </p:nvSpPr>
        <p:spPr bwMode="auto">
          <a:xfrm>
            <a:off x="6855618" y="1045668"/>
            <a:ext cx="3129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dirty="0"/>
              <a:t>1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3" name="Rectangle 3"/>
          <p:cNvSpPr txBox="1">
            <a:spLocks noChangeArrowheads="1"/>
          </p:cNvSpPr>
          <p:nvPr/>
        </p:nvSpPr>
        <p:spPr>
          <a:xfrm>
            <a:off x="304800" y="1003316"/>
            <a:ext cx="7772400" cy="554988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B050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buFont typeface="ZapfDingbats" pitchFamily="82" charset="2"/>
              <a:buNone/>
            </a:pPr>
            <a:r>
              <a:rPr lang="en-US" altLang="en-US" sz="1800" kern="0" dirty="0"/>
              <a:t>Consider </a:t>
            </a:r>
            <a:r>
              <a:rPr lang="en-US" altLang="en-US" sz="1800" kern="0" dirty="0" err="1"/>
              <a:t>y,z,w</a:t>
            </a:r>
            <a:r>
              <a:rPr lang="en-US" altLang="en-US" sz="1800" kern="0" dirty="0"/>
              <a:t> distance table entries to </a:t>
            </a:r>
          </a:p>
          <a:p>
            <a:pPr>
              <a:buFont typeface="ZapfDingbats" pitchFamily="82" charset="2"/>
              <a:buNone/>
            </a:pPr>
            <a:r>
              <a:rPr lang="en-US" altLang="en-US" sz="1800" kern="0" dirty="0"/>
              <a:t>x only. Using poisoned reverse, </a:t>
            </a:r>
          </a:p>
          <a:p>
            <a:pPr>
              <a:buFont typeface="ZapfDingbats" pitchFamily="82" charset="2"/>
              <a:buNone/>
            </a:pPr>
            <a:r>
              <a:rPr lang="en-US" altLang="en-US" sz="1800" dirty="0"/>
              <a:t>z </a:t>
            </a:r>
            <a:r>
              <a:rPr lang="en-US" altLang="en-US" sz="1800" dirty="0">
                <a:sym typeface="Wingdings" panose="05000000000000000000" pitchFamily="2" charset="2"/>
              </a:rPr>
              <a:t> w,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z</a:t>
            </a:r>
            <a:r>
              <a:rPr lang="en-US" altLang="en-US" sz="1800" dirty="0"/>
              <a:t>(x) = </a:t>
            </a:r>
            <a:r>
              <a:rPr lang="en-US" altLang="en-US" sz="1800" b="1" i="1" dirty="0">
                <a:solidFill>
                  <a:srgbClr val="FF0000"/>
                </a:solidFill>
              </a:rPr>
              <a:t>∞</a:t>
            </a:r>
            <a:r>
              <a:rPr lang="en-US" altLang="en-US" sz="1800" dirty="0"/>
              <a:t>; z </a:t>
            </a:r>
            <a:r>
              <a:rPr lang="en-US" altLang="en-US" sz="1800" dirty="0">
                <a:sym typeface="Wingdings" panose="05000000000000000000" pitchFamily="2" charset="2"/>
              </a:rPr>
              <a:t> y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z</a:t>
            </a:r>
            <a:r>
              <a:rPr lang="en-US" altLang="en-US" sz="1800" dirty="0"/>
              <a:t>(x) = 6 (not lying);</a:t>
            </a:r>
          </a:p>
          <a:p>
            <a:pPr>
              <a:buNone/>
            </a:pPr>
            <a:r>
              <a:rPr lang="en-US" altLang="en-US" sz="1800" kern="0" dirty="0"/>
              <a:t>w </a:t>
            </a:r>
            <a:r>
              <a:rPr lang="en-US" altLang="en-US" sz="1800" kern="0" dirty="0">
                <a:sym typeface="Wingdings" panose="05000000000000000000" pitchFamily="2" charset="2"/>
              </a:rPr>
              <a:t> y,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w</a:t>
            </a:r>
            <a:r>
              <a:rPr lang="en-US" altLang="en-US" sz="1800" dirty="0"/>
              <a:t>(x) = </a:t>
            </a:r>
            <a:r>
              <a:rPr lang="en-US" altLang="en-US" sz="1800" b="1" i="1" dirty="0">
                <a:solidFill>
                  <a:srgbClr val="FF0000"/>
                </a:solidFill>
              </a:rPr>
              <a:t>∞</a:t>
            </a:r>
            <a:r>
              <a:rPr lang="en-US" altLang="en-US" sz="1800" dirty="0"/>
              <a:t>; w </a:t>
            </a:r>
            <a:r>
              <a:rPr lang="en-US" altLang="en-US" sz="1800" dirty="0">
                <a:sym typeface="Wingdings" panose="05000000000000000000" pitchFamily="2" charset="2"/>
              </a:rPr>
              <a:t> z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w</a:t>
            </a:r>
            <a:r>
              <a:rPr lang="en-US" altLang="en-US" sz="1800" dirty="0"/>
              <a:t>(x) = 5 (not lying);</a:t>
            </a:r>
          </a:p>
          <a:p>
            <a:pPr>
              <a:buNone/>
            </a:pPr>
            <a:r>
              <a:rPr lang="en-US" altLang="en-US" sz="1800" kern="0" dirty="0"/>
              <a:t>y </a:t>
            </a:r>
            <a:r>
              <a:rPr lang="en-US" altLang="en-US" sz="1800" kern="0" dirty="0">
                <a:sym typeface="Wingdings" panose="05000000000000000000" pitchFamily="2" charset="2"/>
              </a:rPr>
              <a:t> w,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y</a:t>
            </a:r>
            <a:r>
              <a:rPr lang="en-US" altLang="en-US" sz="1800" dirty="0"/>
              <a:t>(x) = 4 (not lying); y </a:t>
            </a:r>
            <a:r>
              <a:rPr lang="en-US" altLang="en-US" sz="1800" dirty="0">
                <a:sym typeface="Wingdings" panose="05000000000000000000" pitchFamily="2" charset="2"/>
              </a:rPr>
              <a:t> z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y</a:t>
            </a:r>
            <a:r>
              <a:rPr lang="en-US" altLang="en-US" sz="1800" dirty="0"/>
              <a:t>(x) = 4 (not lying);</a:t>
            </a:r>
          </a:p>
          <a:p>
            <a:pPr>
              <a:buNone/>
            </a:pPr>
            <a:r>
              <a:rPr lang="en-US" altLang="en-US" sz="1800" dirty="0"/>
              <a:t>Then there is link-cost change (4</a:t>
            </a:r>
            <a:r>
              <a:rPr lang="en-US" altLang="en-US" sz="1800" dirty="0">
                <a:sym typeface="Wingdings" panose="05000000000000000000" pitchFamily="2" charset="2"/>
              </a:rPr>
              <a:t>60);</a:t>
            </a:r>
          </a:p>
          <a:p>
            <a:pPr>
              <a:buNone/>
            </a:pPr>
            <a:r>
              <a:rPr lang="en-US" altLang="en-US" sz="1800" dirty="0"/>
              <a:t>At t1, y updates its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y</a:t>
            </a:r>
            <a:r>
              <a:rPr lang="en-US" altLang="en-US" sz="1800" dirty="0"/>
              <a:t>(x) = 9 (via z, z did not lie:); </a:t>
            </a:r>
          </a:p>
          <a:p>
            <a:pPr>
              <a:buNone/>
            </a:pPr>
            <a:r>
              <a:rPr lang="en-US" altLang="en-US" sz="1800" kern="0" dirty="0"/>
              <a:t>          Now y notifies w and z; y </a:t>
            </a:r>
            <a:r>
              <a:rPr lang="en-US" altLang="en-US" sz="1800" kern="0" dirty="0">
                <a:sym typeface="Wingdings" panose="05000000000000000000" pitchFamily="2" charset="2"/>
              </a:rPr>
              <a:t> w,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y</a:t>
            </a:r>
            <a:r>
              <a:rPr lang="en-US" altLang="en-US" sz="1800" dirty="0"/>
              <a:t>(x) = 9; y </a:t>
            </a:r>
            <a:r>
              <a:rPr lang="en-US" altLang="en-US" sz="1800" dirty="0">
                <a:sym typeface="Wingdings" panose="05000000000000000000" pitchFamily="2" charset="2"/>
              </a:rPr>
              <a:t> z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y</a:t>
            </a:r>
            <a:r>
              <a:rPr lang="en-US" altLang="en-US" sz="1800" dirty="0"/>
              <a:t>(x) = </a:t>
            </a:r>
            <a:r>
              <a:rPr lang="en-US" altLang="en-US" sz="1800" b="1" i="1" dirty="0">
                <a:solidFill>
                  <a:srgbClr val="FF0000"/>
                </a:solidFill>
              </a:rPr>
              <a:t>∞</a:t>
            </a:r>
            <a:r>
              <a:rPr lang="en-US" altLang="en-US" sz="1800" dirty="0"/>
              <a:t>;</a:t>
            </a:r>
          </a:p>
          <a:p>
            <a:pPr>
              <a:buNone/>
            </a:pPr>
            <a:r>
              <a:rPr lang="en-US" altLang="en-US" sz="1800" dirty="0"/>
              <a:t>	</a:t>
            </a:r>
            <a:r>
              <a:rPr lang="en-US" altLang="en-US" sz="1200" dirty="0" err="1"/>
              <a:t>D</a:t>
            </a:r>
            <a:r>
              <a:rPr lang="en-US" altLang="en-US" sz="1200" baseline="-25000" dirty="0" err="1"/>
              <a:t>y</a:t>
            </a:r>
            <a:r>
              <a:rPr lang="en-US" altLang="en-US" sz="1200" dirty="0"/>
              <a:t>(x) = min{c(</a:t>
            </a:r>
            <a:r>
              <a:rPr lang="en-US" altLang="en-US" sz="1200" dirty="0" err="1"/>
              <a:t>y,z</a:t>
            </a:r>
            <a:r>
              <a:rPr lang="en-US" altLang="en-US" sz="1200" dirty="0"/>
              <a:t>)+</a:t>
            </a:r>
            <a:r>
              <a:rPr lang="en-US" altLang="en-US" sz="1200" dirty="0" err="1"/>
              <a:t>D</a:t>
            </a:r>
            <a:r>
              <a:rPr lang="en-US" altLang="en-US" sz="1200" baseline="-25000" dirty="0" err="1"/>
              <a:t>z</a:t>
            </a:r>
            <a:r>
              <a:rPr lang="en-US" altLang="en-US" sz="1200" dirty="0"/>
              <a:t>(x), c(</a:t>
            </a:r>
            <a:r>
              <a:rPr lang="en-US" altLang="en-US" sz="1200" dirty="0" err="1"/>
              <a:t>y,w</a:t>
            </a:r>
            <a:r>
              <a:rPr lang="en-US" altLang="en-US" sz="1200" dirty="0"/>
              <a:t>) + </a:t>
            </a:r>
            <a:r>
              <a:rPr lang="en-US" altLang="en-US" sz="1200" dirty="0" err="1"/>
              <a:t>D</a:t>
            </a:r>
            <a:r>
              <a:rPr lang="en-US" altLang="en-US" sz="1200" baseline="-25000" dirty="0" err="1"/>
              <a:t>w</a:t>
            </a:r>
            <a:r>
              <a:rPr lang="en-US" altLang="en-US" sz="1200" dirty="0"/>
              <a:t>(x), c(</a:t>
            </a:r>
            <a:r>
              <a:rPr lang="en-US" altLang="en-US" sz="1200" dirty="0" err="1"/>
              <a:t>y,x</a:t>
            </a:r>
            <a:r>
              <a:rPr lang="en-US" altLang="en-US" sz="1200" dirty="0"/>
              <a:t>) + </a:t>
            </a:r>
            <a:r>
              <a:rPr lang="en-US" altLang="en-US" sz="1200" dirty="0" err="1"/>
              <a:t>D</a:t>
            </a:r>
            <a:r>
              <a:rPr lang="en-US" altLang="en-US" sz="1200" baseline="-25000" dirty="0" err="1"/>
              <a:t>x</a:t>
            </a:r>
            <a:r>
              <a:rPr lang="en-US" altLang="en-US" sz="1200" dirty="0"/>
              <a:t>(x)</a:t>
            </a:r>
            <a:r>
              <a:rPr lang="en-US" altLang="en-US" sz="1200" b="1" i="1" dirty="0">
                <a:solidFill>
                  <a:srgbClr val="FF0000"/>
                </a:solidFill>
              </a:rPr>
              <a:t> </a:t>
            </a:r>
            <a:r>
              <a:rPr lang="en-US" altLang="en-US" sz="1200" dirty="0"/>
              <a:t>} = min{3+6, 1+</a:t>
            </a:r>
            <a:r>
              <a:rPr lang="en-US" altLang="en-US" sz="1200" b="1" i="1" dirty="0">
                <a:solidFill>
                  <a:srgbClr val="FF0000"/>
                </a:solidFill>
              </a:rPr>
              <a:t> ∞, </a:t>
            </a:r>
            <a:r>
              <a:rPr lang="en-US" altLang="en-US" sz="1200" dirty="0"/>
              <a:t>60+0} = 9 (via z) </a:t>
            </a:r>
          </a:p>
          <a:p>
            <a:pPr>
              <a:buNone/>
            </a:pPr>
            <a:endParaRPr lang="en-US" altLang="en-US" sz="1800" dirty="0"/>
          </a:p>
          <a:p>
            <a:pPr>
              <a:buNone/>
            </a:pPr>
            <a:endParaRPr lang="en-US" altLang="en-US" sz="1800" dirty="0"/>
          </a:p>
          <a:p>
            <a:pPr>
              <a:buNone/>
            </a:pPr>
            <a:endParaRPr lang="en-US" altLang="en-US" sz="1800" dirty="0"/>
          </a:p>
          <a:p>
            <a:pPr>
              <a:buNone/>
            </a:pPr>
            <a:endParaRPr lang="en-US" altLang="en-US" sz="1800" dirty="0"/>
          </a:p>
          <a:p>
            <a:pPr>
              <a:buNone/>
            </a:pPr>
            <a:endParaRPr lang="en-US" altLang="en-US" sz="1800" dirty="0"/>
          </a:p>
          <a:p>
            <a:pPr>
              <a:buNone/>
            </a:pPr>
            <a:endParaRPr lang="en-US" altLang="en-US" sz="1800" dirty="0"/>
          </a:p>
          <a:p>
            <a:pPr>
              <a:buFont typeface="ZapfDingbats" pitchFamily="82" charset="2"/>
              <a:buNone/>
            </a:pPr>
            <a:r>
              <a:rPr lang="en-US" altLang="en-US" sz="1800" kern="0" dirty="0">
                <a:sym typeface="Wingdings" panose="05000000000000000000" pitchFamily="2" charset="2"/>
              </a:rPr>
              <a:t> </a:t>
            </a:r>
            <a:r>
              <a:rPr lang="en-US" altLang="en-US" sz="1800" kern="0" dirty="0"/>
              <a:t> </a:t>
            </a:r>
          </a:p>
        </p:txBody>
      </p:sp>
      <p:sp>
        <p:nvSpPr>
          <p:cNvPr id="57" name="Freeform 56"/>
          <p:cNvSpPr/>
          <p:nvPr/>
        </p:nvSpPr>
        <p:spPr>
          <a:xfrm>
            <a:off x="4959927" y="1930400"/>
            <a:ext cx="1182255" cy="1246909"/>
          </a:xfrm>
          <a:custGeom>
            <a:avLst/>
            <a:gdLst>
              <a:gd name="connsiteX0" fmla="*/ 0 w 1182255"/>
              <a:gd name="connsiteY0" fmla="*/ 0 h 1246909"/>
              <a:gd name="connsiteX1" fmla="*/ 64655 w 1182255"/>
              <a:gd name="connsiteY1" fmla="*/ 18473 h 1246909"/>
              <a:gd name="connsiteX2" fmla="*/ 92364 w 1182255"/>
              <a:gd name="connsiteY2" fmla="*/ 27709 h 1246909"/>
              <a:gd name="connsiteX3" fmla="*/ 295564 w 1182255"/>
              <a:gd name="connsiteY3" fmla="*/ 36945 h 1246909"/>
              <a:gd name="connsiteX4" fmla="*/ 323273 w 1182255"/>
              <a:gd name="connsiteY4" fmla="*/ 46182 h 1246909"/>
              <a:gd name="connsiteX5" fmla="*/ 480291 w 1182255"/>
              <a:gd name="connsiteY5" fmla="*/ 64655 h 1246909"/>
              <a:gd name="connsiteX6" fmla="*/ 544946 w 1182255"/>
              <a:gd name="connsiteY6" fmla="*/ 92364 h 1246909"/>
              <a:gd name="connsiteX7" fmla="*/ 609600 w 1182255"/>
              <a:gd name="connsiteY7" fmla="*/ 120073 h 1246909"/>
              <a:gd name="connsiteX8" fmla="*/ 803564 w 1182255"/>
              <a:gd name="connsiteY8" fmla="*/ 147782 h 1246909"/>
              <a:gd name="connsiteX9" fmla="*/ 886691 w 1182255"/>
              <a:gd name="connsiteY9" fmla="*/ 175491 h 1246909"/>
              <a:gd name="connsiteX10" fmla="*/ 960582 w 1182255"/>
              <a:gd name="connsiteY10" fmla="*/ 193964 h 1246909"/>
              <a:gd name="connsiteX11" fmla="*/ 988291 w 1182255"/>
              <a:gd name="connsiteY11" fmla="*/ 212436 h 1246909"/>
              <a:gd name="connsiteX12" fmla="*/ 1043709 w 1182255"/>
              <a:gd name="connsiteY12" fmla="*/ 240145 h 1246909"/>
              <a:gd name="connsiteX13" fmla="*/ 1117600 w 1182255"/>
              <a:gd name="connsiteY13" fmla="*/ 350982 h 1246909"/>
              <a:gd name="connsiteX14" fmla="*/ 1154546 w 1182255"/>
              <a:gd name="connsiteY14" fmla="*/ 406400 h 1246909"/>
              <a:gd name="connsiteX15" fmla="*/ 1163782 w 1182255"/>
              <a:gd name="connsiteY15" fmla="*/ 452582 h 1246909"/>
              <a:gd name="connsiteX16" fmla="*/ 1173018 w 1182255"/>
              <a:gd name="connsiteY16" fmla="*/ 480291 h 1246909"/>
              <a:gd name="connsiteX17" fmla="*/ 1182255 w 1182255"/>
              <a:gd name="connsiteY17" fmla="*/ 517236 h 1246909"/>
              <a:gd name="connsiteX18" fmla="*/ 1173018 w 1182255"/>
              <a:gd name="connsiteY18" fmla="*/ 655782 h 1246909"/>
              <a:gd name="connsiteX19" fmla="*/ 1163782 w 1182255"/>
              <a:gd name="connsiteY19" fmla="*/ 701964 h 1246909"/>
              <a:gd name="connsiteX20" fmla="*/ 1126837 w 1182255"/>
              <a:gd name="connsiteY20" fmla="*/ 757382 h 1246909"/>
              <a:gd name="connsiteX21" fmla="*/ 1108364 w 1182255"/>
              <a:gd name="connsiteY21" fmla="*/ 785091 h 1246909"/>
              <a:gd name="connsiteX22" fmla="*/ 1089891 w 1182255"/>
              <a:gd name="connsiteY22" fmla="*/ 822036 h 1246909"/>
              <a:gd name="connsiteX23" fmla="*/ 1062182 w 1182255"/>
              <a:gd name="connsiteY23" fmla="*/ 831273 h 1246909"/>
              <a:gd name="connsiteX24" fmla="*/ 1043709 w 1182255"/>
              <a:gd name="connsiteY24" fmla="*/ 858982 h 1246909"/>
              <a:gd name="connsiteX25" fmla="*/ 1025237 w 1182255"/>
              <a:gd name="connsiteY25" fmla="*/ 905164 h 1246909"/>
              <a:gd name="connsiteX26" fmla="*/ 997528 w 1182255"/>
              <a:gd name="connsiteY26" fmla="*/ 923636 h 1246909"/>
              <a:gd name="connsiteX27" fmla="*/ 969818 w 1182255"/>
              <a:gd name="connsiteY27" fmla="*/ 951345 h 1246909"/>
              <a:gd name="connsiteX28" fmla="*/ 951346 w 1182255"/>
              <a:gd name="connsiteY28" fmla="*/ 979055 h 1246909"/>
              <a:gd name="connsiteX29" fmla="*/ 895928 w 1182255"/>
              <a:gd name="connsiteY29" fmla="*/ 1016000 h 1246909"/>
              <a:gd name="connsiteX30" fmla="*/ 886691 w 1182255"/>
              <a:gd name="connsiteY30" fmla="*/ 1043709 h 1246909"/>
              <a:gd name="connsiteX31" fmla="*/ 858982 w 1182255"/>
              <a:gd name="connsiteY31" fmla="*/ 1052945 h 1246909"/>
              <a:gd name="connsiteX32" fmla="*/ 803564 w 1182255"/>
              <a:gd name="connsiteY32" fmla="*/ 1080655 h 1246909"/>
              <a:gd name="connsiteX33" fmla="*/ 748146 w 1182255"/>
              <a:gd name="connsiteY33" fmla="*/ 1126836 h 1246909"/>
              <a:gd name="connsiteX34" fmla="*/ 692728 w 1182255"/>
              <a:gd name="connsiteY34" fmla="*/ 1145309 h 1246909"/>
              <a:gd name="connsiteX35" fmla="*/ 637309 w 1182255"/>
              <a:gd name="connsiteY35" fmla="*/ 1182255 h 1246909"/>
              <a:gd name="connsiteX36" fmla="*/ 591128 w 1182255"/>
              <a:gd name="connsiteY36" fmla="*/ 1191491 h 1246909"/>
              <a:gd name="connsiteX37" fmla="*/ 535709 w 1182255"/>
              <a:gd name="connsiteY37" fmla="*/ 1209964 h 1246909"/>
              <a:gd name="connsiteX38" fmla="*/ 508000 w 1182255"/>
              <a:gd name="connsiteY38" fmla="*/ 1219200 h 1246909"/>
              <a:gd name="connsiteX39" fmla="*/ 443346 w 1182255"/>
              <a:gd name="connsiteY39" fmla="*/ 1237673 h 1246909"/>
              <a:gd name="connsiteX40" fmla="*/ 397164 w 1182255"/>
              <a:gd name="connsiteY40" fmla="*/ 1246909 h 1246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182255" h="1246909">
                <a:moveTo>
                  <a:pt x="0" y="0"/>
                </a:moveTo>
                <a:lnTo>
                  <a:pt x="64655" y="18473"/>
                </a:lnTo>
                <a:cubicBezTo>
                  <a:pt x="73980" y="21271"/>
                  <a:pt x="82659" y="26933"/>
                  <a:pt x="92364" y="27709"/>
                </a:cubicBezTo>
                <a:cubicBezTo>
                  <a:pt x="159951" y="33116"/>
                  <a:pt x="227831" y="33866"/>
                  <a:pt x="295564" y="36945"/>
                </a:cubicBezTo>
                <a:cubicBezTo>
                  <a:pt x="304800" y="40024"/>
                  <a:pt x="313726" y="44273"/>
                  <a:pt x="323273" y="46182"/>
                </a:cubicBezTo>
                <a:cubicBezTo>
                  <a:pt x="364098" y="54347"/>
                  <a:pt x="443667" y="60992"/>
                  <a:pt x="480291" y="64655"/>
                </a:cubicBezTo>
                <a:cubicBezTo>
                  <a:pt x="501843" y="73891"/>
                  <a:pt x="523600" y="82662"/>
                  <a:pt x="544946" y="92364"/>
                </a:cubicBezTo>
                <a:cubicBezTo>
                  <a:pt x="573438" y="105315"/>
                  <a:pt x="580964" y="113465"/>
                  <a:pt x="609600" y="120073"/>
                </a:cubicBezTo>
                <a:cubicBezTo>
                  <a:pt x="707646" y="142699"/>
                  <a:pt x="700658" y="138426"/>
                  <a:pt x="803564" y="147782"/>
                </a:cubicBezTo>
                <a:cubicBezTo>
                  <a:pt x="831273" y="157018"/>
                  <a:pt x="858050" y="169763"/>
                  <a:pt x="886691" y="175491"/>
                </a:cubicBezTo>
                <a:cubicBezTo>
                  <a:pt x="904263" y="179005"/>
                  <a:pt x="941644" y="184495"/>
                  <a:pt x="960582" y="193964"/>
                </a:cubicBezTo>
                <a:cubicBezTo>
                  <a:pt x="970511" y="198928"/>
                  <a:pt x="978362" y="207472"/>
                  <a:pt x="988291" y="212436"/>
                </a:cubicBezTo>
                <a:cubicBezTo>
                  <a:pt x="1064771" y="250676"/>
                  <a:pt x="964300" y="187207"/>
                  <a:pt x="1043709" y="240145"/>
                </a:cubicBezTo>
                <a:cubicBezTo>
                  <a:pt x="1064652" y="268070"/>
                  <a:pt x="1108905" y="324899"/>
                  <a:pt x="1117600" y="350982"/>
                </a:cubicBezTo>
                <a:cubicBezTo>
                  <a:pt x="1130968" y="391083"/>
                  <a:pt x="1119953" y="371807"/>
                  <a:pt x="1154546" y="406400"/>
                </a:cubicBezTo>
                <a:cubicBezTo>
                  <a:pt x="1157625" y="421794"/>
                  <a:pt x="1159975" y="437352"/>
                  <a:pt x="1163782" y="452582"/>
                </a:cubicBezTo>
                <a:cubicBezTo>
                  <a:pt x="1166143" y="462027"/>
                  <a:pt x="1170343" y="470930"/>
                  <a:pt x="1173018" y="480291"/>
                </a:cubicBezTo>
                <a:cubicBezTo>
                  <a:pt x="1176505" y="492497"/>
                  <a:pt x="1179176" y="504921"/>
                  <a:pt x="1182255" y="517236"/>
                </a:cubicBezTo>
                <a:cubicBezTo>
                  <a:pt x="1179176" y="563418"/>
                  <a:pt x="1177624" y="609727"/>
                  <a:pt x="1173018" y="655782"/>
                </a:cubicBezTo>
                <a:cubicBezTo>
                  <a:pt x="1171456" y="671403"/>
                  <a:pt x="1170278" y="687672"/>
                  <a:pt x="1163782" y="701964"/>
                </a:cubicBezTo>
                <a:cubicBezTo>
                  <a:pt x="1154595" y="722175"/>
                  <a:pt x="1139152" y="738909"/>
                  <a:pt x="1126837" y="757382"/>
                </a:cubicBezTo>
                <a:cubicBezTo>
                  <a:pt x="1120679" y="766618"/>
                  <a:pt x="1113329" y="775162"/>
                  <a:pt x="1108364" y="785091"/>
                </a:cubicBezTo>
                <a:cubicBezTo>
                  <a:pt x="1102206" y="797406"/>
                  <a:pt x="1099627" y="812300"/>
                  <a:pt x="1089891" y="822036"/>
                </a:cubicBezTo>
                <a:cubicBezTo>
                  <a:pt x="1083007" y="828920"/>
                  <a:pt x="1071418" y="828194"/>
                  <a:pt x="1062182" y="831273"/>
                </a:cubicBezTo>
                <a:cubicBezTo>
                  <a:pt x="1056024" y="840509"/>
                  <a:pt x="1048673" y="849053"/>
                  <a:pt x="1043709" y="858982"/>
                </a:cubicBezTo>
                <a:cubicBezTo>
                  <a:pt x="1036294" y="873811"/>
                  <a:pt x="1034874" y="891672"/>
                  <a:pt x="1025237" y="905164"/>
                </a:cubicBezTo>
                <a:cubicBezTo>
                  <a:pt x="1018785" y="914197"/>
                  <a:pt x="1006056" y="916530"/>
                  <a:pt x="997528" y="923636"/>
                </a:cubicBezTo>
                <a:cubicBezTo>
                  <a:pt x="987493" y="931998"/>
                  <a:pt x="978180" y="941310"/>
                  <a:pt x="969818" y="951345"/>
                </a:cubicBezTo>
                <a:cubicBezTo>
                  <a:pt x="962711" y="959873"/>
                  <a:pt x="959700" y="971745"/>
                  <a:pt x="951346" y="979055"/>
                </a:cubicBezTo>
                <a:cubicBezTo>
                  <a:pt x="934638" y="993675"/>
                  <a:pt x="895928" y="1016000"/>
                  <a:pt x="895928" y="1016000"/>
                </a:cubicBezTo>
                <a:cubicBezTo>
                  <a:pt x="892849" y="1025236"/>
                  <a:pt x="893575" y="1036825"/>
                  <a:pt x="886691" y="1043709"/>
                </a:cubicBezTo>
                <a:cubicBezTo>
                  <a:pt x="879807" y="1050593"/>
                  <a:pt x="867690" y="1048591"/>
                  <a:pt x="858982" y="1052945"/>
                </a:cubicBezTo>
                <a:cubicBezTo>
                  <a:pt x="787355" y="1088759"/>
                  <a:pt x="873218" y="1057435"/>
                  <a:pt x="803564" y="1080655"/>
                </a:cubicBezTo>
                <a:cubicBezTo>
                  <a:pt x="786162" y="1098057"/>
                  <a:pt x="771294" y="1116548"/>
                  <a:pt x="748146" y="1126836"/>
                </a:cubicBezTo>
                <a:cubicBezTo>
                  <a:pt x="730352" y="1134744"/>
                  <a:pt x="692728" y="1145309"/>
                  <a:pt x="692728" y="1145309"/>
                </a:cubicBezTo>
                <a:cubicBezTo>
                  <a:pt x="674255" y="1157624"/>
                  <a:pt x="659080" y="1177901"/>
                  <a:pt x="637309" y="1182255"/>
                </a:cubicBezTo>
                <a:cubicBezTo>
                  <a:pt x="621915" y="1185334"/>
                  <a:pt x="606273" y="1187360"/>
                  <a:pt x="591128" y="1191491"/>
                </a:cubicBezTo>
                <a:cubicBezTo>
                  <a:pt x="572342" y="1196614"/>
                  <a:pt x="554182" y="1203806"/>
                  <a:pt x="535709" y="1209964"/>
                </a:cubicBezTo>
                <a:lnTo>
                  <a:pt x="508000" y="1219200"/>
                </a:lnTo>
                <a:cubicBezTo>
                  <a:pt x="477150" y="1229483"/>
                  <a:pt x="478130" y="1229943"/>
                  <a:pt x="443346" y="1237673"/>
                </a:cubicBezTo>
                <a:cubicBezTo>
                  <a:pt x="428021" y="1241079"/>
                  <a:pt x="397164" y="1246909"/>
                  <a:pt x="397164" y="1246909"/>
                </a:cubicBezTo>
              </a:path>
            </a:pathLst>
          </a:custGeom>
          <a:noFill/>
          <a:ln>
            <a:solidFill>
              <a:srgbClr val="00B050"/>
            </a:solidFill>
            <a:head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64" name="Group 63"/>
          <p:cNvGrpSpPr/>
          <p:nvPr/>
        </p:nvGrpSpPr>
        <p:grpSpPr>
          <a:xfrm>
            <a:off x="18473" y="3527752"/>
            <a:ext cx="4343400" cy="2873048"/>
            <a:chOff x="18473" y="3527752"/>
            <a:chExt cx="4343400" cy="2873048"/>
          </a:xfrm>
        </p:grpSpPr>
        <p:sp>
          <p:nvSpPr>
            <p:cNvPr id="58" name="Rectangle 57"/>
            <p:cNvSpPr/>
            <p:nvPr/>
          </p:nvSpPr>
          <p:spPr>
            <a:xfrm>
              <a:off x="18473" y="4267200"/>
              <a:ext cx="4343400" cy="2133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NZ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w re-computes:</a:t>
              </a:r>
            </a:p>
            <a:p>
              <a:r>
                <a:rPr lang="en-US" altLang="en-US" dirty="0" err="1">
                  <a:solidFill>
                    <a:schemeClr val="tx1"/>
                  </a:solidFill>
                </a:rPr>
                <a:t>D</a:t>
              </a:r>
              <a:r>
                <a:rPr lang="en-US" altLang="en-US" baseline="-25000" dirty="0" err="1">
                  <a:solidFill>
                    <a:schemeClr val="tx1"/>
                  </a:solidFill>
                </a:rPr>
                <a:t>w</a:t>
              </a:r>
              <a:r>
                <a:rPr lang="en-US" altLang="en-US" dirty="0">
                  <a:solidFill>
                    <a:schemeClr val="tx1"/>
                  </a:solidFill>
                </a:rPr>
                <a:t>(x)=min{c(</a:t>
              </a:r>
              <a:r>
                <a:rPr lang="en-US" altLang="en-US" dirty="0" err="1">
                  <a:solidFill>
                    <a:schemeClr val="tx1"/>
                  </a:solidFill>
                </a:rPr>
                <a:t>w,y</a:t>
              </a:r>
              <a:r>
                <a:rPr lang="en-US" altLang="en-US" dirty="0">
                  <a:solidFill>
                    <a:schemeClr val="tx1"/>
                  </a:solidFill>
                </a:rPr>
                <a:t>)+</a:t>
              </a:r>
              <a:r>
                <a:rPr lang="en-US" altLang="en-US" dirty="0"/>
                <a:t> </a:t>
              </a:r>
              <a:r>
                <a:rPr lang="en-US" altLang="en-US" dirty="0" err="1">
                  <a:solidFill>
                    <a:schemeClr val="tx1"/>
                  </a:solidFill>
                </a:rPr>
                <a:t>D</a:t>
              </a:r>
              <a:r>
                <a:rPr lang="en-US" altLang="en-US" baseline="-25000" dirty="0" err="1">
                  <a:solidFill>
                    <a:schemeClr val="tx1"/>
                  </a:solidFill>
                </a:rPr>
                <a:t>y</a:t>
              </a:r>
              <a:r>
                <a:rPr lang="en-US" altLang="en-US" dirty="0">
                  <a:solidFill>
                    <a:schemeClr val="tx1"/>
                  </a:solidFill>
                </a:rPr>
                <a:t>(x) , c(</a:t>
              </a:r>
              <a:r>
                <a:rPr lang="en-US" altLang="en-US" dirty="0" err="1">
                  <a:solidFill>
                    <a:schemeClr val="tx1"/>
                  </a:solidFill>
                </a:rPr>
                <a:t>w,z</a:t>
              </a:r>
              <a:r>
                <a:rPr lang="en-US" altLang="en-US" dirty="0">
                  <a:solidFill>
                    <a:schemeClr val="tx1"/>
                  </a:solidFill>
                </a:rPr>
                <a:t>)+</a:t>
              </a:r>
              <a:r>
                <a:rPr lang="en-US" altLang="en-US" dirty="0"/>
                <a:t> </a:t>
              </a:r>
              <a:r>
                <a:rPr lang="en-US" altLang="en-US" dirty="0" err="1">
                  <a:solidFill>
                    <a:schemeClr val="tx1"/>
                  </a:solidFill>
                </a:rPr>
                <a:t>D</a:t>
              </a:r>
              <a:r>
                <a:rPr lang="en-US" altLang="en-US" baseline="-25000" dirty="0" err="1">
                  <a:solidFill>
                    <a:schemeClr val="tx1"/>
                  </a:solidFill>
                </a:rPr>
                <a:t>z</a:t>
              </a:r>
              <a:r>
                <a:rPr lang="en-US" altLang="en-US" dirty="0">
                  <a:solidFill>
                    <a:schemeClr val="tx1"/>
                  </a:solidFill>
                </a:rPr>
                <a:t>(x)} = min{1+9,1+</a:t>
              </a:r>
              <a:r>
                <a:rPr lang="en-US" altLang="en-US" b="1" i="1" dirty="0">
                  <a:solidFill>
                    <a:srgbClr val="FF0000"/>
                  </a:solidFill>
                </a:rPr>
                <a:t> ∞</a:t>
              </a:r>
              <a:r>
                <a:rPr lang="en-US" altLang="en-US" dirty="0">
                  <a:solidFill>
                    <a:schemeClr val="tx1"/>
                  </a:solidFill>
                </a:rPr>
                <a:t>}= 10 (via y);</a:t>
              </a:r>
            </a:p>
            <a:p>
              <a:r>
                <a:rPr lang="en-US" altLang="en-US" dirty="0">
                  <a:solidFill>
                    <a:schemeClr val="tx1"/>
                  </a:solidFill>
                </a:rPr>
                <a:t>w notifies y and z; </a:t>
              </a:r>
              <a:r>
                <a:rPr lang="en-US" altLang="en-US" dirty="0">
                  <a:solidFill>
                    <a:schemeClr val="tx1"/>
                  </a:solidFill>
                  <a:sym typeface="Wingdings" panose="05000000000000000000" pitchFamily="2" charset="2"/>
                </a:rPr>
                <a:t>y </a:t>
              </a:r>
              <a:r>
                <a:rPr lang="en-US" altLang="en-US" dirty="0" err="1">
                  <a:solidFill>
                    <a:schemeClr val="tx1"/>
                  </a:solidFill>
                </a:rPr>
                <a:t>D</a:t>
              </a:r>
              <a:r>
                <a:rPr lang="en-US" altLang="en-US" baseline="-25000" dirty="0" err="1">
                  <a:solidFill>
                    <a:schemeClr val="tx1"/>
                  </a:solidFill>
                </a:rPr>
                <a:t>w</a:t>
              </a:r>
              <a:r>
                <a:rPr lang="en-US" altLang="en-US" dirty="0">
                  <a:solidFill>
                    <a:schemeClr val="tx1"/>
                  </a:solidFill>
                </a:rPr>
                <a:t>(x) = </a:t>
              </a:r>
              <a:r>
                <a:rPr lang="en-US" altLang="en-US" b="1" i="1" dirty="0">
                  <a:solidFill>
                    <a:srgbClr val="FF0000"/>
                  </a:solidFill>
                </a:rPr>
                <a:t>∞ (lying); </a:t>
              </a:r>
              <a:r>
                <a:rPr lang="en-US" altLang="en-US" dirty="0">
                  <a:solidFill>
                    <a:schemeClr val="tx1"/>
                  </a:solidFill>
                  <a:sym typeface="Wingdings" panose="05000000000000000000" pitchFamily="2" charset="2"/>
                </a:rPr>
                <a:t>z </a:t>
              </a:r>
              <a:r>
                <a:rPr lang="en-US" altLang="en-US" dirty="0" err="1">
                  <a:solidFill>
                    <a:schemeClr val="tx1"/>
                  </a:solidFill>
                </a:rPr>
                <a:t>D</a:t>
              </a:r>
              <a:r>
                <a:rPr lang="en-US" altLang="en-US" baseline="-25000" dirty="0" err="1">
                  <a:solidFill>
                    <a:schemeClr val="tx1"/>
                  </a:solidFill>
                </a:rPr>
                <a:t>w</a:t>
              </a:r>
              <a:r>
                <a:rPr lang="en-US" altLang="en-US" dirty="0">
                  <a:solidFill>
                    <a:schemeClr val="tx1"/>
                  </a:solidFill>
                </a:rPr>
                <a:t>(x) = 10 (telling truth);</a:t>
              </a:r>
            </a:p>
            <a:p>
              <a:endParaRPr lang="en-NZ" dirty="0">
                <a:solidFill>
                  <a:schemeClr val="tx1"/>
                </a:solidFill>
              </a:endParaRPr>
            </a:p>
          </p:txBody>
        </p:sp>
        <p:cxnSp>
          <p:nvCxnSpPr>
            <p:cNvPr id="63" name="Straight Arrow Connector 62"/>
            <p:cNvCxnSpPr/>
            <p:nvPr/>
          </p:nvCxnSpPr>
          <p:spPr>
            <a:xfrm flipH="1">
              <a:off x="460664" y="3527752"/>
              <a:ext cx="211247" cy="60552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67" name="Group 66"/>
          <p:cNvGrpSpPr/>
          <p:nvPr/>
        </p:nvGrpSpPr>
        <p:grpSpPr>
          <a:xfrm>
            <a:off x="3962400" y="4276436"/>
            <a:ext cx="5002215" cy="2133600"/>
            <a:chOff x="3962400" y="4276436"/>
            <a:chExt cx="5002215" cy="2133600"/>
          </a:xfrm>
        </p:grpSpPr>
        <p:sp>
          <p:nvSpPr>
            <p:cNvPr id="59" name="Rectangle 58"/>
            <p:cNvSpPr/>
            <p:nvPr/>
          </p:nvSpPr>
          <p:spPr>
            <a:xfrm>
              <a:off x="4621215" y="4276436"/>
              <a:ext cx="4343400" cy="2133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NZ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z re-computes:</a:t>
              </a:r>
            </a:p>
            <a:p>
              <a:r>
                <a:rPr lang="en-US" altLang="en-US" dirty="0" err="1">
                  <a:solidFill>
                    <a:schemeClr val="tx1"/>
                  </a:solidFill>
                </a:rPr>
                <a:t>D</a:t>
              </a:r>
              <a:r>
                <a:rPr lang="en-US" altLang="en-US" baseline="-25000" dirty="0" err="1">
                  <a:solidFill>
                    <a:schemeClr val="tx1"/>
                  </a:solidFill>
                </a:rPr>
                <a:t>z</a:t>
              </a:r>
              <a:r>
                <a:rPr lang="en-US" altLang="en-US" dirty="0">
                  <a:solidFill>
                    <a:schemeClr val="tx1"/>
                  </a:solidFill>
                </a:rPr>
                <a:t>(x)=min{c(</a:t>
              </a:r>
              <a:r>
                <a:rPr lang="en-US" altLang="en-US" dirty="0" err="1">
                  <a:solidFill>
                    <a:schemeClr val="tx1"/>
                  </a:solidFill>
                </a:rPr>
                <a:t>z,w</a:t>
              </a:r>
              <a:r>
                <a:rPr lang="en-US" altLang="en-US" dirty="0">
                  <a:solidFill>
                    <a:schemeClr val="tx1"/>
                  </a:solidFill>
                </a:rPr>
                <a:t>)+</a:t>
              </a:r>
              <a:r>
                <a:rPr lang="en-US" altLang="en-US" dirty="0"/>
                <a:t> </a:t>
              </a:r>
              <a:r>
                <a:rPr lang="en-US" altLang="en-US" dirty="0" err="1">
                  <a:solidFill>
                    <a:schemeClr val="tx1"/>
                  </a:solidFill>
                </a:rPr>
                <a:t>D</a:t>
              </a:r>
              <a:r>
                <a:rPr lang="en-US" altLang="en-US" baseline="-25000" dirty="0" err="1">
                  <a:solidFill>
                    <a:schemeClr val="tx1"/>
                  </a:solidFill>
                </a:rPr>
                <a:t>w</a:t>
              </a:r>
              <a:r>
                <a:rPr lang="en-US" altLang="en-US" dirty="0">
                  <a:solidFill>
                    <a:schemeClr val="tx1"/>
                  </a:solidFill>
                </a:rPr>
                <a:t>(x), c(</a:t>
              </a:r>
              <a:r>
                <a:rPr lang="en-US" altLang="en-US" dirty="0" err="1">
                  <a:solidFill>
                    <a:schemeClr val="tx1"/>
                  </a:solidFill>
                </a:rPr>
                <a:t>z,y</a:t>
              </a:r>
              <a:r>
                <a:rPr lang="en-US" altLang="en-US" dirty="0">
                  <a:solidFill>
                    <a:schemeClr val="tx1"/>
                  </a:solidFill>
                </a:rPr>
                <a:t>)+</a:t>
              </a:r>
              <a:r>
                <a:rPr lang="en-US" altLang="en-US" dirty="0"/>
                <a:t> </a:t>
              </a:r>
              <a:r>
                <a:rPr lang="en-US" altLang="en-US" dirty="0">
                  <a:solidFill>
                    <a:schemeClr val="tx1"/>
                  </a:solidFill>
                </a:rPr>
                <a:t>D</a:t>
              </a:r>
              <a:r>
                <a:rPr lang="en-US" altLang="en-US" baseline="-25000" dirty="0">
                  <a:solidFill>
                    <a:schemeClr val="tx1"/>
                  </a:solidFill>
                </a:rPr>
                <a:t>y</a:t>
              </a:r>
              <a:r>
                <a:rPr lang="en-US" altLang="en-US" dirty="0">
                  <a:solidFill>
                    <a:schemeClr val="tx1"/>
                  </a:solidFill>
                </a:rPr>
                <a:t>(x), </a:t>
              </a:r>
            </a:p>
            <a:p>
              <a:r>
                <a:rPr lang="en-US" altLang="en-US" dirty="0">
                  <a:solidFill>
                    <a:schemeClr val="tx1"/>
                  </a:solidFill>
                </a:rPr>
                <a:t>c(</a:t>
              </a:r>
              <a:r>
                <a:rPr lang="en-US" altLang="en-US" dirty="0" err="1">
                  <a:solidFill>
                    <a:schemeClr val="tx1"/>
                  </a:solidFill>
                </a:rPr>
                <a:t>z,x</a:t>
              </a:r>
              <a:r>
                <a:rPr lang="en-US" altLang="en-US" dirty="0">
                  <a:solidFill>
                    <a:schemeClr val="tx1"/>
                  </a:solidFill>
                </a:rPr>
                <a:t>)+D</a:t>
              </a:r>
              <a:r>
                <a:rPr lang="en-US" altLang="en-US" baseline="-25000" dirty="0">
                  <a:solidFill>
                    <a:schemeClr val="tx1"/>
                  </a:solidFill>
                </a:rPr>
                <a:t>x</a:t>
              </a:r>
              <a:r>
                <a:rPr lang="en-US" altLang="en-US" dirty="0">
                  <a:solidFill>
                    <a:schemeClr val="tx1"/>
                  </a:solidFill>
                </a:rPr>
                <a:t>(x)} = min{1+10, 3+</a:t>
              </a:r>
              <a:r>
                <a:rPr lang="en-US" altLang="en-US" b="1" i="1" dirty="0">
                  <a:solidFill>
                    <a:srgbClr val="FF0000"/>
                  </a:solidFill>
                </a:rPr>
                <a:t> ∞,</a:t>
              </a:r>
              <a:r>
                <a:rPr lang="en-US" altLang="en-US" b="1" i="1" dirty="0">
                  <a:solidFill>
                    <a:schemeClr val="tx1"/>
                  </a:solidFill>
                </a:rPr>
                <a:t> 5</a:t>
              </a:r>
              <a:r>
                <a:rPr lang="en-US" altLang="en-US" dirty="0">
                  <a:solidFill>
                    <a:schemeClr val="tx1"/>
                  </a:solidFill>
                </a:rPr>
                <a:t>0}= 11 (via w);</a:t>
              </a:r>
            </a:p>
            <a:p>
              <a:r>
                <a:rPr lang="en-US" altLang="en-US" dirty="0">
                  <a:solidFill>
                    <a:schemeClr val="tx1"/>
                  </a:solidFill>
                </a:rPr>
                <a:t>z notifies w and y; </a:t>
              </a:r>
              <a:r>
                <a:rPr lang="en-US" altLang="en-US" dirty="0">
                  <a:solidFill>
                    <a:schemeClr val="tx1"/>
                  </a:solidFill>
                  <a:sym typeface="Wingdings" panose="05000000000000000000" pitchFamily="2" charset="2"/>
                </a:rPr>
                <a:t>w </a:t>
              </a:r>
              <a:r>
                <a:rPr lang="en-US" altLang="en-US" dirty="0" err="1">
                  <a:solidFill>
                    <a:schemeClr val="tx1"/>
                  </a:solidFill>
                </a:rPr>
                <a:t>D</a:t>
              </a:r>
              <a:r>
                <a:rPr lang="en-US" altLang="en-US" baseline="-25000" dirty="0" err="1">
                  <a:solidFill>
                    <a:schemeClr val="tx1"/>
                  </a:solidFill>
                </a:rPr>
                <a:t>z</a:t>
              </a:r>
              <a:r>
                <a:rPr lang="en-US" altLang="en-US" dirty="0">
                  <a:solidFill>
                    <a:schemeClr val="tx1"/>
                  </a:solidFill>
                </a:rPr>
                <a:t>(x) = </a:t>
              </a:r>
              <a:r>
                <a:rPr lang="en-US" altLang="en-US" b="1" i="1" dirty="0">
                  <a:solidFill>
                    <a:srgbClr val="FF0000"/>
                  </a:solidFill>
                </a:rPr>
                <a:t>∞ (lying); </a:t>
              </a:r>
              <a:r>
                <a:rPr lang="en-US" altLang="en-US" dirty="0">
                  <a:solidFill>
                    <a:schemeClr val="tx1"/>
                  </a:solidFill>
                  <a:sym typeface="Wingdings" panose="05000000000000000000" pitchFamily="2" charset="2"/>
                </a:rPr>
                <a:t>y </a:t>
              </a:r>
              <a:r>
                <a:rPr lang="en-US" altLang="en-US" dirty="0" err="1">
                  <a:solidFill>
                    <a:schemeClr val="tx1"/>
                  </a:solidFill>
                </a:rPr>
                <a:t>D</a:t>
              </a:r>
              <a:r>
                <a:rPr lang="en-US" altLang="en-US" baseline="-25000" dirty="0" err="1">
                  <a:solidFill>
                    <a:schemeClr val="tx1"/>
                  </a:solidFill>
                </a:rPr>
                <a:t>z</a:t>
              </a:r>
              <a:r>
                <a:rPr lang="en-US" altLang="en-US" dirty="0">
                  <a:solidFill>
                    <a:schemeClr val="tx1"/>
                  </a:solidFill>
                </a:rPr>
                <a:t>(x) = 11 (telling truth);</a:t>
              </a:r>
            </a:p>
            <a:p>
              <a:endParaRPr lang="en-NZ" dirty="0">
                <a:solidFill>
                  <a:schemeClr val="tx1"/>
                </a:solidFill>
              </a:endParaRPr>
            </a:p>
          </p:txBody>
        </p:sp>
        <p:sp>
          <p:nvSpPr>
            <p:cNvPr id="66" name="Right Arrow 65"/>
            <p:cNvSpPr/>
            <p:nvPr/>
          </p:nvSpPr>
          <p:spPr>
            <a:xfrm>
              <a:off x="3962400" y="5943600"/>
              <a:ext cx="658815" cy="304800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685032" y="863600"/>
            <a:ext cx="4911749" cy="2937515"/>
            <a:chOff x="685032" y="863600"/>
            <a:chExt cx="4911749" cy="2937515"/>
          </a:xfrm>
        </p:grpSpPr>
        <p:sp>
          <p:nvSpPr>
            <p:cNvPr id="61" name="Rectangle 60"/>
            <p:cNvSpPr/>
            <p:nvPr/>
          </p:nvSpPr>
          <p:spPr>
            <a:xfrm>
              <a:off x="685032" y="863600"/>
              <a:ext cx="4343400" cy="2133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NZ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y re-computes:</a:t>
              </a:r>
            </a:p>
            <a:p>
              <a:r>
                <a:rPr lang="en-US" altLang="en-US" dirty="0">
                  <a:solidFill>
                    <a:schemeClr val="tx1"/>
                  </a:solidFill>
                </a:rPr>
                <a:t>D</a:t>
              </a:r>
              <a:r>
                <a:rPr lang="en-US" altLang="en-US" baseline="-25000" dirty="0">
                  <a:solidFill>
                    <a:schemeClr val="tx1"/>
                  </a:solidFill>
                </a:rPr>
                <a:t>y</a:t>
              </a:r>
              <a:r>
                <a:rPr lang="en-US" altLang="en-US" dirty="0">
                  <a:solidFill>
                    <a:schemeClr val="tx1"/>
                  </a:solidFill>
                </a:rPr>
                <a:t>(x)=min{c(</a:t>
              </a:r>
              <a:r>
                <a:rPr lang="en-US" altLang="en-US" dirty="0" err="1">
                  <a:solidFill>
                    <a:schemeClr val="tx1"/>
                  </a:solidFill>
                </a:rPr>
                <a:t>y,z</a:t>
              </a:r>
              <a:r>
                <a:rPr lang="en-US" altLang="en-US" dirty="0">
                  <a:solidFill>
                    <a:schemeClr val="tx1"/>
                  </a:solidFill>
                </a:rPr>
                <a:t>)+</a:t>
              </a:r>
              <a:r>
                <a:rPr lang="en-US" altLang="en-US" dirty="0"/>
                <a:t> </a:t>
              </a:r>
              <a:r>
                <a:rPr lang="en-US" altLang="en-US" dirty="0" err="1">
                  <a:solidFill>
                    <a:schemeClr val="tx1"/>
                  </a:solidFill>
                </a:rPr>
                <a:t>D</a:t>
              </a:r>
              <a:r>
                <a:rPr lang="en-US" altLang="en-US" baseline="-25000" dirty="0" err="1">
                  <a:solidFill>
                    <a:schemeClr val="tx1"/>
                  </a:solidFill>
                </a:rPr>
                <a:t>z</a:t>
              </a:r>
              <a:r>
                <a:rPr lang="en-US" altLang="en-US" dirty="0">
                  <a:solidFill>
                    <a:schemeClr val="tx1"/>
                  </a:solidFill>
                </a:rPr>
                <a:t>(x), c(</a:t>
              </a:r>
              <a:r>
                <a:rPr lang="en-US" altLang="en-US" dirty="0" err="1">
                  <a:solidFill>
                    <a:schemeClr val="tx1"/>
                  </a:solidFill>
                </a:rPr>
                <a:t>y,w</a:t>
              </a:r>
              <a:r>
                <a:rPr lang="en-US" altLang="en-US" dirty="0">
                  <a:solidFill>
                    <a:schemeClr val="tx1"/>
                  </a:solidFill>
                </a:rPr>
                <a:t>)+</a:t>
              </a:r>
              <a:r>
                <a:rPr lang="en-US" altLang="en-US" dirty="0"/>
                <a:t> </a:t>
              </a:r>
              <a:r>
                <a:rPr lang="en-US" altLang="en-US" dirty="0" err="1">
                  <a:solidFill>
                    <a:schemeClr val="tx1"/>
                  </a:solidFill>
                </a:rPr>
                <a:t>D</a:t>
              </a:r>
              <a:r>
                <a:rPr lang="en-US" altLang="en-US" baseline="-25000" dirty="0" err="1">
                  <a:solidFill>
                    <a:schemeClr val="tx1"/>
                  </a:solidFill>
                </a:rPr>
                <a:t>w</a:t>
              </a:r>
              <a:r>
                <a:rPr lang="en-US" altLang="en-US" dirty="0">
                  <a:solidFill>
                    <a:schemeClr val="tx1"/>
                  </a:solidFill>
                </a:rPr>
                <a:t>(x),</a:t>
              </a:r>
            </a:p>
            <a:p>
              <a:r>
                <a:rPr lang="en-US" altLang="en-US" dirty="0">
                  <a:solidFill>
                    <a:schemeClr val="tx1"/>
                  </a:solidFill>
                </a:rPr>
                <a:t>c(</a:t>
              </a:r>
              <a:r>
                <a:rPr lang="en-US" altLang="en-US" dirty="0" err="1">
                  <a:solidFill>
                    <a:schemeClr val="tx1"/>
                  </a:solidFill>
                </a:rPr>
                <a:t>y,x</a:t>
              </a:r>
              <a:r>
                <a:rPr lang="en-US" altLang="en-US" dirty="0">
                  <a:solidFill>
                    <a:schemeClr val="tx1"/>
                  </a:solidFill>
                </a:rPr>
                <a:t>)+</a:t>
              </a:r>
              <a:r>
                <a:rPr lang="en-US" altLang="en-US" dirty="0"/>
                <a:t> </a:t>
              </a:r>
              <a:r>
                <a:rPr lang="en-US" altLang="en-US" dirty="0">
                  <a:solidFill>
                    <a:schemeClr val="tx1"/>
                  </a:solidFill>
                </a:rPr>
                <a:t>D</a:t>
              </a:r>
              <a:r>
                <a:rPr lang="en-US" altLang="en-US" baseline="-25000" dirty="0">
                  <a:solidFill>
                    <a:schemeClr val="tx1"/>
                  </a:solidFill>
                </a:rPr>
                <a:t>x</a:t>
              </a:r>
              <a:r>
                <a:rPr lang="en-US" altLang="en-US" dirty="0">
                  <a:solidFill>
                    <a:schemeClr val="tx1"/>
                  </a:solidFill>
                </a:rPr>
                <a:t>(x)} = min{3+11, 1+</a:t>
              </a:r>
              <a:r>
                <a:rPr lang="en-US" altLang="en-US" b="1" i="1" dirty="0">
                  <a:solidFill>
                    <a:srgbClr val="FF0000"/>
                  </a:solidFill>
                </a:rPr>
                <a:t> ∞, </a:t>
              </a:r>
              <a:r>
                <a:rPr lang="en-US" altLang="en-US" dirty="0">
                  <a:solidFill>
                    <a:schemeClr val="tx1"/>
                  </a:solidFill>
                </a:rPr>
                <a:t>60}= 14 (via z);</a:t>
              </a:r>
            </a:p>
            <a:p>
              <a:r>
                <a:rPr lang="en-US" altLang="en-US" dirty="0">
                  <a:solidFill>
                    <a:schemeClr val="tx1"/>
                  </a:solidFill>
                </a:rPr>
                <a:t>y notifies z and w; </a:t>
              </a:r>
              <a:r>
                <a:rPr lang="en-US" altLang="en-US" dirty="0">
                  <a:solidFill>
                    <a:schemeClr val="tx1"/>
                  </a:solidFill>
                  <a:sym typeface="Wingdings" panose="05000000000000000000" pitchFamily="2" charset="2"/>
                </a:rPr>
                <a:t>z </a:t>
              </a:r>
              <a:r>
                <a:rPr lang="en-US" altLang="en-US" dirty="0" err="1">
                  <a:solidFill>
                    <a:schemeClr val="tx1"/>
                  </a:solidFill>
                </a:rPr>
                <a:t>D</a:t>
              </a:r>
              <a:r>
                <a:rPr lang="en-US" altLang="en-US" baseline="-25000" dirty="0" err="1">
                  <a:solidFill>
                    <a:schemeClr val="tx1"/>
                  </a:solidFill>
                </a:rPr>
                <a:t>y</a:t>
              </a:r>
              <a:r>
                <a:rPr lang="en-US" altLang="en-US" dirty="0">
                  <a:solidFill>
                    <a:schemeClr val="tx1"/>
                  </a:solidFill>
                </a:rPr>
                <a:t>(x) = </a:t>
              </a:r>
              <a:r>
                <a:rPr lang="en-US" altLang="en-US" b="1" i="1" dirty="0">
                  <a:solidFill>
                    <a:srgbClr val="FF0000"/>
                  </a:solidFill>
                </a:rPr>
                <a:t>∞ (lying); </a:t>
              </a:r>
              <a:r>
                <a:rPr lang="en-US" altLang="en-US" dirty="0">
                  <a:solidFill>
                    <a:schemeClr val="tx1"/>
                  </a:solidFill>
                  <a:sym typeface="Wingdings" panose="05000000000000000000" pitchFamily="2" charset="2"/>
                </a:rPr>
                <a:t>w </a:t>
              </a:r>
              <a:r>
                <a:rPr lang="en-US" altLang="en-US" dirty="0" err="1">
                  <a:solidFill>
                    <a:schemeClr val="tx1"/>
                  </a:solidFill>
                </a:rPr>
                <a:t>D</a:t>
              </a:r>
              <a:r>
                <a:rPr lang="en-US" altLang="en-US" baseline="-25000" dirty="0" err="1">
                  <a:solidFill>
                    <a:schemeClr val="tx1"/>
                  </a:solidFill>
                </a:rPr>
                <a:t>y</a:t>
              </a:r>
              <a:r>
                <a:rPr lang="en-US" altLang="en-US" dirty="0">
                  <a:solidFill>
                    <a:schemeClr val="tx1"/>
                  </a:solidFill>
                </a:rPr>
                <a:t>(x) = 14 (telling truth);</a:t>
              </a:r>
            </a:p>
            <a:p>
              <a:endParaRPr lang="en-NZ" dirty="0">
                <a:solidFill>
                  <a:schemeClr val="tx1"/>
                </a:solidFill>
              </a:endParaRPr>
            </a:p>
          </p:txBody>
        </p:sp>
        <p:sp>
          <p:nvSpPr>
            <p:cNvPr id="69" name="Up Arrow 68"/>
            <p:cNvSpPr/>
            <p:nvPr/>
          </p:nvSpPr>
          <p:spPr>
            <a:xfrm rot="18557573">
              <a:off x="4814143" y="3018478"/>
              <a:ext cx="346075" cy="1219200"/>
            </a:xfrm>
            <a:prstGeom prst="up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  <p:sp>
        <p:nvSpPr>
          <p:cNvPr id="71" name="Down Arrow 70"/>
          <p:cNvSpPr/>
          <p:nvPr/>
        </p:nvSpPr>
        <p:spPr>
          <a:xfrm rot="1683059">
            <a:off x="337687" y="3258290"/>
            <a:ext cx="457200" cy="103993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2" name="Freeform 71"/>
          <p:cNvSpPr/>
          <p:nvPr/>
        </p:nvSpPr>
        <p:spPr>
          <a:xfrm>
            <a:off x="6945745" y="1524000"/>
            <a:ext cx="415637" cy="249382"/>
          </a:xfrm>
          <a:custGeom>
            <a:avLst/>
            <a:gdLst>
              <a:gd name="connsiteX0" fmla="*/ 0 w 415637"/>
              <a:gd name="connsiteY0" fmla="*/ 46182 h 249382"/>
              <a:gd name="connsiteX1" fmla="*/ 46182 w 415637"/>
              <a:gd name="connsiteY1" fmla="*/ 83127 h 249382"/>
              <a:gd name="connsiteX2" fmla="*/ 64655 w 415637"/>
              <a:gd name="connsiteY2" fmla="*/ 110836 h 249382"/>
              <a:gd name="connsiteX3" fmla="*/ 92364 w 415637"/>
              <a:gd name="connsiteY3" fmla="*/ 120073 h 249382"/>
              <a:gd name="connsiteX4" fmla="*/ 120073 w 415637"/>
              <a:gd name="connsiteY4" fmla="*/ 138545 h 249382"/>
              <a:gd name="connsiteX5" fmla="*/ 157019 w 415637"/>
              <a:gd name="connsiteY5" fmla="*/ 157018 h 249382"/>
              <a:gd name="connsiteX6" fmla="*/ 221673 w 415637"/>
              <a:gd name="connsiteY6" fmla="*/ 203200 h 249382"/>
              <a:gd name="connsiteX7" fmla="*/ 230910 w 415637"/>
              <a:gd name="connsiteY7" fmla="*/ 230909 h 249382"/>
              <a:gd name="connsiteX8" fmla="*/ 286328 w 415637"/>
              <a:gd name="connsiteY8" fmla="*/ 249382 h 249382"/>
              <a:gd name="connsiteX9" fmla="*/ 314037 w 415637"/>
              <a:gd name="connsiteY9" fmla="*/ 230909 h 249382"/>
              <a:gd name="connsiteX10" fmla="*/ 332510 w 415637"/>
              <a:gd name="connsiteY10" fmla="*/ 193964 h 249382"/>
              <a:gd name="connsiteX11" fmla="*/ 350982 w 415637"/>
              <a:gd name="connsiteY11" fmla="*/ 166255 h 249382"/>
              <a:gd name="connsiteX12" fmla="*/ 360219 w 415637"/>
              <a:gd name="connsiteY12" fmla="*/ 138545 h 249382"/>
              <a:gd name="connsiteX13" fmla="*/ 387928 w 415637"/>
              <a:gd name="connsiteY13" fmla="*/ 101600 h 249382"/>
              <a:gd name="connsiteX14" fmla="*/ 397164 w 415637"/>
              <a:gd name="connsiteY14" fmla="*/ 64655 h 249382"/>
              <a:gd name="connsiteX15" fmla="*/ 415637 w 415637"/>
              <a:gd name="connsiteY15" fmla="*/ 9236 h 249382"/>
              <a:gd name="connsiteX16" fmla="*/ 101600 w 415637"/>
              <a:gd name="connsiteY16" fmla="*/ 0 h 249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15637" h="249382">
                <a:moveTo>
                  <a:pt x="0" y="46182"/>
                </a:moveTo>
                <a:cubicBezTo>
                  <a:pt x="15394" y="58497"/>
                  <a:pt x="32242" y="69187"/>
                  <a:pt x="46182" y="83127"/>
                </a:cubicBezTo>
                <a:cubicBezTo>
                  <a:pt x="54031" y="90976"/>
                  <a:pt x="55987" y="103901"/>
                  <a:pt x="64655" y="110836"/>
                </a:cubicBezTo>
                <a:cubicBezTo>
                  <a:pt x="72258" y="116918"/>
                  <a:pt x="83656" y="115719"/>
                  <a:pt x="92364" y="120073"/>
                </a:cubicBezTo>
                <a:cubicBezTo>
                  <a:pt x="102293" y="125037"/>
                  <a:pt x="110435" y="133038"/>
                  <a:pt x="120073" y="138545"/>
                </a:cubicBezTo>
                <a:cubicBezTo>
                  <a:pt x="132028" y="145376"/>
                  <a:pt x="145815" y="149015"/>
                  <a:pt x="157019" y="157018"/>
                </a:cubicBezTo>
                <a:cubicBezTo>
                  <a:pt x="244395" y="219429"/>
                  <a:pt x="120414" y="152569"/>
                  <a:pt x="221673" y="203200"/>
                </a:cubicBezTo>
                <a:cubicBezTo>
                  <a:pt x="224752" y="212436"/>
                  <a:pt x="222987" y="225250"/>
                  <a:pt x="230910" y="230909"/>
                </a:cubicBezTo>
                <a:cubicBezTo>
                  <a:pt x="246755" y="242227"/>
                  <a:pt x="286328" y="249382"/>
                  <a:pt x="286328" y="249382"/>
                </a:cubicBezTo>
                <a:cubicBezTo>
                  <a:pt x="295564" y="243224"/>
                  <a:pt x="306930" y="239437"/>
                  <a:pt x="314037" y="230909"/>
                </a:cubicBezTo>
                <a:cubicBezTo>
                  <a:pt x="322852" y="220332"/>
                  <a:pt x="325679" y="205919"/>
                  <a:pt x="332510" y="193964"/>
                </a:cubicBezTo>
                <a:cubicBezTo>
                  <a:pt x="338017" y="184326"/>
                  <a:pt x="346018" y="176184"/>
                  <a:pt x="350982" y="166255"/>
                </a:cubicBezTo>
                <a:cubicBezTo>
                  <a:pt x="355336" y="157547"/>
                  <a:pt x="355388" y="146998"/>
                  <a:pt x="360219" y="138545"/>
                </a:cubicBezTo>
                <a:cubicBezTo>
                  <a:pt x="367857" y="125179"/>
                  <a:pt x="378692" y="113915"/>
                  <a:pt x="387928" y="101600"/>
                </a:cubicBezTo>
                <a:cubicBezTo>
                  <a:pt x="391007" y="89285"/>
                  <a:pt x="393516" y="76814"/>
                  <a:pt x="397164" y="64655"/>
                </a:cubicBezTo>
                <a:cubicBezTo>
                  <a:pt x="402759" y="46004"/>
                  <a:pt x="415637" y="9236"/>
                  <a:pt x="415637" y="9236"/>
                </a:cubicBezTo>
                <a:cubicBezTo>
                  <a:pt x="310961" y="6064"/>
                  <a:pt x="206324" y="0"/>
                  <a:pt x="101600" y="0"/>
                </a:cubicBezTo>
              </a:path>
            </a:pathLst>
          </a:custGeom>
          <a:noFill/>
          <a:ln>
            <a:solidFill>
              <a:srgbClr val="FFFF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0" name="Freeform 59"/>
          <p:cNvSpPr/>
          <p:nvPr/>
        </p:nvSpPr>
        <p:spPr>
          <a:xfrm>
            <a:off x="6881091" y="3527752"/>
            <a:ext cx="1339273" cy="1275157"/>
          </a:xfrm>
          <a:custGeom>
            <a:avLst/>
            <a:gdLst>
              <a:gd name="connsiteX0" fmla="*/ 1339273 w 1339273"/>
              <a:gd name="connsiteY0" fmla="*/ 1275157 h 1275157"/>
              <a:gd name="connsiteX1" fmla="*/ 1320800 w 1339273"/>
              <a:gd name="connsiteY1" fmla="*/ 1099666 h 1275157"/>
              <a:gd name="connsiteX2" fmla="*/ 1302327 w 1339273"/>
              <a:gd name="connsiteY2" fmla="*/ 1053484 h 1275157"/>
              <a:gd name="connsiteX3" fmla="*/ 1293091 w 1339273"/>
              <a:gd name="connsiteY3" fmla="*/ 933412 h 1275157"/>
              <a:gd name="connsiteX4" fmla="*/ 1265382 w 1339273"/>
              <a:gd name="connsiteY4" fmla="*/ 859521 h 1275157"/>
              <a:gd name="connsiteX5" fmla="*/ 1246909 w 1339273"/>
              <a:gd name="connsiteY5" fmla="*/ 804103 h 1275157"/>
              <a:gd name="connsiteX6" fmla="*/ 1228436 w 1339273"/>
              <a:gd name="connsiteY6" fmla="*/ 757921 h 1275157"/>
              <a:gd name="connsiteX7" fmla="*/ 1191491 w 1339273"/>
              <a:gd name="connsiteY7" fmla="*/ 674793 h 1275157"/>
              <a:gd name="connsiteX8" fmla="*/ 1163782 w 1339273"/>
              <a:gd name="connsiteY8" fmla="*/ 647084 h 1275157"/>
              <a:gd name="connsiteX9" fmla="*/ 1108364 w 1339273"/>
              <a:gd name="connsiteY9" fmla="*/ 591666 h 1275157"/>
              <a:gd name="connsiteX10" fmla="*/ 1089891 w 1339273"/>
              <a:gd name="connsiteY10" fmla="*/ 554721 h 1275157"/>
              <a:gd name="connsiteX11" fmla="*/ 1080654 w 1339273"/>
              <a:gd name="connsiteY11" fmla="*/ 527012 h 1275157"/>
              <a:gd name="connsiteX12" fmla="*/ 1052945 w 1339273"/>
              <a:gd name="connsiteY12" fmla="*/ 508539 h 1275157"/>
              <a:gd name="connsiteX13" fmla="*/ 1006764 w 1339273"/>
              <a:gd name="connsiteY13" fmla="*/ 453121 h 1275157"/>
              <a:gd name="connsiteX14" fmla="*/ 960582 w 1339273"/>
              <a:gd name="connsiteY14" fmla="*/ 425412 h 1275157"/>
              <a:gd name="connsiteX15" fmla="*/ 923636 w 1339273"/>
              <a:gd name="connsiteY15" fmla="*/ 397703 h 1275157"/>
              <a:gd name="connsiteX16" fmla="*/ 914400 w 1339273"/>
              <a:gd name="connsiteY16" fmla="*/ 369993 h 1275157"/>
              <a:gd name="connsiteX17" fmla="*/ 886691 w 1339273"/>
              <a:gd name="connsiteY17" fmla="*/ 360757 h 1275157"/>
              <a:gd name="connsiteX18" fmla="*/ 858982 w 1339273"/>
              <a:gd name="connsiteY18" fmla="*/ 342284 h 1275157"/>
              <a:gd name="connsiteX19" fmla="*/ 822036 w 1339273"/>
              <a:gd name="connsiteY19" fmla="*/ 323812 h 1275157"/>
              <a:gd name="connsiteX20" fmla="*/ 775854 w 1339273"/>
              <a:gd name="connsiteY20" fmla="*/ 296103 h 1275157"/>
              <a:gd name="connsiteX21" fmla="*/ 729673 w 1339273"/>
              <a:gd name="connsiteY21" fmla="*/ 277630 h 1275157"/>
              <a:gd name="connsiteX22" fmla="*/ 665018 w 1339273"/>
              <a:gd name="connsiteY22" fmla="*/ 249921 h 1275157"/>
              <a:gd name="connsiteX23" fmla="*/ 591127 w 1339273"/>
              <a:gd name="connsiteY23" fmla="*/ 203739 h 1275157"/>
              <a:gd name="connsiteX24" fmla="*/ 508000 w 1339273"/>
              <a:gd name="connsiteY24" fmla="*/ 176030 h 1275157"/>
              <a:gd name="connsiteX25" fmla="*/ 406400 w 1339273"/>
              <a:gd name="connsiteY25" fmla="*/ 139084 h 1275157"/>
              <a:gd name="connsiteX26" fmla="*/ 323273 w 1339273"/>
              <a:gd name="connsiteY26" fmla="*/ 111375 h 1275157"/>
              <a:gd name="connsiteX27" fmla="*/ 258618 w 1339273"/>
              <a:gd name="connsiteY27" fmla="*/ 102139 h 1275157"/>
              <a:gd name="connsiteX28" fmla="*/ 166254 w 1339273"/>
              <a:gd name="connsiteY28" fmla="*/ 74430 h 1275157"/>
              <a:gd name="connsiteX29" fmla="*/ 138545 w 1339273"/>
              <a:gd name="connsiteY29" fmla="*/ 65193 h 1275157"/>
              <a:gd name="connsiteX30" fmla="*/ 83127 w 1339273"/>
              <a:gd name="connsiteY30" fmla="*/ 37484 h 1275157"/>
              <a:gd name="connsiteX31" fmla="*/ 64654 w 1339273"/>
              <a:gd name="connsiteY31" fmla="*/ 9775 h 1275157"/>
              <a:gd name="connsiteX32" fmla="*/ 0 w 1339273"/>
              <a:gd name="connsiteY32" fmla="*/ 539 h 1275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339273" h="1275157">
                <a:moveTo>
                  <a:pt x="1339273" y="1275157"/>
                </a:moveTo>
                <a:cubicBezTo>
                  <a:pt x="1337087" y="1246739"/>
                  <a:pt x="1332676" y="1143210"/>
                  <a:pt x="1320800" y="1099666"/>
                </a:cubicBezTo>
                <a:cubicBezTo>
                  <a:pt x="1316438" y="1083670"/>
                  <a:pt x="1308485" y="1068878"/>
                  <a:pt x="1302327" y="1053484"/>
                </a:cubicBezTo>
                <a:cubicBezTo>
                  <a:pt x="1299248" y="1013460"/>
                  <a:pt x="1297781" y="973279"/>
                  <a:pt x="1293091" y="933412"/>
                </a:cubicBezTo>
                <a:cubicBezTo>
                  <a:pt x="1288092" y="890921"/>
                  <a:pt x="1281312" y="899347"/>
                  <a:pt x="1265382" y="859521"/>
                </a:cubicBezTo>
                <a:cubicBezTo>
                  <a:pt x="1258150" y="841442"/>
                  <a:pt x="1254141" y="822182"/>
                  <a:pt x="1246909" y="804103"/>
                </a:cubicBezTo>
                <a:cubicBezTo>
                  <a:pt x="1240751" y="788709"/>
                  <a:pt x="1234258" y="773445"/>
                  <a:pt x="1228436" y="757921"/>
                </a:cubicBezTo>
                <a:cubicBezTo>
                  <a:pt x="1214641" y="721133"/>
                  <a:pt x="1219371" y="716614"/>
                  <a:pt x="1191491" y="674793"/>
                </a:cubicBezTo>
                <a:cubicBezTo>
                  <a:pt x="1184245" y="663925"/>
                  <a:pt x="1172283" y="657002"/>
                  <a:pt x="1163782" y="647084"/>
                </a:cubicBezTo>
                <a:cubicBezTo>
                  <a:pt x="1117956" y="593621"/>
                  <a:pt x="1157143" y="624186"/>
                  <a:pt x="1108364" y="591666"/>
                </a:cubicBezTo>
                <a:cubicBezTo>
                  <a:pt x="1102206" y="579351"/>
                  <a:pt x="1095315" y="567376"/>
                  <a:pt x="1089891" y="554721"/>
                </a:cubicBezTo>
                <a:cubicBezTo>
                  <a:pt x="1086056" y="545772"/>
                  <a:pt x="1086736" y="534615"/>
                  <a:pt x="1080654" y="527012"/>
                </a:cubicBezTo>
                <a:cubicBezTo>
                  <a:pt x="1073719" y="518344"/>
                  <a:pt x="1062181" y="514697"/>
                  <a:pt x="1052945" y="508539"/>
                </a:cubicBezTo>
                <a:cubicBezTo>
                  <a:pt x="1037300" y="485070"/>
                  <a:pt x="1030470" y="470901"/>
                  <a:pt x="1006764" y="453121"/>
                </a:cubicBezTo>
                <a:cubicBezTo>
                  <a:pt x="992402" y="442350"/>
                  <a:pt x="975519" y="435370"/>
                  <a:pt x="960582" y="425412"/>
                </a:cubicBezTo>
                <a:cubicBezTo>
                  <a:pt x="947773" y="416873"/>
                  <a:pt x="935951" y="406939"/>
                  <a:pt x="923636" y="397703"/>
                </a:cubicBezTo>
                <a:cubicBezTo>
                  <a:pt x="920557" y="388466"/>
                  <a:pt x="921284" y="376878"/>
                  <a:pt x="914400" y="369993"/>
                </a:cubicBezTo>
                <a:cubicBezTo>
                  <a:pt x="907516" y="363109"/>
                  <a:pt x="895399" y="365111"/>
                  <a:pt x="886691" y="360757"/>
                </a:cubicBezTo>
                <a:cubicBezTo>
                  <a:pt x="876762" y="355793"/>
                  <a:pt x="868620" y="347791"/>
                  <a:pt x="858982" y="342284"/>
                </a:cubicBezTo>
                <a:cubicBezTo>
                  <a:pt x="847027" y="335453"/>
                  <a:pt x="834072" y="330499"/>
                  <a:pt x="822036" y="323812"/>
                </a:cubicBezTo>
                <a:cubicBezTo>
                  <a:pt x="806343" y="315094"/>
                  <a:pt x="791911" y="304132"/>
                  <a:pt x="775854" y="296103"/>
                </a:cubicBezTo>
                <a:cubicBezTo>
                  <a:pt x="761025" y="288688"/>
                  <a:pt x="744502" y="285045"/>
                  <a:pt x="729673" y="277630"/>
                </a:cubicBezTo>
                <a:cubicBezTo>
                  <a:pt x="665891" y="245738"/>
                  <a:pt x="741907" y="269142"/>
                  <a:pt x="665018" y="249921"/>
                </a:cubicBezTo>
                <a:cubicBezTo>
                  <a:pt x="628648" y="213551"/>
                  <a:pt x="645549" y="223176"/>
                  <a:pt x="591127" y="203739"/>
                </a:cubicBezTo>
                <a:cubicBezTo>
                  <a:pt x="563621" y="193915"/>
                  <a:pt x="508000" y="176030"/>
                  <a:pt x="508000" y="176030"/>
                </a:cubicBezTo>
                <a:cubicBezTo>
                  <a:pt x="456147" y="124177"/>
                  <a:pt x="505779" y="162468"/>
                  <a:pt x="406400" y="139084"/>
                </a:cubicBezTo>
                <a:cubicBezTo>
                  <a:pt x="377969" y="132394"/>
                  <a:pt x="352187" y="115505"/>
                  <a:pt x="323273" y="111375"/>
                </a:cubicBezTo>
                <a:cubicBezTo>
                  <a:pt x="301721" y="108296"/>
                  <a:pt x="280037" y="106033"/>
                  <a:pt x="258618" y="102139"/>
                </a:cubicBezTo>
                <a:cubicBezTo>
                  <a:pt x="227908" y="96556"/>
                  <a:pt x="195173" y="84070"/>
                  <a:pt x="166254" y="74430"/>
                </a:cubicBezTo>
                <a:cubicBezTo>
                  <a:pt x="157018" y="71351"/>
                  <a:pt x="146646" y="70593"/>
                  <a:pt x="138545" y="65193"/>
                </a:cubicBezTo>
                <a:cubicBezTo>
                  <a:pt x="102735" y="41321"/>
                  <a:pt x="121367" y="50232"/>
                  <a:pt x="83127" y="37484"/>
                </a:cubicBezTo>
                <a:cubicBezTo>
                  <a:pt x="76969" y="28248"/>
                  <a:pt x="73322" y="16710"/>
                  <a:pt x="64654" y="9775"/>
                </a:cubicBezTo>
                <a:cubicBezTo>
                  <a:pt x="48241" y="-3355"/>
                  <a:pt x="17615" y="539"/>
                  <a:pt x="0" y="539"/>
                </a:cubicBezTo>
              </a:path>
            </a:pathLst>
          </a:custGeom>
          <a:noFill/>
          <a:ln>
            <a:solidFill>
              <a:srgbClr val="00B050"/>
            </a:soli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64973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53" y="126208"/>
            <a:ext cx="8077200" cy="723900"/>
          </a:xfrm>
        </p:spPr>
        <p:txBody>
          <a:bodyPr/>
          <a:lstStyle/>
          <a:p>
            <a:pPr algn="l"/>
            <a:r>
              <a:rPr lang="en-NZ" dirty="0"/>
              <a:t>A loop involving 3 nodes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2F0810-A290-404C-AD50-B7D908288FB7}" type="slidenum">
              <a:rPr lang="en-US" altLang="en-US" smtClean="0"/>
              <a:pPr/>
              <a:t>72</a:t>
            </a:fld>
            <a:endParaRPr lang="en-US" altLang="en-US"/>
          </a:p>
        </p:txBody>
      </p:sp>
      <p:sp>
        <p:nvSpPr>
          <p:cNvPr id="5" name="Freeform 5"/>
          <p:cNvSpPr>
            <a:spLocks/>
          </p:cNvSpPr>
          <p:nvPr/>
        </p:nvSpPr>
        <p:spPr bwMode="auto">
          <a:xfrm>
            <a:off x="5382421" y="770733"/>
            <a:ext cx="2820988" cy="1566863"/>
          </a:xfrm>
          <a:custGeom>
            <a:avLst/>
            <a:gdLst>
              <a:gd name="T0" fmla="*/ 113 w 1376"/>
              <a:gd name="T1" fmla="*/ 348 h 764"/>
              <a:gd name="T2" fmla="*/ 395 w 1376"/>
              <a:gd name="T3" fmla="*/ 162 h 764"/>
              <a:gd name="T4" fmla="*/ 710 w 1376"/>
              <a:gd name="T5" fmla="*/ 9 h 764"/>
              <a:gd name="T6" fmla="*/ 1160 w 1376"/>
              <a:gd name="T7" fmla="*/ 219 h 764"/>
              <a:gd name="T8" fmla="*/ 1367 w 1376"/>
              <a:gd name="T9" fmla="*/ 510 h 764"/>
              <a:gd name="T10" fmla="*/ 1103 w 1376"/>
              <a:gd name="T11" fmla="*/ 726 h 764"/>
              <a:gd name="T12" fmla="*/ 578 w 1376"/>
              <a:gd name="T13" fmla="*/ 738 h 764"/>
              <a:gd name="T14" fmla="*/ 77 w 1376"/>
              <a:gd name="T15" fmla="*/ 630 h 764"/>
              <a:gd name="T16" fmla="*/ 113 w 1376"/>
              <a:gd name="T17" fmla="*/ 348 h 7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76" h="764">
                <a:moveTo>
                  <a:pt x="113" y="348"/>
                </a:moveTo>
                <a:cubicBezTo>
                  <a:pt x="166" y="270"/>
                  <a:pt x="296" y="218"/>
                  <a:pt x="395" y="162"/>
                </a:cubicBezTo>
                <a:cubicBezTo>
                  <a:pt x="494" y="106"/>
                  <a:pt x="583" y="0"/>
                  <a:pt x="710" y="9"/>
                </a:cubicBezTo>
                <a:cubicBezTo>
                  <a:pt x="837" y="18"/>
                  <a:pt x="1051" y="136"/>
                  <a:pt x="1160" y="219"/>
                </a:cubicBezTo>
                <a:cubicBezTo>
                  <a:pt x="1269" y="302"/>
                  <a:pt x="1376" y="426"/>
                  <a:pt x="1367" y="510"/>
                </a:cubicBezTo>
                <a:cubicBezTo>
                  <a:pt x="1358" y="594"/>
                  <a:pt x="1234" y="688"/>
                  <a:pt x="1103" y="726"/>
                </a:cubicBezTo>
                <a:cubicBezTo>
                  <a:pt x="972" y="764"/>
                  <a:pt x="749" y="754"/>
                  <a:pt x="578" y="738"/>
                </a:cubicBezTo>
                <a:cubicBezTo>
                  <a:pt x="407" y="722"/>
                  <a:pt x="154" y="695"/>
                  <a:pt x="77" y="630"/>
                </a:cubicBezTo>
                <a:cubicBezTo>
                  <a:pt x="0" y="565"/>
                  <a:pt x="60" y="426"/>
                  <a:pt x="113" y="348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5978528" y="1567658"/>
            <a:ext cx="352425" cy="285750"/>
          </a:xfrm>
          <a:custGeom>
            <a:avLst/>
            <a:gdLst>
              <a:gd name="T0" fmla="*/ 0 w 222"/>
              <a:gd name="T1" fmla="*/ 180 h 180"/>
              <a:gd name="T2" fmla="*/ 222 w 222"/>
              <a:gd name="T3" fmla="*/ 0 h 1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80">
                <a:moveTo>
                  <a:pt x="0" y="180"/>
                </a:moveTo>
                <a:lnTo>
                  <a:pt x="22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7" name="Oval 7"/>
          <p:cNvSpPr>
            <a:spLocks noChangeArrowheads="1"/>
          </p:cNvSpPr>
          <p:nvPr/>
        </p:nvSpPr>
        <p:spPr bwMode="auto">
          <a:xfrm>
            <a:off x="5565778" y="1942308"/>
            <a:ext cx="496888" cy="128588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5565778" y="1931195"/>
            <a:ext cx="1588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6062665" y="1931195"/>
            <a:ext cx="1588" cy="79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5565778" y="1931195"/>
            <a:ext cx="492125" cy="7778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Oval 11"/>
          <p:cNvSpPr>
            <a:spLocks noChangeArrowheads="1"/>
          </p:cNvSpPr>
          <p:nvPr/>
        </p:nvSpPr>
        <p:spPr bwMode="auto">
          <a:xfrm>
            <a:off x="5561015" y="1837533"/>
            <a:ext cx="496888" cy="150813"/>
          </a:xfrm>
          <a:prstGeom prst="ellipse">
            <a:avLst/>
          </a:prstGeom>
          <a:solidFill>
            <a:schemeClr val="hlink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12" name="Freeform 12"/>
          <p:cNvSpPr>
            <a:spLocks/>
          </p:cNvSpPr>
          <p:nvPr/>
        </p:nvSpPr>
        <p:spPr bwMode="auto">
          <a:xfrm>
            <a:off x="6621465" y="1567658"/>
            <a:ext cx="342900" cy="300038"/>
          </a:xfrm>
          <a:custGeom>
            <a:avLst/>
            <a:gdLst>
              <a:gd name="T0" fmla="*/ 0 w 216"/>
              <a:gd name="T1" fmla="*/ 0 h 189"/>
              <a:gd name="T2" fmla="*/ 216 w 216"/>
              <a:gd name="T3" fmla="*/ 189 h 18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16" h="189">
                <a:moveTo>
                  <a:pt x="0" y="0"/>
                </a:moveTo>
                <a:lnTo>
                  <a:pt x="216" y="189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13" name="Freeform 13"/>
          <p:cNvSpPr>
            <a:spLocks/>
          </p:cNvSpPr>
          <p:nvPr/>
        </p:nvSpPr>
        <p:spPr bwMode="auto">
          <a:xfrm>
            <a:off x="6069015" y="1986758"/>
            <a:ext cx="857250" cy="4763"/>
          </a:xfrm>
          <a:custGeom>
            <a:avLst/>
            <a:gdLst>
              <a:gd name="T0" fmla="*/ 540 w 540"/>
              <a:gd name="T1" fmla="*/ 3 h 3"/>
              <a:gd name="T2" fmla="*/ 0 w 540"/>
              <a:gd name="T3" fmla="*/ 0 h 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40" h="3">
                <a:moveTo>
                  <a:pt x="540" y="3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grpSp>
        <p:nvGrpSpPr>
          <p:cNvPr id="14" name="Group 14"/>
          <p:cNvGrpSpPr>
            <a:grpSpLocks/>
          </p:cNvGrpSpPr>
          <p:nvPr/>
        </p:nvGrpSpPr>
        <p:grpSpPr bwMode="auto">
          <a:xfrm>
            <a:off x="5638803" y="1761333"/>
            <a:ext cx="333375" cy="396875"/>
            <a:chOff x="2951" y="2429"/>
            <a:chExt cx="213" cy="250"/>
          </a:xfrm>
        </p:grpSpPr>
        <p:sp>
          <p:nvSpPr>
            <p:cNvPr id="38" name="Rectangle 15"/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9" name="Text Box 16"/>
            <p:cNvSpPr txBox="1">
              <a:spLocks noChangeArrowheads="1"/>
            </p:cNvSpPr>
            <p:nvPr/>
          </p:nvSpPr>
          <p:spPr bwMode="auto">
            <a:xfrm>
              <a:off x="2951" y="2429"/>
              <a:ext cx="21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2000"/>
                <a:t>x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" name="Group 17"/>
          <p:cNvGrpSpPr>
            <a:grpSpLocks/>
          </p:cNvGrpSpPr>
          <p:nvPr/>
        </p:nvGrpSpPr>
        <p:grpSpPr bwMode="auto">
          <a:xfrm>
            <a:off x="6902453" y="1780383"/>
            <a:ext cx="501650" cy="396875"/>
            <a:chOff x="1740" y="2306"/>
            <a:chExt cx="316" cy="250"/>
          </a:xfrm>
        </p:grpSpPr>
        <p:sp>
          <p:nvSpPr>
            <p:cNvPr id="30" name="Oval 18"/>
            <p:cNvSpPr>
              <a:spLocks noChangeArrowheads="1"/>
            </p:cNvSpPr>
            <p:nvPr/>
          </p:nvSpPr>
          <p:spPr bwMode="auto">
            <a:xfrm>
              <a:off x="1743" y="242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1" name="Line 19"/>
            <p:cNvSpPr>
              <a:spLocks noChangeShapeType="1"/>
            </p:cNvSpPr>
            <p:nvPr/>
          </p:nvSpPr>
          <p:spPr bwMode="auto">
            <a:xfrm>
              <a:off x="1743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2" name="Line 20"/>
            <p:cNvSpPr>
              <a:spLocks noChangeShapeType="1"/>
            </p:cNvSpPr>
            <p:nvPr/>
          </p:nvSpPr>
          <p:spPr bwMode="auto">
            <a:xfrm>
              <a:off x="2056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33" name="Rectangle 21"/>
            <p:cNvSpPr>
              <a:spLocks noChangeArrowheads="1"/>
            </p:cNvSpPr>
            <p:nvPr/>
          </p:nvSpPr>
          <p:spPr bwMode="auto">
            <a:xfrm>
              <a:off x="1743" y="241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4" name="Oval 22"/>
            <p:cNvSpPr>
              <a:spLocks noChangeArrowheads="1"/>
            </p:cNvSpPr>
            <p:nvPr/>
          </p:nvSpPr>
          <p:spPr bwMode="auto">
            <a:xfrm>
              <a:off x="1740" y="235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35" name="Group 23"/>
            <p:cNvGrpSpPr>
              <a:grpSpLocks/>
            </p:cNvGrpSpPr>
            <p:nvPr/>
          </p:nvGrpSpPr>
          <p:grpSpPr bwMode="auto">
            <a:xfrm>
              <a:off x="1800" y="2306"/>
              <a:ext cx="202" cy="250"/>
              <a:chOff x="2955" y="2429"/>
              <a:chExt cx="205" cy="250"/>
            </a:xfrm>
          </p:grpSpPr>
          <p:sp>
            <p:nvSpPr>
              <p:cNvPr id="36" name="Rectangle 2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37" name="Text Box 25"/>
              <p:cNvSpPr txBox="1">
                <a:spLocks noChangeArrowheads="1"/>
              </p:cNvSpPr>
              <p:nvPr/>
            </p:nvSpPr>
            <p:spPr bwMode="auto">
              <a:xfrm>
                <a:off x="2955" y="2429"/>
                <a:ext cx="205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z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6" name="Text Box 26"/>
          <p:cNvSpPr txBox="1">
            <a:spLocks noChangeArrowheads="1"/>
          </p:cNvSpPr>
          <p:nvPr/>
        </p:nvSpPr>
        <p:spPr bwMode="auto">
          <a:xfrm>
            <a:off x="6735681" y="1447008"/>
            <a:ext cx="3129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dirty="0"/>
              <a:t>3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7" name="Text Box 27"/>
          <p:cNvSpPr txBox="1">
            <a:spLocks noChangeArrowheads="1"/>
          </p:cNvSpPr>
          <p:nvPr/>
        </p:nvSpPr>
        <p:spPr bwMode="auto">
          <a:xfrm>
            <a:off x="5892803" y="1442245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/>
              <a:t>4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8" name="Text Box 28"/>
          <p:cNvSpPr txBox="1">
            <a:spLocks noChangeArrowheads="1"/>
          </p:cNvSpPr>
          <p:nvPr/>
        </p:nvSpPr>
        <p:spPr bwMode="auto">
          <a:xfrm>
            <a:off x="6275390" y="1970883"/>
            <a:ext cx="463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/>
              <a:t>50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19" name="Group 29"/>
          <p:cNvGrpSpPr>
            <a:grpSpLocks/>
          </p:cNvGrpSpPr>
          <p:nvPr/>
        </p:nvGrpSpPr>
        <p:grpSpPr bwMode="auto">
          <a:xfrm>
            <a:off x="6235703" y="1266033"/>
            <a:ext cx="501650" cy="396875"/>
            <a:chOff x="1740" y="2306"/>
            <a:chExt cx="316" cy="250"/>
          </a:xfrm>
        </p:grpSpPr>
        <p:sp>
          <p:nvSpPr>
            <p:cNvPr id="22" name="Oval 30"/>
            <p:cNvSpPr>
              <a:spLocks noChangeArrowheads="1"/>
            </p:cNvSpPr>
            <p:nvPr/>
          </p:nvSpPr>
          <p:spPr bwMode="auto">
            <a:xfrm>
              <a:off x="1743" y="242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3" name="Line 31"/>
            <p:cNvSpPr>
              <a:spLocks noChangeShapeType="1"/>
            </p:cNvSpPr>
            <p:nvPr/>
          </p:nvSpPr>
          <p:spPr bwMode="auto">
            <a:xfrm>
              <a:off x="1743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4" name="Line 32"/>
            <p:cNvSpPr>
              <a:spLocks noChangeShapeType="1"/>
            </p:cNvSpPr>
            <p:nvPr/>
          </p:nvSpPr>
          <p:spPr bwMode="auto">
            <a:xfrm>
              <a:off x="2056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25" name="Rectangle 33"/>
            <p:cNvSpPr>
              <a:spLocks noChangeArrowheads="1"/>
            </p:cNvSpPr>
            <p:nvPr/>
          </p:nvSpPr>
          <p:spPr bwMode="auto">
            <a:xfrm>
              <a:off x="1743" y="241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6" name="Oval 34"/>
            <p:cNvSpPr>
              <a:spLocks noChangeArrowheads="1"/>
            </p:cNvSpPr>
            <p:nvPr/>
          </p:nvSpPr>
          <p:spPr bwMode="auto">
            <a:xfrm>
              <a:off x="1740" y="235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27" name="Group 35"/>
            <p:cNvGrpSpPr>
              <a:grpSpLocks/>
            </p:cNvGrpSpPr>
            <p:nvPr/>
          </p:nvGrpSpPr>
          <p:grpSpPr bwMode="auto">
            <a:xfrm>
              <a:off x="1802" y="2306"/>
              <a:ext cx="199" cy="250"/>
              <a:chOff x="2957" y="2429"/>
              <a:chExt cx="202" cy="250"/>
            </a:xfrm>
          </p:grpSpPr>
          <p:sp>
            <p:nvSpPr>
              <p:cNvPr id="28" name="Rectangle 36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29" name="Text Box 37"/>
              <p:cNvSpPr txBox="1">
                <a:spLocks noChangeArrowheads="1"/>
              </p:cNvSpPr>
              <p:nvPr/>
            </p:nvSpPr>
            <p:spPr bwMode="auto">
              <a:xfrm>
                <a:off x="2957" y="2429"/>
                <a:ext cx="20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/>
                  <a:t>y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0" name="Text Box 38"/>
          <p:cNvSpPr txBox="1">
            <a:spLocks noChangeArrowheads="1"/>
          </p:cNvSpPr>
          <p:nvPr/>
        </p:nvSpPr>
        <p:spPr bwMode="auto">
          <a:xfrm>
            <a:off x="5661028" y="1046958"/>
            <a:ext cx="463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FF0000"/>
                </a:solidFill>
              </a:rPr>
              <a:t>60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1" name="Line 39"/>
          <p:cNvSpPr>
            <a:spLocks noChangeShapeType="1"/>
          </p:cNvSpPr>
          <p:nvPr/>
        </p:nvSpPr>
        <p:spPr bwMode="auto">
          <a:xfrm flipH="1" flipV="1">
            <a:off x="5921378" y="1358108"/>
            <a:ext cx="209550" cy="3619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grpSp>
        <p:nvGrpSpPr>
          <p:cNvPr id="40" name="Group 17"/>
          <p:cNvGrpSpPr>
            <a:grpSpLocks/>
          </p:cNvGrpSpPr>
          <p:nvPr/>
        </p:nvGrpSpPr>
        <p:grpSpPr bwMode="auto">
          <a:xfrm>
            <a:off x="7318378" y="1188600"/>
            <a:ext cx="501650" cy="400050"/>
            <a:chOff x="1740" y="2306"/>
            <a:chExt cx="316" cy="252"/>
          </a:xfrm>
        </p:grpSpPr>
        <p:sp>
          <p:nvSpPr>
            <p:cNvPr id="41" name="Oval 18"/>
            <p:cNvSpPr>
              <a:spLocks noChangeArrowheads="1"/>
            </p:cNvSpPr>
            <p:nvPr/>
          </p:nvSpPr>
          <p:spPr bwMode="auto">
            <a:xfrm>
              <a:off x="1743" y="2420"/>
              <a:ext cx="313" cy="81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2" name="Line 19"/>
            <p:cNvSpPr>
              <a:spLocks noChangeShapeType="1"/>
            </p:cNvSpPr>
            <p:nvPr/>
          </p:nvSpPr>
          <p:spPr bwMode="auto">
            <a:xfrm>
              <a:off x="1743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3" name="Line 20"/>
            <p:cNvSpPr>
              <a:spLocks noChangeShapeType="1"/>
            </p:cNvSpPr>
            <p:nvPr/>
          </p:nvSpPr>
          <p:spPr bwMode="auto">
            <a:xfrm>
              <a:off x="2056" y="2413"/>
              <a:ext cx="0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44" name="Rectangle 21"/>
            <p:cNvSpPr>
              <a:spLocks noChangeArrowheads="1"/>
            </p:cNvSpPr>
            <p:nvPr/>
          </p:nvSpPr>
          <p:spPr bwMode="auto">
            <a:xfrm>
              <a:off x="1743" y="2413"/>
              <a:ext cx="310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5" name="Oval 22"/>
            <p:cNvSpPr>
              <a:spLocks noChangeArrowheads="1"/>
            </p:cNvSpPr>
            <p:nvPr/>
          </p:nvSpPr>
          <p:spPr bwMode="auto">
            <a:xfrm>
              <a:off x="1740" y="2354"/>
              <a:ext cx="313" cy="95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grpSp>
          <p:nvGrpSpPr>
            <p:cNvPr id="46" name="Group 23"/>
            <p:cNvGrpSpPr>
              <a:grpSpLocks/>
            </p:cNvGrpSpPr>
            <p:nvPr/>
          </p:nvGrpSpPr>
          <p:grpSpPr bwMode="auto">
            <a:xfrm>
              <a:off x="1790" y="2306"/>
              <a:ext cx="234" cy="252"/>
              <a:chOff x="2939" y="2429"/>
              <a:chExt cx="237" cy="252"/>
            </a:xfrm>
          </p:grpSpPr>
          <p:sp>
            <p:nvSpPr>
              <p:cNvPr id="47" name="Rectangle 24"/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Z"/>
              </a:p>
            </p:txBody>
          </p:sp>
          <p:sp>
            <p:nvSpPr>
              <p:cNvPr id="48" name="Text Box 25"/>
              <p:cNvSpPr txBox="1">
                <a:spLocks noChangeArrowheads="1"/>
              </p:cNvSpPr>
              <p:nvPr/>
            </p:nvSpPr>
            <p:spPr bwMode="auto">
              <a:xfrm>
                <a:off x="2939" y="2429"/>
                <a:ext cx="23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en-US" sz="2000" dirty="0"/>
                  <a:t>w</a:t>
                </a:r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49" name="Freeform 6"/>
          <p:cNvSpPr>
            <a:spLocks/>
          </p:cNvSpPr>
          <p:nvPr/>
        </p:nvSpPr>
        <p:spPr bwMode="auto">
          <a:xfrm>
            <a:off x="6748466" y="1405435"/>
            <a:ext cx="565150" cy="62565"/>
          </a:xfrm>
          <a:custGeom>
            <a:avLst/>
            <a:gdLst>
              <a:gd name="T0" fmla="*/ 0 w 222"/>
              <a:gd name="T1" fmla="*/ 180 h 180"/>
              <a:gd name="T2" fmla="*/ 222 w 222"/>
              <a:gd name="T3" fmla="*/ 0 h 1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80">
                <a:moveTo>
                  <a:pt x="0" y="180"/>
                </a:moveTo>
                <a:lnTo>
                  <a:pt x="22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0" name="Freeform 6"/>
          <p:cNvSpPr>
            <a:spLocks/>
          </p:cNvSpPr>
          <p:nvPr/>
        </p:nvSpPr>
        <p:spPr bwMode="auto">
          <a:xfrm flipH="1" flipV="1">
            <a:off x="7360613" y="1506099"/>
            <a:ext cx="216527" cy="383821"/>
          </a:xfrm>
          <a:custGeom>
            <a:avLst/>
            <a:gdLst>
              <a:gd name="T0" fmla="*/ 0 w 222"/>
              <a:gd name="T1" fmla="*/ 180 h 180"/>
              <a:gd name="T2" fmla="*/ 222 w 222"/>
              <a:gd name="T3" fmla="*/ 0 h 1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80">
                <a:moveTo>
                  <a:pt x="0" y="180"/>
                </a:moveTo>
                <a:lnTo>
                  <a:pt x="222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51" name="Text Box 26"/>
          <p:cNvSpPr txBox="1">
            <a:spLocks noChangeArrowheads="1"/>
          </p:cNvSpPr>
          <p:nvPr/>
        </p:nvSpPr>
        <p:spPr bwMode="auto">
          <a:xfrm>
            <a:off x="7432679" y="1517155"/>
            <a:ext cx="3129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dirty="0"/>
              <a:t>1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2" name="Text Box 26"/>
          <p:cNvSpPr txBox="1">
            <a:spLocks noChangeArrowheads="1"/>
          </p:cNvSpPr>
          <p:nvPr/>
        </p:nvSpPr>
        <p:spPr bwMode="auto">
          <a:xfrm>
            <a:off x="6855618" y="1045668"/>
            <a:ext cx="3129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dirty="0"/>
              <a:t>1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3" name="Rectangle 3"/>
          <p:cNvSpPr txBox="1">
            <a:spLocks noChangeArrowheads="1"/>
          </p:cNvSpPr>
          <p:nvPr/>
        </p:nvSpPr>
        <p:spPr>
          <a:xfrm>
            <a:off x="304800" y="1003316"/>
            <a:ext cx="7772400" cy="554988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B050"/>
              </a:buClr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o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buFont typeface="ZapfDingbats" pitchFamily="82" charset="2"/>
              <a:buNone/>
            </a:pPr>
            <a:r>
              <a:rPr lang="en-US" altLang="en-US" sz="1800" kern="0" dirty="0"/>
              <a:t>Consider </a:t>
            </a:r>
            <a:r>
              <a:rPr lang="en-US" altLang="en-US" sz="1800" kern="0" dirty="0" err="1"/>
              <a:t>y,z,w</a:t>
            </a:r>
            <a:r>
              <a:rPr lang="en-US" altLang="en-US" sz="1800" kern="0" dirty="0"/>
              <a:t> distance table entries to </a:t>
            </a:r>
          </a:p>
          <a:p>
            <a:pPr>
              <a:buFont typeface="ZapfDingbats" pitchFamily="82" charset="2"/>
              <a:buNone/>
            </a:pPr>
            <a:r>
              <a:rPr lang="en-US" altLang="en-US" sz="1800" kern="0" dirty="0"/>
              <a:t>x only. Using poisoned reverse, </a:t>
            </a:r>
          </a:p>
          <a:p>
            <a:pPr>
              <a:buFont typeface="ZapfDingbats" pitchFamily="82" charset="2"/>
              <a:buNone/>
            </a:pPr>
            <a:r>
              <a:rPr lang="en-US" altLang="en-US" sz="1800" dirty="0"/>
              <a:t>z </a:t>
            </a:r>
            <a:r>
              <a:rPr lang="en-US" altLang="en-US" sz="1800" dirty="0">
                <a:sym typeface="Wingdings" panose="05000000000000000000" pitchFamily="2" charset="2"/>
              </a:rPr>
              <a:t> w,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z</a:t>
            </a:r>
            <a:r>
              <a:rPr lang="en-US" altLang="en-US" sz="1800" dirty="0"/>
              <a:t>(x) = </a:t>
            </a:r>
            <a:r>
              <a:rPr lang="en-US" altLang="en-US" sz="1800" b="1" i="1" dirty="0">
                <a:solidFill>
                  <a:srgbClr val="FF0000"/>
                </a:solidFill>
              </a:rPr>
              <a:t>∞</a:t>
            </a:r>
            <a:r>
              <a:rPr lang="en-US" altLang="en-US" sz="1800" dirty="0"/>
              <a:t>; z </a:t>
            </a:r>
            <a:r>
              <a:rPr lang="en-US" altLang="en-US" sz="1800" dirty="0">
                <a:sym typeface="Wingdings" panose="05000000000000000000" pitchFamily="2" charset="2"/>
              </a:rPr>
              <a:t> y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z</a:t>
            </a:r>
            <a:r>
              <a:rPr lang="en-US" altLang="en-US" sz="1800" dirty="0"/>
              <a:t>(x) = 6 (not lying);</a:t>
            </a:r>
          </a:p>
          <a:p>
            <a:pPr>
              <a:buNone/>
            </a:pPr>
            <a:r>
              <a:rPr lang="en-US" altLang="en-US" sz="1800" kern="0" dirty="0"/>
              <a:t>w </a:t>
            </a:r>
            <a:r>
              <a:rPr lang="en-US" altLang="en-US" sz="1800" kern="0" dirty="0">
                <a:sym typeface="Wingdings" panose="05000000000000000000" pitchFamily="2" charset="2"/>
              </a:rPr>
              <a:t> y,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w</a:t>
            </a:r>
            <a:r>
              <a:rPr lang="en-US" altLang="en-US" sz="1800" dirty="0"/>
              <a:t>(x) = </a:t>
            </a:r>
            <a:r>
              <a:rPr lang="en-US" altLang="en-US" sz="1800" b="1" i="1" dirty="0">
                <a:solidFill>
                  <a:srgbClr val="FF0000"/>
                </a:solidFill>
              </a:rPr>
              <a:t>∞</a:t>
            </a:r>
            <a:r>
              <a:rPr lang="en-US" altLang="en-US" sz="1800" dirty="0"/>
              <a:t>; w </a:t>
            </a:r>
            <a:r>
              <a:rPr lang="en-US" altLang="en-US" sz="1800" dirty="0">
                <a:sym typeface="Wingdings" panose="05000000000000000000" pitchFamily="2" charset="2"/>
              </a:rPr>
              <a:t> z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w</a:t>
            </a:r>
            <a:r>
              <a:rPr lang="en-US" altLang="en-US" sz="1800" dirty="0"/>
              <a:t>(x) = 5 (not lying);</a:t>
            </a:r>
          </a:p>
          <a:p>
            <a:pPr>
              <a:buNone/>
            </a:pPr>
            <a:r>
              <a:rPr lang="en-US" altLang="en-US" sz="1800" kern="0" dirty="0"/>
              <a:t>y </a:t>
            </a:r>
            <a:r>
              <a:rPr lang="en-US" altLang="en-US" sz="1800" kern="0" dirty="0">
                <a:sym typeface="Wingdings" panose="05000000000000000000" pitchFamily="2" charset="2"/>
              </a:rPr>
              <a:t> w,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y</a:t>
            </a:r>
            <a:r>
              <a:rPr lang="en-US" altLang="en-US" sz="1800" dirty="0"/>
              <a:t>(x) = 4 (not lying); y </a:t>
            </a:r>
            <a:r>
              <a:rPr lang="en-US" altLang="en-US" sz="1800" dirty="0">
                <a:sym typeface="Wingdings" panose="05000000000000000000" pitchFamily="2" charset="2"/>
              </a:rPr>
              <a:t> z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y</a:t>
            </a:r>
            <a:r>
              <a:rPr lang="en-US" altLang="en-US" sz="1800" dirty="0"/>
              <a:t>(x) = 4 (not lying);</a:t>
            </a:r>
          </a:p>
          <a:p>
            <a:pPr>
              <a:buNone/>
            </a:pPr>
            <a:r>
              <a:rPr lang="en-US" altLang="en-US" sz="1800" dirty="0"/>
              <a:t>Then there is link-cost change (4</a:t>
            </a:r>
            <a:r>
              <a:rPr lang="en-US" altLang="en-US" sz="1800" dirty="0">
                <a:sym typeface="Wingdings" panose="05000000000000000000" pitchFamily="2" charset="2"/>
              </a:rPr>
              <a:t>60);</a:t>
            </a:r>
          </a:p>
          <a:p>
            <a:pPr>
              <a:buNone/>
            </a:pPr>
            <a:r>
              <a:rPr lang="en-US" altLang="en-US" sz="1800" dirty="0"/>
              <a:t>At t1, y updates its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y</a:t>
            </a:r>
            <a:r>
              <a:rPr lang="en-US" altLang="en-US" sz="1800" dirty="0"/>
              <a:t>(x) = 9 (via z, z did not lie:); </a:t>
            </a:r>
          </a:p>
          <a:p>
            <a:pPr>
              <a:buNone/>
            </a:pPr>
            <a:r>
              <a:rPr lang="en-US" altLang="en-US" sz="1800" kern="0" dirty="0"/>
              <a:t>          Now y notifies w and z; y </a:t>
            </a:r>
            <a:r>
              <a:rPr lang="en-US" altLang="en-US" sz="1800" kern="0" dirty="0">
                <a:sym typeface="Wingdings" panose="05000000000000000000" pitchFamily="2" charset="2"/>
              </a:rPr>
              <a:t> w,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y</a:t>
            </a:r>
            <a:r>
              <a:rPr lang="en-US" altLang="en-US" sz="1800" dirty="0"/>
              <a:t>(x) = 9; y </a:t>
            </a:r>
            <a:r>
              <a:rPr lang="en-US" altLang="en-US" sz="1800" dirty="0">
                <a:sym typeface="Wingdings" panose="05000000000000000000" pitchFamily="2" charset="2"/>
              </a:rPr>
              <a:t> z </a:t>
            </a:r>
            <a:r>
              <a:rPr lang="en-US" altLang="en-US" sz="1800" dirty="0" err="1"/>
              <a:t>D</a:t>
            </a:r>
            <a:r>
              <a:rPr lang="en-US" altLang="en-US" sz="1800" baseline="-25000" dirty="0" err="1"/>
              <a:t>y</a:t>
            </a:r>
            <a:r>
              <a:rPr lang="en-US" altLang="en-US" sz="1800" dirty="0"/>
              <a:t>(x) = </a:t>
            </a:r>
            <a:r>
              <a:rPr lang="en-US" altLang="en-US" sz="1800" b="1" i="1" dirty="0">
                <a:solidFill>
                  <a:srgbClr val="FF0000"/>
                </a:solidFill>
              </a:rPr>
              <a:t>∞</a:t>
            </a:r>
            <a:r>
              <a:rPr lang="en-US" altLang="en-US" sz="1800" dirty="0"/>
              <a:t>;</a:t>
            </a:r>
          </a:p>
          <a:p>
            <a:pPr>
              <a:buNone/>
            </a:pPr>
            <a:r>
              <a:rPr lang="en-US" altLang="en-US" sz="1800" dirty="0"/>
              <a:t>	</a:t>
            </a:r>
            <a:r>
              <a:rPr lang="en-US" altLang="en-US" sz="1200" dirty="0" err="1"/>
              <a:t>D</a:t>
            </a:r>
            <a:r>
              <a:rPr lang="en-US" altLang="en-US" sz="1200" baseline="-25000" dirty="0" err="1"/>
              <a:t>y</a:t>
            </a:r>
            <a:r>
              <a:rPr lang="en-US" altLang="en-US" sz="1200" dirty="0"/>
              <a:t>(x) = min{c(</a:t>
            </a:r>
            <a:r>
              <a:rPr lang="en-US" altLang="en-US" sz="1200" dirty="0" err="1"/>
              <a:t>y,z</a:t>
            </a:r>
            <a:r>
              <a:rPr lang="en-US" altLang="en-US" sz="1200" dirty="0"/>
              <a:t>)+</a:t>
            </a:r>
            <a:r>
              <a:rPr lang="en-US" altLang="en-US" sz="1200" dirty="0" err="1"/>
              <a:t>D</a:t>
            </a:r>
            <a:r>
              <a:rPr lang="en-US" altLang="en-US" sz="1200" baseline="-25000" dirty="0" err="1"/>
              <a:t>z</a:t>
            </a:r>
            <a:r>
              <a:rPr lang="en-US" altLang="en-US" sz="1200" dirty="0"/>
              <a:t>(x), c(</a:t>
            </a:r>
            <a:r>
              <a:rPr lang="en-US" altLang="en-US" sz="1200" dirty="0" err="1"/>
              <a:t>y,w</a:t>
            </a:r>
            <a:r>
              <a:rPr lang="en-US" altLang="en-US" sz="1200" dirty="0"/>
              <a:t>) + </a:t>
            </a:r>
            <a:r>
              <a:rPr lang="en-US" altLang="en-US" sz="1200" dirty="0" err="1"/>
              <a:t>D</a:t>
            </a:r>
            <a:r>
              <a:rPr lang="en-US" altLang="en-US" sz="1200" baseline="-25000" dirty="0" err="1"/>
              <a:t>w</a:t>
            </a:r>
            <a:r>
              <a:rPr lang="en-US" altLang="en-US" sz="1200" dirty="0"/>
              <a:t>(x), c(</a:t>
            </a:r>
            <a:r>
              <a:rPr lang="en-US" altLang="en-US" sz="1200" dirty="0" err="1"/>
              <a:t>y,x</a:t>
            </a:r>
            <a:r>
              <a:rPr lang="en-US" altLang="en-US" sz="1200" dirty="0"/>
              <a:t>) + </a:t>
            </a:r>
            <a:r>
              <a:rPr lang="en-US" altLang="en-US" sz="1200" dirty="0" err="1"/>
              <a:t>D</a:t>
            </a:r>
            <a:r>
              <a:rPr lang="en-US" altLang="en-US" sz="1200" baseline="-25000" dirty="0" err="1"/>
              <a:t>x</a:t>
            </a:r>
            <a:r>
              <a:rPr lang="en-US" altLang="en-US" sz="1200" dirty="0"/>
              <a:t>(x)</a:t>
            </a:r>
            <a:r>
              <a:rPr lang="en-US" altLang="en-US" sz="1200" b="1" i="1" dirty="0">
                <a:solidFill>
                  <a:srgbClr val="FF0000"/>
                </a:solidFill>
              </a:rPr>
              <a:t> </a:t>
            </a:r>
            <a:r>
              <a:rPr lang="en-US" altLang="en-US" sz="1200" dirty="0"/>
              <a:t>} = min{3+6, 1+</a:t>
            </a:r>
            <a:r>
              <a:rPr lang="en-US" altLang="en-US" sz="1200" b="1" i="1" dirty="0">
                <a:solidFill>
                  <a:srgbClr val="FF0000"/>
                </a:solidFill>
              </a:rPr>
              <a:t> ∞, </a:t>
            </a:r>
            <a:r>
              <a:rPr lang="en-US" altLang="en-US" sz="1200" dirty="0"/>
              <a:t>60+0} = 9 (via z) </a:t>
            </a:r>
          </a:p>
          <a:p>
            <a:pPr>
              <a:buNone/>
            </a:pPr>
            <a:endParaRPr lang="en-US" altLang="en-US" sz="1800" dirty="0"/>
          </a:p>
          <a:p>
            <a:pPr>
              <a:buNone/>
            </a:pPr>
            <a:endParaRPr lang="en-US" altLang="en-US" sz="1800" dirty="0"/>
          </a:p>
          <a:p>
            <a:pPr>
              <a:buNone/>
            </a:pPr>
            <a:endParaRPr lang="en-US" altLang="en-US" sz="1800" dirty="0"/>
          </a:p>
          <a:p>
            <a:pPr>
              <a:buNone/>
            </a:pPr>
            <a:endParaRPr lang="en-US" altLang="en-US" sz="1800" dirty="0"/>
          </a:p>
          <a:p>
            <a:pPr>
              <a:buNone/>
            </a:pPr>
            <a:endParaRPr lang="en-US" altLang="en-US" sz="1800" dirty="0"/>
          </a:p>
          <a:p>
            <a:pPr>
              <a:buNone/>
            </a:pPr>
            <a:endParaRPr lang="en-US" altLang="en-US" sz="1800" dirty="0"/>
          </a:p>
          <a:p>
            <a:pPr>
              <a:buFont typeface="ZapfDingbats" pitchFamily="82" charset="2"/>
              <a:buNone/>
            </a:pPr>
            <a:r>
              <a:rPr lang="en-US" altLang="en-US" sz="1800" kern="0" dirty="0">
                <a:sym typeface="Wingdings" panose="05000000000000000000" pitchFamily="2" charset="2"/>
              </a:rPr>
              <a:t> </a:t>
            </a:r>
            <a:r>
              <a:rPr lang="en-US" altLang="en-US" sz="1800" kern="0" dirty="0"/>
              <a:t>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346802"/>
              </p:ext>
            </p:extLst>
          </p:nvPr>
        </p:nvGraphicFramePr>
        <p:xfrm>
          <a:off x="294487" y="4022169"/>
          <a:ext cx="8458200" cy="2491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8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1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7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19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07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2054">
                <a:tc>
                  <a:txBody>
                    <a:bodyPr/>
                    <a:lstStyle/>
                    <a:p>
                      <a:endParaRPr lang="en-NZ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sz="1400" dirty="0">
                          <a:solidFill>
                            <a:schemeClr val="tx1"/>
                          </a:solidFill>
                        </a:rPr>
                        <a:t>t0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sz="1400" dirty="0">
                          <a:solidFill>
                            <a:schemeClr val="tx1"/>
                          </a:solidFill>
                        </a:rP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sz="1400" dirty="0">
                          <a:solidFill>
                            <a:schemeClr val="tx1"/>
                          </a:solidFill>
                        </a:rPr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sz="1400" dirty="0">
                          <a:solidFill>
                            <a:schemeClr val="tx1"/>
                          </a:solidFill>
                        </a:rPr>
                        <a:t>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sz="1400" dirty="0">
                          <a:solidFill>
                            <a:schemeClr val="tx1"/>
                          </a:solidFill>
                        </a:rPr>
                        <a:t>t4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692">
                <a:tc>
                  <a:txBody>
                    <a:bodyPr/>
                    <a:lstStyle/>
                    <a:p>
                      <a:r>
                        <a:rPr lang="en-NZ" sz="1400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à"/>
                      </a:pPr>
                      <a:r>
                        <a:rPr lang="en-US" altLang="en-US" sz="1400" dirty="0">
                          <a:sym typeface="Wingdings" panose="05000000000000000000" pitchFamily="2" charset="2"/>
                        </a:rPr>
                        <a:t>w, </a:t>
                      </a:r>
                      <a:r>
                        <a:rPr lang="en-US" altLang="en-US" sz="1400" dirty="0" err="1"/>
                        <a:t>D</a:t>
                      </a:r>
                      <a:r>
                        <a:rPr lang="en-US" altLang="en-US" sz="1400" baseline="-25000" dirty="0" err="1"/>
                        <a:t>z</a:t>
                      </a:r>
                      <a:r>
                        <a:rPr lang="en-US" altLang="en-US" sz="1400" dirty="0"/>
                        <a:t>(x) = </a:t>
                      </a:r>
                      <a:r>
                        <a:rPr lang="en-US" altLang="en-US" sz="1400" b="1" i="1" dirty="0">
                          <a:solidFill>
                            <a:srgbClr val="FF0000"/>
                          </a:solidFill>
                        </a:rPr>
                        <a:t>∞</a:t>
                      </a:r>
                      <a:r>
                        <a:rPr lang="en-US" altLang="en-US" sz="1400" dirty="0"/>
                        <a:t>;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à"/>
                        <a:tabLst/>
                        <a:defRPr/>
                      </a:pPr>
                      <a:r>
                        <a:rPr lang="en-US" altLang="en-US" sz="1400" dirty="0">
                          <a:sym typeface="Wingdings" panose="05000000000000000000" pitchFamily="2" charset="2"/>
                        </a:rPr>
                        <a:t>y, </a:t>
                      </a:r>
                      <a:r>
                        <a:rPr lang="en-US" altLang="en-US" sz="1400" dirty="0" err="1"/>
                        <a:t>D</a:t>
                      </a:r>
                      <a:r>
                        <a:rPr lang="en-US" altLang="en-US" sz="1400" baseline="-25000" dirty="0" err="1"/>
                        <a:t>z</a:t>
                      </a:r>
                      <a:r>
                        <a:rPr lang="en-US" altLang="en-US" sz="1400" dirty="0"/>
                        <a:t>(x) = 6;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Z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Z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à"/>
                        <a:tabLst/>
                        <a:defRPr/>
                      </a:pPr>
                      <a:r>
                        <a:rPr lang="en-US" altLang="en-US" sz="1400" dirty="0">
                          <a:sym typeface="Wingdings" panose="05000000000000000000" pitchFamily="2" charset="2"/>
                        </a:rPr>
                        <a:t>w, </a:t>
                      </a:r>
                      <a:r>
                        <a:rPr lang="en-US" altLang="en-US" sz="1400" dirty="0" err="1"/>
                        <a:t>D</a:t>
                      </a:r>
                      <a:r>
                        <a:rPr lang="en-US" altLang="en-US" sz="1400" baseline="-25000" dirty="0" err="1"/>
                        <a:t>z</a:t>
                      </a:r>
                      <a:r>
                        <a:rPr lang="en-US" altLang="en-US" sz="1400" dirty="0"/>
                        <a:t>(x) = </a:t>
                      </a:r>
                      <a:r>
                        <a:rPr lang="en-US" altLang="en-US" sz="1400" b="1" i="1" dirty="0">
                          <a:solidFill>
                            <a:srgbClr val="FF0000"/>
                          </a:solidFill>
                        </a:rPr>
                        <a:t>∞</a:t>
                      </a:r>
                      <a:r>
                        <a:rPr lang="en-US" altLang="en-US" sz="1400" dirty="0"/>
                        <a:t>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en-US" sz="1400" dirty="0">
                          <a:sym typeface="Wingdings" panose="05000000000000000000" pitchFamily="2" charset="2"/>
                        </a:rPr>
                        <a:t> y, </a:t>
                      </a:r>
                      <a:r>
                        <a:rPr lang="en-US" altLang="en-US" sz="1400" dirty="0" err="1"/>
                        <a:t>D</a:t>
                      </a:r>
                      <a:r>
                        <a:rPr lang="en-US" altLang="en-US" sz="1400" baseline="-25000" dirty="0" err="1"/>
                        <a:t>z</a:t>
                      </a:r>
                      <a:r>
                        <a:rPr lang="en-US" altLang="en-US" sz="1400" dirty="0"/>
                        <a:t>(x) = 11;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692">
                <a:tc>
                  <a:txBody>
                    <a:bodyPr/>
                    <a:lstStyle/>
                    <a:p>
                      <a:r>
                        <a:rPr lang="en-NZ" sz="1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à"/>
                        <a:tabLst/>
                        <a:defRPr/>
                      </a:pPr>
                      <a:r>
                        <a:rPr lang="en-US" altLang="en-US" sz="1400" kern="0" dirty="0">
                          <a:sym typeface="Wingdings" panose="05000000000000000000" pitchFamily="2" charset="2"/>
                        </a:rPr>
                        <a:t>y, </a:t>
                      </a:r>
                      <a:r>
                        <a:rPr lang="en-US" altLang="en-US" sz="1400" dirty="0" err="1"/>
                        <a:t>D</a:t>
                      </a:r>
                      <a:r>
                        <a:rPr lang="en-US" altLang="en-US" sz="1400" baseline="-25000" dirty="0" err="1"/>
                        <a:t>w</a:t>
                      </a:r>
                      <a:r>
                        <a:rPr lang="en-US" altLang="en-US" sz="1400" dirty="0"/>
                        <a:t>(x) = </a:t>
                      </a:r>
                      <a:r>
                        <a:rPr lang="en-US" altLang="en-US" sz="1400" b="1" i="1" dirty="0">
                          <a:solidFill>
                            <a:srgbClr val="FF0000"/>
                          </a:solidFill>
                        </a:rPr>
                        <a:t>∞</a:t>
                      </a:r>
                      <a:r>
                        <a:rPr lang="en-US" altLang="en-US" sz="1400" dirty="0"/>
                        <a:t>;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à"/>
                        <a:tabLst/>
                        <a:defRPr/>
                      </a:pPr>
                      <a:r>
                        <a:rPr lang="en-US" altLang="en-US" sz="1400" dirty="0">
                          <a:sym typeface="Wingdings" panose="05000000000000000000" pitchFamily="2" charset="2"/>
                        </a:rPr>
                        <a:t>z </a:t>
                      </a:r>
                      <a:r>
                        <a:rPr lang="en-US" altLang="en-US" sz="1400" dirty="0" err="1"/>
                        <a:t>D</a:t>
                      </a:r>
                      <a:r>
                        <a:rPr lang="en-US" altLang="en-US" sz="1400" baseline="-25000" dirty="0" err="1"/>
                        <a:t>w</a:t>
                      </a:r>
                      <a:r>
                        <a:rPr lang="en-US" altLang="en-US" sz="1400" dirty="0"/>
                        <a:t>(x) = 5;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Z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à"/>
                        <a:tabLst/>
                        <a:defRPr/>
                      </a:pPr>
                      <a:r>
                        <a:rPr lang="en-US" altLang="en-US" sz="1400" kern="0" dirty="0">
                          <a:sym typeface="Wingdings" panose="05000000000000000000" pitchFamily="2" charset="2"/>
                        </a:rPr>
                        <a:t>y, </a:t>
                      </a:r>
                      <a:r>
                        <a:rPr lang="en-US" altLang="en-US" sz="1400" dirty="0" err="1"/>
                        <a:t>D</a:t>
                      </a:r>
                      <a:r>
                        <a:rPr lang="en-US" altLang="en-US" sz="1400" baseline="-25000" dirty="0" err="1"/>
                        <a:t>w</a:t>
                      </a:r>
                      <a:r>
                        <a:rPr lang="en-US" altLang="en-US" sz="1400" dirty="0"/>
                        <a:t>(x) = </a:t>
                      </a:r>
                      <a:r>
                        <a:rPr lang="en-US" altLang="en-US" sz="1400" b="1" i="1" dirty="0">
                          <a:solidFill>
                            <a:srgbClr val="FF0000"/>
                          </a:solidFill>
                        </a:rPr>
                        <a:t>∞</a:t>
                      </a:r>
                      <a:r>
                        <a:rPr lang="en-US" altLang="en-US" sz="1400" dirty="0"/>
                        <a:t>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en-US" sz="1400" dirty="0">
                          <a:sym typeface="Wingdings" panose="05000000000000000000" pitchFamily="2" charset="2"/>
                        </a:rPr>
                        <a:t> z, </a:t>
                      </a:r>
                      <a:r>
                        <a:rPr lang="en-US" altLang="en-US" sz="1400" dirty="0" err="1"/>
                        <a:t>D</a:t>
                      </a:r>
                      <a:r>
                        <a:rPr lang="en-US" altLang="en-US" sz="1400" baseline="-25000" dirty="0" err="1"/>
                        <a:t>w</a:t>
                      </a:r>
                      <a:r>
                        <a:rPr lang="en-US" altLang="en-US" sz="1400" dirty="0"/>
                        <a:t>(x) = 10;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Z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Z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2271">
                <a:tc>
                  <a:txBody>
                    <a:bodyPr/>
                    <a:lstStyle/>
                    <a:p>
                      <a:r>
                        <a:rPr lang="en-NZ" sz="14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à"/>
                        <a:tabLst/>
                        <a:defRPr/>
                      </a:pPr>
                      <a:r>
                        <a:rPr lang="en-US" altLang="en-US" sz="1400" kern="0" dirty="0">
                          <a:sym typeface="Wingdings" panose="05000000000000000000" pitchFamily="2" charset="2"/>
                        </a:rPr>
                        <a:t>w, </a:t>
                      </a:r>
                      <a:r>
                        <a:rPr lang="en-US" altLang="en-US" sz="1400" dirty="0" err="1"/>
                        <a:t>D</a:t>
                      </a:r>
                      <a:r>
                        <a:rPr lang="en-US" altLang="en-US" sz="1400" baseline="-25000" dirty="0" err="1"/>
                        <a:t>y</a:t>
                      </a:r>
                      <a:r>
                        <a:rPr lang="en-US" altLang="en-US" sz="1400" dirty="0"/>
                        <a:t>(x) = 4;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à"/>
                        <a:tabLst/>
                        <a:defRPr/>
                      </a:pPr>
                      <a:r>
                        <a:rPr lang="en-US" altLang="en-US" sz="1400" dirty="0">
                          <a:sym typeface="Wingdings" panose="05000000000000000000" pitchFamily="2" charset="2"/>
                        </a:rPr>
                        <a:t>z, </a:t>
                      </a:r>
                      <a:r>
                        <a:rPr lang="en-US" altLang="en-US" sz="1400" dirty="0" err="1"/>
                        <a:t>D</a:t>
                      </a:r>
                      <a:r>
                        <a:rPr lang="en-US" altLang="en-US" sz="1400" baseline="-25000" dirty="0" err="1"/>
                        <a:t>y</a:t>
                      </a:r>
                      <a:r>
                        <a:rPr lang="en-US" altLang="en-US" sz="1400" dirty="0"/>
                        <a:t>(x) = 4;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à"/>
                        <a:tabLst/>
                        <a:defRPr/>
                      </a:pPr>
                      <a:r>
                        <a:rPr lang="en-US" altLang="en-US" sz="1400" kern="0" dirty="0">
                          <a:sym typeface="Wingdings" panose="05000000000000000000" pitchFamily="2" charset="2"/>
                        </a:rPr>
                        <a:t>w, </a:t>
                      </a:r>
                      <a:r>
                        <a:rPr lang="en-US" altLang="en-US" sz="1400" dirty="0" err="1"/>
                        <a:t>D</a:t>
                      </a:r>
                      <a:r>
                        <a:rPr lang="en-US" altLang="en-US" sz="1400" baseline="-25000" dirty="0" err="1"/>
                        <a:t>y</a:t>
                      </a:r>
                      <a:r>
                        <a:rPr lang="en-US" altLang="en-US" sz="1400" dirty="0"/>
                        <a:t>(x) = 9;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en-US" sz="1400" dirty="0">
                          <a:sym typeface="Wingdings" panose="05000000000000000000" pitchFamily="2" charset="2"/>
                        </a:rPr>
                        <a:t> z, </a:t>
                      </a:r>
                      <a:r>
                        <a:rPr lang="en-US" altLang="en-US" sz="1400" dirty="0" err="1"/>
                        <a:t>D</a:t>
                      </a:r>
                      <a:r>
                        <a:rPr lang="en-US" altLang="en-US" sz="1400" baseline="-25000" dirty="0" err="1"/>
                        <a:t>y</a:t>
                      </a:r>
                      <a:r>
                        <a:rPr lang="en-US" altLang="en-US" sz="1400" dirty="0"/>
                        <a:t>(x) = </a:t>
                      </a:r>
                      <a:r>
                        <a:rPr lang="en-US" altLang="en-US" sz="1400" b="1" i="1" dirty="0">
                          <a:solidFill>
                            <a:srgbClr val="FF0000"/>
                          </a:solidFill>
                        </a:rPr>
                        <a:t>∞</a:t>
                      </a:r>
                      <a:r>
                        <a:rPr lang="en-US" altLang="en-US" sz="1400" dirty="0"/>
                        <a:t>;</a:t>
                      </a:r>
                    </a:p>
                    <a:p>
                      <a:endParaRPr lang="en-NZ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Z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Z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à"/>
                        <a:tabLst/>
                        <a:defRPr/>
                      </a:pPr>
                      <a:r>
                        <a:rPr lang="en-US" altLang="en-US" sz="1400" kern="0" dirty="0">
                          <a:sym typeface="Wingdings" panose="05000000000000000000" pitchFamily="2" charset="2"/>
                        </a:rPr>
                        <a:t>w, </a:t>
                      </a:r>
                      <a:r>
                        <a:rPr lang="en-US" altLang="en-US" sz="1400" dirty="0" err="1"/>
                        <a:t>D</a:t>
                      </a:r>
                      <a:r>
                        <a:rPr lang="en-US" altLang="en-US" sz="1400" baseline="-25000" dirty="0" err="1"/>
                        <a:t>y</a:t>
                      </a:r>
                      <a:r>
                        <a:rPr lang="en-US" altLang="en-US" sz="1400" dirty="0"/>
                        <a:t>(x) = 14;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en-US" sz="1400" dirty="0">
                          <a:sym typeface="Wingdings" panose="05000000000000000000" pitchFamily="2" charset="2"/>
                        </a:rPr>
                        <a:t> z </a:t>
                      </a:r>
                      <a:r>
                        <a:rPr lang="en-US" altLang="en-US" sz="1400" dirty="0" err="1"/>
                        <a:t>D</a:t>
                      </a:r>
                      <a:r>
                        <a:rPr lang="en-US" altLang="en-US" sz="1400" baseline="-25000" dirty="0" err="1"/>
                        <a:t>y</a:t>
                      </a:r>
                      <a:r>
                        <a:rPr lang="en-US" altLang="en-US" sz="1400" dirty="0"/>
                        <a:t>(x) = </a:t>
                      </a:r>
                      <a:r>
                        <a:rPr lang="en-US" altLang="en-US" sz="1400" b="1" i="1" dirty="0">
                          <a:solidFill>
                            <a:srgbClr val="FF0000"/>
                          </a:solidFill>
                        </a:rPr>
                        <a:t>∞</a:t>
                      </a:r>
                      <a:r>
                        <a:rPr lang="en-US" altLang="en-US" sz="1400" dirty="0"/>
                        <a:t>;</a:t>
                      </a:r>
                    </a:p>
                    <a:p>
                      <a:endParaRPr lang="en-NZ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1334140" y="6513878"/>
            <a:ext cx="5931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This sequence (y-w-z) repeats and a routing loop exits.</a:t>
            </a:r>
          </a:p>
        </p:txBody>
      </p:sp>
      <p:sp>
        <p:nvSpPr>
          <p:cNvPr id="58" name="Freeform 57"/>
          <p:cNvSpPr/>
          <p:nvPr/>
        </p:nvSpPr>
        <p:spPr>
          <a:xfrm>
            <a:off x="6945745" y="1524000"/>
            <a:ext cx="415637" cy="249382"/>
          </a:xfrm>
          <a:custGeom>
            <a:avLst/>
            <a:gdLst>
              <a:gd name="connsiteX0" fmla="*/ 0 w 415637"/>
              <a:gd name="connsiteY0" fmla="*/ 46182 h 249382"/>
              <a:gd name="connsiteX1" fmla="*/ 46182 w 415637"/>
              <a:gd name="connsiteY1" fmla="*/ 83127 h 249382"/>
              <a:gd name="connsiteX2" fmla="*/ 64655 w 415637"/>
              <a:gd name="connsiteY2" fmla="*/ 110836 h 249382"/>
              <a:gd name="connsiteX3" fmla="*/ 92364 w 415637"/>
              <a:gd name="connsiteY3" fmla="*/ 120073 h 249382"/>
              <a:gd name="connsiteX4" fmla="*/ 120073 w 415637"/>
              <a:gd name="connsiteY4" fmla="*/ 138545 h 249382"/>
              <a:gd name="connsiteX5" fmla="*/ 157019 w 415637"/>
              <a:gd name="connsiteY5" fmla="*/ 157018 h 249382"/>
              <a:gd name="connsiteX6" fmla="*/ 221673 w 415637"/>
              <a:gd name="connsiteY6" fmla="*/ 203200 h 249382"/>
              <a:gd name="connsiteX7" fmla="*/ 230910 w 415637"/>
              <a:gd name="connsiteY7" fmla="*/ 230909 h 249382"/>
              <a:gd name="connsiteX8" fmla="*/ 286328 w 415637"/>
              <a:gd name="connsiteY8" fmla="*/ 249382 h 249382"/>
              <a:gd name="connsiteX9" fmla="*/ 314037 w 415637"/>
              <a:gd name="connsiteY9" fmla="*/ 230909 h 249382"/>
              <a:gd name="connsiteX10" fmla="*/ 332510 w 415637"/>
              <a:gd name="connsiteY10" fmla="*/ 193964 h 249382"/>
              <a:gd name="connsiteX11" fmla="*/ 350982 w 415637"/>
              <a:gd name="connsiteY11" fmla="*/ 166255 h 249382"/>
              <a:gd name="connsiteX12" fmla="*/ 360219 w 415637"/>
              <a:gd name="connsiteY12" fmla="*/ 138545 h 249382"/>
              <a:gd name="connsiteX13" fmla="*/ 387928 w 415637"/>
              <a:gd name="connsiteY13" fmla="*/ 101600 h 249382"/>
              <a:gd name="connsiteX14" fmla="*/ 397164 w 415637"/>
              <a:gd name="connsiteY14" fmla="*/ 64655 h 249382"/>
              <a:gd name="connsiteX15" fmla="*/ 415637 w 415637"/>
              <a:gd name="connsiteY15" fmla="*/ 9236 h 249382"/>
              <a:gd name="connsiteX16" fmla="*/ 101600 w 415637"/>
              <a:gd name="connsiteY16" fmla="*/ 0 h 249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15637" h="249382">
                <a:moveTo>
                  <a:pt x="0" y="46182"/>
                </a:moveTo>
                <a:cubicBezTo>
                  <a:pt x="15394" y="58497"/>
                  <a:pt x="32242" y="69187"/>
                  <a:pt x="46182" y="83127"/>
                </a:cubicBezTo>
                <a:cubicBezTo>
                  <a:pt x="54031" y="90976"/>
                  <a:pt x="55987" y="103901"/>
                  <a:pt x="64655" y="110836"/>
                </a:cubicBezTo>
                <a:cubicBezTo>
                  <a:pt x="72258" y="116918"/>
                  <a:pt x="83656" y="115719"/>
                  <a:pt x="92364" y="120073"/>
                </a:cubicBezTo>
                <a:cubicBezTo>
                  <a:pt x="102293" y="125037"/>
                  <a:pt x="110435" y="133038"/>
                  <a:pt x="120073" y="138545"/>
                </a:cubicBezTo>
                <a:cubicBezTo>
                  <a:pt x="132028" y="145376"/>
                  <a:pt x="145815" y="149015"/>
                  <a:pt x="157019" y="157018"/>
                </a:cubicBezTo>
                <a:cubicBezTo>
                  <a:pt x="244395" y="219429"/>
                  <a:pt x="120414" y="152569"/>
                  <a:pt x="221673" y="203200"/>
                </a:cubicBezTo>
                <a:cubicBezTo>
                  <a:pt x="224752" y="212436"/>
                  <a:pt x="222987" y="225250"/>
                  <a:pt x="230910" y="230909"/>
                </a:cubicBezTo>
                <a:cubicBezTo>
                  <a:pt x="246755" y="242227"/>
                  <a:pt x="286328" y="249382"/>
                  <a:pt x="286328" y="249382"/>
                </a:cubicBezTo>
                <a:cubicBezTo>
                  <a:pt x="295564" y="243224"/>
                  <a:pt x="306930" y="239437"/>
                  <a:pt x="314037" y="230909"/>
                </a:cubicBezTo>
                <a:cubicBezTo>
                  <a:pt x="322852" y="220332"/>
                  <a:pt x="325679" y="205919"/>
                  <a:pt x="332510" y="193964"/>
                </a:cubicBezTo>
                <a:cubicBezTo>
                  <a:pt x="338017" y="184326"/>
                  <a:pt x="346018" y="176184"/>
                  <a:pt x="350982" y="166255"/>
                </a:cubicBezTo>
                <a:cubicBezTo>
                  <a:pt x="355336" y="157547"/>
                  <a:pt x="355388" y="146998"/>
                  <a:pt x="360219" y="138545"/>
                </a:cubicBezTo>
                <a:cubicBezTo>
                  <a:pt x="367857" y="125179"/>
                  <a:pt x="378692" y="113915"/>
                  <a:pt x="387928" y="101600"/>
                </a:cubicBezTo>
                <a:cubicBezTo>
                  <a:pt x="391007" y="89285"/>
                  <a:pt x="393516" y="76814"/>
                  <a:pt x="397164" y="64655"/>
                </a:cubicBezTo>
                <a:cubicBezTo>
                  <a:pt x="402759" y="46004"/>
                  <a:pt x="415637" y="9236"/>
                  <a:pt x="415637" y="9236"/>
                </a:cubicBezTo>
                <a:cubicBezTo>
                  <a:pt x="310961" y="6064"/>
                  <a:pt x="206324" y="0"/>
                  <a:pt x="101600" y="0"/>
                </a:cubicBezTo>
              </a:path>
            </a:pathLst>
          </a:custGeom>
          <a:noFill/>
          <a:ln>
            <a:solidFill>
              <a:srgbClr val="FFFF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5508685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461AB-9C14-4F15-AE53-74F528DB0C3B}" type="slidenum">
              <a:rPr lang="en-US" altLang="en-US"/>
              <a:pPr/>
              <a:t>73</a:t>
            </a:fld>
            <a:endParaRPr lang="en-US" altLang="en-US"/>
          </a:p>
        </p:txBody>
      </p:sp>
      <p:sp>
        <p:nvSpPr>
          <p:cNvPr id="65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Distance Vector Algorithm</a:t>
            </a:r>
            <a:endParaRPr lang="en-US" altLang="en-US" dirty="0"/>
          </a:p>
        </p:txBody>
      </p:sp>
      <p:sp>
        <p:nvSpPr>
          <p:cNvPr id="652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61975" y="1362075"/>
            <a:ext cx="3781425" cy="4648200"/>
          </a:xfrm>
        </p:spPr>
        <p:txBody>
          <a:bodyPr/>
          <a:lstStyle/>
          <a:p>
            <a:pPr>
              <a:lnSpc>
                <a:spcPct val="80000"/>
              </a:lnSpc>
              <a:buFont typeface="ZapfDingbats" pitchFamily="82" charset="2"/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Iterative, asynchronous: </a:t>
            </a:r>
            <a:r>
              <a:rPr lang="en-US" altLang="en-US" sz="2000" dirty="0"/>
              <a:t>each local iteration caused by: </a:t>
            </a:r>
          </a:p>
          <a:p>
            <a:pPr>
              <a:lnSpc>
                <a:spcPct val="80000"/>
              </a:lnSpc>
            </a:pPr>
            <a:r>
              <a:rPr lang="en-US" altLang="en-US" sz="2000" dirty="0"/>
              <a:t>local link cost change </a:t>
            </a:r>
          </a:p>
          <a:p>
            <a:pPr>
              <a:lnSpc>
                <a:spcPct val="80000"/>
              </a:lnSpc>
            </a:pPr>
            <a:r>
              <a:rPr lang="en-US" altLang="en-US" sz="2000" dirty="0"/>
              <a:t>DV update message from </a:t>
            </a:r>
            <a:r>
              <a:rPr lang="en-US" altLang="en-US" sz="2000" dirty="0" err="1"/>
              <a:t>neighbour</a:t>
            </a:r>
            <a:endParaRPr lang="en-US" altLang="en-US" sz="2000" dirty="0"/>
          </a:p>
          <a:p>
            <a:pPr>
              <a:lnSpc>
                <a:spcPct val="80000"/>
              </a:lnSpc>
              <a:buFont typeface="ZapfDingbats" pitchFamily="82" charset="2"/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Distributed:</a:t>
            </a:r>
            <a:endParaRPr lang="en-US" altLang="en-US" sz="2400" dirty="0"/>
          </a:p>
          <a:p>
            <a:pPr>
              <a:lnSpc>
                <a:spcPct val="80000"/>
              </a:lnSpc>
            </a:pPr>
            <a:r>
              <a:rPr lang="en-US" altLang="en-US" sz="2000" dirty="0"/>
              <a:t>each node notifies </a:t>
            </a:r>
            <a:r>
              <a:rPr lang="en-US" altLang="en-US" sz="2000" dirty="0" err="1"/>
              <a:t>neighbours</a:t>
            </a:r>
            <a:r>
              <a:rPr lang="en-US" altLang="en-US" sz="2000" dirty="0"/>
              <a:t> </a:t>
            </a:r>
            <a:r>
              <a:rPr lang="en-US" altLang="en-US" sz="2000" i="1" dirty="0"/>
              <a:t>only</a:t>
            </a:r>
            <a:r>
              <a:rPr lang="en-US" altLang="en-US" sz="2000" dirty="0"/>
              <a:t> when its DV changes</a:t>
            </a:r>
          </a:p>
          <a:p>
            <a:pPr lvl="1">
              <a:lnSpc>
                <a:spcPct val="80000"/>
              </a:lnSpc>
            </a:pPr>
            <a:r>
              <a:rPr lang="en-US" altLang="en-US" sz="1800" dirty="0" err="1"/>
              <a:t>neighbours</a:t>
            </a:r>
            <a:r>
              <a:rPr lang="en-US" altLang="en-US" sz="1800" dirty="0"/>
              <a:t> then notify their </a:t>
            </a:r>
            <a:r>
              <a:rPr lang="en-US" altLang="en-US" sz="1800" dirty="0" err="1"/>
              <a:t>neighbours</a:t>
            </a:r>
            <a:r>
              <a:rPr lang="en-US" altLang="en-US" sz="1800" dirty="0"/>
              <a:t> if necessary</a:t>
            </a:r>
          </a:p>
        </p:txBody>
      </p:sp>
      <p:grpSp>
        <p:nvGrpSpPr>
          <p:cNvPr id="652292" name="Group 4"/>
          <p:cNvGrpSpPr>
            <a:grpSpLocks/>
          </p:cNvGrpSpPr>
          <p:nvPr/>
        </p:nvGrpSpPr>
        <p:grpSpPr bwMode="auto">
          <a:xfrm>
            <a:off x="5229225" y="1762125"/>
            <a:ext cx="3552825" cy="4186238"/>
            <a:chOff x="3354" y="954"/>
            <a:chExt cx="2238" cy="2637"/>
          </a:xfrm>
        </p:grpSpPr>
        <p:sp>
          <p:nvSpPr>
            <p:cNvPr id="652293" name="Text Box 5"/>
            <p:cNvSpPr txBox="1">
              <a:spLocks noChangeArrowheads="1"/>
            </p:cNvSpPr>
            <p:nvPr/>
          </p:nvSpPr>
          <p:spPr bwMode="auto">
            <a:xfrm>
              <a:off x="3372" y="954"/>
              <a:ext cx="2220" cy="2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endParaRPr lang="en-US" altLang="en-US" sz="2400" dirty="0">
                <a:latin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en-US" sz="2400" i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wait</a:t>
              </a:r>
              <a:r>
                <a:rPr lang="en-US" altLang="en-US" sz="2000" dirty="0">
                  <a:latin typeface="Arial" panose="020B0604020202020204" pitchFamily="34" charset="0"/>
                </a:rPr>
                <a:t> for (change in local link cost or </a:t>
              </a:r>
              <a:r>
                <a:rPr lang="en-US" altLang="en-US" sz="2000" dirty="0" err="1">
                  <a:latin typeface="Arial" panose="020B0604020202020204" pitchFamily="34" charset="0"/>
                </a:rPr>
                <a:t>msg</a:t>
              </a:r>
              <a:r>
                <a:rPr lang="en-US" altLang="en-US" sz="2000" dirty="0">
                  <a:latin typeface="Arial" panose="020B0604020202020204" pitchFamily="34" charset="0"/>
                </a:rPr>
                <a:t> from neighbor)</a:t>
              </a:r>
            </a:p>
            <a:p>
              <a:pPr>
                <a:spcBef>
                  <a:spcPct val="50000"/>
                </a:spcBef>
              </a:pPr>
              <a:endParaRPr lang="en-US" altLang="en-US" sz="2000" dirty="0">
                <a:latin typeface="Arial" panose="020B060402020202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en-US" sz="2400" i="1" dirty="0" err="1">
                  <a:solidFill>
                    <a:schemeClr val="accent2"/>
                  </a:solidFill>
                  <a:latin typeface="Arial" panose="020B0604020202020204" pitchFamily="34" charset="0"/>
                </a:rPr>
                <a:t>recompute</a:t>
              </a:r>
              <a:r>
                <a:rPr lang="en-US" altLang="en-US" sz="2000" dirty="0">
                  <a:latin typeface="Arial" panose="020B0604020202020204" pitchFamily="34" charset="0"/>
                </a:rPr>
                <a:t> estimates</a:t>
              </a:r>
            </a:p>
            <a:p>
              <a:pPr>
                <a:spcBef>
                  <a:spcPct val="50000"/>
                </a:spcBef>
              </a:pPr>
              <a:endParaRPr lang="en-US" altLang="en-US" sz="2000" dirty="0">
                <a:latin typeface="Arial" panose="020B0604020202020204" pitchFamily="34" charset="0"/>
              </a:endParaRPr>
            </a:p>
            <a:p>
              <a:pPr>
                <a:spcBef>
                  <a:spcPct val="50000"/>
                </a:spcBef>
              </a:pPr>
              <a:r>
                <a:rPr lang="en-US" altLang="en-US" sz="2000" dirty="0">
                  <a:latin typeface="Arial" panose="020B0604020202020204" pitchFamily="34" charset="0"/>
                </a:rPr>
                <a:t>if DV to any </a:t>
              </a:r>
              <a:r>
                <a:rPr lang="en-US" altLang="en-US" sz="2000" dirty="0" err="1">
                  <a:latin typeface="Arial" panose="020B0604020202020204" pitchFamily="34" charset="0"/>
                </a:rPr>
                <a:t>dest</a:t>
              </a:r>
              <a:r>
                <a:rPr lang="en-US" altLang="en-US" sz="2000" dirty="0">
                  <a:latin typeface="Arial" panose="020B0604020202020204" pitchFamily="34" charset="0"/>
                </a:rPr>
                <a:t> has changed, </a:t>
              </a:r>
              <a:r>
                <a:rPr lang="en-US" altLang="en-US" sz="2400" i="1" dirty="0">
                  <a:solidFill>
                    <a:schemeClr val="accent2"/>
                  </a:solidFill>
                  <a:latin typeface="Arial" panose="020B0604020202020204" pitchFamily="34" charset="0"/>
                </a:rPr>
                <a:t>notify</a:t>
              </a:r>
              <a:r>
                <a:rPr lang="en-US" altLang="en-US" sz="2000" dirty="0">
                  <a:latin typeface="Arial" panose="020B0604020202020204" pitchFamily="34" charset="0"/>
                </a:rPr>
                <a:t> neighbors </a:t>
              </a:r>
              <a:endParaRPr lang="en-US" altLang="en-US" sz="2400" dirty="0">
                <a:latin typeface="Arial" panose="020B0604020202020204" pitchFamily="34" charset="0"/>
              </a:endParaRPr>
            </a:p>
            <a:p>
              <a:pPr algn="ctr">
                <a:spcBef>
                  <a:spcPct val="50000"/>
                </a:spcBef>
              </a:pP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652294" name="Line 6"/>
            <p:cNvSpPr>
              <a:spLocks noChangeShapeType="1"/>
            </p:cNvSpPr>
            <p:nvPr/>
          </p:nvSpPr>
          <p:spPr bwMode="auto">
            <a:xfrm>
              <a:off x="4344" y="1776"/>
              <a:ext cx="0" cy="37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2295" name="Line 7"/>
            <p:cNvSpPr>
              <a:spLocks noChangeShapeType="1"/>
            </p:cNvSpPr>
            <p:nvPr/>
          </p:nvSpPr>
          <p:spPr bwMode="auto">
            <a:xfrm>
              <a:off x="4338" y="2418"/>
              <a:ext cx="0" cy="37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  <p:sp>
          <p:nvSpPr>
            <p:cNvPr id="652296" name="Freeform 8"/>
            <p:cNvSpPr>
              <a:spLocks/>
            </p:cNvSpPr>
            <p:nvPr/>
          </p:nvSpPr>
          <p:spPr bwMode="auto">
            <a:xfrm>
              <a:off x="3354" y="1212"/>
              <a:ext cx="978" cy="2256"/>
            </a:xfrm>
            <a:custGeom>
              <a:avLst/>
              <a:gdLst>
                <a:gd name="T0" fmla="*/ 960 w 978"/>
                <a:gd name="T1" fmla="*/ 2010 h 2256"/>
                <a:gd name="T2" fmla="*/ 961 w 978"/>
                <a:gd name="T3" fmla="*/ 2256 h 2256"/>
                <a:gd name="T4" fmla="*/ 0 w 978"/>
                <a:gd name="T5" fmla="*/ 2256 h 2256"/>
                <a:gd name="T6" fmla="*/ 0 w 978"/>
                <a:gd name="T7" fmla="*/ 0 h 2256"/>
                <a:gd name="T8" fmla="*/ 978 w 978"/>
                <a:gd name="T9" fmla="*/ 0 h 2256"/>
                <a:gd name="T10" fmla="*/ 978 w 978"/>
                <a:gd name="T11" fmla="*/ 155 h 2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8" h="2256">
                  <a:moveTo>
                    <a:pt x="960" y="2010"/>
                  </a:moveTo>
                  <a:lnTo>
                    <a:pt x="961" y="2256"/>
                  </a:lnTo>
                  <a:lnTo>
                    <a:pt x="0" y="2256"/>
                  </a:lnTo>
                  <a:lnTo>
                    <a:pt x="0" y="0"/>
                  </a:lnTo>
                  <a:lnTo>
                    <a:pt x="978" y="0"/>
                  </a:lnTo>
                  <a:lnTo>
                    <a:pt x="978" y="155"/>
                  </a:ln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Z"/>
            </a:p>
          </p:txBody>
        </p:sp>
      </p:grpSp>
      <p:sp>
        <p:nvSpPr>
          <p:cNvPr id="652297" name="Text Box 9"/>
          <p:cNvSpPr txBox="1">
            <a:spLocks noChangeArrowheads="1"/>
          </p:cNvSpPr>
          <p:nvPr/>
        </p:nvSpPr>
        <p:spPr bwMode="auto">
          <a:xfrm>
            <a:off x="4873625" y="1379538"/>
            <a:ext cx="1711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sz="2400">
                <a:solidFill>
                  <a:srgbClr val="FF0000"/>
                </a:solidFill>
              </a:rPr>
              <a:t>Each node: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2" name="Wave 11"/>
          <p:cNvSpPr/>
          <p:nvPr/>
        </p:nvSpPr>
        <p:spPr>
          <a:xfrm>
            <a:off x="252468" y="5562600"/>
            <a:ext cx="7725513" cy="1202532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DV has the count-to-infinity problem and poisoned reverse does not solve it. </a:t>
            </a:r>
            <a:r>
              <a:rPr lang="en-NZ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 RIP the maximum cost of a path is limited to 15</a:t>
            </a:r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58789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AD23716-CE97-F180-6E26-2737803D58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Summary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B3133BE-4639-57A9-5863-EAA5511FDF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BE70ED-9BDE-543F-D36D-0E86A784DA1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132638" y="6553200"/>
            <a:ext cx="2011362" cy="277813"/>
          </a:xfrm>
        </p:spPr>
        <p:txBody>
          <a:bodyPr/>
          <a:lstStyle/>
          <a:p>
            <a:fld id="{A404F4C3-B645-4D9C-8A0E-9E216CEAB5BC}" type="slidenum">
              <a:rPr lang="en-US" altLang="en-US" smtClean="0"/>
              <a:pPr/>
              <a:t>74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221269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0056"/>
            <a:ext cx="8907463" cy="723900"/>
          </a:xfrm>
        </p:spPr>
        <p:txBody>
          <a:bodyPr/>
          <a:lstStyle/>
          <a:p>
            <a:r>
              <a:rPr lang="en-US" altLang="en-US" sz="2000" dirty="0"/>
              <a:t>LS vs DV</a:t>
            </a:r>
            <a:endParaRPr lang="en-US" altLang="en-US" sz="2200" dirty="0"/>
          </a:p>
        </p:txBody>
      </p:sp>
      <p:sp>
        <p:nvSpPr>
          <p:cNvPr id="6563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28700"/>
            <a:ext cx="8229600" cy="7239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buFont typeface="ZapfDingbats" pitchFamily="82" charset="2"/>
              <a:buNone/>
            </a:pPr>
            <a:r>
              <a:rPr lang="en-US" altLang="en-US" sz="2800" dirty="0">
                <a:solidFill>
                  <a:srgbClr val="FF0000"/>
                </a:solidFill>
              </a:rPr>
              <a:t>Classification of routing algorithms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ZapfDingbats" pitchFamily="82" charset="2"/>
              <a:buNone/>
            </a:pPr>
            <a:endParaRPr lang="en-US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fld id="{38720311-A3DC-4B7A-B5CB-5D0CF7C088D7}" type="slidenum">
              <a:rPr lang="en-US" altLang="en-US" smtClean="0"/>
              <a:pPr/>
              <a:t>75</a:t>
            </a:fld>
            <a:endParaRPr lang="en-US" altLang="en-US"/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49B85CD5-F5BB-C8A5-B6CD-FC4D5DEC07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4752192"/>
              </p:ext>
            </p:extLst>
          </p:nvPr>
        </p:nvGraphicFramePr>
        <p:xfrm>
          <a:off x="573484" y="1859780"/>
          <a:ext cx="7997031" cy="48325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1233395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76199" y="70056"/>
            <a:ext cx="8907463" cy="723900"/>
          </a:xfrm>
        </p:spPr>
        <p:txBody>
          <a:bodyPr/>
          <a:lstStyle/>
          <a:p>
            <a:r>
              <a:rPr lang="en-US" altLang="en-US" sz="2000" dirty="0"/>
              <a:t>LS vs DV</a:t>
            </a:r>
            <a:endParaRPr lang="en-US" altLang="en-US" sz="2200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596D925C-E9FB-3F7F-6330-C7B10497D1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9492924"/>
              </p:ext>
            </p:extLst>
          </p:nvPr>
        </p:nvGraphicFramePr>
        <p:xfrm>
          <a:off x="647700" y="1371600"/>
          <a:ext cx="78486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fld id="{38720311-A3DC-4B7A-B5CB-5D0CF7C088D7}" type="slidenum">
              <a:rPr lang="en-US" altLang="en-US" smtClean="0"/>
              <a:pPr/>
              <a:t>76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273026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0056"/>
            <a:ext cx="8991600" cy="723900"/>
          </a:xfrm>
        </p:spPr>
        <p:txBody>
          <a:bodyPr/>
          <a:lstStyle/>
          <a:p>
            <a:r>
              <a:rPr lang="en-US" altLang="en-US" sz="2400" dirty="0"/>
              <a:t>LS vs DV</a:t>
            </a:r>
            <a:endParaRPr lang="en-US" altLang="en-US" sz="2200" dirty="0"/>
          </a:p>
        </p:txBody>
      </p:sp>
      <p:sp>
        <p:nvSpPr>
          <p:cNvPr id="6563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229600" cy="723900"/>
          </a:xfrm>
        </p:spPr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Robustness: what happens if router malfunctions?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en-US" altLang="en-US" sz="1800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4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fld id="{38720311-A3DC-4B7A-B5CB-5D0CF7C088D7}" type="slidenum">
              <a:rPr lang="en-US" altLang="en-US" smtClean="0"/>
              <a:pPr/>
              <a:t>77</a:t>
            </a:fld>
            <a:endParaRPr lang="en-US" alt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BF601EA-9C20-C013-7153-5C8E0B03B6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6765475"/>
              </p:ext>
            </p:extLst>
          </p:nvPr>
        </p:nvGraphicFramePr>
        <p:xfrm>
          <a:off x="838200" y="2201436"/>
          <a:ext cx="7391400" cy="34373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4536847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3749492"/>
              </p:ext>
            </p:extLst>
          </p:nvPr>
        </p:nvGraphicFramePr>
        <p:xfrm>
          <a:off x="457200" y="1448538"/>
          <a:ext cx="8229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NZ" dirty="0">
                          <a:solidFill>
                            <a:schemeClr val="tx2">
                              <a:lumMod val="95000"/>
                              <a:lumOff val="5000"/>
                            </a:schemeClr>
                          </a:solidFill>
                        </a:rPr>
                        <a:t>Routing Protocols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>
                          <a:solidFill>
                            <a:schemeClr val="tx2">
                              <a:lumMod val="95000"/>
                              <a:lumOff val="5000"/>
                            </a:schemeClr>
                          </a:solidFill>
                        </a:rPr>
                        <a:t>Routing Algorithms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Z" dirty="0"/>
                        <a:t>RIP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Bellman-Ford</a:t>
                      </a:r>
                      <a:r>
                        <a:rPr lang="en-NZ" baseline="0" dirty="0"/>
                        <a:t> (Distance-vector) Algorithm</a:t>
                      </a:r>
                      <a:endParaRPr lang="en-N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Z"/>
                        <a:t>OSPF</a:t>
                      </a:r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Dijkstra’s</a:t>
                      </a:r>
                      <a:r>
                        <a:rPr lang="en-NZ" baseline="0" dirty="0"/>
                        <a:t> Algorithm</a:t>
                      </a:r>
                      <a:endParaRPr lang="en-N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Z" dirty="0"/>
                        <a:t>BGP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A variant of Bellman-Ford Algorithm (path-vector)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78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70056"/>
            <a:ext cx="8229600" cy="723900"/>
          </a:xfrm>
        </p:spPr>
        <p:txBody>
          <a:bodyPr/>
          <a:lstStyle/>
          <a:p>
            <a:r>
              <a:rPr lang="en-US" sz="3200" dirty="0"/>
              <a:t>Routing Algorithms and Routing Protocols in the Internet</a:t>
            </a:r>
          </a:p>
        </p:txBody>
      </p:sp>
      <p:sp>
        <p:nvSpPr>
          <p:cNvPr id="3" name="Left Brace 2"/>
          <p:cNvSpPr/>
          <p:nvPr/>
        </p:nvSpPr>
        <p:spPr>
          <a:xfrm>
            <a:off x="76199" y="1905000"/>
            <a:ext cx="381001" cy="533400"/>
          </a:xfrm>
          <a:prstGeom prst="leftBrace">
            <a:avLst>
              <a:gd name="adj1" fmla="val 8333"/>
              <a:gd name="adj2" fmla="val 4544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Rounded Rectangular Callout 5"/>
          <p:cNvSpPr/>
          <p:nvPr/>
        </p:nvSpPr>
        <p:spPr>
          <a:xfrm>
            <a:off x="49654" y="3098675"/>
            <a:ext cx="2048157" cy="533400"/>
          </a:xfrm>
          <a:prstGeom prst="wedgeRoundRectCallout">
            <a:avLst>
              <a:gd name="adj1" fmla="val -17933"/>
              <a:gd name="adj2" fmla="val -10050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Inter-AS Routing</a:t>
            </a:r>
            <a:endParaRPr lang="en-NZ" dirty="0"/>
          </a:p>
        </p:txBody>
      </p:sp>
      <p:sp>
        <p:nvSpPr>
          <p:cNvPr id="8" name="Rounded Rectangular Callout 7"/>
          <p:cNvSpPr/>
          <p:nvPr/>
        </p:nvSpPr>
        <p:spPr>
          <a:xfrm>
            <a:off x="3495" y="751662"/>
            <a:ext cx="2057401" cy="317873"/>
          </a:xfrm>
          <a:prstGeom prst="wedgeRoundRectCallout">
            <a:avLst>
              <a:gd name="adj1" fmla="val -36902"/>
              <a:gd name="adj2" fmla="val 32809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Intra-AS Routing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903937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600" dirty="0"/>
              <a:t>William Stallings, Data and Computer Communications, Pearson, 10</a:t>
            </a:r>
            <a:r>
              <a:rPr lang="en-GB" sz="2600" baseline="30000" dirty="0"/>
              <a:t>th</a:t>
            </a:r>
            <a:r>
              <a:rPr lang="en-GB" sz="2600" dirty="0"/>
              <a:t> edition, 2013.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sz="2200" dirty="0"/>
              <a:t>Chapter 19 Routing (19.1, 19.3, 19.4)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600" dirty="0"/>
              <a:t>Andrew S. Tanenbaum &amp; David J. Wetherall, Computer Networks, Prentice Hall, 5</a:t>
            </a:r>
            <a:r>
              <a:rPr lang="en-GB" sz="2600" baseline="30000" dirty="0"/>
              <a:t>th</a:t>
            </a:r>
            <a:r>
              <a:rPr lang="en-GB" sz="2600" dirty="0"/>
              <a:t> edition, 2010.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sz="2200" dirty="0"/>
              <a:t>Chapter 5 The Network Layer (5.1, 5.2)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600" dirty="0"/>
              <a:t>James F. Kurose &amp; Keith W. Ross, Computer networking: a top-down approach featuring the Internet, Addison Wesley, 3</a:t>
            </a:r>
            <a:r>
              <a:rPr lang="en-GB" sz="2600" baseline="30000" dirty="0"/>
              <a:t>rd</a:t>
            </a:r>
            <a:r>
              <a:rPr lang="en-GB" sz="2600" dirty="0"/>
              <a:t> edition, 2005. ​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sz="2200" dirty="0"/>
              <a:t>Chapter 4 The Network Layer (4.5)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79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11086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Acknowledgements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NZ" sz="3000" dirty="0"/>
              <a:t>Lecture notes are developed based on slides from the following three sources: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NZ" dirty="0"/>
              <a:t>Dr </a:t>
            </a:r>
            <a:r>
              <a:rPr lang="en-NZ" dirty="0" err="1"/>
              <a:t>Mengmeng</a:t>
            </a:r>
            <a:r>
              <a:rPr lang="en-NZ"/>
              <a:t> Ge’s </a:t>
            </a:r>
            <a:r>
              <a:rPr lang="en-NZ" dirty="0"/>
              <a:t>lecture notes for COSC264, University of Canterbury, 2023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NZ" dirty="0"/>
              <a:t>Assoc Prof Dan Kim’s lecture notes for COSC264, University of Canterbury, 2017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NZ" dirty="0"/>
              <a:t>Prof Aleksandar Kuzmanovic’s lecture notes for CS340, Northwestern University, 2005, </a:t>
            </a:r>
            <a:r>
              <a:rPr lang="en-NZ" dirty="0">
                <a:hlinkClick r:id="rId2"/>
              </a:rPr>
              <a:t>https://users.cs.northwestern.edu/~akuzma/classes/CS340-w05/lecture_notes.htm</a:t>
            </a:r>
            <a:endParaRPr lang="en-NZ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DACE9E11-39C8-4E20-894F-A4A883CCF6EF}" type="slidenum">
              <a:rPr lang="en-US" smtClean="0"/>
              <a:pPr>
                <a:defRPr/>
              </a:pPr>
              <a:t>80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2391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heme/theme1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Palatino Linotype"/>
        <a:ea typeface=""/>
        <a:cs typeface="Arial"/>
      </a:majorFont>
      <a:minorFont>
        <a:latin typeface="Palatino Linotype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26226</TotalTime>
  <Words>11674</Words>
  <Application>Microsoft Macintosh PowerPoint</Application>
  <PresentationFormat>On-screen Show (4:3)</PresentationFormat>
  <Paragraphs>2139</Paragraphs>
  <Slides>80</Slides>
  <Notes>52</Notes>
  <HiddenSlides>0</HiddenSlides>
  <MMClips>0</MMClips>
  <ScaleCrop>false</ScaleCrop>
  <HeadingPairs>
    <vt:vector size="8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80</vt:i4>
      </vt:variant>
    </vt:vector>
  </HeadingPairs>
  <TitlesOfParts>
    <vt:vector size="101" baseType="lpstr">
      <vt:lpstr>Google Sans</vt:lpstr>
      <vt:lpstr>HuaweiSans</vt:lpstr>
      <vt:lpstr>MS Mincho</vt:lpstr>
      <vt:lpstr>ＭＳ Ｐゴシック</vt:lpstr>
      <vt:lpstr>Söhne</vt:lpstr>
      <vt:lpstr>Times</vt:lpstr>
      <vt:lpstr>urw</vt:lpstr>
      <vt:lpstr>ZapfDingbats</vt:lpstr>
      <vt:lpstr>Arial</vt:lpstr>
      <vt:lpstr>Arial</vt:lpstr>
      <vt:lpstr>Calibri</vt:lpstr>
      <vt:lpstr>Cambria Math</vt:lpstr>
      <vt:lpstr>Courier New</vt:lpstr>
      <vt:lpstr>Palatino Linotype</vt:lpstr>
      <vt:lpstr>Roboto</vt:lpstr>
      <vt:lpstr>Symbol</vt:lpstr>
      <vt:lpstr>Times New Roman</vt:lpstr>
      <vt:lpstr>Wingdings</vt:lpstr>
      <vt:lpstr>1_Default Design</vt:lpstr>
      <vt:lpstr>Visio</vt:lpstr>
      <vt:lpstr>Equation</vt:lpstr>
      <vt:lpstr>Introduction to Routing</vt:lpstr>
      <vt:lpstr>Learning Objectives</vt:lpstr>
      <vt:lpstr>Outline</vt:lpstr>
      <vt:lpstr>Routing Overview</vt:lpstr>
      <vt:lpstr>What is routing?</vt:lpstr>
      <vt:lpstr>How does routing occur?</vt:lpstr>
      <vt:lpstr>Why does routing matter?</vt:lpstr>
      <vt:lpstr>Autonomous System (AS)</vt:lpstr>
      <vt:lpstr>AS Examples</vt:lpstr>
      <vt:lpstr>Common Types of ASs</vt:lpstr>
      <vt:lpstr>ASN Lookup</vt:lpstr>
      <vt:lpstr>Exterior and Interior Routing Protocols</vt:lpstr>
      <vt:lpstr>Routing vs. Forwarding</vt:lpstr>
      <vt:lpstr>Routing vs. Forwarding (cont.)</vt:lpstr>
      <vt:lpstr>Forwarding Table</vt:lpstr>
      <vt:lpstr>Routing and Forwarding</vt:lpstr>
      <vt:lpstr>Q: What is the difference between routing algorithms and routing protocols?</vt:lpstr>
      <vt:lpstr>Routing Algorithms and Routing Protocols</vt:lpstr>
      <vt:lpstr>Routing Strategies</vt:lpstr>
      <vt:lpstr>Approaches to Routing</vt:lpstr>
      <vt:lpstr>Common Routing Protocols</vt:lpstr>
      <vt:lpstr>Modelling a Network</vt:lpstr>
      <vt:lpstr>Least-Cost Routing Algorithms</vt:lpstr>
      <vt:lpstr>Link State Routing (Dijkstra’s Algorithm)</vt:lpstr>
      <vt:lpstr>Link State Routing</vt:lpstr>
      <vt:lpstr>Link State Routing: Control Traffic</vt:lpstr>
      <vt:lpstr>Link State Routing: Node State</vt:lpstr>
      <vt:lpstr>Link State Routing: Computing the New Routes</vt:lpstr>
      <vt:lpstr>Dijkstra’s Algorithm</vt:lpstr>
      <vt:lpstr>Dijkstra’s Algorithm (cont.)</vt:lpstr>
      <vt:lpstr>Dijkstra’s Algorithm (cont.)</vt:lpstr>
      <vt:lpstr>Dijkstra’s Algorithm (cont.)</vt:lpstr>
      <vt:lpstr>Example: Dijkstra’s Algorithm</vt:lpstr>
      <vt:lpstr>Example: Dijkstra’s Algorithm (cont.)</vt:lpstr>
      <vt:lpstr>Example: Dijkstra’s Algorithm (cont.)</vt:lpstr>
      <vt:lpstr>Example: Dijkstra’s Algorithm (cont.)</vt:lpstr>
      <vt:lpstr>Example: Dijkstra’s Algorithm (cont.)</vt:lpstr>
      <vt:lpstr>Example: Dijkstra’s Algorithm (cont.)</vt:lpstr>
      <vt:lpstr>Example: Dijkstra’s Algorithm (cont.)</vt:lpstr>
      <vt:lpstr>Example: Dijkstra’s Algorithm (cont.)</vt:lpstr>
      <vt:lpstr>Example: Dijkstra’s Algorithm (cont.)</vt:lpstr>
      <vt:lpstr>The Forwarding Table</vt:lpstr>
      <vt:lpstr>When to initiate flooding?</vt:lpstr>
      <vt:lpstr>Convergence</vt:lpstr>
      <vt:lpstr>Transient Disruptions</vt:lpstr>
      <vt:lpstr>Oscillation with Link State Routing</vt:lpstr>
      <vt:lpstr>Distance Vector Routing (Bellman-Ford Algorithm)</vt:lpstr>
      <vt:lpstr>Bellman-Ford Equation</vt:lpstr>
      <vt:lpstr>Bellman-Ford example</vt:lpstr>
      <vt:lpstr>Distance Vector Algorithm</vt:lpstr>
      <vt:lpstr>An illustration</vt:lpstr>
      <vt:lpstr>Distance vector algorithm</vt:lpstr>
      <vt:lpstr>Distance Vector Algorithm</vt:lpstr>
      <vt:lpstr>Distance Vector Algorithm</vt:lpstr>
      <vt:lpstr>PowerPoint Presentation</vt:lpstr>
      <vt:lpstr>Distance Vector: link cost changes</vt:lpstr>
      <vt:lpstr>Distance Vector: link cost changes</vt:lpstr>
      <vt:lpstr>Distance Vector: link cost changes</vt:lpstr>
      <vt:lpstr>Distance Vector: link cost changes</vt:lpstr>
      <vt:lpstr>Distance Vector: link cost changes</vt:lpstr>
      <vt:lpstr>Distance Vector: link cost changes</vt:lpstr>
      <vt:lpstr>Distance Vector: link cost changes</vt:lpstr>
      <vt:lpstr>Distance Vector: link cost changes</vt:lpstr>
      <vt:lpstr>Distance Vector: link cost changes</vt:lpstr>
      <vt:lpstr>Distance Vector: link cost changes</vt:lpstr>
      <vt:lpstr>It seems to be effective!</vt:lpstr>
      <vt:lpstr>A loop involving 3 nodes</vt:lpstr>
      <vt:lpstr>A loop involving 3 nodes</vt:lpstr>
      <vt:lpstr>A loop involving 3 nodes</vt:lpstr>
      <vt:lpstr>A loop involving 3 nodes</vt:lpstr>
      <vt:lpstr>A loop involving 3 nodes</vt:lpstr>
      <vt:lpstr>A loop involving 3 nodes</vt:lpstr>
      <vt:lpstr>Distance Vector Algorithm</vt:lpstr>
      <vt:lpstr>Summary</vt:lpstr>
      <vt:lpstr>LS vs DV</vt:lpstr>
      <vt:lpstr>LS vs DV</vt:lpstr>
      <vt:lpstr>LS vs DV</vt:lpstr>
      <vt:lpstr>Routing Algorithms and Routing Protocols in the Internet</vt:lpstr>
      <vt:lpstr>References</vt:lpstr>
      <vt:lpstr>Acknowledgements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ds</dc:creator>
  <cp:lastModifiedBy>Barry Wu</cp:lastModifiedBy>
  <cp:revision>573</cp:revision>
  <cp:lastPrinted>2016-09-10T20:59:38Z</cp:lastPrinted>
  <dcterms:created xsi:type="dcterms:W3CDTF">1601-01-01T00:00:00Z</dcterms:created>
  <dcterms:modified xsi:type="dcterms:W3CDTF">2025-09-14T23:18:23Z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MSIP_Label_d2b2326c-f811-4ccc-abcb-1b955c303c2e_Enabled">
    <vt:lpwstr>true</vt:lpwstr>
  </property>
  <property fmtid="{D5CDD505-2E9C-101B-9397-08002B2CF9AE}" pid="4" name="MSIP_Label_d2b2326c-f811-4ccc-abcb-1b955c303c2e_SetDate">
    <vt:lpwstr>2025-06-12T02:32:16Z</vt:lpwstr>
  </property>
  <property fmtid="{D5CDD505-2E9C-101B-9397-08002B2CF9AE}" pid="5" name="MSIP_Label_d2b2326c-f811-4ccc-abcb-1b955c303c2e_Method">
    <vt:lpwstr>Standard</vt:lpwstr>
  </property>
  <property fmtid="{D5CDD505-2E9C-101B-9397-08002B2CF9AE}" pid="6" name="MSIP_Label_d2b2326c-f811-4ccc-abcb-1b955c303c2e_Name">
    <vt:lpwstr>In-Confidence</vt:lpwstr>
  </property>
  <property fmtid="{D5CDD505-2E9C-101B-9397-08002B2CF9AE}" pid="7" name="MSIP_Label_d2b2326c-f811-4ccc-abcb-1b955c303c2e_SiteId">
    <vt:lpwstr>dc781727-710e-4855-bc4c-690266a1b551</vt:lpwstr>
  </property>
  <property fmtid="{D5CDD505-2E9C-101B-9397-08002B2CF9AE}" pid="8" name="MSIP_Label_d2b2326c-f811-4ccc-abcb-1b955c303c2e_ActionId">
    <vt:lpwstr>e2739e03-91f2-4e79-b5a8-c16704177462</vt:lpwstr>
  </property>
  <property fmtid="{D5CDD505-2E9C-101B-9397-08002B2CF9AE}" pid="9" name="MSIP_Label_d2b2326c-f811-4ccc-abcb-1b955c303c2e_ContentBits">
    <vt:lpwstr>2</vt:lpwstr>
  </property>
  <property fmtid="{D5CDD505-2E9C-101B-9397-08002B2CF9AE}" pid="10" name="MSIP_Label_d2b2326c-f811-4ccc-abcb-1b955c303c2e_Tag">
    <vt:lpwstr>50, 3, 0, 1</vt:lpwstr>
  </property>
  <property fmtid="{D5CDD505-2E9C-101B-9397-08002B2CF9AE}" pid="11" name="ClassificationContentMarkingFooterLocations">
    <vt:lpwstr>1_Default Design:3</vt:lpwstr>
  </property>
  <property fmtid="{D5CDD505-2E9C-101B-9397-08002B2CF9AE}" pid="12" name="ClassificationContentMarkingFooterText">
    <vt:lpwstr>In-Confidence</vt:lpwstr>
  </property>
</Properties>
</file>