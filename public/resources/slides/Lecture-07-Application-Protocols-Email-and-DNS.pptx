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8" r:id="rId1"/>
  </p:sldMasterIdLst>
  <p:notesMasterIdLst>
    <p:notesMasterId r:id="rId39"/>
  </p:notesMasterIdLst>
  <p:handoutMasterIdLst>
    <p:handoutMasterId r:id="rId40"/>
  </p:handoutMasterIdLst>
  <p:sldIdLst>
    <p:sldId id="525" r:id="rId2"/>
    <p:sldId id="632" r:id="rId3"/>
    <p:sldId id="342" r:id="rId4"/>
    <p:sldId id="634" r:id="rId5"/>
    <p:sldId id="343" r:id="rId6"/>
    <p:sldId id="346" r:id="rId7"/>
    <p:sldId id="1619" r:id="rId8"/>
    <p:sldId id="349" r:id="rId9"/>
    <p:sldId id="1605" r:id="rId10"/>
    <p:sldId id="1558" r:id="rId11"/>
    <p:sldId id="354" r:id="rId12"/>
    <p:sldId id="1606" r:id="rId13"/>
    <p:sldId id="1614" r:id="rId14"/>
    <p:sldId id="357" r:id="rId15"/>
    <p:sldId id="358" r:id="rId16"/>
    <p:sldId id="633" r:id="rId17"/>
    <p:sldId id="277" r:id="rId18"/>
    <p:sldId id="364" r:id="rId19"/>
    <p:sldId id="1607" r:id="rId20"/>
    <p:sldId id="278" r:id="rId21"/>
    <p:sldId id="1608" r:id="rId22"/>
    <p:sldId id="369" r:id="rId23"/>
    <p:sldId id="1609" r:id="rId24"/>
    <p:sldId id="1615" r:id="rId25"/>
    <p:sldId id="1621" r:id="rId26"/>
    <p:sldId id="1616" r:id="rId27"/>
    <p:sldId id="1610" r:id="rId28"/>
    <p:sldId id="1611" r:id="rId29"/>
    <p:sldId id="285" r:id="rId30"/>
    <p:sldId id="1620" r:id="rId31"/>
    <p:sldId id="370" r:id="rId32"/>
    <p:sldId id="287" r:id="rId33"/>
    <p:sldId id="288" r:id="rId34"/>
    <p:sldId id="1617" r:id="rId35"/>
    <p:sldId id="1618" r:id="rId36"/>
    <p:sldId id="457" r:id="rId37"/>
    <p:sldId id="524" r:id="rId38"/>
  </p:sldIdLst>
  <p:sldSz cx="9144000" cy="6858000" type="screen4x3"/>
  <p:notesSz cx="10234613" cy="70993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33CC"/>
    <a:srgbClr val="FF3399"/>
    <a:srgbClr val="008080"/>
    <a:srgbClr val="99CCFF"/>
    <a:srgbClr val="FF0066"/>
    <a:srgbClr val="800000"/>
    <a:srgbClr val="CC0000"/>
    <a:srgbClr val="FF00F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964B15-4ECA-40B7-8C07-CD3C8C4E5917}" v="4" dt="2024-09-25T05:22:37.504"/>
    <p1510:client id="{CDE5473D-4C29-45F8-A1BE-D589546D10BF}" v="126" dt="2024-09-25T07:48:24.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94" autoAdjust="0"/>
    <p:restoredTop sz="66169" autoAdjust="0"/>
  </p:normalViewPr>
  <p:slideViewPr>
    <p:cSldViewPr>
      <p:cViewPr varScale="1">
        <p:scale>
          <a:sx n="66" d="100"/>
          <a:sy n="66" d="100"/>
        </p:scale>
        <p:origin x="2224" y="184"/>
      </p:cViewPr>
      <p:guideLst>
        <p:guide orient="horz" pos="2160"/>
        <p:guide pos="2880"/>
      </p:guideLst>
    </p:cSldViewPr>
  </p:slideViewPr>
  <p:outlineViewPr>
    <p:cViewPr>
      <p:scale>
        <a:sx n="20" d="100"/>
        <a:sy n="20" d="100"/>
      </p:scale>
      <p:origin x="0" y="23328"/>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meng Ge" userId="bb5bc401-97cb-4caf-9857-8ff441375414" providerId="ADAL" clId="{A427FCB3-AB72-4787-96B0-C3F6D3329868}"/>
    <pc:docChg chg="undo custSel addSld modSld">
      <pc:chgData name="Mengmeng Ge" userId="bb5bc401-97cb-4caf-9857-8ff441375414" providerId="ADAL" clId="{A427FCB3-AB72-4787-96B0-C3F6D3329868}" dt="2024-09-02T00:27:31.542" v="1142" actId="1036"/>
      <pc:docMkLst>
        <pc:docMk/>
      </pc:docMkLst>
      <pc:sldChg chg="modSp mod modNotesTx">
        <pc:chgData name="Mengmeng Ge" userId="bb5bc401-97cb-4caf-9857-8ff441375414" providerId="ADAL" clId="{A427FCB3-AB72-4787-96B0-C3F6D3329868}" dt="2024-09-02T00:16:33.921" v="1067" actId="6549"/>
        <pc:sldMkLst>
          <pc:docMk/>
          <pc:sldMk cId="2363243937" sldId="285"/>
        </pc:sldMkLst>
        <pc:spChg chg="mod">
          <ac:chgData name="Mengmeng Ge" userId="bb5bc401-97cb-4caf-9857-8ff441375414" providerId="ADAL" clId="{A427FCB3-AB72-4787-96B0-C3F6D3329868}" dt="2024-09-02T00:16:22.878" v="1065" actId="948"/>
          <ac:spMkLst>
            <pc:docMk/>
            <pc:sldMk cId="2363243937" sldId="285"/>
            <ac:spMk id="82947" creationId="{00000000-0000-0000-0000-000000000000}"/>
          </ac:spMkLst>
        </pc:spChg>
      </pc:sldChg>
      <pc:sldChg chg="modSp mod modNotesTx">
        <pc:chgData name="Mengmeng Ge" userId="bb5bc401-97cb-4caf-9857-8ff441375414" providerId="ADAL" clId="{A427FCB3-AB72-4787-96B0-C3F6D3329868}" dt="2024-09-01T22:41:05.717" v="11" actId="20577"/>
        <pc:sldMkLst>
          <pc:docMk/>
          <pc:sldMk cId="2355774598" sldId="343"/>
        </pc:sldMkLst>
        <pc:spChg chg="mod">
          <ac:chgData name="Mengmeng Ge" userId="bb5bc401-97cb-4caf-9857-8ff441375414" providerId="ADAL" clId="{A427FCB3-AB72-4787-96B0-C3F6D3329868}" dt="2024-09-01T22:22:47.908" v="7" actId="948"/>
          <ac:spMkLst>
            <pc:docMk/>
            <pc:sldMk cId="2355774598" sldId="343"/>
            <ac:spMk id="9" creationId="{E3352F8B-693D-5020-A95B-69967B407730}"/>
          </ac:spMkLst>
        </pc:spChg>
        <pc:spChg chg="mod">
          <ac:chgData name="Mengmeng Ge" userId="bb5bc401-97cb-4caf-9857-8ff441375414" providerId="ADAL" clId="{A427FCB3-AB72-4787-96B0-C3F6D3329868}" dt="2024-09-01T22:22:38.714" v="6" actId="948"/>
          <ac:spMkLst>
            <pc:docMk/>
            <pc:sldMk cId="2355774598" sldId="343"/>
            <ac:spMk id="10" creationId="{72DCD47C-D5F7-5369-D4A5-5221F9A82A1C}"/>
          </ac:spMkLst>
        </pc:spChg>
      </pc:sldChg>
      <pc:sldChg chg="modSp mod modAnim">
        <pc:chgData name="Mengmeng Ge" userId="bb5bc401-97cb-4caf-9857-8ff441375414" providerId="ADAL" clId="{A427FCB3-AB72-4787-96B0-C3F6D3329868}" dt="2024-09-01T22:42:09.640" v="28" actId="1038"/>
        <pc:sldMkLst>
          <pc:docMk/>
          <pc:sldMk cId="2480476341" sldId="346"/>
        </pc:sldMkLst>
        <pc:spChg chg="mod">
          <ac:chgData name="Mengmeng Ge" userId="bb5bc401-97cb-4caf-9857-8ff441375414" providerId="ADAL" clId="{A427FCB3-AB72-4787-96B0-C3F6D3329868}" dt="2024-09-01T22:42:09.640" v="28" actId="1038"/>
          <ac:spMkLst>
            <pc:docMk/>
            <pc:sldMk cId="2480476341" sldId="346"/>
            <ac:spMk id="12" creationId="{12F62CB9-282F-53FA-F4F9-19A23ECFBB79}"/>
          </ac:spMkLst>
        </pc:spChg>
        <pc:spChg chg="mod">
          <ac:chgData name="Mengmeng Ge" userId="bb5bc401-97cb-4caf-9857-8ff441375414" providerId="ADAL" clId="{A427FCB3-AB72-4787-96B0-C3F6D3329868}" dt="2024-09-01T22:42:07.165" v="26" actId="1038"/>
          <ac:spMkLst>
            <pc:docMk/>
            <pc:sldMk cId="2480476341" sldId="346"/>
            <ac:spMk id="14" creationId="{2E051A26-27E7-86CB-D0CA-0491D87A9F75}"/>
          </ac:spMkLst>
        </pc:spChg>
      </pc:sldChg>
      <pc:sldChg chg="modSp mod">
        <pc:chgData name="Mengmeng Ge" userId="bb5bc401-97cb-4caf-9857-8ff441375414" providerId="ADAL" clId="{A427FCB3-AB72-4787-96B0-C3F6D3329868}" dt="2024-09-01T22:49:08.612" v="30" actId="1035"/>
        <pc:sldMkLst>
          <pc:docMk/>
          <pc:sldMk cId="2995093878" sldId="354"/>
        </pc:sldMkLst>
        <pc:picChg chg="mod">
          <ac:chgData name="Mengmeng Ge" userId="bb5bc401-97cb-4caf-9857-8ff441375414" providerId="ADAL" clId="{A427FCB3-AB72-4787-96B0-C3F6D3329868}" dt="2024-09-01T22:49:08.612" v="30" actId="1035"/>
          <ac:picMkLst>
            <pc:docMk/>
            <pc:sldMk cId="2995093878" sldId="354"/>
            <ac:picMk id="3" creationId="{7E9998CE-F4B3-0D3C-6406-308CA3843D11}"/>
          </ac:picMkLst>
        </pc:picChg>
      </pc:sldChg>
      <pc:sldChg chg="modSp mod modAnim modNotesTx">
        <pc:chgData name="Mengmeng Ge" userId="bb5bc401-97cb-4caf-9857-8ff441375414" providerId="ADAL" clId="{A427FCB3-AB72-4787-96B0-C3F6D3329868}" dt="2024-09-01T23:13:19.783" v="610"/>
        <pc:sldMkLst>
          <pc:docMk/>
          <pc:sldMk cId="1355059008" sldId="357"/>
        </pc:sldMkLst>
        <pc:spChg chg="mod">
          <ac:chgData name="Mengmeng Ge" userId="bb5bc401-97cb-4caf-9857-8ff441375414" providerId="ADAL" clId="{A427FCB3-AB72-4787-96B0-C3F6D3329868}" dt="2024-09-01T23:13:15.313" v="609" actId="14100"/>
          <ac:spMkLst>
            <pc:docMk/>
            <pc:sldMk cId="1355059008" sldId="357"/>
            <ac:spMk id="3" creationId="{6B64856A-4270-E70B-D744-17029CAA4F84}"/>
          </ac:spMkLst>
        </pc:spChg>
      </pc:sldChg>
      <pc:sldChg chg="modSp mod">
        <pc:chgData name="Mengmeng Ge" userId="bb5bc401-97cb-4caf-9857-8ff441375414" providerId="ADAL" clId="{A427FCB3-AB72-4787-96B0-C3F6D3329868}" dt="2024-09-01T23:20:10.893" v="611" actId="14100"/>
        <pc:sldMkLst>
          <pc:docMk/>
          <pc:sldMk cId="313127415" sldId="364"/>
        </pc:sldMkLst>
        <pc:graphicFrameChg chg="mod">
          <ac:chgData name="Mengmeng Ge" userId="bb5bc401-97cb-4caf-9857-8ff441375414" providerId="ADAL" clId="{A427FCB3-AB72-4787-96B0-C3F6D3329868}" dt="2024-09-01T23:20:10.893" v="611" actId="14100"/>
          <ac:graphicFrameMkLst>
            <pc:docMk/>
            <pc:sldMk cId="313127415" sldId="364"/>
            <ac:graphicFrameMk id="3" creationId="{D5F06040-0B6A-9089-17B9-0AA100EF05F8}"/>
          </ac:graphicFrameMkLst>
        </pc:graphicFrameChg>
      </pc:sldChg>
      <pc:sldChg chg="modNotesTx">
        <pc:chgData name="Mengmeng Ge" userId="bb5bc401-97cb-4caf-9857-8ff441375414" providerId="ADAL" clId="{A427FCB3-AB72-4787-96B0-C3F6D3329868}" dt="2024-09-01T23:25:20.227" v="629" actId="20577"/>
        <pc:sldMkLst>
          <pc:docMk/>
          <pc:sldMk cId="1815445551" sldId="369"/>
        </pc:sldMkLst>
      </pc:sldChg>
      <pc:sldChg chg="modSp mod">
        <pc:chgData name="Mengmeng Ge" userId="bb5bc401-97cb-4caf-9857-8ff441375414" providerId="ADAL" clId="{A427FCB3-AB72-4787-96B0-C3F6D3329868}" dt="2024-09-01T22:53:52.054" v="42"/>
        <pc:sldMkLst>
          <pc:docMk/>
          <pc:sldMk cId="1062976393" sldId="1606"/>
        </pc:sldMkLst>
        <pc:graphicFrameChg chg="mod">
          <ac:chgData name="Mengmeng Ge" userId="bb5bc401-97cb-4caf-9857-8ff441375414" providerId="ADAL" clId="{A427FCB3-AB72-4787-96B0-C3F6D3329868}" dt="2024-09-01T22:53:52.054" v="42"/>
          <ac:graphicFrameMkLst>
            <pc:docMk/>
            <pc:sldMk cId="1062976393" sldId="1606"/>
            <ac:graphicFrameMk id="5" creationId="{DB3E8498-1E75-BCE3-D63B-42927A2E8B5C}"/>
          </ac:graphicFrameMkLst>
        </pc:graphicFrameChg>
      </pc:sldChg>
      <pc:sldChg chg="modSp mod modNotesTx">
        <pc:chgData name="Mengmeng Ge" userId="bb5bc401-97cb-4caf-9857-8ff441375414" providerId="ADAL" clId="{A427FCB3-AB72-4787-96B0-C3F6D3329868}" dt="2024-09-01T23:45:43.780" v="833" actId="20577"/>
        <pc:sldMkLst>
          <pc:docMk/>
          <pc:sldMk cId="177974136" sldId="1609"/>
        </pc:sldMkLst>
        <pc:spChg chg="mod">
          <ac:chgData name="Mengmeng Ge" userId="bb5bc401-97cb-4caf-9857-8ff441375414" providerId="ADAL" clId="{A427FCB3-AB72-4787-96B0-C3F6D3329868}" dt="2024-09-01T23:42:50.218" v="801" actId="1036"/>
          <ac:spMkLst>
            <pc:docMk/>
            <pc:sldMk cId="177974136" sldId="1609"/>
            <ac:spMk id="6" creationId="{00000000-0000-0000-0000-000000000000}"/>
          </ac:spMkLst>
        </pc:spChg>
        <pc:spChg chg="mod">
          <ac:chgData name="Mengmeng Ge" userId="bb5bc401-97cb-4caf-9857-8ff441375414" providerId="ADAL" clId="{A427FCB3-AB72-4787-96B0-C3F6D3329868}" dt="2024-09-01T23:44:26.345" v="822" actId="20577"/>
          <ac:spMkLst>
            <pc:docMk/>
            <pc:sldMk cId="177974136" sldId="1609"/>
            <ac:spMk id="7"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5" creationId="{00000000-0000-0000-0000-000000000000}"/>
          </ac:spMkLst>
        </pc:spChg>
        <pc:spChg chg="mod">
          <ac:chgData name="Mengmeng Ge" userId="bb5bc401-97cb-4caf-9857-8ff441375414" providerId="ADAL" clId="{A427FCB3-AB72-4787-96B0-C3F6D3329868}" dt="2024-09-01T23:45:29.759" v="831" actId="1076"/>
          <ac:spMkLst>
            <pc:docMk/>
            <pc:sldMk cId="177974136" sldId="1609"/>
            <ac:spMk id="26"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0"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2"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3"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4"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5"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6"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7"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8"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39"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0"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1"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2"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3"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4"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5"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6" creationId="{00000000-0000-0000-0000-000000000000}"/>
          </ac:spMkLst>
        </pc:spChg>
        <pc:spChg chg="mod">
          <ac:chgData name="Mengmeng Ge" userId="bb5bc401-97cb-4caf-9857-8ff441375414" providerId="ADAL" clId="{A427FCB3-AB72-4787-96B0-C3F6D3329868}" dt="2024-09-01T23:42:50.218" v="801" actId="1036"/>
          <ac:spMkLst>
            <pc:docMk/>
            <pc:sldMk cId="177974136" sldId="1609"/>
            <ac:spMk id="201747" creationId="{00000000-0000-0000-0000-000000000000}"/>
          </ac:spMkLst>
        </pc:spChg>
        <pc:grpChg chg="mod">
          <ac:chgData name="Mengmeng Ge" userId="bb5bc401-97cb-4caf-9857-8ff441375414" providerId="ADAL" clId="{A427FCB3-AB72-4787-96B0-C3F6D3329868}" dt="2024-09-01T23:42:50.218" v="801" actId="1036"/>
          <ac:grpSpMkLst>
            <pc:docMk/>
            <pc:sldMk cId="177974136" sldId="1609"/>
            <ac:grpSpMk id="5" creationId="{00000000-0000-0000-0000-000000000000}"/>
          </ac:grpSpMkLst>
        </pc:grpChg>
        <pc:grpChg chg="mod">
          <ac:chgData name="Mengmeng Ge" userId="bb5bc401-97cb-4caf-9857-8ff441375414" providerId="ADAL" clId="{A427FCB3-AB72-4787-96B0-C3F6D3329868}" dt="2024-09-01T23:45:27.212" v="830" actId="1076"/>
          <ac:grpSpMkLst>
            <pc:docMk/>
            <pc:sldMk cId="177974136" sldId="1609"/>
            <ac:grpSpMk id="8" creationId="{00000000-0000-0000-0000-000000000000}"/>
          </ac:grpSpMkLst>
        </pc:grpChg>
        <pc:grpChg chg="mod">
          <ac:chgData name="Mengmeng Ge" userId="bb5bc401-97cb-4caf-9857-8ff441375414" providerId="ADAL" clId="{A427FCB3-AB72-4787-96B0-C3F6D3329868}" dt="2024-09-01T23:42:50.218" v="801" actId="1036"/>
          <ac:grpSpMkLst>
            <pc:docMk/>
            <pc:sldMk cId="177974136" sldId="1609"/>
            <ac:grpSpMk id="201751" creationId="{00000000-0000-0000-0000-000000000000}"/>
          </ac:grpSpMkLst>
        </pc:grpChg>
      </pc:sldChg>
      <pc:sldChg chg="delSp modSp mod">
        <pc:chgData name="Mengmeng Ge" userId="bb5bc401-97cb-4caf-9857-8ff441375414" providerId="ADAL" clId="{A427FCB3-AB72-4787-96B0-C3F6D3329868}" dt="2024-09-02T00:08:33.877" v="1046" actId="20577"/>
        <pc:sldMkLst>
          <pc:docMk/>
          <pc:sldMk cId="2111446250" sldId="1610"/>
        </pc:sldMkLst>
        <pc:spChg chg="del">
          <ac:chgData name="Mengmeng Ge" userId="bb5bc401-97cb-4caf-9857-8ff441375414" providerId="ADAL" clId="{A427FCB3-AB72-4787-96B0-C3F6D3329868}" dt="2024-09-02T00:05:01.342" v="1024" actId="478"/>
          <ac:spMkLst>
            <pc:docMk/>
            <pc:sldMk cId="2111446250" sldId="1610"/>
            <ac:spMk id="9" creationId="{CB487BE0-B74E-FC83-172E-80A7D7985593}"/>
          </ac:spMkLst>
        </pc:spChg>
        <pc:spChg chg="mod">
          <ac:chgData name="Mengmeng Ge" userId="bb5bc401-97cb-4caf-9857-8ff441375414" providerId="ADAL" clId="{A427FCB3-AB72-4787-96B0-C3F6D3329868}" dt="2024-09-02T00:08:26.196" v="1037" actId="20577"/>
          <ac:spMkLst>
            <pc:docMk/>
            <pc:sldMk cId="2111446250" sldId="1610"/>
            <ac:spMk id="17" creationId="{EF678279-BA50-FDBC-DCD9-880CAA30E2A9}"/>
          </ac:spMkLst>
        </pc:spChg>
        <pc:spChg chg="mod">
          <ac:chgData name="Mengmeng Ge" userId="bb5bc401-97cb-4caf-9857-8ff441375414" providerId="ADAL" clId="{A427FCB3-AB72-4787-96B0-C3F6D3329868}" dt="2024-09-02T00:08:33.877" v="1046" actId="20577"/>
          <ac:spMkLst>
            <pc:docMk/>
            <pc:sldMk cId="2111446250" sldId="1610"/>
            <ac:spMk id="20" creationId="{23B49B94-6629-AED0-5F24-129B9F0DD271}"/>
          </ac:spMkLst>
        </pc:spChg>
      </pc:sldChg>
      <pc:sldChg chg="modNotesTx">
        <pc:chgData name="Mengmeng Ge" userId="bb5bc401-97cb-4caf-9857-8ff441375414" providerId="ADAL" clId="{A427FCB3-AB72-4787-96B0-C3F6D3329868}" dt="2024-09-02T00:09:20.308" v="1048" actId="20577"/>
        <pc:sldMkLst>
          <pc:docMk/>
          <pc:sldMk cId="2463062996" sldId="1611"/>
        </pc:sldMkLst>
      </pc:sldChg>
      <pc:sldChg chg="modSp mod">
        <pc:chgData name="Mengmeng Ge" userId="bb5bc401-97cb-4caf-9857-8ff441375414" providerId="ADAL" clId="{A427FCB3-AB72-4787-96B0-C3F6D3329868}" dt="2024-09-02T00:17:32.218" v="1068" actId="20577"/>
        <pc:sldMkLst>
          <pc:docMk/>
          <pc:sldMk cId="2291271496" sldId="1612"/>
        </pc:sldMkLst>
        <pc:spChg chg="mod">
          <ac:chgData name="Mengmeng Ge" userId="bb5bc401-97cb-4caf-9857-8ff441375414" providerId="ADAL" clId="{A427FCB3-AB72-4787-96B0-C3F6D3329868}" dt="2024-09-02T00:17:32.218" v="1068" actId="20577"/>
          <ac:spMkLst>
            <pc:docMk/>
            <pc:sldMk cId="2291271496" sldId="1612"/>
            <ac:spMk id="3" creationId="{5FFEF8E8-8F94-D0C6-2945-65F382798584}"/>
          </ac:spMkLst>
        </pc:spChg>
      </pc:sldChg>
      <pc:sldChg chg="modSp new mod modAnim modNotesTx">
        <pc:chgData name="Mengmeng Ge" userId="bb5bc401-97cb-4caf-9857-8ff441375414" providerId="ADAL" clId="{A427FCB3-AB72-4787-96B0-C3F6D3329868}" dt="2024-09-01T23:02:09.471" v="143"/>
        <pc:sldMkLst>
          <pc:docMk/>
          <pc:sldMk cId="3387505533" sldId="1614"/>
        </pc:sldMkLst>
        <pc:spChg chg="mod">
          <ac:chgData name="Mengmeng Ge" userId="bb5bc401-97cb-4caf-9857-8ff441375414" providerId="ADAL" clId="{A427FCB3-AB72-4787-96B0-C3F6D3329868}" dt="2024-09-01T22:56:14.111" v="80" actId="20577"/>
          <ac:spMkLst>
            <pc:docMk/>
            <pc:sldMk cId="3387505533" sldId="1614"/>
            <ac:spMk id="2" creationId="{1AFF0423-E401-20CB-C048-E0D97677FFF9}"/>
          </ac:spMkLst>
        </pc:spChg>
        <pc:spChg chg="mod">
          <ac:chgData name="Mengmeng Ge" userId="bb5bc401-97cb-4caf-9857-8ff441375414" providerId="ADAL" clId="{A427FCB3-AB72-4787-96B0-C3F6D3329868}" dt="2024-09-01T23:01:52.515" v="140" actId="14100"/>
          <ac:spMkLst>
            <pc:docMk/>
            <pc:sldMk cId="3387505533" sldId="1614"/>
            <ac:spMk id="3" creationId="{F58515D8-EAE5-143F-7A07-D129990BFA17}"/>
          </ac:spMkLst>
        </pc:spChg>
      </pc:sldChg>
      <pc:sldChg chg="addSp delSp modSp new mod modNotesTx">
        <pc:chgData name="Mengmeng Ge" userId="bb5bc401-97cb-4caf-9857-8ff441375414" providerId="ADAL" clId="{A427FCB3-AB72-4787-96B0-C3F6D3329868}" dt="2024-09-01T23:41:19.709" v="761" actId="20577"/>
        <pc:sldMkLst>
          <pc:docMk/>
          <pc:sldMk cId="2759213474" sldId="1615"/>
        </pc:sldMkLst>
        <pc:spChg chg="mod">
          <ac:chgData name="Mengmeng Ge" userId="bb5bc401-97cb-4caf-9857-8ff441375414" providerId="ADAL" clId="{A427FCB3-AB72-4787-96B0-C3F6D3329868}" dt="2024-09-01T23:28:52.387" v="646" actId="20577"/>
          <ac:spMkLst>
            <pc:docMk/>
            <pc:sldMk cId="2759213474" sldId="1615"/>
            <ac:spMk id="2" creationId="{9B2772FB-E81E-32B3-56D4-D2B2AF354C8B}"/>
          </ac:spMkLst>
        </pc:spChg>
        <pc:spChg chg="mod">
          <ac:chgData name="Mengmeng Ge" userId="bb5bc401-97cb-4caf-9857-8ff441375414" providerId="ADAL" clId="{A427FCB3-AB72-4787-96B0-C3F6D3329868}" dt="2024-09-01T23:36:00.755" v="734" actId="15"/>
          <ac:spMkLst>
            <pc:docMk/>
            <pc:sldMk cId="2759213474" sldId="1615"/>
            <ac:spMk id="3" creationId="{F970B004-A054-D26D-D45A-2C725FDB7F41}"/>
          </ac:spMkLst>
        </pc:spChg>
        <pc:spChg chg="add del mod">
          <ac:chgData name="Mengmeng Ge" userId="bb5bc401-97cb-4caf-9857-8ff441375414" providerId="ADAL" clId="{A427FCB3-AB72-4787-96B0-C3F6D3329868}" dt="2024-09-01T23:39:02.556" v="737" actId="478"/>
          <ac:spMkLst>
            <pc:docMk/>
            <pc:sldMk cId="2759213474" sldId="1615"/>
            <ac:spMk id="8" creationId="{4EA3DBFA-8BD3-8038-87DF-E41C0538EE71}"/>
          </ac:spMkLst>
        </pc:spChg>
        <pc:spChg chg="add mod">
          <ac:chgData name="Mengmeng Ge" userId="bb5bc401-97cb-4caf-9857-8ff441375414" providerId="ADAL" clId="{A427FCB3-AB72-4787-96B0-C3F6D3329868}" dt="2024-09-01T23:41:05.979" v="747" actId="20577"/>
          <ac:spMkLst>
            <pc:docMk/>
            <pc:sldMk cId="2759213474" sldId="1615"/>
            <ac:spMk id="13" creationId="{0BF9E906-3716-236F-72D2-C9515ECFA79E}"/>
          </ac:spMkLst>
        </pc:spChg>
        <pc:picChg chg="add del mod">
          <ac:chgData name="Mengmeng Ge" userId="bb5bc401-97cb-4caf-9857-8ff441375414" providerId="ADAL" clId="{A427FCB3-AB72-4787-96B0-C3F6D3329868}" dt="2024-09-01T23:38:59.100" v="736" actId="478"/>
          <ac:picMkLst>
            <pc:docMk/>
            <pc:sldMk cId="2759213474" sldId="1615"/>
            <ac:picMk id="6" creationId="{D660C34A-557D-0E1F-34CF-C1E2D6F426C6}"/>
          </ac:picMkLst>
        </pc:picChg>
        <pc:picChg chg="add mod">
          <ac:chgData name="Mengmeng Ge" userId="bb5bc401-97cb-4caf-9857-8ff441375414" providerId="ADAL" clId="{A427FCB3-AB72-4787-96B0-C3F6D3329868}" dt="2024-09-01T23:39:33.598" v="742" actId="1076"/>
          <ac:picMkLst>
            <pc:docMk/>
            <pc:sldMk cId="2759213474" sldId="1615"/>
            <ac:picMk id="10" creationId="{4ABB9017-B08B-1F34-5DC4-A89941582393}"/>
          </ac:picMkLst>
        </pc:picChg>
        <pc:picChg chg="add del">
          <ac:chgData name="Mengmeng Ge" userId="bb5bc401-97cb-4caf-9857-8ff441375414" providerId="ADAL" clId="{A427FCB3-AB72-4787-96B0-C3F6D3329868}" dt="2024-09-01T23:40:51.925" v="744" actId="22"/>
          <ac:picMkLst>
            <pc:docMk/>
            <pc:sldMk cId="2759213474" sldId="1615"/>
            <ac:picMk id="12" creationId="{8949EA62-FAA9-3353-1557-F636853DBD07}"/>
          </ac:picMkLst>
        </pc:picChg>
      </pc:sldChg>
      <pc:sldChg chg="modSp new mod modAnim modNotesTx">
        <pc:chgData name="Mengmeng Ge" userId="bb5bc401-97cb-4caf-9857-8ff441375414" providerId="ADAL" clId="{A427FCB3-AB72-4787-96B0-C3F6D3329868}" dt="2024-09-02T00:01:21" v="1023"/>
        <pc:sldMkLst>
          <pc:docMk/>
          <pc:sldMk cId="170172553" sldId="1616"/>
        </pc:sldMkLst>
        <pc:spChg chg="mod">
          <ac:chgData name="Mengmeng Ge" userId="bb5bc401-97cb-4caf-9857-8ff441375414" providerId="ADAL" clId="{A427FCB3-AB72-4787-96B0-C3F6D3329868}" dt="2024-09-01T23:46:40.581" v="855" actId="20577"/>
          <ac:spMkLst>
            <pc:docMk/>
            <pc:sldMk cId="170172553" sldId="1616"/>
            <ac:spMk id="2" creationId="{3B5B706F-859D-20AF-7A67-BD62756DEF07}"/>
          </ac:spMkLst>
        </pc:spChg>
        <pc:spChg chg="mod">
          <ac:chgData name="Mengmeng Ge" userId="bb5bc401-97cb-4caf-9857-8ff441375414" providerId="ADAL" clId="{A427FCB3-AB72-4787-96B0-C3F6D3329868}" dt="2024-09-02T00:01:19.079" v="1022" actId="14100"/>
          <ac:spMkLst>
            <pc:docMk/>
            <pc:sldMk cId="170172553" sldId="1616"/>
            <ac:spMk id="3" creationId="{C86E4477-6F74-A08B-16E7-CA5C841BD7B0}"/>
          </ac:spMkLst>
        </pc:spChg>
      </pc:sldChg>
      <pc:sldChg chg="addSp delSp modSp new mod">
        <pc:chgData name="Mengmeng Ge" userId="bb5bc401-97cb-4caf-9857-8ff441375414" providerId="ADAL" clId="{A427FCB3-AB72-4787-96B0-C3F6D3329868}" dt="2024-09-02T00:27:31.542" v="1142" actId="1036"/>
        <pc:sldMkLst>
          <pc:docMk/>
          <pc:sldMk cId="1489984579" sldId="1617"/>
        </pc:sldMkLst>
        <pc:spChg chg="mod">
          <ac:chgData name="Mengmeng Ge" userId="bb5bc401-97cb-4caf-9857-8ff441375414" providerId="ADAL" clId="{A427FCB3-AB72-4787-96B0-C3F6D3329868}" dt="2024-09-02T00:24:57.749" v="1107" actId="20577"/>
          <ac:spMkLst>
            <pc:docMk/>
            <pc:sldMk cId="1489984579" sldId="1617"/>
            <ac:spMk id="2" creationId="{178F2E67-B723-3EB5-212D-991EA68C6D70}"/>
          </ac:spMkLst>
        </pc:spChg>
        <pc:spChg chg="del">
          <ac:chgData name="Mengmeng Ge" userId="bb5bc401-97cb-4caf-9857-8ff441375414" providerId="ADAL" clId="{A427FCB3-AB72-4787-96B0-C3F6D3329868}" dt="2024-09-02T00:24:46.578" v="1092" actId="478"/>
          <ac:spMkLst>
            <pc:docMk/>
            <pc:sldMk cId="1489984579" sldId="1617"/>
            <ac:spMk id="3" creationId="{AAC1CEDF-DF12-1E6D-B31F-05A063E1217F}"/>
          </ac:spMkLst>
        </pc:spChg>
        <pc:picChg chg="add mod modCrop">
          <ac:chgData name="Mengmeng Ge" userId="bb5bc401-97cb-4caf-9857-8ff441375414" providerId="ADAL" clId="{A427FCB3-AB72-4787-96B0-C3F6D3329868}" dt="2024-09-02T00:27:31.542" v="1142" actId="1036"/>
          <ac:picMkLst>
            <pc:docMk/>
            <pc:sldMk cId="1489984579" sldId="1617"/>
            <ac:picMk id="5" creationId="{762A5DA4-E685-D69B-9671-A7E7AD494FA6}"/>
          </ac:picMkLst>
        </pc:picChg>
      </pc:sldChg>
      <pc:sldChg chg="addSp delSp modSp new mod">
        <pc:chgData name="Mengmeng Ge" userId="bb5bc401-97cb-4caf-9857-8ff441375414" providerId="ADAL" clId="{A427FCB3-AB72-4787-96B0-C3F6D3329868}" dt="2024-09-02T00:25:34.268" v="1136" actId="1076"/>
        <pc:sldMkLst>
          <pc:docMk/>
          <pc:sldMk cId="1065195951" sldId="1618"/>
        </pc:sldMkLst>
        <pc:spChg chg="mod">
          <ac:chgData name="Mengmeng Ge" userId="bb5bc401-97cb-4caf-9857-8ff441375414" providerId="ADAL" clId="{A427FCB3-AB72-4787-96B0-C3F6D3329868}" dt="2024-09-02T00:25:05.539" v="1127" actId="20577"/>
          <ac:spMkLst>
            <pc:docMk/>
            <pc:sldMk cId="1065195951" sldId="1618"/>
            <ac:spMk id="2" creationId="{BF8883E2-5267-7530-BC2B-76FDD83656EE}"/>
          </ac:spMkLst>
        </pc:spChg>
        <pc:spChg chg="del">
          <ac:chgData name="Mengmeng Ge" userId="bb5bc401-97cb-4caf-9857-8ff441375414" providerId="ADAL" clId="{A427FCB3-AB72-4787-96B0-C3F6D3329868}" dt="2024-09-02T00:25:15.297" v="1128" actId="478"/>
          <ac:spMkLst>
            <pc:docMk/>
            <pc:sldMk cId="1065195951" sldId="1618"/>
            <ac:spMk id="3" creationId="{CE14E513-E757-6A98-AC72-ADE11B0368F2}"/>
          </ac:spMkLst>
        </pc:spChg>
        <pc:picChg chg="add mod">
          <ac:chgData name="Mengmeng Ge" userId="bb5bc401-97cb-4caf-9857-8ff441375414" providerId="ADAL" clId="{A427FCB3-AB72-4787-96B0-C3F6D3329868}" dt="2024-09-02T00:25:34.268" v="1136" actId="1076"/>
          <ac:picMkLst>
            <pc:docMk/>
            <pc:sldMk cId="1065195951" sldId="1618"/>
            <ac:picMk id="5" creationId="{2F645D3D-BFA6-5936-42D9-36032878C6C5}"/>
          </ac:picMkLst>
        </pc:picChg>
      </pc:sldChg>
    </pc:docChg>
  </pc:docChgLst>
  <pc:docChgLst>
    <pc:chgData name="Mengmeng Ge" userId="bb5bc401-97cb-4caf-9857-8ff441375414" providerId="ADAL" clId="{CDE5473D-4C29-45F8-A1BE-D589546D10BF}"/>
    <pc:docChg chg="undo custSel addSld modSld">
      <pc:chgData name="Mengmeng Ge" userId="bb5bc401-97cb-4caf-9857-8ff441375414" providerId="ADAL" clId="{CDE5473D-4C29-45F8-A1BE-D589546D10BF}" dt="2024-09-25T07:52:36.898" v="492" actId="1076"/>
      <pc:docMkLst>
        <pc:docMk/>
      </pc:docMkLst>
      <pc:sldChg chg="addSp modSp mod">
        <pc:chgData name="Mengmeng Ge" userId="bb5bc401-97cb-4caf-9857-8ff441375414" providerId="ADAL" clId="{CDE5473D-4C29-45F8-A1BE-D589546D10BF}" dt="2024-09-25T07:24:39.756" v="57" actId="1076"/>
        <pc:sldMkLst>
          <pc:docMk/>
          <pc:sldMk cId="2355774598" sldId="343"/>
        </pc:sldMkLst>
        <pc:spChg chg="add mod">
          <ac:chgData name="Mengmeng Ge" userId="bb5bc401-97cb-4caf-9857-8ff441375414" providerId="ADAL" clId="{CDE5473D-4C29-45F8-A1BE-D589546D10BF}" dt="2024-09-25T07:24:39.756" v="57" actId="1076"/>
          <ac:spMkLst>
            <pc:docMk/>
            <pc:sldMk cId="2355774598" sldId="343"/>
            <ac:spMk id="5" creationId="{DBFC5095-6703-75D7-A36F-2419013A84E6}"/>
          </ac:spMkLst>
        </pc:spChg>
        <pc:spChg chg="mod">
          <ac:chgData name="Mengmeng Ge" userId="bb5bc401-97cb-4caf-9857-8ff441375414" providerId="ADAL" clId="{CDE5473D-4C29-45F8-A1BE-D589546D10BF}" dt="2024-09-25T07:23:58.842" v="24" actId="20577"/>
          <ac:spMkLst>
            <pc:docMk/>
            <pc:sldMk cId="2355774598" sldId="343"/>
            <ac:spMk id="10" creationId="{72DCD47C-D5F7-5369-D4A5-5221F9A82A1C}"/>
          </ac:spMkLst>
        </pc:spChg>
      </pc:sldChg>
      <pc:sldChg chg="delSp modSp mod delAnim modAnim modNotesTx">
        <pc:chgData name="Mengmeng Ge" userId="bb5bc401-97cb-4caf-9857-8ff441375414" providerId="ADAL" clId="{CDE5473D-4C29-45F8-A1BE-D589546D10BF}" dt="2024-09-25T07:34:07.901" v="230"/>
        <pc:sldMkLst>
          <pc:docMk/>
          <pc:sldMk cId="2480476341" sldId="346"/>
        </pc:sldMkLst>
        <pc:spChg chg="mod">
          <ac:chgData name="Mengmeng Ge" userId="bb5bc401-97cb-4caf-9857-8ff441375414" providerId="ADAL" clId="{CDE5473D-4C29-45F8-A1BE-D589546D10BF}" dt="2024-09-25T07:25:53.288" v="70" actId="21"/>
          <ac:spMkLst>
            <pc:docMk/>
            <pc:sldMk cId="2480476341" sldId="346"/>
            <ac:spMk id="2" creationId="{00000000-0000-0000-0000-000000000000}"/>
          </ac:spMkLst>
        </pc:spChg>
        <pc:spChg chg="mod">
          <ac:chgData name="Mengmeng Ge" userId="bb5bc401-97cb-4caf-9857-8ff441375414" providerId="ADAL" clId="{CDE5473D-4C29-45F8-A1BE-D589546D10BF}" dt="2024-09-25T07:29:29.932" v="148" actId="14100"/>
          <ac:spMkLst>
            <pc:docMk/>
            <pc:sldMk cId="2480476341" sldId="346"/>
            <ac:spMk id="3" creationId="{00000000-0000-0000-0000-000000000000}"/>
          </ac:spMkLst>
        </pc:spChg>
        <pc:spChg chg="del">
          <ac:chgData name="Mengmeng Ge" userId="bb5bc401-97cb-4caf-9857-8ff441375414" providerId="ADAL" clId="{CDE5473D-4C29-45F8-A1BE-D589546D10BF}" dt="2024-09-25T07:25:44.087" v="66" actId="478"/>
          <ac:spMkLst>
            <pc:docMk/>
            <pc:sldMk cId="2480476341" sldId="346"/>
            <ac:spMk id="7" creationId="{1F1F5E80-662E-6D5C-2F19-847D4D3B4A8B}"/>
          </ac:spMkLst>
        </pc:spChg>
        <pc:spChg chg="del">
          <ac:chgData name="Mengmeng Ge" userId="bb5bc401-97cb-4caf-9857-8ff441375414" providerId="ADAL" clId="{CDE5473D-4C29-45F8-A1BE-D589546D10BF}" dt="2024-09-25T07:25:44.087" v="66" actId="478"/>
          <ac:spMkLst>
            <pc:docMk/>
            <pc:sldMk cId="2480476341" sldId="346"/>
            <ac:spMk id="8" creationId="{719BCE85-F31E-58CD-305A-517C73EF5127}"/>
          </ac:spMkLst>
        </pc:spChg>
        <pc:spChg chg="del">
          <ac:chgData name="Mengmeng Ge" userId="bb5bc401-97cb-4caf-9857-8ff441375414" providerId="ADAL" clId="{CDE5473D-4C29-45F8-A1BE-D589546D10BF}" dt="2024-09-25T07:25:44.087" v="66" actId="478"/>
          <ac:spMkLst>
            <pc:docMk/>
            <pc:sldMk cId="2480476341" sldId="346"/>
            <ac:spMk id="9" creationId="{08AEDFF1-9385-D995-8E4A-4638D66C6C23}"/>
          </ac:spMkLst>
        </pc:spChg>
        <pc:spChg chg="del">
          <ac:chgData name="Mengmeng Ge" userId="bb5bc401-97cb-4caf-9857-8ff441375414" providerId="ADAL" clId="{CDE5473D-4C29-45F8-A1BE-D589546D10BF}" dt="2024-09-25T07:25:44.087" v="66" actId="478"/>
          <ac:spMkLst>
            <pc:docMk/>
            <pc:sldMk cId="2480476341" sldId="346"/>
            <ac:spMk id="10" creationId="{D01D7CE5-0D9A-2AFE-5DCA-A13795CAC90E}"/>
          </ac:spMkLst>
        </pc:spChg>
        <pc:spChg chg="del">
          <ac:chgData name="Mengmeng Ge" userId="bb5bc401-97cb-4caf-9857-8ff441375414" providerId="ADAL" clId="{CDE5473D-4C29-45F8-A1BE-D589546D10BF}" dt="2024-09-25T07:25:44.087" v="66" actId="478"/>
          <ac:spMkLst>
            <pc:docMk/>
            <pc:sldMk cId="2480476341" sldId="346"/>
            <ac:spMk id="12" creationId="{12F62CB9-282F-53FA-F4F9-19A23ECFBB79}"/>
          </ac:spMkLst>
        </pc:spChg>
        <pc:spChg chg="del">
          <ac:chgData name="Mengmeng Ge" userId="bb5bc401-97cb-4caf-9857-8ff441375414" providerId="ADAL" clId="{CDE5473D-4C29-45F8-A1BE-D589546D10BF}" dt="2024-09-25T07:25:46.716" v="67" actId="478"/>
          <ac:spMkLst>
            <pc:docMk/>
            <pc:sldMk cId="2480476341" sldId="346"/>
            <ac:spMk id="13" creationId="{71FC2BF8-33D1-89E7-04C8-169F6813229C}"/>
          </ac:spMkLst>
        </pc:spChg>
        <pc:spChg chg="del">
          <ac:chgData name="Mengmeng Ge" userId="bb5bc401-97cb-4caf-9857-8ff441375414" providerId="ADAL" clId="{CDE5473D-4C29-45F8-A1BE-D589546D10BF}" dt="2024-09-25T07:25:49.632" v="69" actId="478"/>
          <ac:spMkLst>
            <pc:docMk/>
            <pc:sldMk cId="2480476341" sldId="346"/>
            <ac:spMk id="14" creationId="{2E051A26-27E7-86CB-D0CA-0491D87A9F75}"/>
          </ac:spMkLst>
        </pc:spChg>
        <pc:picChg chg="del">
          <ac:chgData name="Mengmeng Ge" userId="bb5bc401-97cb-4caf-9857-8ff441375414" providerId="ADAL" clId="{CDE5473D-4C29-45F8-A1BE-D589546D10BF}" dt="2024-09-25T07:25:47.911" v="68" actId="478"/>
          <ac:picMkLst>
            <pc:docMk/>
            <pc:sldMk cId="2480476341" sldId="346"/>
            <ac:picMk id="6" creationId="{6F1401CF-45D3-72E6-20C4-0F861AFB331A}"/>
          </ac:picMkLst>
        </pc:picChg>
      </pc:sldChg>
      <pc:sldChg chg="addSp delSp modSp mod modClrScheme chgLayout modNotesTx">
        <pc:chgData name="Mengmeng Ge" userId="bb5bc401-97cb-4caf-9857-8ff441375414" providerId="ADAL" clId="{CDE5473D-4C29-45F8-A1BE-D589546D10BF}" dt="2024-09-25T07:45:51.209" v="433" actId="20577"/>
        <pc:sldMkLst>
          <pc:docMk/>
          <pc:sldMk cId="855083261" sldId="358"/>
        </pc:sldMkLst>
        <pc:spChg chg="mod ord">
          <ac:chgData name="Mengmeng Ge" userId="bb5bc401-97cb-4caf-9857-8ff441375414" providerId="ADAL" clId="{CDE5473D-4C29-45F8-A1BE-D589546D10BF}" dt="2024-09-25T07:37:13.447" v="288" actId="26606"/>
          <ac:spMkLst>
            <pc:docMk/>
            <pc:sldMk cId="855083261" sldId="358"/>
            <ac:spMk id="2" creationId="{00000000-0000-0000-0000-000000000000}"/>
          </ac:spMkLst>
        </pc:spChg>
        <pc:spChg chg="del mod ord">
          <ac:chgData name="Mengmeng Ge" userId="bb5bc401-97cb-4caf-9857-8ff441375414" providerId="ADAL" clId="{CDE5473D-4C29-45F8-A1BE-D589546D10BF}" dt="2024-09-25T07:37:13.447" v="288" actId="26606"/>
          <ac:spMkLst>
            <pc:docMk/>
            <pc:sldMk cId="855083261" sldId="358"/>
            <ac:spMk id="3" creationId="{00000000-0000-0000-0000-000000000000}"/>
          </ac:spMkLst>
        </pc:spChg>
        <pc:spChg chg="mod ord">
          <ac:chgData name="Mengmeng Ge" userId="bb5bc401-97cb-4caf-9857-8ff441375414" providerId="ADAL" clId="{CDE5473D-4C29-45F8-A1BE-D589546D10BF}" dt="2024-09-25T07:37:13.447" v="288" actId="26606"/>
          <ac:spMkLst>
            <pc:docMk/>
            <pc:sldMk cId="855083261" sldId="358"/>
            <ac:spMk id="5" creationId="{00000000-0000-0000-0000-000000000000}"/>
          </ac:spMkLst>
        </pc:spChg>
        <pc:graphicFrameChg chg="add mod">
          <ac:chgData name="Mengmeng Ge" userId="bb5bc401-97cb-4caf-9857-8ff441375414" providerId="ADAL" clId="{CDE5473D-4C29-45F8-A1BE-D589546D10BF}" dt="2024-09-25T07:45:51.209" v="433" actId="20577"/>
          <ac:graphicFrameMkLst>
            <pc:docMk/>
            <pc:sldMk cId="855083261" sldId="358"/>
            <ac:graphicFrameMk id="7" creationId="{9271495F-6252-6583-6890-AD141AA04A96}"/>
          </ac:graphicFrameMkLst>
        </pc:graphicFrameChg>
      </pc:sldChg>
      <pc:sldChg chg="addSp modSp mod modNotesTx">
        <pc:chgData name="Mengmeng Ge" userId="bb5bc401-97cb-4caf-9857-8ff441375414" providerId="ADAL" clId="{CDE5473D-4C29-45F8-A1BE-D589546D10BF}" dt="2024-09-25T07:52:36.898" v="492" actId="1076"/>
        <pc:sldMkLst>
          <pc:docMk/>
          <pc:sldMk cId="2759213474" sldId="1615"/>
        </pc:sldMkLst>
        <pc:spChg chg="mod">
          <ac:chgData name="Mengmeng Ge" userId="bb5bc401-97cb-4caf-9857-8ff441375414" providerId="ADAL" clId="{CDE5473D-4C29-45F8-A1BE-D589546D10BF}" dt="2024-09-25T07:51:05.713" v="471" actId="1076"/>
          <ac:spMkLst>
            <pc:docMk/>
            <pc:sldMk cId="2759213474" sldId="1615"/>
            <ac:spMk id="3" creationId="{F970B004-A054-D26D-D45A-2C725FDB7F41}"/>
          </ac:spMkLst>
        </pc:spChg>
        <pc:spChg chg="add mod">
          <ac:chgData name="Mengmeng Ge" userId="bb5bc401-97cb-4caf-9857-8ff441375414" providerId="ADAL" clId="{CDE5473D-4C29-45F8-A1BE-D589546D10BF}" dt="2024-09-25T07:52:36.898" v="492" actId="1076"/>
          <ac:spMkLst>
            <pc:docMk/>
            <pc:sldMk cId="2759213474" sldId="1615"/>
            <ac:spMk id="8" creationId="{10324824-644E-CDB5-B220-CA93DBE79FE4}"/>
          </ac:spMkLst>
        </pc:spChg>
        <pc:spChg chg="mod">
          <ac:chgData name="Mengmeng Ge" userId="bb5bc401-97cb-4caf-9857-8ff441375414" providerId="ADAL" clId="{CDE5473D-4C29-45F8-A1BE-D589546D10BF}" dt="2024-09-25T07:51:20.332" v="474" actId="1076"/>
          <ac:spMkLst>
            <pc:docMk/>
            <pc:sldMk cId="2759213474" sldId="1615"/>
            <ac:spMk id="13" creationId="{0BF9E906-3716-236F-72D2-C9515ECFA79E}"/>
          </ac:spMkLst>
        </pc:spChg>
        <pc:picChg chg="add mod">
          <ac:chgData name="Mengmeng Ge" userId="bb5bc401-97cb-4caf-9857-8ff441375414" providerId="ADAL" clId="{CDE5473D-4C29-45F8-A1BE-D589546D10BF}" dt="2024-09-25T07:51:01.005" v="470" actId="14100"/>
          <ac:picMkLst>
            <pc:docMk/>
            <pc:sldMk cId="2759213474" sldId="1615"/>
            <ac:picMk id="6" creationId="{72D676DD-B6FF-F998-2ED0-093167A7A3E6}"/>
          </ac:picMkLst>
        </pc:picChg>
        <pc:picChg chg="mod">
          <ac:chgData name="Mengmeng Ge" userId="bb5bc401-97cb-4caf-9857-8ff441375414" providerId="ADAL" clId="{CDE5473D-4C29-45F8-A1BE-D589546D10BF}" dt="2024-09-25T07:51:15.958" v="473" actId="1076"/>
          <ac:picMkLst>
            <pc:docMk/>
            <pc:sldMk cId="2759213474" sldId="1615"/>
            <ac:picMk id="10" creationId="{4ABB9017-B08B-1F34-5DC4-A89941582393}"/>
          </ac:picMkLst>
        </pc:picChg>
      </pc:sldChg>
      <pc:sldChg chg="addSp delSp modSp add mod modNotesTx">
        <pc:chgData name="Mengmeng Ge" userId="bb5bc401-97cb-4caf-9857-8ff441375414" providerId="ADAL" clId="{CDE5473D-4C29-45F8-A1BE-D589546D10BF}" dt="2024-09-25T07:32:00.948" v="227" actId="1037"/>
        <pc:sldMkLst>
          <pc:docMk/>
          <pc:sldMk cId="500344815" sldId="1619"/>
        </pc:sldMkLst>
        <pc:spChg chg="mod">
          <ac:chgData name="Mengmeng Ge" userId="bb5bc401-97cb-4caf-9857-8ff441375414" providerId="ADAL" clId="{CDE5473D-4C29-45F8-A1BE-D589546D10BF}" dt="2024-09-25T07:30:38.857" v="190" actId="20577"/>
          <ac:spMkLst>
            <pc:docMk/>
            <pc:sldMk cId="500344815" sldId="1619"/>
            <ac:spMk id="2" creationId="{00000000-0000-0000-0000-000000000000}"/>
          </ac:spMkLst>
        </pc:spChg>
        <pc:spChg chg="del">
          <ac:chgData name="Mengmeng Ge" userId="bb5bc401-97cb-4caf-9857-8ff441375414" providerId="ADAL" clId="{CDE5473D-4C29-45F8-A1BE-D589546D10BF}" dt="2024-09-25T07:29:51.490" v="152" actId="478"/>
          <ac:spMkLst>
            <pc:docMk/>
            <pc:sldMk cId="500344815" sldId="1619"/>
            <ac:spMk id="3" creationId="{00000000-0000-0000-0000-000000000000}"/>
          </ac:spMkLst>
        </pc:spChg>
        <pc:spChg chg="mod">
          <ac:chgData name="Mengmeng Ge" userId="bb5bc401-97cb-4caf-9857-8ff441375414" providerId="ADAL" clId="{CDE5473D-4C29-45F8-A1BE-D589546D10BF}" dt="2024-09-25T07:31:56.296" v="225" actId="1038"/>
          <ac:spMkLst>
            <pc:docMk/>
            <pc:sldMk cId="500344815" sldId="1619"/>
            <ac:spMk id="8" creationId="{719BCE85-F31E-58CD-305A-517C73EF5127}"/>
          </ac:spMkLst>
        </pc:spChg>
        <pc:spChg chg="mod">
          <ac:chgData name="Mengmeng Ge" userId="bb5bc401-97cb-4caf-9857-8ff441375414" providerId="ADAL" clId="{CDE5473D-4C29-45F8-A1BE-D589546D10BF}" dt="2024-09-25T07:31:13.522" v="211" actId="1038"/>
          <ac:spMkLst>
            <pc:docMk/>
            <pc:sldMk cId="500344815" sldId="1619"/>
            <ac:spMk id="9" creationId="{08AEDFF1-9385-D995-8E4A-4638D66C6C23}"/>
          </ac:spMkLst>
        </pc:spChg>
        <pc:spChg chg="mod">
          <ac:chgData name="Mengmeng Ge" userId="bb5bc401-97cb-4caf-9857-8ff441375414" providerId="ADAL" clId="{CDE5473D-4C29-45F8-A1BE-D589546D10BF}" dt="2024-09-25T07:32:00.948" v="227" actId="1037"/>
          <ac:spMkLst>
            <pc:docMk/>
            <pc:sldMk cId="500344815" sldId="1619"/>
            <ac:spMk id="10" creationId="{D01D7CE5-0D9A-2AFE-5DCA-A13795CAC90E}"/>
          </ac:spMkLst>
        </pc:spChg>
        <pc:spChg chg="add del mod">
          <ac:chgData name="Mengmeng Ge" userId="bb5bc401-97cb-4caf-9857-8ff441375414" providerId="ADAL" clId="{CDE5473D-4C29-45F8-A1BE-D589546D10BF}" dt="2024-09-25T07:29:53.686" v="153" actId="478"/>
          <ac:spMkLst>
            <pc:docMk/>
            <pc:sldMk cId="500344815" sldId="1619"/>
            <ac:spMk id="11" creationId="{EF10DA5F-D8A8-3111-154C-4F2AC07D7EFC}"/>
          </ac:spMkLst>
        </pc:spChg>
        <pc:spChg chg="mod">
          <ac:chgData name="Mengmeng Ge" userId="bb5bc401-97cb-4caf-9857-8ff441375414" providerId="ADAL" clId="{CDE5473D-4C29-45F8-A1BE-D589546D10BF}" dt="2024-09-25T07:31:23.525" v="213" actId="14100"/>
          <ac:spMkLst>
            <pc:docMk/>
            <pc:sldMk cId="500344815" sldId="1619"/>
            <ac:spMk id="12" creationId="{12F62CB9-282F-53FA-F4F9-19A23ECFBB79}"/>
          </ac:spMkLst>
        </pc:spChg>
        <pc:spChg chg="mod">
          <ac:chgData name="Mengmeng Ge" userId="bb5bc401-97cb-4caf-9857-8ff441375414" providerId="ADAL" clId="{CDE5473D-4C29-45F8-A1BE-D589546D10BF}" dt="2024-09-25T07:31:58.701" v="226" actId="1038"/>
          <ac:spMkLst>
            <pc:docMk/>
            <pc:sldMk cId="500344815" sldId="1619"/>
            <ac:spMk id="13" creationId="{71FC2BF8-33D1-89E7-04C8-169F6813229C}"/>
          </ac:spMkLst>
        </pc:spChg>
        <pc:spChg chg="mod">
          <ac:chgData name="Mengmeng Ge" userId="bb5bc401-97cb-4caf-9857-8ff441375414" providerId="ADAL" clId="{CDE5473D-4C29-45F8-A1BE-D589546D10BF}" dt="2024-09-25T07:31:25.821" v="214" actId="1076"/>
          <ac:spMkLst>
            <pc:docMk/>
            <pc:sldMk cId="500344815" sldId="1619"/>
            <ac:spMk id="14" creationId="{2E051A26-27E7-86CB-D0CA-0491D87A9F75}"/>
          </ac:spMkLst>
        </pc:spChg>
        <pc:picChg chg="mod">
          <ac:chgData name="Mengmeng Ge" userId="bb5bc401-97cb-4caf-9857-8ff441375414" providerId="ADAL" clId="{CDE5473D-4C29-45F8-A1BE-D589546D10BF}" dt="2024-09-25T07:30:47.298" v="202" actId="1035"/>
          <ac:picMkLst>
            <pc:docMk/>
            <pc:sldMk cId="500344815" sldId="1619"/>
            <ac:picMk id="6" creationId="{6F1401CF-45D3-72E6-20C4-0F861AFB331A}"/>
          </ac:picMkLst>
        </pc:picChg>
      </pc:sldChg>
    </pc:docChg>
  </pc:docChgLst>
  <pc:docChgLst>
    <pc:chgData name="Mengmeng Ge" userId="bb5bc401-97cb-4caf-9857-8ff441375414" providerId="ADAL" clId="{51964B15-4ECA-40B7-8C07-CD3C8C4E5917}"/>
    <pc:docChg chg="modSld">
      <pc:chgData name="Mengmeng Ge" userId="bb5bc401-97cb-4caf-9857-8ff441375414" providerId="ADAL" clId="{51964B15-4ECA-40B7-8C07-CD3C8C4E5917}" dt="2024-09-25T05:22:37.504" v="124" actId="20577"/>
      <pc:docMkLst>
        <pc:docMk/>
      </pc:docMkLst>
      <pc:sldChg chg="modSp mod">
        <pc:chgData name="Mengmeng Ge" userId="bb5bc401-97cb-4caf-9857-8ff441375414" providerId="ADAL" clId="{51964B15-4ECA-40B7-8C07-CD3C8C4E5917}" dt="2024-09-17T23:18:05.247" v="32" actId="20577"/>
        <pc:sldMkLst>
          <pc:docMk/>
          <pc:sldMk cId="0" sldId="525"/>
        </pc:sldMkLst>
        <pc:spChg chg="mod">
          <ac:chgData name="Mengmeng Ge" userId="bb5bc401-97cb-4caf-9857-8ff441375414" providerId="ADAL" clId="{51964B15-4ECA-40B7-8C07-CD3C8C4E5917}" dt="2024-09-17T23:18:05.247" v="32" actId="20577"/>
          <ac:spMkLst>
            <pc:docMk/>
            <pc:sldMk cId="0" sldId="525"/>
            <ac:spMk id="5" creationId="{00000000-0000-0000-0000-000000000000}"/>
          </ac:spMkLst>
        </pc:spChg>
      </pc:sldChg>
      <pc:sldChg chg="modSp mod">
        <pc:chgData name="Mengmeng Ge" userId="bb5bc401-97cb-4caf-9857-8ff441375414" providerId="ADAL" clId="{51964B15-4ECA-40B7-8C07-CD3C8C4E5917}" dt="2024-09-25T05:17:29.810" v="120" actId="20577"/>
        <pc:sldMkLst>
          <pc:docMk/>
          <pc:sldMk cId="606395498" sldId="632"/>
        </pc:sldMkLst>
        <pc:spChg chg="mod">
          <ac:chgData name="Mengmeng Ge" userId="bb5bc401-97cb-4caf-9857-8ff441375414" providerId="ADAL" clId="{51964B15-4ECA-40B7-8C07-CD3C8C4E5917}" dt="2024-09-25T05:17:29.810" v="120" actId="20577"/>
          <ac:spMkLst>
            <pc:docMk/>
            <pc:sldMk cId="606395498" sldId="632"/>
            <ac:spMk id="3" creationId="{00000000-0000-0000-0000-000000000000}"/>
          </ac:spMkLst>
        </pc:spChg>
      </pc:sldChg>
      <pc:sldChg chg="modSp">
        <pc:chgData name="Mengmeng Ge" userId="bb5bc401-97cb-4caf-9857-8ff441375414" providerId="ADAL" clId="{51964B15-4ECA-40B7-8C07-CD3C8C4E5917}" dt="2024-09-25T05:22:37.504" v="124" actId="20577"/>
        <pc:sldMkLst>
          <pc:docMk/>
          <pc:sldMk cId="170172553" sldId="1616"/>
        </pc:sldMkLst>
        <pc:spChg chg="mod">
          <ac:chgData name="Mengmeng Ge" userId="bb5bc401-97cb-4caf-9857-8ff441375414" providerId="ADAL" clId="{51964B15-4ECA-40B7-8C07-CD3C8C4E5917}" dt="2024-09-25T05:22:37.504" v="124" actId="20577"/>
          <ac:spMkLst>
            <pc:docMk/>
            <pc:sldMk cId="170172553" sldId="1616"/>
            <ac:spMk id="3" creationId="{C86E4477-6F74-A08B-16E7-CA5C841BD7B0}"/>
          </ac:spMkLst>
        </pc:spChg>
      </pc:sldChg>
    </pc:docChg>
  </pc:docChgLst>
  <pc:docChgLst>
    <pc:chgData name="Mengmeng Ge" userId="bb5bc401-97cb-4caf-9857-8ff441375414" providerId="ADAL" clId="{5554E0BC-2FEF-4EF3-9549-F35B08576969}"/>
    <pc:docChg chg="undo custSel addSld delSld modSld sldOrd">
      <pc:chgData name="Mengmeng Ge" userId="bb5bc401-97cb-4caf-9857-8ff441375414" providerId="ADAL" clId="{5554E0BC-2FEF-4EF3-9549-F35B08576969}" dt="2024-05-15T21:48:41.745" v="1347" actId="13926"/>
      <pc:docMkLst>
        <pc:docMk/>
      </pc:docMkLst>
      <pc:sldChg chg="addSp delSp modSp mod">
        <pc:chgData name="Mengmeng Ge" userId="bb5bc401-97cb-4caf-9857-8ff441375414" providerId="ADAL" clId="{5554E0BC-2FEF-4EF3-9549-F35B08576969}" dt="2024-05-13T22:33:54.941" v="284"/>
        <pc:sldMkLst>
          <pc:docMk/>
          <pc:sldMk cId="1914585167" sldId="279"/>
        </pc:sldMkLst>
        <pc:spChg chg="add mod">
          <ac:chgData name="Mengmeng Ge" userId="bb5bc401-97cb-4caf-9857-8ff441375414" providerId="ADAL" clId="{5554E0BC-2FEF-4EF3-9549-F35B08576969}" dt="2024-05-13T22:33:54.941" v="284"/>
          <ac:spMkLst>
            <pc:docMk/>
            <pc:sldMk cId="1914585167" sldId="279"/>
            <ac:spMk id="6" creationId="{F845DA52-A1AD-2A2D-96B0-A090DFF22F02}"/>
          </ac:spMkLst>
        </pc:spChg>
        <pc:spChg chg="del">
          <ac:chgData name="Mengmeng Ge" userId="bb5bc401-97cb-4caf-9857-8ff441375414" providerId="ADAL" clId="{5554E0BC-2FEF-4EF3-9549-F35B08576969}" dt="2024-05-13T22:33:54.593" v="283" actId="478"/>
          <ac:spMkLst>
            <pc:docMk/>
            <pc:sldMk cId="1914585167" sldId="279"/>
            <ac:spMk id="23" creationId="{00000000-0000-0000-0000-000000000000}"/>
          </ac:spMkLst>
        </pc:spChg>
      </pc:sldChg>
      <pc:sldChg chg="addSp delSp modSp mod">
        <pc:chgData name="Mengmeng Ge" userId="bb5bc401-97cb-4caf-9857-8ff441375414" providerId="ADAL" clId="{5554E0BC-2FEF-4EF3-9549-F35B08576969}" dt="2024-05-13T22:34:00.308" v="286"/>
        <pc:sldMkLst>
          <pc:docMk/>
          <pc:sldMk cId="639017603" sldId="281"/>
        </pc:sldMkLst>
        <pc:spChg chg="add mod">
          <ac:chgData name="Mengmeng Ge" userId="bb5bc401-97cb-4caf-9857-8ff441375414" providerId="ADAL" clId="{5554E0BC-2FEF-4EF3-9549-F35B08576969}" dt="2024-05-13T22:34:00.308" v="286"/>
          <ac:spMkLst>
            <pc:docMk/>
            <pc:sldMk cId="639017603" sldId="281"/>
            <ac:spMk id="2" creationId="{804EA376-06F0-DFF1-EB9F-D5DA9FA43B07}"/>
          </ac:spMkLst>
        </pc:spChg>
        <pc:spChg chg="del">
          <ac:chgData name="Mengmeng Ge" userId="bb5bc401-97cb-4caf-9857-8ff441375414" providerId="ADAL" clId="{5554E0BC-2FEF-4EF3-9549-F35B08576969}" dt="2024-05-13T22:33:59.939" v="285" actId="478"/>
          <ac:spMkLst>
            <pc:docMk/>
            <pc:sldMk cId="639017603" sldId="281"/>
            <ac:spMk id="5" creationId="{00000000-0000-0000-0000-000000000000}"/>
          </ac:spMkLst>
        </pc:spChg>
      </pc:sldChg>
      <pc:sldChg chg="addSp delSp modSp mod">
        <pc:chgData name="Mengmeng Ge" userId="bb5bc401-97cb-4caf-9857-8ff441375414" providerId="ADAL" clId="{5554E0BC-2FEF-4EF3-9549-F35B08576969}" dt="2024-05-13T22:34:06.056" v="288"/>
        <pc:sldMkLst>
          <pc:docMk/>
          <pc:sldMk cId="2908450054" sldId="282"/>
        </pc:sldMkLst>
        <pc:spChg chg="add mod">
          <ac:chgData name="Mengmeng Ge" userId="bb5bc401-97cb-4caf-9857-8ff441375414" providerId="ADAL" clId="{5554E0BC-2FEF-4EF3-9549-F35B08576969}" dt="2024-05-13T22:34:06.056" v="288"/>
          <ac:spMkLst>
            <pc:docMk/>
            <pc:sldMk cId="2908450054" sldId="282"/>
            <ac:spMk id="2" creationId="{A14D472A-E689-7278-A0A9-546908FE1601}"/>
          </ac:spMkLst>
        </pc:spChg>
        <pc:spChg chg="del">
          <ac:chgData name="Mengmeng Ge" userId="bb5bc401-97cb-4caf-9857-8ff441375414" providerId="ADAL" clId="{5554E0BC-2FEF-4EF3-9549-F35B08576969}" dt="2024-05-13T22:34:05.592" v="287" actId="478"/>
          <ac:spMkLst>
            <pc:docMk/>
            <pc:sldMk cId="2908450054" sldId="282"/>
            <ac:spMk id="5" creationId="{00000000-0000-0000-0000-000000000000}"/>
          </ac:spMkLst>
        </pc:spChg>
      </pc:sldChg>
      <pc:sldChg chg="addSp delSp modSp mod">
        <pc:chgData name="Mengmeng Ge" userId="bb5bc401-97cb-4caf-9857-8ff441375414" providerId="ADAL" clId="{5554E0BC-2FEF-4EF3-9549-F35B08576969}" dt="2024-05-13T22:34:27.451" v="290"/>
        <pc:sldMkLst>
          <pc:docMk/>
          <pc:sldMk cId="1896597836" sldId="289"/>
        </pc:sldMkLst>
        <pc:spChg chg="add mod">
          <ac:chgData name="Mengmeng Ge" userId="bb5bc401-97cb-4caf-9857-8ff441375414" providerId="ADAL" clId="{5554E0BC-2FEF-4EF3-9549-F35B08576969}" dt="2024-05-13T22:34:27.451" v="290"/>
          <ac:spMkLst>
            <pc:docMk/>
            <pc:sldMk cId="1896597836" sldId="289"/>
            <ac:spMk id="2" creationId="{47FABB60-F6B4-23FC-1888-F51C698865D0}"/>
          </ac:spMkLst>
        </pc:spChg>
        <pc:spChg chg="del">
          <ac:chgData name="Mengmeng Ge" userId="bb5bc401-97cb-4caf-9857-8ff441375414" providerId="ADAL" clId="{5554E0BC-2FEF-4EF3-9549-F35B08576969}" dt="2024-05-13T22:34:27.103" v="289" actId="478"/>
          <ac:spMkLst>
            <pc:docMk/>
            <pc:sldMk cId="1896597836" sldId="289"/>
            <ac:spMk id="5" creationId="{00000000-0000-0000-0000-000000000000}"/>
          </ac:spMkLst>
        </pc:spChg>
      </pc:sldChg>
      <pc:sldChg chg="addSp delSp modSp mod">
        <pc:chgData name="Mengmeng Ge" userId="bb5bc401-97cb-4caf-9857-8ff441375414" providerId="ADAL" clId="{5554E0BC-2FEF-4EF3-9549-F35B08576969}" dt="2024-05-13T21:53:41.259" v="49"/>
        <pc:sldMkLst>
          <pc:docMk/>
          <pc:sldMk cId="2151264493" sldId="342"/>
        </pc:sldMkLst>
        <pc:spChg chg="add mod">
          <ac:chgData name="Mengmeng Ge" userId="bb5bc401-97cb-4caf-9857-8ff441375414" providerId="ADAL" clId="{5554E0BC-2FEF-4EF3-9549-F35B08576969}" dt="2024-05-13T21:53:41.259" v="49"/>
          <ac:spMkLst>
            <pc:docMk/>
            <pc:sldMk cId="2151264493" sldId="342"/>
            <ac:spMk id="2" creationId="{CDC7C002-7386-D6BD-3D98-30FD43D6DACE}"/>
          </ac:spMkLst>
        </pc:spChg>
        <pc:spChg chg="del">
          <ac:chgData name="Mengmeng Ge" userId="bb5bc401-97cb-4caf-9857-8ff441375414" providerId="ADAL" clId="{5554E0BC-2FEF-4EF3-9549-F35B08576969}" dt="2024-05-13T21:53:37.373" v="48" actId="478"/>
          <ac:spMkLst>
            <pc:docMk/>
            <pc:sldMk cId="2151264493" sldId="342"/>
            <ac:spMk id="5" creationId="{00000000-0000-0000-0000-000000000000}"/>
          </ac:spMkLst>
        </pc:spChg>
        <pc:spChg chg="mod">
          <ac:chgData name="Mengmeng Ge" userId="bb5bc401-97cb-4caf-9857-8ff441375414" providerId="ADAL" clId="{5554E0BC-2FEF-4EF3-9549-F35B08576969}" dt="2024-05-13T21:53:32.087" v="47" actId="14100"/>
          <ac:spMkLst>
            <pc:docMk/>
            <pc:sldMk cId="2151264493" sldId="342"/>
            <ac:spMk id="235523" creationId="{00000000-0000-0000-0000-000000000000}"/>
          </ac:spMkLst>
        </pc:spChg>
      </pc:sldChg>
      <pc:sldChg chg="addSp modSp mod modNotesTx">
        <pc:chgData name="Mengmeng Ge" userId="bb5bc401-97cb-4caf-9857-8ff441375414" providerId="ADAL" clId="{5554E0BC-2FEF-4EF3-9549-F35B08576969}" dt="2024-05-13T22:31:38.409" v="268" actId="20577"/>
        <pc:sldMkLst>
          <pc:docMk/>
          <pc:sldMk cId="2355774598" sldId="343"/>
        </pc:sldMkLst>
        <pc:spChg chg="mod">
          <ac:chgData name="Mengmeng Ge" userId="bb5bc401-97cb-4caf-9857-8ff441375414" providerId="ADAL" clId="{5554E0BC-2FEF-4EF3-9549-F35B08576969}" dt="2024-05-13T21:54:06.253" v="65" actId="20577"/>
          <ac:spMkLst>
            <pc:docMk/>
            <pc:sldMk cId="2355774598" sldId="343"/>
            <ac:spMk id="2" creationId="{00000000-0000-0000-0000-000000000000}"/>
          </ac:spMkLst>
        </pc:spChg>
        <pc:spChg chg="mod">
          <ac:chgData name="Mengmeng Ge" userId="bb5bc401-97cb-4caf-9857-8ff441375414" providerId="ADAL" clId="{5554E0BC-2FEF-4EF3-9549-F35B08576969}" dt="2024-05-13T22:06:12.877" v="80" actId="14100"/>
          <ac:spMkLst>
            <pc:docMk/>
            <pc:sldMk cId="2355774598" sldId="343"/>
            <ac:spMk id="3" creationId="{00000000-0000-0000-0000-000000000000}"/>
          </ac:spMkLst>
        </pc:spChg>
        <pc:spChg chg="add mod">
          <ac:chgData name="Mengmeng Ge" userId="bb5bc401-97cb-4caf-9857-8ff441375414" providerId="ADAL" clId="{5554E0BC-2FEF-4EF3-9549-F35B08576969}" dt="2024-05-13T22:22:27.011" v="112" actId="1036"/>
          <ac:spMkLst>
            <pc:docMk/>
            <pc:sldMk cId="2355774598" sldId="343"/>
            <ac:spMk id="7" creationId="{9C5B4714-7611-E424-BEB2-0A8422952CDD}"/>
          </ac:spMkLst>
        </pc:spChg>
        <pc:spChg chg="add mod">
          <ac:chgData name="Mengmeng Ge" userId="bb5bc401-97cb-4caf-9857-8ff441375414" providerId="ADAL" clId="{5554E0BC-2FEF-4EF3-9549-F35B08576969}" dt="2024-05-13T22:29:09.450" v="257" actId="20577"/>
          <ac:spMkLst>
            <pc:docMk/>
            <pc:sldMk cId="2355774598" sldId="343"/>
            <ac:spMk id="9" creationId="{E3352F8B-693D-5020-A95B-69967B407730}"/>
          </ac:spMkLst>
        </pc:spChg>
        <pc:spChg chg="add mod">
          <ac:chgData name="Mengmeng Ge" userId="bb5bc401-97cb-4caf-9857-8ff441375414" providerId="ADAL" clId="{5554E0BC-2FEF-4EF3-9549-F35B08576969}" dt="2024-05-13T22:28:58.549" v="248" actId="14100"/>
          <ac:spMkLst>
            <pc:docMk/>
            <pc:sldMk cId="2355774598" sldId="343"/>
            <ac:spMk id="10" creationId="{72DCD47C-D5F7-5369-D4A5-5221F9A82A1C}"/>
          </ac:spMkLst>
        </pc:spChg>
        <pc:picChg chg="add mod">
          <ac:chgData name="Mengmeng Ge" userId="bb5bc401-97cb-4caf-9857-8ff441375414" providerId="ADAL" clId="{5554E0BC-2FEF-4EF3-9549-F35B08576969}" dt="2024-05-13T22:07:37.733" v="102" actId="1038"/>
          <ac:picMkLst>
            <pc:docMk/>
            <pc:sldMk cId="2355774598" sldId="343"/>
            <ac:picMk id="6" creationId="{6DA0DC6C-122A-CF90-C615-4CF52F2244B7}"/>
          </ac:picMkLst>
        </pc:picChg>
        <pc:picChg chg="add mod">
          <ac:chgData name="Mengmeng Ge" userId="bb5bc401-97cb-4caf-9857-8ff441375414" providerId="ADAL" clId="{5554E0BC-2FEF-4EF3-9549-F35B08576969}" dt="2024-05-13T22:22:30.758" v="113" actId="1076"/>
          <ac:picMkLst>
            <pc:docMk/>
            <pc:sldMk cId="2355774598" sldId="343"/>
            <ac:picMk id="8" creationId="{931E404D-FBD1-501C-E211-C7FF7AE6A6CB}"/>
          </ac:picMkLst>
        </pc:picChg>
      </pc:sldChg>
      <pc:sldChg chg="modSp del mod">
        <pc:chgData name="Mengmeng Ge" userId="bb5bc401-97cb-4caf-9857-8ff441375414" providerId="ADAL" clId="{5554E0BC-2FEF-4EF3-9549-F35B08576969}" dt="2024-05-13T22:25:28.486" v="182" actId="47"/>
        <pc:sldMkLst>
          <pc:docMk/>
          <pc:sldMk cId="3808152346" sldId="344"/>
        </pc:sldMkLst>
        <pc:spChg chg="mod">
          <ac:chgData name="Mengmeng Ge" userId="bb5bc401-97cb-4caf-9857-8ff441375414" providerId="ADAL" clId="{5554E0BC-2FEF-4EF3-9549-F35B08576969}" dt="2024-05-13T22:07:52.674" v="103" actId="21"/>
          <ac:spMkLst>
            <pc:docMk/>
            <pc:sldMk cId="3808152346" sldId="344"/>
            <ac:spMk id="58371" creationId="{00000000-0000-0000-0000-000000000000}"/>
          </ac:spMkLst>
        </pc:spChg>
      </pc:sldChg>
      <pc:sldChg chg="modSp del mod">
        <pc:chgData name="Mengmeng Ge" userId="bb5bc401-97cb-4caf-9857-8ff441375414" providerId="ADAL" clId="{5554E0BC-2FEF-4EF3-9549-F35B08576969}" dt="2024-05-13T22:31:49.454" v="269" actId="47"/>
        <pc:sldMkLst>
          <pc:docMk/>
          <pc:sldMk cId="190759301" sldId="345"/>
        </pc:sldMkLst>
        <pc:spChg chg="mod">
          <ac:chgData name="Mengmeng Ge" userId="bb5bc401-97cb-4caf-9857-8ff441375414" providerId="ADAL" clId="{5554E0BC-2FEF-4EF3-9549-F35B08576969}" dt="2024-05-13T22:31:30.799" v="258" actId="21"/>
          <ac:spMkLst>
            <pc:docMk/>
            <pc:sldMk cId="190759301" sldId="345"/>
            <ac:spMk id="59395" creationId="{00000000-0000-0000-0000-000000000000}"/>
          </ac:spMkLst>
        </pc:spChg>
      </pc:sldChg>
      <pc:sldChg chg="addSp modSp mod modClrScheme chgLayout modNotesTx">
        <pc:chgData name="Mengmeng Ge" userId="bb5bc401-97cb-4caf-9857-8ff441375414" providerId="ADAL" clId="{5554E0BC-2FEF-4EF3-9549-F35B08576969}" dt="2024-05-14T03:04:08.256" v="1313" actId="20577"/>
        <pc:sldMkLst>
          <pc:docMk/>
          <pc:sldMk cId="2480476341" sldId="346"/>
        </pc:sldMkLst>
        <pc:spChg chg="mod ord">
          <ac:chgData name="Mengmeng Ge" userId="bb5bc401-97cb-4caf-9857-8ff441375414" providerId="ADAL" clId="{5554E0BC-2FEF-4EF3-9549-F35B08576969}" dt="2024-05-13T23:22:25.933" v="311" actId="14100"/>
          <ac:spMkLst>
            <pc:docMk/>
            <pc:sldMk cId="2480476341" sldId="346"/>
            <ac:spMk id="2" creationId="{00000000-0000-0000-0000-000000000000}"/>
          </ac:spMkLst>
        </pc:spChg>
        <pc:spChg chg="mod ord">
          <ac:chgData name="Mengmeng Ge" userId="bb5bc401-97cb-4caf-9857-8ff441375414" providerId="ADAL" clId="{5554E0BC-2FEF-4EF3-9549-F35B08576969}" dt="2024-05-14T03:04:08.256" v="1313" actId="20577"/>
          <ac:spMkLst>
            <pc:docMk/>
            <pc:sldMk cId="2480476341" sldId="346"/>
            <ac:spMk id="3" creationId="{00000000-0000-0000-0000-000000000000}"/>
          </ac:spMkLst>
        </pc:spChg>
        <pc:spChg chg="mod ord">
          <ac:chgData name="Mengmeng Ge" userId="bb5bc401-97cb-4caf-9857-8ff441375414" providerId="ADAL" clId="{5554E0BC-2FEF-4EF3-9549-F35B08576969}" dt="2024-05-13T22:33:06.505" v="276" actId="700"/>
          <ac:spMkLst>
            <pc:docMk/>
            <pc:sldMk cId="2480476341" sldId="346"/>
            <ac:spMk id="5" creationId="{00000000-0000-0000-0000-000000000000}"/>
          </ac:spMkLst>
        </pc:spChg>
        <pc:spChg chg="add mod">
          <ac:chgData name="Mengmeng Ge" userId="bb5bc401-97cb-4caf-9857-8ff441375414" providerId="ADAL" clId="{5554E0BC-2FEF-4EF3-9549-F35B08576969}" dt="2024-05-13T23:23:51.872" v="325" actId="20577"/>
          <ac:spMkLst>
            <pc:docMk/>
            <pc:sldMk cId="2480476341" sldId="346"/>
            <ac:spMk id="7" creationId="{1F1F5E80-662E-6D5C-2F19-847D4D3B4A8B}"/>
          </ac:spMkLst>
        </pc:spChg>
        <pc:spChg chg="add mod">
          <ac:chgData name="Mengmeng Ge" userId="bb5bc401-97cb-4caf-9857-8ff441375414" providerId="ADAL" clId="{5554E0BC-2FEF-4EF3-9549-F35B08576969}" dt="2024-05-13T23:48:03.366" v="675" actId="1038"/>
          <ac:spMkLst>
            <pc:docMk/>
            <pc:sldMk cId="2480476341" sldId="346"/>
            <ac:spMk id="8" creationId="{719BCE85-F31E-58CD-305A-517C73EF5127}"/>
          </ac:spMkLst>
        </pc:spChg>
        <pc:spChg chg="add mod">
          <ac:chgData name="Mengmeng Ge" userId="bb5bc401-97cb-4caf-9857-8ff441375414" providerId="ADAL" clId="{5554E0BC-2FEF-4EF3-9549-F35B08576969}" dt="2024-05-13T23:48:14.626" v="677" actId="14100"/>
          <ac:spMkLst>
            <pc:docMk/>
            <pc:sldMk cId="2480476341" sldId="346"/>
            <ac:spMk id="9" creationId="{08AEDFF1-9385-D995-8E4A-4638D66C6C23}"/>
          </ac:spMkLst>
        </pc:spChg>
        <pc:spChg chg="add mod">
          <ac:chgData name="Mengmeng Ge" userId="bb5bc401-97cb-4caf-9857-8ff441375414" providerId="ADAL" clId="{5554E0BC-2FEF-4EF3-9549-F35B08576969}" dt="2024-05-13T23:48:47.799" v="696" actId="20577"/>
          <ac:spMkLst>
            <pc:docMk/>
            <pc:sldMk cId="2480476341" sldId="346"/>
            <ac:spMk id="10" creationId="{D01D7CE5-0D9A-2AFE-5DCA-A13795CAC90E}"/>
          </ac:spMkLst>
        </pc:spChg>
        <pc:spChg chg="add mod">
          <ac:chgData name="Mengmeng Ge" userId="bb5bc401-97cb-4caf-9857-8ff441375414" providerId="ADAL" clId="{5554E0BC-2FEF-4EF3-9549-F35B08576969}" dt="2024-05-13T23:34:37.988" v="476"/>
          <ac:spMkLst>
            <pc:docMk/>
            <pc:sldMk cId="2480476341" sldId="346"/>
            <ac:spMk id="11" creationId="{95F18232-2865-7671-7704-00A1AD06AEC9}"/>
          </ac:spMkLst>
        </pc:spChg>
        <pc:spChg chg="add mod">
          <ac:chgData name="Mengmeng Ge" userId="bb5bc401-97cb-4caf-9857-8ff441375414" providerId="ADAL" clId="{5554E0BC-2FEF-4EF3-9549-F35B08576969}" dt="2024-05-13T23:48:50.258" v="702" actId="20577"/>
          <ac:spMkLst>
            <pc:docMk/>
            <pc:sldMk cId="2480476341" sldId="346"/>
            <ac:spMk id="12" creationId="{12F62CB9-282F-53FA-F4F9-19A23ECFBB79}"/>
          </ac:spMkLst>
        </pc:spChg>
        <pc:spChg chg="add mod">
          <ac:chgData name="Mengmeng Ge" userId="bb5bc401-97cb-4caf-9857-8ff441375414" providerId="ADAL" clId="{5554E0BC-2FEF-4EF3-9549-F35B08576969}" dt="2024-05-13T23:48:53.516" v="708" actId="20577"/>
          <ac:spMkLst>
            <pc:docMk/>
            <pc:sldMk cId="2480476341" sldId="346"/>
            <ac:spMk id="13" creationId="{71FC2BF8-33D1-89E7-04C8-169F6813229C}"/>
          </ac:spMkLst>
        </pc:spChg>
        <pc:spChg chg="add mod">
          <ac:chgData name="Mengmeng Ge" userId="bb5bc401-97cb-4caf-9857-8ff441375414" providerId="ADAL" clId="{5554E0BC-2FEF-4EF3-9549-F35B08576969}" dt="2024-05-13T23:39:41.813" v="610" actId="1037"/>
          <ac:spMkLst>
            <pc:docMk/>
            <pc:sldMk cId="2480476341" sldId="346"/>
            <ac:spMk id="14" creationId="{2E051A26-27E7-86CB-D0CA-0491D87A9F75}"/>
          </ac:spMkLst>
        </pc:spChg>
        <pc:picChg chg="add mod">
          <ac:chgData name="Mengmeng Ge" userId="bb5bc401-97cb-4caf-9857-8ff441375414" providerId="ADAL" clId="{5554E0BC-2FEF-4EF3-9549-F35B08576969}" dt="2024-05-13T23:31:19.926" v="352" actId="1035"/>
          <ac:picMkLst>
            <pc:docMk/>
            <pc:sldMk cId="2480476341" sldId="346"/>
            <ac:picMk id="6" creationId="{6F1401CF-45D3-72E6-20C4-0F861AFB331A}"/>
          </ac:picMkLst>
        </pc:picChg>
      </pc:sldChg>
      <pc:sldChg chg="modSp del mod modClrScheme chgLayout">
        <pc:chgData name="Mengmeng Ge" userId="bb5bc401-97cb-4caf-9857-8ff441375414" providerId="ADAL" clId="{5554E0BC-2FEF-4EF3-9549-F35B08576969}" dt="2024-05-13T23:48:59.257" v="709" actId="47"/>
        <pc:sldMkLst>
          <pc:docMk/>
          <pc:sldMk cId="987753510" sldId="347"/>
        </pc:sldMkLst>
        <pc:spChg chg="mod ord">
          <ac:chgData name="Mengmeng Ge" userId="bb5bc401-97cb-4caf-9857-8ff441375414" providerId="ADAL" clId="{5554E0BC-2FEF-4EF3-9549-F35B08576969}" dt="2024-05-13T23:11:35.026" v="291" actId="700"/>
          <ac:spMkLst>
            <pc:docMk/>
            <pc:sldMk cId="987753510" sldId="347"/>
            <ac:spMk id="79" creationId="{00000000-0000-0000-0000-000000000000}"/>
          </ac:spMkLst>
        </pc:spChg>
        <pc:spChg chg="mod ord">
          <ac:chgData name="Mengmeng Ge" userId="bb5bc401-97cb-4caf-9857-8ff441375414" providerId="ADAL" clId="{5554E0BC-2FEF-4EF3-9549-F35B08576969}" dt="2024-05-13T23:11:35.026" v="291" actId="700"/>
          <ac:spMkLst>
            <pc:docMk/>
            <pc:sldMk cId="987753510" sldId="347"/>
            <ac:spMk id="126978" creationId="{00000000-0000-0000-0000-000000000000}"/>
          </ac:spMkLst>
        </pc:spChg>
        <pc:spChg chg="mod ord">
          <ac:chgData name="Mengmeng Ge" userId="bb5bc401-97cb-4caf-9857-8ff441375414" providerId="ADAL" clId="{5554E0BC-2FEF-4EF3-9549-F35B08576969}" dt="2024-05-13T23:31:11.103" v="336" actId="21"/>
          <ac:spMkLst>
            <pc:docMk/>
            <pc:sldMk cId="987753510" sldId="347"/>
            <ac:spMk id="126979" creationId="{00000000-0000-0000-0000-000000000000}"/>
          </ac:spMkLst>
        </pc:spChg>
        <pc:spChg chg="mod ord">
          <ac:chgData name="Mengmeng Ge" userId="bb5bc401-97cb-4caf-9857-8ff441375414" providerId="ADAL" clId="{5554E0BC-2FEF-4EF3-9549-F35B08576969}" dt="2024-05-13T23:38:53.685" v="596" actId="21"/>
          <ac:spMkLst>
            <pc:docMk/>
            <pc:sldMk cId="987753510" sldId="347"/>
            <ac:spMk id="126980" creationId="{00000000-0000-0000-0000-000000000000}"/>
          </ac:spMkLst>
        </pc:spChg>
      </pc:sldChg>
      <pc:sldChg chg="del">
        <pc:chgData name="Mengmeng Ge" userId="bb5bc401-97cb-4caf-9857-8ff441375414" providerId="ADAL" clId="{5554E0BC-2FEF-4EF3-9549-F35B08576969}" dt="2024-05-13T23:48:59.558" v="710" actId="47"/>
        <pc:sldMkLst>
          <pc:docMk/>
          <pc:sldMk cId="349876924" sldId="348"/>
        </pc:sldMkLst>
      </pc:sldChg>
      <pc:sldChg chg="addSp delSp modSp mod ord modClrScheme chgLayout">
        <pc:chgData name="Mengmeng Ge" userId="bb5bc401-97cb-4caf-9857-8ff441375414" providerId="ADAL" clId="{5554E0BC-2FEF-4EF3-9549-F35B08576969}" dt="2024-05-14T02:54:12.191" v="1246" actId="20577"/>
        <pc:sldMkLst>
          <pc:docMk/>
          <pc:sldMk cId="2763217710" sldId="349"/>
        </pc:sldMkLst>
        <pc:spChg chg="add mod">
          <ac:chgData name="Mengmeng Ge" userId="bb5bc401-97cb-4caf-9857-8ff441375414" providerId="ADAL" clId="{5554E0BC-2FEF-4EF3-9549-F35B08576969}" dt="2024-05-13T22:33:38.140" v="280"/>
          <ac:spMkLst>
            <pc:docMk/>
            <pc:sldMk cId="2763217710" sldId="349"/>
            <ac:spMk id="2" creationId="{8817C349-61D0-346B-6E23-88C61650DF12}"/>
          </ac:spMkLst>
        </pc:spChg>
        <pc:spChg chg="add del mod ord">
          <ac:chgData name="Mengmeng Ge" userId="bb5bc401-97cb-4caf-9857-8ff441375414" providerId="ADAL" clId="{5554E0BC-2FEF-4EF3-9549-F35B08576969}" dt="2024-05-14T02:51:52.745" v="1203" actId="12084"/>
          <ac:spMkLst>
            <pc:docMk/>
            <pc:sldMk cId="2763217710" sldId="349"/>
            <ac:spMk id="3" creationId="{16F76502-73EB-58F8-26D5-E89A200FCE76}"/>
          </ac:spMkLst>
        </pc:spChg>
        <pc:spChg chg="del">
          <ac:chgData name="Mengmeng Ge" userId="bb5bc401-97cb-4caf-9857-8ff441375414" providerId="ADAL" clId="{5554E0BC-2FEF-4EF3-9549-F35B08576969}" dt="2024-05-13T22:33:37.708" v="279" actId="478"/>
          <ac:spMkLst>
            <pc:docMk/>
            <pc:sldMk cId="2763217710" sldId="349"/>
            <ac:spMk id="5" creationId="{00000000-0000-0000-0000-000000000000}"/>
          </ac:spMkLst>
        </pc:spChg>
        <pc:spChg chg="mod ord">
          <ac:chgData name="Mengmeng Ge" userId="bb5bc401-97cb-4caf-9857-8ff441375414" providerId="ADAL" clId="{5554E0BC-2FEF-4EF3-9549-F35B08576969}" dt="2024-05-14T02:51:34.525" v="1202" actId="700"/>
          <ac:spMkLst>
            <pc:docMk/>
            <pc:sldMk cId="2763217710" sldId="349"/>
            <ac:spMk id="238594" creationId="{00000000-0000-0000-0000-000000000000}"/>
          </ac:spMkLst>
        </pc:spChg>
        <pc:spChg chg="mod ord">
          <ac:chgData name="Mengmeng Ge" userId="bb5bc401-97cb-4caf-9857-8ff441375414" providerId="ADAL" clId="{5554E0BC-2FEF-4EF3-9549-F35B08576969}" dt="2024-05-14T02:52:47.620" v="1229" actId="14100"/>
          <ac:spMkLst>
            <pc:docMk/>
            <pc:sldMk cId="2763217710" sldId="349"/>
            <ac:spMk id="238595" creationId="{00000000-0000-0000-0000-000000000000}"/>
          </ac:spMkLst>
        </pc:spChg>
        <pc:graphicFrameChg chg="add mod modGraphic">
          <ac:chgData name="Mengmeng Ge" userId="bb5bc401-97cb-4caf-9857-8ff441375414" providerId="ADAL" clId="{5554E0BC-2FEF-4EF3-9549-F35B08576969}" dt="2024-05-14T02:54:12.191" v="1246" actId="20577"/>
          <ac:graphicFrameMkLst>
            <pc:docMk/>
            <pc:sldMk cId="2763217710" sldId="349"/>
            <ac:graphicFrameMk id="4" creationId="{3FF71EF2-6681-5373-80F2-F8CE3C41D250}"/>
          </ac:graphicFrameMkLst>
        </pc:graphicFrameChg>
      </pc:sldChg>
      <pc:sldChg chg="modSp add del mod ord chgLayout">
        <pc:chgData name="Mengmeng Ge" userId="bb5bc401-97cb-4caf-9857-8ff441375414" providerId="ADAL" clId="{5554E0BC-2FEF-4EF3-9549-F35B08576969}" dt="2024-05-14T02:21:59.673" v="835" actId="47"/>
        <pc:sldMkLst>
          <pc:docMk/>
          <pc:sldMk cId="3015441178" sldId="350"/>
        </pc:sldMkLst>
        <pc:spChg chg="mod ord">
          <ac:chgData name="Mengmeng Ge" userId="bb5bc401-97cb-4caf-9857-8ff441375414" providerId="ADAL" clId="{5554E0BC-2FEF-4EF3-9549-F35B08576969}" dt="2024-05-13T23:49:58.430" v="726" actId="20577"/>
          <ac:spMkLst>
            <pc:docMk/>
            <pc:sldMk cId="3015441178" sldId="350"/>
            <ac:spMk id="2" creationId="{00000000-0000-0000-0000-000000000000}"/>
          </ac:spMkLst>
        </pc:spChg>
        <pc:spChg chg="mod ord">
          <ac:chgData name="Mengmeng Ge" userId="bb5bc401-97cb-4caf-9857-8ff441375414" providerId="ADAL" clId="{5554E0BC-2FEF-4EF3-9549-F35B08576969}" dt="2024-05-14T02:21:49.608" v="834" actId="21"/>
          <ac:spMkLst>
            <pc:docMk/>
            <pc:sldMk cId="3015441178" sldId="350"/>
            <ac:spMk id="3" creationId="{00000000-0000-0000-0000-000000000000}"/>
          </ac:spMkLst>
        </pc:spChg>
        <pc:spChg chg="mod ord">
          <ac:chgData name="Mengmeng Ge" userId="bb5bc401-97cb-4caf-9857-8ff441375414" providerId="ADAL" clId="{5554E0BC-2FEF-4EF3-9549-F35B08576969}" dt="2024-05-13T23:49:44.902" v="722" actId="700"/>
          <ac:spMkLst>
            <pc:docMk/>
            <pc:sldMk cId="3015441178" sldId="350"/>
            <ac:spMk id="4" creationId="{00000000-0000-0000-0000-000000000000}"/>
          </ac:spMkLst>
        </pc:spChg>
      </pc:sldChg>
      <pc:sldChg chg="addSp delSp modSp add del mod">
        <pc:chgData name="Mengmeng Ge" userId="bb5bc401-97cb-4caf-9857-8ff441375414" providerId="ADAL" clId="{5554E0BC-2FEF-4EF3-9549-F35B08576969}" dt="2024-05-14T02:43:53.892" v="969" actId="47"/>
        <pc:sldMkLst>
          <pc:docMk/>
          <pc:sldMk cId="2849590264" sldId="351"/>
        </pc:sldMkLst>
        <pc:spChg chg="del mod">
          <ac:chgData name="Mengmeng Ge" userId="bb5bc401-97cb-4caf-9857-8ff441375414" providerId="ADAL" clId="{5554E0BC-2FEF-4EF3-9549-F35B08576969}" dt="2024-05-14T02:32:19.718" v="883" actId="21"/>
          <ac:spMkLst>
            <pc:docMk/>
            <pc:sldMk cId="2849590264" sldId="351"/>
            <ac:spMk id="3" creationId="{00000000-0000-0000-0000-000000000000}"/>
          </ac:spMkLst>
        </pc:spChg>
        <pc:spChg chg="del">
          <ac:chgData name="Mengmeng Ge" userId="bb5bc401-97cb-4caf-9857-8ff441375414" providerId="ADAL" clId="{5554E0BC-2FEF-4EF3-9549-F35B08576969}" dt="2024-05-14T02:38:00.065" v="907" actId="21"/>
          <ac:spMkLst>
            <pc:docMk/>
            <pc:sldMk cId="2849590264" sldId="351"/>
            <ac:spMk id="5" creationId="{00000000-0000-0000-0000-000000000000}"/>
          </ac:spMkLst>
        </pc:spChg>
        <pc:spChg chg="add mod">
          <ac:chgData name="Mengmeng Ge" userId="bb5bc401-97cb-4caf-9857-8ff441375414" providerId="ADAL" clId="{5554E0BC-2FEF-4EF3-9549-F35B08576969}" dt="2024-05-14T02:32:19.718" v="883" actId="21"/>
          <ac:spMkLst>
            <pc:docMk/>
            <pc:sldMk cId="2849590264" sldId="351"/>
            <ac:spMk id="8" creationId="{FEF5EC4D-72BB-7BC0-5E30-1F3488F597A1}"/>
          </ac:spMkLst>
        </pc:spChg>
      </pc:sldChg>
      <pc:sldChg chg="del">
        <pc:chgData name="Mengmeng Ge" userId="bb5bc401-97cb-4caf-9857-8ff441375414" providerId="ADAL" clId="{5554E0BC-2FEF-4EF3-9549-F35B08576969}" dt="2024-05-14T00:32:22.374" v="731" actId="47"/>
        <pc:sldMkLst>
          <pc:docMk/>
          <pc:sldMk cId="1908568753" sldId="352"/>
        </pc:sldMkLst>
      </pc:sldChg>
      <pc:sldChg chg="modSp del mod">
        <pc:chgData name="Mengmeng Ge" userId="bb5bc401-97cb-4caf-9857-8ff441375414" providerId="ADAL" clId="{5554E0BC-2FEF-4EF3-9549-F35B08576969}" dt="2024-05-14T02:55:37.794" v="1251" actId="47"/>
        <pc:sldMkLst>
          <pc:docMk/>
          <pc:sldMk cId="929369324" sldId="353"/>
        </pc:sldMkLst>
        <pc:spChg chg="mod">
          <ac:chgData name="Mengmeng Ge" userId="bb5bc401-97cb-4caf-9857-8ff441375414" providerId="ADAL" clId="{5554E0BC-2FEF-4EF3-9549-F35B08576969}" dt="2024-05-14T02:55:31.610" v="1250" actId="20577"/>
          <ac:spMkLst>
            <pc:docMk/>
            <pc:sldMk cId="929369324" sldId="353"/>
            <ac:spMk id="67586" creationId="{00000000-0000-0000-0000-000000000000}"/>
          </ac:spMkLst>
        </pc:spChg>
      </pc:sldChg>
      <pc:sldChg chg="addSp delSp modSp mod modClrScheme chgLayout modNotesTx">
        <pc:chgData name="Mengmeng Ge" userId="bb5bc401-97cb-4caf-9857-8ff441375414" providerId="ADAL" clId="{5554E0BC-2FEF-4EF3-9549-F35B08576969}" dt="2024-05-14T03:05:49.696" v="1338" actId="1035"/>
        <pc:sldMkLst>
          <pc:docMk/>
          <pc:sldMk cId="2995093878" sldId="354"/>
        </pc:sldMkLst>
        <pc:spChg chg="add mod">
          <ac:chgData name="Mengmeng Ge" userId="bb5bc401-97cb-4caf-9857-8ff441375414" providerId="ADAL" clId="{5554E0BC-2FEF-4EF3-9549-F35B08576969}" dt="2024-05-14T02:56:27.303" v="1265" actId="20577"/>
          <ac:spMkLst>
            <pc:docMk/>
            <pc:sldMk cId="2995093878" sldId="354"/>
            <ac:spMk id="4" creationId="{A9FEC051-AEA1-4941-1EEE-5ABF686F70EA}"/>
          </ac:spMkLst>
        </pc:spChg>
        <pc:spChg chg="add mod ord">
          <ac:chgData name="Mengmeng Ge" userId="bb5bc401-97cb-4caf-9857-8ff441375414" providerId="ADAL" clId="{5554E0BC-2FEF-4EF3-9549-F35B08576969}" dt="2024-05-14T03:05:39.765" v="1336" actId="20577"/>
          <ac:spMkLst>
            <pc:docMk/>
            <pc:sldMk cId="2995093878" sldId="354"/>
            <ac:spMk id="5" creationId="{714F2545-1F2E-5EEF-6D49-B5BDFA3EAED2}"/>
          </ac:spMkLst>
        </pc:spChg>
        <pc:spChg chg="mod ord">
          <ac:chgData name="Mengmeng Ge" userId="bb5bc401-97cb-4caf-9857-8ff441375414" providerId="ADAL" clId="{5554E0BC-2FEF-4EF3-9549-F35B08576969}" dt="2024-05-14T03:05:15.123" v="1329" actId="700"/>
          <ac:spMkLst>
            <pc:docMk/>
            <pc:sldMk cId="2995093878" sldId="354"/>
            <ac:spMk id="79" creationId="{00000000-0000-0000-0000-000000000000}"/>
          </ac:spMkLst>
        </pc:spChg>
        <pc:spChg chg="mod ord">
          <ac:chgData name="Mengmeng Ge" userId="bb5bc401-97cb-4caf-9857-8ff441375414" providerId="ADAL" clId="{5554E0BC-2FEF-4EF3-9549-F35B08576969}" dt="2024-05-14T03:05:15.123" v="1329" actId="700"/>
          <ac:spMkLst>
            <pc:docMk/>
            <pc:sldMk cId="2995093878" sldId="354"/>
            <ac:spMk id="241666" creationId="{00000000-0000-0000-0000-000000000000}"/>
          </ac:spMkLst>
        </pc:spChg>
        <pc:spChg chg="del mod ord">
          <ac:chgData name="Mengmeng Ge" userId="bb5bc401-97cb-4caf-9857-8ff441375414" providerId="ADAL" clId="{5554E0BC-2FEF-4EF3-9549-F35B08576969}" dt="2024-05-14T03:05:12.500" v="1328" actId="478"/>
          <ac:spMkLst>
            <pc:docMk/>
            <pc:sldMk cId="2995093878" sldId="354"/>
            <ac:spMk id="241667" creationId="{00000000-0000-0000-0000-000000000000}"/>
          </ac:spMkLst>
        </pc:spChg>
        <pc:spChg chg="del">
          <ac:chgData name="Mengmeng Ge" userId="bb5bc401-97cb-4caf-9857-8ff441375414" providerId="ADAL" clId="{5554E0BC-2FEF-4EF3-9549-F35B08576969}" dt="2024-05-14T02:55:45.421" v="1256" actId="478"/>
          <ac:spMkLst>
            <pc:docMk/>
            <pc:sldMk cId="2995093878" sldId="354"/>
            <ac:spMk id="241668" creationId="{00000000-0000-0000-0000-000000000000}"/>
          </ac:spMkLst>
        </pc:spChg>
        <pc:spChg chg="del">
          <ac:chgData name="Mengmeng Ge" userId="bb5bc401-97cb-4caf-9857-8ff441375414" providerId="ADAL" clId="{5554E0BC-2FEF-4EF3-9549-F35B08576969}" dt="2024-05-14T02:55:45.421" v="1256" actId="478"/>
          <ac:spMkLst>
            <pc:docMk/>
            <pc:sldMk cId="2995093878" sldId="354"/>
            <ac:spMk id="241717" creationId="{00000000-0000-0000-0000-000000000000}"/>
          </ac:spMkLst>
        </pc:spChg>
        <pc:spChg chg="del">
          <ac:chgData name="Mengmeng Ge" userId="bb5bc401-97cb-4caf-9857-8ff441375414" providerId="ADAL" clId="{5554E0BC-2FEF-4EF3-9549-F35B08576969}" dt="2024-05-14T02:55:45.421" v="1256" actId="478"/>
          <ac:spMkLst>
            <pc:docMk/>
            <pc:sldMk cId="2995093878" sldId="354"/>
            <ac:spMk id="241718" creationId="{00000000-0000-0000-0000-000000000000}"/>
          </ac:spMkLst>
        </pc:spChg>
        <pc:spChg chg="del">
          <ac:chgData name="Mengmeng Ge" userId="bb5bc401-97cb-4caf-9857-8ff441375414" providerId="ADAL" clId="{5554E0BC-2FEF-4EF3-9549-F35B08576969}" dt="2024-05-14T02:55:45.421" v="1256" actId="478"/>
          <ac:spMkLst>
            <pc:docMk/>
            <pc:sldMk cId="2995093878" sldId="354"/>
            <ac:spMk id="241719" creationId="{00000000-0000-0000-0000-000000000000}"/>
          </ac:spMkLst>
        </pc:spChg>
        <pc:spChg chg="del">
          <ac:chgData name="Mengmeng Ge" userId="bb5bc401-97cb-4caf-9857-8ff441375414" providerId="ADAL" clId="{5554E0BC-2FEF-4EF3-9549-F35B08576969}" dt="2024-05-14T02:55:45.421" v="1256" actId="478"/>
          <ac:spMkLst>
            <pc:docMk/>
            <pc:sldMk cId="2995093878" sldId="354"/>
            <ac:spMk id="241720" creationId="{00000000-0000-0000-0000-000000000000}"/>
          </ac:spMkLst>
        </pc:spChg>
        <pc:spChg chg="del">
          <ac:chgData name="Mengmeng Ge" userId="bb5bc401-97cb-4caf-9857-8ff441375414" providerId="ADAL" clId="{5554E0BC-2FEF-4EF3-9549-F35B08576969}" dt="2024-05-14T02:55:45.421" v="1256" actId="478"/>
          <ac:spMkLst>
            <pc:docMk/>
            <pc:sldMk cId="2995093878" sldId="354"/>
            <ac:spMk id="241721" creationId="{00000000-0000-0000-0000-000000000000}"/>
          </ac:spMkLst>
        </pc:spChg>
        <pc:spChg chg="del">
          <ac:chgData name="Mengmeng Ge" userId="bb5bc401-97cb-4caf-9857-8ff441375414" providerId="ADAL" clId="{5554E0BC-2FEF-4EF3-9549-F35B08576969}" dt="2024-05-14T02:55:47.952" v="1257" actId="478"/>
          <ac:spMkLst>
            <pc:docMk/>
            <pc:sldMk cId="2995093878" sldId="354"/>
            <ac:spMk id="241722" creationId="{00000000-0000-0000-0000-000000000000}"/>
          </ac:spMkLst>
        </pc:spChg>
        <pc:grpChg chg="del">
          <ac:chgData name="Mengmeng Ge" userId="bb5bc401-97cb-4caf-9857-8ff441375414" providerId="ADAL" clId="{5554E0BC-2FEF-4EF3-9549-F35B08576969}" dt="2024-05-14T02:55:45.421" v="1256" actId="478"/>
          <ac:grpSpMkLst>
            <pc:docMk/>
            <pc:sldMk cId="2995093878" sldId="354"/>
            <ac:grpSpMk id="241669" creationId="{00000000-0000-0000-0000-000000000000}"/>
          </ac:grpSpMkLst>
        </pc:grpChg>
        <pc:grpChg chg="del">
          <ac:chgData name="Mengmeng Ge" userId="bb5bc401-97cb-4caf-9857-8ff441375414" providerId="ADAL" clId="{5554E0BC-2FEF-4EF3-9549-F35B08576969}" dt="2024-05-14T02:55:45.421" v="1256" actId="478"/>
          <ac:grpSpMkLst>
            <pc:docMk/>
            <pc:sldMk cId="2995093878" sldId="354"/>
            <ac:grpSpMk id="241674" creationId="{00000000-0000-0000-0000-000000000000}"/>
          </ac:grpSpMkLst>
        </pc:grpChg>
        <pc:grpChg chg="del">
          <ac:chgData name="Mengmeng Ge" userId="bb5bc401-97cb-4caf-9857-8ff441375414" providerId="ADAL" clId="{5554E0BC-2FEF-4EF3-9549-F35B08576969}" dt="2024-05-14T02:55:47.952" v="1257" actId="478"/>
          <ac:grpSpMkLst>
            <pc:docMk/>
            <pc:sldMk cId="2995093878" sldId="354"/>
            <ac:grpSpMk id="241683" creationId="{00000000-0000-0000-0000-000000000000}"/>
          </ac:grpSpMkLst>
        </pc:grpChg>
        <pc:grpChg chg="del">
          <ac:chgData name="Mengmeng Ge" userId="bb5bc401-97cb-4caf-9857-8ff441375414" providerId="ADAL" clId="{5554E0BC-2FEF-4EF3-9549-F35B08576969}" dt="2024-05-14T02:55:45.421" v="1256" actId="478"/>
          <ac:grpSpMkLst>
            <pc:docMk/>
            <pc:sldMk cId="2995093878" sldId="354"/>
            <ac:grpSpMk id="241700" creationId="{00000000-0000-0000-0000-000000000000}"/>
          </ac:grpSpMkLst>
        </pc:grpChg>
        <pc:grpChg chg="del">
          <ac:chgData name="Mengmeng Ge" userId="bb5bc401-97cb-4caf-9857-8ff441375414" providerId="ADAL" clId="{5554E0BC-2FEF-4EF3-9549-F35B08576969}" dt="2024-05-14T02:55:45.421" v="1256" actId="478"/>
          <ac:grpSpMkLst>
            <pc:docMk/>
            <pc:sldMk cId="2995093878" sldId="354"/>
            <ac:grpSpMk id="241705" creationId="{00000000-0000-0000-0000-000000000000}"/>
          </ac:grpSpMkLst>
        </pc:grpChg>
        <pc:grpChg chg="del">
          <ac:chgData name="Mengmeng Ge" userId="bb5bc401-97cb-4caf-9857-8ff441375414" providerId="ADAL" clId="{5554E0BC-2FEF-4EF3-9549-F35B08576969}" dt="2024-05-14T02:55:45.421" v="1256" actId="478"/>
          <ac:grpSpMkLst>
            <pc:docMk/>
            <pc:sldMk cId="2995093878" sldId="354"/>
            <ac:grpSpMk id="241708" creationId="{00000000-0000-0000-0000-000000000000}"/>
          </ac:grpSpMkLst>
        </pc:grpChg>
        <pc:grpChg chg="del">
          <ac:chgData name="Mengmeng Ge" userId="bb5bc401-97cb-4caf-9857-8ff441375414" providerId="ADAL" clId="{5554E0BC-2FEF-4EF3-9549-F35B08576969}" dt="2024-05-14T02:55:45.421" v="1256" actId="478"/>
          <ac:grpSpMkLst>
            <pc:docMk/>
            <pc:sldMk cId="2995093878" sldId="354"/>
            <ac:grpSpMk id="241723" creationId="{00000000-0000-0000-0000-000000000000}"/>
          </ac:grpSpMkLst>
        </pc:grpChg>
        <pc:picChg chg="add mod">
          <ac:chgData name="Mengmeng Ge" userId="bb5bc401-97cb-4caf-9857-8ff441375414" providerId="ADAL" clId="{5554E0BC-2FEF-4EF3-9549-F35B08576969}" dt="2024-05-14T03:05:49.696" v="1338" actId="1035"/>
          <ac:picMkLst>
            <pc:docMk/>
            <pc:sldMk cId="2995093878" sldId="354"/>
            <ac:picMk id="3" creationId="{7E9998CE-F4B3-0D3C-6406-308CA3843D11}"/>
          </ac:picMkLst>
        </pc:picChg>
        <pc:picChg chg="del">
          <ac:chgData name="Mengmeng Ge" userId="bb5bc401-97cb-4caf-9857-8ff441375414" providerId="ADAL" clId="{5554E0BC-2FEF-4EF3-9549-F35B08576969}" dt="2024-05-14T02:55:45.421" v="1256" actId="478"/>
          <ac:picMkLst>
            <pc:docMk/>
            <pc:sldMk cId="2995093878" sldId="354"/>
            <ac:picMk id="241738" creationId="{00000000-0000-0000-0000-000000000000}"/>
          </ac:picMkLst>
        </pc:picChg>
        <pc:picChg chg="del">
          <ac:chgData name="Mengmeng Ge" userId="bb5bc401-97cb-4caf-9857-8ff441375414" providerId="ADAL" clId="{5554E0BC-2FEF-4EF3-9549-F35B08576969}" dt="2024-05-14T02:55:45.421" v="1256" actId="478"/>
          <ac:picMkLst>
            <pc:docMk/>
            <pc:sldMk cId="2995093878" sldId="354"/>
            <ac:picMk id="241741" creationId="{00000000-0000-0000-0000-000000000000}"/>
          </ac:picMkLst>
        </pc:picChg>
      </pc:sldChg>
      <pc:sldChg chg="del">
        <pc:chgData name="Mengmeng Ge" userId="bb5bc401-97cb-4caf-9857-8ff441375414" providerId="ADAL" clId="{5554E0BC-2FEF-4EF3-9549-F35B08576969}" dt="2024-05-14T03:14:45.939" v="1339" actId="47"/>
        <pc:sldMkLst>
          <pc:docMk/>
          <pc:sldMk cId="3751679479" sldId="359"/>
        </pc:sldMkLst>
      </pc:sldChg>
      <pc:sldChg chg="del">
        <pc:chgData name="Mengmeng Ge" userId="bb5bc401-97cb-4caf-9857-8ff441375414" providerId="ADAL" clId="{5554E0BC-2FEF-4EF3-9549-F35B08576969}" dt="2024-05-13T21:51:17.099" v="5" actId="47"/>
        <pc:sldMkLst>
          <pc:docMk/>
          <pc:sldMk cId="3355402550" sldId="360"/>
        </pc:sldMkLst>
      </pc:sldChg>
      <pc:sldChg chg="del">
        <pc:chgData name="Mengmeng Ge" userId="bb5bc401-97cb-4caf-9857-8ff441375414" providerId="ADAL" clId="{5554E0BC-2FEF-4EF3-9549-F35B08576969}" dt="2024-05-14T03:05:29.096" v="1332" actId="47"/>
        <pc:sldMkLst>
          <pc:docMk/>
          <pc:sldMk cId="1726662243" sldId="371"/>
        </pc:sldMkLst>
      </pc:sldChg>
      <pc:sldChg chg="addSp delSp modSp new mod modClrScheme chgLayout">
        <pc:chgData name="Mengmeng Ge" userId="bb5bc401-97cb-4caf-9857-8ff441375414" providerId="ADAL" clId="{5554E0BC-2FEF-4EF3-9549-F35B08576969}" dt="2024-05-13T22:33:45.898" v="282"/>
        <pc:sldMkLst>
          <pc:docMk/>
          <pc:sldMk cId="3423418033" sldId="633"/>
        </pc:sldMkLst>
        <pc:spChg chg="del mod ord">
          <ac:chgData name="Mengmeng Ge" userId="bb5bc401-97cb-4caf-9857-8ff441375414" providerId="ADAL" clId="{5554E0BC-2FEF-4EF3-9549-F35B08576969}" dt="2024-05-13T21:51:10.457" v="1" actId="700"/>
          <ac:spMkLst>
            <pc:docMk/>
            <pc:sldMk cId="3423418033" sldId="633"/>
            <ac:spMk id="2" creationId="{4F5C161E-FDE6-3474-128E-B9B4DC47126D}"/>
          </ac:spMkLst>
        </pc:spChg>
        <pc:spChg chg="add mod">
          <ac:chgData name="Mengmeng Ge" userId="bb5bc401-97cb-4caf-9857-8ff441375414" providerId="ADAL" clId="{5554E0BC-2FEF-4EF3-9549-F35B08576969}" dt="2024-05-13T22:33:45.898" v="282"/>
          <ac:spMkLst>
            <pc:docMk/>
            <pc:sldMk cId="3423418033" sldId="633"/>
            <ac:spMk id="2" creationId="{7277F2FA-E69E-8E20-5E1C-F44EAF25D3FB}"/>
          </ac:spMkLst>
        </pc:spChg>
        <pc:spChg chg="del mod ord">
          <ac:chgData name="Mengmeng Ge" userId="bb5bc401-97cb-4caf-9857-8ff441375414" providerId="ADAL" clId="{5554E0BC-2FEF-4EF3-9549-F35B08576969}" dt="2024-05-13T21:51:10.457" v="1" actId="700"/>
          <ac:spMkLst>
            <pc:docMk/>
            <pc:sldMk cId="3423418033" sldId="633"/>
            <ac:spMk id="3" creationId="{61FE5DF9-F101-E4C5-6A0A-5239940675A8}"/>
          </ac:spMkLst>
        </pc:spChg>
        <pc:spChg chg="del mod ord">
          <ac:chgData name="Mengmeng Ge" userId="bb5bc401-97cb-4caf-9857-8ff441375414" providerId="ADAL" clId="{5554E0BC-2FEF-4EF3-9549-F35B08576969}" dt="2024-05-13T22:33:45.628" v="281" actId="478"/>
          <ac:spMkLst>
            <pc:docMk/>
            <pc:sldMk cId="3423418033" sldId="633"/>
            <ac:spMk id="4" creationId="{65461DEE-BA77-E8C3-C046-730A6B9BBD6B}"/>
          </ac:spMkLst>
        </pc:spChg>
        <pc:spChg chg="add mod ord">
          <ac:chgData name="Mengmeng Ge" userId="bb5bc401-97cb-4caf-9857-8ff441375414" providerId="ADAL" clId="{5554E0BC-2FEF-4EF3-9549-F35B08576969}" dt="2024-05-13T21:51:12.986" v="4" actId="20577"/>
          <ac:spMkLst>
            <pc:docMk/>
            <pc:sldMk cId="3423418033" sldId="633"/>
            <ac:spMk id="5" creationId="{9D7FC29B-1D3B-59EE-B482-18091538291C}"/>
          </ac:spMkLst>
        </pc:spChg>
        <pc:spChg chg="add mod ord">
          <ac:chgData name="Mengmeng Ge" userId="bb5bc401-97cb-4caf-9857-8ff441375414" providerId="ADAL" clId="{5554E0BC-2FEF-4EF3-9549-F35B08576969}" dt="2024-05-13T21:51:10.457" v="1" actId="700"/>
          <ac:spMkLst>
            <pc:docMk/>
            <pc:sldMk cId="3423418033" sldId="633"/>
            <ac:spMk id="6" creationId="{D65EDC26-3491-C6E2-6D69-919D662875BA}"/>
          </ac:spMkLst>
        </pc:spChg>
      </pc:sldChg>
      <pc:sldChg chg="addSp delSp modSp new mod modClrScheme chgLayout">
        <pc:chgData name="Mengmeng Ge" userId="bb5bc401-97cb-4caf-9857-8ff441375414" providerId="ADAL" clId="{5554E0BC-2FEF-4EF3-9549-F35B08576969}" dt="2024-05-13T22:33:25.405" v="278"/>
        <pc:sldMkLst>
          <pc:docMk/>
          <pc:sldMk cId="2519377488" sldId="634"/>
        </pc:sldMkLst>
        <pc:spChg chg="del mod ord">
          <ac:chgData name="Mengmeng Ge" userId="bb5bc401-97cb-4caf-9857-8ff441375414" providerId="ADAL" clId="{5554E0BC-2FEF-4EF3-9549-F35B08576969}" dt="2024-05-13T21:53:50.525" v="51" actId="700"/>
          <ac:spMkLst>
            <pc:docMk/>
            <pc:sldMk cId="2519377488" sldId="634"/>
            <ac:spMk id="2" creationId="{95C476AD-767C-4F28-978E-50F1720E17B0}"/>
          </ac:spMkLst>
        </pc:spChg>
        <pc:spChg chg="add mod">
          <ac:chgData name="Mengmeng Ge" userId="bb5bc401-97cb-4caf-9857-8ff441375414" providerId="ADAL" clId="{5554E0BC-2FEF-4EF3-9549-F35B08576969}" dt="2024-05-13T22:33:25.405" v="278"/>
          <ac:spMkLst>
            <pc:docMk/>
            <pc:sldMk cId="2519377488" sldId="634"/>
            <ac:spMk id="2" creationId="{BDB6A1E8-2FE6-D59E-3B5D-B98CFF682EB3}"/>
          </ac:spMkLst>
        </pc:spChg>
        <pc:spChg chg="del mod ord">
          <ac:chgData name="Mengmeng Ge" userId="bb5bc401-97cb-4caf-9857-8ff441375414" providerId="ADAL" clId="{5554E0BC-2FEF-4EF3-9549-F35B08576969}" dt="2024-05-13T21:53:50.525" v="51" actId="700"/>
          <ac:spMkLst>
            <pc:docMk/>
            <pc:sldMk cId="2519377488" sldId="634"/>
            <ac:spMk id="3" creationId="{ECB1DCCB-4CC5-DF28-DB6E-16490A443E28}"/>
          </ac:spMkLst>
        </pc:spChg>
        <pc:spChg chg="del mod ord">
          <ac:chgData name="Mengmeng Ge" userId="bb5bc401-97cb-4caf-9857-8ff441375414" providerId="ADAL" clId="{5554E0BC-2FEF-4EF3-9549-F35B08576969}" dt="2024-05-13T22:33:25.036" v="277" actId="478"/>
          <ac:spMkLst>
            <pc:docMk/>
            <pc:sldMk cId="2519377488" sldId="634"/>
            <ac:spMk id="4" creationId="{F4BEF516-E0D8-0FC4-A92D-E685B5375D71}"/>
          </ac:spMkLst>
        </pc:spChg>
        <pc:spChg chg="add mod ord">
          <ac:chgData name="Mengmeng Ge" userId="bb5bc401-97cb-4caf-9857-8ff441375414" providerId="ADAL" clId="{5554E0BC-2FEF-4EF3-9549-F35B08576969}" dt="2024-05-13T21:53:53.047" v="56" actId="20577"/>
          <ac:spMkLst>
            <pc:docMk/>
            <pc:sldMk cId="2519377488" sldId="634"/>
            <ac:spMk id="5" creationId="{1D5F7421-B59E-5478-A8CA-95BA88D69B7D}"/>
          </ac:spMkLst>
        </pc:spChg>
        <pc:spChg chg="add mod ord">
          <ac:chgData name="Mengmeng Ge" userId="bb5bc401-97cb-4caf-9857-8ff441375414" providerId="ADAL" clId="{5554E0BC-2FEF-4EF3-9549-F35B08576969}" dt="2024-05-13T21:53:50.525" v="51" actId="700"/>
          <ac:spMkLst>
            <pc:docMk/>
            <pc:sldMk cId="2519377488" sldId="634"/>
            <ac:spMk id="6" creationId="{A7390CE9-31E0-E5AE-589F-2F2EE061EBC2}"/>
          </ac:spMkLst>
        </pc:spChg>
      </pc:sldChg>
      <pc:sldChg chg="del">
        <pc:chgData name="Mengmeng Ge" userId="bb5bc401-97cb-4caf-9857-8ff441375414" providerId="ADAL" clId="{5554E0BC-2FEF-4EF3-9549-F35B08576969}" dt="2024-05-14T00:51:35.581" v="736" actId="47"/>
        <pc:sldMkLst>
          <pc:docMk/>
          <pc:sldMk cId="3157593961" sldId="1374"/>
        </pc:sldMkLst>
      </pc:sldChg>
      <pc:sldChg chg="addSp delSp modSp mod delAnim modAnim chgLayout modNotesTx">
        <pc:chgData name="Mengmeng Ge" userId="bb5bc401-97cb-4caf-9857-8ff441375414" providerId="ADAL" clId="{5554E0BC-2FEF-4EF3-9549-F35B08576969}" dt="2024-05-14T02:18:38.935" v="817"/>
        <pc:sldMkLst>
          <pc:docMk/>
          <pc:sldMk cId="3835995956" sldId="1516"/>
        </pc:sldMkLst>
        <pc:spChg chg="mod ord">
          <ac:chgData name="Mengmeng Ge" userId="bb5bc401-97cb-4caf-9857-8ff441375414" providerId="ADAL" clId="{5554E0BC-2FEF-4EF3-9549-F35B08576969}" dt="2024-05-14T00:38:02.271" v="735" actId="700"/>
          <ac:spMkLst>
            <pc:docMk/>
            <pc:sldMk cId="3835995956" sldId="1516"/>
            <ac:spMk id="2" creationId="{00000000-0000-0000-0000-000000000000}"/>
          </ac:spMkLst>
        </pc:spChg>
        <pc:spChg chg="mod ord">
          <ac:chgData name="Mengmeng Ge" userId="bb5bc401-97cb-4caf-9857-8ff441375414" providerId="ADAL" clId="{5554E0BC-2FEF-4EF3-9549-F35B08576969}" dt="2024-05-14T02:18:22.225" v="813" actId="20577"/>
          <ac:spMkLst>
            <pc:docMk/>
            <pc:sldMk cId="3835995956" sldId="1516"/>
            <ac:spMk id="3" creationId="{00000000-0000-0000-0000-000000000000}"/>
          </ac:spMkLst>
        </pc:spChg>
        <pc:spChg chg="del mod ord">
          <ac:chgData name="Mengmeng Ge" userId="bb5bc401-97cb-4caf-9857-8ff441375414" providerId="ADAL" clId="{5554E0BC-2FEF-4EF3-9549-F35B08576969}" dt="2024-05-14T02:18:38.596" v="816" actId="478"/>
          <ac:spMkLst>
            <pc:docMk/>
            <pc:sldMk cId="3835995956" sldId="1516"/>
            <ac:spMk id="4" creationId="{43459FD2-557A-F02D-21D4-4A9BC1055D28}"/>
          </ac:spMkLst>
        </pc:spChg>
        <pc:spChg chg="add mod">
          <ac:chgData name="Mengmeng Ge" userId="bb5bc401-97cb-4caf-9857-8ff441375414" providerId="ADAL" clId="{5554E0BC-2FEF-4EF3-9549-F35B08576969}" dt="2024-05-14T02:18:38.935" v="817"/>
          <ac:spMkLst>
            <pc:docMk/>
            <pc:sldMk cId="3835995956" sldId="1516"/>
            <ac:spMk id="5" creationId="{1AA2D54E-77EA-394D-B4C7-78A5BBB2F03B}"/>
          </ac:spMkLst>
        </pc:spChg>
        <pc:spChg chg="del mod">
          <ac:chgData name="Mengmeng Ge" userId="bb5bc401-97cb-4caf-9857-8ff441375414" providerId="ADAL" clId="{5554E0BC-2FEF-4EF3-9549-F35B08576969}" dt="2024-05-14T02:09:27.026" v="748" actId="478"/>
          <ac:spMkLst>
            <pc:docMk/>
            <pc:sldMk cId="3835995956" sldId="1516"/>
            <ac:spMk id="13" creationId="{F70251DA-2EE3-47BB-8772-5A0B697E568A}"/>
          </ac:spMkLst>
        </pc:spChg>
        <pc:spChg chg="del mod">
          <ac:chgData name="Mengmeng Ge" userId="bb5bc401-97cb-4caf-9857-8ff441375414" providerId="ADAL" clId="{5554E0BC-2FEF-4EF3-9549-F35B08576969}" dt="2024-05-14T02:18:01.073" v="808" actId="478"/>
          <ac:spMkLst>
            <pc:docMk/>
            <pc:sldMk cId="3835995956" sldId="1516"/>
            <ac:spMk id="14" creationId="{5F7BF32A-7427-0464-9739-C0BE7315D53A}"/>
          </ac:spMkLst>
        </pc:spChg>
        <pc:picChg chg="mod">
          <ac:chgData name="Mengmeng Ge" userId="bb5bc401-97cb-4caf-9857-8ff441375414" providerId="ADAL" clId="{5554E0BC-2FEF-4EF3-9549-F35B08576969}" dt="2024-05-14T02:18:28.349" v="815" actId="1076"/>
          <ac:picMkLst>
            <pc:docMk/>
            <pc:sldMk cId="3835995956" sldId="1516"/>
            <ac:picMk id="7" creationId="{CC5610B6-9A97-673F-175E-6EB7EEA0BA9F}"/>
          </ac:picMkLst>
        </pc:picChg>
      </pc:sldChg>
      <pc:sldChg chg="addSp modSp mod modAnim modNotesTx">
        <pc:chgData name="Mengmeng Ge" userId="bb5bc401-97cb-4caf-9857-8ff441375414" providerId="ADAL" clId="{5554E0BC-2FEF-4EF3-9549-F35B08576969}" dt="2024-05-14T02:43:43.239" v="968" actId="255"/>
        <pc:sldMkLst>
          <pc:docMk/>
          <pc:sldMk cId="713842533" sldId="1558"/>
        </pc:sldMkLst>
        <pc:spChg chg="mod">
          <ac:chgData name="Mengmeng Ge" userId="bb5bc401-97cb-4caf-9857-8ff441375414" providerId="ADAL" clId="{5554E0BC-2FEF-4EF3-9549-F35B08576969}" dt="2024-05-14T02:43:43.239" v="968" actId="255"/>
          <ac:spMkLst>
            <pc:docMk/>
            <pc:sldMk cId="713842533" sldId="1558"/>
            <ac:spMk id="2" creationId="{00000000-0000-0000-0000-000000000000}"/>
          </ac:spMkLst>
        </pc:spChg>
        <pc:spChg chg="add mod">
          <ac:chgData name="Mengmeng Ge" userId="bb5bc401-97cb-4caf-9857-8ff441375414" providerId="ADAL" clId="{5554E0BC-2FEF-4EF3-9549-F35B08576969}" dt="2024-05-14T02:36:27.903" v="906" actId="1076"/>
          <ac:spMkLst>
            <pc:docMk/>
            <pc:sldMk cId="713842533" sldId="1558"/>
            <ac:spMk id="4" creationId="{00000000-0000-0000-0000-000000000000}"/>
          </ac:spMkLst>
        </pc:spChg>
        <pc:spChg chg="add mod">
          <ac:chgData name="Mengmeng Ge" userId="bb5bc401-97cb-4caf-9857-8ff441375414" providerId="ADAL" clId="{5554E0BC-2FEF-4EF3-9549-F35B08576969}" dt="2024-05-14T02:38:28.085" v="915" actId="20577"/>
          <ac:spMkLst>
            <pc:docMk/>
            <pc:sldMk cId="713842533" sldId="1558"/>
            <ac:spMk id="5" creationId="{00000000-0000-0000-0000-000000000000}"/>
          </ac:spMkLst>
        </pc:spChg>
        <pc:spChg chg="mod">
          <ac:chgData name="Mengmeng Ge" userId="bb5bc401-97cb-4caf-9857-8ff441375414" providerId="ADAL" clId="{5554E0BC-2FEF-4EF3-9549-F35B08576969}" dt="2024-05-14T02:31:18.964" v="871" actId="20577"/>
          <ac:spMkLst>
            <pc:docMk/>
            <pc:sldMk cId="713842533" sldId="1558"/>
            <ac:spMk id="6" creationId="{00000000-0000-0000-0000-000000000000}"/>
          </ac:spMkLst>
        </pc:spChg>
      </pc:sldChg>
      <pc:sldChg chg="addSp delSp modSp mod delAnim modNotesTx">
        <pc:chgData name="Mengmeng Ge" userId="bb5bc401-97cb-4caf-9857-8ff441375414" providerId="ADAL" clId="{5554E0BC-2FEF-4EF3-9549-F35B08576969}" dt="2024-05-14T02:30:39.284" v="864" actId="14100"/>
        <pc:sldMkLst>
          <pc:docMk/>
          <pc:sldMk cId="546717961" sldId="1605"/>
        </pc:sldMkLst>
        <pc:spChg chg="del">
          <ac:chgData name="Mengmeng Ge" userId="bb5bc401-97cb-4caf-9857-8ff441375414" providerId="ADAL" clId="{5554E0BC-2FEF-4EF3-9549-F35B08576969}" dt="2024-05-14T02:29:05.299" v="841" actId="478"/>
          <ac:spMkLst>
            <pc:docMk/>
            <pc:sldMk cId="546717961" sldId="1605"/>
            <ac:spMk id="5" creationId="{DC40605C-B313-2B9B-21B4-3814A80B2813}"/>
          </ac:spMkLst>
        </pc:spChg>
        <pc:spChg chg="del">
          <ac:chgData name="Mengmeng Ge" userId="bb5bc401-97cb-4caf-9857-8ff441375414" providerId="ADAL" clId="{5554E0BC-2FEF-4EF3-9549-F35B08576969}" dt="2024-05-14T02:29:03.387" v="840" actId="478"/>
          <ac:spMkLst>
            <pc:docMk/>
            <pc:sldMk cId="546717961" sldId="1605"/>
            <ac:spMk id="7" creationId="{4B0581D2-D6D8-0E02-BACC-77825C7231BA}"/>
          </ac:spMkLst>
        </pc:spChg>
        <pc:spChg chg="add mod">
          <ac:chgData name="Mengmeng Ge" userId="bb5bc401-97cb-4caf-9857-8ff441375414" providerId="ADAL" clId="{5554E0BC-2FEF-4EF3-9549-F35B08576969}" dt="2024-05-14T02:30:39.284" v="864" actId="14100"/>
          <ac:spMkLst>
            <pc:docMk/>
            <pc:sldMk cId="546717961" sldId="1605"/>
            <ac:spMk id="10" creationId="{ADE49273-4575-41D1-D392-1C0173092D43}"/>
          </ac:spMkLst>
        </pc:spChg>
        <pc:spChg chg="add mod">
          <ac:chgData name="Mengmeng Ge" userId="bb5bc401-97cb-4caf-9857-8ff441375414" providerId="ADAL" clId="{5554E0BC-2FEF-4EF3-9549-F35B08576969}" dt="2024-05-14T02:30:33.693" v="863" actId="1038"/>
          <ac:spMkLst>
            <pc:docMk/>
            <pc:sldMk cId="546717961" sldId="1605"/>
            <ac:spMk id="11" creationId="{8AC6A959-0CD1-B79A-28A9-704CE119F079}"/>
          </ac:spMkLst>
        </pc:spChg>
        <pc:spChg chg="add mod">
          <ac:chgData name="Mengmeng Ge" userId="bb5bc401-97cb-4caf-9857-8ff441375414" providerId="ADAL" clId="{5554E0BC-2FEF-4EF3-9549-F35B08576969}" dt="2024-05-14T02:30:33.693" v="863" actId="1038"/>
          <ac:spMkLst>
            <pc:docMk/>
            <pc:sldMk cId="546717961" sldId="1605"/>
            <ac:spMk id="12" creationId="{C7758204-C582-3A64-E740-47F5AE58F870}"/>
          </ac:spMkLst>
        </pc:spChg>
        <pc:spChg chg="add mod">
          <ac:chgData name="Mengmeng Ge" userId="bb5bc401-97cb-4caf-9857-8ff441375414" providerId="ADAL" clId="{5554E0BC-2FEF-4EF3-9549-F35B08576969}" dt="2024-05-14T02:30:33.693" v="863" actId="1038"/>
          <ac:spMkLst>
            <pc:docMk/>
            <pc:sldMk cId="546717961" sldId="1605"/>
            <ac:spMk id="13" creationId="{3B7A5446-7A6E-CD6B-B62C-EE707A20308F}"/>
          </ac:spMkLst>
        </pc:spChg>
        <pc:picChg chg="add del mod">
          <ac:chgData name="Mengmeng Ge" userId="bb5bc401-97cb-4caf-9857-8ff441375414" providerId="ADAL" clId="{5554E0BC-2FEF-4EF3-9549-F35B08576969}" dt="2024-05-14T02:30:33.693" v="863" actId="1038"/>
          <ac:picMkLst>
            <pc:docMk/>
            <pc:sldMk cId="546717961" sldId="1605"/>
            <ac:picMk id="6" creationId="{E6888587-F3B6-B2C8-2B34-48531814DA13}"/>
          </ac:picMkLst>
        </pc:picChg>
        <pc:picChg chg="add del mod">
          <ac:chgData name="Mengmeng Ge" userId="bb5bc401-97cb-4caf-9857-8ff441375414" providerId="ADAL" clId="{5554E0BC-2FEF-4EF3-9549-F35B08576969}" dt="2024-05-14T02:21:31.822" v="827" actId="22"/>
          <ac:picMkLst>
            <pc:docMk/>
            <pc:sldMk cId="546717961" sldId="1605"/>
            <ac:picMk id="9" creationId="{50674E69-6BA4-2A6D-E40E-A2BD7881EBCB}"/>
          </ac:picMkLst>
        </pc:picChg>
      </pc:sldChg>
      <pc:sldChg chg="modSp mod">
        <pc:chgData name="Mengmeng Ge" userId="bb5bc401-97cb-4caf-9857-8ff441375414" providerId="ADAL" clId="{5554E0BC-2FEF-4EF3-9549-F35B08576969}" dt="2024-05-15T21:48:31.086" v="1344" actId="13926"/>
        <pc:sldMkLst>
          <pc:docMk/>
          <pc:sldMk cId="2111446250" sldId="1610"/>
        </pc:sldMkLst>
        <pc:spChg chg="mod">
          <ac:chgData name="Mengmeng Ge" userId="bb5bc401-97cb-4caf-9857-8ff441375414" providerId="ADAL" clId="{5554E0BC-2FEF-4EF3-9549-F35B08576969}" dt="2024-05-15T21:48:31.086" v="1344" actId="13926"/>
          <ac:spMkLst>
            <pc:docMk/>
            <pc:sldMk cId="2111446250" sldId="1610"/>
            <ac:spMk id="8" creationId="{AC1DC196-612E-84C5-8978-53E69AE89644}"/>
          </ac:spMkLst>
        </pc:spChg>
      </pc:sldChg>
      <pc:sldChg chg="modSp mod">
        <pc:chgData name="Mengmeng Ge" userId="bb5bc401-97cb-4caf-9857-8ff441375414" providerId="ADAL" clId="{5554E0BC-2FEF-4EF3-9549-F35B08576969}" dt="2024-05-15T21:48:41.745" v="1347" actId="13926"/>
        <pc:sldMkLst>
          <pc:docMk/>
          <pc:sldMk cId="2463062996" sldId="1611"/>
        </pc:sldMkLst>
        <pc:spChg chg="mod">
          <ac:chgData name="Mengmeng Ge" userId="bb5bc401-97cb-4caf-9857-8ff441375414" providerId="ADAL" clId="{5554E0BC-2FEF-4EF3-9549-F35B08576969}" dt="2024-05-15T21:48:41.745" v="1347" actId="13926"/>
          <ac:spMkLst>
            <pc:docMk/>
            <pc:sldMk cId="2463062996" sldId="1611"/>
            <ac:spMk id="12" creationId="{63310706-FEB5-3D11-1241-3C938AA116E3}"/>
          </ac:spMkLst>
        </pc:spChg>
      </pc:sldChg>
    </pc:docChg>
  </pc:docChgLst>
  <pc:docChgLst>
    <pc:chgData name="Mengmeng Ge" userId="bb5bc401-97cb-4caf-9857-8ff441375414" providerId="ADAL" clId="{83CBED6B-A278-4498-BA43-BF0ADDA01F28}"/>
    <pc:docChg chg="undo custSel addSld delSld modSld sldOrd">
      <pc:chgData name="Mengmeng Ge" userId="bb5bc401-97cb-4caf-9857-8ff441375414" providerId="ADAL" clId="{83CBED6B-A278-4498-BA43-BF0ADDA01F28}" dt="2024-05-15T05:55:35.199" v="3077" actId="20577"/>
      <pc:docMkLst>
        <pc:docMk/>
      </pc:docMkLst>
      <pc:sldChg chg="del">
        <pc:chgData name="Mengmeng Ge" userId="bb5bc401-97cb-4caf-9857-8ff441375414" providerId="ADAL" clId="{83CBED6B-A278-4498-BA43-BF0ADDA01F28}" dt="2024-05-10T05:09:02.860" v="7" actId="47"/>
        <pc:sldMkLst>
          <pc:docMk/>
          <pc:sldMk cId="0" sldId="263"/>
        </pc:sldMkLst>
      </pc:sldChg>
      <pc:sldChg chg="delSp modSp mod delAnim">
        <pc:chgData name="Mengmeng Ge" userId="bb5bc401-97cb-4caf-9857-8ff441375414" providerId="ADAL" clId="{83CBED6B-A278-4498-BA43-BF0ADDA01F28}" dt="2024-05-14T23:16:21.005" v="1017" actId="20577"/>
        <pc:sldMkLst>
          <pc:docMk/>
          <pc:sldMk cId="1817217746" sldId="277"/>
        </pc:sldMkLst>
        <pc:spChg chg="mod">
          <ac:chgData name="Mengmeng Ge" userId="bb5bc401-97cb-4caf-9857-8ff441375414" providerId="ADAL" clId="{83CBED6B-A278-4498-BA43-BF0ADDA01F28}" dt="2024-05-14T21:41:50.493" v="857" actId="20577"/>
          <ac:spMkLst>
            <pc:docMk/>
            <pc:sldMk cId="1817217746" sldId="277"/>
            <ac:spMk id="76802" creationId="{00000000-0000-0000-0000-000000000000}"/>
          </ac:spMkLst>
        </pc:spChg>
        <pc:spChg chg="mod">
          <ac:chgData name="Mengmeng Ge" userId="bb5bc401-97cb-4caf-9857-8ff441375414" providerId="ADAL" clId="{83CBED6B-A278-4498-BA43-BF0ADDA01F28}" dt="2024-05-14T23:16:21.005" v="1017" actId="20577"/>
          <ac:spMkLst>
            <pc:docMk/>
            <pc:sldMk cId="1817217746" sldId="277"/>
            <ac:spMk id="76803" creationId="{00000000-0000-0000-0000-000000000000}"/>
          </ac:spMkLst>
        </pc:spChg>
        <pc:picChg chg="del">
          <ac:chgData name="Mengmeng Ge" userId="bb5bc401-97cb-4caf-9857-8ff441375414" providerId="ADAL" clId="{83CBED6B-A278-4498-BA43-BF0ADDA01F28}" dt="2024-05-14T22:56:45.357" v="859" actId="478"/>
          <ac:picMkLst>
            <pc:docMk/>
            <pc:sldMk cId="1817217746" sldId="277"/>
            <ac:picMk id="3" creationId="{00000000-0000-0000-0000-000000000000}"/>
          </ac:picMkLst>
        </pc:picChg>
        <pc:picChg chg="mod">
          <ac:chgData name="Mengmeng Ge" userId="bb5bc401-97cb-4caf-9857-8ff441375414" providerId="ADAL" clId="{83CBED6B-A278-4498-BA43-BF0ADDA01F28}" dt="2024-05-14T23:02:43.063" v="879" actId="1076"/>
          <ac:picMkLst>
            <pc:docMk/>
            <pc:sldMk cId="1817217746" sldId="277"/>
            <ac:picMk id="4" creationId="{00000000-0000-0000-0000-000000000000}"/>
          </ac:picMkLst>
        </pc:picChg>
      </pc:sldChg>
      <pc:sldChg chg="addSp modSp mod modClrScheme chgLayout modNotesTx">
        <pc:chgData name="Mengmeng Ge" userId="bb5bc401-97cb-4caf-9857-8ff441375414" providerId="ADAL" clId="{83CBED6B-A278-4498-BA43-BF0ADDA01F28}" dt="2024-05-14T23:59:42.840" v="1352" actId="20577"/>
        <pc:sldMkLst>
          <pc:docMk/>
          <pc:sldMk cId="1608391758" sldId="278"/>
        </pc:sldMkLst>
        <pc:spChg chg="add mod">
          <ac:chgData name="Mengmeng Ge" userId="bb5bc401-97cb-4caf-9857-8ff441375414" providerId="ADAL" clId="{83CBED6B-A278-4498-BA43-BF0ADDA01F28}" dt="2024-05-14T23:58:13.343" v="1331" actId="1076"/>
          <ac:spMkLst>
            <pc:docMk/>
            <pc:sldMk cId="1608391758" sldId="278"/>
            <ac:spMk id="3" creationId="{32CF73E9-EA00-4EB9-CC3D-A8F50815A343}"/>
          </ac:spMkLst>
        </pc:spChg>
        <pc:spChg chg="mod ord">
          <ac:chgData name="Mengmeng Ge" userId="bb5bc401-97cb-4caf-9857-8ff441375414" providerId="ADAL" clId="{83CBED6B-A278-4498-BA43-BF0ADDA01F28}" dt="2024-05-14T23:24:48.858" v="1130" actId="700"/>
          <ac:spMkLst>
            <pc:docMk/>
            <pc:sldMk cId="1608391758" sldId="278"/>
            <ac:spMk id="6" creationId="{00000000-0000-0000-0000-000000000000}"/>
          </ac:spMkLst>
        </pc:spChg>
        <pc:spChg chg="mod ord">
          <ac:chgData name="Mengmeng Ge" userId="bb5bc401-97cb-4caf-9857-8ff441375414" providerId="ADAL" clId="{83CBED6B-A278-4498-BA43-BF0ADDA01F28}" dt="2024-05-14T23:57:22.692" v="1296" actId="20577"/>
          <ac:spMkLst>
            <pc:docMk/>
            <pc:sldMk cId="1608391758" sldId="278"/>
            <ac:spMk id="77826" creationId="{00000000-0000-0000-0000-000000000000}"/>
          </ac:spMkLst>
        </pc:spChg>
        <pc:spChg chg="mod ord">
          <ac:chgData name="Mengmeng Ge" userId="bb5bc401-97cb-4caf-9857-8ff441375414" providerId="ADAL" clId="{83CBED6B-A278-4498-BA43-BF0ADDA01F28}" dt="2024-05-14T23:57:58.428" v="1319" actId="113"/>
          <ac:spMkLst>
            <pc:docMk/>
            <pc:sldMk cId="1608391758" sldId="278"/>
            <ac:spMk id="77829" creationId="{00000000-0000-0000-0000-000000000000}"/>
          </ac:spMkLst>
        </pc:spChg>
        <pc:picChg chg="add mod">
          <ac:chgData name="Mengmeng Ge" userId="bb5bc401-97cb-4caf-9857-8ff441375414" providerId="ADAL" clId="{83CBED6B-A278-4498-BA43-BF0ADDA01F28}" dt="2024-05-14T23:58:34.921" v="1336" actId="1076"/>
          <ac:picMkLst>
            <pc:docMk/>
            <pc:sldMk cId="1608391758" sldId="278"/>
            <ac:picMk id="5" creationId="{4C85E2CA-57DD-80E4-3E50-538C5E2C1B21}"/>
          </ac:picMkLst>
        </pc:picChg>
      </pc:sldChg>
      <pc:sldChg chg="addSp delSp modSp del mod modClrScheme addAnim delAnim modAnim chgLayout">
        <pc:chgData name="Mengmeng Ge" userId="bb5bc401-97cb-4caf-9857-8ff441375414" providerId="ADAL" clId="{83CBED6B-A278-4498-BA43-BF0ADDA01F28}" dt="2024-05-15T01:14:04.537" v="1491" actId="47"/>
        <pc:sldMkLst>
          <pc:docMk/>
          <pc:sldMk cId="1914585167" sldId="279"/>
        </pc:sldMkLst>
        <pc:spChg chg="mod ord">
          <ac:chgData name="Mengmeng Ge" userId="bb5bc401-97cb-4caf-9857-8ff441375414" providerId="ADAL" clId="{83CBED6B-A278-4498-BA43-BF0ADDA01F28}" dt="2024-05-15T00:58:31.017" v="1419" actId="21"/>
          <ac:spMkLst>
            <pc:docMk/>
            <pc:sldMk cId="1914585167" sldId="279"/>
            <ac:spMk id="201748" creationId="{00000000-0000-0000-0000-000000000000}"/>
          </ac:spMkLst>
        </pc:spChg>
        <pc:spChg chg="mod ord">
          <ac:chgData name="Mengmeng Ge" userId="bb5bc401-97cb-4caf-9857-8ff441375414" providerId="ADAL" clId="{83CBED6B-A278-4498-BA43-BF0ADDA01F28}" dt="2024-05-15T00:19:47.218" v="1417" actId="700"/>
          <ac:spMkLst>
            <pc:docMk/>
            <pc:sldMk cId="1914585167" sldId="279"/>
            <ac:spMk id="201750" creationId="{00000000-0000-0000-0000-000000000000}"/>
          </ac:spMkLst>
        </pc:spChg>
        <pc:grpChg chg="del">
          <ac:chgData name="Mengmeng Ge" userId="bb5bc401-97cb-4caf-9857-8ff441375414" providerId="ADAL" clId="{83CBED6B-A278-4498-BA43-BF0ADDA01F28}" dt="2024-05-15T00:59:05.064" v="1427" actId="21"/>
          <ac:grpSpMkLst>
            <pc:docMk/>
            <pc:sldMk cId="1914585167" sldId="279"/>
            <ac:grpSpMk id="4" creationId="{00000000-0000-0000-0000-000000000000}"/>
          </ac:grpSpMkLst>
        </pc:grpChg>
        <pc:grpChg chg="add del mod">
          <ac:chgData name="Mengmeng Ge" userId="bb5bc401-97cb-4caf-9857-8ff441375414" providerId="ADAL" clId="{83CBED6B-A278-4498-BA43-BF0ADDA01F28}" dt="2024-05-15T00:59:05.064" v="1427" actId="21"/>
          <ac:grpSpMkLst>
            <pc:docMk/>
            <pc:sldMk cId="1914585167" sldId="279"/>
            <ac:grpSpMk id="5" creationId="{00000000-0000-0000-0000-000000000000}"/>
          </ac:grpSpMkLst>
        </pc:grpChg>
        <pc:grpChg chg="del">
          <ac:chgData name="Mengmeng Ge" userId="bb5bc401-97cb-4caf-9857-8ff441375414" providerId="ADAL" clId="{83CBED6B-A278-4498-BA43-BF0ADDA01F28}" dt="2024-05-15T00:59:05.064" v="1427" actId="21"/>
          <ac:grpSpMkLst>
            <pc:docMk/>
            <pc:sldMk cId="1914585167" sldId="279"/>
            <ac:grpSpMk id="201751" creationId="{00000000-0000-0000-0000-000000000000}"/>
          </ac:grpSpMkLst>
        </pc:grpChg>
      </pc:sldChg>
      <pc:sldChg chg="modSp del">
        <pc:chgData name="Mengmeng Ge" userId="bb5bc401-97cb-4caf-9857-8ff441375414" providerId="ADAL" clId="{83CBED6B-A278-4498-BA43-BF0ADDA01F28}" dt="2024-05-15T01:16:42.587" v="1511" actId="47"/>
        <pc:sldMkLst>
          <pc:docMk/>
          <pc:sldMk cId="2903414866" sldId="280"/>
        </pc:sldMkLst>
        <pc:spChg chg="mod">
          <ac:chgData name="Mengmeng Ge" userId="bb5bc401-97cb-4caf-9857-8ff441375414" providerId="ADAL" clId="{83CBED6B-A278-4498-BA43-BF0ADDA01F28}" dt="2024-05-15T01:14:11.715" v="1492" actId="1076"/>
          <ac:spMkLst>
            <pc:docMk/>
            <pc:sldMk cId="2903414866" sldId="280"/>
            <ac:spMk id="78870"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2"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3"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4"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5"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6"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7"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8"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79"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80"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81"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82" creationId="{00000000-0000-0000-0000-000000000000}"/>
          </ac:spMkLst>
        </pc:spChg>
        <pc:spChg chg="mod">
          <ac:chgData name="Mengmeng Ge" userId="bb5bc401-97cb-4caf-9857-8ff441375414" providerId="ADAL" clId="{83CBED6B-A278-4498-BA43-BF0ADDA01F28}" dt="2024-05-15T01:14:11.715" v="1492" actId="1076"/>
          <ac:spMkLst>
            <pc:docMk/>
            <pc:sldMk cId="2903414866" sldId="280"/>
            <ac:spMk id="78883" creationId="{00000000-0000-0000-0000-000000000000}"/>
          </ac:spMkLst>
        </pc:spChg>
        <pc:grpChg chg="mod">
          <ac:chgData name="Mengmeng Ge" userId="bb5bc401-97cb-4caf-9857-8ff441375414" providerId="ADAL" clId="{83CBED6B-A278-4498-BA43-BF0ADDA01F28}" dt="2024-05-15T01:14:11.715" v="1492" actId="1076"/>
          <ac:grpSpMkLst>
            <pc:docMk/>
            <pc:sldMk cId="2903414866" sldId="280"/>
            <ac:grpSpMk id="78869" creationId="{00000000-0000-0000-0000-000000000000}"/>
          </ac:grpSpMkLst>
        </pc:grpChg>
        <pc:picChg chg="mod">
          <ac:chgData name="Mengmeng Ge" userId="bb5bc401-97cb-4caf-9857-8ff441375414" providerId="ADAL" clId="{83CBED6B-A278-4498-BA43-BF0ADDA01F28}" dt="2024-05-15T01:14:11.715" v="1492" actId="1076"/>
          <ac:picMkLst>
            <pc:docMk/>
            <pc:sldMk cId="2903414866" sldId="280"/>
            <ac:picMk id="78871" creationId="{00000000-0000-0000-0000-000000000000}"/>
          </ac:picMkLst>
        </pc:picChg>
      </pc:sldChg>
      <pc:sldChg chg="modSp del mod">
        <pc:chgData name="Mengmeng Ge" userId="bb5bc401-97cb-4caf-9857-8ff441375414" providerId="ADAL" clId="{83CBED6B-A278-4498-BA43-BF0ADDA01F28}" dt="2024-05-15T01:18:22.443" v="1559" actId="47"/>
        <pc:sldMkLst>
          <pc:docMk/>
          <pc:sldMk cId="639017603" sldId="281"/>
        </pc:sldMkLst>
        <pc:spChg chg="mod">
          <ac:chgData name="Mengmeng Ge" userId="bb5bc401-97cb-4caf-9857-8ff441375414" providerId="ADAL" clId="{83CBED6B-A278-4498-BA43-BF0ADDA01F28}" dt="2024-05-15T01:07:39.973" v="1464" actId="21"/>
          <ac:spMkLst>
            <pc:docMk/>
            <pc:sldMk cId="639017603" sldId="281"/>
            <ac:spMk id="220163" creationId="{00000000-0000-0000-0000-000000000000}"/>
          </ac:spMkLst>
        </pc:spChg>
      </pc:sldChg>
      <pc:sldChg chg="modSp del mod">
        <pc:chgData name="Mengmeng Ge" userId="bb5bc401-97cb-4caf-9857-8ff441375414" providerId="ADAL" clId="{83CBED6B-A278-4498-BA43-BF0ADDA01F28}" dt="2024-05-15T03:05:42.095" v="1815" actId="47"/>
        <pc:sldMkLst>
          <pc:docMk/>
          <pc:sldMk cId="2908450054" sldId="282"/>
        </pc:sldMkLst>
        <pc:spChg chg="mod">
          <ac:chgData name="Mengmeng Ge" userId="bb5bc401-97cb-4caf-9857-8ff441375414" providerId="ADAL" clId="{83CBED6B-A278-4498-BA43-BF0ADDA01F28}" dt="2024-05-15T03:05:04.764" v="1793" actId="21"/>
          <ac:spMkLst>
            <pc:docMk/>
            <pc:sldMk cId="2908450054" sldId="282"/>
            <ac:spMk id="221187" creationId="{00000000-0000-0000-0000-000000000000}"/>
          </ac:spMkLst>
        </pc:spChg>
      </pc:sldChg>
      <pc:sldChg chg="delSp del mod delAnim">
        <pc:chgData name="Mengmeng Ge" userId="bb5bc401-97cb-4caf-9857-8ff441375414" providerId="ADAL" clId="{83CBED6B-A278-4498-BA43-BF0ADDA01F28}" dt="2024-05-15T03:20:05.201" v="1961" actId="47"/>
        <pc:sldMkLst>
          <pc:docMk/>
          <pc:sldMk cId="2631848761" sldId="283"/>
        </pc:sldMkLst>
        <pc:spChg chg="del">
          <ac:chgData name="Mengmeng Ge" userId="bb5bc401-97cb-4caf-9857-8ff441375414" providerId="ADAL" clId="{83CBED6B-A278-4498-BA43-BF0ADDA01F28}" dt="2024-05-15T02:58:37.566" v="1747" actId="21"/>
          <ac:spMkLst>
            <pc:docMk/>
            <pc:sldMk cId="2631848761" sldId="283"/>
            <ac:spMk id="3" creationId="{00000000-0000-0000-0000-000000000000}"/>
          </ac:spMkLst>
        </pc:spChg>
        <pc:spChg chg="del">
          <ac:chgData name="Mengmeng Ge" userId="bb5bc401-97cb-4caf-9857-8ff441375414" providerId="ADAL" clId="{83CBED6B-A278-4498-BA43-BF0ADDA01F28}" dt="2024-05-15T03:10:37.775" v="1829" actId="21"/>
          <ac:spMkLst>
            <pc:docMk/>
            <pc:sldMk cId="2631848761" sldId="283"/>
            <ac:spMk id="4" creationId="{00000000-0000-0000-0000-000000000000}"/>
          </ac:spMkLst>
        </pc:spChg>
      </pc:sldChg>
      <pc:sldChg chg="addSp delSp modSp del mod">
        <pc:chgData name="Mengmeng Ge" userId="bb5bc401-97cb-4caf-9857-8ff441375414" providerId="ADAL" clId="{83CBED6B-A278-4498-BA43-BF0ADDA01F28}" dt="2024-05-15T03:25:29.922" v="2015" actId="47"/>
        <pc:sldMkLst>
          <pc:docMk/>
          <pc:sldMk cId="1258494226" sldId="284"/>
        </pc:sldMkLst>
        <pc:spChg chg="add del">
          <ac:chgData name="Mengmeng Ge" userId="bb5bc401-97cb-4caf-9857-8ff441375414" providerId="ADAL" clId="{83CBED6B-A278-4498-BA43-BF0ADDA01F28}" dt="2024-05-15T03:24:46.619" v="1995" actId="21"/>
          <ac:spMkLst>
            <pc:docMk/>
            <pc:sldMk cId="1258494226" sldId="284"/>
            <ac:spMk id="3" creationId="{590AF40E-482A-D0D5-7A8F-DD2C9CB5BE26}"/>
          </ac:spMkLst>
        </pc:spChg>
        <pc:spChg chg="mod">
          <ac:chgData name="Mengmeng Ge" userId="bb5bc401-97cb-4caf-9857-8ff441375414" providerId="ADAL" clId="{83CBED6B-A278-4498-BA43-BF0ADDA01F28}" dt="2024-05-15T03:25:01.741" v="1997" actId="21"/>
          <ac:spMkLst>
            <pc:docMk/>
            <pc:sldMk cId="1258494226" sldId="284"/>
            <ac:spMk id="203843" creationId="{00000000-0000-0000-0000-000000000000}"/>
          </ac:spMkLst>
        </pc:spChg>
      </pc:sldChg>
      <pc:sldChg chg="addSp delSp modSp mod modClrScheme delAnim modAnim chgLayout modNotesTx">
        <pc:chgData name="Mengmeng Ge" userId="bb5bc401-97cb-4caf-9857-8ff441375414" providerId="ADAL" clId="{83CBED6B-A278-4498-BA43-BF0ADDA01F28}" dt="2024-05-15T04:18:56.642" v="2268" actId="948"/>
        <pc:sldMkLst>
          <pc:docMk/>
          <pc:sldMk cId="2363243937" sldId="285"/>
        </pc:sldMkLst>
        <pc:spChg chg="add mod">
          <ac:chgData name="Mengmeng Ge" userId="bb5bc401-97cb-4caf-9857-8ff441375414" providerId="ADAL" clId="{83CBED6B-A278-4498-BA43-BF0ADDA01F28}" dt="2024-05-15T04:17:41.842" v="2240" actId="1036"/>
          <ac:spMkLst>
            <pc:docMk/>
            <pc:sldMk cId="2363243937" sldId="285"/>
            <ac:spMk id="3" creationId="{4E833208-5684-276B-D9F2-7D24A0DDCB72}"/>
          </ac:spMkLst>
        </pc:spChg>
        <pc:spChg chg="mod ord">
          <ac:chgData name="Mengmeng Ge" userId="bb5bc401-97cb-4caf-9857-8ff441375414" providerId="ADAL" clId="{83CBED6B-A278-4498-BA43-BF0ADDA01F28}" dt="2024-05-15T04:07:08.689" v="2044" actId="700"/>
          <ac:spMkLst>
            <pc:docMk/>
            <pc:sldMk cId="2363243937" sldId="285"/>
            <ac:spMk id="5" creationId="{00000000-0000-0000-0000-000000000000}"/>
          </ac:spMkLst>
        </pc:spChg>
        <pc:spChg chg="mod">
          <ac:chgData name="Mengmeng Ge" userId="bb5bc401-97cb-4caf-9857-8ff441375414" providerId="ADAL" clId="{83CBED6B-A278-4498-BA43-BF0ADDA01F28}" dt="2024-05-15T04:17:41.842" v="2240" actId="1036"/>
          <ac:spMkLst>
            <pc:docMk/>
            <pc:sldMk cId="2363243937" sldId="285"/>
            <ac:spMk id="6" creationId="{708BF9C5-E4D8-BD77-5E83-F04772BEFE33}"/>
          </ac:spMkLst>
        </pc:spChg>
        <pc:spChg chg="mod">
          <ac:chgData name="Mengmeng Ge" userId="bb5bc401-97cb-4caf-9857-8ff441375414" providerId="ADAL" clId="{83CBED6B-A278-4498-BA43-BF0ADDA01F28}" dt="2024-05-15T04:17:41.842" v="2240" actId="1036"/>
          <ac:spMkLst>
            <pc:docMk/>
            <pc:sldMk cId="2363243937" sldId="285"/>
            <ac:spMk id="7" creationId="{2D831E00-41B3-4A0C-5057-B0B567D9E4B9}"/>
          </ac:spMkLst>
        </pc:spChg>
        <pc:spChg chg="mod">
          <ac:chgData name="Mengmeng Ge" userId="bb5bc401-97cb-4caf-9857-8ff441375414" providerId="ADAL" clId="{83CBED6B-A278-4498-BA43-BF0ADDA01F28}" dt="2024-05-15T04:17:41.842" v="2240" actId="1036"/>
          <ac:spMkLst>
            <pc:docMk/>
            <pc:sldMk cId="2363243937" sldId="285"/>
            <ac:spMk id="8" creationId="{DA7A686A-639D-95A5-F687-D2F78DFBD25A}"/>
          </ac:spMkLst>
        </pc:spChg>
        <pc:spChg chg="mod">
          <ac:chgData name="Mengmeng Ge" userId="bb5bc401-97cb-4caf-9857-8ff441375414" providerId="ADAL" clId="{83CBED6B-A278-4498-BA43-BF0ADDA01F28}" dt="2024-05-15T04:17:41.842" v="2240" actId="1036"/>
          <ac:spMkLst>
            <pc:docMk/>
            <pc:sldMk cId="2363243937" sldId="285"/>
            <ac:spMk id="9" creationId="{9989C6AE-FD5F-1570-FD0F-952274DF9924}"/>
          </ac:spMkLst>
        </pc:spChg>
        <pc:spChg chg="mod">
          <ac:chgData name="Mengmeng Ge" userId="bb5bc401-97cb-4caf-9857-8ff441375414" providerId="ADAL" clId="{83CBED6B-A278-4498-BA43-BF0ADDA01F28}" dt="2024-05-15T04:17:41.842" v="2240" actId="1036"/>
          <ac:spMkLst>
            <pc:docMk/>
            <pc:sldMk cId="2363243937" sldId="285"/>
            <ac:spMk id="10" creationId="{2A09746C-E98F-CE63-8AB4-E73592F44CC7}"/>
          </ac:spMkLst>
        </pc:spChg>
        <pc:spChg chg="mod">
          <ac:chgData name="Mengmeng Ge" userId="bb5bc401-97cb-4caf-9857-8ff441375414" providerId="ADAL" clId="{83CBED6B-A278-4498-BA43-BF0ADDA01F28}" dt="2024-05-15T04:17:41.842" v="2240" actId="1036"/>
          <ac:spMkLst>
            <pc:docMk/>
            <pc:sldMk cId="2363243937" sldId="285"/>
            <ac:spMk id="11" creationId="{0CB38FB5-06DD-DD41-5228-900DA8BB1729}"/>
          </ac:spMkLst>
        </pc:spChg>
        <pc:spChg chg="mod">
          <ac:chgData name="Mengmeng Ge" userId="bb5bc401-97cb-4caf-9857-8ff441375414" providerId="ADAL" clId="{83CBED6B-A278-4498-BA43-BF0ADDA01F28}" dt="2024-05-15T04:17:41.842" v="2240" actId="1036"/>
          <ac:spMkLst>
            <pc:docMk/>
            <pc:sldMk cId="2363243937" sldId="285"/>
            <ac:spMk id="12" creationId="{65E03E0F-C046-6F5B-9B51-3BA60BBE0A2A}"/>
          </ac:spMkLst>
        </pc:spChg>
        <pc:spChg chg="mod">
          <ac:chgData name="Mengmeng Ge" userId="bb5bc401-97cb-4caf-9857-8ff441375414" providerId="ADAL" clId="{83CBED6B-A278-4498-BA43-BF0ADDA01F28}" dt="2024-05-15T04:17:41.842" v="2240" actId="1036"/>
          <ac:spMkLst>
            <pc:docMk/>
            <pc:sldMk cId="2363243937" sldId="285"/>
            <ac:spMk id="13" creationId="{4D3388D4-76E8-27AC-E31C-03C77F0CD9EC}"/>
          </ac:spMkLst>
        </pc:spChg>
        <pc:spChg chg="add mod">
          <ac:chgData name="Mengmeng Ge" userId="bb5bc401-97cb-4caf-9857-8ff441375414" providerId="ADAL" clId="{83CBED6B-A278-4498-BA43-BF0ADDA01F28}" dt="2024-05-15T04:17:41.842" v="2240" actId="1036"/>
          <ac:spMkLst>
            <pc:docMk/>
            <pc:sldMk cId="2363243937" sldId="285"/>
            <ac:spMk id="14" creationId="{523BACEC-F63C-0FCC-D4BC-04A0514E0FEE}"/>
          </ac:spMkLst>
        </pc:spChg>
        <pc:spChg chg="add mod">
          <ac:chgData name="Mengmeng Ge" userId="bb5bc401-97cb-4caf-9857-8ff441375414" providerId="ADAL" clId="{83CBED6B-A278-4498-BA43-BF0ADDA01F28}" dt="2024-05-15T04:17:41.842" v="2240" actId="1036"/>
          <ac:spMkLst>
            <pc:docMk/>
            <pc:sldMk cId="2363243937" sldId="285"/>
            <ac:spMk id="15" creationId="{657493EC-1053-265A-4383-468CE0C59D2F}"/>
          </ac:spMkLst>
        </pc:spChg>
        <pc:spChg chg="mod">
          <ac:chgData name="Mengmeng Ge" userId="bb5bc401-97cb-4caf-9857-8ff441375414" providerId="ADAL" clId="{83CBED6B-A278-4498-BA43-BF0ADDA01F28}" dt="2024-05-15T04:17:41.842" v="2240" actId="1036"/>
          <ac:spMkLst>
            <pc:docMk/>
            <pc:sldMk cId="2363243937" sldId="285"/>
            <ac:spMk id="17" creationId="{F9BE42B2-832C-C355-9566-0E1623CB0C5A}"/>
          </ac:spMkLst>
        </pc:spChg>
        <pc:spChg chg="mod">
          <ac:chgData name="Mengmeng Ge" userId="bb5bc401-97cb-4caf-9857-8ff441375414" providerId="ADAL" clId="{83CBED6B-A278-4498-BA43-BF0ADDA01F28}" dt="2024-05-15T04:17:41.842" v="2240" actId="1036"/>
          <ac:spMkLst>
            <pc:docMk/>
            <pc:sldMk cId="2363243937" sldId="285"/>
            <ac:spMk id="18" creationId="{4081F8F1-DB04-98F1-00AC-9764B8B36D20}"/>
          </ac:spMkLst>
        </pc:spChg>
        <pc:spChg chg="add del mod">
          <ac:chgData name="Mengmeng Ge" userId="bb5bc401-97cb-4caf-9857-8ff441375414" providerId="ADAL" clId="{83CBED6B-A278-4498-BA43-BF0ADDA01F28}" dt="2024-05-15T04:11:22.835" v="2113" actId="478"/>
          <ac:spMkLst>
            <pc:docMk/>
            <pc:sldMk cId="2363243937" sldId="285"/>
            <ac:spMk id="19" creationId="{D3531548-D923-9DD6-8AA2-DFEDDDD6B614}"/>
          </ac:spMkLst>
        </pc:spChg>
        <pc:spChg chg="add del mod">
          <ac:chgData name="Mengmeng Ge" userId="bb5bc401-97cb-4caf-9857-8ff441375414" providerId="ADAL" clId="{83CBED6B-A278-4498-BA43-BF0ADDA01F28}" dt="2024-05-15T04:11:20.815" v="2112" actId="478"/>
          <ac:spMkLst>
            <pc:docMk/>
            <pc:sldMk cId="2363243937" sldId="285"/>
            <ac:spMk id="20" creationId="{A83FEBCE-CEF4-43E7-2C7B-DC9862060145}"/>
          </ac:spMkLst>
        </pc:spChg>
        <pc:spChg chg="add del mod">
          <ac:chgData name="Mengmeng Ge" userId="bb5bc401-97cb-4caf-9857-8ff441375414" providerId="ADAL" clId="{83CBED6B-A278-4498-BA43-BF0ADDA01F28}" dt="2024-05-15T04:11:24.078" v="2114" actId="478"/>
          <ac:spMkLst>
            <pc:docMk/>
            <pc:sldMk cId="2363243937" sldId="285"/>
            <ac:spMk id="21" creationId="{662CB1D9-A7FB-9AF3-592F-59EB4A0201C3}"/>
          </ac:spMkLst>
        </pc:spChg>
        <pc:spChg chg="add mod">
          <ac:chgData name="Mengmeng Ge" userId="bb5bc401-97cb-4caf-9857-8ff441375414" providerId="ADAL" clId="{83CBED6B-A278-4498-BA43-BF0ADDA01F28}" dt="2024-05-15T04:17:41.842" v="2240" actId="1036"/>
          <ac:spMkLst>
            <pc:docMk/>
            <pc:sldMk cId="2363243937" sldId="285"/>
            <ac:spMk id="22" creationId="{849325E3-3802-A803-3421-21994742C323}"/>
          </ac:spMkLst>
        </pc:spChg>
        <pc:spChg chg="add mod">
          <ac:chgData name="Mengmeng Ge" userId="bb5bc401-97cb-4caf-9857-8ff441375414" providerId="ADAL" clId="{83CBED6B-A278-4498-BA43-BF0ADDA01F28}" dt="2024-05-15T04:17:41.842" v="2240" actId="1036"/>
          <ac:spMkLst>
            <pc:docMk/>
            <pc:sldMk cId="2363243937" sldId="285"/>
            <ac:spMk id="23" creationId="{A8911E89-96DC-FA1B-FF4C-77CEDEA2DB90}"/>
          </ac:spMkLst>
        </pc:spChg>
        <pc:spChg chg="mod ord">
          <ac:chgData name="Mengmeng Ge" userId="bb5bc401-97cb-4caf-9857-8ff441375414" providerId="ADAL" clId="{83CBED6B-A278-4498-BA43-BF0ADDA01F28}" dt="2024-05-15T04:07:08.689" v="2044" actId="700"/>
          <ac:spMkLst>
            <pc:docMk/>
            <pc:sldMk cId="2363243937" sldId="285"/>
            <ac:spMk id="82946" creationId="{00000000-0000-0000-0000-000000000000}"/>
          </ac:spMkLst>
        </pc:spChg>
        <pc:spChg chg="mod ord">
          <ac:chgData name="Mengmeng Ge" userId="bb5bc401-97cb-4caf-9857-8ff441375414" providerId="ADAL" clId="{83CBED6B-A278-4498-BA43-BF0ADDA01F28}" dt="2024-05-15T04:18:56.642" v="2268" actId="948"/>
          <ac:spMkLst>
            <pc:docMk/>
            <pc:sldMk cId="2363243937" sldId="285"/>
            <ac:spMk id="82947" creationId="{00000000-0000-0000-0000-000000000000}"/>
          </ac:spMkLst>
        </pc:spChg>
        <pc:grpChg chg="add mod">
          <ac:chgData name="Mengmeng Ge" userId="bb5bc401-97cb-4caf-9857-8ff441375414" providerId="ADAL" clId="{83CBED6B-A278-4498-BA43-BF0ADDA01F28}" dt="2024-05-15T04:17:41.842" v="2240" actId="1036"/>
          <ac:grpSpMkLst>
            <pc:docMk/>
            <pc:sldMk cId="2363243937" sldId="285"/>
            <ac:grpSpMk id="4" creationId="{E0A996C0-6FC0-206E-CBF9-3B05E83555CA}"/>
          </ac:grpSpMkLst>
        </pc:grpChg>
        <pc:grpChg chg="add mod">
          <ac:chgData name="Mengmeng Ge" userId="bb5bc401-97cb-4caf-9857-8ff441375414" providerId="ADAL" clId="{83CBED6B-A278-4498-BA43-BF0ADDA01F28}" dt="2024-05-15T04:17:41.842" v="2240" actId="1036"/>
          <ac:grpSpMkLst>
            <pc:docMk/>
            <pc:sldMk cId="2363243937" sldId="285"/>
            <ac:grpSpMk id="16" creationId="{7C33AD6D-D27A-729D-F6E2-17FB2010450B}"/>
          </ac:grpSpMkLst>
        </pc:grpChg>
        <pc:grpChg chg="add mod">
          <ac:chgData name="Mengmeng Ge" userId="bb5bc401-97cb-4caf-9857-8ff441375414" providerId="ADAL" clId="{83CBED6B-A278-4498-BA43-BF0ADDA01F28}" dt="2024-05-15T04:17:41.842" v="2240" actId="1036"/>
          <ac:grpSpMkLst>
            <pc:docMk/>
            <pc:sldMk cId="2363243937" sldId="285"/>
            <ac:grpSpMk id="24" creationId="{43DB7E75-FCDA-79C1-BFD1-ABDBBFDF1DDE}"/>
          </ac:grpSpMkLst>
        </pc:grpChg>
        <pc:graphicFrameChg chg="add mod">
          <ac:chgData name="Mengmeng Ge" userId="bb5bc401-97cb-4caf-9857-8ff441375414" providerId="ADAL" clId="{83CBED6B-A278-4498-BA43-BF0ADDA01F28}" dt="2024-05-15T04:17:41.842" v="2240" actId="1036"/>
          <ac:graphicFrameMkLst>
            <pc:docMk/>
            <pc:sldMk cId="2363243937" sldId="285"/>
            <ac:graphicFrameMk id="2" creationId="{FCB21AAD-6648-29FB-82FE-01801BF53A1C}"/>
          </ac:graphicFrameMkLst>
        </pc:graphicFrameChg>
      </pc:sldChg>
      <pc:sldChg chg="addSp delSp modSp mod modClrScheme chgLayout modNotesTx">
        <pc:chgData name="Mengmeng Ge" userId="bb5bc401-97cb-4caf-9857-8ff441375414" providerId="ADAL" clId="{83CBED6B-A278-4498-BA43-BF0ADDA01F28}" dt="2024-05-15T05:30:21.785" v="2914" actId="1036"/>
        <pc:sldMkLst>
          <pc:docMk/>
          <pc:sldMk cId="3337408293" sldId="286"/>
        </pc:sldMkLst>
        <pc:spChg chg="del">
          <ac:chgData name="Mengmeng Ge" userId="bb5bc401-97cb-4caf-9857-8ff441375414" providerId="ADAL" clId="{83CBED6B-A278-4498-BA43-BF0ADDA01F28}" dt="2024-05-15T05:03:37.119" v="2644" actId="478"/>
          <ac:spMkLst>
            <pc:docMk/>
            <pc:sldMk cId="3337408293" sldId="286"/>
            <ac:spMk id="2" creationId="{00000000-0000-0000-0000-000000000000}"/>
          </ac:spMkLst>
        </pc:spChg>
        <pc:spChg chg="add del mod">
          <ac:chgData name="Mengmeng Ge" userId="bb5bc401-97cb-4caf-9857-8ff441375414" providerId="ADAL" clId="{83CBED6B-A278-4498-BA43-BF0ADDA01F28}" dt="2024-05-15T05:03:30.630" v="2641" actId="478"/>
          <ac:spMkLst>
            <pc:docMk/>
            <pc:sldMk cId="3337408293" sldId="286"/>
            <ac:spMk id="5" creationId="{B978A47E-6876-67F1-4168-AB4F4189CFE9}"/>
          </ac:spMkLst>
        </pc:spChg>
        <pc:spChg chg="add mod ord">
          <ac:chgData name="Mengmeng Ge" userId="bb5bc401-97cb-4caf-9857-8ff441375414" providerId="ADAL" clId="{83CBED6B-A278-4498-BA43-BF0ADDA01F28}" dt="2024-05-15T05:30:21.785" v="2914" actId="1036"/>
          <ac:spMkLst>
            <pc:docMk/>
            <pc:sldMk cId="3337408293" sldId="286"/>
            <ac:spMk id="8" creationId="{C1331FF1-9302-5D8F-BFEB-7AF929EC99D7}"/>
          </ac:spMkLst>
        </pc:spChg>
        <pc:spChg chg="mod ord">
          <ac:chgData name="Mengmeng Ge" userId="bb5bc401-97cb-4caf-9857-8ff441375414" providerId="ADAL" clId="{83CBED6B-A278-4498-BA43-BF0ADDA01F28}" dt="2024-05-15T05:27:34.761" v="2875" actId="700"/>
          <ac:spMkLst>
            <pc:docMk/>
            <pc:sldMk cId="3337408293" sldId="286"/>
            <ac:spMk id="12" creationId="{00000000-0000-0000-0000-000000000000}"/>
          </ac:spMkLst>
        </pc:spChg>
        <pc:spChg chg="mod ord">
          <ac:chgData name="Mengmeng Ge" userId="bb5bc401-97cb-4caf-9857-8ff441375414" providerId="ADAL" clId="{83CBED6B-A278-4498-BA43-BF0ADDA01F28}" dt="2024-05-15T05:27:34.761" v="2875" actId="700"/>
          <ac:spMkLst>
            <pc:docMk/>
            <pc:sldMk cId="3337408293" sldId="286"/>
            <ac:spMk id="83970" creationId="{00000000-0000-0000-0000-000000000000}"/>
          </ac:spMkLst>
        </pc:spChg>
        <pc:spChg chg="del mod">
          <ac:chgData name="Mengmeng Ge" userId="bb5bc401-97cb-4caf-9857-8ff441375414" providerId="ADAL" clId="{83CBED6B-A278-4498-BA43-BF0ADDA01F28}" dt="2024-05-15T04:51:46.013" v="2444" actId="478"/>
          <ac:spMkLst>
            <pc:docMk/>
            <pc:sldMk cId="3337408293" sldId="286"/>
            <ac:spMk id="83971" creationId="{00000000-0000-0000-0000-000000000000}"/>
          </ac:spMkLst>
        </pc:spChg>
        <pc:spChg chg="del">
          <ac:chgData name="Mengmeng Ge" userId="bb5bc401-97cb-4caf-9857-8ff441375414" providerId="ADAL" clId="{83CBED6B-A278-4498-BA43-BF0ADDA01F28}" dt="2024-05-15T05:03:25.619" v="2640" actId="478"/>
          <ac:spMkLst>
            <pc:docMk/>
            <pc:sldMk cId="3337408293" sldId="286"/>
            <ac:spMk id="83972" creationId="{00000000-0000-0000-0000-000000000000}"/>
          </ac:spMkLst>
        </pc:spChg>
        <pc:spChg chg="mod">
          <ac:chgData name="Mengmeng Ge" userId="bb5bc401-97cb-4caf-9857-8ff441375414" providerId="ADAL" clId="{83CBED6B-A278-4498-BA43-BF0ADDA01F28}" dt="2024-05-15T04:19:54.664" v="2292" actId="1036"/>
          <ac:spMkLst>
            <pc:docMk/>
            <pc:sldMk cId="3337408293" sldId="286"/>
            <ac:spMk id="83974" creationId="{00000000-0000-0000-0000-000000000000}"/>
          </ac:spMkLst>
        </pc:spChg>
        <pc:spChg chg="mod">
          <ac:chgData name="Mengmeng Ge" userId="bb5bc401-97cb-4caf-9857-8ff441375414" providerId="ADAL" clId="{83CBED6B-A278-4498-BA43-BF0ADDA01F28}" dt="2024-05-15T04:19:54.664" v="2292" actId="1036"/>
          <ac:spMkLst>
            <pc:docMk/>
            <pc:sldMk cId="3337408293" sldId="286"/>
            <ac:spMk id="83975" creationId="{00000000-0000-0000-0000-000000000000}"/>
          </ac:spMkLst>
        </pc:spChg>
        <pc:spChg chg="add del">
          <ac:chgData name="Mengmeng Ge" userId="bb5bc401-97cb-4caf-9857-8ff441375414" providerId="ADAL" clId="{83CBED6B-A278-4498-BA43-BF0ADDA01F28}" dt="2024-05-15T05:00:49.171" v="2529" actId="478"/>
          <ac:spMkLst>
            <pc:docMk/>
            <pc:sldMk cId="3337408293" sldId="286"/>
            <ac:spMk id="83976" creationId="{00000000-0000-0000-0000-000000000000}"/>
          </ac:spMkLst>
        </pc:spChg>
        <pc:spChg chg="del">
          <ac:chgData name="Mengmeng Ge" userId="bb5bc401-97cb-4caf-9857-8ff441375414" providerId="ADAL" clId="{83CBED6B-A278-4498-BA43-BF0ADDA01F28}" dt="2024-05-15T05:03:33.658" v="2642" actId="478"/>
          <ac:spMkLst>
            <pc:docMk/>
            <pc:sldMk cId="3337408293" sldId="286"/>
            <ac:spMk id="83977" creationId="{00000000-0000-0000-0000-000000000000}"/>
          </ac:spMkLst>
        </pc:spChg>
        <pc:spChg chg="del">
          <ac:chgData name="Mengmeng Ge" userId="bb5bc401-97cb-4caf-9857-8ff441375414" providerId="ADAL" clId="{83CBED6B-A278-4498-BA43-BF0ADDA01F28}" dt="2024-05-15T05:03:35.410" v="2643" actId="478"/>
          <ac:spMkLst>
            <pc:docMk/>
            <pc:sldMk cId="3337408293" sldId="286"/>
            <ac:spMk id="83978" creationId="{00000000-0000-0000-0000-000000000000}"/>
          </ac:spMkLst>
        </pc:spChg>
        <pc:grpChg chg="del mod">
          <ac:chgData name="Mengmeng Ge" userId="bb5bc401-97cb-4caf-9857-8ff441375414" providerId="ADAL" clId="{83CBED6B-A278-4498-BA43-BF0ADDA01F28}" dt="2024-05-15T04:51:47.668" v="2445" actId="478"/>
          <ac:grpSpMkLst>
            <pc:docMk/>
            <pc:sldMk cId="3337408293" sldId="286"/>
            <ac:grpSpMk id="83973" creationId="{00000000-0000-0000-0000-000000000000}"/>
          </ac:grpSpMkLst>
        </pc:grpChg>
        <pc:graphicFrameChg chg="add mod modGraphic">
          <ac:chgData name="Mengmeng Ge" userId="bb5bc401-97cb-4caf-9857-8ff441375414" providerId="ADAL" clId="{83CBED6B-A278-4498-BA43-BF0ADDA01F28}" dt="2024-05-15T05:30:17.262" v="2907" actId="14100"/>
          <ac:graphicFrameMkLst>
            <pc:docMk/>
            <pc:sldMk cId="3337408293" sldId="286"/>
            <ac:graphicFrameMk id="3" creationId="{E3B1420E-15F4-6B93-2255-F613D33F910A}"/>
          </ac:graphicFrameMkLst>
        </pc:graphicFrameChg>
        <pc:picChg chg="add mod">
          <ac:chgData name="Mengmeng Ge" userId="bb5bc401-97cb-4caf-9857-8ff441375414" providerId="ADAL" clId="{83CBED6B-A278-4498-BA43-BF0ADDA01F28}" dt="2024-05-15T05:30:21.785" v="2914" actId="1036"/>
          <ac:picMkLst>
            <pc:docMk/>
            <pc:sldMk cId="3337408293" sldId="286"/>
            <ac:picMk id="7" creationId="{485A83EB-371E-7C21-8D01-DDAB367C8FBC}"/>
          </ac:picMkLst>
        </pc:picChg>
      </pc:sldChg>
      <pc:sldChg chg="modSp del mod">
        <pc:chgData name="Mengmeng Ge" userId="bb5bc401-97cb-4caf-9857-8ff441375414" providerId="ADAL" clId="{83CBED6B-A278-4498-BA43-BF0ADDA01F28}" dt="2024-05-15T05:11:02.968" v="2703" actId="47"/>
        <pc:sldMkLst>
          <pc:docMk/>
          <pc:sldMk cId="4083969574" sldId="287"/>
        </pc:sldMkLst>
        <pc:spChg chg="mod">
          <ac:chgData name="Mengmeng Ge" userId="bb5bc401-97cb-4caf-9857-8ff441375414" providerId="ADAL" clId="{83CBED6B-A278-4498-BA43-BF0ADDA01F28}" dt="2024-05-15T05:08:52.381" v="2675" actId="21"/>
          <ac:spMkLst>
            <pc:docMk/>
            <pc:sldMk cId="4083969574" sldId="287"/>
            <ac:spMk id="84995" creationId="{00000000-0000-0000-0000-000000000000}"/>
          </ac:spMkLst>
        </pc:spChg>
        <pc:spChg chg="mod">
          <ac:chgData name="Mengmeng Ge" userId="bb5bc401-97cb-4caf-9857-8ff441375414" providerId="ADAL" clId="{83CBED6B-A278-4498-BA43-BF0ADDA01F28}" dt="2024-05-15T05:10:14.854" v="2697" actId="21"/>
          <ac:spMkLst>
            <pc:docMk/>
            <pc:sldMk cId="4083969574" sldId="287"/>
            <ac:spMk id="84996" creationId="{00000000-0000-0000-0000-000000000000}"/>
          </ac:spMkLst>
        </pc:spChg>
      </pc:sldChg>
      <pc:sldChg chg="delSp modSp del mod">
        <pc:chgData name="Mengmeng Ge" userId="bb5bc401-97cb-4caf-9857-8ff441375414" providerId="ADAL" clId="{83CBED6B-A278-4498-BA43-BF0ADDA01F28}" dt="2024-05-15T05:14:50.440" v="2845" actId="47"/>
        <pc:sldMkLst>
          <pc:docMk/>
          <pc:sldMk cId="4020942883" sldId="288"/>
        </pc:sldMkLst>
        <pc:spChg chg="del mod">
          <ac:chgData name="Mengmeng Ge" userId="bb5bc401-97cb-4caf-9857-8ff441375414" providerId="ADAL" clId="{83CBED6B-A278-4498-BA43-BF0ADDA01F28}" dt="2024-05-15T05:11:51.393" v="2715" actId="21"/>
          <ac:spMkLst>
            <pc:docMk/>
            <pc:sldMk cId="4020942883" sldId="288"/>
            <ac:spMk id="86020" creationId="{00000000-0000-0000-0000-000000000000}"/>
          </ac:spMkLst>
        </pc:spChg>
        <pc:spChg chg="del">
          <ac:chgData name="Mengmeng Ge" userId="bb5bc401-97cb-4caf-9857-8ff441375414" providerId="ADAL" clId="{83CBED6B-A278-4498-BA43-BF0ADDA01F28}" dt="2024-05-15T05:12:20.603" v="2722" actId="21"/>
          <ac:spMkLst>
            <pc:docMk/>
            <pc:sldMk cId="4020942883" sldId="288"/>
            <ac:spMk id="86021" creationId="{00000000-0000-0000-0000-000000000000}"/>
          </ac:spMkLst>
        </pc:spChg>
        <pc:spChg chg="del mod">
          <ac:chgData name="Mengmeng Ge" userId="bb5bc401-97cb-4caf-9857-8ff441375414" providerId="ADAL" clId="{83CBED6B-A278-4498-BA43-BF0ADDA01F28}" dt="2024-05-15T05:13:27.029" v="2745"/>
          <ac:spMkLst>
            <pc:docMk/>
            <pc:sldMk cId="4020942883" sldId="288"/>
            <ac:spMk id="86022" creationId="{00000000-0000-0000-0000-000000000000}"/>
          </ac:spMkLst>
        </pc:spChg>
      </pc:sldChg>
      <pc:sldChg chg="modSp mod chgLayout modNotesTx">
        <pc:chgData name="Mengmeng Ge" userId="bb5bc401-97cb-4caf-9857-8ff441375414" providerId="ADAL" clId="{83CBED6B-A278-4498-BA43-BF0ADDA01F28}" dt="2024-05-15T05:55:35.199" v="3077" actId="20577"/>
        <pc:sldMkLst>
          <pc:docMk/>
          <pc:sldMk cId="1896597836" sldId="289"/>
        </pc:sldMkLst>
        <pc:spChg chg="mod ord">
          <ac:chgData name="Mengmeng Ge" userId="bb5bc401-97cb-4caf-9857-8ff441375414" providerId="ADAL" clId="{83CBED6B-A278-4498-BA43-BF0ADDA01F28}" dt="2024-05-15T05:37:01.984" v="2916" actId="700"/>
          <ac:spMkLst>
            <pc:docMk/>
            <pc:sldMk cId="1896597836" sldId="289"/>
            <ac:spMk id="224258" creationId="{00000000-0000-0000-0000-000000000000}"/>
          </ac:spMkLst>
        </pc:spChg>
        <pc:spChg chg="mod ord">
          <ac:chgData name="Mengmeng Ge" userId="bb5bc401-97cb-4caf-9857-8ff441375414" providerId="ADAL" clId="{83CBED6B-A278-4498-BA43-BF0ADDA01F28}" dt="2024-05-15T05:55:35.199" v="3077" actId="20577"/>
          <ac:spMkLst>
            <pc:docMk/>
            <pc:sldMk cId="1896597836" sldId="289"/>
            <ac:spMk id="224260" creationId="{00000000-0000-0000-0000-000000000000}"/>
          </ac:spMkLst>
        </pc:spChg>
      </pc:sldChg>
      <pc:sldChg chg="del">
        <pc:chgData name="Mengmeng Ge" userId="bb5bc401-97cb-4caf-9857-8ff441375414" providerId="ADAL" clId="{83CBED6B-A278-4498-BA43-BF0ADDA01F28}" dt="2024-05-10T05:09:23.297" v="9" actId="47"/>
        <pc:sldMkLst>
          <pc:docMk/>
          <pc:sldMk cId="2338391602" sldId="309"/>
        </pc:sldMkLst>
      </pc:sldChg>
      <pc:sldChg chg="del">
        <pc:chgData name="Mengmeng Ge" userId="bb5bc401-97cb-4caf-9857-8ff441375414" providerId="ADAL" clId="{83CBED6B-A278-4498-BA43-BF0ADDA01F28}" dt="2024-05-10T05:09:25.896" v="11" actId="47"/>
        <pc:sldMkLst>
          <pc:docMk/>
          <pc:sldMk cId="3801091963" sldId="310"/>
        </pc:sldMkLst>
      </pc:sldChg>
      <pc:sldChg chg="del">
        <pc:chgData name="Mengmeng Ge" userId="bb5bc401-97cb-4caf-9857-8ff441375414" providerId="ADAL" clId="{83CBED6B-A278-4498-BA43-BF0ADDA01F28}" dt="2024-05-10T05:09:25.102" v="10" actId="47"/>
        <pc:sldMkLst>
          <pc:docMk/>
          <pc:sldMk cId="135440954" sldId="341"/>
        </pc:sldMkLst>
      </pc:sldChg>
      <pc:sldChg chg="addSp delSp modSp mod modNotesTx">
        <pc:chgData name="Mengmeng Ge" userId="bb5bc401-97cb-4caf-9857-8ff441375414" providerId="ADAL" clId="{83CBED6B-A278-4498-BA43-BF0ADDA01F28}" dt="2024-05-14T08:23:18.578" v="298" actId="1035"/>
        <pc:sldMkLst>
          <pc:docMk/>
          <pc:sldMk cId="2995093878" sldId="354"/>
        </pc:sldMkLst>
        <pc:spChg chg="mod">
          <ac:chgData name="Mengmeng Ge" userId="bb5bc401-97cb-4caf-9857-8ff441375414" providerId="ADAL" clId="{83CBED6B-A278-4498-BA43-BF0ADDA01F28}" dt="2024-05-14T08:20:40.009" v="242" actId="20577"/>
          <ac:spMkLst>
            <pc:docMk/>
            <pc:sldMk cId="2995093878" sldId="354"/>
            <ac:spMk id="5" creationId="{714F2545-1F2E-5EEF-6D49-B5BDFA3EAED2}"/>
          </ac:spMkLst>
        </pc:spChg>
        <pc:spChg chg="add del mod">
          <ac:chgData name="Mengmeng Ge" userId="bb5bc401-97cb-4caf-9857-8ff441375414" providerId="ADAL" clId="{83CBED6B-A278-4498-BA43-BF0ADDA01F28}" dt="2024-05-14T08:21:55.546" v="263" actId="478"/>
          <ac:spMkLst>
            <pc:docMk/>
            <pc:sldMk cId="2995093878" sldId="354"/>
            <ac:spMk id="6" creationId="{072F14F6-D124-1BE1-7ABB-C259174D7C7D}"/>
          </ac:spMkLst>
        </pc:spChg>
        <pc:spChg chg="add mod">
          <ac:chgData name="Mengmeng Ge" userId="bb5bc401-97cb-4caf-9857-8ff441375414" providerId="ADAL" clId="{83CBED6B-A278-4498-BA43-BF0ADDA01F28}" dt="2024-05-14T08:23:18.578" v="298" actId="1035"/>
          <ac:spMkLst>
            <pc:docMk/>
            <pc:sldMk cId="2995093878" sldId="354"/>
            <ac:spMk id="7" creationId="{6C341A2E-8A70-AA6E-3284-9E34C4F2545D}"/>
          </ac:spMkLst>
        </pc:spChg>
        <pc:picChg chg="mod">
          <ac:chgData name="Mengmeng Ge" userId="bb5bc401-97cb-4caf-9857-8ff441375414" providerId="ADAL" clId="{83CBED6B-A278-4498-BA43-BF0ADDA01F28}" dt="2024-05-14T08:23:16.007" v="295" actId="1035"/>
          <ac:picMkLst>
            <pc:docMk/>
            <pc:sldMk cId="2995093878" sldId="354"/>
            <ac:picMk id="3" creationId="{7E9998CE-F4B3-0D3C-6406-308CA3843D11}"/>
          </ac:picMkLst>
        </pc:picChg>
      </pc:sldChg>
      <pc:sldChg chg="modSp del mod modClrScheme chgLayout">
        <pc:chgData name="Mengmeng Ge" userId="bb5bc401-97cb-4caf-9857-8ff441375414" providerId="ADAL" clId="{83CBED6B-A278-4498-BA43-BF0ADDA01F28}" dt="2024-05-14T08:46:45.359" v="779" actId="47"/>
        <pc:sldMkLst>
          <pc:docMk/>
          <pc:sldMk cId="1232698989" sldId="355"/>
        </pc:sldMkLst>
        <pc:spChg chg="mod ord">
          <ac:chgData name="Mengmeng Ge" userId="bb5bc401-97cb-4caf-9857-8ff441375414" providerId="ADAL" clId="{83CBED6B-A278-4498-BA43-BF0ADDA01F28}" dt="2024-05-14T08:23:30.802" v="301" actId="700"/>
          <ac:spMkLst>
            <pc:docMk/>
            <pc:sldMk cId="1232698989" sldId="355"/>
            <ac:spMk id="11" creationId="{00000000-0000-0000-0000-000000000000}"/>
          </ac:spMkLst>
        </pc:spChg>
        <pc:spChg chg="mod ord">
          <ac:chgData name="Mengmeng Ge" userId="bb5bc401-97cb-4caf-9857-8ff441375414" providerId="ADAL" clId="{83CBED6B-A278-4498-BA43-BF0ADDA01F28}" dt="2024-05-14T08:23:30.802" v="301" actId="700"/>
          <ac:spMkLst>
            <pc:docMk/>
            <pc:sldMk cId="1232698989" sldId="355"/>
            <ac:spMk id="68610" creationId="{00000000-0000-0000-0000-000000000000}"/>
          </ac:spMkLst>
        </pc:spChg>
        <pc:spChg chg="mod ord">
          <ac:chgData name="Mengmeng Ge" userId="bb5bc401-97cb-4caf-9857-8ff441375414" providerId="ADAL" clId="{83CBED6B-A278-4498-BA43-BF0ADDA01F28}" dt="2024-05-14T08:23:46.531" v="303" actId="14100"/>
          <ac:spMkLst>
            <pc:docMk/>
            <pc:sldMk cId="1232698989" sldId="355"/>
            <ac:spMk id="68611" creationId="{00000000-0000-0000-0000-000000000000}"/>
          </ac:spMkLst>
        </pc:spChg>
      </pc:sldChg>
      <pc:sldChg chg="addSp delSp modSp mod modClrScheme chgLayout modNotesTx">
        <pc:chgData name="Mengmeng Ge" userId="bb5bc401-97cb-4caf-9857-8ff441375414" providerId="ADAL" clId="{83CBED6B-A278-4498-BA43-BF0ADDA01F28}" dt="2024-05-14T08:59:25.195" v="850" actId="207"/>
        <pc:sldMkLst>
          <pc:docMk/>
          <pc:sldMk cId="1355059008" sldId="357"/>
        </pc:sldMkLst>
        <pc:spChg chg="add mod">
          <ac:chgData name="Mengmeng Ge" userId="bb5bc401-97cb-4caf-9857-8ff441375414" providerId="ADAL" clId="{83CBED6B-A278-4498-BA43-BF0ADDA01F28}" dt="2024-05-14T08:59:25.195" v="850" actId="207"/>
          <ac:spMkLst>
            <pc:docMk/>
            <pc:sldMk cId="1355059008" sldId="357"/>
            <ac:spMk id="3" creationId="{6B64856A-4270-E70B-D744-17029CAA4F84}"/>
          </ac:spMkLst>
        </pc:spChg>
        <pc:spChg chg="mod ord">
          <ac:chgData name="Mengmeng Ge" userId="bb5bc401-97cb-4caf-9857-8ff441375414" providerId="ADAL" clId="{83CBED6B-A278-4498-BA43-BF0ADDA01F28}" dt="2024-05-14T08:23:37.520" v="302" actId="700"/>
          <ac:spMkLst>
            <pc:docMk/>
            <pc:sldMk cId="1355059008" sldId="357"/>
            <ac:spMk id="6" creationId="{00000000-0000-0000-0000-000000000000}"/>
          </ac:spMkLst>
        </pc:spChg>
        <pc:spChg chg="mod ord">
          <ac:chgData name="Mengmeng Ge" userId="bb5bc401-97cb-4caf-9857-8ff441375414" providerId="ADAL" clId="{83CBED6B-A278-4498-BA43-BF0ADDA01F28}" dt="2024-05-14T08:23:37.520" v="302" actId="700"/>
          <ac:spMkLst>
            <pc:docMk/>
            <pc:sldMk cId="1355059008" sldId="357"/>
            <ac:spMk id="128002" creationId="{00000000-0000-0000-0000-000000000000}"/>
          </ac:spMkLst>
        </pc:spChg>
        <pc:spChg chg="del mod ord">
          <ac:chgData name="Mengmeng Ge" userId="bb5bc401-97cb-4caf-9857-8ff441375414" providerId="ADAL" clId="{83CBED6B-A278-4498-BA43-BF0ADDA01F28}" dt="2024-05-14T08:50:48.169" v="809" actId="12084"/>
          <ac:spMkLst>
            <pc:docMk/>
            <pc:sldMk cId="1355059008" sldId="357"/>
            <ac:spMk id="128004" creationId="{00000000-0000-0000-0000-000000000000}"/>
          </ac:spMkLst>
        </pc:spChg>
        <pc:graphicFrameChg chg="add del mod">
          <ac:chgData name="Mengmeng Ge" userId="bb5bc401-97cb-4caf-9857-8ff441375414" providerId="ADAL" clId="{83CBED6B-A278-4498-BA43-BF0ADDA01F28}" dt="2024-05-14T08:51:41.575" v="812" actId="11529"/>
          <ac:graphicFrameMkLst>
            <pc:docMk/>
            <pc:sldMk cId="1355059008" sldId="357"/>
            <ac:graphicFrameMk id="2" creationId="{88162337-9025-CE5F-F65E-F08831D0054D}"/>
          </ac:graphicFrameMkLst>
        </pc:graphicFrameChg>
      </pc:sldChg>
      <pc:sldChg chg="modSp del mod">
        <pc:chgData name="Mengmeng Ge" userId="bb5bc401-97cb-4caf-9857-8ff441375414" providerId="ADAL" clId="{83CBED6B-A278-4498-BA43-BF0ADDA01F28}" dt="2024-05-14T08:23:23.487" v="299" actId="47"/>
        <pc:sldMkLst>
          <pc:docMk/>
          <pc:sldMk cId="855083261" sldId="358"/>
        </pc:sldMkLst>
        <pc:spChg chg="mod">
          <ac:chgData name="Mengmeng Ge" userId="bb5bc401-97cb-4caf-9857-8ff441375414" providerId="ADAL" clId="{83CBED6B-A278-4498-BA43-BF0ADDA01F28}" dt="2024-05-14T08:21:30.413" v="247" actId="21"/>
          <ac:spMkLst>
            <pc:docMk/>
            <pc:sldMk cId="855083261" sldId="358"/>
            <ac:spMk id="2" creationId="{00000000-0000-0000-0000-000000000000}"/>
          </ac:spMkLst>
        </pc:spChg>
      </pc:sldChg>
      <pc:sldChg chg="del">
        <pc:chgData name="Mengmeng Ge" userId="bb5bc401-97cb-4caf-9857-8ff441375414" providerId="ADAL" clId="{83CBED6B-A278-4498-BA43-BF0ADDA01F28}" dt="2024-05-10T05:09:09.791" v="8" actId="47"/>
        <pc:sldMkLst>
          <pc:docMk/>
          <pc:sldMk cId="1172606" sldId="361"/>
        </pc:sldMkLst>
      </pc:sldChg>
      <pc:sldChg chg="addSp delSp modSp mod">
        <pc:chgData name="Mengmeng Ge" userId="bb5bc401-97cb-4caf-9857-8ff441375414" providerId="ADAL" clId="{83CBED6B-A278-4498-BA43-BF0ADDA01F28}" dt="2024-05-14T23:24:34.681" v="1120" actId="255"/>
        <pc:sldMkLst>
          <pc:docMk/>
          <pc:sldMk cId="313127415" sldId="364"/>
        </pc:sldMkLst>
        <pc:spChg chg="mod">
          <ac:chgData name="Mengmeng Ge" userId="bb5bc401-97cb-4caf-9857-8ff441375414" providerId="ADAL" clId="{83CBED6B-A278-4498-BA43-BF0ADDA01F28}" dt="2024-05-14T23:24:34.681" v="1120" actId="255"/>
          <ac:spMkLst>
            <pc:docMk/>
            <pc:sldMk cId="313127415" sldId="364"/>
            <ac:spMk id="2" creationId="{00000000-0000-0000-0000-000000000000}"/>
          </ac:spMkLst>
        </pc:spChg>
        <pc:spChg chg="del mod">
          <ac:chgData name="Mengmeng Ge" userId="bb5bc401-97cb-4caf-9857-8ff441375414" providerId="ADAL" clId="{83CBED6B-A278-4498-BA43-BF0ADDA01F28}" dt="2024-05-14T23:23:53.897" v="1103" actId="12084"/>
          <ac:spMkLst>
            <pc:docMk/>
            <pc:sldMk cId="313127415" sldId="364"/>
            <ac:spMk id="6" creationId="{00000000-0000-0000-0000-000000000000}"/>
          </ac:spMkLst>
        </pc:spChg>
        <pc:graphicFrameChg chg="add mod modGraphic">
          <ac:chgData name="Mengmeng Ge" userId="bb5bc401-97cb-4caf-9857-8ff441375414" providerId="ADAL" clId="{83CBED6B-A278-4498-BA43-BF0ADDA01F28}" dt="2024-05-14T23:24:05.627" v="1107" actId="207"/>
          <ac:graphicFrameMkLst>
            <pc:docMk/>
            <pc:sldMk cId="313127415" sldId="364"/>
            <ac:graphicFrameMk id="3" creationId="{D5F06040-0B6A-9089-17B9-0AA100EF05F8}"/>
          </ac:graphicFrameMkLst>
        </pc:graphicFrameChg>
      </pc:sldChg>
      <pc:sldChg chg="modSp del mod">
        <pc:chgData name="Mengmeng Ge" userId="bb5bc401-97cb-4caf-9857-8ff441375414" providerId="ADAL" clId="{83CBED6B-A278-4498-BA43-BF0ADDA01F28}" dt="2024-05-15T04:19:07.395" v="2269" actId="47"/>
        <pc:sldMkLst>
          <pc:docMk/>
          <pc:sldMk cId="2658393805" sldId="365"/>
        </pc:sldMkLst>
        <pc:spChg chg="mod">
          <ac:chgData name="Mengmeng Ge" userId="bb5bc401-97cb-4caf-9857-8ff441375414" providerId="ADAL" clId="{83CBED6B-A278-4498-BA43-BF0ADDA01F28}" dt="2024-05-15T04:09:23.930" v="2057" actId="1076"/>
          <ac:spMkLst>
            <pc:docMk/>
            <pc:sldMk cId="2658393805" sldId="365"/>
            <ac:spMk id="69" creationId="{00000000-0000-0000-0000-000000000000}"/>
          </ac:spMkLst>
        </pc:spChg>
      </pc:sldChg>
      <pc:sldChg chg="del">
        <pc:chgData name="Mengmeng Ge" userId="bb5bc401-97cb-4caf-9857-8ff441375414" providerId="ADAL" clId="{83CBED6B-A278-4498-BA43-BF0ADDA01F28}" dt="2024-05-15T04:09:13.417" v="2056" actId="47"/>
        <pc:sldMkLst>
          <pc:docMk/>
          <pc:sldMk cId="2027144085" sldId="366"/>
        </pc:sldMkLst>
      </pc:sldChg>
      <pc:sldChg chg="del">
        <pc:chgData name="Mengmeng Ge" userId="bb5bc401-97cb-4caf-9857-8ff441375414" providerId="ADAL" clId="{83CBED6B-A278-4498-BA43-BF0ADDA01F28}" dt="2024-05-15T00:01:20.681" v="1361" actId="47"/>
        <pc:sldMkLst>
          <pc:docMk/>
          <pc:sldMk cId="2262378820" sldId="367"/>
        </pc:sldMkLst>
      </pc:sldChg>
      <pc:sldChg chg="add del">
        <pc:chgData name="Mengmeng Ge" userId="bb5bc401-97cb-4caf-9857-8ff441375414" providerId="ADAL" clId="{83CBED6B-A278-4498-BA43-BF0ADDA01F28}" dt="2024-05-15T00:01:19.278" v="1360" actId="47"/>
        <pc:sldMkLst>
          <pc:docMk/>
          <pc:sldMk cId="3900663440" sldId="368"/>
        </pc:sldMkLst>
      </pc:sldChg>
      <pc:sldChg chg="addSp delSp modSp mod modClrScheme chgLayout">
        <pc:chgData name="Mengmeng Ge" userId="bb5bc401-97cb-4caf-9857-8ff441375414" providerId="ADAL" clId="{83CBED6B-A278-4498-BA43-BF0ADDA01F28}" dt="2024-05-15T00:19:34.939" v="1415" actId="1076"/>
        <pc:sldMkLst>
          <pc:docMk/>
          <pc:sldMk cId="1815445551" sldId="369"/>
        </pc:sldMkLst>
        <pc:spChg chg="mod ord">
          <ac:chgData name="Mengmeng Ge" userId="bb5bc401-97cb-4caf-9857-8ff441375414" providerId="ADAL" clId="{83CBED6B-A278-4498-BA43-BF0ADDA01F28}" dt="2024-05-15T00:03:12.326" v="1392" actId="700"/>
          <ac:spMkLst>
            <pc:docMk/>
            <pc:sldMk cId="1815445551" sldId="369"/>
            <ac:spMk id="2" creationId="{00000000-0000-0000-0000-000000000000}"/>
          </ac:spMkLst>
        </pc:spChg>
        <pc:spChg chg="add del mod">
          <ac:chgData name="Mengmeng Ge" userId="bb5bc401-97cb-4caf-9857-8ff441375414" providerId="ADAL" clId="{83CBED6B-A278-4498-BA43-BF0ADDA01F28}" dt="2024-05-15T00:02:26.602" v="1381" actId="478"/>
          <ac:spMkLst>
            <pc:docMk/>
            <pc:sldMk cId="1815445551" sldId="369"/>
            <ac:spMk id="4" creationId="{33AB7467-1F14-B12F-DE77-4899592BAB1A}"/>
          </ac:spMkLst>
        </pc:spChg>
        <pc:spChg chg="mod ord">
          <ac:chgData name="Mengmeng Ge" userId="bb5bc401-97cb-4caf-9857-8ff441375414" providerId="ADAL" clId="{83CBED6B-A278-4498-BA43-BF0ADDA01F28}" dt="2024-05-15T00:03:12.326" v="1392" actId="700"/>
          <ac:spMkLst>
            <pc:docMk/>
            <pc:sldMk cId="1815445551" sldId="369"/>
            <ac:spMk id="5" creationId="{00000000-0000-0000-0000-000000000000}"/>
          </ac:spMkLst>
        </pc:spChg>
        <pc:spChg chg="del mod">
          <ac:chgData name="Mengmeng Ge" userId="bb5bc401-97cb-4caf-9857-8ff441375414" providerId="ADAL" clId="{83CBED6B-A278-4498-BA43-BF0ADDA01F28}" dt="2024-05-15T00:06:02.063" v="1394" actId="478"/>
          <ac:spMkLst>
            <pc:docMk/>
            <pc:sldMk cId="1815445551" sldId="369"/>
            <ac:spMk id="6" creationId="{00000000-0000-0000-0000-000000000000}"/>
          </ac:spMkLst>
        </pc:spChg>
        <pc:spChg chg="add mod">
          <ac:chgData name="Mengmeng Ge" userId="bb5bc401-97cb-4caf-9857-8ff441375414" providerId="ADAL" clId="{83CBED6B-A278-4498-BA43-BF0ADDA01F28}" dt="2024-05-15T00:19:34.939" v="1415" actId="1076"/>
          <ac:spMkLst>
            <pc:docMk/>
            <pc:sldMk cId="1815445551" sldId="369"/>
            <ac:spMk id="8" creationId="{5DEE2D2E-6C55-EF23-5C55-6511834B39A0}"/>
          </ac:spMkLst>
        </pc:spChg>
        <pc:spChg chg="add del mod ord">
          <ac:chgData name="Mengmeng Ge" userId="bb5bc401-97cb-4caf-9857-8ff441375414" providerId="ADAL" clId="{83CBED6B-A278-4498-BA43-BF0ADDA01F28}" dt="2024-05-15T00:18:37.802" v="1397" actId="12084"/>
          <ac:spMkLst>
            <pc:docMk/>
            <pc:sldMk cId="1815445551" sldId="369"/>
            <ac:spMk id="17" creationId="{129A5211-477E-4B01-23ED-55AD4C46DB66}"/>
          </ac:spMkLst>
        </pc:spChg>
        <pc:grpChg chg="del">
          <ac:chgData name="Mengmeng Ge" userId="bb5bc401-97cb-4caf-9857-8ff441375414" providerId="ADAL" clId="{83CBED6B-A278-4498-BA43-BF0ADDA01F28}" dt="2024-05-15T00:01:52.315" v="1367" actId="478"/>
          <ac:grpSpMkLst>
            <pc:docMk/>
            <pc:sldMk cId="1815445551" sldId="369"/>
            <ac:grpSpMk id="21" creationId="{00000000-0000-0000-0000-000000000000}"/>
          </ac:grpSpMkLst>
        </pc:grpChg>
        <pc:graphicFrameChg chg="add mod modGraphic">
          <ac:chgData name="Mengmeng Ge" userId="bb5bc401-97cb-4caf-9857-8ff441375414" providerId="ADAL" clId="{83CBED6B-A278-4498-BA43-BF0ADDA01F28}" dt="2024-05-15T00:19:22.541" v="1412" actId="207"/>
          <ac:graphicFrameMkLst>
            <pc:docMk/>
            <pc:sldMk cId="1815445551" sldId="369"/>
            <ac:graphicFrameMk id="18" creationId="{967E4EFE-2524-5150-1682-6151A43FD49E}"/>
          </ac:graphicFrameMkLst>
        </pc:graphicFrameChg>
      </pc:sldChg>
      <pc:sldChg chg="add del">
        <pc:chgData name="Mengmeng Ge" userId="bb5bc401-97cb-4caf-9857-8ff441375414" providerId="ADAL" clId="{83CBED6B-A278-4498-BA43-BF0ADDA01F28}" dt="2024-05-15T05:04:06.890" v="2651" actId="47"/>
        <pc:sldMkLst>
          <pc:docMk/>
          <pc:sldMk cId="1996884915" sldId="370"/>
        </pc:sldMkLst>
      </pc:sldChg>
      <pc:sldChg chg="del">
        <pc:chgData name="Mengmeng Ge" userId="bb5bc401-97cb-4caf-9857-8ff441375414" providerId="ADAL" clId="{83CBED6B-A278-4498-BA43-BF0ADDA01F28}" dt="2024-05-15T03:27:54.382" v="2017" actId="47"/>
        <pc:sldMkLst>
          <pc:docMk/>
          <pc:sldMk cId="3855514649" sldId="372"/>
        </pc:sldMkLst>
      </pc:sldChg>
      <pc:sldChg chg="del">
        <pc:chgData name="Mengmeng Ge" userId="bb5bc401-97cb-4caf-9857-8ff441375414" providerId="ADAL" clId="{83CBED6B-A278-4498-BA43-BF0ADDA01F28}" dt="2024-05-15T03:27:56.003" v="2018" actId="47"/>
        <pc:sldMkLst>
          <pc:docMk/>
          <pc:sldMk cId="4174583288" sldId="373"/>
        </pc:sldMkLst>
      </pc:sldChg>
      <pc:sldChg chg="del">
        <pc:chgData name="Mengmeng Ge" userId="bb5bc401-97cb-4caf-9857-8ff441375414" providerId="ADAL" clId="{83CBED6B-A278-4498-BA43-BF0ADDA01F28}" dt="2024-05-15T03:27:53.784" v="2016" actId="47"/>
        <pc:sldMkLst>
          <pc:docMk/>
          <pc:sldMk cId="972293931" sldId="374"/>
        </pc:sldMkLst>
      </pc:sldChg>
      <pc:sldChg chg="modSp mod">
        <pc:chgData name="Mengmeng Ge" userId="bb5bc401-97cb-4caf-9857-8ff441375414" providerId="ADAL" clId="{83CBED6B-A278-4498-BA43-BF0ADDA01F28}" dt="2024-05-10T06:03:51.121" v="97" actId="6549"/>
        <pc:sldMkLst>
          <pc:docMk/>
          <pc:sldMk cId="2852110861" sldId="457"/>
        </pc:sldMkLst>
        <pc:spChg chg="mod">
          <ac:chgData name="Mengmeng Ge" userId="bb5bc401-97cb-4caf-9857-8ff441375414" providerId="ADAL" clId="{83CBED6B-A278-4498-BA43-BF0ADDA01F28}" dt="2024-05-10T06:03:51.121" v="97" actId="6549"/>
          <ac:spMkLst>
            <pc:docMk/>
            <pc:sldMk cId="2852110861" sldId="457"/>
            <ac:spMk id="3" creationId="{00000000-0000-0000-0000-000000000000}"/>
          </ac:spMkLst>
        </pc:spChg>
      </pc:sldChg>
      <pc:sldChg chg="modSp mod">
        <pc:chgData name="Mengmeng Ge" userId="bb5bc401-97cb-4caf-9857-8ff441375414" providerId="ADAL" clId="{83CBED6B-A278-4498-BA43-BF0ADDA01F28}" dt="2024-05-10T06:00:57.745" v="27" actId="20577"/>
        <pc:sldMkLst>
          <pc:docMk/>
          <pc:sldMk cId="0" sldId="525"/>
        </pc:sldMkLst>
        <pc:spChg chg="mod">
          <ac:chgData name="Mengmeng Ge" userId="bb5bc401-97cb-4caf-9857-8ff441375414" providerId="ADAL" clId="{83CBED6B-A278-4498-BA43-BF0ADDA01F28}" dt="2024-05-10T06:00:57.745" v="27" actId="20577"/>
          <ac:spMkLst>
            <pc:docMk/>
            <pc:sldMk cId="0" sldId="525"/>
            <ac:spMk id="5" creationId="{00000000-0000-0000-0000-000000000000}"/>
          </ac:spMkLst>
        </pc:spChg>
      </pc:sldChg>
      <pc:sldChg chg="modSp mod">
        <pc:chgData name="Mengmeng Ge" userId="bb5bc401-97cb-4caf-9857-8ff441375414" providerId="ADAL" clId="{83CBED6B-A278-4498-BA43-BF0ADDA01F28}" dt="2024-05-13T06:21:55.509" v="127" actId="20577"/>
        <pc:sldMkLst>
          <pc:docMk/>
          <pc:sldMk cId="606395498" sldId="632"/>
        </pc:sldMkLst>
        <pc:spChg chg="mod">
          <ac:chgData name="Mengmeng Ge" userId="bb5bc401-97cb-4caf-9857-8ff441375414" providerId="ADAL" clId="{83CBED6B-A278-4498-BA43-BF0ADDA01F28}" dt="2024-05-13T06:21:55.509" v="127" actId="20577"/>
          <ac:spMkLst>
            <pc:docMk/>
            <pc:sldMk cId="606395498" sldId="632"/>
            <ac:spMk id="3" creationId="{00000000-0000-0000-0000-000000000000}"/>
          </ac:spMkLst>
        </pc:spChg>
      </pc:sldChg>
      <pc:sldChg chg="addSp delSp modSp new mod modNotesTx">
        <pc:chgData name="Mengmeng Ge" userId="bb5bc401-97cb-4caf-9857-8ff441375414" providerId="ADAL" clId="{83CBED6B-A278-4498-BA43-BF0ADDA01F28}" dt="2024-05-14T08:46:32.959" v="778" actId="1035"/>
        <pc:sldMkLst>
          <pc:docMk/>
          <pc:sldMk cId="1062976393" sldId="1606"/>
        </pc:sldMkLst>
        <pc:spChg chg="mod">
          <ac:chgData name="Mengmeng Ge" userId="bb5bc401-97cb-4caf-9857-8ff441375414" providerId="ADAL" clId="{83CBED6B-A278-4498-BA43-BF0ADDA01F28}" dt="2024-05-14T08:30:14.016" v="308" actId="20577"/>
          <ac:spMkLst>
            <pc:docMk/>
            <pc:sldMk cId="1062976393" sldId="1606"/>
            <ac:spMk id="2" creationId="{E16A702E-6DF3-5D93-418D-0AA9903B2C9B}"/>
          </ac:spMkLst>
        </pc:spChg>
        <pc:spChg chg="del mod">
          <ac:chgData name="Mengmeng Ge" userId="bb5bc401-97cb-4caf-9857-8ff441375414" providerId="ADAL" clId="{83CBED6B-A278-4498-BA43-BF0ADDA01F28}" dt="2024-05-14T08:39:24.116" v="712" actId="12084"/>
          <ac:spMkLst>
            <pc:docMk/>
            <pc:sldMk cId="1062976393" sldId="1606"/>
            <ac:spMk id="3" creationId="{B5A17C06-3D48-EFD7-BAF9-8EA59B1959AF}"/>
          </ac:spMkLst>
        </pc:spChg>
        <pc:graphicFrameChg chg="add mod ord">
          <ac:chgData name="Mengmeng Ge" userId="bb5bc401-97cb-4caf-9857-8ff441375414" providerId="ADAL" clId="{83CBED6B-A278-4498-BA43-BF0ADDA01F28}" dt="2024-05-14T08:46:32.959" v="778" actId="1035"/>
          <ac:graphicFrameMkLst>
            <pc:docMk/>
            <pc:sldMk cId="1062976393" sldId="1606"/>
            <ac:graphicFrameMk id="5" creationId="{DB3E8498-1E75-BCE3-D63B-42927A2E8B5C}"/>
          </ac:graphicFrameMkLst>
        </pc:graphicFrameChg>
      </pc:sldChg>
      <pc:sldChg chg="modSp add mod ord">
        <pc:chgData name="Mengmeng Ge" userId="bb5bc401-97cb-4caf-9857-8ff441375414" providerId="ADAL" clId="{83CBED6B-A278-4498-BA43-BF0ADDA01F28}" dt="2024-05-14T23:57:18.466" v="1288"/>
        <pc:sldMkLst>
          <pc:docMk/>
          <pc:sldMk cId="3883296177" sldId="1607"/>
        </pc:sldMkLst>
        <pc:spChg chg="mod">
          <ac:chgData name="Mengmeng Ge" userId="bb5bc401-97cb-4caf-9857-8ff441375414" providerId="ADAL" clId="{83CBED6B-A278-4498-BA43-BF0ADDA01F28}" dt="2024-05-14T23:57:04.061" v="1286" actId="114"/>
          <ac:spMkLst>
            <pc:docMk/>
            <pc:sldMk cId="3883296177" sldId="1607"/>
            <ac:spMk id="77829" creationId="{00000000-0000-0000-0000-000000000000}"/>
          </ac:spMkLst>
        </pc:spChg>
      </pc:sldChg>
      <pc:sldChg chg="addSp delSp modSp new mod modClrScheme chgLayout">
        <pc:chgData name="Mengmeng Ge" userId="bb5bc401-97cb-4caf-9857-8ff441375414" providerId="ADAL" clId="{83CBED6B-A278-4498-BA43-BF0ADDA01F28}" dt="2024-05-15T00:00:38.086" v="1357" actId="20577"/>
        <pc:sldMkLst>
          <pc:docMk/>
          <pc:sldMk cId="15882042" sldId="1608"/>
        </pc:sldMkLst>
        <pc:spChg chg="del mod ord">
          <ac:chgData name="Mengmeng Ge" userId="bb5bc401-97cb-4caf-9857-8ff441375414" providerId="ADAL" clId="{83CBED6B-A278-4498-BA43-BF0ADDA01F28}" dt="2024-05-15T00:00:29.585" v="1354" actId="700"/>
          <ac:spMkLst>
            <pc:docMk/>
            <pc:sldMk cId="15882042" sldId="1608"/>
            <ac:spMk id="2" creationId="{E7C31F9A-9DAD-CFD6-BFB5-4C899B317C86}"/>
          </ac:spMkLst>
        </pc:spChg>
        <pc:spChg chg="del mod ord">
          <ac:chgData name="Mengmeng Ge" userId="bb5bc401-97cb-4caf-9857-8ff441375414" providerId="ADAL" clId="{83CBED6B-A278-4498-BA43-BF0ADDA01F28}" dt="2024-05-15T00:00:29.585" v="1354" actId="700"/>
          <ac:spMkLst>
            <pc:docMk/>
            <pc:sldMk cId="15882042" sldId="1608"/>
            <ac:spMk id="3" creationId="{D5BF6A93-AC7E-A961-83A6-69E9BB249D8A}"/>
          </ac:spMkLst>
        </pc:spChg>
        <pc:spChg chg="mod ord">
          <ac:chgData name="Mengmeng Ge" userId="bb5bc401-97cb-4caf-9857-8ff441375414" providerId="ADAL" clId="{83CBED6B-A278-4498-BA43-BF0ADDA01F28}" dt="2024-05-15T00:00:29.585" v="1354" actId="700"/>
          <ac:spMkLst>
            <pc:docMk/>
            <pc:sldMk cId="15882042" sldId="1608"/>
            <ac:spMk id="4" creationId="{B5A713D2-EFF5-B338-7AC0-6253CC5D08E0}"/>
          </ac:spMkLst>
        </pc:spChg>
        <pc:spChg chg="add mod ord">
          <ac:chgData name="Mengmeng Ge" userId="bb5bc401-97cb-4caf-9857-8ff441375414" providerId="ADAL" clId="{83CBED6B-A278-4498-BA43-BF0ADDA01F28}" dt="2024-05-15T00:00:38.086" v="1357" actId="20577"/>
          <ac:spMkLst>
            <pc:docMk/>
            <pc:sldMk cId="15882042" sldId="1608"/>
            <ac:spMk id="5" creationId="{5B7697D7-8B6A-9650-F26E-186A1C517523}"/>
          </ac:spMkLst>
        </pc:spChg>
        <pc:spChg chg="add mod ord">
          <ac:chgData name="Mengmeng Ge" userId="bb5bc401-97cb-4caf-9857-8ff441375414" providerId="ADAL" clId="{83CBED6B-A278-4498-BA43-BF0ADDA01F28}" dt="2024-05-15T00:00:29.585" v="1354" actId="700"/>
          <ac:spMkLst>
            <pc:docMk/>
            <pc:sldMk cId="15882042" sldId="1608"/>
            <ac:spMk id="6" creationId="{FC432E75-BD2A-2903-38B1-FC64401B1F77}"/>
          </ac:spMkLst>
        </pc:spChg>
      </pc:sldChg>
      <pc:sldChg chg="addSp delSp modSp new mod modAnim modNotesTx">
        <pc:chgData name="Mengmeng Ge" userId="bb5bc401-97cb-4caf-9857-8ff441375414" providerId="ADAL" clId="{83CBED6B-A278-4498-BA43-BF0ADDA01F28}" dt="2024-05-15T02:37:25.241" v="1578" actId="20577"/>
        <pc:sldMkLst>
          <pc:docMk/>
          <pc:sldMk cId="177974136" sldId="1609"/>
        </pc:sldMkLst>
        <pc:spChg chg="mod">
          <ac:chgData name="Mengmeng Ge" userId="bb5bc401-97cb-4caf-9857-8ff441375414" providerId="ADAL" clId="{83CBED6B-A278-4498-BA43-BF0ADDA01F28}" dt="2024-05-15T00:58:34.075" v="1422" actId="20577"/>
          <ac:spMkLst>
            <pc:docMk/>
            <pc:sldMk cId="177974136" sldId="1609"/>
            <ac:spMk id="2" creationId="{4ACFE3C8-615D-B503-65C3-83B34535B4E1}"/>
          </ac:spMkLst>
        </pc:spChg>
        <pc:spChg chg="del">
          <ac:chgData name="Mengmeng Ge" userId="bb5bc401-97cb-4caf-9857-8ff441375414" providerId="ADAL" clId="{83CBED6B-A278-4498-BA43-BF0ADDA01F28}" dt="2024-05-15T00:59:08.537" v="1428" actId="478"/>
          <ac:spMkLst>
            <pc:docMk/>
            <pc:sldMk cId="177974136" sldId="1609"/>
            <ac:spMk id="3" creationId="{D31D717B-36B0-F762-688E-6B73F0D93B4A}"/>
          </ac:spMkLst>
        </pc:spChg>
        <pc:spChg chg="mod">
          <ac:chgData name="Mengmeng Ge" userId="bb5bc401-97cb-4caf-9857-8ff441375414" providerId="ADAL" clId="{83CBED6B-A278-4498-BA43-BF0ADDA01F28}" dt="2024-05-15T00:59:12.788" v="1430" actId="1076"/>
          <ac:spMkLst>
            <pc:docMk/>
            <pc:sldMk cId="177974136" sldId="1609"/>
            <ac:spMk id="6" creationId="{00000000-0000-0000-0000-000000000000}"/>
          </ac:spMkLst>
        </pc:spChg>
        <pc:spChg chg="mod">
          <ac:chgData name="Mengmeng Ge" userId="bb5bc401-97cb-4caf-9857-8ff441375414" providerId="ADAL" clId="{83CBED6B-A278-4498-BA43-BF0ADDA01F28}" dt="2024-05-15T01:01:08.932" v="1455" actId="14100"/>
          <ac:spMkLst>
            <pc:docMk/>
            <pc:sldMk cId="177974136" sldId="1609"/>
            <ac:spMk id="7" creationId="{00000000-0000-0000-0000-000000000000}"/>
          </ac:spMkLst>
        </pc:spChg>
        <pc:spChg chg="add mod">
          <ac:chgData name="Mengmeng Ge" userId="bb5bc401-97cb-4caf-9857-8ff441375414" providerId="ADAL" clId="{83CBED6B-A278-4498-BA43-BF0ADDA01F28}" dt="2024-05-15T02:29:27.062" v="1573" actId="1076"/>
          <ac:spMkLst>
            <pc:docMk/>
            <pc:sldMk cId="177974136" sldId="1609"/>
            <ac:spMk id="10" creationId="{C40215C1-BE3F-D9FD-A54D-C8A15132C753}"/>
          </ac:spMkLst>
        </pc:spChg>
        <pc:spChg chg="mod">
          <ac:chgData name="Mengmeng Ge" userId="bb5bc401-97cb-4caf-9857-8ff441375414" providerId="ADAL" clId="{83CBED6B-A278-4498-BA43-BF0ADDA01F28}" dt="2024-05-15T00:59:12.788" v="1430" actId="1076"/>
          <ac:spMkLst>
            <pc:docMk/>
            <pc:sldMk cId="177974136" sldId="1609"/>
            <ac:spMk id="25" creationId="{00000000-0000-0000-0000-000000000000}"/>
          </ac:spMkLst>
        </pc:spChg>
        <pc:spChg chg="mod">
          <ac:chgData name="Mengmeng Ge" userId="bb5bc401-97cb-4caf-9857-8ff441375414" providerId="ADAL" clId="{83CBED6B-A278-4498-BA43-BF0ADDA01F28}" dt="2024-05-15T01:01:49.872" v="1461" actId="20577"/>
          <ac:spMkLst>
            <pc:docMk/>
            <pc:sldMk cId="177974136" sldId="1609"/>
            <ac:spMk id="26"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0"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2"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3"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4"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5"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6"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7"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8"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39"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0"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1"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2"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3"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4"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5"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6" creationId="{00000000-0000-0000-0000-000000000000}"/>
          </ac:spMkLst>
        </pc:spChg>
        <pc:spChg chg="mod">
          <ac:chgData name="Mengmeng Ge" userId="bb5bc401-97cb-4caf-9857-8ff441375414" providerId="ADAL" clId="{83CBED6B-A278-4498-BA43-BF0ADDA01F28}" dt="2024-05-15T01:00:49.804" v="1452" actId="1037"/>
          <ac:spMkLst>
            <pc:docMk/>
            <pc:sldMk cId="177974136" sldId="1609"/>
            <ac:spMk id="201747" creationId="{00000000-0000-0000-0000-000000000000}"/>
          </ac:spMkLst>
        </pc:spChg>
        <pc:grpChg chg="add mod">
          <ac:chgData name="Mengmeng Ge" userId="bb5bc401-97cb-4caf-9857-8ff441375414" providerId="ADAL" clId="{83CBED6B-A278-4498-BA43-BF0ADDA01F28}" dt="2024-05-15T01:01:02.505" v="1453" actId="1076"/>
          <ac:grpSpMkLst>
            <pc:docMk/>
            <pc:sldMk cId="177974136" sldId="1609"/>
            <ac:grpSpMk id="5" creationId="{00000000-0000-0000-0000-000000000000}"/>
          </ac:grpSpMkLst>
        </pc:grpChg>
        <pc:grpChg chg="add mod">
          <ac:chgData name="Mengmeng Ge" userId="bb5bc401-97cb-4caf-9857-8ff441375414" providerId="ADAL" clId="{83CBED6B-A278-4498-BA43-BF0ADDA01F28}" dt="2024-05-15T01:01:31.122" v="1458" actId="1076"/>
          <ac:grpSpMkLst>
            <pc:docMk/>
            <pc:sldMk cId="177974136" sldId="1609"/>
            <ac:grpSpMk id="8" creationId="{00000000-0000-0000-0000-000000000000}"/>
          </ac:grpSpMkLst>
        </pc:grpChg>
        <pc:grpChg chg="add mod">
          <ac:chgData name="Mengmeng Ge" userId="bb5bc401-97cb-4caf-9857-8ff441375414" providerId="ADAL" clId="{83CBED6B-A278-4498-BA43-BF0ADDA01F28}" dt="2024-05-15T01:00:49.804" v="1452" actId="1037"/>
          <ac:grpSpMkLst>
            <pc:docMk/>
            <pc:sldMk cId="177974136" sldId="1609"/>
            <ac:grpSpMk id="201751" creationId="{00000000-0000-0000-0000-000000000000}"/>
          </ac:grpSpMkLst>
        </pc:grpChg>
      </pc:sldChg>
      <pc:sldChg chg="addSp delSp modSp new mod modClrScheme delAnim modAnim chgLayout modNotesTx">
        <pc:chgData name="Mengmeng Ge" userId="bb5bc401-97cb-4caf-9857-8ff441375414" providerId="ADAL" clId="{83CBED6B-A278-4498-BA43-BF0ADDA01F28}" dt="2024-05-15T03:19:31.503" v="1960" actId="1076"/>
        <pc:sldMkLst>
          <pc:docMk/>
          <pc:sldMk cId="2111446250" sldId="1610"/>
        </pc:sldMkLst>
        <pc:spChg chg="mod ord">
          <ac:chgData name="Mengmeng Ge" userId="bb5bc401-97cb-4caf-9857-8ff441375414" providerId="ADAL" clId="{83CBED6B-A278-4498-BA43-BF0ADDA01F28}" dt="2024-05-15T02:49:31.021" v="1612" actId="700"/>
          <ac:spMkLst>
            <pc:docMk/>
            <pc:sldMk cId="2111446250" sldId="1610"/>
            <ac:spMk id="2" creationId="{7F3E9AAD-89CD-D5FF-DF14-174CA747434E}"/>
          </ac:spMkLst>
        </pc:spChg>
        <pc:spChg chg="del">
          <ac:chgData name="Mengmeng Ge" userId="bb5bc401-97cb-4caf-9857-8ff441375414" providerId="ADAL" clId="{83CBED6B-A278-4498-BA43-BF0ADDA01F28}" dt="2024-05-15T02:41:04.806" v="1581" actId="22"/>
          <ac:spMkLst>
            <pc:docMk/>
            <pc:sldMk cId="2111446250" sldId="1610"/>
            <ac:spMk id="3" creationId="{4AD150EA-9FC9-09F3-84ED-3B9D7522A358}"/>
          </ac:spMkLst>
        </pc:spChg>
        <pc:spChg chg="mod ord">
          <ac:chgData name="Mengmeng Ge" userId="bb5bc401-97cb-4caf-9857-8ff441375414" providerId="ADAL" clId="{83CBED6B-A278-4498-BA43-BF0ADDA01F28}" dt="2024-05-15T02:49:31.021" v="1612" actId="700"/>
          <ac:spMkLst>
            <pc:docMk/>
            <pc:sldMk cId="2111446250" sldId="1610"/>
            <ac:spMk id="4" creationId="{D2735032-8CEC-9C01-81A6-833912384748}"/>
          </ac:spMkLst>
        </pc:spChg>
        <pc:spChg chg="add del mod ord">
          <ac:chgData name="Mengmeng Ge" userId="bb5bc401-97cb-4caf-9857-8ff441375414" providerId="ADAL" clId="{83CBED6B-A278-4498-BA43-BF0ADDA01F28}" dt="2024-05-15T02:43:05.231" v="1592" actId="478"/>
          <ac:spMkLst>
            <pc:docMk/>
            <pc:sldMk cId="2111446250" sldId="1610"/>
            <ac:spMk id="7" creationId="{F479AA8C-9494-7447-152C-B565849DACE8}"/>
          </ac:spMkLst>
        </pc:spChg>
        <pc:spChg chg="add mod">
          <ac:chgData name="Mengmeng Ge" userId="bb5bc401-97cb-4caf-9857-8ff441375414" providerId="ADAL" clId="{83CBED6B-A278-4498-BA43-BF0ADDA01F28}" dt="2024-05-15T02:59:13.753" v="1760" actId="1076"/>
          <ac:spMkLst>
            <pc:docMk/>
            <pc:sldMk cId="2111446250" sldId="1610"/>
            <ac:spMk id="8" creationId="{AC1DC196-612E-84C5-8978-53E69AE89644}"/>
          </ac:spMkLst>
        </pc:spChg>
        <pc:spChg chg="add mod">
          <ac:chgData name="Mengmeng Ge" userId="bb5bc401-97cb-4caf-9857-8ff441375414" providerId="ADAL" clId="{83CBED6B-A278-4498-BA43-BF0ADDA01F28}" dt="2024-05-15T03:19:24.944" v="1958" actId="1076"/>
          <ac:spMkLst>
            <pc:docMk/>
            <pc:sldMk cId="2111446250" sldId="1610"/>
            <ac:spMk id="9" creationId="{CB487BE0-B74E-FC83-172E-80A7D7985593}"/>
          </ac:spMkLst>
        </pc:spChg>
        <pc:spChg chg="add mod ord">
          <ac:chgData name="Mengmeng Ge" userId="bb5bc401-97cb-4caf-9857-8ff441375414" providerId="ADAL" clId="{83CBED6B-A278-4498-BA43-BF0ADDA01F28}" dt="2024-05-15T03:19:19.016" v="1956" actId="14100"/>
          <ac:spMkLst>
            <pc:docMk/>
            <pc:sldMk cId="2111446250" sldId="1610"/>
            <ac:spMk id="10" creationId="{DA173C1D-F70B-31EB-D8B4-648F0558B213}"/>
          </ac:spMkLst>
        </pc:spChg>
        <pc:spChg chg="add del mod">
          <ac:chgData name="Mengmeng Ge" userId="bb5bc401-97cb-4caf-9857-8ff441375414" providerId="ADAL" clId="{83CBED6B-A278-4498-BA43-BF0ADDA01F28}" dt="2024-05-15T03:14:50.543" v="1849" actId="478"/>
          <ac:spMkLst>
            <pc:docMk/>
            <pc:sldMk cId="2111446250" sldId="1610"/>
            <ac:spMk id="11" creationId="{00000000-0000-0000-0000-000000000000}"/>
          </ac:spMkLst>
        </pc:spChg>
        <pc:spChg chg="add del mod">
          <ac:chgData name="Mengmeng Ge" userId="bb5bc401-97cb-4caf-9857-8ff441375414" providerId="ADAL" clId="{83CBED6B-A278-4498-BA43-BF0ADDA01F28}" dt="2024-05-15T03:10:46.346" v="1832" actId="478"/>
          <ac:spMkLst>
            <pc:docMk/>
            <pc:sldMk cId="2111446250" sldId="1610"/>
            <ac:spMk id="12" creationId="{00000000-0000-0000-0000-000000000000}"/>
          </ac:spMkLst>
        </pc:spChg>
        <pc:spChg chg="add del">
          <ac:chgData name="Mengmeng Ge" userId="bb5bc401-97cb-4caf-9857-8ff441375414" providerId="ADAL" clId="{83CBED6B-A278-4498-BA43-BF0ADDA01F28}" dt="2024-05-15T03:11:51.196" v="1836" actId="478"/>
          <ac:spMkLst>
            <pc:docMk/>
            <pc:sldMk cId="2111446250" sldId="1610"/>
            <ac:spMk id="15" creationId="{688E1E76-2359-668A-2F16-24646F7DB792}"/>
          </ac:spMkLst>
        </pc:spChg>
        <pc:spChg chg="add del mod">
          <ac:chgData name="Mengmeng Ge" userId="bb5bc401-97cb-4caf-9857-8ff441375414" providerId="ADAL" clId="{83CBED6B-A278-4498-BA43-BF0ADDA01F28}" dt="2024-05-15T03:16:31.777" v="1885" actId="478"/>
          <ac:spMkLst>
            <pc:docMk/>
            <pc:sldMk cId="2111446250" sldId="1610"/>
            <ac:spMk id="16" creationId="{0FC51307-C3CF-7AA5-6524-99468CAD2C4A}"/>
          </ac:spMkLst>
        </pc:spChg>
        <pc:spChg chg="add mod">
          <ac:chgData name="Mengmeng Ge" userId="bb5bc401-97cb-4caf-9857-8ff441375414" providerId="ADAL" clId="{83CBED6B-A278-4498-BA43-BF0ADDA01F28}" dt="2024-05-15T03:16:57.536" v="1892" actId="1076"/>
          <ac:spMkLst>
            <pc:docMk/>
            <pc:sldMk cId="2111446250" sldId="1610"/>
            <ac:spMk id="17" creationId="{EF678279-BA50-FDBC-DCD9-880CAA30E2A9}"/>
          </ac:spMkLst>
        </pc:spChg>
        <pc:spChg chg="add mod">
          <ac:chgData name="Mengmeng Ge" userId="bb5bc401-97cb-4caf-9857-8ff441375414" providerId="ADAL" clId="{83CBED6B-A278-4498-BA43-BF0ADDA01F28}" dt="2024-05-15T03:16:53.876" v="1891" actId="1035"/>
          <ac:spMkLst>
            <pc:docMk/>
            <pc:sldMk cId="2111446250" sldId="1610"/>
            <ac:spMk id="18" creationId="{D3ACE39B-5DC3-6947-966F-96336E2A322D}"/>
          </ac:spMkLst>
        </pc:spChg>
        <pc:spChg chg="add mod">
          <ac:chgData name="Mengmeng Ge" userId="bb5bc401-97cb-4caf-9857-8ff441375414" providerId="ADAL" clId="{83CBED6B-A278-4498-BA43-BF0ADDA01F28}" dt="2024-05-15T03:19:28.648" v="1959" actId="1076"/>
          <ac:spMkLst>
            <pc:docMk/>
            <pc:sldMk cId="2111446250" sldId="1610"/>
            <ac:spMk id="19" creationId="{BDC11BA3-9549-0208-30F4-AB28C26B7C63}"/>
          </ac:spMkLst>
        </pc:spChg>
        <pc:spChg chg="add mod">
          <ac:chgData name="Mengmeng Ge" userId="bb5bc401-97cb-4caf-9857-8ff441375414" providerId="ADAL" clId="{83CBED6B-A278-4498-BA43-BF0ADDA01F28}" dt="2024-05-15T03:19:31.503" v="1960" actId="1076"/>
          <ac:spMkLst>
            <pc:docMk/>
            <pc:sldMk cId="2111446250" sldId="1610"/>
            <ac:spMk id="20" creationId="{23B49B94-6629-AED0-5F24-129B9F0DD271}"/>
          </ac:spMkLst>
        </pc:spChg>
        <pc:picChg chg="add mod ord">
          <ac:chgData name="Mengmeng Ge" userId="bb5bc401-97cb-4caf-9857-8ff441375414" providerId="ADAL" clId="{83CBED6B-A278-4498-BA43-BF0ADDA01F28}" dt="2024-05-15T02:59:05.580" v="1757" actId="1038"/>
          <ac:picMkLst>
            <pc:docMk/>
            <pc:sldMk cId="2111446250" sldId="1610"/>
            <ac:picMk id="6" creationId="{80B33B3F-421F-E683-E395-59A7819B9D32}"/>
          </ac:picMkLst>
        </pc:picChg>
        <pc:cxnChg chg="add del">
          <ac:chgData name="Mengmeng Ge" userId="bb5bc401-97cb-4caf-9857-8ff441375414" providerId="ADAL" clId="{83CBED6B-A278-4498-BA43-BF0ADDA01F28}" dt="2024-05-15T03:11:01.551" v="1834" actId="478"/>
          <ac:cxnSpMkLst>
            <pc:docMk/>
            <pc:sldMk cId="2111446250" sldId="1610"/>
            <ac:cxnSpMk id="14" creationId="{81A5B027-C112-CDDC-FC3E-F198444E99E3}"/>
          </ac:cxnSpMkLst>
        </pc:cxnChg>
      </pc:sldChg>
      <pc:sldChg chg="addSp delSp modSp new mod modClrScheme modAnim chgLayout modNotesTx">
        <pc:chgData name="Mengmeng Ge" userId="bb5bc401-97cb-4caf-9857-8ff441375414" providerId="ADAL" clId="{83CBED6B-A278-4498-BA43-BF0ADDA01F28}" dt="2024-05-15T03:25:25.502" v="2014" actId="14100"/>
        <pc:sldMkLst>
          <pc:docMk/>
          <pc:sldMk cId="2463062996" sldId="1611"/>
        </pc:sldMkLst>
        <pc:spChg chg="del mod ord">
          <ac:chgData name="Mengmeng Ge" userId="bb5bc401-97cb-4caf-9857-8ff441375414" providerId="ADAL" clId="{83CBED6B-A278-4498-BA43-BF0ADDA01F28}" dt="2024-05-15T03:20:27.803" v="1966" actId="700"/>
          <ac:spMkLst>
            <pc:docMk/>
            <pc:sldMk cId="2463062996" sldId="1611"/>
            <ac:spMk id="2" creationId="{956AFAC6-D0ED-3930-B717-A181AA9539CD}"/>
          </ac:spMkLst>
        </pc:spChg>
        <pc:spChg chg="del">
          <ac:chgData name="Mengmeng Ge" userId="bb5bc401-97cb-4caf-9857-8ff441375414" providerId="ADAL" clId="{83CBED6B-A278-4498-BA43-BF0ADDA01F28}" dt="2024-05-15T03:20:27.803" v="1966" actId="700"/>
          <ac:spMkLst>
            <pc:docMk/>
            <pc:sldMk cId="2463062996" sldId="1611"/>
            <ac:spMk id="3" creationId="{81C94256-B4E6-C4D7-A5D7-43DB3E056FEE}"/>
          </ac:spMkLst>
        </pc:spChg>
        <pc:spChg chg="mod ord">
          <ac:chgData name="Mengmeng Ge" userId="bb5bc401-97cb-4caf-9857-8ff441375414" providerId="ADAL" clId="{83CBED6B-A278-4498-BA43-BF0ADDA01F28}" dt="2024-05-15T03:21:05.581" v="1973" actId="700"/>
          <ac:spMkLst>
            <pc:docMk/>
            <pc:sldMk cId="2463062996" sldId="1611"/>
            <ac:spMk id="4" creationId="{505FD371-0AA6-BC20-8801-F3721CA17A51}"/>
          </ac:spMkLst>
        </pc:spChg>
        <pc:spChg chg="mod ord">
          <ac:chgData name="Mengmeng Ge" userId="bb5bc401-97cb-4caf-9857-8ff441375414" providerId="ADAL" clId="{83CBED6B-A278-4498-BA43-BF0ADDA01F28}" dt="2024-05-15T03:21:05.581" v="1973" actId="700"/>
          <ac:spMkLst>
            <pc:docMk/>
            <pc:sldMk cId="2463062996" sldId="1611"/>
            <ac:spMk id="5" creationId="{B2C70679-EE16-CF34-7FF0-A1AE59939D00}"/>
          </ac:spMkLst>
        </pc:spChg>
        <pc:spChg chg="add del mod ord">
          <ac:chgData name="Mengmeng Ge" userId="bb5bc401-97cb-4caf-9857-8ff441375414" providerId="ADAL" clId="{83CBED6B-A278-4498-BA43-BF0ADDA01F28}" dt="2024-05-15T03:20:40.504" v="1968" actId="478"/>
          <ac:spMkLst>
            <pc:docMk/>
            <pc:sldMk cId="2463062996" sldId="1611"/>
            <ac:spMk id="6" creationId="{E6FA642E-CEF7-CB56-A1A1-88F30D2DD454}"/>
          </ac:spMkLst>
        </pc:spChg>
        <pc:spChg chg="add del mod">
          <ac:chgData name="Mengmeng Ge" userId="bb5bc401-97cb-4caf-9857-8ff441375414" providerId="ADAL" clId="{83CBED6B-A278-4498-BA43-BF0ADDA01F28}" dt="2024-05-15T03:20:48.898" v="1969" actId="478"/>
          <ac:spMkLst>
            <pc:docMk/>
            <pc:sldMk cId="2463062996" sldId="1611"/>
            <ac:spMk id="7" creationId="{E0CEA1A4-1F8A-9C96-4549-3876D577609F}"/>
          </ac:spMkLst>
        </pc:spChg>
        <pc:spChg chg="add del mod">
          <ac:chgData name="Mengmeng Ge" userId="bb5bc401-97cb-4caf-9857-8ff441375414" providerId="ADAL" clId="{83CBED6B-A278-4498-BA43-BF0ADDA01F28}" dt="2024-05-15T03:21:09.063" v="1974" actId="478"/>
          <ac:spMkLst>
            <pc:docMk/>
            <pc:sldMk cId="2463062996" sldId="1611"/>
            <ac:spMk id="8" creationId="{6C1BB74C-117B-16D0-2328-1687BE6B82E1}"/>
          </ac:spMkLst>
        </pc:spChg>
        <pc:spChg chg="add mod ord">
          <ac:chgData name="Mengmeng Ge" userId="bb5bc401-97cb-4caf-9857-8ff441375414" providerId="ADAL" clId="{83CBED6B-A278-4498-BA43-BF0ADDA01F28}" dt="2024-05-15T03:21:40.172" v="1981" actId="14100"/>
          <ac:spMkLst>
            <pc:docMk/>
            <pc:sldMk cId="2463062996" sldId="1611"/>
            <ac:spMk id="9" creationId="{655BBBF6-8E09-6A0B-DD3D-57F40A37BF29}"/>
          </ac:spMkLst>
        </pc:spChg>
        <pc:spChg chg="add mod">
          <ac:chgData name="Mengmeng Ge" userId="bb5bc401-97cb-4caf-9857-8ff441375414" providerId="ADAL" clId="{83CBED6B-A278-4498-BA43-BF0ADDA01F28}" dt="2024-05-15T03:22:28.305" v="1991" actId="20577"/>
          <ac:spMkLst>
            <pc:docMk/>
            <pc:sldMk cId="2463062996" sldId="1611"/>
            <ac:spMk id="12" creationId="{63310706-FEB5-3D11-1241-3C938AA116E3}"/>
          </ac:spMkLst>
        </pc:spChg>
        <pc:spChg chg="add mod">
          <ac:chgData name="Mengmeng Ge" userId="bb5bc401-97cb-4caf-9857-8ff441375414" providerId="ADAL" clId="{83CBED6B-A278-4498-BA43-BF0ADDA01F28}" dt="2024-05-15T03:25:25.502" v="2014" actId="14100"/>
          <ac:spMkLst>
            <pc:docMk/>
            <pc:sldMk cId="2463062996" sldId="1611"/>
            <ac:spMk id="13" creationId="{47E2C058-C405-557F-AAD1-B38B207496E1}"/>
          </ac:spMkLst>
        </pc:spChg>
        <pc:picChg chg="add mod ord">
          <ac:chgData name="Mengmeng Ge" userId="bb5bc401-97cb-4caf-9857-8ff441375414" providerId="ADAL" clId="{83CBED6B-A278-4498-BA43-BF0ADDA01F28}" dt="2024-05-15T03:22:14.549" v="1986" actId="167"/>
          <ac:picMkLst>
            <pc:docMk/>
            <pc:sldMk cId="2463062996" sldId="1611"/>
            <ac:picMk id="11" creationId="{BA33C17C-347E-E32C-DB7A-D3E4DDCFD17E}"/>
          </ac:picMkLst>
        </pc:picChg>
      </pc:sldChg>
      <pc:sldChg chg="addSp delSp modSp new mod modNotesTx">
        <pc:chgData name="Mengmeng Ge" userId="bb5bc401-97cb-4caf-9857-8ff441375414" providerId="ADAL" clId="{83CBED6B-A278-4498-BA43-BF0ADDA01F28}" dt="2024-05-15T04:39:53.646" v="2443" actId="113"/>
        <pc:sldMkLst>
          <pc:docMk/>
          <pc:sldMk cId="2291271496" sldId="1612"/>
        </pc:sldMkLst>
        <pc:spChg chg="mod">
          <ac:chgData name="Mengmeng Ge" userId="bb5bc401-97cb-4caf-9857-8ff441375414" providerId="ADAL" clId="{83CBED6B-A278-4498-BA43-BF0ADDA01F28}" dt="2024-05-15T04:32:32.399" v="2314" actId="20577"/>
          <ac:spMkLst>
            <pc:docMk/>
            <pc:sldMk cId="2291271496" sldId="1612"/>
            <ac:spMk id="2" creationId="{0EF9A6E3-2C9E-B3E2-9D24-E1B5D1A0CC76}"/>
          </ac:spMkLst>
        </pc:spChg>
        <pc:spChg chg="mod">
          <ac:chgData name="Mengmeng Ge" userId="bb5bc401-97cb-4caf-9857-8ff441375414" providerId="ADAL" clId="{83CBED6B-A278-4498-BA43-BF0ADDA01F28}" dt="2024-05-15T04:39:53.646" v="2443" actId="113"/>
          <ac:spMkLst>
            <pc:docMk/>
            <pc:sldMk cId="2291271496" sldId="1612"/>
            <ac:spMk id="3" creationId="{5FFEF8E8-8F94-D0C6-2945-65F382798584}"/>
          </ac:spMkLst>
        </pc:spChg>
        <pc:spChg chg="add mod">
          <ac:chgData name="Mengmeng Ge" userId="bb5bc401-97cb-4caf-9857-8ff441375414" providerId="ADAL" clId="{83CBED6B-A278-4498-BA43-BF0ADDA01F28}" dt="2024-05-15T04:34:16.408" v="2336" actId="1076"/>
          <ac:spMkLst>
            <pc:docMk/>
            <pc:sldMk cId="2291271496" sldId="1612"/>
            <ac:spMk id="7" creationId="{DCF6BA98-64BA-3DF7-20AC-1FEABED0747B}"/>
          </ac:spMkLst>
        </pc:spChg>
        <pc:spChg chg="add del">
          <ac:chgData name="Mengmeng Ge" userId="bb5bc401-97cb-4caf-9857-8ff441375414" providerId="ADAL" clId="{83CBED6B-A278-4498-BA43-BF0ADDA01F28}" dt="2024-05-15T04:36:00.979" v="2342" actId="21"/>
          <ac:spMkLst>
            <pc:docMk/>
            <pc:sldMk cId="2291271496" sldId="1612"/>
            <ac:spMk id="9" creationId="{FC6A46D5-C4D5-24D3-9571-2FAB1872F68F}"/>
          </ac:spMkLst>
        </pc:spChg>
        <pc:spChg chg="add del">
          <ac:chgData name="Mengmeng Ge" userId="bb5bc401-97cb-4caf-9857-8ff441375414" providerId="ADAL" clId="{83CBED6B-A278-4498-BA43-BF0ADDA01F28}" dt="2024-05-15T04:35:55.522" v="2341" actId="478"/>
          <ac:spMkLst>
            <pc:docMk/>
            <pc:sldMk cId="2291271496" sldId="1612"/>
            <ac:spMk id="10" creationId="{35910F40-6FCE-16F8-B6B9-5DD78ECAE789}"/>
          </ac:spMkLst>
        </pc:spChg>
        <pc:spChg chg="add del mod">
          <ac:chgData name="Mengmeng Ge" userId="bb5bc401-97cb-4caf-9857-8ff441375414" providerId="ADAL" clId="{83CBED6B-A278-4498-BA43-BF0ADDA01F28}" dt="2024-05-15T04:36:06" v="2345" actId="478"/>
          <ac:spMkLst>
            <pc:docMk/>
            <pc:sldMk cId="2291271496" sldId="1612"/>
            <ac:spMk id="11" creationId="{FC6A46D5-C4D5-24D3-9571-2FAB1872F68F}"/>
          </ac:spMkLst>
        </pc:spChg>
        <pc:spChg chg="add mod">
          <ac:chgData name="Mengmeng Ge" userId="bb5bc401-97cb-4caf-9857-8ff441375414" providerId="ADAL" clId="{83CBED6B-A278-4498-BA43-BF0ADDA01F28}" dt="2024-05-15T04:37:41.436" v="2375" actId="1076"/>
          <ac:spMkLst>
            <pc:docMk/>
            <pc:sldMk cId="2291271496" sldId="1612"/>
            <ac:spMk id="83976" creationId="{00000000-0000-0000-0000-000000000000}"/>
          </ac:spMkLst>
        </pc:spChg>
        <pc:picChg chg="add mod ord">
          <ac:chgData name="Mengmeng Ge" userId="bb5bc401-97cb-4caf-9857-8ff441375414" providerId="ADAL" clId="{83CBED6B-A278-4498-BA43-BF0ADDA01F28}" dt="2024-05-15T04:39:39.663" v="2439" actId="1076"/>
          <ac:picMkLst>
            <pc:docMk/>
            <pc:sldMk cId="2291271496" sldId="1612"/>
            <ac:picMk id="6" creationId="{8088E38E-2693-051A-4038-3DBA05A89EBE}"/>
          </ac:picMkLst>
        </pc:picChg>
      </pc:sldChg>
      <pc:sldChg chg="addSp delSp modSp new mod modClrScheme chgLayout modNotesTx">
        <pc:chgData name="Mengmeng Ge" userId="bb5bc401-97cb-4caf-9857-8ff441375414" providerId="ADAL" clId="{83CBED6B-A278-4498-BA43-BF0ADDA01F28}" dt="2024-05-15T05:14:39.376" v="2844" actId="20577"/>
        <pc:sldMkLst>
          <pc:docMk/>
          <pc:sldMk cId="1072627938" sldId="1613"/>
        </pc:sldMkLst>
        <pc:spChg chg="del mod ord">
          <ac:chgData name="Mengmeng Ge" userId="bb5bc401-97cb-4caf-9857-8ff441375414" providerId="ADAL" clId="{83CBED6B-A278-4498-BA43-BF0ADDA01F28}" dt="2024-05-15T05:07:35.041" v="2653" actId="700"/>
          <ac:spMkLst>
            <pc:docMk/>
            <pc:sldMk cId="1072627938" sldId="1613"/>
            <ac:spMk id="2" creationId="{6907C981-985A-1738-69EE-CFA2E27C1971}"/>
          </ac:spMkLst>
        </pc:spChg>
        <pc:spChg chg="del mod ord">
          <ac:chgData name="Mengmeng Ge" userId="bb5bc401-97cb-4caf-9857-8ff441375414" providerId="ADAL" clId="{83CBED6B-A278-4498-BA43-BF0ADDA01F28}" dt="2024-05-15T05:07:35.041" v="2653" actId="700"/>
          <ac:spMkLst>
            <pc:docMk/>
            <pc:sldMk cId="1072627938" sldId="1613"/>
            <ac:spMk id="3" creationId="{067DE08E-9EBB-78E0-3023-BB7C10C24A48}"/>
          </ac:spMkLst>
        </pc:spChg>
        <pc:spChg chg="del">
          <ac:chgData name="Mengmeng Ge" userId="bb5bc401-97cb-4caf-9857-8ff441375414" providerId="ADAL" clId="{83CBED6B-A278-4498-BA43-BF0ADDA01F28}" dt="2024-05-15T05:07:35.041" v="2653" actId="700"/>
          <ac:spMkLst>
            <pc:docMk/>
            <pc:sldMk cId="1072627938" sldId="1613"/>
            <ac:spMk id="4" creationId="{8BA9FB40-B58B-EB21-BF0F-58B8CB340D5B}"/>
          </ac:spMkLst>
        </pc:spChg>
        <pc:spChg chg="mod ord">
          <ac:chgData name="Mengmeng Ge" userId="bb5bc401-97cb-4caf-9857-8ff441375414" providerId="ADAL" clId="{83CBED6B-A278-4498-BA43-BF0ADDA01F28}" dt="2024-05-15T05:07:35.041" v="2653" actId="700"/>
          <ac:spMkLst>
            <pc:docMk/>
            <pc:sldMk cId="1072627938" sldId="1613"/>
            <ac:spMk id="5" creationId="{01B8FF2B-19DA-AED0-0E15-E1A63FE9ACBB}"/>
          </ac:spMkLst>
        </pc:spChg>
        <pc:spChg chg="add mod ord">
          <ac:chgData name="Mengmeng Ge" userId="bb5bc401-97cb-4caf-9857-8ff441375414" providerId="ADAL" clId="{83CBED6B-A278-4498-BA43-BF0ADDA01F28}" dt="2024-05-15T05:07:39.117" v="2667" actId="20577"/>
          <ac:spMkLst>
            <pc:docMk/>
            <pc:sldMk cId="1072627938" sldId="1613"/>
            <ac:spMk id="6" creationId="{7503CBE1-CCD5-6CBA-7E4A-CE36DB2563C3}"/>
          </ac:spMkLst>
        </pc:spChg>
        <pc:spChg chg="add mod ord">
          <ac:chgData name="Mengmeng Ge" userId="bb5bc401-97cb-4caf-9857-8ff441375414" providerId="ADAL" clId="{83CBED6B-A278-4498-BA43-BF0ADDA01F28}" dt="2024-05-15T05:09:27.943" v="2693" actId="14100"/>
          <ac:spMkLst>
            <pc:docMk/>
            <pc:sldMk cId="1072627938" sldId="1613"/>
            <ac:spMk id="7" creationId="{DDA459BA-9546-0918-06DA-619C4CF3A227}"/>
          </ac:spMkLst>
        </pc:spChg>
        <pc:spChg chg="add mod">
          <ac:chgData name="Mengmeng Ge" userId="bb5bc401-97cb-4caf-9857-8ff441375414" providerId="ADAL" clId="{83CBED6B-A278-4498-BA43-BF0ADDA01F28}" dt="2024-05-15T05:09:42.761" v="2696" actId="20577"/>
          <ac:spMkLst>
            <pc:docMk/>
            <pc:sldMk cId="1072627938" sldId="1613"/>
            <ac:spMk id="10" creationId="{62082BE0-5A32-D0E6-8E4A-8A157B246C06}"/>
          </ac:spMkLst>
        </pc:spChg>
        <pc:spChg chg="add mod">
          <ac:chgData name="Mengmeng Ge" userId="bb5bc401-97cb-4caf-9857-8ff441375414" providerId="ADAL" clId="{83CBED6B-A278-4498-BA43-BF0ADDA01F28}" dt="2024-05-15T05:14:06.090" v="2790" actId="1076"/>
          <ac:spMkLst>
            <pc:docMk/>
            <pc:sldMk cId="1072627938" sldId="1613"/>
            <ac:spMk id="11" creationId="{5A6E2838-82BF-618D-A868-1338AE994517}"/>
          </ac:spMkLst>
        </pc:spChg>
        <pc:spChg chg="add mod">
          <ac:chgData name="Mengmeng Ge" userId="bb5bc401-97cb-4caf-9857-8ff441375414" providerId="ADAL" clId="{83CBED6B-A278-4498-BA43-BF0ADDA01F28}" dt="2024-05-15T05:14:39.376" v="2844" actId="20577"/>
          <ac:spMkLst>
            <pc:docMk/>
            <pc:sldMk cId="1072627938" sldId="1613"/>
            <ac:spMk id="12" creationId="{EB662CFD-0888-2BC3-0A27-32416AC94BC5}"/>
          </ac:spMkLst>
        </pc:spChg>
        <pc:spChg chg="add del mod">
          <ac:chgData name="Mengmeng Ge" userId="bb5bc401-97cb-4caf-9857-8ff441375414" providerId="ADAL" clId="{83CBED6B-A278-4498-BA43-BF0ADDA01F28}" dt="2024-05-15T05:12:15.987" v="2721" actId="478"/>
          <ac:spMkLst>
            <pc:docMk/>
            <pc:sldMk cId="1072627938" sldId="1613"/>
            <ac:spMk id="86020" creationId="{00000000-0000-0000-0000-000000000000}"/>
          </ac:spMkLst>
        </pc:spChg>
        <pc:spChg chg="add mod">
          <ac:chgData name="Mengmeng Ge" userId="bb5bc401-97cb-4caf-9857-8ff441375414" providerId="ADAL" clId="{83CBED6B-A278-4498-BA43-BF0ADDA01F28}" dt="2024-05-15T05:13:11.159" v="2740" actId="1076"/>
          <ac:spMkLst>
            <pc:docMk/>
            <pc:sldMk cId="1072627938" sldId="1613"/>
            <ac:spMk id="86021" creationId="{00000000-0000-0000-0000-000000000000}"/>
          </ac:spMkLst>
        </pc:spChg>
        <pc:picChg chg="add mod">
          <ac:chgData name="Mengmeng Ge" userId="bb5bc401-97cb-4caf-9857-8ff441375414" providerId="ADAL" clId="{83CBED6B-A278-4498-BA43-BF0ADDA01F28}" dt="2024-05-15T05:11:22.090" v="2705" actId="1076"/>
          <ac:picMkLst>
            <pc:docMk/>
            <pc:sldMk cId="1072627938" sldId="1613"/>
            <ac:picMk id="9" creationId="{78AE29AE-4457-8481-B732-049200AF73CF}"/>
          </ac:picMkLst>
        </pc:picChg>
      </pc:sldChg>
      <pc:sldMasterChg chg="delSldLayout">
        <pc:chgData name="Mengmeng Ge" userId="bb5bc401-97cb-4caf-9857-8ff441375414" providerId="ADAL" clId="{83CBED6B-A278-4498-BA43-BF0ADDA01F28}" dt="2024-05-15T03:25:29.922" v="2015" actId="47"/>
        <pc:sldMasterMkLst>
          <pc:docMk/>
          <pc:sldMasterMk cId="3806536233" sldId="2147483718"/>
        </pc:sldMasterMkLst>
        <pc:sldLayoutChg chg="del">
          <pc:chgData name="Mengmeng Ge" userId="bb5bc401-97cb-4caf-9857-8ff441375414" providerId="ADAL" clId="{83CBED6B-A278-4498-BA43-BF0ADDA01F28}" dt="2024-05-15T01:14:04.537" v="1491" actId="47"/>
          <pc:sldLayoutMkLst>
            <pc:docMk/>
            <pc:sldMasterMk cId="3806536233" sldId="2147483718"/>
            <pc:sldLayoutMk cId="2975913972" sldId="2147483733"/>
          </pc:sldLayoutMkLst>
        </pc:sldLayoutChg>
        <pc:sldLayoutChg chg="del">
          <pc:chgData name="Mengmeng Ge" userId="bb5bc401-97cb-4caf-9857-8ff441375414" providerId="ADAL" clId="{83CBED6B-A278-4498-BA43-BF0ADDA01F28}" dt="2024-05-15T03:25:29.922" v="2015" actId="47"/>
          <pc:sldLayoutMkLst>
            <pc:docMk/>
            <pc:sldMasterMk cId="3806536233" sldId="2147483718"/>
            <pc:sldLayoutMk cId="4242681455" sldId="2147483734"/>
          </pc:sldLayoutMkLst>
        </pc:sldLayoutChg>
      </pc:sldMaster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BB4157-39A3-44E3-90D1-1E177F8482EF}" type="doc">
      <dgm:prSet loTypeId="urn:microsoft.com/office/officeart/2008/layout/SquareAccentList" loCatId="list" qsTypeId="urn:microsoft.com/office/officeart/2005/8/quickstyle/simple1" qsCatId="simple" csTypeId="urn:microsoft.com/office/officeart/2005/8/colors/accent1_2" csCatId="accent1" phldr="1"/>
      <dgm:spPr/>
      <dgm:t>
        <a:bodyPr/>
        <a:lstStyle/>
        <a:p>
          <a:endParaRPr lang="en-NZ"/>
        </a:p>
      </dgm:t>
    </dgm:pt>
    <dgm:pt modelId="{44B996D0-D508-4BC8-9AE0-A1869BCD5B42}">
      <dgm:prSet/>
      <dgm:spPr/>
      <dgm:t>
        <a:bodyPr/>
        <a:lstStyle/>
        <a:p>
          <a:r>
            <a:rPr lang="en-NZ" dirty="0">
              <a:solidFill>
                <a:schemeClr val="tx1">
                  <a:lumMod val="65000"/>
                  <a:lumOff val="35000"/>
                </a:schemeClr>
              </a:solidFill>
            </a:rPr>
            <a:t>HTTP</a:t>
          </a:r>
        </a:p>
      </dgm:t>
    </dgm:pt>
    <dgm:pt modelId="{99F81A78-E31A-4EB1-8C51-BF2D85F7B520}" type="parTrans" cxnId="{543A9BA0-B437-47D8-B92E-61A2BA72CFD7}">
      <dgm:prSet/>
      <dgm:spPr/>
      <dgm:t>
        <a:bodyPr/>
        <a:lstStyle/>
        <a:p>
          <a:endParaRPr lang="en-NZ"/>
        </a:p>
      </dgm:t>
    </dgm:pt>
    <dgm:pt modelId="{7DEE44DF-B8D4-4051-88FE-BE69C62E8D64}" type="sibTrans" cxnId="{543A9BA0-B437-47D8-B92E-61A2BA72CFD7}">
      <dgm:prSet/>
      <dgm:spPr/>
      <dgm:t>
        <a:bodyPr/>
        <a:lstStyle/>
        <a:p>
          <a:endParaRPr lang="en-NZ"/>
        </a:p>
      </dgm:t>
    </dgm:pt>
    <dgm:pt modelId="{B24A1301-DC27-45EC-851A-ED6CC54DC038}">
      <dgm:prSet/>
      <dgm:spPr/>
      <dgm:t>
        <a:bodyPr/>
        <a:lstStyle/>
        <a:p>
          <a:r>
            <a:rPr lang="en-NZ" dirty="0"/>
            <a:t>Pull protocol</a:t>
          </a:r>
        </a:p>
      </dgm:t>
    </dgm:pt>
    <dgm:pt modelId="{FE2C1C1A-F7B4-4508-8434-604D918AEECE}" type="parTrans" cxnId="{D36673ED-6E69-4C87-AED0-5A9C54AE536D}">
      <dgm:prSet/>
      <dgm:spPr/>
      <dgm:t>
        <a:bodyPr/>
        <a:lstStyle/>
        <a:p>
          <a:endParaRPr lang="en-NZ"/>
        </a:p>
      </dgm:t>
    </dgm:pt>
    <dgm:pt modelId="{42132640-0942-4DD9-8268-5041C7A411DD}" type="sibTrans" cxnId="{D36673ED-6E69-4C87-AED0-5A9C54AE536D}">
      <dgm:prSet/>
      <dgm:spPr/>
      <dgm:t>
        <a:bodyPr/>
        <a:lstStyle/>
        <a:p>
          <a:endParaRPr lang="en-NZ"/>
        </a:p>
      </dgm:t>
    </dgm:pt>
    <dgm:pt modelId="{992773B1-83F7-4C6C-A3EB-E5EE128F8589}">
      <dgm:prSet/>
      <dgm:spPr/>
      <dgm:t>
        <a:bodyPr/>
        <a:lstStyle/>
        <a:p>
          <a:r>
            <a:rPr lang="en-NZ" dirty="0"/>
            <a:t>Synchronous communication</a:t>
          </a:r>
        </a:p>
      </dgm:t>
    </dgm:pt>
    <dgm:pt modelId="{B6D83A25-FC44-46E5-A2FA-79AB2A34476A}" type="parTrans" cxnId="{4172C4EF-DF9C-49A5-8D77-517121F3B58A}">
      <dgm:prSet/>
      <dgm:spPr/>
      <dgm:t>
        <a:bodyPr/>
        <a:lstStyle/>
        <a:p>
          <a:endParaRPr lang="en-NZ"/>
        </a:p>
      </dgm:t>
    </dgm:pt>
    <dgm:pt modelId="{A1B2A2CE-C540-41BD-A935-930470BAF80C}" type="sibTrans" cxnId="{4172C4EF-DF9C-49A5-8D77-517121F3B58A}">
      <dgm:prSet/>
      <dgm:spPr/>
      <dgm:t>
        <a:bodyPr/>
        <a:lstStyle/>
        <a:p>
          <a:endParaRPr lang="en-NZ"/>
        </a:p>
      </dgm:t>
    </dgm:pt>
    <dgm:pt modelId="{DAA9D5B1-1F5B-4E77-A554-323C185D7CA7}">
      <dgm:prSet/>
      <dgm:spPr/>
      <dgm:t>
        <a:bodyPr/>
        <a:lstStyle/>
        <a:p>
          <a:r>
            <a:rPr lang="en-NZ" dirty="0">
              <a:solidFill>
                <a:schemeClr val="tx1">
                  <a:lumMod val="65000"/>
                  <a:lumOff val="35000"/>
                </a:schemeClr>
              </a:solidFill>
            </a:rPr>
            <a:t>SMTP</a:t>
          </a:r>
        </a:p>
      </dgm:t>
    </dgm:pt>
    <dgm:pt modelId="{1405B89F-A423-4657-B91A-EDD776C12E0C}" type="parTrans" cxnId="{7FD6356A-4DF7-4B11-9378-622FC7C6EDCF}">
      <dgm:prSet/>
      <dgm:spPr/>
      <dgm:t>
        <a:bodyPr/>
        <a:lstStyle/>
        <a:p>
          <a:endParaRPr lang="en-NZ"/>
        </a:p>
      </dgm:t>
    </dgm:pt>
    <dgm:pt modelId="{1C0C7A90-39D9-4805-AE34-A83DF5947361}" type="sibTrans" cxnId="{7FD6356A-4DF7-4B11-9378-622FC7C6EDCF}">
      <dgm:prSet/>
      <dgm:spPr/>
      <dgm:t>
        <a:bodyPr/>
        <a:lstStyle/>
        <a:p>
          <a:endParaRPr lang="en-NZ"/>
        </a:p>
      </dgm:t>
    </dgm:pt>
    <dgm:pt modelId="{3281A9BE-DE67-40F7-9AC6-72705601C2BF}">
      <dgm:prSet/>
      <dgm:spPr/>
      <dgm:t>
        <a:bodyPr/>
        <a:lstStyle/>
        <a:p>
          <a:r>
            <a:rPr lang="en-NZ"/>
            <a:t>Push protocol</a:t>
          </a:r>
        </a:p>
      </dgm:t>
    </dgm:pt>
    <dgm:pt modelId="{67B8B14B-0EC6-4155-B082-59FBD108A35D}" type="parTrans" cxnId="{1C69C833-3919-4500-AF9C-3D127EC24147}">
      <dgm:prSet/>
      <dgm:spPr/>
      <dgm:t>
        <a:bodyPr/>
        <a:lstStyle/>
        <a:p>
          <a:endParaRPr lang="en-NZ"/>
        </a:p>
      </dgm:t>
    </dgm:pt>
    <dgm:pt modelId="{CA79C814-3C4D-494D-90D0-467944E4BB40}" type="sibTrans" cxnId="{1C69C833-3919-4500-AF9C-3D127EC24147}">
      <dgm:prSet/>
      <dgm:spPr/>
      <dgm:t>
        <a:bodyPr/>
        <a:lstStyle/>
        <a:p>
          <a:endParaRPr lang="en-NZ"/>
        </a:p>
      </dgm:t>
    </dgm:pt>
    <dgm:pt modelId="{D707C2E8-AF43-4796-8E35-3EBE0EC0F47A}">
      <dgm:prSet/>
      <dgm:spPr/>
      <dgm:t>
        <a:bodyPr/>
        <a:lstStyle/>
        <a:p>
          <a:r>
            <a:rPr lang="en-US" dirty="0"/>
            <a:t>Asynchronous communication</a:t>
          </a:r>
          <a:endParaRPr lang="en-NZ" dirty="0"/>
        </a:p>
      </dgm:t>
    </dgm:pt>
    <dgm:pt modelId="{FAA230DC-F4B9-4E83-B348-20778AD334BA}" type="parTrans" cxnId="{841554D9-88D4-4142-92EB-F1586B0B61A8}">
      <dgm:prSet/>
      <dgm:spPr/>
      <dgm:t>
        <a:bodyPr/>
        <a:lstStyle/>
        <a:p>
          <a:endParaRPr lang="en-NZ"/>
        </a:p>
      </dgm:t>
    </dgm:pt>
    <dgm:pt modelId="{0A42C8CF-EF45-463D-816A-2C0681B59C30}" type="sibTrans" cxnId="{841554D9-88D4-4142-92EB-F1586B0B61A8}">
      <dgm:prSet/>
      <dgm:spPr/>
      <dgm:t>
        <a:bodyPr/>
        <a:lstStyle/>
        <a:p>
          <a:endParaRPr lang="en-NZ"/>
        </a:p>
      </dgm:t>
    </dgm:pt>
    <dgm:pt modelId="{76CF3438-C1ED-4F09-BF1B-2BEFBE70F49E}">
      <dgm:prSet/>
      <dgm:spPr/>
      <dgm:t>
        <a:bodyPr/>
        <a:lstStyle/>
        <a:p>
          <a:r>
            <a:rPr lang="en-US" dirty="0"/>
            <a:t>Store-and-forward architecture</a:t>
          </a:r>
          <a:endParaRPr lang="en-NZ" dirty="0"/>
        </a:p>
      </dgm:t>
    </dgm:pt>
    <dgm:pt modelId="{53749523-1701-4AAD-8A50-973B229F740C}" type="parTrans" cxnId="{D31C8566-17BC-4F7A-9EA5-36E2C233FD69}">
      <dgm:prSet/>
      <dgm:spPr/>
      <dgm:t>
        <a:bodyPr/>
        <a:lstStyle/>
        <a:p>
          <a:endParaRPr lang="en-NZ"/>
        </a:p>
      </dgm:t>
    </dgm:pt>
    <dgm:pt modelId="{DD0F282D-CBC0-4D0B-B9B3-867846A9356F}" type="sibTrans" cxnId="{D31C8566-17BC-4F7A-9EA5-36E2C233FD69}">
      <dgm:prSet/>
      <dgm:spPr/>
      <dgm:t>
        <a:bodyPr/>
        <a:lstStyle/>
        <a:p>
          <a:endParaRPr lang="en-NZ"/>
        </a:p>
      </dgm:t>
    </dgm:pt>
    <dgm:pt modelId="{D19D2F59-116A-6C45-93B3-FA2008C0CA53}">
      <dgm:prSet/>
      <dgm:spPr/>
      <dgm:t>
        <a:bodyPr/>
        <a:lstStyle/>
        <a:p>
          <a:r>
            <a:rPr lang="en-NZ" dirty="0"/>
            <a:t>Direct request-response model</a:t>
          </a:r>
        </a:p>
      </dgm:t>
    </dgm:pt>
    <dgm:pt modelId="{AB68F748-EA83-FA43-BAB2-1A4661B1ED09}" type="parTrans" cxnId="{B4BAEED6-FC20-964A-AD2E-44BEBD4A4AB9}">
      <dgm:prSet/>
      <dgm:spPr/>
      <dgm:t>
        <a:bodyPr/>
        <a:lstStyle/>
        <a:p>
          <a:endParaRPr lang="en-GB"/>
        </a:p>
      </dgm:t>
    </dgm:pt>
    <dgm:pt modelId="{D0464911-D753-0848-AECE-BDFAF02A574D}" type="sibTrans" cxnId="{B4BAEED6-FC20-964A-AD2E-44BEBD4A4AB9}">
      <dgm:prSet/>
      <dgm:spPr/>
      <dgm:t>
        <a:bodyPr/>
        <a:lstStyle/>
        <a:p>
          <a:endParaRPr lang="en-GB"/>
        </a:p>
      </dgm:t>
    </dgm:pt>
    <dgm:pt modelId="{ECB74CDA-5DE9-4543-B8DA-8C5DF67B40CE}">
      <dgm:prSet/>
      <dgm:spPr/>
      <dgm:t>
        <a:bodyPr/>
        <a:lstStyle/>
        <a:p>
          <a:r>
            <a:rPr lang="en-NZ" dirty="0"/>
            <a:t>based on 7-bits ASCII</a:t>
          </a:r>
        </a:p>
      </dgm:t>
    </dgm:pt>
    <dgm:pt modelId="{5C47C44F-2BA2-8B47-B409-DC672553613A}" type="parTrans" cxnId="{2B6EFB08-0FD2-CA4E-9DA7-1C1D37BFEB2B}">
      <dgm:prSet/>
      <dgm:spPr/>
      <dgm:t>
        <a:bodyPr/>
        <a:lstStyle/>
        <a:p>
          <a:endParaRPr lang="en-GB"/>
        </a:p>
      </dgm:t>
    </dgm:pt>
    <dgm:pt modelId="{F3F132BD-F3FA-7740-B530-79763F39D91B}" type="sibTrans" cxnId="{2B6EFB08-0FD2-CA4E-9DA7-1C1D37BFEB2B}">
      <dgm:prSet/>
      <dgm:spPr/>
      <dgm:t>
        <a:bodyPr/>
        <a:lstStyle/>
        <a:p>
          <a:endParaRPr lang="en-GB"/>
        </a:p>
      </dgm:t>
    </dgm:pt>
    <dgm:pt modelId="{EE649163-3124-496F-BA8E-356EF4E4EEE8}" type="pres">
      <dgm:prSet presAssocID="{2DBB4157-39A3-44E3-90D1-1E177F8482EF}" presName="layout" presStyleCnt="0">
        <dgm:presLayoutVars>
          <dgm:chMax/>
          <dgm:chPref/>
          <dgm:dir/>
          <dgm:resizeHandles/>
        </dgm:presLayoutVars>
      </dgm:prSet>
      <dgm:spPr/>
    </dgm:pt>
    <dgm:pt modelId="{C308F17E-8FC2-422D-BA40-6A36E1A02163}" type="pres">
      <dgm:prSet presAssocID="{44B996D0-D508-4BC8-9AE0-A1869BCD5B42}" presName="root" presStyleCnt="0">
        <dgm:presLayoutVars>
          <dgm:chMax/>
          <dgm:chPref/>
        </dgm:presLayoutVars>
      </dgm:prSet>
      <dgm:spPr/>
    </dgm:pt>
    <dgm:pt modelId="{D90B9F0D-4A59-42A8-9569-6CE9169F1F57}" type="pres">
      <dgm:prSet presAssocID="{44B996D0-D508-4BC8-9AE0-A1869BCD5B42}" presName="rootComposite" presStyleCnt="0">
        <dgm:presLayoutVars/>
      </dgm:prSet>
      <dgm:spPr/>
    </dgm:pt>
    <dgm:pt modelId="{5EC90B2C-8294-40AD-BBEA-25212495E6F4}" type="pres">
      <dgm:prSet presAssocID="{44B996D0-D508-4BC8-9AE0-A1869BCD5B42}" presName="ParentAccent" presStyleLbl="alignNode1" presStyleIdx="0" presStyleCnt="2"/>
      <dgm:spPr/>
    </dgm:pt>
    <dgm:pt modelId="{E55907B0-F2D5-4BC9-B726-6066ED8BF766}" type="pres">
      <dgm:prSet presAssocID="{44B996D0-D508-4BC8-9AE0-A1869BCD5B42}" presName="ParentSmallAccent" presStyleLbl="fgAcc1" presStyleIdx="0" presStyleCnt="2"/>
      <dgm:spPr/>
    </dgm:pt>
    <dgm:pt modelId="{2CA59CF4-9A1D-4518-B9A2-81064B41CF82}" type="pres">
      <dgm:prSet presAssocID="{44B996D0-D508-4BC8-9AE0-A1869BCD5B42}" presName="Parent" presStyleLbl="revTx" presStyleIdx="0" presStyleCnt="9">
        <dgm:presLayoutVars>
          <dgm:chMax/>
          <dgm:chPref val="4"/>
          <dgm:bulletEnabled val="1"/>
        </dgm:presLayoutVars>
      </dgm:prSet>
      <dgm:spPr/>
    </dgm:pt>
    <dgm:pt modelId="{633AB130-DFF7-4FE2-9D13-EE1879CB6740}" type="pres">
      <dgm:prSet presAssocID="{44B996D0-D508-4BC8-9AE0-A1869BCD5B42}" presName="childShape" presStyleCnt="0">
        <dgm:presLayoutVars>
          <dgm:chMax val="0"/>
          <dgm:chPref val="0"/>
        </dgm:presLayoutVars>
      </dgm:prSet>
      <dgm:spPr/>
    </dgm:pt>
    <dgm:pt modelId="{A144606F-FE14-460B-8943-75450AB09141}" type="pres">
      <dgm:prSet presAssocID="{B24A1301-DC27-45EC-851A-ED6CC54DC038}" presName="childComposite" presStyleCnt="0">
        <dgm:presLayoutVars>
          <dgm:chMax val="0"/>
          <dgm:chPref val="0"/>
        </dgm:presLayoutVars>
      </dgm:prSet>
      <dgm:spPr/>
    </dgm:pt>
    <dgm:pt modelId="{B899B76D-637B-4F70-8140-779F31335B5A}" type="pres">
      <dgm:prSet presAssocID="{B24A1301-DC27-45EC-851A-ED6CC54DC038}" presName="ChildAccent" presStyleLbl="solidFgAcc1" presStyleIdx="0" presStyleCnt="7"/>
      <dgm:spPr/>
    </dgm:pt>
    <dgm:pt modelId="{5E87FE50-64FD-4652-9948-228ED2CCEB76}" type="pres">
      <dgm:prSet presAssocID="{B24A1301-DC27-45EC-851A-ED6CC54DC038}" presName="Child" presStyleLbl="revTx" presStyleIdx="1" presStyleCnt="9">
        <dgm:presLayoutVars>
          <dgm:chMax val="0"/>
          <dgm:chPref val="0"/>
          <dgm:bulletEnabled val="1"/>
        </dgm:presLayoutVars>
      </dgm:prSet>
      <dgm:spPr/>
    </dgm:pt>
    <dgm:pt modelId="{9B9767CC-BDE4-4603-94D7-3639A157814B}" type="pres">
      <dgm:prSet presAssocID="{992773B1-83F7-4C6C-A3EB-E5EE128F8589}" presName="childComposite" presStyleCnt="0">
        <dgm:presLayoutVars>
          <dgm:chMax val="0"/>
          <dgm:chPref val="0"/>
        </dgm:presLayoutVars>
      </dgm:prSet>
      <dgm:spPr/>
    </dgm:pt>
    <dgm:pt modelId="{FFDE9845-A969-4DF4-8C6A-C91196737E72}" type="pres">
      <dgm:prSet presAssocID="{992773B1-83F7-4C6C-A3EB-E5EE128F8589}" presName="ChildAccent" presStyleLbl="solidFgAcc1" presStyleIdx="1" presStyleCnt="7"/>
      <dgm:spPr/>
    </dgm:pt>
    <dgm:pt modelId="{E65D1D97-4CF5-4220-B006-A6C70A40B4FB}" type="pres">
      <dgm:prSet presAssocID="{992773B1-83F7-4C6C-A3EB-E5EE128F8589}" presName="Child" presStyleLbl="revTx" presStyleIdx="2" presStyleCnt="9">
        <dgm:presLayoutVars>
          <dgm:chMax val="0"/>
          <dgm:chPref val="0"/>
          <dgm:bulletEnabled val="1"/>
        </dgm:presLayoutVars>
      </dgm:prSet>
      <dgm:spPr/>
    </dgm:pt>
    <dgm:pt modelId="{BD1538E9-0146-0141-B136-5FACE7F2826B}" type="pres">
      <dgm:prSet presAssocID="{D19D2F59-116A-6C45-93B3-FA2008C0CA53}" presName="childComposite" presStyleCnt="0">
        <dgm:presLayoutVars>
          <dgm:chMax val="0"/>
          <dgm:chPref val="0"/>
        </dgm:presLayoutVars>
      </dgm:prSet>
      <dgm:spPr/>
    </dgm:pt>
    <dgm:pt modelId="{CAC1CAC8-CFB3-684D-B4C3-357BBA585A53}" type="pres">
      <dgm:prSet presAssocID="{D19D2F59-116A-6C45-93B3-FA2008C0CA53}" presName="ChildAccent" presStyleLbl="solidFgAcc1" presStyleIdx="2" presStyleCnt="7"/>
      <dgm:spPr/>
    </dgm:pt>
    <dgm:pt modelId="{89C6C7DE-A36C-B740-AB72-57F8A9504AD3}" type="pres">
      <dgm:prSet presAssocID="{D19D2F59-116A-6C45-93B3-FA2008C0CA53}" presName="Child" presStyleLbl="revTx" presStyleIdx="3" presStyleCnt="9">
        <dgm:presLayoutVars>
          <dgm:chMax val="0"/>
          <dgm:chPref val="0"/>
          <dgm:bulletEnabled val="1"/>
        </dgm:presLayoutVars>
      </dgm:prSet>
      <dgm:spPr/>
    </dgm:pt>
    <dgm:pt modelId="{920051DA-D28C-4A85-8395-BDEDEA3CFF82}" type="pres">
      <dgm:prSet presAssocID="{DAA9D5B1-1F5B-4E77-A554-323C185D7CA7}" presName="root" presStyleCnt="0">
        <dgm:presLayoutVars>
          <dgm:chMax/>
          <dgm:chPref/>
        </dgm:presLayoutVars>
      </dgm:prSet>
      <dgm:spPr/>
    </dgm:pt>
    <dgm:pt modelId="{61E1C776-3B2D-4865-87D0-ABDCA44BA394}" type="pres">
      <dgm:prSet presAssocID="{DAA9D5B1-1F5B-4E77-A554-323C185D7CA7}" presName="rootComposite" presStyleCnt="0">
        <dgm:presLayoutVars/>
      </dgm:prSet>
      <dgm:spPr/>
    </dgm:pt>
    <dgm:pt modelId="{79283A6C-243A-4097-BAF0-71C5A98C2E0D}" type="pres">
      <dgm:prSet presAssocID="{DAA9D5B1-1F5B-4E77-A554-323C185D7CA7}" presName="ParentAccent" presStyleLbl="alignNode1" presStyleIdx="1" presStyleCnt="2"/>
      <dgm:spPr/>
    </dgm:pt>
    <dgm:pt modelId="{953010AA-CD2E-4825-97A2-E3172622382A}" type="pres">
      <dgm:prSet presAssocID="{DAA9D5B1-1F5B-4E77-A554-323C185D7CA7}" presName="ParentSmallAccent" presStyleLbl="fgAcc1" presStyleIdx="1" presStyleCnt="2"/>
      <dgm:spPr/>
    </dgm:pt>
    <dgm:pt modelId="{13CE811B-3A1A-4731-9320-96B41B3F03D9}" type="pres">
      <dgm:prSet presAssocID="{DAA9D5B1-1F5B-4E77-A554-323C185D7CA7}" presName="Parent" presStyleLbl="revTx" presStyleIdx="4" presStyleCnt="9">
        <dgm:presLayoutVars>
          <dgm:chMax/>
          <dgm:chPref val="4"/>
          <dgm:bulletEnabled val="1"/>
        </dgm:presLayoutVars>
      </dgm:prSet>
      <dgm:spPr/>
    </dgm:pt>
    <dgm:pt modelId="{EDAF03C8-92F3-4ADF-9159-5F95639FCBFE}" type="pres">
      <dgm:prSet presAssocID="{DAA9D5B1-1F5B-4E77-A554-323C185D7CA7}" presName="childShape" presStyleCnt="0">
        <dgm:presLayoutVars>
          <dgm:chMax val="0"/>
          <dgm:chPref val="0"/>
        </dgm:presLayoutVars>
      </dgm:prSet>
      <dgm:spPr/>
    </dgm:pt>
    <dgm:pt modelId="{AF91A00A-CA78-422D-B2A4-63483D0EFA4F}" type="pres">
      <dgm:prSet presAssocID="{3281A9BE-DE67-40F7-9AC6-72705601C2BF}" presName="childComposite" presStyleCnt="0">
        <dgm:presLayoutVars>
          <dgm:chMax val="0"/>
          <dgm:chPref val="0"/>
        </dgm:presLayoutVars>
      </dgm:prSet>
      <dgm:spPr/>
    </dgm:pt>
    <dgm:pt modelId="{70ED902F-C257-4E9E-9CA8-142BC30C903C}" type="pres">
      <dgm:prSet presAssocID="{3281A9BE-DE67-40F7-9AC6-72705601C2BF}" presName="ChildAccent" presStyleLbl="solidFgAcc1" presStyleIdx="3" presStyleCnt="7"/>
      <dgm:spPr/>
    </dgm:pt>
    <dgm:pt modelId="{45B61F22-D323-49E1-9679-77D8876C1F66}" type="pres">
      <dgm:prSet presAssocID="{3281A9BE-DE67-40F7-9AC6-72705601C2BF}" presName="Child" presStyleLbl="revTx" presStyleIdx="5" presStyleCnt="9">
        <dgm:presLayoutVars>
          <dgm:chMax val="0"/>
          <dgm:chPref val="0"/>
          <dgm:bulletEnabled val="1"/>
        </dgm:presLayoutVars>
      </dgm:prSet>
      <dgm:spPr/>
    </dgm:pt>
    <dgm:pt modelId="{1862B469-0D0C-45F1-99FC-F247A7D1C681}" type="pres">
      <dgm:prSet presAssocID="{D707C2E8-AF43-4796-8E35-3EBE0EC0F47A}" presName="childComposite" presStyleCnt="0">
        <dgm:presLayoutVars>
          <dgm:chMax val="0"/>
          <dgm:chPref val="0"/>
        </dgm:presLayoutVars>
      </dgm:prSet>
      <dgm:spPr/>
    </dgm:pt>
    <dgm:pt modelId="{2EED1300-3F14-4C6D-BCA5-5AA856D80A91}" type="pres">
      <dgm:prSet presAssocID="{D707C2E8-AF43-4796-8E35-3EBE0EC0F47A}" presName="ChildAccent" presStyleLbl="solidFgAcc1" presStyleIdx="4" presStyleCnt="7"/>
      <dgm:spPr/>
    </dgm:pt>
    <dgm:pt modelId="{4CB1D248-748D-4B37-8204-2825A05EC733}" type="pres">
      <dgm:prSet presAssocID="{D707C2E8-AF43-4796-8E35-3EBE0EC0F47A}" presName="Child" presStyleLbl="revTx" presStyleIdx="6" presStyleCnt="9">
        <dgm:presLayoutVars>
          <dgm:chMax val="0"/>
          <dgm:chPref val="0"/>
          <dgm:bulletEnabled val="1"/>
        </dgm:presLayoutVars>
      </dgm:prSet>
      <dgm:spPr/>
    </dgm:pt>
    <dgm:pt modelId="{820B8367-D28F-4A4A-8F9D-5C6A92121D11}" type="pres">
      <dgm:prSet presAssocID="{76CF3438-C1ED-4F09-BF1B-2BEFBE70F49E}" presName="childComposite" presStyleCnt="0">
        <dgm:presLayoutVars>
          <dgm:chMax val="0"/>
          <dgm:chPref val="0"/>
        </dgm:presLayoutVars>
      </dgm:prSet>
      <dgm:spPr/>
    </dgm:pt>
    <dgm:pt modelId="{BD90E211-C95E-4D36-A855-FC1D39B8FB46}" type="pres">
      <dgm:prSet presAssocID="{76CF3438-C1ED-4F09-BF1B-2BEFBE70F49E}" presName="ChildAccent" presStyleLbl="solidFgAcc1" presStyleIdx="5" presStyleCnt="7"/>
      <dgm:spPr/>
    </dgm:pt>
    <dgm:pt modelId="{BCC48A37-3C1D-4BE7-AC97-4F07D02E93B1}" type="pres">
      <dgm:prSet presAssocID="{76CF3438-C1ED-4F09-BF1B-2BEFBE70F49E}" presName="Child" presStyleLbl="revTx" presStyleIdx="7" presStyleCnt="9">
        <dgm:presLayoutVars>
          <dgm:chMax val="0"/>
          <dgm:chPref val="0"/>
          <dgm:bulletEnabled val="1"/>
        </dgm:presLayoutVars>
      </dgm:prSet>
      <dgm:spPr/>
    </dgm:pt>
    <dgm:pt modelId="{A7241481-CDCB-5342-B011-68256FE56CD7}" type="pres">
      <dgm:prSet presAssocID="{ECB74CDA-5DE9-4543-B8DA-8C5DF67B40CE}" presName="childComposite" presStyleCnt="0">
        <dgm:presLayoutVars>
          <dgm:chMax val="0"/>
          <dgm:chPref val="0"/>
        </dgm:presLayoutVars>
      </dgm:prSet>
      <dgm:spPr/>
    </dgm:pt>
    <dgm:pt modelId="{B0856F6D-02EC-904D-924B-71CC75DB2717}" type="pres">
      <dgm:prSet presAssocID="{ECB74CDA-5DE9-4543-B8DA-8C5DF67B40CE}" presName="ChildAccent" presStyleLbl="solidFgAcc1" presStyleIdx="6" presStyleCnt="7"/>
      <dgm:spPr/>
    </dgm:pt>
    <dgm:pt modelId="{B48F39F5-2BCC-C04F-80B5-E83DA17F3DFB}" type="pres">
      <dgm:prSet presAssocID="{ECB74CDA-5DE9-4543-B8DA-8C5DF67B40CE}" presName="Child" presStyleLbl="revTx" presStyleIdx="8" presStyleCnt="9">
        <dgm:presLayoutVars>
          <dgm:chMax val="0"/>
          <dgm:chPref val="0"/>
          <dgm:bulletEnabled val="1"/>
        </dgm:presLayoutVars>
      </dgm:prSet>
      <dgm:spPr/>
    </dgm:pt>
  </dgm:ptLst>
  <dgm:cxnLst>
    <dgm:cxn modelId="{2B6EFB08-0FD2-CA4E-9DA7-1C1D37BFEB2B}" srcId="{DAA9D5B1-1F5B-4E77-A554-323C185D7CA7}" destId="{ECB74CDA-5DE9-4543-B8DA-8C5DF67B40CE}" srcOrd="3" destOrd="0" parTransId="{5C47C44F-2BA2-8B47-B409-DC672553613A}" sibTransId="{F3F132BD-F3FA-7740-B530-79763F39D91B}"/>
    <dgm:cxn modelId="{E398E615-0EFB-4888-BBE8-4302481371E7}" type="presOf" srcId="{76CF3438-C1ED-4F09-BF1B-2BEFBE70F49E}" destId="{BCC48A37-3C1D-4BE7-AC97-4F07D02E93B1}" srcOrd="0" destOrd="0" presId="urn:microsoft.com/office/officeart/2008/layout/SquareAccentList"/>
    <dgm:cxn modelId="{1C69C833-3919-4500-AF9C-3D127EC24147}" srcId="{DAA9D5B1-1F5B-4E77-A554-323C185D7CA7}" destId="{3281A9BE-DE67-40F7-9AC6-72705601C2BF}" srcOrd="0" destOrd="0" parTransId="{67B8B14B-0EC6-4155-B082-59FBD108A35D}" sibTransId="{CA79C814-3C4D-494D-90D0-467944E4BB40}"/>
    <dgm:cxn modelId="{36F61635-51CB-734B-B4EF-87ADD1F02C8E}" type="presOf" srcId="{ECB74CDA-5DE9-4543-B8DA-8C5DF67B40CE}" destId="{B48F39F5-2BCC-C04F-80B5-E83DA17F3DFB}" srcOrd="0" destOrd="0" presId="urn:microsoft.com/office/officeart/2008/layout/SquareAccentList"/>
    <dgm:cxn modelId="{C4572D5D-6353-46BF-BDB6-3737DC8DED32}" type="presOf" srcId="{44B996D0-D508-4BC8-9AE0-A1869BCD5B42}" destId="{2CA59CF4-9A1D-4518-B9A2-81064B41CF82}" srcOrd="0" destOrd="0" presId="urn:microsoft.com/office/officeart/2008/layout/SquareAccentList"/>
    <dgm:cxn modelId="{A342F163-DD44-48EF-9EB8-11ECA9F35DD9}" type="presOf" srcId="{2DBB4157-39A3-44E3-90D1-1E177F8482EF}" destId="{EE649163-3124-496F-BA8E-356EF4E4EEE8}" srcOrd="0" destOrd="0" presId="urn:microsoft.com/office/officeart/2008/layout/SquareAccentList"/>
    <dgm:cxn modelId="{1262F363-3EC2-5440-8B3A-D806BBCBFF75}" type="presOf" srcId="{D19D2F59-116A-6C45-93B3-FA2008C0CA53}" destId="{89C6C7DE-A36C-B740-AB72-57F8A9504AD3}" srcOrd="0" destOrd="0" presId="urn:microsoft.com/office/officeart/2008/layout/SquareAccentList"/>
    <dgm:cxn modelId="{D31C8566-17BC-4F7A-9EA5-36E2C233FD69}" srcId="{DAA9D5B1-1F5B-4E77-A554-323C185D7CA7}" destId="{76CF3438-C1ED-4F09-BF1B-2BEFBE70F49E}" srcOrd="2" destOrd="0" parTransId="{53749523-1701-4AAD-8A50-973B229F740C}" sibTransId="{DD0F282D-CBC0-4D0B-B9B3-867846A9356F}"/>
    <dgm:cxn modelId="{7FD6356A-4DF7-4B11-9378-622FC7C6EDCF}" srcId="{2DBB4157-39A3-44E3-90D1-1E177F8482EF}" destId="{DAA9D5B1-1F5B-4E77-A554-323C185D7CA7}" srcOrd="1" destOrd="0" parTransId="{1405B89F-A423-4657-B91A-EDD776C12E0C}" sibTransId="{1C0C7A90-39D9-4805-AE34-A83DF5947361}"/>
    <dgm:cxn modelId="{6E32628F-A17E-4E3E-8860-6B7ED951ED56}" type="presOf" srcId="{DAA9D5B1-1F5B-4E77-A554-323C185D7CA7}" destId="{13CE811B-3A1A-4731-9320-96B41B3F03D9}" srcOrd="0" destOrd="0" presId="urn:microsoft.com/office/officeart/2008/layout/SquareAccentList"/>
    <dgm:cxn modelId="{543A9BA0-B437-47D8-B92E-61A2BA72CFD7}" srcId="{2DBB4157-39A3-44E3-90D1-1E177F8482EF}" destId="{44B996D0-D508-4BC8-9AE0-A1869BCD5B42}" srcOrd="0" destOrd="0" parTransId="{99F81A78-E31A-4EB1-8C51-BF2D85F7B520}" sibTransId="{7DEE44DF-B8D4-4051-88FE-BE69C62E8D64}"/>
    <dgm:cxn modelId="{BD8C4CA1-77E3-4B64-8620-E7B2EC7E8F50}" type="presOf" srcId="{992773B1-83F7-4C6C-A3EB-E5EE128F8589}" destId="{E65D1D97-4CF5-4220-B006-A6C70A40B4FB}" srcOrd="0" destOrd="0" presId="urn:microsoft.com/office/officeart/2008/layout/SquareAccentList"/>
    <dgm:cxn modelId="{32D2B1BD-70F7-44CC-8FE2-1F2DA998101D}" type="presOf" srcId="{D707C2E8-AF43-4796-8E35-3EBE0EC0F47A}" destId="{4CB1D248-748D-4B37-8204-2825A05EC733}" srcOrd="0" destOrd="0" presId="urn:microsoft.com/office/officeart/2008/layout/SquareAccentList"/>
    <dgm:cxn modelId="{D75A0BC2-08C2-45E0-9ADD-9E97F0CF6AAC}" type="presOf" srcId="{B24A1301-DC27-45EC-851A-ED6CC54DC038}" destId="{5E87FE50-64FD-4652-9948-228ED2CCEB76}" srcOrd="0" destOrd="0" presId="urn:microsoft.com/office/officeart/2008/layout/SquareAccentList"/>
    <dgm:cxn modelId="{548E1DC2-CF29-4AEB-9A2A-DA7D7907AA55}" type="presOf" srcId="{3281A9BE-DE67-40F7-9AC6-72705601C2BF}" destId="{45B61F22-D323-49E1-9679-77D8876C1F66}" srcOrd="0" destOrd="0" presId="urn:microsoft.com/office/officeart/2008/layout/SquareAccentList"/>
    <dgm:cxn modelId="{B4BAEED6-FC20-964A-AD2E-44BEBD4A4AB9}" srcId="{44B996D0-D508-4BC8-9AE0-A1869BCD5B42}" destId="{D19D2F59-116A-6C45-93B3-FA2008C0CA53}" srcOrd="2" destOrd="0" parTransId="{AB68F748-EA83-FA43-BAB2-1A4661B1ED09}" sibTransId="{D0464911-D753-0848-AECE-BDFAF02A574D}"/>
    <dgm:cxn modelId="{841554D9-88D4-4142-92EB-F1586B0B61A8}" srcId="{DAA9D5B1-1F5B-4E77-A554-323C185D7CA7}" destId="{D707C2E8-AF43-4796-8E35-3EBE0EC0F47A}" srcOrd="1" destOrd="0" parTransId="{FAA230DC-F4B9-4E83-B348-20778AD334BA}" sibTransId="{0A42C8CF-EF45-463D-816A-2C0681B59C30}"/>
    <dgm:cxn modelId="{D36673ED-6E69-4C87-AED0-5A9C54AE536D}" srcId="{44B996D0-D508-4BC8-9AE0-A1869BCD5B42}" destId="{B24A1301-DC27-45EC-851A-ED6CC54DC038}" srcOrd="0" destOrd="0" parTransId="{FE2C1C1A-F7B4-4508-8434-604D918AEECE}" sibTransId="{42132640-0942-4DD9-8268-5041C7A411DD}"/>
    <dgm:cxn modelId="{4172C4EF-DF9C-49A5-8D77-517121F3B58A}" srcId="{44B996D0-D508-4BC8-9AE0-A1869BCD5B42}" destId="{992773B1-83F7-4C6C-A3EB-E5EE128F8589}" srcOrd="1" destOrd="0" parTransId="{B6D83A25-FC44-46E5-A2FA-79AB2A34476A}" sibTransId="{A1B2A2CE-C540-41BD-A935-930470BAF80C}"/>
    <dgm:cxn modelId="{2AA47324-684D-48C9-95D7-1D4072EE9FAB}" type="presParOf" srcId="{EE649163-3124-496F-BA8E-356EF4E4EEE8}" destId="{C308F17E-8FC2-422D-BA40-6A36E1A02163}" srcOrd="0" destOrd="0" presId="urn:microsoft.com/office/officeart/2008/layout/SquareAccentList"/>
    <dgm:cxn modelId="{A80837C5-C2CD-49D8-9152-EE7396472854}" type="presParOf" srcId="{C308F17E-8FC2-422D-BA40-6A36E1A02163}" destId="{D90B9F0D-4A59-42A8-9569-6CE9169F1F57}" srcOrd="0" destOrd="0" presId="urn:microsoft.com/office/officeart/2008/layout/SquareAccentList"/>
    <dgm:cxn modelId="{D7777F5A-AA73-4758-A48E-8D6794412E87}" type="presParOf" srcId="{D90B9F0D-4A59-42A8-9569-6CE9169F1F57}" destId="{5EC90B2C-8294-40AD-BBEA-25212495E6F4}" srcOrd="0" destOrd="0" presId="urn:microsoft.com/office/officeart/2008/layout/SquareAccentList"/>
    <dgm:cxn modelId="{FF30F519-ADA2-493C-9E9D-7F6F711CAEE5}" type="presParOf" srcId="{D90B9F0D-4A59-42A8-9569-6CE9169F1F57}" destId="{E55907B0-F2D5-4BC9-B726-6066ED8BF766}" srcOrd="1" destOrd="0" presId="urn:microsoft.com/office/officeart/2008/layout/SquareAccentList"/>
    <dgm:cxn modelId="{ABB8E850-4D0D-4984-8807-6A18B05436E6}" type="presParOf" srcId="{D90B9F0D-4A59-42A8-9569-6CE9169F1F57}" destId="{2CA59CF4-9A1D-4518-B9A2-81064B41CF82}" srcOrd="2" destOrd="0" presId="urn:microsoft.com/office/officeart/2008/layout/SquareAccentList"/>
    <dgm:cxn modelId="{647729CE-4DFB-4E47-B415-8696E86C19C6}" type="presParOf" srcId="{C308F17E-8FC2-422D-BA40-6A36E1A02163}" destId="{633AB130-DFF7-4FE2-9D13-EE1879CB6740}" srcOrd="1" destOrd="0" presId="urn:microsoft.com/office/officeart/2008/layout/SquareAccentList"/>
    <dgm:cxn modelId="{D85D7F94-CF15-44E2-AA8E-2786480B7A05}" type="presParOf" srcId="{633AB130-DFF7-4FE2-9D13-EE1879CB6740}" destId="{A144606F-FE14-460B-8943-75450AB09141}" srcOrd="0" destOrd="0" presId="urn:microsoft.com/office/officeart/2008/layout/SquareAccentList"/>
    <dgm:cxn modelId="{66C296BF-90C9-4EC9-9404-AF104CB3ED5B}" type="presParOf" srcId="{A144606F-FE14-460B-8943-75450AB09141}" destId="{B899B76D-637B-4F70-8140-779F31335B5A}" srcOrd="0" destOrd="0" presId="urn:microsoft.com/office/officeart/2008/layout/SquareAccentList"/>
    <dgm:cxn modelId="{FAF13434-1231-4D04-B395-134A56092BEC}" type="presParOf" srcId="{A144606F-FE14-460B-8943-75450AB09141}" destId="{5E87FE50-64FD-4652-9948-228ED2CCEB76}" srcOrd="1" destOrd="0" presId="urn:microsoft.com/office/officeart/2008/layout/SquareAccentList"/>
    <dgm:cxn modelId="{52609062-2E8D-4BF6-9353-23E0DC67DB6C}" type="presParOf" srcId="{633AB130-DFF7-4FE2-9D13-EE1879CB6740}" destId="{9B9767CC-BDE4-4603-94D7-3639A157814B}" srcOrd="1" destOrd="0" presId="urn:microsoft.com/office/officeart/2008/layout/SquareAccentList"/>
    <dgm:cxn modelId="{1A59E23A-E0E0-4603-9E2B-B2ECB1CD9C56}" type="presParOf" srcId="{9B9767CC-BDE4-4603-94D7-3639A157814B}" destId="{FFDE9845-A969-4DF4-8C6A-C91196737E72}" srcOrd="0" destOrd="0" presId="urn:microsoft.com/office/officeart/2008/layout/SquareAccentList"/>
    <dgm:cxn modelId="{9CE4AD12-B83B-4EFA-B91C-E7290498074D}" type="presParOf" srcId="{9B9767CC-BDE4-4603-94D7-3639A157814B}" destId="{E65D1D97-4CF5-4220-B006-A6C70A40B4FB}" srcOrd="1" destOrd="0" presId="urn:microsoft.com/office/officeart/2008/layout/SquareAccentList"/>
    <dgm:cxn modelId="{DA489D97-E334-B14B-8EDC-79CA03B9453E}" type="presParOf" srcId="{633AB130-DFF7-4FE2-9D13-EE1879CB6740}" destId="{BD1538E9-0146-0141-B136-5FACE7F2826B}" srcOrd="2" destOrd="0" presId="urn:microsoft.com/office/officeart/2008/layout/SquareAccentList"/>
    <dgm:cxn modelId="{EE3771E7-C7E2-1340-83C1-798F396FE08C}" type="presParOf" srcId="{BD1538E9-0146-0141-B136-5FACE7F2826B}" destId="{CAC1CAC8-CFB3-684D-B4C3-357BBA585A53}" srcOrd="0" destOrd="0" presId="urn:microsoft.com/office/officeart/2008/layout/SquareAccentList"/>
    <dgm:cxn modelId="{6A56276A-C5DD-8043-93A0-22DA3BE50077}" type="presParOf" srcId="{BD1538E9-0146-0141-B136-5FACE7F2826B}" destId="{89C6C7DE-A36C-B740-AB72-57F8A9504AD3}" srcOrd="1" destOrd="0" presId="urn:microsoft.com/office/officeart/2008/layout/SquareAccentList"/>
    <dgm:cxn modelId="{442382BF-8860-4C69-9E39-170EF773F6C9}" type="presParOf" srcId="{EE649163-3124-496F-BA8E-356EF4E4EEE8}" destId="{920051DA-D28C-4A85-8395-BDEDEA3CFF82}" srcOrd="1" destOrd="0" presId="urn:microsoft.com/office/officeart/2008/layout/SquareAccentList"/>
    <dgm:cxn modelId="{C8B53DC1-9F79-44DC-ACD5-EE2B33F3ECBA}" type="presParOf" srcId="{920051DA-D28C-4A85-8395-BDEDEA3CFF82}" destId="{61E1C776-3B2D-4865-87D0-ABDCA44BA394}" srcOrd="0" destOrd="0" presId="urn:microsoft.com/office/officeart/2008/layout/SquareAccentList"/>
    <dgm:cxn modelId="{3D8C32FC-4207-4378-83BC-A49B66166C1B}" type="presParOf" srcId="{61E1C776-3B2D-4865-87D0-ABDCA44BA394}" destId="{79283A6C-243A-4097-BAF0-71C5A98C2E0D}" srcOrd="0" destOrd="0" presId="urn:microsoft.com/office/officeart/2008/layout/SquareAccentList"/>
    <dgm:cxn modelId="{689F5132-AD13-4704-A7D7-8BBEDCF4B1A6}" type="presParOf" srcId="{61E1C776-3B2D-4865-87D0-ABDCA44BA394}" destId="{953010AA-CD2E-4825-97A2-E3172622382A}" srcOrd="1" destOrd="0" presId="urn:microsoft.com/office/officeart/2008/layout/SquareAccentList"/>
    <dgm:cxn modelId="{108B0C4F-85D0-4734-A82E-B65CA9EA2155}" type="presParOf" srcId="{61E1C776-3B2D-4865-87D0-ABDCA44BA394}" destId="{13CE811B-3A1A-4731-9320-96B41B3F03D9}" srcOrd="2" destOrd="0" presId="urn:microsoft.com/office/officeart/2008/layout/SquareAccentList"/>
    <dgm:cxn modelId="{B22E20B1-B92D-4A07-8145-5B90614083FE}" type="presParOf" srcId="{920051DA-D28C-4A85-8395-BDEDEA3CFF82}" destId="{EDAF03C8-92F3-4ADF-9159-5F95639FCBFE}" srcOrd="1" destOrd="0" presId="urn:microsoft.com/office/officeart/2008/layout/SquareAccentList"/>
    <dgm:cxn modelId="{4782D60C-A6D3-41F3-889E-C20690681A82}" type="presParOf" srcId="{EDAF03C8-92F3-4ADF-9159-5F95639FCBFE}" destId="{AF91A00A-CA78-422D-B2A4-63483D0EFA4F}" srcOrd="0" destOrd="0" presId="urn:microsoft.com/office/officeart/2008/layout/SquareAccentList"/>
    <dgm:cxn modelId="{CE6C9A3C-DC3C-455B-A551-075E48C08342}" type="presParOf" srcId="{AF91A00A-CA78-422D-B2A4-63483D0EFA4F}" destId="{70ED902F-C257-4E9E-9CA8-142BC30C903C}" srcOrd="0" destOrd="0" presId="urn:microsoft.com/office/officeart/2008/layout/SquareAccentList"/>
    <dgm:cxn modelId="{3108071D-E509-4CA2-8DF0-0D5E349BB6BE}" type="presParOf" srcId="{AF91A00A-CA78-422D-B2A4-63483D0EFA4F}" destId="{45B61F22-D323-49E1-9679-77D8876C1F66}" srcOrd="1" destOrd="0" presId="urn:microsoft.com/office/officeart/2008/layout/SquareAccentList"/>
    <dgm:cxn modelId="{6AA2E9B8-CD55-4274-A48A-0FDDEBA50168}" type="presParOf" srcId="{EDAF03C8-92F3-4ADF-9159-5F95639FCBFE}" destId="{1862B469-0D0C-45F1-99FC-F247A7D1C681}" srcOrd="1" destOrd="0" presId="urn:microsoft.com/office/officeart/2008/layout/SquareAccentList"/>
    <dgm:cxn modelId="{BDD38B95-0DA1-4399-9D05-CE0AF8AE31A4}" type="presParOf" srcId="{1862B469-0D0C-45F1-99FC-F247A7D1C681}" destId="{2EED1300-3F14-4C6D-BCA5-5AA856D80A91}" srcOrd="0" destOrd="0" presId="urn:microsoft.com/office/officeart/2008/layout/SquareAccentList"/>
    <dgm:cxn modelId="{35611EEB-D06B-4359-8DDA-91912D2A8ED9}" type="presParOf" srcId="{1862B469-0D0C-45F1-99FC-F247A7D1C681}" destId="{4CB1D248-748D-4B37-8204-2825A05EC733}" srcOrd="1" destOrd="0" presId="urn:microsoft.com/office/officeart/2008/layout/SquareAccentList"/>
    <dgm:cxn modelId="{4344F4A5-8A2C-4F44-B46E-3A6C28C2B0E1}" type="presParOf" srcId="{EDAF03C8-92F3-4ADF-9159-5F95639FCBFE}" destId="{820B8367-D28F-4A4A-8F9D-5C6A92121D11}" srcOrd="2" destOrd="0" presId="urn:microsoft.com/office/officeart/2008/layout/SquareAccentList"/>
    <dgm:cxn modelId="{6A0052BA-8C7C-46AF-A4BD-AA8174121DE4}" type="presParOf" srcId="{820B8367-D28F-4A4A-8F9D-5C6A92121D11}" destId="{BD90E211-C95E-4D36-A855-FC1D39B8FB46}" srcOrd="0" destOrd="0" presId="urn:microsoft.com/office/officeart/2008/layout/SquareAccentList"/>
    <dgm:cxn modelId="{A62D73BE-1C64-4D19-AB33-65C7E142E8AA}" type="presParOf" srcId="{820B8367-D28F-4A4A-8F9D-5C6A92121D11}" destId="{BCC48A37-3C1D-4BE7-AC97-4F07D02E93B1}" srcOrd="1" destOrd="0" presId="urn:microsoft.com/office/officeart/2008/layout/SquareAccentList"/>
    <dgm:cxn modelId="{9DC74C65-1824-9742-BD8A-993394011509}" type="presParOf" srcId="{EDAF03C8-92F3-4ADF-9159-5F95639FCBFE}" destId="{A7241481-CDCB-5342-B011-68256FE56CD7}" srcOrd="3" destOrd="0" presId="urn:microsoft.com/office/officeart/2008/layout/SquareAccentList"/>
    <dgm:cxn modelId="{CC856DE8-0CB2-9649-B459-89E167AE7D67}" type="presParOf" srcId="{A7241481-CDCB-5342-B011-68256FE56CD7}" destId="{B0856F6D-02EC-904D-924B-71CC75DB2717}" srcOrd="0" destOrd="0" presId="urn:microsoft.com/office/officeart/2008/layout/SquareAccentList"/>
    <dgm:cxn modelId="{D61611BC-E173-DE4B-A6DE-10EEE09F42A5}" type="presParOf" srcId="{A7241481-CDCB-5342-B011-68256FE56CD7}" destId="{B48F39F5-2BCC-C04F-80B5-E83DA17F3DFB}"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DFCA78-A811-4311-B007-66DE4380ADD7}" type="doc">
      <dgm:prSet loTypeId="urn:microsoft.com/office/officeart/2005/8/layout/hProcess3" loCatId="process" qsTypeId="urn:microsoft.com/office/officeart/2005/8/quickstyle/simple1" qsCatId="simple" csTypeId="urn:microsoft.com/office/officeart/2005/8/colors/accent1_2" csCatId="accent1" phldr="1"/>
      <dgm:spPr/>
      <dgm:t>
        <a:bodyPr/>
        <a:lstStyle/>
        <a:p>
          <a:endParaRPr lang="en-AU"/>
        </a:p>
      </dgm:t>
    </dgm:pt>
    <dgm:pt modelId="{EE04DB80-BD0B-40EC-8B70-F16109D7C9B1}">
      <dgm:prSet/>
      <dgm:spPr/>
      <dgm:t>
        <a:bodyPr/>
        <a:lstStyle/>
        <a:p>
          <a:pPr algn="ctr"/>
          <a:r>
            <a:rPr lang="en-GB" dirty="0"/>
            <a:t>Connection establishment</a:t>
          </a:r>
          <a:endParaRPr lang="en-AU" dirty="0"/>
        </a:p>
      </dgm:t>
    </dgm:pt>
    <dgm:pt modelId="{EE170A25-5E62-4B7A-8387-BC8A60580CEE}" type="parTrans" cxnId="{67B5B773-6D93-4900-BCF0-B2AE27826CE0}">
      <dgm:prSet/>
      <dgm:spPr/>
      <dgm:t>
        <a:bodyPr/>
        <a:lstStyle/>
        <a:p>
          <a:endParaRPr lang="en-AU"/>
        </a:p>
      </dgm:t>
    </dgm:pt>
    <dgm:pt modelId="{9CE74183-C569-4F78-8E46-EDF36F5A7FAF}" type="sibTrans" cxnId="{67B5B773-6D93-4900-BCF0-B2AE27826CE0}">
      <dgm:prSet/>
      <dgm:spPr/>
      <dgm:t>
        <a:bodyPr/>
        <a:lstStyle/>
        <a:p>
          <a:endParaRPr lang="en-AU"/>
        </a:p>
      </dgm:t>
    </dgm:pt>
    <dgm:pt modelId="{A6C5A24B-6730-40E8-AA84-DC21A2AF614B}">
      <dgm:prSet custT="1"/>
      <dgm:spPr/>
      <dgm:t>
        <a:bodyPr/>
        <a:lstStyle/>
        <a:p>
          <a:r>
            <a:rPr lang="en-GB" sz="1500" dirty="0"/>
            <a:t>The user agent establishes a TCP connection to the mail server on port 110.</a:t>
          </a:r>
          <a:endParaRPr lang="en-AU" sz="1500" dirty="0"/>
        </a:p>
      </dgm:t>
    </dgm:pt>
    <dgm:pt modelId="{DDE0280D-272B-4904-9856-DF6CD1D4C5A2}" type="parTrans" cxnId="{050FB469-3437-4937-B3B5-5424076A40CA}">
      <dgm:prSet/>
      <dgm:spPr/>
      <dgm:t>
        <a:bodyPr/>
        <a:lstStyle/>
        <a:p>
          <a:endParaRPr lang="en-AU"/>
        </a:p>
      </dgm:t>
    </dgm:pt>
    <dgm:pt modelId="{F8755006-9095-4A9C-A0AF-3DC93ECD3DBD}" type="sibTrans" cxnId="{050FB469-3437-4937-B3B5-5424076A40CA}">
      <dgm:prSet/>
      <dgm:spPr/>
      <dgm:t>
        <a:bodyPr/>
        <a:lstStyle/>
        <a:p>
          <a:endParaRPr lang="en-AU"/>
        </a:p>
      </dgm:t>
    </dgm:pt>
    <dgm:pt modelId="{FF447BB2-257D-47BD-BF0D-AFFA2DBABC7C}">
      <dgm:prSet/>
      <dgm:spPr/>
      <dgm:t>
        <a:bodyPr/>
        <a:lstStyle/>
        <a:p>
          <a:pPr algn="ctr"/>
          <a:r>
            <a:rPr lang="en-GB" dirty="0"/>
            <a:t>Authentication state</a:t>
          </a:r>
          <a:endParaRPr lang="en-AU" dirty="0"/>
        </a:p>
      </dgm:t>
    </dgm:pt>
    <dgm:pt modelId="{0336616F-9C5A-4F50-A4DC-159CA16125D1}" type="parTrans" cxnId="{12FE0193-4108-44D0-B47A-1CD57BE9DA87}">
      <dgm:prSet/>
      <dgm:spPr/>
      <dgm:t>
        <a:bodyPr/>
        <a:lstStyle/>
        <a:p>
          <a:endParaRPr lang="en-AU"/>
        </a:p>
      </dgm:t>
    </dgm:pt>
    <dgm:pt modelId="{11324987-0467-411F-BD65-8044F7C741BF}" type="sibTrans" cxnId="{12FE0193-4108-44D0-B47A-1CD57BE9DA87}">
      <dgm:prSet/>
      <dgm:spPr/>
      <dgm:t>
        <a:bodyPr/>
        <a:lstStyle/>
        <a:p>
          <a:endParaRPr lang="en-AU"/>
        </a:p>
      </dgm:t>
    </dgm:pt>
    <dgm:pt modelId="{708D8AEE-F679-4F57-8968-EA86036F4D26}">
      <dgm:prSet custT="1"/>
      <dgm:spPr/>
      <dgm:t>
        <a:bodyPr/>
        <a:lstStyle/>
        <a:p>
          <a:r>
            <a:rPr lang="en-GB" sz="1500" dirty="0"/>
            <a:t>The user agent sends a username and a password (cleartext) to authenticate the user. </a:t>
          </a:r>
          <a:endParaRPr lang="en-AU" sz="1500" dirty="0"/>
        </a:p>
      </dgm:t>
    </dgm:pt>
    <dgm:pt modelId="{59B2B254-6B78-4226-8F9E-F5ECD7CE92A0}" type="parTrans" cxnId="{516AEF50-760F-4A28-A20E-72B4BC21FADA}">
      <dgm:prSet/>
      <dgm:spPr/>
      <dgm:t>
        <a:bodyPr/>
        <a:lstStyle/>
        <a:p>
          <a:endParaRPr lang="en-AU"/>
        </a:p>
      </dgm:t>
    </dgm:pt>
    <dgm:pt modelId="{F808EC33-F674-4340-A5C5-DA7C5FF6E1EE}" type="sibTrans" cxnId="{516AEF50-760F-4A28-A20E-72B4BC21FADA}">
      <dgm:prSet/>
      <dgm:spPr/>
      <dgm:t>
        <a:bodyPr/>
        <a:lstStyle/>
        <a:p>
          <a:endParaRPr lang="en-AU"/>
        </a:p>
      </dgm:t>
    </dgm:pt>
    <dgm:pt modelId="{B855132F-CF75-44EE-A137-4C31DE20A1B9}">
      <dgm:prSet/>
      <dgm:spPr/>
      <dgm:t>
        <a:bodyPr/>
        <a:lstStyle/>
        <a:p>
          <a:pPr algn="ctr"/>
          <a:r>
            <a:rPr lang="en-GB" dirty="0"/>
            <a:t>Transaction state</a:t>
          </a:r>
          <a:endParaRPr lang="en-AU" dirty="0"/>
        </a:p>
      </dgm:t>
    </dgm:pt>
    <dgm:pt modelId="{9C5AF104-C021-4814-BB93-29DB6EA9E190}" type="parTrans" cxnId="{393091F2-C234-44F5-8A9E-908B5960F0FE}">
      <dgm:prSet/>
      <dgm:spPr/>
      <dgm:t>
        <a:bodyPr/>
        <a:lstStyle/>
        <a:p>
          <a:endParaRPr lang="en-AU"/>
        </a:p>
      </dgm:t>
    </dgm:pt>
    <dgm:pt modelId="{BDB58CA1-7917-42CC-9D0C-4E97BFC9285C}" type="sibTrans" cxnId="{393091F2-C234-44F5-8A9E-908B5960F0FE}">
      <dgm:prSet/>
      <dgm:spPr/>
      <dgm:t>
        <a:bodyPr/>
        <a:lstStyle/>
        <a:p>
          <a:endParaRPr lang="en-AU"/>
        </a:p>
      </dgm:t>
    </dgm:pt>
    <dgm:pt modelId="{497E1923-0A39-4667-936A-79CA55AAA12C}">
      <dgm:prSet custT="1"/>
      <dgm:spPr/>
      <dgm:t>
        <a:bodyPr/>
        <a:lstStyle/>
        <a:p>
          <a:r>
            <a:rPr lang="en-GB" sz="1500"/>
            <a:t>The user agent retrieves messages.</a:t>
          </a:r>
          <a:endParaRPr lang="en-AU" sz="1500"/>
        </a:p>
      </dgm:t>
    </dgm:pt>
    <dgm:pt modelId="{A99D0C90-A2A7-46D4-923B-24547EB62807}" type="parTrans" cxnId="{4B1AE697-07B6-4EA5-BA3B-54BF062CD096}">
      <dgm:prSet/>
      <dgm:spPr/>
      <dgm:t>
        <a:bodyPr/>
        <a:lstStyle/>
        <a:p>
          <a:endParaRPr lang="en-AU"/>
        </a:p>
      </dgm:t>
    </dgm:pt>
    <dgm:pt modelId="{9982BAF2-3AA7-468E-9001-8B357CC35466}" type="sibTrans" cxnId="{4B1AE697-07B6-4EA5-BA3B-54BF062CD096}">
      <dgm:prSet/>
      <dgm:spPr/>
      <dgm:t>
        <a:bodyPr/>
        <a:lstStyle/>
        <a:p>
          <a:endParaRPr lang="en-AU"/>
        </a:p>
      </dgm:t>
    </dgm:pt>
    <dgm:pt modelId="{9A39EBFB-DD2F-4DAC-84F3-922E48F3E883}">
      <dgm:prSet custT="1"/>
      <dgm:spPr/>
      <dgm:t>
        <a:bodyPr/>
        <a:lstStyle/>
        <a:p>
          <a:r>
            <a:rPr lang="en-GB" sz="1500" dirty="0"/>
            <a:t>The user agent can mark messages for deletion, remove marks, and obtain mail statistics.</a:t>
          </a:r>
          <a:endParaRPr lang="en-AU" sz="1500" dirty="0"/>
        </a:p>
      </dgm:t>
    </dgm:pt>
    <dgm:pt modelId="{B706DD43-5696-4B9C-B96F-3D46AA46BFA6}" type="parTrans" cxnId="{35D47153-7AF1-4F07-A29B-62E748392FA9}">
      <dgm:prSet/>
      <dgm:spPr/>
      <dgm:t>
        <a:bodyPr/>
        <a:lstStyle/>
        <a:p>
          <a:endParaRPr lang="en-AU"/>
        </a:p>
      </dgm:t>
    </dgm:pt>
    <dgm:pt modelId="{DB7EF40F-41B5-4616-B7BB-55E23FDB1959}" type="sibTrans" cxnId="{35D47153-7AF1-4F07-A29B-62E748392FA9}">
      <dgm:prSet/>
      <dgm:spPr/>
      <dgm:t>
        <a:bodyPr/>
        <a:lstStyle/>
        <a:p>
          <a:endParaRPr lang="en-AU"/>
        </a:p>
      </dgm:t>
    </dgm:pt>
    <dgm:pt modelId="{A8DC9C1E-CC80-4C5F-9263-917523D46D10}">
      <dgm:prSet/>
      <dgm:spPr/>
      <dgm:t>
        <a:bodyPr/>
        <a:lstStyle/>
        <a:p>
          <a:pPr algn="ctr"/>
          <a:r>
            <a:rPr lang="en-GB" dirty="0"/>
            <a:t>Update state</a:t>
          </a:r>
          <a:endParaRPr lang="en-AU" dirty="0"/>
        </a:p>
      </dgm:t>
    </dgm:pt>
    <dgm:pt modelId="{0A63EA35-0266-432E-9034-33C29B554E46}" type="parTrans" cxnId="{93777929-4091-4FD2-94FC-AE1E84CC9DEA}">
      <dgm:prSet/>
      <dgm:spPr/>
      <dgm:t>
        <a:bodyPr/>
        <a:lstStyle/>
        <a:p>
          <a:endParaRPr lang="en-AU"/>
        </a:p>
      </dgm:t>
    </dgm:pt>
    <dgm:pt modelId="{D1753867-095D-4854-9200-59F5E907B998}" type="sibTrans" cxnId="{93777929-4091-4FD2-94FC-AE1E84CC9DEA}">
      <dgm:prSet/>
      <dgm:spPr/>
      <dgm:t>
        <a:bodyPr/>
        <a:lstStyle/>
        <a:p>
          <a:endParaRPr lang="en-AU"/>
        </a:p>
      </dgm:t>
    </dgm:pt>
    <dgm:pt modelId="{21F93D1B-91F4-4193-833D-C40C4FB2D606}">
      <dgm:prSet custT="1"/>
      <dgm:spPr/>
      <dgm:t>
        <a:bodyPr/>
        <a:lstStyle/>
        <a:p>
          <a:r>
            <a:rPr lang="en-GB" sz="1500" dirty="0"/>
            <a:t>The mail server deletes the messages that were marked for deletion and closes the connection.</a:t>
          </a:r>
          <a:endParaRPr lang="en-AU" sz="1500" dirty="0"/>
        </a:p>
      </dgm:t>
    </dgm:pt>
    <dgm:pt modelId="{73316D8E-E533-45E0-B970-C0F12FA7F0E8}" type="parTrans" cxnId="{FF89E724-306D-42C9-BB9B-219079294841}">
      <dgm:prSet/>
      <dgm:spPr/>
      <dgm:t>
        <a:bodyPr/>
        <a:lstStyle/>
        <a:p>
          <a:endParaRPr lang="en-AU"/>
        </a:p>
      </dgm:t>
    </dgm:pt>
    <dgm:pt modelId="{3E78B277-4B09-4786-A1B0-B723E1303F06}" type="sibTrans" cxnId="{FF89E724-306D-42C9-BB9B-219079294841}">
      <dgm:prSet/>
      <dgm:spPr/>
      <dgm:t>
        <a:bodyPr/>
        <a:lstStyle/>
        <a:p>
          <a:endParaRPr lang="en-AU"/>
        </a:p>
      </dgm:t>
    </dgm:pt>
    <dgm:pt modelId="{40522B9A-916A-4740-BD87-8D5EAEE1BEAE}" type="pres">
      <dgm:prSet presAssocID="{ABDFCA78-A811-4311-B007-66DE4380ADD7}" presName="Name0" presStyleCnt="0">
        <dgm:presLayoutVars>
          <dgm:dir/>
          <dgm:animLvl val="lvl"/>
          <dgm:resizeHandles val="exact"/>
        </dgm:presLayoutVars>
      </dgm:prSet>
      <dgm:spPr/>
    </dgm:pt>
    <dgm:pt modelId="{01B42809-C16E-4F5D-A461-604916DB0C8A}" type="pres">
      <dgm:prSet presAssocID="{ABDFCA78-A811-4311-B007-66DE4380ADD7}" presName="dummy" presStyleCnt="0"/>
      <dgm:spPr/>
    </dgm:pt>
    <dgm:pt modelId="{8C18AE94-020B-4468-A12E-380D921E038E}" type="pres">
      <dgm:prSet presAssocID="{ABDFCA78-A811-4311-B007-66DE4380ADD7}" presName="linH" presStyleCnt="0"/>
      <dgm:spPr/>
    </dgm:pt>
    <dgm:pt modelId="{8A8D225A-BDB5-44BE-A284-8C1B047E8218}" type="pres">
      <dgm:prSet presAssocID="{ABDFCA78-A811-4311-B007-66DE4380ADD7}" presName="padding1" presStyleCnt="0"/>
      <dgm:spPr/>
    </dgm:pt>
    <dgm:pt modelId="{0DAD5DED-1B1F-4786-812B-8A885C6D1CDD}" type="pres">
      <dgm:prSet presAssocID="{EE04DB80-BD0B-40EC-8B70-F16109D7C9B1}" presName="linV" presStyleCnt="0"/>
      <dgm:spPr/>
    </dgm:pt>
    <dgm:pt modelId="{D38822B7-E37D-4FE2-949D-BF6FB1088492}" type="pres">
      <dgm:prSet presAssocID="{EE04DB80-BD0B-40EC-8B70-F16109D7C9B1}" presName="spVertical1" presStyleCnt="0"/>
      <dgm:spPr/>
    </dgm:pt>
    <dgm:pt modelId="{2C63F73E-7F9B-4FF8-83E8-5BE3A678914A}" type="pres">
      <dgm:prSet presAssocID="{EE04DB80-BD0B-40EC-8B70-F16109D7C9B1}" presName="parTx" presStyleLbl="revTx" presStyleIdx="0" presStyleCnt="8" custLinFactNeighborY="-46183">
        <dgm:presLayoutVars>
          <dgm:chMax val="0"/>
          <dgm:chPref val="0"/>
          <dgm:bulletEnabled val="1"/>
        </dgm:presLayoutVars>
      </dgm:prSet>
      <dgm:spPr/>
    </dgm:pt>
    <dgm:pt modelId="{BB951D3C-D409-4A80-A850-90CA9E840DC3}" type="pres">
      <dgm:prSet presAssocID="{EE04DB80-BD0B-40EC-8B70-F16109D7C9B1}" presName="spVertical2" presStyleCnt="0"/>
      <dgm:spPr/>
    </dgm:pt>
    <dgm:pt modelId="{1EC59534-2A52-46B1-990E-1D2B26DB6204}" type="pres">
      <dgm:prSet presAssocID="{EE04DB80-BD0B-40EC-8B70-F16109D7C9B1}" presName="spVertical3" presStyleCnt="0"/>
      <dgm:spPr/>
    </dgm:pt>
    <dgm:pt modelId="{58B24EEF-5E13-4020-87B4-728B4A8B5789}" type="pres">
      <dgm:prSet presAssocID="{EE04DB80-BD0B-40EC-8B70-F16109D7C9B1}" presName="desTx" presStyleLbl="revTx" presStyleIdx="1" presStyleCnt="8" custLinFactNeighborY="31209">
        <dgm:presLayoutVars>
          <dgm:bulletEnabled val="1"/>
        </dgm:presLayoutVars>
      </dgm:prSet>
      <dgm:spPr/>
    </dgm:pt>
    <dgm:pt modelId="{446AB690-6A8D-4578-9EA6-5B874F462F89}" type="pres">
      <dgm:prSet presAssocID="{9CE74183-C569-4F78-8E46-EDF36F5A7FAF}" presName="space" presStyleCnt="0"/>
      <dgm:spPr/>
    </dgm:pt>
    <dgm:pt modelId="{870CD94F-4243-4D8D-93CD-E6ACD19A8598}" type="pres">
      <dgm:prSet presAssocID="{FF447BB2-257D-47BD-BF0D-AFFA2DBABC7C}" presName="linV" presStyleCnt="0"/>
      <dgm:spPr/>
    </dgm:pt>
    <dgm:pt modelId="{B9FA307A-7D51-40F6-9CC4-147A537F86F3}" type="pres">
      <dgm:prSet presAssocID="{FF447BB2-257D-47BD-BF0D-AFFA2DBABC7C}" presName="spVertical1" presStyleCnt="0"/>
      <dgm:spPr/>
    </dgm:pt>
    <dgm:pt modelId="{7B7B092E-198A-44B2-8238-A07D4503106B}" type="pres">
      <dgm:prSet presAssocID="{FF447BB2-257D-47BD-BF0D-AFFA2DBABC7C}" presName="parTx" presStyleLbl="revTx" presStyleIdx="2" presStyleCnt="8" custLinFactNeighborY="-46183">
        <dgm:presLayoutVars>
          <dgm:chMax val="0"/>
          <dgm:chPref val="0"/>
          <dgm:bulletEnabled val="1"/>
        </dgm:presLayoutVars>
      </dgm:prSet>
      <dgm:spPr/>
    </dgm:pt>
    <dgm:pt modelId="{63EFEFD3-8451-4DB1-A7F5-F6572F28B1EB}" type="pres">
      <dgm:prSet presAssocID="{FF447BB2-257D-47BD-BF0D-AFFA2DBABC7C}" presName="spVertical2" presStyleCnt="0"/>
      <dgm:spPr/>
    </dgm:pt>
    <dgm:pt modelId="{66E79A62-F2EF-41B9-9592-35673D3D1EF3}" type="pres">
      <dgm:prSet presAssocID="{FF447BB2-257D-47BD-BF0D-AFFA2DBABC7C}" presName="spVertical3" presStyleCnt="0"/>
      <dgm:spPr/>
    </dgm:pt>
    <dgm:pt modelId="{4E0A92ED-8513-4838-85BA-C67DEB9EADAE}" type="pres">
      <dgm:prSet presAssocID="{FF447BB2-257D-47BD-BF0D-AFFA2DBABC7C}" presName="desTx" presStyleLbl="revTx" presStyleIdx="3" presStyleCnt="8" custLinFactNeighborY="31209">
        <dgm:presLayoutVars>
          <dgm:bulletEnabled val="1"/>
        </dgm:presLayoutVars>
      </dgm:prSet>
      <dgm:spPr/>
    </dgm:pt>
    <dgm:pt modelId="{4226140E-5AC2-464E-ABCA-2BFAE6D417D9}" type="pres">
      <dgm:prSet presAssocID="{11324987-0467-411F-BD65-8044F7C741BF}" presName="space" presStyleCnt="0"/>
      <dgm:spPr/>
    </dgm:pt>
    <dgm:pt modelId="{8B23DDFC-32AB-401A-BFC2-43D8255224E8}" type="pres">
      <dgm:prSet presAssocID="{B855132F-CF75-44EE-A137-4C31DE20A1B9}" presName="linV" presStyleCnt="0"/>
      <dgm:spPr/>
    </dgm:pt>
    <dgm:pt modelId="{0F62307E-9447-468C-9498-A5E7C406177C}" type="pres">
      <dgm:prSet presAssocID="{B855132F-CF75-44EE-A137-4C31DE20A1B9}" presName="spVertical1" presStyleCnt="0"/>
      <dgm:spPr/>
    </dgm:pt>
    <dgm:pt modelId="{B94A16A5-550C-40C7-8902-433F03D53667}" type="pres">
      <dgm:prSet presAssocID="{B855132F-CF75-44EE-A137-4C31DE20A1B9}" presName="parTx" presStyleLbl="revTx" presStyleIdx="4" presStyleCnt="8" custLinFactNeighborY="-46183">
        <dgm:presLayoutVars>
          <dgm:chMax val="0"/>
          <dgm:chPref val="0"/>
          <dgm:bulletEnabled val="1"/>
        </dgm:presLayoutVars>
      </dgm:prSet>
      <dgm:spPr/>
    </dgm:pt>
    <dgm:pt modelId="{00A0CE78-2B82-46A6-8A8B-6193FCF9A026}" type="pres">
      <dgm:prSet presAssocID="{B855132F-CF75-44EE-A137-4C31DE20A1B9}" presName="spVertical2" presStyleCnt="0"/>
      <dgm:spPr/>
    </dgm:pt>
    <dgm:pt modelId="{1DF8BCEF-F372-4FEB-A1CA-8481D8C716E0}" type="pres">
      <dgm:prSet presAssocID="{B855132F-CF75-44EE-A137-4C31DE20A1B9}" presName="spVertical3" presStyleCnt="0"/>
      <dgm:spPr/>
    </dgm:pt>
    <dgm:pt modelId="{36BF018F-A5F4-4751-84E5-B2FEF122728E}" type="pres">
      <dgm:prSet presAssocID="{B855132F-CF75-44EE-A137-4C31DE20A1B9}" presName="desTx" presStyleLbl="revTx" presStyleIdx="5" presStyleCnt="8" custLinFactNeighborY="31209">
        <dgm:presLayoutVars>
          <dgm:bulletEnabled val="1"/>
        </dgm:presLayoutVars>
      </dgm:prSet>
      <dgm:spPr/>
    </dgm:pt>
    <dgm:pt modelId="{10B45873-B43B-45C7-8B8C-7F923DB67FE6}" type="pres">
      <dgm:prSet presAssocID="{BDB58CA1-7917-42CC-9D0C-4E97BFC9285C}" presName="space" presStyleCnt="0"/>
      <dgm:spPr/>
    </dgm:pt>
    <dgm:pt modelId="{AD4477C3-39D3-4C6D-A930-4692D812D8D3}" type="pres">
      <dgm:prSet presAssocID="{A8DC9C1E-CC80-4C5F-9263-917523D46D10}" presName="linV" presStyleCnt="0"/>
      <dgm:spPr/>
    </dgm:pt>
    <dgm:pt modelId="{F241E5AF-C3B6-412C-B7B7-2AD9ABBABF92}" type="pres">
      <dgm:prSet presAssocID="{A8DC9C1E-CC80-4C5F-9263-917523D46D10}" presName="spVertical1" presStyleCnt="0"/>
      <dgm:spPr/>
    </dgm:pt>
    <dgm:pt modelId="{324A9B4E-C0C2-46EF-BE4B-6233A59D988F}" type="pres">
      <dgm:prSet presAssocID="{A8DC9C1E-CC80-4C5F-9263-917523D46D10}" presName="parTx" presStyleLbl="revTx" presStyleIdx="6" presStyleCnt="8" custLinFactNeighborY="-46183">
        <dgm:presLayoutVars>
          <dgm:chMax val="0"/>
          <dgm:chPref val="0"/>
          <dgm:bulletEnabled val="1"/>
        </dgm:presLayoutVars>
      </dgm:prSet>
      <dgm:spPr/>
    </dgm:pt>
    <dgm:pt modelId="{55A0D27B-5D90-453C-8A5B-C1651DB43E52}" type="pres">
      <dgm:prSet presAssocID="{A8DC9C1E-CC80-4C5F-9263-917523D46D10}" presName="spVertical2" presStyleCnt="0"/>
      <dgm:spPr/>
    </dgm:pt>
    <dgm:pt modelId="{0AA85F88-4C76-4E23-8C56-73BCE1D6FB18}" type="pres">
      <dgm:prSet presAssocID="{A8DC9C1E-CC80-4C5F-9263-917523D46D10}" presName="spVertical3" presStyleCnt="0"/>
      <dgm:spPr/>
    </dgm:pt>
    <dgm:pt modelId="{40BB6693-F7DB-423B-9CB0-0AD384958AB8}" type="pres">
      <dgm:prSet presAssocID="{A8DC9C1E-CC80-4C5F-9263-917523D46D10}" presName="desTx" presStyleLbl="revTx" presStyleIdx="7" presStyleCnt="8" custLinFactNeighborY="31209">
        <dgm:presLayoutVars>
          <dgm:bulletEnabled val="1"/>
        </dgm:presLayoutVars>
      </dgm:prSet>
      <dgm:spPr/>
    </dgm:pt>
    <dgm:pt modelId="{21EC1C4B-C003-4CF1-BD49-5518535C03F0}" type="pres">
      <dgm:prSet presAssocID="{ABDFCA78-A811-4311-B007-66DE4380ADD7}" presName="padding2" presStyleCnt="0"/>
      <dgm:spPr/>
    </dgm:pt>
    <dgm:pt modelId="{3F560A5E-A8CA-48B1-95A2-F9D1155B838E}" type="pres">
      <dgm:prSet presAssocID="{ABDFCA78-A811-4311-B007-66DE4380ADD7}" presName="negArrow" presStyleCnt="0"/>
      <dgm:spPr/>
    </dgm:pt>
    <dgm:pt modelId="{534A4F7E-1C3D-4C0B-AF96-E5A1EEF32719}" type="pres">
      <dgm:prSet presAssocID="{ABDFCA78-A811-4311-B007-66DE4380ADD7}" presName="backgroundArrow" presStyleLbl="node1" presStyleIdx="0" presStyleCnt="1" custLinFactNeighborY="-12807"/>
      <dgm:spPr/>
    </dgm:pt>
  </dgm:ptLst>
  <dgm:cxnLst>
    <dgm:cxn modelId="{FF89E724-306D-42C9-BB9B-219079294841}" srcId="{A8DC9C1E-CC80-4C5F-9263-917523D46D10}" destId="{21F93D1B-91F4-4193-833D-C40C4FB2D606}" srcOrd="0" destOrd="0" parTransId="{73316D8E-E533-45E0-B970-C0F12FA7F0E8}" sibTransId="{3E78B277-4B09-4786-A1B0-B723E1303F06}"/>
    <dgm:cxn modelId="{93777929-4091-4FD2-94FC-AE1E84CC9DEA}" srcId="{ABDFCA78-A811-4311-B007-66DE4380ADD7}" destId="{A8DC9C1E-CC80-4C5F-9263-917523D46D10}" srcOrd="3" destOrd="0" parTransId="{0A63EA35-0266-432E-9034-33C29B554E46}" sibTransId="{D1753867-095D-4854-9200-59F5E907B998}"/>
    <dgm:cxn modelId="{516AEF50-760F-4A28-A20E-72B4BC21FADA}" srcId="{FF447BB2-257D-47BD-BF0D-AFFA2DBABC7C}" destId="{708D8AEE-F679-4F57-8968-EA86036F4D26}" srcOrd="0" destOrd="0" parTransId="{59B2B254-6B78-4226-8F9E-F5ECD7CE92A0}" sibTransId="{F808EC33-F674-4340-A5C5-DA7C5FF6E1EE}"/>
    <dgm:cxn modelId="{35D47153-7AF1-4F07-A29B-62E748392FA9}" srcId="{B855132F-CF75-44EE-A137-4C31DE20A1B9}" destId="{9A39EBFB-DD2F-4DAC-84F3-922E48F3E883}" srcOrd="1" destOrd="0" parTransId="{B706DD43-5696-4B9C-B96F-3D46AA46BFA6}" sibTransId="{DB7EF40F-41B5-4616-B7BB-55E23FDB1959}"/>
    <dgm:cxn modelId="{1A5C7C63-4D0E-4E7E-9812-664534112C59}" type="presOf" srcId="{ABDFCA78-A811-4311-B007-66DE4380ADD7}" destId="{40522B9A-916A-4740-BD87-8D5EAEE1BEAE}" srcOrd="0" destOrd="0" presId="urn:microsoft.com/office/officeart/2005/8/layout/hProcess3"/>
    <dgm:cxn modelId="{ADCB8968-4D8F-4188-8C05-38A9C343BCB6}" type="presOf" srcId="{FF447BB2-257D-47BD-BF0D-AFFA2DBABC7C}" destId="{7B7B092E-198A-44B2-8238-A07D4503106B}" srcOrd="0" destOrd="0" presId="urn:microsoft.com/office/officeart/2005/8/layout/hProcess3"/>
    <dgm:cxn modelId="{050FB469-3437-4937-B3B5-5424076A40CA}" srcId="{EE04DB80-BD0B-40EC-8B70-F16109D7C9B1}" destId="{A6C5A24B-6730-40E8-AA84-DC21A2AF614B}" srcOrd="0" destOrd="0" parTransId="{DDE0280D-272B-4904-9856-DF6CD1D4C5A2}" sibTransId="{F8755006-9095-4A9C-A0AF-3DC93ECD3DBD}"/>
    <dgm:cxn modelId="{DAC2A16A-2101-463E-AC5A-E68ED456A27D}" type="presOf" srcId="{B855132F-CF75-44EE-A137-4C31DE20A1B9}" destId="{B94A16A5-550C-40C7-8902-433F03D53667}" srcOrd="0" destOrd="0" presId="urn:microsoft.com/office/officeart/2005/8/layout/hProcess3"/>
    <dgm:cxn modelId="{67B5B773-6D93-4900-BCF0-B2AE27826CE0}" srcId="{ABDFCA78-A811-4311-B007-66DE4380ADD7}" destId="{EE04DB80-BD0B-40EC-8B70-F16109D7C9B1}" srcOrd="0" destOrd="0" parTransId="{EE170A25-5E62-4B7A-8387-BC8A60580CEE}" sibTransId="{9CE74183-C569-4F78-8E46-EDF36F5A7FAF}"/>
    <dgm:cxn modelId="{12FE0193-4108-44D0-B47A-1CD57BE9DA87}" srcId="{ABDFCA78-A811-4311-B007-66DE4380ADD7}" destId="{FF447BB2-257D-47BD-BF0D-AFFA2DBABC7C}" srcOrd="1" destOrd="0" parTransId="{0336616F-9C5A-4F50-A4DC-159CA16125D1}" sibTransId="{11324987-0467-411F-BD65-8044F7C741BF}"/>
    <dgm:cxn modelId="{59AB1495-A5B7-47D9-8A44-E8E44FF3DDE3}" type="presOf" srcId="{A6C5A24B-6730-40E8-AA84-DC21A2AF614B}" destId="{58B24EEF-5E13-4020-87B4-728B4A8B5789}" srcOrd="0" destOrd="0" presId="urn:microsoft.com/office/officeart/2005/8/layout/hProcess3"/>
    <dgm:cxn modelId="{4B1AE697-07B6-4EA5-BA3B-54BF062CD096}" srcId="{B855132F-CF75-44EE-A137-4C31DE20A1B9}" destId="{497E1923-0A39-4667-936A-79CA55AAA12C}" srcOrd="0" destOrd="0" parTransId="{A99D0C90-A2A7-46D4-923B-24547EB62807}" sibTransId="{9982BAF2-3AA7-468E-9001-8B357CC35466}"/>
    <dgm:cxn modelId="{8327E698-80D9-4127-85C2-BA9F0C3A4A12}" type="presOf" srcId="{EE04DB80-BD0B-40EC-8B70-F16109D7C9B1}" destId="{2C63F73E-7F9B-4FF8-83E8-5BE3A678914A}" srcOrd="0" destOrd="0" presId="urn:microsoft.com/office/officeart/2005/8/layout/hProcess3"/>
    <dgm:cxn modelId="{62A06F9C-ACBA-4C1B-AE8E-985EC2812508}" type="presOf" srcId="{9A39EBFB-DD2F-4DAC-84F3-922E48F3E883}" destId="{36BF018F-A5F4-4751-84E5-B2FEF122728E}" srcOrd="0" destOrd="1" presId="urn:microsoft.com/office/officeart/2005/8/layout/hProcess3"/>
    <dgm:cxn modelId="{E2305AC1-71A6-41C6-A8F1-A01457D8A743}" type="presOf" srcId="{A8DC9C1E-CC80-4C5F-9263-917523D46D10}" destId="{324A9B4E-C0C2-46EF-BE4B-6233A59D988F}" srcOrd="0" destOrd="0" presId="urn:microsoft.com/office/officeart/2005/8/layout/hProcess3"/>
    <dgm:cxn modelId="{C696E4C1-06CF-4BEF-B6F4-3434D7E45089}" type="presOf" srcId="{497E1923-0A39-4667-936A-79CA55AAA12C}" destId="{36BF018F-A5F4-4751-84E5-B2FEF122728E}" srcOrd="0" destOrd="0" presId="urn:microsoft.com/office/officeart/2005/8/layout/hProcess3"/>
    <dgm:cxn modelId="{759273D3-52CF-4C17-AC51-7D08A5A59DE4}" type="presOf" srcId="{21F93D1B-91F4-4193-833D-C40C4FB2D606}" destId="{40BB6693-F7DB-423B-9CB0-0AD384958AB8}" srcOrd="0" destOrd="0" presId="urn:microsoft.com/office/officeart/2005/8/layout/hProcess3"/>
    <dgm:cxn modelId="{393091F2-C234-44F5-8A9E-908B5960F0FE}" srcId="{ABDFCA78-A811-4311-B007-66DE4380ADD7}" destId="{B855132F-CF75-44EE-A137-4C31DE20A1B9}" srcOrd="2" destOrd="0" parTransId="{9C5AF104-C021-4814-BB93-29DB6EA9E190}" sibTransId="{BDB58CA1-7917-42CC-9D0C-4E97BFC9285C}"/>
    <dgm:cxn modelId="{9DFE9FFD-6ACB-4081-8FC0-FEC521FC4E72}" type="presOf" srcId="{708D8AEE-F679-4F57-8968-EA86036F4D26}" destId="{4E0A92ED-8513-4838-85BA-C67DEB9EADAE}" srcOrd="0" destOrd="0" presId="urn:microsoft.com/office/officeart/2005/8/layout/hProcess3"/>
    <dgm:cxn modelId="{43C97C60-6B80-4F30-B5D2-1C545D00A3F8}" type="presParOf" srcId="{40522B9A-916A-4740-BD87-8D5EAEE1BEAE}" destId="{01B42809-C16E-4F5D-A461-604916DB0C8A}" srcOrd="0" destOrd="0" presId="urn:microsoft.com/office/officeart/2005/8/layout/hProcess3"/>
    <dgm:cxn modelId="{A20A216D-E538-4351-88E2-05DE2A20074B}" type="presParOf" srcId="{40522B9A-916A-4740-BD87-8D5EAEE1BEAE}" destId="{8C18AE94-020B-4468-A12E-380D921E038E}" srcOrd="1" destOrd="0" presId="urn:microsoft.com/office/officeart/2005/8/layout/hProcess3"/>
    <dgm:cxn modelId="{5D930553-8267-4651-9B37-01911B09ECA3}" type="presParOf" srcId="{8C18AE94-020B-4468-A12E-380D921E038E}" destId="{8A8D225A-BDB5-44BE-A284-8C1B047E8218}" srcOrd="0" destOrd="0" presId="urn:microsoft.com/office/officeart/2005/8/layout/hProcess3"/>
    <dgm:cxn modelId="{04B84161-D0CD-425E-B62C-2152E353B16F}" type="presParOf" srcId="{8C18AE94-020B-4468-A12E-380D921E038E}" destId="{0DAD5DED-1B1F-4786-812B-8A885C6D1CDD}" srcOrd="1" destOrd="0" presId="urn:microsoft.com/office/officeart/2005/8/layout/hProcess3"/>
    <dgm:cxn modelId="{46392E28-1E2C-4618-ABD5-96DEDDBB9D4B}" type="presParOf" srcId="{0DAD5DED-1B1F-4786-812B-8A885C6D1CDD}" destId="{D38822B7-E37D-4FE2-949D-BF6FB1088492}" srcOrd="0" destOrd="0" presId="urn:microsoft.com/office/officeart/2005/8/layout/hProcess3"/>
    <dgm:cxn modelId="{94B46B39-284F-4E63-BDD2-0FD3B82A0A0B}" type="presParOf" srcId="{0DAD5DED-1B1F-4786-812B-8A885C6D1CDD}" destId="{2C63F73E-7F9B-4FF8-83E8-5BE3A678914A}" srcOrd="1" destOrd="0" presId="urn:microsoft.com/office/officeart/2005/8/layout/hProcess3"/>
    <dgm:cxn modelId="{48958946-5FD5-4977-8D85-F06F029B4759}" type="presParOf" srcId="{0DAD5DED-1B1F-4786-812B-8A885C6D1CDD}" destId="{BB951D3C-D409-4A80-A850-90CA9E840DC3}" srcOrd="2" destOrd="0" presId="urn:microsoft.com/office/officeart/2005/8/layout/hProcess3"/>
    <dgm:cxn modelId="{46D2A739-4837-4FF1-A1AF-3B9599BF8CBE}" type="presParOf" srcId="{0DAD5DED-1B1F-4786-812B-8A885C6D1CDD}" destId="{1EC59534-2A52-46B1-990E-1D2B26DB6204}" srcOrd="3" destOrd="0" presId="urn:microsoft.com/office/officeart/2005/8/layout/hProcess3"/>
    <dgm:cxn modelId="{4F327473-2EDD-44CB-9133-09A2A9743436}" type="presParOf" srcId="{0DAD5DED-1B1F-4786-812B-8A885C6D1CDD}" destId="{58B24EEF-5E13-4020-87B4-728B4A8B5789}" srcOrd="4" destOrd="0" presId="urn:microsoft.com/office/officeart/2005/8/layout/hProcess3"/>
    <dgm:cxn modelId="{F19E763A-9867-49DD-A2F1-6E166D5B00C8}" type="presParOf" srcId="{8C18AE94-020B-4468-A12E-380D921E038E}" destId="{446AB690-6A8D-4578-9EA6-5B874F462F89}" srcOrd="2" destOrd="0" presId="urn:microsoft.com/office/officeart/2005/8/layout/hProcess3"/>
    <dgm:cxn modelId="{E8BFCBE0-695D-4243-AFC4-F443005D0D8C}" type="presParOf" srcId="{8C18AE94-020B-4468-A12E-380D921E038E}" destId="{870CD94F-4243-4D8D-93CD-E6ACD19A8598}" srcOrd="3" destOrd="0" presId="urn:microsoft.com/office/officeart/2005/8/layout/hProcess3"/>
    <dgm:cxn modelId="{8B4C632D-BA66-4DCF-BFE4-237A4107505F}" type="presParOf" srcId="{870CD94F-4243-4D8D-93CD-E6ACD19A8598}" destId="{B9FA307A-7D51-40F6-9CC4-147A537F86F3}" srcOrd="0" destOrd="0" presId="urn:microsoft.com/office/officeart/2005/8/layout/hProcess3"/>
    <dgm:cxn modelId="{63370125-D37A-4C0A-82D5-3D20FD440120}" type="presParOf" srcId="{870CD94F-4243-4D8D-93CD-E6ACD19A8598}" destId="{7B7B092E-198A-44B2-8238-A07D4503106B}" srcOrd="1" destOrd="0" presId="urn:microsoft.com/office/officeart/2005/8/layout/hProcess3"/>
    <dgm:cxn modelId="{F9CB206C-18CA-4C84-B497-0B7A86763209}" type="presParOf" srcId="{870CD94F-4243-4D8D-93CD-E6ACD19A8598}" destId="{63EFEFD3-8451-4DB1-A7F5-F6572F28B1EB}" srcOrd="2" destOrd="0" presId="urn:microsoft.com/office/officeart/2005/8/layout/hProcess3"/>
    <dgm:cxn modelId="{C7DA8F16-6903-4283-882C-13FA2CB39618}" type="presParOf" srcId="{870CD94F-4243-4D8D-93CD-E6ACD19A8598}" destId="{66E79A62-F2EF-41B9-9592-35673D3D1EF3}" srcOrd="3" destOrd="0" presId="urn:microsoft.com/office/officeart/2005/8/layout/hProcess3"/>
    <dgm:cxn modelId="{66FDCAF0-DC0A-4DE4-82CB-FFC31286E4AA}" type="presParOf" srcId="{870CD94F-4243-4D8D-93CD-E6ACD19A8598}" destId="{4E0A92ED-8513-4838-85BA-C67DEB9EADAE}" srcOrd="4" destOrd="0" presId="urn:microsoft.com/office/officeart/2005/8/layout/hProcess3"/>
    <dgm:cxn modelId="{68E8BFAF-5C57-4212-9220-EAE53FF64E63}" type="presParOf" srcId="{8C18AE94-020B-4468-A12E-380D921E038E}" destId="{4226140E-5AC2-464E-ABCA-2BFAE6D417D9}" srcOrd="4" destOrd="0" presId="urn:microsoft.com/office/officeart/2005/8/layout/hProcess3"/>
    <dgm:cxn modelId="{4BCED46B-769D-472B-8AFC-9C75DB704590}" type="presParOf" srcId="{8C18AE94-020B-4468-A12E-380D921E038E}" destId="{8B23DDFC-32AB-401A-BFC2-43D8255224E8}" srcOrd="5" destOrd="0" presId="urn:microsoft.com/office/officeart/2005/8/layout/hProcess3"/>
    <dgm:cxn modelId="{390B0190-5734-46E6-B6E7-29A6789A4AB1}" type="presParOf" srcId="{8B23DDFC-32AB-401A-BFC2-43D8255224E8}" destId="{0F62307E-9447-468C-9498-A5E7C406177C}" srcOrd="0" destOrd="0" presId="urn:microsoft.com/office/officeart/2005/8/layout/hProcess3"/>
    <dgm:cxn modelId="{7F24709C-0935-4097-9D7A-FCFF61B9A3F1}" type="presParOf" srcId="{8B23DDFC-32AB-401A-BFC2-43D8255224E8}" destId="{B94A16A5-550C-40C7-8902-433F03D53667}" srcOrd="1" destOrd="0" presId="urn:microsoft.com/office/officeart/2005/8/layout/hProcess3"/>
    <dgm:cxn modelId="{6EF4B936-EF0B-424D-B2BC-1711279A6004}" type="presParOf" srcId="{8B23DDFC-32AB-401A-BFC2-43D8255224E8}" destId="{00A0CE78-2B82-46A6-8A8B-6193FCF9A026}" srcOrd="2" destOrd="0" presId="urn:microsoft.com/office/officeart/2005/8/layout/hProcess3"/>
    <dgm:cxn modelId="{20AE9C07-E9C8-43EF-BD06-CA10A17DAEBD}" type="presParOf" srcId="{8B23DDFC-32AB-401A-BFC2-43D8255224E8}" destId="{1DF8BCEF-F372-4FEB-A1CA-8481D8C716E0}" srcOrd="3" destOrd="0" presId="urn:microsoft.com/office/officeart/2005/8/layout/hProcess3"/>
    <dgm:cxn modelId="{D8721CA1-E305-498E-B32E-E1B80C173137}" type="presParOf" srcId="{8B23DDFC-32AB-401A-BFC2-43D8255224E8}" destId="{36BF018F-A5F4-4751-84E5-B2FEF122728E}" srcOrd="4" destOrd="0" presId="urn:microsoft.com/office/officeart/2005/8/layout/hProcess3"/>
    <dgm:cxn modelId="{272B4CF5-D081-45F7-8C11-6D458D89C768}" type="presParOf" srcId="{8C18AE94-020B-4468-A12E-380D921E038E}" destId="{10B45873-B43B-45C7-8B8C-7F923DB67FE6}" srcOrd="6" destOrd="0" presId="urn:microsoft.com/office/officeart/2005/8/layout/hProcess3"/>
    <dgm:cxn modelId="{D11697BC-49CC-4D17-AC8F-68F9D501F5C1}" type="presParOf" srcId="{8C18AE94-020B-4468-A12E-380D921E038E}" destId="{AD4477C3-39D3-4C6D-A930-4692D812D8D3}" srcOrd="7" destOrd="0" presId="urn:microsoft.com/office/officeart/2005/8/layout/hProcess3"/>
    <dgm:cxn modelId="{8AF3CC4A-2F52-4E0A-B983-1B373EA4746F}" type="presParOf" srcId="{AD4477C3-39D3-4C6D-A930-4692D812D8D3}" destId="{F241E5AF-C3B6-412C-B7B7-2AD9ABBABF92}" srcOrd="0" destOrd="0" presId="urn:microsoft.com/office/officeart/2005/8/layout/hProcess3"/>
    <dgm:cxn modelId="{631EAD0D-A727-474F-BBB0-0BAF154A5B61}" type="presParOf" srcId="{AD4477C3-39D3-4C6D-A930-4692D812D8D3}" destId="{324A9B4E-C0C2-46EF-BE4B-6233A59D988F}" srcOrd="1" destOrd="0" presId="urn:microsoft.com/office/officeart/2005/8/layout/hProcess3"/>
    <dgm:cxn modelId="{DAFE1D94-2BD4-4132-A766-56537DA3AADC}" type="presParOf" srcId="{AD4477C3-39D3-4C6D-A930-4692D812D8D3}" destId="{55A0D27B-5D90-453C-8A5B-C1651DB43E52}" srcOrd="2" destOrd="0" presId="urn:microsoft.com/office/officeart/2005/8/layout/hProcess3"/>
    <dgm:cxn modelId="{80F57DB4-4E86-463A-94B3-1BE7371D5B19}" type="presParOf" srcId="{AD4477C3-39D3-4C6D-A930-4692D812D8D3}" destId="{0AA85F88-4C76-4E23-8C56-73BCE1D6FB18}" srcOrd="3" destOrd="0" presId="urn:microsoft.com/office/officeart/2005/8/layout/hProcess3"/>
    <dgm:cxn modelId="{2F88C61D-7C0B-4F6F-BCFD-D1C39B819CD4}" type="presParOf" srcId="{AD4477C3-39D3-4C6D-A930-4692D812D8D3}" destId="{40BB6693-F7DB-423B-9CB0-0AD384958AB8}" srcOrd="4" destOrd="0" presId="urn:microsoft.com/office/officeart/2005/8/layout/hProcess3"/>
    <dgm:cxn modelId="{3DF6BE9B-1C98-4E15-86B2-98AEC34D7A37}" type="presParOf" srcId="{8C18AE94-020B-4468-A12E-380D921E038E}" destId="{21EC1C4B-C003-4CF1-BD49-5518535C03F0}" srcOrd="8" destOrd="0" presId="urn:microsoft.com/office/officeart/2005/8/layout/hProcess3"/>
    <dgm:cxn modelId="{73494438-44ED-4478-B478-A41F5C9177DF}" type="presParOf" srcId="{8C18AE94-020B-4468-A12E-380D921E038E}" destId="{3F560A5E-A8CA-48B1-95A2-F9D1155B838E}" srcOrd="9" destOrd="0" presId="urn:microsoft.com/office/officeart/2005/8/layout/hProcess3"/>
    <dgm:cxn modelId="{24A332E4-58AB-4772-BD21-D76931270963}" type="presParOf" srcId="{8C18AE94-020B-4468-A12E-380D921E038E}" destId="{534A4F7E-1C3D-4C0B-AF96-E5A1EEF32719}" srcOrd="10"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27ED10-D999-4FE7-BDA6-DC74B7CB39D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C913735-F91F-4353-8BD6-533C8B434CE2}">
      <dgm:prSet/>
      <dgm:spPr/>
      <dgm:t>
        <a:bodyPr/>
        <a:lstStyle/>
        <a:p>
          <a:pPr>
            <a:lnSpc>
              <a:spcPct val="100000"/>
            </a:lnSpc>
          </a:pPr>
          <a:r>
            <a:rPr lang="en-GB" dirty="0"/>
            <a:t>Web-based email is accessed through a web browser</a:t>
          </a:r>
          <a:endParaRPr lang="en-US" dirty="0"/>
        </a:p>
      </dgm:t>
    </dgm:pt>
    <dgm:pt modelId="{85AC4634-8B64-4A2F-A5F8-951BEED14B20}" type="parTrans" cxnId="{87399068-1FE1-4B4F-9EC8-2BC56DB8501A}">
      <dgm:prSet/>
      <dgm:spPr/>
      <dgm:t>
        <a:bodyPr/>
        <a:lstStyle/>
        <a:p>
          <a:endParaRPr lang="en-US"/>
        </a:p>
      </dgm:t>
    </dgm:pt>
    <dgm:pt modelId="{FF95F01F-F4DA-44FB-8B0A-A895834A5F6E}" type="sibTrans" cxnId="{87399068-1FE1-4B4F-9EC8-2BC56DB8501A}">
      <dgm:prSet/>
      <dgm:spPr/>
      <dgm:t>
        <a:bodyPr/>
        <a:lstStyle/>
        <a:p>
          <a:endParaRPr lang="en-US"/>
        </a:p>
      </dgm:t>
    </dgm:pt>
    <dgm:pt modelId="{840588FC-F8BC-43EA-8DC6-35522F499694}">
      <dgm:prSet/>
      <dgm:spPr/>
      <dgm:t>
        <a:bodyPr/>
        <a:lstStyle/>
        <a:p>
          <a:pPr>
            <a:lnSpc>
              <a:spcPct val="100000"/>
            </a:lnSpc>
          </a:pPr>
          <a:r>
            <a:rPr lang="en-GB" dirty="0"/>
            <a:t>HTTP for communication between the user's browser and the mail server</a:t>
          </a:r>
          <a:endParaRPr lang="en-US" dirty="0"/>
        </a:p>
      </dgm:t>
    </dgm:pt>
    <dgm:pt modelId="{9FC5DFAA-D603-401A-A1CD-BDD6265EF69A}" type="parTrans" cxnId="{33BAF853-56F7-4D29-A422-7D3EEDC6E9C3}">
      <dgm:prSet/>
      <dgm:spPr/>
      <dgm:t>
        <a:bodyPr/>
        <a:lstStyle/>
        <a:p>
          <a:endParaRPr lang="en-US"/>
        </a:p>
      </dgm:t>
    </dgm:pt>
    <dgm:pt modelId="{1F7C40A5-9A64-4B24-BFCA-0CCFE2008D1F}" type="sibTrans" cxnId="{33BAF853-56F7-4D29-A422-7D3EEDC6E9C3}">
      <dgm:prSet/>
      <dgm:spPr/>
      <dgm:t>
        <a:bodyPr/>
        <a:lstStyle/>
        <a:p>
          <a:endParaRPr lang="en-US"/>
        </a:p>
      </dgm:t>
    </dgm:pt>
    <dgm:pt modelId="{F0D6207E-E83B-4FB9-A54F-2E656B66C0BB}">
      <dgm:prSet/>
      <dgm:spPr/>
      <dgm:t>
        <a:bodyPr/>
        <a:lstStyle/>
        <a:p>
          <a:pPr>
            <a:lnSpc>
              <a:spcPct val="100000"/>
            </a:lnSpc>
          </a:pPr>
          <a:r>
            <a:rPr lang="en-US" dirty="0"/>
            <a:t>Web-based email services</a:t>
          </a:r>
        </a:p>
      </dgm:t>
    </dgm:pt>
    <dgm:pt modelId="{E9DF2922-500B-4854-83BD-D1DAB5EE2C39}" type="parTrans" cxnId="{2ECD2931-4E7F-4E76-AF8A-BDDC69E846C1}">
      <dgm:prSet/>
      <dgm:spPr/>
      <dgm:t>
        <a:bodyPr/>
        <a:lstStyle/>
        <a:p>
          <a:endParaRPr lang="en-US"/>
        </a:p>
      </dgm:t>
    </dgm:pt>
    <dgm:pt modelId="{9CDA8970-90C4-4B41-A4CF-5125D031248A}" type="sibTrans" cxnId="{2ECD2931-4E7F-4E76-AF8A-BDDC69E846C1}">
      <dgm:prSet/>
      <dgm:spPr/>
      <dgm:t>
        <a:bodyPr/>
        <a:lstStyle/>
        <a:p>
          <a:endParaRPr lang="en-US"/>
        </a:p>
      </dgm:t>
    </dgm:pt>
    <dgm:pt modelId="{3516B541-473F-4781-8BFA-9EE84C50A9A1}">
      <dgm:prSet/>
      <dgm:spPr/>
      <dgm:t>
        <a:bodyPr/>
        <a:lstStyle/>
        <a:p>
          <a:pPr>
            <a:lnSpc>
              <a:spcPct val="100000"/>
            </a:lnSpc>
          </a:pPr>
          <a:r>
            <a:rPr lang="en-NZ"/>
            <a:t>Outlook</a:t>
          </a:r>
          <a:endParaRPr lang="en-US" dirty="0"/>
        </a:p>
      </dgm:t>
    </dgm:pt>
    <dgm:pt modelId="{7E4B5640-0792-4947-A542-CD61DA1C85D8}" type="parTrans" cxnId="{E65B7344-3F4F-4356-98B5-1A8622B4F7B9}">
      <dgm:prSet/>
      <dgm:spPr/>
      <dgm:t>
        <a:bodyPr/>
        <a:lstStyle/>
        <a:p>
          <a:endParaRPr lang="en-US"/>
        </a:p>
      </dgm:t>
    </dgm:pt>
    <dgm:pt modelId="{9097CDE7-572A-4BC8-B72A-25B748C53FC2}" type="sibTrans" cxnId="{E65B7344-3F4F-4356-98B5-1A8622B4F7B9}">
      <dgm:prSet/>
      <dgm:spPr/>
      <dgm:t>
        <a:bodyPr/>
        <a:lstStyle/>
        <a:p>
          <a:endParaRPr lang="en-US"/>
        </a:p>
      </dgm:t>
    </dgm:pt>
    <dgm:pt modelId="{46BC4ADB-9056-46DE-8ED8-23791E26AECA}">
      <dgm:prSet/>
      <dgm:spPr/>
      <dgm:t>
        <a:bodyPr/>
        <a:lstStyle/>
        <a:p>
          <a:pPr>
            <a:lnSpc>
              <a:spcPct val="100000"/>
            </a:lnSpc>
          </a:pPr>
          <a:r>
            <a:rPr lang="en-NZ" dirty="0"/>
            <a:t>Gmail</a:t>
          </a:r>
          <a:endParaRPr lang="en-US" dirty="0"/>
        </a:p>
      </dgm:t>
    </dgm:pt>
    <dgm:pt modelId="{DD907789-4C67-4950-A303-55A09E962DFE}" type="parTrans" cxnId="{6E9F7D60-DB52-458B-BE42-DB70F47BCBA8}">
      <dgm:prSet/>
      <dgm:spPr/>
      <dgm:t>
        <a:bodyPr/>
        <a:lstStyle/>
        <a:p>
          <a:endParaRPr lang="en-US"/>
        </a:p>
      </dgm:t>
    </dgm:pt>
    <dgm:pt modelId="{94754B13-50F6-42F8-AEED-2BFE4171B1CD}" type="sibTrans" cxnId="{6E9F7D60-DB52-458B-BE42-DB70F47BCBA8}">
      <dgm:prSet/>
      <dgm:spPr/>
      <dgm:t>
        <a:bodyPr/>
        <a:lstStyle/>
        <a:p>
          <a:endParaRPr lang="en-US"/>
        </a:p>
      </dgm:t>
    </dgm:pt>
    <dgm:pt modelId="{8E41E2E3-99F4-4DE8-B0B1-0A873424B307}" type="pres">
      <dgm:prSet presAssocID="{D627ED10-D999-4FE7-BDA6-DC74B7CB39DA}" presName="root" presStyleCnt="0">
        <dgm:presLayoutVars>
          <dgm:dir/>
          <dgm:resizeHandles val="exact"/>
        </dgm:presLayoutVars>
      </dgm:prSet>
      <dgm:spPr/>
    </dgm:pt>
    <dgm:pt modelId="{2CB7BC8C-0B6E-4CF3-BA2F-D72348070DB4}" type="pres">
      <dgm:prSet presAssocID="{FC913735-F91F-4353-8BD6-533C8B434CE2}" presName="compNode" presStyleCnt="0"/>
      <dgm:spPr/>
    </dgm:pt>
    <dgm:pt modelId="{21F9B12B-B49B-4616-9BB4-F3103346FB55}" type="pres">
      <dgm:prSet presAssocID="{FC913735-F91F-4353-8BD6-533C8B434CE2}" presName="bgRect" presStyleLbl="bgShp" presStyleIdx="0" presStyleCnt="2"/>
      <dgm:spPr/>
    </dgm:pt>
    <dgm:pt modelId="{3D1DE6F3-8E80-4248-843B-383A33C874AA}" type="pres">
      <dgm:prSet presAssocID="{FC913735-F91F-4353-8BD6-533C8B434CE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velope"/>
        </a:ext>
      </dgm:extLst>
    </dgm:pt>
    <dgm:pt modelId="{3C3B67EB-4CAA-46CF-98F4-41C0BEA524F2}" type="pres">
      <dgm:prSet presAssocID="{FC913735-F91F-4353-8BD6-533C8B434CE2}" presName="spaceRect" presStyleCnt="0"/>
      <dgm:spPr/>
    </dgm:pt>
    <dgm:pt modelId="{35FEEA80-1503-4A5B-95FD-65C5040D574E}" type="pres">
      <dgm:prSet presAssocID="{FC913735-F91F-4353-8BD6-533C8B434CE2}" presName="parTx" presStyleLbl="revTx" presStyleIdx="0" presStyleCnt="4">
        <dgm:presLayoutVars>
          <dgm:chMax val="0"/>
          <dgm:chPref val="0"/>
        </dgm:presLayoutVars>
      </dgm:prSet>
      <dgm:spPr/>
    </dgm:pt>
    <dgm:pt modelId="{83BBE223-A2BC-4FF7-AE59-0E5560CFB0B1}" type="pres">
      <dgm:prSet presAssocID="{FC913735-F91F-4353-8BD6-533C8B434CE2}" presName="desTx" presStyleLbl="revTx" presStyleIdx="1" presStyleCnt="4">
        <dgm:presLayoutVars/>
      </dgm:prSet>
      <dgm:spPr/>
    </dgm:pt>
    <dgm:pt modelId="{ABFE642B-D67C-4AA5-A801-8529E7DE8A95}" type="pres">
      <dgm:prSet presAssocID="{FF95F01F-F4DA-44FB-8B0A-A895834A5F6E}" presName="sibTrans" presStyleCnt="0"/>
      <dgm:spPr/>
    </dgm:pt>
    <dgm:pt modelId="{72E8A9CB-B463-4629-89AC-D8D6B9DC9314}" type="pres">
      <dgm:prSet presAssocID="{F0D6207E-E83B-4FB9-A54F-2E656B66C0BB}" presName="compNode" presStyleCnt="0"/>
      <dgm:spPr/>
    </dgm:pt>
    <dgm:pt modelId="{9E4F88D0-63A8-428D-9099-418BACD2513C}" type="pres">
      <dgm:prSet presAssocID="{F0D6207E-E83B-4FB9-A54F-2E656B66C0BB}" presName="bgRect" presStyleLbl="bgShp" presStyleIdx="1" presStyleCnt="2"/>
      <dgm:spPr/>
    </dgm:pt>
    <dgm:pt modelId="{04D0DCD0-D2A6-4930-A83A-F1939841211D}" type="pres">
      <dgm:prSet presAssocID="{F0D6207E-E83B-4FB9-A54F-2E656B66C0B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mail"/>
        </a:ext>
      </dgm:extLst>
    </dgm:pt>
    <dgm:pt modelId="{5F45DB31-2EEA-4872-A73B-4A8245D20554}" type="pres">
      <dgm:prSet presAssocID="{F0D6207E-E83B-4FB9-A54F-2E656B66C0BB}" presName="spaceRect" presStyleCnt="0"/>
      <dgm:spPr/>
    </dgm:pt>
    <dgm:pt modelId="{C3617A03-0D18-44AE-8AF9-A98B9589336E}" type="pres">
      <dgm:prSet presAssocID="{F0D6207E-E83B-4FB9-A54F-2E656B66C0BB}" presName="parTx" presStyleLbl="revTx" presStyleIdx="2" presStyleCnt="4">
        <dgm:presLayoutVars>
          <dgm:chMax val="0"/>
          <dgm:chPref val="0"/>
        </dgm:presLayoutVars>
      </dgm:prSet>
      <dgm:spPr/>
    </dgm:pt>
    <dgm:pt modelId="{27AEA79E-0947-48BD-975F-4ACA3163C8D6}" type="pres">
      <dgm:prSet presAssocID="{F0D6207E-E83B-4FB9-A54F-2E656B66C0BB}" presName="desTx" presStyleLbl="revTx" presStyleIdx="3" presStyleCnt="4">
        <dgm:presLayoutVars/>
      </dgm:prSet>
      <dgm:spPr/>
    </dgm:pt>
  </dgm:ptLst>
  <dgm:cxnLst>
    <dgm:cxn modelId="{19DFA004-0341-4C9C-BD5D-C56ACB62CAFF}" type="presOf" srcId="{FC913735-F91F-4353-8BD6-533C8B434CE2}" destId="{35FEEA80-1503-4A5B-95FD-65C5040D574E}" srcOrd="0" destOrd="0" presId="urn:microsoft.com/office/officeart/2018/2/layout/IconVerticalSolidList"/>
    <dgm:cxn modelId="{A6611E2B-93E1-4ABB-A129-1431C068478B}" type="presOf" srcId="{3516B541-473F-4781-8BFA-9EE84C50A9A1}" destId="{27AEA79E-0947-48BD-975F-4ACA3163C8D6}" srcOrd="0" destOrd="0" presId="urn:microsoft.com/office/officeart/2018/2/layout/IconVerticalSolidList"/>
    <dgm:cxn modelId="{2ECD2931-4E7F-4E76-AF8A-BDDC69E846C1}" srcId="{D627ED10-D999-4FE7-BDA6-DC74B7CB39DA}" destId="{F0D6207E-E83B-4FB9-A54F-2E656B66C0BB}" srcOrd="1" destOrd="0" parTransId="{E9DF2922-500B-4854-83BD-D1DAB5EE2C39}" sibTransId="{9CDA8970-90C4-4B41-A4CF-5125D031248A}"/>
    <dgm:cxn modelId="{5FA76E31-C9BD-4A77-A553-70B642E7466C}" type="presOf" srcId="{D627ED10-D999-4FE7-BDA6-DC74B7CB39DA}" destId="{8E41E2E3-99F4-4DE8-B0B1-0A873424B307}" srcOrd="0" destOrd="0" presId="urn:microsoft.com/office/officeart/2018/2/layout/IconVerticalSolidList"/>
    <dgm:cxn modelId="{E65B7344-3F4F-4356-98B5-1A8622B4F7B9}" srcId="{F0D6207E-E83B-4FB9-A54F-2E656B66C0BB}" destId="{3516B541-473F-4781-8BFA-9EE84C50A9A1}" srcOrd="0" destOrd="0" parTransId="{7E4B5640-0792-4947-A542-CD61DA1C85D8}" sibTransId="{9097CDE7-572A-4BC8-B72A-25B748C53FC2}"/>
    <dgm:cxn modelId="{33BAF853-56F7-4D29-A422-7D3EEDC6E9C3}" srcId="{FC913735-F91F-4353-8BD6-533C8B434CE2}" destId="{840588FC-F8BC-43EA-8DC6-35522F499694}" srcOrd="0" destOrd="0" parTransId="{9FC5DFAA-D603-401A-A1CD-BDD6265EF69A}" sibTransId="{1F7C40A5-9A64-4B24-BFCA-0CCFE2008D1F}"/>
    <dgm:cxn modelId="{6E9F7D60-DB52-458B-BE42-DB70F47BCBA8}" srcId="{F0D6207E-E83B-4FB9-A54F-2E656B66C0BB}" destId="{46BC4ADB-9056-46DE-8ED8-23791E26AECA}" srcOrd="1" destOrd="0" parTransId="{DD907789-4C67-4950-A303-55A09E962DFE}" sibTransId="{94754B13-50F6-42F8-AEED-2BFE4171B1CD}"/>
    <dgm:cxn modelId="{87399068-1FE1-4B4F-9EC8-2BC56DB8501A}" srcId="{D627ED10-D999-4FE7-BDA6-DC74B7CB39DA}" destId="{FC913735-F91F-4353-8BD6-533C8B434CE2}" srcOrd="0" destOrd="0" parTransId="{85AC4634-8B64-4A2F-A5F8-951BEED14B20}" sibTransId="{FF95F01F-F4DA-44FB-8B0A-A895834A5F6E}"/>
    <dgm:cxn modelId="{103DAC68-B83E-432C-B39A-E394913995B2}" type="presOf" srcId="{840588FC-F8BC-43EA-8DC6-35522F499694}" destId="{83BBE223-A2BC-4FF7-AE59-0E5560CFB0B1}" srcOrd="0" destOrd="0" presId="urn:microsoft.com/office/officeart/2018/2/layout/IconVerticalSolidList"/>
    <dgm:cxn modelId="{A6320469-C080-4B33-811A-8F143281A11A}" type="presOf" srcId="{46BC4ADB-9056-46DE-8ED8-23791E26AECA}" destId="{27AEA79E-0947-48BD-975F-4ACA3163C8D6}" srcOrd="0" destOrd="1" presId="urn:microsoft.com/office/officeart/2018/2/layout/IconVerticalSolidList"/>
    <dgm:cxn modelId="{D6FB91C7-F9C0-4C70-B674-81AC569859A6}" type="presOf" srcId="{F0D6207E-E83B-4FB9-A54F-2E656B66C0BB}" destId="{C3617A03-0D18-44AE-8AF9-A98B9589336E}" srcOrd="0" destOrd="0" presId="urn:microsoft.com/office/officeart/2018/2/layout/IconVerticalSolidList"/>
    <dgm:cxn modelId="{E091B7F0-3EE3-48C2-82FA-C4B0E0C075D6}" type="presParOf" srcId="{8E41E2E3-99F4-4DE8-B0B1-0A873424B307}" destId="{2CB7BC8C-0B6E-4CF3-BA2F-D72348070DB4}" srcOrd="0" destOrd="0" presId="urn:microsoft.com/office/officeart/2018/2/layout/IconVerticalSolidList"/>
    <dgm:cxn modelId="{9ABD0B6E-C6E5-499C-8652-9FCB047C7FF2}" type="presParOf" srcId="{2CB7BC8C-0B6E-4CF3-BA2F-D72348070DB4}" destId="{21F9B12B-B49B-4616-9BB4-F3103346FB55}" srcOrd="0" destOrd="0" presId="urn:microsoft.com/office/officeart/2018/2/layout/IconVerticalSolidList"/>
    <dgm:cxn modelId="{8175D06E-7758-4EE1-8CE2-270F528A2249}" type="presParOf" srcId="{2CB7BC8C-0B6E-4CF3-BA2F-D72348070DB4}" destId="{3D1DE6F3-8E80-4248-843B-383A33C874AA}" srcOrd="1" destOrd="0" presId="urn:microsoft.com/office/officeart/2018/2/layout/IconVerticalSolidList"/>
    <dgm:cxn modelId="{3A2C1275-7EDC-489D-ADCC-FCD92D095179}" type="presParOf" srcId="{2CB7BC8C-0B6E-4CF3-BA2F-D72348070DB4}" destId="{3C3B67EB-4CAA-46CF-98F4-41C0BEA524F2}" srcOrd="2" destOrd="0" presId="urn:microsoft.com/office/officeart/2018/2/layout/IconVerticalSolidList"/>
    <dgm:cxn modelId="{B0FD4E42-42EF-4591-BAAB-4ADA8609560C}" type="presParOf" srcId="{2CB7BC8C-0B6E-4CF3-BA2F-D72348070DB4}" destId="{35FEEA80-1503-4A5B-95FD-65C5040D574E}" srcOrd="3" destOrd="0" presId="urn:microsoft.com/office/officeart/2018/2/layout/IconVerticalSolidList"/>
    <dgm:cxn modelId="{8E4D7934-81F5-426E-AF88-C9F1138FD732}" type="presParOf" srcId="{2CB7BC8C-0B6E-4CF3-BA2F-D72348070DB4}" destId="{83BBE223-A2BC-4FF7-AE59-0E5560CFB0B1}" srcOrd="4" destOrd="0" presId="urn:microsoft.com/office/officeart/2018/2/layout/IconVerticalSolidList"/>
    <dgm:cxn modelId="{CEE4A580-29CE-456F-A46B-8267CA1B1165}" type="presParOf" srcId="{8E41E2E3-99F4-4DE8-B0B1-0A873424B307}" destId="{ABFE642B-D67C-4AA5-A801-8529E7DE8A95}" srcOrd="1" destOrd="0" presId="urn:microsoft.com/office/officeart/2018/2/layout/IconVerticalSolidList"/>
    <dgm:cxn modelId="{E4F0C0DF-F184-4558-A871-33EE6273FA9A}" type="presParOf" srcId="{8E41E2E3-99F4-4DE8-B0B1-0A873424B307}" destId="{72E8A9CB-B463-4629-89AC-D8D6B9DC9314}" srcOrd="2" destOrd="0" presId="urn:microsoft.com/office/officeart/2018/2/layout/IconVerticalSolidList"/>
    <dgm:cxn modelId="{592A9BF3-B6C2-48AE-8976-6B6E73D737BF}" type="presParOf" srcId="{72E8A9CB-B463-4629-89AC-D8D6B9DC9314}" destId="{9E4F88D0-63A8-428D-9099-418BACD2513C}" srcOrd="0" destOrd="0" presId="urn:microsoft.com/office/officeart/2018/2/layout/IconVerticalSolidList"/>
    <dgm:cxn modelId="{01851334-F247-4FDC-99E1-325E56C9495F}" type="presParOf" srcId="{72E8A9CB-B463-4629-89AC-D8D6B9DC9314}" destId="{04D0DCD0-D2A6-4930-A83A-F1939841211D}" srcOrd="1" destOrd="0" presId="urn:microsoft.com/office/officeart/2018/2/layout/IconVerticalSolidList"/>
    <dgm:cxn modelId="{4A77E84A-897C-420A-975C-01EDDD5ACB75}" type="presParOf" srcId="{72E8A9CB-B463-4629-89AC-D8D6B9DC9314}" destId="{5F45DB31-2EEA-4872-A73B-4A8245D20554}" srcOrd="2" destOrd="0" presId="urn:microsoft.com/office/officeart/2018/2/layout/IconVerticalSolidList"/>
    <dgm:cxn modelId="{9EC5A5F1-2133-4B1D-8D76-757C87C1ED71}" type="presParOf" srcId="{72E8A9CB-B463-4629-89AC-D8D6B9DC9314}" destId="{C3617A03-0D18-44AE-8AF9-A98B9589336E}" srcOrd="3" destOrd="0" presId="urn:microsoft.com/office/officeart/2018/2/layout/IconVerticalSolidList"/>
    <dgm:cxn modelId="{748FCFF6-3B4D-4529-8B7C-1616B4193913}" type="presParOf" srcId="{72E8A9CB-B463-4629-89AC-D8D6B9DC9314}" destId="{27AEA79E-0947-48BD-975F-4ACA3163C8D6}"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1C5490-5D74-408F-A6E4-FE690040A92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AU"/>
        </a:p>
      </dgm:t>
    </dgm:pt>
    <dgm:pt modelId="{ECE03951-6DF6-43B8-9301-7052A903ED6E}">
      <dgm:prSet/>
      <dgm:spPr/>
      <dgm:t>
        <a:bodyPr/>
        <a:lstStyle/>
        <a:p>
          <a:r>
            <a:rPr lang="en-US" dirty="0">
              <a:solidFill>
                <a:schemeClr val="tx1">
                  <a:lumMod val="85000"/>
                  <a:lumOff val="15000"/>
                </a:schemeClr>
              </a:solidFill>
            </a:rPr>
            <a:t>A directory lookup service</a:t>
          </a:r>
          <a:endParaRPr lang="en-AU" dirty="0">
            <a:solidFill>
              <a:schemeClr val="tx1">
                <a:lumMod val="85000"/>
                <a:lumOff val="15000"/>
              </a:schemeClr>
            </a:solidFill>
          </a:endParaRPr>
        </a:p>
      </dgm:t>
    </dgm:pt>
    <dgm:pt modelId="{8C346B01-3F3A-4AD4-A455-677E9F84E25B}" type="parTrans" cxnId="{30FF78C2-C8E8-41FF-9607-41A289837314}">
      <dgm:prSet/>
      <dgm:spPr/>
      <dgm:t>
        <a:bodyPr/>
        <a:lstStyle/>
        <a:p>
          <a:endParaRPr lang="en-AU"/>
        </a:p>
      </dgm:t>
    </dgm:pt>
    <dgm:pt modelId="{3E18A566-C1E6-4E09-8303-4A811D0396DE}" type="sibTrans" cxnId="{30FF78C2-C8E8-41FF-9607-41A289837314}">
      <dgm:prSet/>
      <dgm:spPr/>
      <dgm:t>
        <a:bodyPr/>
        <a:lstStyle/>
        <a:p>
          <a:endParaRPr lang="en-AU"/>
        </a:p>
      </dgm:t>
    </dgm:pt>
    <dgm:pt modelId="{92500CF2-D387-4D14-9210-484CC1FAA704}">
      <dgm:prSet/>
      <dgm:spPr/>
      <dgm:t>
        <a:bodyPr/>
        <a:lstStyle/>
        <a:p>
          <a:r>
            <a:rPr lang="en-US" dirty="0"/>
            <a:t>Provide a mapping between the name of a host on the Internet and its numerical address</a:t>
          </a:r>
          <a:endParaRPr lang="en-AU" dirty="0"/>
        </a:p>
      </dgm:t>
    </dgm:pt>
    <dgm:pt modelId="{9559BD0B-A2BE-4F4E-B765-092A2BA3E7A4}" type="parTrans" cxnId="{613853B5-FB68-449C-8C70-8A4347286968}">
      <dgm:prSet/>
      <dgm:spPr/>
      <dgm:t>
        <a:bodyPr/>
        <a:lstStyle/>
        <a:p>
          <a:endParaRPr lang="en-AU"/>
        </a:p>
      </dgm:t>
    </dgm:pt>
    <dgm:pt modelId="{541BD50B-D63E-4231-8E6C-2D0CB202B9EB}" type="sibTrans" cxnId="{613853B5-FB68-449C-8C70-8A4347286968}">
      <dgm:prSet/>
      <dgm:spPr/>
      <dgm:t>
        <a:bodyPr/>
        <a:lstStyle/>
        <a:p>
          <a:endParaRPr lang="en-AU"/>
        </a:p>
      </dgm:t>
    </dgm:pt>
    <dgm:pt modelId="{27D2B293-53C6-4FB4-84B1-F071393EAF79}">
      <dgm:prSet/>
      <dgm:spPr/>
      <dgm:t>
        <a:bodyPr/>
        <a:lstStyle/>
        <a:p>
          <a:r>
            <a:rPr lang="en-US" dirty="0">
              <a:solidFill>
                <a:schemeClr val="tx1">
                  <a:lumMod val="85000"/>
                  <a:lumOff val="15000"/>
                </a:schemeClr>
              </a:solidFill>
            </a:rPr>
            <a:t>A distributed database </a:t>
          </a:r>
          <a:endParaRPr lang="en-AU" dirty="0">
            <a:solidFill>
              <a:schemeClr val="tx1">
                <a:lumMod val="85000"/>
                <a:lumOff val="15000"/>
              </a:schemeClr>
            </a:solidFill>
          </a:endParaRPr>
        </a:p>
      </dgm:t>
    </dgm:pt>
    <dgm:pt modelId="{63AA5039-34A8-4279-BC2A-DECCD1F3EF1D}" type="parTrans" cxnId="{923D8844-8E1F-4E1D-99F6-F1C438493A93}">
      <dgm:prSet/>
      <dgm:spPr/>
      <dgm:t>
        <a:bodyPr/>
        <a:lstStyle/>
        <a:p>
          <a:endParaRPr lang="en-AU"/>
        </a:p>
      </dgm:t>
    </dgm:pt>
    <dgm:pt modelId="{D1016A99-4020-4899-A368-0C4CC8027B89}" type="sibTrans" cxnId="{923D8844-8E1F-4E1D-99F6-F1C438493A93}">
      <dgm:prSet/>
      <dgm:spPr/>
      <dgm:t>
        <a:bodyPr/>
        <a:lstStyle/>
        <a:p>
          <a:endParaRPr lang="en-AU"/>
        </a:p>
      </dgm:t>
    </dgm:pt>
    <dgm:pt modelId="{5AEA4FEA-0123-40A8-86F1-13F0DFE3B167}">
      <dgm:prSet/>
      <dgm:spPr/>
      <dgm:t>
        <a:bodyPr/>
        <a:lstStyle/>
        <a:p>
          <a:r>
            <a:rPr lang="en-US"/>
            <a:t>Implemented in a hierarchy of DNS servers</a:t>
          </a:r>
          <a:endParaRPr lang="en-AU"/>
        </a:p>
      </dgm:t>
    </dgm:pt>
    <dgm:pt modelId="{1887B963-73A0-4BBF-BCB0-1FD2B53DBFD2}" type="parTrans" cxnId="{303FA87A-AEF6-4E89-993E-EC7F1A89DD4E}">
      <dgm:prSet/>
      <dgm:spPr/>
      <dgm:t>
        <a:bodyPr/>
        <a:lstStyle/>
        <a:p>
          <a:endParaRPr lang="en-AU"/>
        </a:p>
      </dgm:t>
    </dgm:pt>
    <dgm:pt modelId="{F767D0A4-DB6A-4507-976D-2E99212694CB}" type="sibTrans" cxnId="{303FA87A-AEF6-4E89-993E-EC7F1A89DD4E}">
      <dgm:prSet/>
      <dgm:spPr/>
      <dgm:t>
        <a:bodyPr/>
        <a:lstStyle/>
        <a:p>
          <a:endParaRPr lang="en-AU"/>
        </a:p>
      </dgm:t>
    </dgm:pt>
    <dgm:pt modelId="{A23D7446-2713-4B08-ABE7-EBC5F2204E23}">
      <dgm:prSet/>
      <dgm:spPr/>
      <dgm:t>
        <a:bodyPr/>
        <a:lstStyle/>
        <a:p>
          <a:r>
            <a:rPr lang="en-US" dirty="0">
              <a:solidFill>
                <a:schemeClr val="tx1">
                  <a:lumMod val="85000"/>
                  <a:lumOff val="15000"/>
                </a:schemeClr>
              </a:solidFill>
            </a:rPr>
            <a:t>An application-layer protocol (over UDP on port 53) </a:t>
          </a:r>
          <a:endParaRPr lang="en-AU" dirty="0">
            <a:solidFill>
              <a:schemeClr val="tx1">
                <a:lumMod val="85000"/>
                <a:lumOff val="15000"/>
              </a:schemeClr>
            </a:solidFill>
          </a:endParaRPr>
        </a:p>
      </dgm:t>
    </dgm:pt>
    <dgm:pt modelId="{EDE1E6E9-BB48-4098-A3EF-79ED2929448D}" type="parTrans" cxnId="{C666AF7D-D1EB-489A-AB33-12E388AA19E1}">
      <dgm:prSet/>
      <dgm:spPr/>
      <dgm:t>
        <a:bodyPr/>
        <a:lstStyle/>
        <a:p>
          <a:endParaRPr lang="en-AU"/>
        </a:p>
      </dgm:t>
    </dgm:pt>
    <dgm:pt modelId="{2F6BD6A1-9F64-40D2-90C5-7824F2C9D06D}" type="sibTrans" cxnId="{C666AF7D-D1EB-489A-AB33-12E388AA19E1}">
      <dgm:prSet/>
      <dgm:spPr/>
      <dgm:t>
        <a:bodyPr/>
        <a:lstStyle/>
        <a:p>
          <a:endParaRPr lang="en-AU"/>
        </a:p>
      </dgm:t>
    </dgm:pt>
    <dgm:pt modelId="{3EA8F5B6-5FFE-49ED-A2F9-E17C731CCF5E}">
      <dgm:prSet/>
      <dgm:spPr/>
      <dgm:t>
        <a:bodyPr/>
        <a:lstStyle/>
        <a:p>
          <a:r>
            <a:rPr lang="en-US"/>
            <a:t>Allow hosts to query the distributed database</a:t>
          </a:r>
          <a:endParaRPr lang="en-AU"/>
        </a:p>
      </dgm:t>
    </dgm:pt>
    <dgm:pt modelId="{BAE657C1-28AA-4C35-8316-F7C6A5B49C82}" type="parTrans" cxnId="{E7E467CE-32BF-4C62-AB4D-77E8D6B2C807}">
      <dgm:prSet/>
      <dgm:spPr/>
      <dgm:t>
        <a:bodyPr/>
        <a:lstStyle/>
        <a:p>
          <a:endParaRPr lang="en-AU"/>
        </a:p>
      </dgm:t>
    </dgm:pt>
    <dgm:pt modelId="{72C057C1-CE95-4AAB-B04C-E71651CF27CF}" type="sibTrans" cxnId="{E7E467CE-32BF-4C62-AB4D-77E8D6B2C807}">
      <dgm:prSet/>
      <dgm:spPr/>
      <dgm:t>
        <a:bodyPr/>
        <a:lstStyle/>
        <a:p>
          <a:endParaRPr lang="en-AU"/>
        </a:p>
      </dgm:t>
    </dgm:pt>
    <dgm:pt modelId="{DA335910-DC2E-47DC-A04C-D09698E6FC97}" type="pres">
      <dgm:prSet presAssocID="{171C5490-5D74-408F-A6E4-FE690040A928}" presName="linear" presStyleCnt="0">
        <dgm:presLayoutVars>
          <dgm:animLvl val="lvl"/>
          <dgm:resizeHandles val="exact"/>
        </dgm:presLayoutVars>
      </dgm:prSet>
      <dgm:spPr/>
    </dgm:pt>
    <dgm:pt modelId="{8AC45FA5-EFA1-4796-B01D-3B903D38AE08}" type="pres">
      <dgm:prSet presAssocID="{ECE03951-6DF6-43B8-9301-7052A903ED6E}" presName="parentText" presStyleLbl="node1" presStyleIdx="0" presStyleCnt="3">
        <dgm:presLayoutVars>
          <dgm:chMax val="0"/>
          <dgm:bulletEnabled val="1"/>
        </dgm:presLayoutVars>
      </dgm:prSet>
      <dgm:spPr/>
    </dgm:pt>
    <dgm:pt modelId="{D8986B36-90CD-4550-AC08-F01F9CCF90C3}" type="pres">
      <dgm:prSet presAssocID="{ECE03951-6DF6-43B8-9301-7052A903ED6E}" presName="childText" presStyleLbl="revTx" presStyleIdx="0" presStyleCnt="3">
        <dgm:presLayoutVars>
          <dgm:bulletEnabled val="1"/>
        </dgm:presLayoutVars>
      </dgm:prSet>
      <dgm:spPr/>
    </dgm:pt>
    <dgm:pt modelId="{0F81E67A-4DE7-4E12-9C68-686163EE533F}" type="pres">
      <dgm:prSet presAssocID="{27D2B293-53C6-4FB4-84B1-F071393EAF79}" presName="parentText" presStyleLbl="node1" presStyleIdx="1" presStyleCnt="3">
        <dgm:presLayoutVars>
          <dgm:chMax val="0"/>
          <dgm:bulletEnabled val="1"/>
        </dgm:presLayoutVars>
      </dgm:prSet>
      <dgm:spPr/>
    </dgm:pt>
    <dgm:pt modelId="{A50E0F25-C8BD-49C5-A834-71BA195BB464}" type="pres">
      <dgm:prSet presAssocID="{27D2B293-53C6-4FB4-84B1-F071393EAF79}" presName="childText" presStyleLbl="revTx" presStyleIdx="1" presStyleCnt="3">
        <dgm:presLayoutVars>
          <dgm:bulletEnabled val="1"/>
        </dgm:presLayoutVars>
      </dgm:prSet>
      <dgm:spPr/>
    </dgm:pt>
    <dgm:pt modelId="{2E67B48A-13B6-4092-9522-EFF50B57A86D}" type="pres">
      <dgm:prSet presAssocID="{A23D7446-2713-4B08-ABE7-EBC5F2204E23}" presName="parentText" presStyleLbl="node1" presStyleIdx="2" presStyleCnt="3">
        <dgm:presLayoutVars>
          <dgm:chMax val="0"/>
          <dgm:bulletEnabled val="1"/>
        </dgm:presLayoutVars>
      </dgm:prSet>
      <dgm:spPr/>
    </dgm:pt>
    <dgm:pt modelId="{7EBF8EF9-F9AE-4C8F-A083-40AE5E1634C0}" type="pres">
      <dgm:prSet presAssocID="{A23D7446-2713-4B08-ABE7-EBC5F2204E23}" presName="childText" presStyleLbl="revTx" presStyleIdx="2" presStyleCnt="3">
        <dgm:presLayoutVars>
          <dgm:bulletEnabled val="1"/>
        </dgm:presLayoutVars>
      </dgm:prSet>
      <dgm:spPr/>
    </dgm:pt>
  </dgm:ptLst>
  <dgm:cxnLst>
    <dgm:cxn modelId="{C15BE919-D7D1-4ACC-A9E2-7495C14885A8}" type="presOf" srcId="{171C5490-5D74-408F-A6E4-FE690040A928}" destId="{DA335910-DC2E-47DC-A04C-D09698E6FC97}" srcOrd="0" destOrd="0" presId="urn:microsoft.com/office/officeart/2005/8/layout/vList2"/>
    <dgm:cxn modelId="{29A39627-8BCD-4AC6-BF1A-809BAA454B91}" type="presOf" srcId="{92500CF2-D387-4D14-9210-484CC1FAA704}" destId="{D8986B36-90CD-4550-AC08-F01F9CCF90C3}" srcOrd="0" destOrd="0" presId="urn:microsoft.com/office/officeart/2005/8/layout/vList2"/>
    <dgm:cxn modelId="{923D8844-8E1F-4E1D-99F6-F1C438493A93}" srcId="{171C5490-5D74-408F-A6E4-FE690040A928}" destId="{27D2B293-53C6-4FB4-84B1-F071393EAF79}" srcOrd="1" destOrd="0" parTransId="{63AA5039-34A8-4279-BC2A-DECCD1F3EF1D}" sibTransId="{D1016A99-4020-4899-A368-0C4CC8027B89}"/>
    <dgm:cxn modelId="{1E522869-3CF6-430A-8FA5-D9F43762AD58}" type="presOf" srcId="{ECE03951-6DF6-43B8-9301-7052A903ED6E}" destId="{8AC45FA5-EFA1-4796-B01D-3B903D38AE08}" srcOrd="0" destOrd="0" presId="urn:microsoft.com/office/officeart/2005/8/layout/vList2"/>
    <dgm:cxn modelId="{303FA87A-AEF6-4E89-993E-EC7F1A89DD4E}" srcId="{27D2B293-53C6-4FB4-84B1-F071393EAF79}" destId="{5AEA4FEA-0123-40A8-86F1-13F0DFE3B167}" srcOrd="0" destOrd="0" parTransId="{1887B963-73A0-4BBF-BCB0-1FD2B53DBFD2}" sibTransId="{F767D0A4-DB6A-4507-976D-2E99212694CB}"/>
    <dgm:cxn modelId="{C666AF7D-D1EB-489A-AB33-12E388AA19E1}" srcId="{171C5490-5D74-408F-A6E4-FE690040A928}" destId="{A23D7446-2713-4B08-ABE7-EBC5F2204E23}" srcOrd="2" destOrd="0" parTransId="{EDE1E6E9-BB48-4098-A3EF-79ED2929448D}" sibTransId="{2F6BD6A1-9F64-40D2-90C5-7824F2C9D06D}"/>
    <dgm:cxn modelId="{B9CB1B98-BD3E-4F93-B671-41211BA90B0A}" type="presOf" srcId="{27D2B293-53C6-4FB4-84B1-F071393EAF79}" destId="{0F81E67A-4DE7-4E12-9C68-686163EE533F}" srcOrd="0" destOrd="0" presId="urn:microsoft.com/office/officeart/2005/8/layout/vList2"/>
    <dgm:cxn modelId="{FA1C559C-E401-4AE2-ADC5-3817488F40BB}" type="presOf" srcId="{A23D7446-2713-4B08-ABE7-EBC5F2204E23}" destId="{2E67B48A-13B6-4092-9522-EFF50B57A86D}" srcOrd="0" destOrd="0" presId="urn:microsoft.com/office/officeart/2005/8/layout/vList2"/>
    <dgm:cxn modelId="{613853B5-FB68-449C-8C70-8A4347286968}" srcId="{ECE03951-6DF6-43B8-9301-7052A903ED6E}" destId="{92500CF2-D387-4D14-9210-484CC1FAA704}" srcOrd="0" destOrd="0" parTransId="{9559BD0B-A2BE-4F4E-B765-092A2BA3E7A4}" sibTransId="{541BD50B-D63E-4231-8E6C-2D0CB202B9EB}"/>
    <dgm:cxn modelId="{1A5957B7-3381-41C2-8982-70DC0D3CFADA}" type="presOf" srcId="{3EA8F5B6-5FFE-49ED-A2F9-E17C731CCF5E}" destId="{7EBF8EF9-F9AE-4C8F-A083-40AE5E1634C0}" srcOrd="0" destOrd="0" presId="urn:microsoft.com/office/officeart/2005/8/layout/vList2"/>
    <dgm:cxn modelId="{30FF78C2-C8E8-41FF-9607-41A289837314}" srcId="{171C5490-5D74-408F-A6E4-FE690040A928}" destId="{ECE03951-6DF6-43B8-9301-7052A903ED6E}" srcOrd="0" destOrd="0" parTransId="{8C346B01-3F3A-4AD4-A455-677E9F84E25B}" sibTransId="{3E18A566-C1E6-4E09-8303-4A811D0396DE}"/>
    <dgm:cxn modelId="{E7E467CE-32BF-4C62-AB4D-77E8D6B2C807}" srcId="{A23D7446-2713-4B08-ABE7-EBC5F2204E23}" destId="{3EA8F5B6-5FFE-49ED-A2F9-E17C731CCF5E}" srcOrd="0" destOrd="0" parTransId="{BAE657C1-28AA-4C35-8316-F7C6A5B49C82}" sibTransId="{72C057C1-CE95-4AAB-B04C-E71651CF27CF}"/>
    <dgm:cxn modelId="{0C5A52FE-F1A3-42D7-AECC-0545C6D99373}" type="presOf" srcId="{5AEA4FEA-0123-40A8-86F1-13F0DFE3B167}" destId="{A50E0F25-C8BD-49C5-A834-71BA195BB464}" srcOrd="0" destOrd="0" presId="urn:microsoft.com/office/officeart/2005/8/layout/vList2"/>
    <dgm:cxn modelId="{D072C663-DDAE-4D57-99F9-1305CB62DBA2}" type="presParOf" srcId="{DA335910-DC2E-47DC-A04C-D09698E6FC97}" destId="{8AC45FA5-EFA1-4796-B01D-3B903D38AE08}" srcOrd="0" destOrd="0" presId="urn:microsoft.com/office/officeart/2005/8/layout/vList2"/>
    <dgm:cxn modelId="{1083CFF9-EF80-4068-B191-8E7A0081B006}" type="presParOf" srcId="{DA335910-DC2E-47DC-A04C-D09698E6FC97}" destId="{D8986B36-90CD-4550-AC08-F01F9CCF90C3}" srcOrd="1" destOrd="0" presId="urn:microsoft.com/office/officeart/2005/8/layout/vList2"/>
    <dgm:cxn modelId="{F3F58BD7-2272-47B4-9A67-FA609D637242}" type="presParOf" srcId="{DA335910-DC2E-47DC-A04C-D09698E6FC97}" destId="{0F81E67A-4DE7-4E12-9C68-686163EE533F}" srcOrd="2" destOrd="0" presId="urn:microsoft.com/office/officeart/2005/8/layout/vList2"/>
    <dgm:cxn modelId="{809FC7AB-5B10-4EC5-B271-DD6B9DA75DEB}" type="presParOf" srcId="{DA335910-DC2E-47DC-A04C-D09698E6FC97}" destId="{A50E0F25-C8BD-49C5-A834-71BA195BB464}" srcOrd="3" destOrd="0" presId="urn:microsoft.com/office/officeart/2005/8/layout/vList2"/>
    <dgm:cxn modelId="{F34F88A8-DD14-4ABB-89E6-D242CD066CCB}" type="presParOf" srcId="{DA335910-DC2E-47DC-A04C-D09698E6FC97}" destId="{2E67B48A-13B6-4092-9522-EFF50B57A86D}" srcOrd="4" destOrd="0" presId="urn:microsoft.com/office/officeart/2005/8/layout/vList2"/>
    <dgm:cxn modelId="{D8A7E5F9-75BE-404A-8E8F-5F85F5CBDBE6}" type="presParOf" srcId="{DA335910-DC2E-47DC-A04C-D09698E6FC97}" destId="{7EBF8EF9-F9AE-4C8F-A083-40AE5E1634C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92AACA-6B7D-4D4D-9F93-8376DEDA0A42}"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AU"/>
        </a:p>
      </dgm:t>
    </dgm:pt>
    <dgm:pt modelId="{3B260D68-4C73-46B3-BEC7-D7F194F62758}">
      <dgm:prSet/>
      <dgm:spPr/>
      <dgm:t>
        <a:bodyPr/>
        <a:lstStyle/>
        <a:p>
          <a:r>
            <a:rPr lang="en-US" dirty="0">
              <a:solidFill>
                <a:schemeClr val="tx1">
                  <a:lumMod val="85000"/>
                  <a:lumOff val="15000"/>
                </a:schemeClr>
              </a:solidFill>
            </a:rPr>
            <a:t>Single point of failure</a:t>
          </a:r>
          <a:endParaRPr lang="en-AU" dirty="0">
            <a:solidFill>
              <a:schemeClr val="tx1">
                <a:lumMod val="85000"/>
                <a:lumOff val="15000"/>
              </a:schemeClr>
            </a:solidFill>
          </a:endParaRPr>
        </a:p>
      </dgm:t>
    </dgm:pt>
    <dgm:pt modelId="{B16B768A-1B7A-49D2-B217-1771F844951E}" type="parTrans" cxnId="{A362B202-9B4A-45C1-B83F-15C08F437511}">
      <dgm:prSet/>
      <dgm:spPr/>
      <dgm:t>
        <a:bodyPr/>
        <a:lstStyle/>
        <a:p>
          <a:endParaRPr lang="en-AU"/>
        </a:p>
      </dgm:t>
    </dgm:pt>
    <dgm:pt modelId="{A88B4FCE-DF6C-4293-AC40-F6095CD1F2AB}" type="sibTrans" cxnId="{A362B202-9B4A-45C1-B83F-15C08F437511}">
      <dgm:prSet/>
      <dgm:spPr/>
      <dgm:t>
        <a:bodyPr/>
        <a:lstStyle/>
        <a:p>
          <a:endParaRPr lang="en-AU"/>
        </a:p>
      </dgm:t>
    </dgm:pt>
    <dgm:pt modelId="{F94C7824-7D48-4D38-8285-46DD5E9EBF37}">
      <dgm:prSet/>
      <dgm:spPr/>
      <dgm:t>
        <a:bodyPr/>
        <a:lstStyle/>
        <a:p>
          <a:r>
            <a:rPr lang="en-US" dirty="0">
              <a:solidFill>
                <a:schemeClr val="tx1">
                  <a:lumMod val="85000"/>
                  <a:lumOff val="15000"/>
                </a:schemeClr>
              </a:solidFill>
            </a:rPr>
            <a:t>Traffic volume</a:t>
          </a:r>
          <a:endParaRPr lang="en-AU" dirty="0">
            <a:solidFill>
              <a:schemeClr val="tx1">
                <a:lumMod val="85000"/>
                <a:lumOff val="15000"/>
              </a:schemeClr>
            </a:solidFill>
          </a:endParaRPr>
        </a:p>
      </dgm:t>
    </dgm:pt>
    <dgm:pt modelId="{5F9792AE-145D-41E3-9D79-6C9ED85CF208}" type="parTrans" cxnId="{AF673C95-A221-485A-A796-1709EE0184C5}">
      <dgm:prSet/>
      <dgm:spPr/>
      <dgm:t>
        <a:bodyPr/>
        <a:lstStyle/>
        <a:p>
          <a:endParaRPr lang="en-AU"/>
        </a:p>
      </dgm:t>
    </dgm:pt>
    <dgm:pt modelId="{55A5D97C-4C09-4916-A628-7C5BB91ADC0A}" type="sibTrans" cxnId="{AF673C95-A221-485A-A796-1709EE0184C5}">
      <dgm:prSet/>
      <dgm:spPr/>
      <dgm:t>
        <a:bodyPr/>
        <a:lstStyle/>
        <a:p>
          <a:endParaRPr lang="en-AU"/>
        </a:p>
      </dgm:t>
    </dgm:pt>
    <dgm:pt modelId="{E5E814ED-AEF0-45AD-A251-34649C126459}">
      <dgm:prSet/>
      <dgm:spPr/>
      <dgm:t>
        <a:bodyPr/>
        <a:lstStyle/>
        <a:p>
          <a:r>
            <a:rPr lang="en-US" dirty="0">
              <a:solidFill>
                <a:schemeClr val="tx1">
                  <a:lumMod val="85000"/>
                  <a:lumOff val="15000"/>
                </a:schemeClr>
              </a:solidFill>
            </a:rPr>
            <a:t>Distant </a:t>
          </a:r>
          <a:r>
            <a:rPr lang="en-US" dirty="0" err="1">
              <a:solidFill>
                <a:schemeClr val="tx1">
                  <a:lumMod val="85000"/>
                  <a:lumOff val="15000"/>
                </a:schemeClr>
              </a:solidFill>
            </a:rPr>
            <a:t>centralised</a:t>
          </a:r>
          <a:r>
            <a:rPr lang="en-US" dirty="0">
              <a:solidFill>
                <a:schemeClr val="tx1">
                  <a:lumMod val="85000"/>
                  <a:lumOff val="15000"/>
                </a:schemeClr>
              </a:solidFill>
            </a:rPr>
            <a:t> database</a:t>
          </a:r>
          <a:endParaRPr lang="en-AU" dirty="0">
            <a:solidFill>
              <a:schemeClr val="tx1">
                <a:lumMod val="85000"/>
                <a:lumOff val="15000"/>
              </a:schemeClr>
            </a:solidFill>
          </a:endParaRPr>
        </a:p>
      </dgm:t>
    </dgm:pt>
    <dgm:pt modelId="{B79E3C05-F050-441C-A900-8829A5091D1B}" type="parTrans" cxnId="{F3267F7D-8A0C-4BAF-883B-C911326C8A6A}">
      <dgm:prSet/>
      <dgm:spPr/>
      <dgm:t>
        <a:bodyPr/>
        <a:lstStyle/>
        <a:p>
          <a:endParaRPr lang="en-AU"/>
        </a:p>
      </dgm:t>
    </dgm:pt>
    <dgm:pt modelId="{D5D51AF8-8315-4A96-904F-CACA41306965}" type="sibTrans" cxnId="{F3267F7D-8A0C-4BAF-883B-C911326C8A6A}">
      <dgm:prSet/>
      <dgm:spPr/>
      <dgm:t>
        <a:bodyPr/>
        <a:lstStyle/>
        <a:p>
          <a:endParaRPr lang="en-AU"/>
        </a:p>
      </dgm:t>
    </dgm:pt>
    <dgm:pt modelId="{E7E5BFDA-6A4A-4E65-AB56-FF5406AB8E19}">
      <dgm:prSet/>
      <dgm:spPr/>
      <dgm:t>
        <a:bodyPr/>
        <a:lstStyle/>
        <a:p>
          <a:r>
            <a:rPr lang="en-US" dirty="0">
              <a:solidFill>
                <a:schemeClr val="tx1">
                  <a:lumMod val="85000"/>
                  <a:lumOff val="15000"/>
                </a:schemeClr>
              </a:solidFill>
            </a:rPr>
            <a:t>Maintenance</a:t>
          </a:r>
          <a:endParaRPr lang="en-AU" dirty="0">
            <a:solidFill>
              <a:schemeClr val="tx1">
                <a:lumMod val="85000"/>
                <a:lumOff val="15000"/>
              </a:schemeClr>
            </a:solidFill>
          </a:endParaRPr>
        </a:p>
      </dgm:t>
    </dgm:pt>
    <dgm:pt modelId="{83CB37B6-16B2-45B9-B67A-106C646BAB84}" type="parTrans" cxnId="{C9207533-3439-493B-9A65-CFE912258EDF}">
      <dgm:prSet/>
      <dgm:spPr/>
      <dgm:t>
        <a:bodyPr/>
        <a:lstStyle/>
        <a:p>
          <a:endParaRPr lang="en-AU"/>
        </a:p>
      </dgm:t>
    </dgm:pt>
    <dgm:pt modelId="{CB4F2210-680E-4EE5-809D-C820BBE4FEEF}" type="sibTrans" cxnId="{C9207533-3439-493B-9A65-CFE912258EDF}">
      <dgm:prSet/>
      <dgm:spPr/>
      <dgm:t>
        <a:bodyPr/>
        <a:lstStyle/>
        <a:p>
          <a:endParaRPr lang="en-AU"/>
        </a:p>
      </dgm:t>
    </dgm:pt>
    <dgm:pt modelId="{AA12FDAE-EDA3-4EA1-B6DA-A4C335407C65}" type="pres">
      <dgm:prSet presAssocID="{2692AACA-6B7D-4D4D-9F93-8376DEDA0A42}" presName="matrix" presStyleCnt="0">
        <dgm:presLayoutVars>
          <dgm:chMax val="1"/>
          <dgm:dir/>
          <dgm:resizeHandles val="exact"/>
        </dgm:presLayoutVars>
      </dgm:prSet>
      <dgm:spPr/>
    </dgm:pt>
    <dgm:pt modelId="{163AFE0F-0125-4E98-A203-03770546A2AA}" type="pres">
      <dgm:prSet presAssocID="{2692AACA-6B7D-4D4D-9F93-8376DEDA0A42}" presName="diamond" presStyleLbl="bgShp" presStyleIdx="0" presStyleCnt="1"/>
      <dgm:spPr/>
    </dgm:pt>
    <dgm:pt modelId="{E98C999E-4D8E-4E01-9AED-BF0222C917CE}" type="pres">
      <dgm:prSet presAssocID="{2692AACA-6B7D-4D4D-9F93-8376DEDA0A42}" presName="quad1" presStyleLbl="node1" presStyleIdx="0" presStyleCnt="4">
        <dgm:presLayoutVars>
          <dgm:chMax val="0"/>
          <dgm:chPref val="0"/>
          <dgm:bulletEnabled val="1"/>
        </dgm:presLayoutVars>
      </dgm:prSet>
      <dgm:spPr/>
    </dgm:pt>
    <dgm:pt modelId="{1BA16730-8602-4F4C-8077-013192E8A9DE}" type="pres">
      <dgm:prSet presAssocID="{2692AACA-6B7D-4D4D-9F93-8376DEDA0A42}" presName="quad2" presStyleLbl="node1" presStyleIdx="1" presStyleCnt="4">
        <dgm:presLayoutVars>
          <dgm:chMax val="0"/>
          <dgm:chPref val="0"/>
          <dgm:bulletEnabled val="1"/>
        </dgm:presLayoutVars>
      </dgm:prSet>
      <dgm:spPr/>
    </dgm:pt>
    <dgm:pt modelId="{959B3E71-2A96-45DA-8C49-6F91625347B9}" type="pres">
      <dgm:prSet presAssocID="{2692AACA-6B7D-4D4D-9F93-8376DEDA0A42}" presName="quad3" presStyleLbl="node1" presStyleIdx="2" presStyleCnt="4">
        <dgm:presLayoutVars>
          <dgm:chMax val="0"/>
          <dgm:chPref val="0"/>
          <dgm:bulletEnabled val="1"/>
        </dgm:presLayoutVars>
      </dgm:prSet>
      <dgm:spPr/>
    </dgm:pt>
    <dgm:pt modelId="{CF8215AC-CD3E-4B8D-BA9F-8452ECCB536D}" type="pres">
      <dgm:prSet presAssocID="{2692AACA-6B7D-4D4D-9F93-8376DEDA0A42}" presName="quad4" presStyleLbl="node1" presStyleIdx="3" presStyleCnt="4">
        <dgm:presLayoutVars>
          <dgm:chMax val="0"/>
          <dgm:chPref val="0"/>
          <dgm:bulletEnabled val="1"/>
        </dgm:presLayoutVars>
      </dgm:prSet>
      <dgm:spPr/>
    </dgm:pt>
  </dgm:ptLst>
  <dgm:cxnLst>
    <dgm:cxn modelId="{A362B202-9B4A-45C1-B83F-15C08F437511}" srcId="{2692AACA-6B7D-4D4D-9F93-8376DEDA0A42}" destId="{3B260D68-4C73-46B3-BEC7-D7F194F62758}" srcOrd="0" destOrd="0" parTransId="{B16B768A-1B7A-49D2-B217-1771F844951E}" sibTransId="{A88B4FCE-DF6C-4293-AC40-F6095CD1F2AB}"/>
    <dgm:cxn modelId="{C9207533-3439-493B-9A65-CFE912258EDF}" srcId="{2692AACA-6B7D-4D4D-9F93-8376DEDA0A42}" destId="{E7E5BFDA-6A4A-4E65-AB56-FF5406AB8E19}" srcOrd="3" destOrd="0" parTransId="{83CB37B6-16B2-45B9-B67A-106C646BAB84}" sibTransId="{CB4F2210-680E-4EE5-809D-C820BBE4FEEF}"/>
    <dgm:cxn modelId="{F0A04935-2383-4A09-ABAE-88D3B25B67C5}" type="presOf" srcId="{3B260D68-4C73-46B3-BEC7-D7F194F62758}" destId="{E98C999E-4D8E-4E01-9AED-BF0222C917CE}" srcOrd="0" destOrd="0" presId="urn:microsoft.com/office/officeart/2005/8/layout/matrix3"/>
    <dgm:cxn modelId="{34B8AC3E-8CBA-49E5-ADBB-CAC30A76B9AB}" type="presOf" srcId="{2692AACA-6B7D-4D4D-9F93-8376DEDA0A42}" destId="{AA12FDAE-EDA3-4EA1-B6DA-A4C335407C65}" srcOrd="0" destOrd="0" presId="urn:microsoft.com/office/officeart/2005/8/layout/matrix3"/>
    <dgm:cxn modelId="{965C4E3F-5B15-4650-B8D1-D64DDCCBEF46}" type="presOf" srcId="{E5E814ED-AEF0-45AD-A251-34649C126459}" destId="{959B3E71-2A96-45DA-8C49-6F91625347B9}" srcOrd="0" destOrd="0" presId="urn:microsoft.com/office/officeart/2005/8/layout/matrix3"/>
    <dgm:cxn modelId="{1E780D70-D691-46B7-B177-F8D894CD4141}" type="presOf" srcId="{F94C7824-7D48-4D38-8285-46DD5E9EBF37}" destId="{1BA16730-8602-4F4C-8077-013192E8A9DE}" srcOrd="0" destOrd="0" presId="urn:microsoft.com/office/officeart/2005/8/layout/matrix3"/>
    <dgm:cxn modelId="{23E09578-77FF-4719-A0BC-04B7FFFD5C92}" type="presOf" srcId="{E7E5BFDA-6A4A-4E65-AB56-FF5406AB8E19}" destId="{CF8215AC-CD3E-4B8D-BA9F-8452ECCB536D}" srcOrd="0" destOrd="0" presId="urn:microsoft.com/office/officeart/2005/8/layout/matrix3"/>
    <dgm:cxn modelId="{F3267F7D-8A0C-4BAF-883B-C911326C8A6A}" srcId="{2692AACA-6B7D-4D4D-9F93-8376DEDA0A42}" destId="{E5E814ED-AEF0-45AD-A251-34649C126459}" srcOrd="2" destOrd="0" parTransId="{B79E3C05-F050-441C-A900-8829A5091D1B}" sibTransId="{D5D51AF8-8315-4A96-904F-CACA41306965}"/>
    <dgm:cxn modelId="{AF673C95-A221-485A-A796-1709EE0184C5}" srcId="{2692AACA-6B7D-4D4D-9F93-8376DEDA0A42}" destId="{F94C7824-7D48-4D38-8285-46DD5E9EBF37}" srcOrd="1" destOrd="0" parTransId="{5F9792AE-145D-41E3-9D79-6C9ED85CF208}" sibTransId="{55A5D97C-4C09-4916-A628-7C5BB91ADC0A}"/>
    <dgm:cxn modelId="{3669C78B-DE26-44E6-AB9A-506E82476A59}" type="presParOf" srcId="{AA12FDAE-EDA3-4EA1-B6DA-A4C335407C65}" destId="{163AFE0F-0125-4E98-A203-03770546A2AA}" srcOrd="0" destOrd="0" presId="urn:microsoft.com/office/officeart/2005/8/layout/matrix3"/>
    <dgm:cxn modelId="{7D817033-951C-40E2-B1FA-C2F3DF99D337}" type="presParOf" srcId="{AA12FDAE-EDA3-4EA1-B6DA-A4C335407C65}" destId="{E98C999E-4D8E-4E01-9AED-BF0222C917CE}" srcOrd="1" destOrd="0" presId="urn:microsoft.com/office/officeart/2005/8/layout/matrix3"/>
    <dgm:cxn modelId="{3A84CB5A-EDF5-457F-BF75-C9BA813F76A9}" type="presParOf" srcId="{AA12FDAE-EDA3-4EA1-B6DA-A4C335407C65}" destId="{1BA16730-8602-4F4C-8077-013192E8A9DE}" srcOrd="2" destOrd="0" presId="urn:microsoft.com/office/officeart/2005/8/layout/matrix3"/>
    <dgm:cxn modelId="{B51BCE94-4F71-4AF0-ABC5-60AE61BCDA20}" type="presParOf" srcId="{AA12FDAE-EDA3-4EA1-B6DA-A4C335407C65}" destId="{959B3E71-2A96-45DA-8C49-6F91625347B9}" srcOrd="3" destOrd="0" presId="urn:microsoft.com/office/officeart/2005/8/layout/matrix3"/>
    <dgm:cxn modelId="{B99F5AD5-76D9-443B-B322-372E46DCFF88}" type="presParOf" srcId="{AA12FDAE-EDA3-4EA1-B6DA-A4C335407C65}" destId="{CF8215AC-CD3E-4B8D-BA9F-8452ECCB536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90B2C-8294-40AD-BBEA-25212495E6F4}">
      <dsp:nvSpPr>
        <dsp:cNvPr id="0" name=""/>
        <dsp:cNvSpPr/>
      </dsp:nvSpPr>
      <dsp:spPr>
        <a:xfrm>
          <a:off x="995595" y="635453"/>
          <a:ext cx="3006730" cy="35373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5907B0-F2D5-4BC9-B726-6066ED8BF766}">
      <dsp:nvSpPr>
        <dsp:cNvPr id="0" name=""/>
        <dsp:cNvSpPr/>
      </dsp:nvSpPr>
      <dsp:spPr>
        <a:xfrm>
          <a:off x="995595" y="768300"/>
          <a:ext cx="220885" cy="22088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A59CF4-9A1D-4518-B9A2-81064B41CF82}">
      <dsp:nvSpPr>
        <dsp:cNvPr id="0" name=""/>
        <dsp:cNvSpPr/>
      </dsp:nvSpPr>
      <dsp:spPr>
        <a:xfrm>
          <a:off x="995595" y="0"/>
          <a:ext cx="3006730" cy="635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44450" rIns="66675" bIns="44450" numCol="1" spcCol="1270" anchor="ctr" anchorCtr="0">
          <a:noAutofit/>
        </a:bodyPr>
        <a:lstStyle/>
        <a:p>
          <a:pPr marL="0" lvl="0" indent="0" algn="l" defTabSz="1555750">
            <a:lnSpc>
              <a:spcPct val="90000"/>
            </a:lnSpc>
            <a:spcBef>
              <a:spcPct val="0"/>
            </a:spcBef>
            <a:spcAft>
              <a:spcPct val="35000"/>
            </a:spcAft>
            <a:buNone/>
          </a:pPr>
          <a:r>
            <a:rPr lang="en-NZ" sz="3500" kern="1200" dirty="0">
              <a:solidFill>
                <a:schemeClr val="tx1">
                  <a:lumMod val="65000"/>
                  <a:lumOff val="35000"/>
                </a:schemeClr>
              </a:solidFill>
            </a:rPr>
            <a:t>HTTP</a:t>
          </a:r>
        </a:p>
      </dsp:txBody>
      <dsp:txXfrm>
        <a:off x="995595" y="0"/>
        <a:ext cx="3006730" cy="635453"/>
      </dsp:txXfrm>
    </dsp:sp>
    <dsp:sp modelId="{B899B76D-637B-4F70-8140-779F31335B5A}">
      <dsp:nvSpPr>
        <dsp:cNvPr id="0" name=""/>
        <dsp:cNvSpPr/>
      </dsp:nvSpPr>
      <dsp:spPr>
        <a:xfrm>
          <a:off x="995595" y="1283177"/>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87FE50-64FD-4652-9948-228ED2CCEB76}">
      <dsp:nvSpPr>
        <dsp:cNvPr id="0" name=""/>
        <dsp:cNvSpPr/>
      </dsp:nvSpPr>
      <dsp:spPr>
        <a:xfrm>
          <a:off x="1206066" y="1136181"/>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NZ" sz="1400" kern="1200" dirty="0"/>
            <a:t>Pull protocol</a:t>
          </a:r>
        </a:p>
      </dsp:txBody>
      <dsp:txXfrm>
        <a:off x="1206066" y="1136181"/>
        <a:ext cx="2796259" cy="514871"/>
      </dsp:txXfrm>
    </dsp:sp>
    <dsp:sp modelId="{FFDE9845-A969-4DF4-8C6A-C91196737E72}">
      <dsp:nvSpPr>
        <dsp:cNvPr id="0" name=""/>
        <dsp:cNvSpPr/>
      </dsp:nvSpPr>
      <dsp:spPr>
        <a:xfrm>
          <a:off x="995595" y="1798049"/>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5D1D97-4CF5-4220-B006-A6C70A40B4FB}">
      <dsp:nvSpPr>
        <dsp:cNvPr id="0" name=""/>
        <dsp:cNvSpPr/>
      </dsp:nvSpPr>
      <dsp:spPr>
        <a:xfrm>
          <a:off x="1206066" y="1651053"/>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NZ" sz="1400" kern="1200" dirty="0"/>
            <a:t>Synchronous communication</a:t>
          </a:r>
        </a:p>
      </dsp:txBody>
      <dsp:txXfrm>
        <a:off x="1206066" y="1651053"/>
        <a:ext cx="2796259" cy="514871"/>
      </dsp:txXfrm>
    </dsp:sp>
    <dsp:sp modelId="{CAC1CAC8-CFB3-684D-B4C3-357BBA585A53}">
      <dsp:nvSpPr>
        <dsp:cNvPr id="0" name=""/>
        <dsp:cNvSpPr/>
      </dsp:nvSpPr>
      <dsp:spPr>
        <a:xfrm>
          <a:off x="995595" y="2312920"/>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C6C7DE-A36C-B740-AB72-57F8A9504AD3}">
      <dsp:nvSpPr>
        <dsp:cNvPr id="0" name=""/>
        <dsp:cNvSpPr/>
      </dsp:nvSpPr>
      <dsp:spPr>
        <a:xfrm>
          <a:off x="1206066" y="2165924"/>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NZ" sz="1400" kern="1200" dirty="0"/>
            <a:t>Direct request-response model</a:t>
          </a:r>
        </a:p>
      </dsp:txBody>
      <dsp:txXfrm>
        <a:off x="1206066" y="2165924"/>
        <a:ext cx="2796259" cy="514871"/>
      </dsp:txXfrm>
    </dsp:sp>
    <dsp:sp modelId="{79283A6C-243A-4097-BAF0-71C5A98C2E0D}">
      <dsp:nvSpPr>
        <dsp:cNvPr id="0" name=""/>
        <dsp:cNvSpPr/>
      </dsp:nvSpPr>
      <dsp:spPr>
        <a:xfrm>
          <a:off x="4152661" y="635453"/>
          <a:ext cx="3006730" cy="35373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3010AA-CD2E-4825-97A2-E3172622382A}">
      <dsp:nvSpPr>
        <dsp:cNvPr id="0" name=""/>
        <dsp:cNvSpPr/>
      </dsp:nvSpPr>
      <dsp:spPr>
        <a:xfrm>
          <a:off x="4152661" y="768300"/>
          <a:ext cx="220885" cy="22088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CE811B-3A1A-4731-9320-96B41B3F03D9}">
      <dsp:nvSpPr>
        <dsp:cNvPr id="0" name=""/>
        <dsp:cNvSpPr/>
      </dsp:nvSpPr>
      <dsp:spPr>
        <a:xfrm>
          <a:off x="4152661" y="0"/>
          <a:ext cx="3006730" cy="635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75" tIns="44450" rIns="66675" bIns="44450" numCol="1" spcCol="1270" anchor="ctr" anchorCtr="0">
          <a:noAutofit/>
        </a:bodyPr>
        <a:lstStyle/>
        <a:p>
          <a:pPr marL="0" lvl="0" indent="0" algn="l" defTabSz="1555750">
            <a:lnSpc>
              <a:spcPct val="90000"/>
            </a:lnSpc>
            <a:spcBef>
              <a:spcPct val="0"/>
            </a:spcBef>
            <a:spcAft>
              <a:spcPct val="35000"/>
            </a:spcAft>
            <a:buNone/>
          </a:pPr>
          <a:r>
            <a:rPr lang="en-NZ" sz="3500" kern="1200" dirty="0">
              <a:solidFill>
                <a:schemeClr val="tx1">
                  <a:lumMod val="65000"/>
                  <a:lumOff val="35000"/>
                </a:schemeClr>
              </a:solidFill>
            </a:rPr>
            <a:t>SMTP</a:t>
          </a:r>
        </a:p>
      </dsp:txBody>
      <dsp:txXfrm>
        <a:off x="4152661" y="0"/>
        <a:ext cx="3006730" cy="635453"/>
      </dsp:txXfrm>
    </dsp:sp>
    <dsp:sp modelId="{70ED902F-C257-4E9E-9CA8-142BC30C903C}">
      <dsp:nvSpPr>
        <dsp:cNvPr id="0" name=""/>
        <dsp:cNvSpPr/>
      </dsp:nvSpPr>
      <dsp:spPr>
        <a:xfrm>
          <a:off x="4152661" y="1283177"/>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B61F22-D323-49E1-9679-77D8876C1F66}">
      <dsp:nvSpPr>
        <dsp:cNvPr id="0" name=""/>
        <dsp:cNvSpPr/>
      </dsp:nvSpPr>
      <dsp:spPr>
        <a:xfrm>
          <a:off x="4363132" y="1136181"/>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NZ" sz="1400" kern="1200"/>
            <a:t>Push protocol</a:t>
          </a:r>
        </a:p>
      </dsp:txBody>
      <dsp:txXfrm>
        <a:off x="4363132" y="1136181"/>
        <a:ext cx="2796259" cy="514871"/>
      </dsp:txXfrm>
    </dsp:sp>
    <dsp:sp modelId="{2EED1300-3F14-4C6D-BCA5-5AA856D80A91}">
      <dsp:nvSpPr>
        <dsp:cNvPr id="0" name=""/>
        <dsp:cNvSpPr/>
      </dsp:nvSpPr>
      <dsp:spPr>
        <a:xfrm>
          <a:off x="4152661" y="1798049"/>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B1D248-748D-4B37-8204-2825A05EC733}">
      <dsp:nvSpPr>
        <dsp:cNvPr id="0" name=""/>
        <dsp:cNvSpPr/>
      </dsp:nvSpPr>
      <dsp:spPr>
        <a:xfrm>
          <a:off x="4363132" y="1651053"/>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Asynchronous communication</a:t>
          </a:r>
          <a:endParaRPr lang="en-NZ" sz="1400" kern="1200" dirty="0"/>
        </a:p>
      </dsp:txBody>
      <dsp:txXfrm>
        <a:off x="4363132" y="1651053"/>
        <a:ext cx="2796259" cy="514871"/>
      </dsp:txXfrm>
    </dsp:sp>
    <dsp:sp modelId="{BD90E211-C95E-4D36-A855-FC1D39B8FB46}">
      <dsp:nvSpPr>
        <dsp:cNvPr id="0" name=""/>
        <dsp:cNvSpPr/>
      </dsp:nvSpPr>
      <dsp:spPr>
        <a:xfrm>
          <a:off x="4152661" y="2312920"/>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C48A37-3C1D-4BE7-AC97-4F07D02E93B1}">
      <dsp:nvSpPr>
        <dsp:cNvPr id="0" name=""/>
        <dsp:cNvSpPr/>
      </dsp:nvSpPr>
      <dsp:spPr>
        <a:xfrm>
          <a:off x="4363132" y="2165924"/>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Store-and-forward architecture</a:t>
          </a:r>
          <a:endParaRPr lang="en-NZ" sz="1400" kern="1200" dirty="0"/>
        </a:p>
      </dsp:txBody>
      <dsp:txXfrm>
        <a:off x="4363132" y="2165924"/>
        <a:ext cx="2796259" cy="514871"/>
      </dsp:txXfrm>
    </dsp:sp>
    <dsp:sp modelId="{B0856F6D-02EC-904D-924B-71CC75DB2717}">
      <dsp:nvSpPr>
        <dsp:cNvPr id="0" name=""/>
        <dsp:cNvSpPr/>
      </dsp:nvSpPr>
      <dsp:spPr>
        <a:xfrm>
          <a:off x="4152661" y="2827791"/>
          <a:ext cx="220879" cy="22087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8F39F5-2BCC-C04F-80B5-E83DA17F3DFB}">
      <dsp:nvSpPr>
        <dsp:cNvPr id="0" name=""/>
        <dsp:cNvSpPr/>
      </dsp:nvSpPr>
      <dsp:spPr>
        <a:xfrm>
          <a:off x="4363132" y="2680796"/>
          <a:ext cx="2796259" cy="514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NZ" sz="1400" kern="1200" dirty="0"/>
            <a:t>based on 7-bits ASCII</a:t>
          </a:r>
        </a:p>
      </dsp:txBody>
      <dsp:txXfrm>
        <a:off x="4363132" y="2680796"/>
        <a:ext cx="2796259" cy="5148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4A4F7E-1C3D-4C0B-AF96-E5A1EEF32719}">
      <dsp:nvSpPr>
        <dsp:cNvPr id="0" name=""/>
        <dsp:cNvSpPr/>
      </dsp:nvSpPr>
      <dsp:spPr>
        <a:xfrm>
          <a:off x="0" y="762001"/>
          <a:ext cx="8229600" cy="1740960"/>
        </a:xfrm>
        <a:prstGeom prst="right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BB6693-F7DB-423B-9CB0-0AD384958AB8}">
      <dsp:nvSpPr>
        <dsp:cNvPr id="0" name=""/>
        <dsp:cNvSpPr/>
      </dsp:nvSpPr>
      <dsp:spPr>
        <a:xfrm>
          <a:off x="5939938" y="2486401"/>
          <a:ext cx="1466701" cy="235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The mail server deletes the messages that were marked for deletion and closes the connection.</a:t>
          </a:r>
          <a:endParaRPr lang="en-AU" sz="1500" kern="1200" dirty="0"/>
        </a:p>
      </dsp:txBody>
      <dsp:txXfrm>
        <a:off x="5939938" y="2486401"/>
        <a:ext cx="1466701" cy="2352300"/>
      </dsp:txXfrm>
    </dsp:sp>
    <dsp:sp modelId="{324A9B4E-C0C2-46EF-BE4B-6233A59D988F}">
      <dsp:nvSpPr>
        <dsp:cNvPr id="0" name=""/>
        <dsp:cNvSpPr/>
      </dsp:nvSpPr>
      <dsp:spPr>
        <a:xfrm>
          <a:off x="5939938" y="1219198"/>
          <a:ext cx="1466701" cy="870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2720" rIns="0" bIns="172720" numCol="1" spcCol="1270" anchor="ctr" anchorCtr="0">
          <a:noAutofit/>
        </a:bodyPr>
        <a:lstStyle/>
        <a:p>
          <a:pPr marL="0" lvl="0" indent="0" algn="ctr" defTabSz="755650">
            <a:lnSpc>
              <a:spcPct val="90000"/>
            </a:lnSpc>
            <a:spcBef>
              <a:spcPct val="0"/>
            </a:spcBef>
            <a:spcAft>
              <a:spcPct val="35000"/>
            </a:spcAft>
            <a:buNone/>
          </a:pPr>
          <a:r>
            <a:rPr lang="en-GB" sz="1700" kern="1200" dirty="0"/>
            <a:t>Update state</a:t>
          </a:r>
          <a:endParaRPr lang="en-AU" sz="1700" kern="1200" dirty="0"/>
        </a:p>
      </dsp:txBody>
      <dsp:txXfrm>
        <a:off x="5939938" y="1219198"/>
        <a:ext cx="1466701" cy="870480"/>
      </dsp:txXfrm>
    </dsp:sp>
    <dsp:sp modelId="{36BF018F-A5F4-4751-84E5-B2FEF122728E}">
      <dsp:nvSpPr>
        <dsp:cNvPr id="0" name=""/>
        <dsp:cNvSpPr/>
      </dsp:nvSpPr>
      <dsp:spPr>
        <a:xfrm>
          <a:off x="4179897" y="2486401"/>
          <a:ext cx="1466701" cy="235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66750">
            <a:lnSpc>
              <a:spcPct val="90000"/>
            </a:lnSpc>
            <a:spcBef>
              <a:spcPct val="0"/>
            </a:spcBef>
            <a:spcAft>
              <a:spcPct val="15000"/>
            </a:spcAft>
            <a:buChar char="•"/>
          </a:pPr>
          <a:r>
            <a:rPr lang="en-GB" sz="1500" kern="1200"/>
            <a:t>The user agent retrieves messages.</a:t>
          </a:r>
          <a:endParaRPr lang="en-AU" sz="1500" kern="1200"/>
        </a:p>
        <a:p>
          <a:pPr marL="114300" lvl="1" indent="-114300" algn="l" defTabSz="666750">
            <a:lnSpc>
              <a:spcPct val="90000"/>
            </a:lnSpc>
            <a:spcBef>
              <a:spcPct val="0"/>
            </a:spcBef>
            <a:spcAft>
              <a:spcPct val="15000"/>
            </a:spcAft>
            <a:buChar char="•"/>
          </a:pPr>
          <a:r>
            <a:rPr lang="en-GB" sz="1500" kern="1200" dirty="0"/>
            <a:t>The user agent can mark messages for deletion, remove marks, and obtain mail statistics.</a:t>
          </a:r>
          <a:endParaRPr lang="en-AU" sz="1500" kern="1200" dirty="0"/>
        </a:p>
      </dsp:txBody>
      <dsp:txXfrm>
        <a:off x="4179897" y="2486401"/>
        <a:ext cx="1466701" cy="2352300"/>
      </dsp:txXfrm>
    </dsp:sp>
    <dsp:sp modelId="{B94A16A5-550C-40C7-8902-433F03D53667}">
      <dsp:nvSpPr>
        <dsp:cNvPr id="0" name=""/>
        <dsp:cNvSpPr/>
      </dsp:nvSpPr>
      <dsp:spPr>
        <a:xfrm>
          <a:off x="4179897" y="1219198"/>
          <a:ext cx="1466701" cy="870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2720" rIns="0" bIns="172720" numCol="1" spcCol="1270" anchor="ctr" anchorCtr="0">
          <a:noAutofit/>
        </a:bodyPr>
        <a:lstStyle/>
        <a:p>
          <a:pPr marL="0" lvl="0" indent="0" algn="ctr" defTabSz="755650">
            <a:lnSpc>
              <a:spcPct val="90000"/>
            </a:lnSpc>
            <a:spcBef>
              <a:spcPct val="0"/>
            </a:spcBef>
            <a:spcAft>
              <a:spcPct val="35000"/>
            </a:spcAft>
            <a:buNone/>
          </a:pPr>
          <a:r>
            <a:rPr lang="en-GB" sz="1700" kern="1200" dirty="0"/>
            <a:t>Transaction state</a:t>
          </a:r>
          <a:endParaRPr lang="en-AU" sz="1700" kern="1200" dirty="0"/>
        </a:p>
      </dsp:txBody>
      <dsp:txXfrm>
        <a:off x="4179897" y="1219198"/>
        <a:ext cx="1466701" cy="870480"/>
      </dsp:txXfrm>
    </dsp:sp>
    <dsp:sp modelId="{4E0A92ED-8513-4838-85BA-C67DEB9EADAE}">
      <dsp:nvSpPr>
        <dsp:cNvPr id="0" name=""/>
        <dsp:cNvSpPr/>
      </dsp:nvSpPr>
      <dsp:spPr>
        <a:xfrm>
          <a:off x="2419856" y="2486401"/>
          <a:ext cx="1466701" cy="235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The user agent sends a username and a password (cleartext) to authenticate the user. </a:t>
          </a:r>
          <a:endParaRPr lang="en-AU" sz="1500" kern="1200" dirty="0"/>
        </a:p>
      </dsp:txBody>
      <dsp:txXfrm>
        <a:off x="2419856" y="2486401"/>
        <a:ext cx="1466701" cy="2352300"/>
      </dsp:txXfrm>
    </dsp:sp>
    <dsp:sp modelId="{7B7B092E-198A-44B2-8238-A07D4503106B}">
      <dsp:nvSpPr>
        <dsp:cNvPr id="0" name=""/>
        <dsp:cNvSpPr/>
      </dsp:nvSpPr>
      <dsp:spPr>
        <a:xfrm>
          <a:off x="2419856" y="1219198"/>
          <a:ext cx="1466701" cy="870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2720" rIns="0" bIns="172720" numCol="1" spcCol="1270" anchor="ctr" anchorCtr="0">
          <a:noAutofit/>
        </a:bodyPr>
        <a:lstStyle/>
        <a:p>
          <a:pPr marL="0" lvl="0" indent="0" algn="ctr" defTabSz="755650">
            <a:lnSpc>
              <a:spcPct val="90000"/>
            </a:lnSpc>
            <a:spcBef>
              <a:spcPct val="0"/>
            </a:spcBef>
            <a:spcAft>
              <a:spcPct val="35000"/>
            </a:spcAft>
            <a:buNone/>
          </a:pPr>
          <a:r>
            <a:rPr lang="en-GB" sz="1700" kern="1200" dirty="0"/>
            <a:t>Authentication state</a:t>
          </a:r>
          <a:endParaRPr lang="en-AU" sz="1700" kern="1200" dirty="0"/>
        </a:p>
      </dsp:txBody>
      <dsp:txXfrm>
        <a:off x="2419856" y="1219198"/>
        <a:ext cx="1466701" cy="870480"/>
      </dsp:txXfrm>
    </dsp:sp>
    <dsp:sp modelId="{58B24EEF-5E13-4020-87B4-728B4A8B5789}">
      <dsp:nvSpPr>
        <dsp:cNvPr id="0" name=""/>
        <dsp:cNvSpPr/>
      </dsp:nvSpPr>
      <dsp:spPr>
        <a:xfrm>
          <a:off x="659814" y="2486401"/>
          <a:ext cx="1466701" cy="2352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The user agent establishes a TCP connection to the mail server on port 110.</a:t>
          </a:r>
          <a:endParaRPr lang="en-AU" sz="1500" kern="1200" dirty="0"/>
        </a:p>
      </dsp:txBody>
      <dsp:txXfrm>
        <a:off x="659814" y="2486401"/>
        <a:ext cx="1466701" cy="2352300"/>
      </dsp:txXfrm>
    </dsp:sp>
    <dsp:sp modelId="{2C63F73E-7F9B-4FF8-83E8-5BE3A678914A}">
      <dsp:nvSpPr>
        <dsp:cNvPr id="0" name=""/>
        <dsp:cNvSpPr/>
      </dsp:nvSpPr>
      <dsp:spPr>
        <a:xfrm>
          <a:off x="659814" y="1219198"/>
          <a:ext cx="1466701" cy="870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2720" rIns="0" bIns="172720" numCol="1" spcCol="1270" anchor="ctr" anchorCtr="0">
          <a:noAutofit/>
        </a:bodyPr>
        <a:lstStyle/>
        <a:p>
          <a:pPr marL="0" lvl="0" indent="0" algn="ctr" defTabSz="755650">
            <a:lnSpc>
              <a:spcPct val="90000"/>
            </a:lnSpc>
            <a:spcBef>
              <a:spcPct val="0"/>
            </a:spcBef>
            <a:spcAft>
              <a:spcPct val="35000"/>
            </a:spcAft>
            <a:buNone/>
          </a:pPr>
          <a:r>
            <a:rPr lang="en-GB" sz="1700" kern="1200" dirty="0"/>
            <a:t>Connection establishment</a:t>
          </a:r>
          <a:endParaRPr lang="en-AU" sz="1700" kern="1200" dirty="0"/>
        </a:p>
      </dsp:txBody>
      <dsp:txXfrm>
        <a:off x="659814" y="1219198"/>
        <a:ext cx="1466701" cy="8704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F9B12B-B49B-4616-9BB4-F3103346FB55}">
      <dsp:nvSpPr>
        <dsp:cNvPr id="0" name=""/>
        <dsp:cNvSpPr/>
      </dsp:nvSpPr>
      <dsp:spPr>
        <a:xfrm>
          <a:off x="0" y="891540"/>
          <a:ext cx="8229600" cy="16459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1DE6F3-8E80-4248-843B-383A33C874AA}">
      <dsp:nvSpPr>
        <dsp:cNvPr id="0" name=""/>
        <dsp:cNvSpPr/>
      </dsp:nvSpPr>
      <dsp:spPr>
        <a:xfrm>
          <a:off x="497890" y="1261872"/>
          <a:ext cx="905256" cy="9052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FEEA80-1503-4A5B-95FD-65C5040D574E}">
      <dsp:nvSpPr>
        <dsp:cNvPr id="0" name=""/>
        <dsp:cNvSpPr/>
      </dsp:nvSpPr>
      <dsp:spPr>
        <a:xfrm>
          <a:off x="1901037" y="891540"/>
          <a:ext cx="3703320" cy="164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74193" rIns="174193" bIns="174193" numCol="1" spcCol="1270" anchor="ctr" anchorCtr="0">
          <a:noAutofit/>
        </a:bodyPr>
        <a:lstStyle/>
        <a:p>
          <a:pPr marL="0" lvl="0" indent="0" algn="l" defTabSz="1111250">
            <a:lnSpc>
              <a:spcPct val="100000"/>
            </a:lnSpc>
            <a:spcBef>
              <a:spcPct val="0"/>
            </a:spcBef>
            <a:spcAft>
              <a:spcPct val="35000"/>
            </a:spcAft>
            <a:buNone/>
          </a:pPr>
          <a:r>
            <a:rPr lang="en-GB" sz="2500" kern="1200" dirty="0"/>
            <a:t>Web-based email is accessed through a web browser</a:t>
          </a:r>
          <a:endParaRPr lang="en-US" sz="2500" kern="1200" dirty="0"/>
        </a:p>
      </dsp:txBody>
      <dsp:txXfrm>
        <a:off x="1901037" y="891540"/>
        <a:ext cx="3703320" cy="1645920"/>
      </dsp:txXfrm>
    </dsp:sp>
    <dsp:sp modelId="{83BBE223-A2BC-4FF7-AE59-0E5560CFB0B1}">
      <dsp:nvSpPr>
        <dsp:cNvPr id="0" name=""/>
        <dsp:cNvSpPr/>
      </dsp:nvSpPr>
      <dsp:spPr>
        <a:xfrm>
          <a:off x="5604357" y="891540"/>
          <a:ext cx="2625242" cy="164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74193" rIns="174193" bIns="174193" numCol="1" spcCol="1270" anchor="ctr" anchorCtr="0">
          <a:noAutofit/>
        </a:bodyPr>
        <a:lstStyle/>
        <a:p>
          <a:pPr marL="0" lvl="0" indent="0" algn="l" defTabSz="711200">
            <a:lnSpc>
              <a:spcPct val="100000"/>
            </a:lnSpc>
            <a:spcBef>
              <a:spcPct val="0"/>
            </a:spcBef>
            <a:spcAft>
              <a:spcPct val="35000"/>
            </a:spcAft>
            <a:buNone/>
          </a:pPr>
          <a:r>
            <a:rPr lang="en-GB" sz="1600" kern="1200" dirty="0"/>
            <a:t>HTTP for communication between the user's browser and the mail server</a:t>
          </a:r>
          <a:endParaRPr lang="en-US" sz="1600" kern="1200" dirty="0"/>
        </a:p>
      </dsp:txBody>
      <dsp:txXfrm>
        <a:off x="5604357" y="891540"/>
        <a:ext cx="2625242" cy="1645920"/>
      </dsp:txXfrm>
    </dsp:sp>
    <dsp:sp modelId="{9E4F88D0-63A8-428D-9099-418BACD2513C}">
      <dsp:nvSpPr>
        <dsp:cNvPr id="0" name=""/>
        <dsp:cNvSpPr/>
      </dsp:nvSpPr>
      <dsp:spPr>
        <a:xfrm>
          <a:off x="0" y="2948939"/>
          <a:ext cx="8229600" cy="16459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D0DCD0-D2A6-4930-A83A-F1939841211D}">
      <dsp:nvSpPr>
        <dsp:cNvPr id="0" name=""/>
        <dsp:cNvSpPr/>
      </dsp:nvSpPr>
      <dsp:spPr>
        <a:xfrm>
          <a:off x="497890" y="3319272"/>
          <a:ext cx="905256" cy="9052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617A03-0D18-44AE-8AF9-A98B9589336E}">
      <dsp:nvSpPr>
        <dsp:cNvPr id="0" name=""/>
        <dsp:cNvSpPr/>
      </dsp:nvSpPr>
      <dsp:spPr>
        <a:xfrm>
          <a:off x="1901037" y="2948939"/>
          <a:ext cx="3703320" cy="164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74193" rIns="174193" bIns="174193" numCol="1" spcCol="1270" anchor="ctr" anchorCtr="0">
          <a:noAutofit/>
        </a:bodyPr>
        <a:lstStyle/>
        <a:p>
          <a:pPr marL="0" lvl="0" indent="0" algn="l" defTabSz="1111250">
            <a:lnSpc>
              <a:spcPct val="100000"/>
            </a:lnSpc>
            <a:spcBef>
              <a:spcPct val="0"/>
            </a:spcBef>
            <a:spcAft>
              <a:spcPct val="35000"/>
            </a:spcAft>
            <a:buNone/>
          </a:pPr>
          <a:r>
            <a:rPr lang="en-US" sz="2500" kern="1200" dirty="0"/>
            <a:t>Web-based email services</a:t>
          </a:r>
        </a:p>
      </dsp:txBody>
      <dsp:txXfrm>
        <a:off x="1901037" y="2948939"/>
        <a:ext cx="3703320" cy="1645920"/>
      </dsp:txXfrm>
    </dsp:sp>
    <dsp:sp modelId="{27AEA79E-0947-48BD-975F-4ACA3163C8D6}">
      <dsp:nvSpPr>
        <dsp:cNvPr id="0" name=""/>
        <dsp:cNvSpPr/>
      </dsp:nvSpPr>
      <dsp:spPr>
        <a:xfrm>
          <a:off x="5604357" y="2948939"/>
          <a:ext cx="2625242" cy="164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174193" rIns="174193" bIns="174193" numCol="1" spcCol="1270" anchor="ctr" anchorCtr="0">
          <a:noAutofit/>
        </a:bodyPr>
        <a:lstStyle/>
        <a:p>
          <a:pPr marL="0" lvl="0" indent="0" algn="l" defTabSz="711200">
            <a:lnSpc>
              <a:spcPct val="100000"/>
            </a:lnSpc>
            <a:spcBef>
              <a:spcPct val="0"/>
            </a:spcBef>
            <a:spcAft>
              <a:spcPct val="35000"/>
            </a:spcAft>
            <a:buNone/>
          </a:pPr>
          <a:r>
            <a:rPr lang="en-NZ" sz="1600" kern="1200"/>
            <a:t>Outlook</a:t>
          </a:r>
          <a:endParaRPr lang="en-US" sz="1600" kern="1200" dirty="0"/>
        </a:p>
        <a:p>
          <a:pPr marL="0" lvl="0" indent="0" algn="l" defTabSz="711200">
            <a:lnSpc>
              <a:spcPct val="100000"/>
            </a:lnSpc>
            <a:spcBef>
              <a:spcPct val="0"/>
            </a:spcBef>
            <a:spcAft>
              <a:spcPct val="35000"/>
            </a:spcAft>
            <a:buNone/>
          </a:pPr>
          <a:r>
            <a:rPr lang="en-NZ" sz="1600" kern="1200" dirty="0"/>
            <a:t>Gmail</a:t>
          </a:r>
          <a:endParaRPr lang="en-US" sz="1600" kern="1200" dirty="0"/>
        </a:p>
      </dsp:txBody>
      <dsp:txXfrm>
        <a:off x="5604357" y="2948939"/>
        <a:ext cx="2625242" cy="16459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C45FA5-EFA1-4796-B01D-3B903D38AE08}">
      <dsp:nvSpPr>
        <dsp:cNvPr id="0" name=""/>
        <dsp:cNvSpPr/>
      </dsp:nvSpPr>
      <dsp:spPr>
        <a:xfrm>
          <a:off x="0" y="661725"/>
          <a:ext cx="845820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solidFill>
                <a:schemeClr val="tx1">
                  <a:lumMod val="85000"/>
                  <a:lumOff val="15000"/>
                </a:schemeClr>
              </a:solidFill>
            </a:rPr>
            <a:t>A directory lookup service</a:t>
          </a:r>
          <a:endParaRPr lang="en-AU" sz="2700" kern="1200" dirty="0">
            <a:solidFill>
              <a:schemeClr val="tx1">
                <a:lumMod val="85000"/>
                <a:lumOff val="15000"/>
              </a:schemeClr>
            </a:solidFill>
          </a:endParaRPr>
        </a:p>
      </dsp:txBody>
      <dsp:txXfrm>
        <a:off x="33926" y="695651"/>
        <a:ext cx="8390348" cy="627128"/>
      </dsp:txXfrm>
    </dsp:sp>
    <dsp:sp modelId="{D8986B36-90CD-4550-AC08-F01F9CCF90C3}">
      <dsp:nvSpPr>
        <dsp:cNvPr id="0" name=""/>
        <dsp:cNvSpPr/>
      </dsp:nvSpPr>
      <dsp:spPr>
        <a:xfrm>
          <a:off x="0" y="1356705"/>
          <a:ext cx="8458200"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Provide a mapping between the name of a host on the Internet and its numerical address</a:t>
          </a:r>
          <a:endParaRPr lang="en-AU" sz="2100" kern="1200" dirty="0"/>
        </a:p>
      </dsp:txBody>
      <dsp:txXfrm>
        <a:off x="0" y="1356705"/>
        <a:ext cx="8458200" cy="726570"/>
      </dsp:txXfrm>
    </dsp:sp>
    <dsp:sp modelId="{0F81E67A-4DE7-4E12-9C68-686163EE533F}">
      <dsp:nvSpPr>
        <dsp:cNvPr id="0" name=""/>
        <dsp:cNvSpPr/>
      </dsp:nvSpPr>
      <dsp:spPr>
        <a:xfrm>
          <a:off x="0" y="2083275"/>
          <a:ext cx="845820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solidFill>
                <a:schemeClr val="tx1">
                  <a:lumMod val="85000"/>
                  <a:lumOff val="15000"/>
                </a:schemeClr>
              </a:solidFill>
            </a:rPr>
            <a:t>A distributed database </a:t>
          </a:r>
          <a:endParaRPr lang="en-AU" sz="2700" kern="1200" dirty="0">
            <a:solidFill>
              <a:schemeClr val="tx1">
                <a:lumMod val="85000"/>
                <a:lumOff val="15000"/>
              </a:schemeClr>
            </a:solidFill>
          </a:endParaRPr>
        </a:p>
      </dsp:txBody>
      <dsp:txXfrm>
        <a:off x="33926" y="2117201"/>
        <a:ext cx="8390348" cy="627128"/>
      </dsp:txXfrm>
    </dsp:sp>
    <dsp:sp modelId="{A50E0F25-C8BD-49C5-A834-71BA195BB464}">
      <dsp:nvSpPr>
        <dsp:cNvPr id="0" name=""/>
        <dsp:cNvSpPr/>
      </dsp:nvSpPr>
      <dsp:spPr>
        <a:xfrm>
          <a:off x="0" y="2778255"/>
          <a:ext cx="8458200" cy="44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Implemented in a hierarchy of DNS servers</a:t>
          </a:r>
          <a:endParaRPr lang="en-AU" sz="2100" kern="1200"/>
        </a:p>
      </dsp:txBody>
      <dsp:txXfrm>
        <a:off x="0" y="2778255"/>
        <a:ext cx="8458200" cy="447120"/>
      </dsp:txXfrm>
    </dsp:sp>
    <dsp:sp modelId="{2E67B48A-13B6-4092-9522-EFF50B57A86D}">
      <dsp:nvSpPr>
        <dsp:cNvPr id="0" name=""/>
        <dsp:cNvSpPr/>
      </dsp:nvSpPr>
      <dsp:spPr>
        <a:xfrm>
          <a:off x="0" y="3225375"/>
          <a:ext cx="8458200" cy="6949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solidFill>
                <a:schemeClr val="tx1">
                  <a:lumMod val="85000"/>
                  <a:lumOff val="15000"/>
                </a:schemeClr>
              </a:solidFill>
            </a:rPr>
            <a:t>An application-layer protocol (over UDP on port 53) </a:t>
          </a:r>
          <a:endParaRPr lang="en-AU" sz="2700" kern="1200" dirty="0">
            <a:solidFill>
              <a:schemeClr val="tx1">
                <a:lumMod val="85000"/>
                <a:lumOff val="15000"/>
              </a:schemeClr>
            </a:solidFill>
          </a:endParaRPr>
        </a:p>
      </dsp:txBody>
      <dsp:txXfrm>
        <a:off x="33926" y="3259301"/>
        <a:ext cx="8390348" cy="627128"/>
      </dsp:txXfrm>
    </dsp:sp>
    <dsp:sp modelId="{7EBF8EF9-F9AE-4C8F-A083-40AE5E1634C0}">
      <dsp:nvSpPr>
        <dsp:cNvPr id="0" name=""/>
        <dsp:cNvSpPr/>
      </dsp:nvSpPr>
      <dsp:spPr>
        <a:xfrm>
          <a:off x="0" y="3920354"/>
          <a:ext cx="8458200" cy="44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Allow hosts to query the distributed database</a:t>
          </a:r>
          <a:endParaRPr lang="en-AU" sz="2100" kern="1200"/>
        </a:p>
      </dsp:txBody>
      <dsp:txXfrm>
        <a:off x="0" y="3920354"/>
        <a:ext cx="8458200" cy="447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AFE0F-0125-4E98-A203-03770546A2AA}">
      <dsp:nvSpPr>
        <dsp:cNvPr id="0" name=""/>
        <dsp:cNvSpPr/>
      </dsp:nvSpPr>
      <dsp:spPr>
        <a:xfrm>
          <a:off x="609600" y="0"/>
          <a:ext cx="4267200" cy="426720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8C999E-4D8E-4E01-9AED-BF0222C917CE}">
      <dsp:nvSpPr>
        <dsp:cNvPr id="0" name=""/>
        <dsp:cNvSpPr/>
      </dsp:nvSpPr>
      <dsp:spPr>
        <a:xfrm>
          <a:off x="1014984" y="405383"/>
          <a:ext cx="1664208" cy="166420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lumMod val="85000"/>
                  <a:lumOff val="15000"/>
                </a:schemeClr>
              </a:solidFill>
            </a:rPr>
            <a:t>Single point of failure</a:t>
          </a:r>
          <a:endParaRPr lang="en-AU" sz="1800" kern="1200" dirty="0">
            <a:solidFill>
              <a:schemeClr val="tx1">
                <a:lumMod val="85000"/>
                <a:lumOff val="15000"/>
              </a:schemeClr>
            </a:solidFill>
          </a:endParaRPr>
        </a:p>
      </dsp:txBody>
      <dsp:txXfrm>
        <a:off x="1096224" y="486623"/>
        <a:ext cx="1501728" cy="1501728"/>
      </dsp:txXfrm>
    </dsp:sp>
    <dsp:sp modelId="{1BA16730-8602-4F4C-8077-013192E8A9DE}">
      <dsp:nvSpPr>
        <dsp:cNvPr id="0" name=""/>
        <dsp:cNvSpPr/>
      </dsp:nvSpPr>
      <dsp:spPr>
        <a:xfrm>
          <a:off x="2807207" y="405383"/>
          <a:ext cx="1664208" cy="166420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lumMod val="85000"/>
                  <a:lumOff val="15000"/>
                </a:schemeClr>
              </a:solidFill>
            </a:rPr>
            <a:t>Traffic volume</a:t>
          </a:r>
          <a:endParaRPr lang="en-AU" sz="1800" kern="1200" dirty="0">
            <a:solidFill>
              <a:schemeClr val="tx1">
                <a:lumMod val="85000"/>
                <a:lumOff val="15000"/>
              </a:schemeClr>
            </a:solidFill>
          </a:endParaRPr>
        </a:p>
      </dsp:txBody>
      <dsp:txXfrm>
        <a:off x="2888447" y="486623"/>
        <a:ext cx="1501728" cy="1501728"/>
      </dsp:txXfrm>
    </dsp:sp>
    <dsp:sp modelId="{959B3E71-2A96-45DA-8C49-6F91625347B9}">
      <dsp:nvSpPr>
        <dsp:cNvPr id="0" name=""/>
        <dsp:cNvSpPr/>
      </dsp:nvSpPr>
      <dsp:spPr>
        <a:xfrm>
          <a:off x="1014984" y="2197607"/>
          <a:ext cx="1664208" cy="166420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lumMod val="85000"/>
                  <a:lumOff val="15000"/>
                </a:schemeClr>
              </a:solidFill>
            </a:rPr>
            <a:t>Distant </a:t>
          </a:r>
          <a:r>
            <a:rPr lang="en-US" sz="1800" kern="1200" dirty="0" err="1">
              <a:solidFill>
                <a:schemeClr val="tx1">
                  <a:lumMod val="85000"/>
                  <a:lumOff val="15000"/>
                </a:schemeClr>
              </a:solidFill>
            </a:rPr>
            <a:t>centralised</a:t>
          </a:r>
          <a:r>
            <a:rPr lang="en-US" sz="1800" kern="1200" dirty="0">
              <a:solidFill>
                <a:schemeClr val="tx1">
                  <a:lumMod val="85000"/>
                  <a:lumOff val="15000"/>
                </a:schemeClr>
              </a:solidFill>
            </a:rPr>
            <a:t> database</a:t>
          </a:r>
          <a:endParaRPr lang="en-AU" sz="1800" kern="1200" dirty="0">
            <a:solidFill>
              <a:schemeClr val="tx1">
                <a:lumMod val="85000"/>
                <a:lumOff val="15000"/>
              </a:schemeClr>
            </a:solidFill>
          </a:endParaRPr>
        </a:p>
      </dsp:txBody>
      <dsp:txXfrm>
        <a:off x="1096224" y="2278847"/>
        <a:ext cx="1501728" cy="1501728"/>
      </dsp:txXfrm>
    </dsp:sp>
    <dsp:sp modelId="{CF8215AC-CD3E-4B8D-BA9F-8452ECCB536D}">
      <dsp:nvSpPr>
        <dsp:cNvPr id="0" name=""/>
        <dsp:cNvSpPr/>
      </dsp:nvSpPr>
      <dsp:spPr>
        <a:xfrm>
          <a:off x="2807207" y="2197607"/>
          <a:ext cx="1664208" cy="166420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lumMod val="85000"/>
                  <a:lumOff val="15000"/>
                </a:schemeClr>
              </a:solidFill>
            </a:rPr>
            <a:t>Maintenance</a:t>
          </a:r>
          <a:endParaRPr lang="en-AU" sz="1800" kern="1200" dirty="0">
            <a:solidFill>
              <a:schemeClr val="tx1">
                <a:lumMod val="85000"/>
                <a:lumOff val="15000"/>
              </a:schemeClr>
            </a:solidFill>
          </a:endParaRPr>
        </a:p>
      </dsp:txBody>
      <dsp:txXfrm>
        <a:off x="2888447" y="2278847"/>
        <a:ext cx="1501728" cy="1501728"/>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434999" cy="354965"/>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5797247" y="1"/>
            <a:ext cx="4434999" cy="354965"/>
          </a:xfrm>
          <a:prstGeom prst="rect">
            <a:avLst/>
          </a:prstGeom>
        </p:spPr>
        <p:txBody>
          <a:bodyPr vert="horz" lIns="99048" tIns="49524" rIns="99048" bIns="49524" rtlCol="0"/>
          <a:lstStyle>
            <a:lvl1pPr algn="r">
              <a:defRPr sz="1300"/>
            </a:lvl1pPr>
          </a:lstStyle>
          <a:p>
            <a:fld id="{9171B9FB-064D-4E1A-BDB0-8DB78ADBE212}" type="datetimeFigureOut">
              <a:rPr lang="en-US" smtClean="0"/>
              <a:pPr/>
              <a:t>10/16/25</a:t>
            </a:fld>
            <a:endParaRPr lang="en-US"/>
          </a:p>
        </p:txBody>
      </p:sp>
      <p:sp>
        <p:nvSpPr>
          <p:cNvPr id="4" name="Footer Placeholder 3"/>
          <p:cNvSpPr>
            <a:spLocks noGrp="1"/>
          </p:cNvSpPr>
          <p:nvPr>
            <p:ph type="ftr" sz="quarter" idx="2"/>
          </p:nvPr>
        </p:nvSpPr>
        <p:spPr>
          <a:xfrm>
            <a:off x="1" y="6743104"/>
            <a:ext cx="4434999" cy="354965"/>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5797247" y="6743104"/>
            <a:ext cx="4434999" cy="354965"/>
          </a:xfrm>
          <a:prstGeom prst="rect">
            <a:avLst/>
          </a:prstGeom>
        </p:spPr>
        <p:txBody>
          <a:bodyPr vert="horz" lIns="99048" tIns="49524" rIns="99048" bIns="49524" rtlCol="0" anchor="b"/>
          <a:lstStyle>
            <a:lvl1pPr algn="r">
              <a:defRPr sz="1300"/>
            </a:lvl1pPr>
          </a:lstStyle>
          <a:p>
            <a:fld id="{7D18A78B-FBFA-426E-8172-10B041FD6729}" type="slidenum">
              <a:rPr lang="en-US" smtClean="0"/>
              <a:pPr/>
              <a:t>‹#›</a:t>
            </a:fld>
            <a:endParaRPr lang="en-US"/>
          </a:p>
        </p:txBody>
      </p:sp>
    </p:spTree>
    <p:extLst>
      <p:ext uri="{BB962C8B-B14F-4D97-AF65-F5344CB8AC3E}">
        <p14:creationId xmlns:p14="http://schemas.microsoft.com/office/powerpoint/2010/main" val="25020491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1"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a:lvl1pPr>
          </a:lstStyle>
          <a:p>
            <a:pPr>
              <a:defRPr/>
            </a:pPr>
            <a:endParaRPr lang="en-US"/>
          </a:p>
        </p:txBody>
      </p:sp>
      <p:sp>
        <p:nvSpPr>
          <p:cNvPr id="27651" name="Rectangle 3"/>
          <p:cNvSpPr>
            <a:spLocks noGrp="1" noChangeArrowheads="1"/>
          </p:cNvSpPr>
          <p:nvPr>
            <p:ph type="dt" idx="1"/>
          </p:nvPr>
        </p:nvSpPr>
        <p:spPr bwMode="auto">
          <a:xfrm>
            <a:off x="5797247"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a:lvl1pPr>
          </a:lstStyle>
          <a:p>
            <a:pPr>
              <a:defRPr/>
            </a:pPr>
            <a:endParaRPr lang="en-US"/>
          </a:p>
        </p:txBody>
      </p:sp>
      <p:sp>
        <p:nvSpPr>
          <p:cNvPr id="89092" name="Rectangle 4"/>
          <p:cNvSpPr>
            <a:spLocks noGrp="1" noRot="1" noChangeAspect="1" noChangeArrowheads="1" noTextEdit="1"/>
          </p:cNvSpPr>
          <p:nvPr>
            <p:ph type="sldImg" idx="2"/>
          </p:nvPr>
        </p:nvSpPr>
        <p:spPr bwMode="auto">
          <a:xfrm>
            <a:off x="3341688" y="533400"/>
            <a:ext cx="3551237" cy="2662238"/>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1023462" y="3372167"/>
            <a:ext cx="8187690" cy="319468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1"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a:lvl1pPr>
          </a:lstStyle>
          <a:p>
            <a:pPr>
              <a:defRPr/>
            </a:pPr>
            <a:endParaRPr lang="en-US"/>
          </a:p>
        </p:txBody>
      </p:sp>
      <p:sp>
        <p:nvSpPr>
          <p:cNvPr id="27655" name="Rectangle 7"/>
          <p:cNvSpPr>
            <a:spLocks noGrp="1" noChangeArrowheads="1"/>
          </p:cNvSpPr>
          <p:nvPr>
            <p:ph type="sldNum" sz="quarter" idx="5"/>
          </p:nvPr>
        </p:nvSpPr>
        <p:spPr bwMode="auto">
          <a:xfrm>
            <a:off x="5797247"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a:lvl1pPr>
          </a:lstStyle>
          <a:p>
            <a:pPr>
              <a:defRPr/>
            </a:pPr>
            <a:fld id="{CDD86EFA-503C-41EF-9C8B-1F7E04CC0902}" type="slidenum">
              <a:rPr lang="en-US"/>
              <a:pPr>
                <a:defRPr/>
              </a:pPr>
              <a:t>‹#›</a:t>
            </a:fld>
            <a:endParaRPr lang="en-US"/>
          </a:p>
        </p:txBody>
      </p:sp>
    </p:spTree>
    <p:extLst>
      <p:ext uri="{BB962C8B-B14F-4D97-AF65-F5344CB8AC3E}">
        <p14:creationId xmlns:p14="http://schemas.microsoft.com/office/powerpoint/2010/main" val="79183505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Tree>
    <p:extLst>
      <p:ext uri="{BB962C8B-B14F-4D97-AF65-F5344CB8AC3E}">
        <p14:creationId xmlns:p14="http://schemas.microsoft.com/office/powerpoint/2010/main" val="77445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a:defRPr/>
            </a:pPr>
            <a:fld id="{CDD86EFA-503C-41EF-9C8B-1F7E04CC0902}" type="slidenum">
              <a:rPr lang="en-US" smtClean="0"/>
              <a:pPr>
                <a:defRPr/>
              </a:pPr>
              <a:t>2</a:t>
            </a:fld>
            <a:endParaRPr lang="en-US"/>
          </a:p>
        </p:txBody>
      </p:sp>
    </p:spTree>
    <p:extLst>
      <p:ext uri="{BB962C8B-B14F-4D97-AF65-F5344CB8AC3E}">
        <p14:creationId xmlns:p14="http://schemas.microsoft.com/office/powerpoint/2010/main" val="83620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2764092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One of the Internet’s most important applications to date.</a:t>
            </a:r>
          </a:p>
          <a:p>
            <a:endParaRPr lang="en-NZ" dirty="0"/>
          </a:p>
          <a:p>
            <a:endParaRPr lang="en-NZ" dirty="0"/>
          </a:p>
        </p:txBody>
      </p:sp>
    </p:spTree>
    <p:extLst>
      <p:ext uri="{BB962C8B-B14F-4D97-AF65-F5344CB8AC3E}">
        <p14:creationId xmlns:p14="http://schemas.microsoft.com/office/powerpoint/2010/main" val="1479818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dirty="0"/>
              <a:t>SMTP is at the heart of Internet email.</a:t>
            </a:r>
          </a:p>
          <a:p>
            <a:endParaRPr lang="en-NZ"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SMTP: </a:t>
            </a:r>
            <a:r>
              <a:rPr lang="en-US" altLang="en-US" sz="1200" dirty="0">
                <a:solidFill>
                  <a:srgbClr val="FF0000"/>
                </a:solidFill>
              </a:rPr>
              <a:t>protocol</a:t>
            </a:r>
            <a:r>
              <a:rPr lang="en-US" altLang="en-US" sz="1200" dirty="0"/>
              <a:t> between mail servers to send email messages</a:t>
            </a:r>
          </a:p>
          <a:p>
            <a:endParaRPr lang="en-NZ" sz="1200" dirty="0"/>
          </a:p>
          <a:p>
            <a:pPr>
              <a:lnSpc>
                <a:spcPct val="80000"/>
              </a:lnSpc>
              <a:buFont typeface="ZapfDingbats" pitchFamily="82" charset="2"/>
              <a:buNone/>
            </a:pPr>
            <a:r>
              <a:rPr lang="en-US" altLang="en-US" sz="1200" dirty="0"/>
              <a:t>	</a:t>
            </a:r>
            <a:endParaRPr lang="en-NZ" dirty="0"/>
          </a:p>
        </p:txBody>
      </p:sp>
    </p:spTree>
    <p:extLst>
      <p:ext uri="{BB962C8B-B14F-4D97-AF65-F5344CB8AC3E}">
        <p14:creationId xmlns:p14="http://schemas.microsoft.com/office/powerpoint/2010/main" val="308266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SMTP is used to transfer a message from the SMTP sender to the SMTP receiver over a TCP connection.</a:t>
            </a:r>
            <a:endParaRPr lang="en-NZ" sz="1200" dirty="0"/>
          </a:p>
          <a:p>
            <a:endParaRPr lang="en-NZ" sz="1200" dirty="0"/>
          </a:p>
          <a:p>
            <a:pPr>
              <a:lnSpc>
                <a:spcPct val="80000"/>
              </a:lnSpc>
              <a:buFont typeface="ZapfDingbats" pitchFamily="82" charset="2"/>
              <a:buNone/>
            </a:pPr>
            <a:r>
              <a:rPr lang="en-US" altLang="en-US" sz="1200" dirty="0"/>
              <a:t>	</a:t>
            </a:r>
            <a:endParaRPr lang="en-NZ" dirty="0"/>
          </a:p>
        </p:txBody>
      </p:sp>
    </p:spTree>
    <p:extLst>
      <p:ext uri="{BB962C8B-B14F-4D97-AF65-F5344CB8AC3E}">
        <p14:creationId xmlns:p14="http://schemas.microsoft.com/office/powerpoint/2010/main" val="3376536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07" charset="0"/>
                <a:ea typeface="ＭＳ Ｐゴシック" pitchFamily="-107" charset="-128"/>
                <a:cs typeface="ＭＳ Ｐゴシック" pitchFamily="-107" charset="-128"/>
              </a:rPr>
              <a:t>The overall structure of a message that conforms to RFC 5322 is very simple. </a:t>
            </a:r>
          </a:p>
          <a:p>
            <a:endParaRPr lang="en-US" dirty="0">
              <a:latin typeface="Arial" pitchFamily="-107" charset="0"/>
              <a:ea typeface="ＭＳ Ｐゴシック" pitchFamily="-107" charset="-128"/>
              <a:cs typeface="ＭＳ Ｐゴシック" pitchFamily="-107" charset="-128"/>
            </a:endParaRPr>
          </a:p>
          <a:p>
            <a:r>
              <a:rPr lang="en-GB" b="0" i="0" dirty="0">
                <a:solidFill>
                  <a:srgbClr val="202124"/>
                </a:solidFill>
                <a:effectLst/>
                <a:latin typeface="Google Sans"/>
              </a:rPr>
              <a:t>ASCII, in full </a:t>
            </a:r>
            <a:r>
              <a:rPr lang="en-GB" b="0" i="0" dirty="0">
                <a:solidFill>
                  <a:srgbClr val="040C28"/>
                </a:solidFill>
                <a:effectLst/>
                <a:latin typeface="Google Sans"/>
              </a:rPr>
              <a:t>American Standard Code for Information Interchange</a:t>
            </a:r>
            <a:r>
              <a:rPr lang="en-GB" b="0" i="0" dirty="0">
                <a:solidFill>
                  <a:srgbClr val="202124"/>
                </a:solidFill>
                <a:effectLst/>
                <a:latin typeface="Google Sans"/>
              </a:rPr>
              <a:t>, a standard data-encoding format for electronic communication between computers.</a:t>
            </a:r>
            <a:endParaRPr lang="en-US" dirty="0"/>
          </a:p>
          <a:p>
            <a:endParaRPr lang="en-US" dirty="0">
              <a:latin typeface="Arial" pitchFamily="-107" charset="0"/>
              <a:ea typeface="ＭＳ Ｐゴシック" pitchFamily="-107" charset="-128"/>
              <a:cs typeface="ＭＳ Ｐゴシック" pitchFamily="-107" charset="-128"/>
            </a:endParaRPr>
          </a:p>
          <a:p>
            <a:r>
              <a:rPr lang="en-US" dirty="0">
                <a:latin typeface="Arial" pitchFamily="-107" charset="0"/>
                <a:ea typeface="ＭＳ Ｐゴシック" pitchFamily="-107" charset="-128"/>
                <a:cs typeface="ＭＳ Ｐゴシック" pitchFamily="-107" charset="-128"/>
              </a:rPr>
              <a:t>The most frequently used keywords are </a:t>
            </a:r>
            <a:r>
              <a:rPr lang="en-US" i="1" dirty="0">
                <a:latin typeface="Arial" pitchFamily="-107" charset="0"/>
                <a:ea typeface="ＭＳ Ｐゴシック" pitchFamily="-107" charset="-128"/>
                <a:cs typeface="ＭＳ Ｐゴシック" pitchFamily="-107" charset="-128"/>
              </a:rPr>
              <a:t>From</a:t>
            </a:r>
            <a:r>
              <a:rPr lang="en-US" dirty="0">
                <a:latin typeface="Arial" pitchFamily="-107" charset="0"/>
                <a:ea typeface="ＭＳ Ｐゴシック" pitchFamily="-107" charset="-128"/>
                <a:cs typeface="ＭＳ Ｐゴシック" pitchFamily="-107" charset="-128"/>
              </a:rPr>
              <a:t>, </a:t>
            </a:r>
            <a:r>
              <a:rPr lang="en-US" i="1" dirty="0">
                <a:latin typeface="Arial" pitchFamily="-107" charset="0"/>
                <a:ea typeface="ＭＳ Ｐゴシック" pitchFamily="-107" charset="-128"/>
                <a:cs typeface="ＭＳ Ｐゴシック" pitchFamily="-107" charset="-128"/>
              </a:rPr>
              <a:t>To</a:t>
            </a:r>
            <a:r>
              <a:rPr lang="en-US" dirty="0">
                <a:latin typeface="Arial" pitchFamily="-107" charset="0"/>
                <a:ea typeface="ＭＳ Ｐゴシック" pitchFamily="-107" charset="-128"/>
                <a:cs typeface="ＭＳ Ｐゴシック" pitchFamily="-107" charset="-128"/>
              </a:rPr>
              <a:t>, </a:t>
            </a:r>
            <a:r>
              <a:rPr lang="en-US" i="1" dirty="0">
                <a:latin typeface="Arial" pitchFamily="-107" charset="0"/>
                <a:ea typeface="ＭＳ Ｐゴシック" pitchFamily="-107" charset="-128"/>
                <a:cs typeface="ＭＳ Ｐゴシック" pitchFamily="-107" charset="-128"/>
              </a:rPr>
              <a:t>Subject</a:t>
            </a:r>
            <a:r>
              <a:rPr lang="en-US" dirty="0">
                <a:latin typeface="Arial" pitchFamily="-107" charset="0"/>
                <a:ea typeface="ＭＳ Ｐゴシック" pitchFamily="-107" charset="-128"/>
                <a:cs typeface="ＭＳ Ｐゴシック" pitchFamily="-107" charset="-128"/>
              </a:rPr>
              <a:t>, and </a:t>
            </a:r>
            <a:r>
              <a:rPr lang="en-US" i="1" dirty="0">
                <a:latin typeface="Arial" pitchFamily="-107" charset="0"/>
                <a:ea typeface="ＭＳ Ｐゴシック" pitchFamily="-107" charset="-128"/>
                <a:cs typeface="ＭＳ Ｐゴシック" pitchFamily="-107" charset="-128"/>
              </a:rPr>
              <a:t>Date</a:t>
            </a:r>
            <a:r>
              <a:rPr lang="en-US" dirty="0">
                <a:latin typeface="Arial" pitchFamily="-107" charset="0"/>
                <a:ea typeface="ＭＳ Ｐゴシック" pitchFamily="-107" charset="-128"/>
                <a:cs typeface="ＭＳ Ｐゴシック" pitchFamily="-107" charset="-128"/>
              </a:rPr>
              <a:t>. </a:t>
            </a:r>
          </a:p>
          <a:p>
            <a:endParaRPr lang="en-US" dirty="0"/>
          </a:p>
          <a:p>
            <a:r>
              <a:rPr lang="en-NZ" dirty="0"/>
              <a:t>The header lines and the body of the message are separated by a blank line</a:t>
            </a:r>
            <a:r>
              <a:rPr lang="en-US" dirty="0"/>
              <a:t>.</a:t>
            </a:r>
          </a:p>
        </p:txBody>
      </p:sp>
      <p:sp>
        <p:nvSpPr>
          <p:cNvPr id="4" name="Slide Number Placeholder 3"/>
          <p:cNvSpPr>
            <a:spLocks noGrp="1"/>
          </p:cNvSpPr>
          <p:nvPr>
            <p:ph type="sldNum" sz="quarter" idx="5"/>
          </p:nvPr>
        </p:nvSpPr>
        <p:spPr/>
        <p:txBody>
          <a:bodyPr/>
          <a:lstStyle/>
          <a:p>
            <a:pPr>
              <a:defRPr/>
            </a:pPr>
            <a:fld id="{CDD86EFA-503C-41EF-9C8B-1F7E04CC0902}" type="slidenum">
              <a:rPr lang="en-US" smtClean="0"/>
              <a:pPr>
                <a:defRPr/>
              </a:pPr>
              <a:t>9</a:t>
            </a:fld>
            <a:endParaRPr lang="en-US"/>
          </a:p>
        </p:txBody>
      </p:sp>
    </p:spTree>
    <p:extLst>
      <p:ext uri="{BB962C8B-B14F-4D97-AF65-F5344CB8AC3E}">
        <p14:creationId xmlns:p14="http://schemas.microsoft.com/office/powerpoint/2010/main" val="2476823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630238"/>
            <a:ext cx="41148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Emails were all texts but there was a demand to send richer contents. </a:t>
            </a:r>
            <a:endParaRPr lang="en-NZ" dirty="0"/>
          </a:p>
          <a:p>
            <a:pPr lvl="0" eaLnBrk="0" fontAlgn="base" hangingPunct="0">
              <a:spcBef>
                <a:spcPct val="30000"/>
              </a:spcBef>
              <a:spcAft>
                <a:spcPct val="0"/>
              </a:spcAft>
              <a:defRPr/>
            </a:pPr>
            <a:endParaRPr lang="en-US" b="0" dirty="0">
              <a:latin typeface="Arial" pitchFamily="-107" charset="0"/>
              <a:ea typeface="ＭＳ Ｐゴシック" pitchFamily="-107" charset="-128"/>
              <a:cs typeface="ＭＳ Ｐゴシック" pitchFamily="-107" charset="-128"/>
            </a:endParaRPr>
          </a:p>
          <a:p>
            <a:pPr lvl="0" eaLnBrk="0" fontAlgn="base" hangingPunct="0">
              <a:spcBef>
                <a:spcPct val="30000"/>
              </a:spcBef>
              <a:spcAft>
                <a:spcPct val="0"/>
              </a:spcAft>
              <a:defRPr/>
            </a:pPr>
            <a:r>
              <a:rPr lang="en-NZ" b="0" dirty="0">
                <a:latin typeface="Arial" pitchFamily="-107" charset="0"/>
                <a:ea typeface="ＭＳ Ｐゴシック" pitchFamily="-107" charset="-128"/>
                <a:cs typeface="ＭＳ Ｐゴシック" pitchFamily="-107" charset="-128"/>
              </a:rPr>
              <a:t>Alice's user agent encoded the JPEG image using base64 encoding. </a:t>
            </a:r>
          </a:p>
          <a:p>
            <a:pPr lvl="0" eaLnBrk="0" fontAlgn="base" hangingPunct="0">
              <a:spcBef>
                <a:spcPct val="30000"/>
              </a:spcBef>
              <a:spcAft>
                <a:spcPct val="0"/>
              </a:spcAft>
              <a:defRPr/>
            </a:pPr>
            <a:endParaRPr lang="en-NZ" b="0" dirty="0">
              <a:latin typeface="Arial" pitchFamily="-107" charset="0"/>
              <a:ea typeface="ＭＳ Ｐゴシック" pitchFamily="-107" charset="-128"/>
              <a:cs typeface="ＭＳ Ｐゴシック" pitchFamily="-107" charset="-128"/>
            </a:endParaRPr>
          </a:p>
          <a:p>
            <a:pPr lvl="0" eaLnBrk="0" fontAlgn="base" hangingPunct="0">
              <a:spcBef>
                <a:spcPct val="30000"/>
              </a:spcBef>
              <a:spcAft>
                <a:spcPct val="0"/>
              </a:spcAft>
              <a:defRPr/>
            </a:pPr>
            <a:r>
              <a:rPr lang="en-NZ" dirty="0"/>
              <a:t>Content-Transfer-Encoding: Indicates the type of transformation that has been used to represent the body of the message in a way that is acceptable for mail transport.</a:t>
            </a:r>
          </a:p>
          <a:p>
            <a:pPr lvl="0" eaLnBrk="0" fontAlgn="base" hangingPunct="0">
              <a:spcBef>
                <a:spcPct val="30000"/>
              </a:spcBef>
              <a:spcAft>
                <a:spcPct val="0"/>
              </a:spcAft>
              <a:defRPr/>
            </a:pPr>
            <a:endParaRPr lang="en-NZ" b="0" dirty="0">
              <a:latin typeface="Arial" pitchFamily="-107" charset="0"/>
              <a:ea typeface="ＭＳ Ｐゴシック" pitchFamily="-107" charset="-128"/>
              <a:cs typeface="ＭＳ Ｐゴシック" pitchFamily="-107" charset="-128"/>
            </a:endParaRPr>
          </a:p>
          <a:p>
            <a:pPr lvl="0" eaLnBrk="0" fontAlgn="base" hangingPunct="0">
              <a:spcBef>
                <a:spcPct val="30000"/>
              </a:spcBef>
              <a:spcAft>
                <a:spcPct val="0"/>
              </a:spcAft>
              <a:defRPr/>
            </a:pPr>
            <a:r>
              <a:rPr lang="en-NZ" dirty="0"/>
              <a:t>When the receiving user agent encounters image/jpeg, it knows that it should decode the image and then display it.</a:t>
            </a:r>
            <a:endParaRPr lang="en-US" b="0" dirty="0">
              <a:latin typeface="Arial" pitchFamily="-107" charset="0"/>
              <a:ea typeface="ＭＳ Ｐゴシック" pitchFamily="-107" charset="-128"/>
              <a:cs typeface="ＭＳ Ｐゴシック" pitchFamily="-107" charset="-128"/>
            </a:endParaRPr>
          </a:p>
          <a:p>
            <a:endParaRPr lang="en-US" b="0" dirty="0">
              <a:latin typeface="Arial" pitchFamily="-107"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SMTP: delivers message from sender’s mail server to receiver’s mail server; also used to transfer mail from sender’s user agent to the sender’s mail server.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With this service, the user agent is an ordinary Web browser, and the user communicates with its remote mailbox via HTTP.</a:t>
            </a:r>
            <a:endParaRPr lang="en-US" altLang="en-US" sz="1200" dirty="0"/>
          </a:p>
          <a:p>
            <a:endParaRPr lang="en-NZ" dirty="0"/>
          </a:p>
        </p:txBody>
      </p:sp>
    </p:spTree>
    <p:extLst>
      <p:ext uri="{BB962C8B-B14F-4D97-AF65-F5344CB8AC3E}">
        <p14:creationId xmlns:p14="http://schemas.microsoft.com/office/powerpoint/2010/main" val="2226062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the server successfully authenticates the client, the client can access the mailbox to retrieve and delete messages. </a:t>
            </a:r>
          </a:p>
          <a:p>
            <a:endParaRPr lang="en-GB" dirty="0"/>
          </a:p>
          <a:p>
            <a:r>
              <a:rPr lang="en-GB" dirty="0"/>
              <a:t>Update occurs after the client has issued the quit command</a:t>
            </a:r>
            <a:endParaRPr lang="en-AU" dirty="0"/>
          </a:p>
        </p:txBody>
      </p:sp>
    </p:spTree>
    <p:extLst>
      <p:ext uri="{BB962C8B-B14F-4D97-AF65-F5344CB8AC3E}">
        <p14:creationId xmlns:p14="http://schemas.microsoft.com/office/powerpoint/2010/main" val="872827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an email is downloaded to one device, it is typically deleted from the server, making it inaccessible from other devices.</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0" i="0" kern="1200" dirty="0">
                <a:solidFill>
                  <a:schemeClr val="tx1"/>
                </a:solidFill>
                <a:effectLst/>
                <a:latin typeface="Arial" panose="020B0604020202020204" pitchFamily="34" charset="0"/>
                <a:ea typeface="+mn-ea"/>
                <a:cs typeface="Arial" panose="020B0604020202020204" pitchFamily="34" charset="0"/>
              </a:rPr>
              <a:t>POP3 clients may be configured to allow the server to continue storing copies of the downloaded messages.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0" i="0" kern="1200" dirty="0">
              <a:solidFill>
                <a:schemeClr val="tx1"/>
              </a:solidFill>
              <a:effectLst/>
              <a:latin typeface="Arial" panose="020B0604020202020204" pitchFamily="34" charset="0"/>
              <a:ea typeface="+mn-ea"/>
              <a:cs typeface="Arial" panose="020B0604020202020204" pitchFamily="34" charset="0"/>
            </a:endParaRPr>
          </a:p>
          <a:p>
            <a:endParaRPr lang="en-AU" dirty="0"/>
          </a:p>
        </p:txBody>
      </p:sp>
    </p:spTree>
    <p:extLst>
      <p:ext uri="{BB962C8B-B14F-4D97-AF65-F5344CB8AC3E}">
        <p14:creationId xmlns:p14="http://schemas.microsoft.com/office/powerpoint/2010/main" val="3199767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1200" dirty="0">
                <a:solidFill>
                  <a:schemeClr val="tx1">
                    <a:lumMod val="75000"/>
                    <a:lumOff val="25000"/>
                  </a:schemeClr>
                </a:solidFill>
              </a:rPr>
              <a:t>An IMAP server associates each message with a folder (e.g., INBOX).</a:t>
            </a:r>
          </a:p>
          <a:p>
            <a:endParaRPr lang="en-GB" altLang="en-US" sz="1200" dirty="0">
              <a:solidFill>
                <a:schemeClr val="tx1">
                  <a:lumMod val="75000"/>
                  <a:lumOff val="25000"/>
                </a:schemeClr>
              </a:solidFill>
            </a:endParaRPr>
          </a:p>
          <a:p>
            <a:r>
              <a:rPr lang="en-GB" altLang="en-US" sz="1200" dirty="0">
                <a:solidFill>
                  <a:schemeClr val="tx1">
                    <a:lumMod val="75000"/>
                    <a:lumOff val="25000"/>
                  </a:schemeClr>
                </a:solidFill>
              </a:rPr>
              <a:t>Users can move messages into the folders they create, delete messages, mark messages as important, etc.</a:t>
            </a:r>
          </a:p>
          <a:p>
            <a:endParaRPr lang="en-GB" altLang="en-US" sz="1200" dirty="0">
              <a:solidFill>
                <a:schemeClr val="tx1">
                  <a:lumMod val="75000"/>
                  <a:lumOff val="25000"/>
                </a:schemeClr>
              </a:solidFill>
            </a:endParaRPr>
          </a:p>
          <a:p>
            <a:r>
              <a:rPr lang="en-GB" sz="1200" dirty="0"/>
              <a:t>such as names of the folders and which messages are associated with which folders.</a:t>
            </a:r>
            <a:endParaRPr lang="en-GB" altLang="en-US" sz="1200" dirty="0">
              <a:solidFill>
                <a:schemeClr val="tx1">
                  <a:lumMod val="75000"/>
                  <a:lumOff val="25000"/>
                </a:schemeClr>
              </a:solidFill>
            </a:endParaRPr>
          </a:p>
          <a:p>
            <a:endParaRPr lang="en-GB" altLang="en-US" sz="1200" dirty="0">
              <a:solidFill>
                <a:schemeClr val="tx1">
                  <a:lumMod val="75000"/>
                  <a:lumOff val="25000"/>
                </a:schemeClr>
              </a:solidFill>
            </a:endParaRPr>
          </a:p>
          <a:p>
            <a:r>
              <a:rPr lang="en-GB" altLang="en-US" sz="1200" dirty="0">
                <a:solidFill>
                  <a:schemeClr val="tx1">
                    <a:lumMod val="75000"/>
                    <a:lumOff val="25000"/>
                  </a:schemeClr>
                </a:solidFill>
              </a:rPr>
              <a:t>Useful for a low-bandwidth connection.</a:t>
            </a:r>
          </a:p>
        </p:txBody>
      </p:sp>
    </p:spTree>
    <p:extLst>
      <p:ext uri="{BB962C8B-B14F-4D97-AF65-F5344CB8AC3E}">
        <p14:creationId xmlns:p14="http://schemas.microsoft.com/office/powerpoint/2010/main" val="1119313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978406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3695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DNS can be invoked by a mail application to obtain the canonical hostname for a supplied alias hostname as well as the IP address of the host.</a:t>
            </a:r>
            <a:endParaRPr lang="en-AU" dirty="0"/>
          </a:p>
        </p:txBody>
      </p:sp>
    </p:spTree>
    <p:extLst>
      <p:ext uri="{BB962C8B-B14F-4D97-AF65-F5344CB8AC3E}">
        <p14:creationId xmlns:p14="http://schemas.microsoft.com/office/powerpoint/2010/main" val="3802278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highlight>
                  <a:srgbClr val="FFFFFF"/>
                </a:highlight>
                <a:latin typeface="Nunito" panose="020F0502020204030204" pitchFamily="2" charset="0"/>
              </a:rPr>
              <a:t>Rotate the IP addresses of the servers in a circular order. </a:t>
            </a:r>
          </a:p>
          <a:p>
            <a:r>
              <a:rPr lang="en-GB" b="0" i="0" dirty="0">
                <a:solidFill>
                  <a:srgbClr val="333333"/>
                </a:solidFill>
                <a:effectLst/>
                <a:highlight>
                  <a:srgbClr val="FFFFFF"/>
                </a:highlight>
                <a:latin typeface="Nunito" panose="020F0502020204030204" pitchFamily="2" charset="0"/>
              </a:rPr>
              <a:t>So, whenever a client requests a domain name, the DNS server responds with a list of IP addresses for that domain name, each time returning the IP addresses in a different order.</a:t>
            </a:r>
          </a:p>
          <a:p>
            <a:endParaRPr lang="en-GB" b="0" i="0" dirty="0">
              <a:solidFill>
                <a:srgbClr val="333333"/>
              </a:solidFill>
              <a:effectLst/>
              <a:highlight>
                <a:srgbClr val="FFFFFF"/>
              </a:highlight>
              <a:latin typeface="Nunito" panose="020F0502020204030204" pitchFamily="2" charset="0"/>
            </a:endParaRPr>
          </a:p>
          <a:p>
            <a:r>
              <a:rPr lang="en-GB" dirty="0"/>
              <a:t>Because a client typically sends its HTTP request message to the IP address that is listed first in the set, DNS rotation distributes the traffic among the replicated servers.</a:t>
            </a:r>
            <a:endParaRPr lang="en-AU" dirty="0"/>
          </a:p>
        </p:txBody>
      </p:sp>
    </p:spTree>
    <p:extLst>
      <p:ext uri="{BB962C8B-B14F-4D97-AF65-F5344CB8AC3E}">
        <p14:creationId xmlns:p14="http://schemas.microsoft.com/office/powerpoint/2010/main" val="2010296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single DNS server would have to handle all DNS queries.</a:t>
            </a:r>
          </a:p>
          <a:p>
            <a:endParaRPr lang="en-GB" dirty="0"/>
          </a:p>
          <a:p>
            <a:r>
              <a:rPr lang="en-GB" dirty="0"/>
              <a:t>A single DNS server cannot be “close to” all the querying clients – delays.</a:t>
            </a:r>
            <a:endParaRPr lang="en-AU" dirty="0"/>
          </a:p>
        </p:txBody>
      </p:sp>
    </p:spTree>
    <p:extLst>
      <p:ext uri="{BB962C8B-B14F-4D97-AF65-F5344CB8AC3E}">
        <p14:creationId xmlns:p14="http://schemas.microsoft.com/office/powerpoint/2010/main" val="2136597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555555"/>
                </a:solidFill>
                <a:effectLst/>
                <a:highlight>
                  <a:srgbClr val="FFFFFF"/>
                </a:highlight>
                <a:latin typeface="Noto"/>
              </a:rPr>
              <a:t>No single DNS server has all the mappings for all of the hosts in the Internet.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b="0" i="0" dirty="0">
              <a:solidFill>
                <a:srgbClr val="555555"/>
              </a:solidFill>
              <a:effectLst/>
              <a:highlight>
                <a:srgbClr val="FFFFFF"/>
              </a:highlight>
              <a:latin typeface="Noto"/>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555555"/>
                </a:solidFill>
                <a:effectLst/>
                <a:highlight>
                  <a:srgbClr val="FFFFFF"/>
                </a:highlight>
                <a:latin typeface="Noto"/>
              </a:rPr>
              <a:t>Root servers are configured in the DNS root zone as 13 named authorities.</a:t>
            </a:r>
            <a:endParaRPr lang="en-GB" dirty="0"/>
          </a:p>
          <a:p>
            <a:endParaRPr lang="en-GB" dirty="0"/>
          </a:p>
          <a:p>
            <a:r>
              <a:rPr lang="en-GB" dirty="0"/>
              <a:t>The top-level domains come in two flavours: generic and </a:t>
            </a:r>
            <a:r>
              <a:rPr lang="en-US" altLang="en-US" sz="1200" dirty="0"/>
              <a:t>country domains, such as au, </a:t>
            </a:r>
            <a:r>
              <a:rPr lang="en-US" altLang="en-US" sz="1200" dirty="0" err="1"/>
              <a:t>nz</a:t>
            </a:r>
            <a:r>
              <a:rPr lang="en-US" altLang="en-US" sz="1200" dirty="0"/>
              <a:t>.</a:t>
            </a:r>
          </a:p>
          <a:p>
            <a:endParaRPr lang="en-US" altLang="en-US" sz="1200" dirty="0"/>
          </a:p>
          <a:p>
            <a:r>
              <a:rPr lang="en-GB" dirty="0"/>
              <a:t>Every organisation with publicly accessible hosts (such as Web servers and mail servers) on the Internet must provide publicly accessible DNS records that map the names of those hosts to IP addresses.</a:t>
            </a:r>
          </a:p>
          <a:p>
            <a:pPr marL="171450" indent="-171450">
              <a:buFontTx/>
              <a:buChar char="-"/>
            </a:pPr>
            <a:r>
              <a:rPr lang="en-GB" dirty="0"/>
              <a:t>Either implement its own authoritative DNS server</a:t>
            </a:r>
            <a:endParaRPr lang="en-GB" sz="1200" dirty="0"/>
          </a:p>
          <a:p>
            <a:pPr marL="171450" indent="-171450">
              <a:buFontTx/>
              <a:buChar char="-"/>
            </a:pPr>
            <a:r>
              <a:rPr lang="en-GB" dirty="0"/>
              <a:t>Or store them in an authoritative DNS server of some service provider</a:t>
            </a:r>
          </a:p>
          <a:p>
            <a:pPr marL="0" indent="0">
              <a:buFontTx/>
              <a:buNone/>
            </a:pPr>
            <a:endParaRPr lang="en-US" altLang="en-US" sz="1200" dirty="0"/>
          </a:p>
          <a:p>
            <a:endParaRPr lang="en-US" sz="1200" dirty="0"/>
          </a:p>
          <a:p>
            <a:endParaRPr lang="en-AU" dirty="0"/>
          </a:p>
        </p:txBody>
      </p:sp>
    </p:spTree>
    <p:extLst>
      <p:ext uri="{BB962C8B-B14F-4D97-AF65-F5344CB8AC3E}">
        <p14:creationId xmlns:p14="http://schemas.microsoft.com/office/powerpoint/2010/main" val="2287731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603654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84AF-6FEE-632F-294E-FD9BD5A24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7A88B-BCA8-2911-A2F7-FD8D4C5DD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2BD78-6DD2-2991-2C2B-4C134D3FCE3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555555"/>
                </a:solidFill>
                <a:effectLst/>
                <a:highlight>
                  <a:srgbClr val="FFFFFF"/>
                </a:highlight>
                <a:latin typeface="Noto"/>
              </a:rPr>
              <a:t>No single DNS server has all the mappings for all of the hosts in the Internet.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b="0" i="0" dirty="0">
              <a:solidFill>
                <a:srgbClr val="555555"/>
              </a:solidFill>
              <a:effectLst/>
              <a:highlight>
                <a:srgbClr val="FFFFFF"/>
              </a:highlight>
              <a:latin typeface="Noto"/>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555555"/>
                </a:solidFill>
                <a:effectLst/>
                <a:highlight>
                  <a:srgbClr val="FFFFFF"/>
                </a:highlight>
                <a:latin typeface="Noto"/>
              </a:rPr>
              <a:t>Root servers are configured in the DNS root zone as 13 named authorities.</a:t>
            </a:r>
            <a:endParaRPr lang="en-GB" dirty="0"/>
          </a:p>
          <a:p>
            <a:endParaRPr lang="en-GB" dirty="0"/>
          </a:p>
          <a:p>
            <a:r>
              <a:rPr lang="en-GB" dirty="0"/>
              <a:t>The top-level domains come in two flavours: generic and </a:t>
            </a:r>
            <a:r>
              <a:rPr lang="en-US" altLang="en-US" sz="1200" dirty="0"/>
              <a:t>country domains, such as au, </a:t>
            </a:r>
            <a:r>
              <a:rPr lang="en-US" altLang="en-US" sz="1200" dirty="0" err="1"/>
              <a:t>nz</a:t>
            </a:r>
            <a:r>
              <a:rPr lang="en-US" altLang="en-US" sz="1200" dirty="0"/>
              <a:t>.</a:t>
            </a:r>
          </a:p>
          <a:p>
            <a:endParaRPr lang="en-US" altLang="en-US" sz="1200" dirty="0"/>
          </a:p>
          <a:p>
            <a:r>
              <a:rPr lang="en-GB" dirty="0"/>
              <a:t>Every organisation with publicly accessible hosts (such as Web servers and mail servers) on the Internet must provide publicly accessible DNS records that map the names of those hosts to IP addresses.</a:t>
            </a:r>
          </a:p>
          <a:p>
            <a:pPr marL="171450" indent="-171450">
              <a:buFontTx/>
              <a:buChar char="-"/>
            </a:pPr>
            <a:r>
              <a:rPr lang="en-GB" dirty="0"/>
              <a:t>Either implement its own authoritative DNS server</a:t>
            </a:r>
            <a:endParaRPr lang="en-GB" sz="1200" dirty="0"/>
          </a:p>
          <a:p>
            <a:pPr marL="171450" indent="-171450">
              <a:buFontTx/>
              <a:buChar char="-"/>
            </a:pPr>
            <a:r>
              <a:rPr lang="en-GB" dirty="0"/>
              <a:t>Or store them in an authoritative DNS server of some service provider</a:t>
            </a:r>
          </a:p>
          <a:p>
            <a:pPr marL="0" indent="0">
              <a:buFontTx/>
              <a:buNone/>
            </a:pPr>
            <a:endParaRPr lang="en-US" altLang="en-US" sz="1200" dirty="0"/>
          </a:p>
          <a:p>
            <a:endParaRPr lang="en-US" sz="1200" dirty="0"/>
          </a:p>
          <a:p>
            <a:endParaRPr lang="en-AU" dirty="0"/>
          </a:p>
        </p:txBody>
      </p:sp>
    </p:spTree>
    <p:extLst>
      <p:ext uri="{BB962C8B-B14F-4D97-AF65-F5344CB8AC3E}">
        <p14:creationId xmlns:p14="http://schemas.microsoft.com/office/powerpoint/2010/main" val="3269222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Act as a proxy</a:t>
            </a:r>
          </a:p>
        </p:txBody>
      </p:sp>
    </p:spTree>
    <p:extLst>
      <p:ext uri="{BB962C8B-B14F-4D97-AF65-F5344CB8AC3E}">
        <p14:creationId xmlns:p14="http://schemas.microsoft.com/office/powerpoint/2010/main" val="922708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Recursive and iterative queries</a:t>
            </a:r>
          </a:p>
          <a:p>
            <a:endParaRPr lang="en-GB" dirty="0"/>
          </a:p>
          <a:p>
            <a:r>
              <a:rPr lang="en-GB" dirty="0"/>
              <a:t>The host cse.nyu.edu wants to find the IP of gaia.cs.umass.edu at University of Massachusetts. </a:t>
            </a:r>
          </a:p>
          <a:p>
            <a:endParaRPr lang="en-GB" dirty="0"/>
          </a:p>
          <a:p>
            <a:r>
              <a:rPr lang="en-GB" dirty="0"/>
              <a:t>1. It sends a DNS query message to its local DNS server, dns.nyu.edu. </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2-3. The local DNS server forwards the query message to a root DNS server. The root DNS server takes note of the </a:t>
            </a:r>
            <a:r>
              <a:rPr lang="en-GB" dirty="0" err="1"/>
              <a:t>edu</a:t>
            </a:r>
            <a:r>
              <a:rPr lang="en-GB" dirty="0"/>
              <a:t> suffix and returns a list of IP addresses for TLD servers responsible for </a:t>
            </a:r>
            <a:r>
              <a:rPr lang="en-GB" dirty="0" err="1"/>
              <a:t>edu</a:t>
            </a:r>
            <a:r>
              <a:rPr lang="en-GB" dirty="0"/>
              <a:t> . </a:t>
            </a:r>
            <a:r>
              <a:rPr lang="en-NZ" sz="1200" b="0" i="0" u="none" strike="noStrike" kern="1200" dirty="0">
                <a:solidFill>
                  <a:schemeClr val="tx1"/>
                </a:solidFill>
                <a:effectLst/>
                <a:latin typeface="Arial" charset="0"/>
                <a:ea typeface="+mn-ea"/>
                <a:cs typeface="Arial" charset="0"/>
              </a:rPr>
              <a:t>Local DNS servers (recursive resolvers) come pre-configured with the IP addresses of all 13 root DNS server systems. This is essential for the DNS system to work.</a:t>
            </a:r>
            <a:endParaRPr lang="en-AU" dirty="0"/>
          </a:p>
          <a:p>
            <a:endParaRPr lang="en-GB" dirty="0"/>
          </a:p>
          <a:p>
            <a:endParaRPr lang="en-GB" dirty="0"/>
          </a:p>
          <a:p>
            <a:r>
              <a:rPr lang="en-GB" dirty="0"/>
              <a:t>4-5. The local DNS server then resends the query message to one of these TLD servers. The TLD server takes note of the umass.edu suffix and responds with the IP address of the authoritative DNS server for dns.umass.edu. </a:t>
            </a:r>
          </a:p>
          <a:p>
            <a:endParaRPr lang="en-GB" dirty="0"/>
          </a:p>
          <a:p>
            <a:r>
              <a:rPr lang="en-GB" dirty="0"/>
              <a:t>6-7. The local DNS server resends the query message directly to dns.umass.edu, which responds with the IP address of gaia.cs.umass.edu.</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NZ" sz="1200" dirty="0">
                <a:ln w="0"/>
                <a:solidFill>
                  <a:schemeClr val="tx1"/>
                </a:solidFill>
              </a:rPr>
              <a:t>8 messages (4 queries + 4 replies) are sent.</a:t>
            </a:r>
          </a:p>
          <a:p>
            <a:r>
              <a:rPr lang="en-GB" dirty="0"/>
              <a:t> </a:t>
            </a:r>
            <a:endParaRPr lang="en-AU" dirty="0"/>
          </a:p>
        </p:txBody>
      </p:sp>
    </p:spTree>
    <p:extLst>
      <p:ext uri="{BB962C8B-B14F-4D97-AF65-F5344CB8AC3E}">
        <p14:creationId xmlns:p14="http://schemas.microsoft.com/office/powerpoint/2010/main" val="24773868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recursive query may always seem preferable, but many name servers (especially the root) will not handle them. They are too busy. </a:t>
            </a:r>
          </a:p>
          <a:p>
            <a:endParaRPr lang="en-GB" dirty="0"/>
          </a:p>
          <a:p>
            <a:r>
              <a:rPr lang="en-GB" dirty="0"/>
              <a:t>Iterative queries put the burden on the originator.</a:t>
            </a:r>
            <a:endParaRPr lang="en-AU" dirty="0"/>
          </a:p>
        </p:txBody>
      </p:sp>
    </p:spTree>
    <p:extLst>
      <p:ext uri="{BB962C8B-B14F-4D97-AF65-F5344CB8AC3E}">
        <p14:creationId xmlns:p14="http://schemas.microsoft.com/office/powerpoint/2010/main" val="31846355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Cached answers are not authoritative, since changes will not be propagated to all the caches in the world that may know about it</a:t>
            </a:r>
          </a:p>
          <a:p>
            <a:endParaRPr lang="en-GB" dirty="0"/>
          </a:p>
          <a:p>
            <a:r>
              <a:rPr lang="en-GB" dirty="0"/>
              <a:t>Using cached answers greatly reduces the steps in a query and improves performance.</a:t>
            </a:r>
            <a:endParaRPr lang="en-AU" dirty="0"/>
          </a:p>
        </p:txBody>
      </p:sp>
    </p:spTree>
    <p:extLst>
      <p:ext uri="{BB962C8B-B14F-4D97-AF65-F5344CB8AC3E}">
        <p14:creationId xmlns:p14="http://schemas.microsoft.com/office/powerpoint/2010/main" val="3404242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86400</a:t>
            </a:r>
          </a:p>
          <a:p>
            <a:r>
              <a:rPr lang="en-US" dirty="0"/>
              <a:t> 24 hours</a:t>
            </a:r>
            <a:endParaRPr lang="en-NZ" dirty="0"/>
          </a:p>
        </p:txBody>
      </p:sp>
    </p:spTree>
    <p:extLst>
      <p:ext uri="{BB962C8B-B14F-4D97-AF65-F5344CB8AC3E}">
        <p14:creationId xmlns:p14="http://schemas.microsoft.com/office/powerpoint/2010/main" val="4127578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Rectangle 7"/>
          <p:cNvSpPr>
            <a:spLocks noChangeArrowheads="1"/>
          </p:cNvSpPr>
          <p:nvPr/>
        </p:nvSpPr>
        <p:spPr bwMode="auto">
          <a:xfrm>
            <a:off x="0" y="1676400"/>
            <a:ext cx="9144000" cy="1902346"/>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p>
        </p:txBody>
      </p:sp>
      <p:sp>
        <p:nvSpPr>
          <p:cNvPr id="6146" name="Rectangle 2"/>
          <p:cNvSpPr>
            <a:spLocks noGrp="1" noChangeArrowheads="1"/>
          </p:cNvSpPr>
          <p:nvPr userDrawn="1">
            <p:ph type="ctrTitle"/>
          </p:nvPr>
        </p:nvSpPr>
        <p:spPr>
          <a:xfrm>
            <a:off x="685800" y="1882775"/>
            <a:ext cx="7772400" cy="1470025"/>
          </a:xfrm>
        </p:spPr>
        <p:txBody>
          <a:bodyPr/>
          <a:lstStyle>
            <a:lvl1pPr>
              <a:defRPr sz="4000">
                <a:solidFill>
                  <a:schemeClr val="tx1"/>
                </a:solidFill>
              </a:defRPr>
            </a:lvl1pPr>
          </a:lstStyle>
          <a:p>
            <a:r>
              <a:rPr lang="en-US" dirty="0"/>
              <a:t>Click to edit Master title style</a:t>
            </a:r>
          </a:p>
        </p:txBody>
      </p:sp>
      <p:sp>
        <p:nvSpPr>
          <p:cNvPr id="6147" name="Rectangle 3"/>
          <p:cNvSpPr>
            <a:spLocks noGrp="1" noChangeArrowheads="1"/>
          </p:cNvSpPr>
          <p:nvPr userDrawn="1">
            <p:ph type="subTitle" idx="1"/>
          </p:nvPr>
        </p:nvSpPr>
        <p:spPr>
          <a:xfrm>
            <a:off x="1371600" y="4343400"/>
            <a:ext cx="6400800" cy="1752600"/>
          </a:xfrm>
        </p:spPr>
        <p:txBody>
          <a:bodyPr/>
          <a:lstStyle>
            <a:lvl1pPr marL="0" indent="0" algn="ctr">
              <a:buFont typeface="Wingdings" pitchFamily="2" charset="2"/>
              <a:buNone/>
              <a:defRPr sz="2800"/>
            </a:lvl1pPr>
          </a:lstStyle>
          <a:p>
            <a:r>
              <a:rPr lang="en-US" dirty="0"/>
              <a:t>Click to edit Master subtitle style</a:t>
            </a:r>
          </a:p>
        </p:txBody>
      </p:sp>
    </p:spTree>
    <p:extLst>
      <p:ext uri="{BB962C8B-B14F-4D97-AF65-F5344CB8AC3E}">
        <p14:creationId xmlns:p14="http://schemas.microsoft.com/office/powerpoint/2010/main" val="338419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457200" y="990600"/>
            <a:ext cx="8229600" cy="5334000"/>
          </a:xfrm>
        </p:spPr>
        <p:txBody>
          <a:bodyPr/>
          <a:lstStyle>
            <a:lvl1pPr>
              <a:defRPr sz="3100">
                <a:solidFill>
                  <a:schemeClr val="tx1"/>
                </a:solidFill>
                <a:latin typeface="Arial" panose="020B0604020202020204" pitchFamily="34" charset="0"/>
                <a:cs typeface="Arial" panose="020B0604020202020204" pitchFamily="34" charset="0"/>
              </a:defRPr>
            </a:lvl1pPr>
            <a:lvl2pPr>
              <a:defRPr sz="26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5"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168184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4135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066800"/>
            <a:ext cx="4040188"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066800"/>
            <a:ext cx="4041775"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
        <p:nvSpPr>
          <p:cNvPr id="5"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7" name="Slide Number Placeholder 6"/>
          <p:cNvSpPr>
            <a:spLocks noGrp="1" noChangeArrowheads="1"/>
          </p:cNvSpPr>
          <p:nvPr>
            <p:ph type="sldNum" sz="quarter" idx="10"/>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247857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6"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Tree>
    <p:extLst>
      <p:ext uri="{BB962C8B-B14F-4D97-AF65-F5344CB8AC3E}">
        <p14:creationId xmlns:p14="http://schemas.microsoft.com/office/powerpoint/2010/main" val="103088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sz="800"/>
            </a:lvl1pPr>
          </a:lstStyle>
          <a:p>
            <a:pPr>
              <a:defRPr/>
            </a:pPr>
            <a:endParaRPr lang="en-US" i="0" dirty="0"/>
          </a:p>
        </p:txBody>
      </p:sp>
      <p:sp>
        <p:nvSpPr>
          <p:cNvPr id="4" name="Content Placeholder 2"/>
          <p:cNvSpPr>
            <a:spLocks noGrp="1"/>
          </p:cNvSpPr>
          <p:nvPr>
            <p:ph idx="1"/>
          </p:nvPr>
        </p:nvSpPr>
        <p:spPr>
          <a:xfrm>
            <a:off x="914399" y="1610713"/>
            <a:ext cx="7790214"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586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069263" cy="685800"/>
          </a:xfrm>
        </p:spPr>
        <p:txBody>
          <a:bodyPr/>
          <a:lstStyle/>
          <a:p>
            <a:r>
              <a:rPr lang="en-US"/>
              <a:t>Click to edit Master title style</a:t>
            </a:r>
          </a:p>
        </p:txBody>
      </p:sp>
      <p:sp>
        <p:nvSpPr>
          <p:cNvPr id="3" name="Content Placeholder 2"/>
          <p:cNvSpPr>
            <a:spLocks noGrp="1"/>
          </p:cNvSpPr>
          <p:nvPr>
            <p:ph sz="quarter" idx="1"/>
          </p:nvPr>
        </p:nvSpPr>
        <p:spPr>
          <a:xfrm>
            <a:off x="457200" y="1219200"/>
            <a:ext cx="41529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1219200"/>
            <a:ext cx="41529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57200" y="4038600"/>
            <a:ext cx="84582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8001000" y="6324600"/>
            <a:ext cx="914400" cy="381000"/>
          </a:xfrm>
        </p:spPr>
        <p:txBody>
          <a:bodyPr/>
          <a:lstStyle>
            <a:lvl1pPr>
              <a:defRPr/>
            </a:lvl1pPr>
          </a:lstStyle>
          <a:p>
            <a:fld id="{416E6285-D75D-4FCC-AA30-4C86105966CF}" type="slidenum">
              <a:rPr lang="en-US" altLang="en-US"/>
              <a:pPr/>
              <a:t>‹#›</a:t>
            </a:fld>
            <a:endParaRPr lang="en-US" altLang="en-US"/>
          </a:p>
        </p:txBody>
      </p:sp>
    </p:spTree>
    <p:extLst>
      <p:ext uri="{BB962C8B-B14F-4D97-AF65-F5344CB8AC3E}">
        <p14:creationId xmlns:p14="http://schemas.microsoft.com/office/powerpoint/2010/main" val="3989999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4C699ADF-905D-405E-B6CF-CD45E1C8DF8F}" type="slidenum">
              <a:rPr lang="en-US" altLang="en-US"/>
              <a:pPr/>
              <a:t>‹#›</a:t>
            </a:fld>
            <a:endParaRPr lang="en-US" altLang="en-US"/>
          </a:p>
        </p:txBody>
      </p:sp>
    </p:spTree>
    <p:extLst>
      <p:ext uri="{BB962C8B-B14F-4D97-AF65-F5344CB8AC3E}">
        <p14:creationId xmlns:p14="http://schemas.microsoft.com/office/powerpoint/2010/main" val="2614642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4000" cy="865697"/>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latin typeface="Arial" panose="020B0604020202020204" pitchFamily="34" charset="0"/>
              <a:cs typeface="Arial" panose="020B0604020202020204" pitchFamily="34" charset="0"/>
            </a:endParaRPr>
          </a:p>
        </p:txBody>
      </p:sp>
      <p:sp>
        <p:nvSpPr>
          <p:cNvPr id="13315" name="Rectangle 2"/>
          <p:cNvSpPr>
            <a:spLocks noGrp="1" noChangeArrowheads="1"/>
          </p:cNvSpPr>
          <p:nvPr userDrawn="1">
            <p:ph type="title"/>
          </p:nvPr>
        </p:nvSpPr>
        <p:spPr bwMode="auto">
          <a:xfrm>
            <a:off x="457200" y="70056"/>
            <a:ext cx="8229600" cy="7239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3316" name="Rectangle 3"/>
          <p:cNvSpPr>
            <a:spLocks noGrp="1" noChangeArrowheads="1"/>
          </p:cNvSpPr>
          <p:nvPr userDrawn="1">
            <p:ph type="body" idx="1"/>
          </p:nvPr>
        </p:nvSpPr>
        <p:spPr bwMode="auto">
          <a:xfrm>
            <a:off x="457200" y="1066800"/>
            <a:ext cx="8229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userDrawn="1">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dirty="0"/>
          </a:p>
        </p:txBody>
      </p:sp>
      <p:sp>
        <p:nvSpPr>
          <p:cNvPr id="1030" name="Rectangle 6"/>
          <p:cNvSpPr>
            <a:spLocks noGrp="1" noChangeArrowheads="1"/>
          </p:cNvSpPr>
          <p:nvPr userDrawn="1">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dirty="0"/>
          </a:p>
        </p:txBody>
      </p:sp>
      <p:sp>
        <p:nvSpPr>
          <p:cNvPr id="3" name="TextBox 2">
            <a:extLst>
              <a:ext uri="{FF2B5EF4-FFF2-40B4-BE49-F238E27FC236}">
                <a16:creationId xmlns:a16="http://schemas.microsoft.com/office/drawing/2014/main" id="{2C7F4E1F-D63F-20D1-2033-BE919215CCF8}"/>
              </a:ext>
            </a:extLst>
          </p:cNvPr>
          <p:cNvSpPr txBox="1"/>
          <p:nvPr userDrawn="1">
            <p:extLst>
              <p:ext uri="{1162E1C5-73C7-4A58-AE30-91384D911F3F}">
                <p184:classification xmlns:p184="http://schemas.microsoft.com/office/powerpoint/2018/4/main" val="ftr"/>
              </p:ext>
            </p:extLst>
          </p:nvPr>
        </p:nvSpPr>
        <p:spPr>
          <a:xfrm>
            <a:off x="4320350" y="6687820"/>
            <a:ext cx="523875"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cs typeface="Calibri" panose="020F0502020204030204" pitchFamily="34" charset="0"/>
              </a:rPr>
              <a:t>In-Confidence</a:t>
            </a:r>
          </a:p>
        </p:txBody>
      </p:sp>
    </p:spTree>
    <p:extLst>
      <p:ext uri="{BB962C8B-B14F-4D97-AF65-F5344CB8AC3E}">
        <p14:creationId xmlns:p14="http://schemas.microsoft.com/office/powerpoint/2010/main" val="380653623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3" r:id="rId4"/>
    <p:sldLayoutId id="2147483724" r:id="rId5"/>
    <p:sldLayoutId id="2147483727" r:id="rId6"/>
    <p:sldLayoutId id="2147483731" r:id="rId7"/>
    <p:sldLayoutId id="2147483732" r:id="rId8"/>
  </p:sldLayoutIdLst>
  <p:hf hdr="0" ftr="0" dt="0"/>
  <p:txStyles>
    <p:titleStyle>
      <a:lvl1pPr algn="ctr" rtl="0" eaLnBrk="0" fontAlgn="base" hangingPunct="0">
        <a:spcBef>
          <a:spcPct val="0"/>
        </a:spcBef>
        <a:spcAft>
          <a:spcPct val="0"/>
        </a:spcAft>
        <a:defRPr sz="3600">
          <a:solidFill>
            <a:schemeClr val="accent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600">
          <a:solidFill>
            <a:schemeClr val="bg1"/>
          </a:solidFill>
          <a:latin typeface="Palatino Linotype" pitchFamily="18" charset="0"/>
          <a:cs typeface="Arial" charset="0"/>
        </a:defRPr>
      </a:lvl2pPr>
      <a:lvl3pPr algn="ctr" rtl="0" eaLnBrk="0" fontAlgn="base" hangingPunct="0">
        <a:spcBef>
          <a:spcPct val="0"/>
        </a:spcBef>
        <a:spcAft>
          <a:spcPct val="0"/>
        </a:spcAft>
        <a:defRPr sz="3600">
          <a:solidFill>
            <a:schemeClr val="bg1"/>
          </a:solidFill>
          <a:latin typeface="Palatino Linotype" pitchFamily="18" charset="0"/>
          <a:cs typeface="Arial" charset="0"/>
        </a:defRPr>
      </a:lvl3pPr>
      <a:lvl4pPr algn="ctr" rtl="0" eaLnBrk="0" fontAlgn="base" hangingPunct="0">
        <a:spcBef>
          <a:spcPct val="0"/>
        </a:spcBef>
        <a:spcAft>
          <a:spcPct val="0"/>
        </a:spcAft>
        <a:defRPr sz="3600">
          <a:solidFill>
            <a:schemeClr val="bg1"/>
          </a:solidFill>
          <a:latin typeface="Palatino Linotype" pitchFamily="18" charset="0"/>
          <a:cs typeface="Arial" charset="0"/>
        </a:defRPr>
      </a:lvl4pPr>
      <a:lvl5pPr algn="ctr" rtl="0" eaLnBrk="0" fontAlgn="base" hangingPunct="0">
        <a:spcBef>
          <a:spcPct val="0"/>
        </a:spcBef>
        <a:spcAft>
          <a:spcPct val="0"/>
        </a:spcAft>
        <a:defRPr sz="3600">
          <a:solidFill>
            <a:schemeClr val="bg1"/>
          </a:solidFill>
          <a:latin typeface="Palatino Linotype" pitchFamily="18" charset="0"/>
          <a:cs typeface="Arial" charset="0"/>
        </a:defRPr>
      </a:lvl5pPr>
      <a:lvl6pPr marL="457200" algn="ctr" rtl="0" fontAlgn="base">
        <a:spcBef>
          <a:spcPct val="0"/>
        </a:spcBef>
        <a:spcAft>
          <a:spcPct val="0"/>
        </a:spcAft>
        <a:defRPr sz="3600">
          <a:solidFill>
            <a:schemeClr val="bg1"/>
          </a:solidFill>
          <a:latin typeface="Palatino Linotype" pitchFamily="18" charset="0"/>
          <a:cs typeface="Arial" charset="0"/>
        </a:defRPr>
      </a:lvl6pPr>
      <a:lvl7pPr marL="914400" algn="ctr" rtl="0" fontAlgn="base">
        <a:spcBef>
          <a:spcPct val="0"/>
        </a:spcBef>
        <a:spcAft>
          <a:spcPct val="0"/>
        </a:spcAft>
        <a:defRPr sz="3600">
          <a:solidFill>
            <a:schemeClr val="bg1"/>
          </a:solidFill>
          <a:latin typeface="Palatino Linotype" pitchFamily="18" charset="0"/>
          <a:cs typeface="Arial" charset="0"/>
        </a:defRPr>
      </a:lvl7pPr>
      <a:lvl8pPr marL="1371600" algn="ctr" rtl="0" fontAlgn="base">
        <a:spcBef>
          <a:spcPct val="0"/>
        </a:spcBef>
        <a:spcAft>
          <a:spcPct val="0"/>
        </a:spcAft>
        <a:defRPr sz="3600">
          <a:solidFill>
            <a:schemeClr val="bg1"/>
          </a:solidFill>
          <a:latin typeface="Palatino Linotype" pitchFamily="18" charset="0"/>
          <a:cs typeface="Arial" charset="0"/>
        </a:defRPr>
      </a:lvl8pPr>
      <a:lvl9pPr marL="1828800" algn="ctr" rtl="0" fontAlgn="base">
        <a:spcBef>
          <a:spcPct val="0"/>
        </a:spcBef>
        <a:spcAft>
          <a:spcPct val="0"/>
        </a:spcAft>
        <a:defRPr sz="3600">
          <a:solidFill>
            <a:schemeClr val="bg1"/>
          </a:solidFill>
          <a:latin typeface="Palatino Linotype" pitchFamily="18" charset="0"/>
          <a:cs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8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engmeng.ge@canterbury.ac.n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hyperlink" Target="http://www.canterbury.ac.nz/" TargetMode="External"/><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hyperlink" Target="http://www.google.co.nz/"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users.cs.northwestern.edu/~akuzma/classes/CS340-w05/lecture_notes.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810000"/>
            <a:ext cx="7696200" cy="1752600"/>
          </a:xfrm>
        </p:spPr>
        <p:txBody>
          <a:bodyPr/>
          <a:lstStyle/>
          <a:p>
            <a:r>
              <a:rPr lang="en-US" sz="2400" dirty="0">
                <a:latin typeface="+mj-lt"/>
              </a:rPr>
              <a:t>Dr Barry Wu</a:t>
            </a:r>
          </a:p>
          <a:p>
            <a:endParaRPr lang="en-US" altLang="zh-CN" sz="1800" dirty="0">
              <a:latin typeface="+mj-lt"/>
            </a:endParaRPr>
          </a:p>
          <a:p>
            <a:r>
              <a:rPr lang="en-US" altLang="zh-CN" sz="1800" dirty="0">
                <a:latin typeface="+mj-lt"/>
              </a:rPr>
              <a:t>WRC</a:t>
            </a:r>
          </a:p>
          <a:p>
            <a:r>
              <a:rPr lang="en-US" altLang="zh-CN" sz="1800" dirty="0">
                <a:latin typeface="+mj-lt"/>
              </a:rPr>
              <a:t>University of Canterbury</a:t>
            </a:r>
          </a:p>
          <a:p>
            <a:r>
              <a:rPr lang="en-US" sz="1600" dirty="0">
                <a:latin typeface="+mj-lt"/>
                <a:hlinkClick r:id="rId3"/>
              </a:rPr>
              <a:t>Barry.wu@canterbury.ac.nz</a:t>
            </a:r>
            <a:endParaRPr lang="en-US" sz="1600" dirty="0">
              <a:latin typeface="+mj-lt"/>
            </a:endParaRPr>
          </a:p>
        </p:txBody>
      </p:sp>
      <p:sp>
        <p:nvSpPr>
          <p:cNvPr id="4" name="TextBox 3"/>
          <p:cNvSpPr txBox="1"/>
          <p:nvPr/>
        </p:nvSpPr>
        <p:spPr>
          <a:xfrm>
            <a:off x="838200" y="594578"/>
            <a:ext cx="7391400" cy="830997"/>
          </a:xfrm>
          <a:prstGeom prst="rect">
            <a:avLst/>
          </a:prstGeom>
          <a:noFill/>
        </p:spPr>
        <p:txBody>
          <a:bodyPr wrap="square" rtlCol="0">
            <a:spAutoFit/>
          </a:bodyPr>
          <a:lstStyle/>
          <a:p>
            <a:pPr algn="ctr"/>
            <a:r>
              <a:rPr lang="en-US" sz="2400">
                <a:latin typeface="+mj-lt"/>
              </a:rPr>
              <a:t>COSC264</a:t>
            </a:r>
          </a:p>
          <a:p>
            <a:pPr algn="ctr"/>
            <a:r>
              <a:rPr lang="en-NZ" sz="2400">
                <a:latin typeface="+mj-lt"/>
              </a:rPr>
              <a:t>Introduction to Computer Networks and the Internet</a:t>
            </a:r>
            <a:endParaRPr lang="en-US" sz="2400">
              <a:latin typeface="+mj-lt"/>
            </a:endParaRPr>
          </a:p>
        </p:txBody>
      </p:sp>
      <p:sp>
        <p:nvSpPr>
          <p:cNvPr id="5" name="Title 4"/>
          <p:cNvSpPr>
            <a:spLocks noGrp="1"/>
          </p:cNvSpPr>
          <p:nvPr>
            <p:ph type="ctrTitle"/>
          </p:nvPr>
        </p:nvSpPr>
        <p:spPr/>
        <p:txBody>
          <a:bodyPr/>
          <a:lstStyle/>
          <a:p>
            <a:r>
              <a:rPr lang="en-NZ" sz="3200" dirty="0"/>
              <a:t>Application Protocols:</a:t>
            </a:r>
            <a:br>
              <a:rPr lang="en-NZ" sz="3200" dirty="0"/>
            </a:br>
            <a:r>
              <a:rPr lang="en-NZ" sz="3200" dirty="0"/>
              <a:t>Introduction to Email and DNS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Learning Objectives</a:t>
            </a:r>
            <a:endParaRPr lang="ko-KR" altLang="en-US"/>
          </a:p>
        </p:txBody>
      </p:sp>
      <p:sp>
        <p:nvSpPr>
          <p:cNvPr id="3" name="Content Placeholder 2"/>
          <p:cNvSpPr>
            <a:spLocks noGrp="1"/>
          </p:cNvSpPr>
          <p:nvPr>
            <p:ph idx="1"/>
          </p:nvPr>
        </p:nvSpPr>
        <p:spPr/>
        <p:txBody>
          <a:bodyPr/>
          <a:lstStyle/>
          <a:p>
            <a:r>
              <a:rPr lang="en-US" altLang="ko-KR" dirty="0"/>
              <a:t>At the end of the lectures, you will be able to:</a:t>
            </a:r>
          </a:p>
          <a:p>
            <a:pPr lvl="1"/>
            <a:r>
              <a:rPr lang="en-GB" altLang="ko-KR" sz="2400" dirty="0"/>
              <a:t>Discuss the applications for emails</a:t>
            </a:r>
          </a:p>
          <a:p>
            <a:pPr lvl="1"/>
            <a:r>
              <a:rPr lang="en-GB" altLang="ko-KR" sz="2400" dirty="0"/>
              <a:t>Explain that basic functionality of SMTP</a:t>
            </a:r>
          </a:p>
          <a:p>
            <a:pPr lvl="1"/>
            <a:r>
              <a:rPr lang="en-GB" altLang="ko-KR" sz="2400" dirty="0"/>
              <a:t>Explain the basic function of mail access protocols, including POP3 and IMAP</a:t>
            </a:r>
          </a:p>
          <a:p>
            <a:pPr lvl="1"/>
            <a:r>
              <a:rPr lang="en-GB" altLang="ko-KR" sz="2400" dirty="0"/>
              <a:t>Describe the key elements of MIME</a:t>
            </a:r>
          </a:p>
          <a:p>
            <a:pPr lvl="1"/>
            <a:r>
              <a:rPr lang="en-GB" altLang="ko-KR" sz="2400" dirty="0"/>
              <a:t>Explain Internet domains and domain names</a:t>
            </a:r>
          </a:p>
          <a:p>
            <a:pPr lvl="1"/>
            <a:r>
              <a:rPr lang="en-GB" altLang="ko-KR" sz="2400" dirty="0"/>
              <a:t>Discuss the operation of the Domain Name System</a:t>
            </a:r>
            <a:endParaRPr lang="ko-KR" altLang="en-US" sz="2400" dirty="0"/>
          </a:p>
        </p:txBody>
      </p:sp>
      <p:sp>
        <p:nvSpPr>
          <p:cNvPr id="4" name="Slide Number Placeholder 3"/>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2</a:t>
            </a:fld>
            <a:endParaRPr lang="en-US"/>
          </a:p>
        </p:txBody>
      </p:sp>
    </p:spTree>
    <p:extLst>
      <p:ext uri="{BB962C8B-B14F-4D97-AF65-F5344CB8AC3E}">
        <p14:creationId xmlns:p14="http://schemas.microsoft.com/office/powerpoint/2010/main" val="60639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altLang="en-US"/>
              <a:t>Outline</a:t>
            </a:r>
          </a:p>
        </p:txBody>
      </p:sp>
      <p:sp>
        <p:nvSpPr>
          <p:cNvPr id="235523" name="Rectangle 3"/>
          <p:cNvSpPr>
            <a:spLocks noGrp="1" noChangeArrowheads="1"/>
          </p:cNvSpPr>
          <p:nvPr>
            <p:ph type="body" idx="1"/>
          </p:nvPr>
        </p:nvSpPr>
        <p:spPr>
          <a:xfrm>
            <a:off x="457200" y="1600200"/>
            <a:ext cx="8229600" cy="4724400"/>
          </a:xfrm>
        </p:spPr>
        <p:txBody>
          <a:bodyPr/>
          <a:lstStyle/>
          <a:p>
            <a:pPr>
              <a:spcBef>
                <a:spcPts val="1200"/>
              </a:spcBef>
              <a:spcAft>
                <a:spcPts val="600"/>
              </a:spcAft>
            </a:pPr>
            <a:r>
              <a:rPr lang="en-US" altLang="en-US" dirty="0"/>
              <a:t>Electronic Mail (Email)</a:t>
            </a:r>
          </a:p>
          <a:p>
            <a:pPr lvl="1">
              <a:spcBef>
                <a:spcPts val="1200"/>
              </a:spcBef>
              <a:spcAft>
                <a:spcPts val="600"/>
              </a:spcAft>
            </a:pPr>
            <a:r>
              <a:rPr lang="en-US" altLang="en-US" dirty="0"/>
              <a:t>SMTP, POP3, IMAP</a:t>
            </a:r>
          </a:p>
          <a:p>
            <a:pPr lvl="1">
              <a:spcBef>
                <a:spcPts val="1200"/>
              </a:spcBef>
              <a:spcAft>
                <a:spcPts val="600"/>
              </a:spcAft>
            </a:pPr>
            <a:r>
              <a:rPr lang="en-US" altLang="en-US" dirty="0"/>
              <a:t>MIME</a:t>
            </a:r>
          </a:p>
          <a:p>
            <a:pPr>
              <a:spcBef>
                <a:spcPts val="1200"/>
              </a:spcBef>
              <a:spcAft>
                <a:spcPts val="600"/>
              </a:spcAft>
            </a:pPr>
            <a:r>
              <a:rPr lang="en-US" altLang="en-US" dirty="0"/>
              <a:t>Domain Name System (DNS)</a:t>
            </a:r>
          </a:p>
          <a:p>
            <a:pPr lvl="1">
              <a:spcBef>
                <a:spcPts val="1200"/>
              </a:spcBef>
              <a:spcAft>
                <a:spcPts val="600"/>
              </a:spcAft>
            </a:pPr>
            <a:endParaRPr lang="en-US" altLang="en-US" dirty="0"/>
          </a:p>
          <a:p>
            <a:pPr marL="0" indent="0">
              <a:spcBef>
                <a:spcPts val="1200"/>
              </a:spcBef>
              <a:spcAft>
                <a:spcPts val="600"/>
              </a:spcAft>
              <a:buNone/>
            </a:pPr>
            <a:endParaRPr lang="en-US" altLang="en-US" dirty="0"/>
          </a:p>
        </p:txBody>
      </p:sp>
      <p:sp>
        <p:nvSpPr>
          <p:cNvPr id="2" name="Slide Number Placeholder 3">
            <a:extLst>
              <a:ext uri="{FF2B5EF4-FFF2-40B4-BE49-F238E27FC236}">
                <a16:creationId xmlns:a16="http://schemas.microsoft.com/office/drawing/2014/main" id="{CDC7C002-7386-D6BD-3D98-30FD43D6DACE}"/>
              </a:ext>
            </a:extLst>
          </p:cNvPr>
          <p:cNvSpPr txBox="1">
            <a:spLocks/>
          </p:cNvSpPr>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3</a:t>
            </a:fld>
            <a:endParaRPr lang="en-US"/>
          </a:p>
        </p:txBody>
      </p:sp>
    </p:spTree>
    <p:extLst>
      <p:ext uri="{BB962C8B-B14F-4D97-AF65-F5344CB8AC3E}">
        <p14:creationId xmlns:p14="http://schemas.microsoft.com/office/powerpoint/2010/main" val="2151264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5F7421-B59E-5478-A8CA-95BA88D69B7D}"/>
              </a:ext>
            </a:extLst>
          </p:cNvPr>
          <p:cNvSpPr>
            <a:spLocks noGrp="1"/>
          </p:cNvSpPr>
          <p:nvPr>
            <p:ph type="ctrTitle"/>
          </p:nvPr>
        </p:nvSpPr>
        <p:spPr/>
        <p:txBody>
          <a:bodyPr/>
          <a:lstStyle/>
          <a:p>
            <a:r>
              <a:rPr lang="en-NZ" dirty="0"/>
              <a:t>Email</a:t>
            </a:r>
          </a:p>
        </p:txBody>
      </p:sp>
      <p:sp>
        <p:nvSpPr>
          <p:cNvPr id="6" name="Subtitle 5">
            <a:extLst>
              <a:ext uri="{FF2B5EF4-FFF2-40B4-BE49-F238E27FC236}">
                <a16:creationId xmlns:a16="http://schemas.microsoft.com/office/drawing/2014/main" id="{A7390CE9-31E0-E5AE-589F-2F2EE061EBC2}"/>
              </a:ext>
            </a:extLst>
          </p:cNvPr>
          <p:cNvSpPr>
            <a:spLocks noGrp="1"/>
          </p:cNvSpPr>
          <p:nvPr>
            <p:ph type="subTitle" idx="1"/>
          </p:nvPr>
        </p:nvSpPr>
        <p:spPr/>
        <p:txBody>
          <a:bodyPr/>
          <a:lstStyle/>
          <a:p>
            <a:endParaRPr lang="en-NZ"/>
          </a:p>
        </p:txBody>
      </p:sp>
      <p:sp>
        <p:nvSpPr>
          <p:cNvPr id="2" name="Slide Number Placeholder 3">
            <a:extLst>
              <a:ext uri="{FF2B5EF4-FFF2-40B4-BE49-F238E27FC236}">
                <a16:creationId xmlns:a16="http://schemas.microsoft.com/office/drawing/2014/main" id="{BDB6A1E8-2FE6-D59E-3B5D-B98CFF682EB3}"/>
              </a:ext>
            </a:extLst>
          </p:cNvPr>
          <p:cNvSpPr txBox="1">
            <a:spLocks/>
          </p:cNvSpPr>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4</a:t>
            </a:fld>
            <a:endParaRPr lang="en-US"/>
          </a:p>
        </p:txBody>
      </p:sp>
    </p:spTree>
    <p:extLst>
      <p:ext uri="{BB962C8B-B14F-4D97-AF65-F5344CB8AC3E}">
        <p14:creationId xmlns:p14="http://schemas.microsoft.com/office/powerpoint/2010/main" val="2519377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Email Overview </a:t>
            </a:r>
          </a:p>
        </p:txBody>
      </p:sp>
      <p:sp>
        <p:nvSpPr>
          <p:cNvPr id="3" name="Content Placeholder 2"/>
          <p:cNvSpPr>
            <a:spLocks noGrp="1"/>
          </p:cNvSpPr>
          <p:nvPr>
            <p:ph idx="1"/>
          </p:nvPr>
        </p:nvSpPr>
        <p:spPr>
          <a:xfrm>
            <a:off x="457200" y="990600"/>
            <a:ext cx="8229600" cy="609600"/>
          </a:xfrm>
        </p:spPr>
        <p:txBody>
          <a:bodyPr/>
          <a:lstStyle/>
          <a:p>
            <a:r>
              <a:rPr lang="en-NZ" sz="2800" dirty="0"/>
              <a:t>A high-level view of the Internet email system</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5</a:t>
            </a:fld>
            <a:endParaRPr lang="en-US" dirty="0"/>
          </a:p>
        </p:txBody>
      </p:sp>
      <p:pic>
        <p:nvPicPr>
          <p:cNvPr id="6" name="Picture 5">
            <a:extLst>
              <a:ext uri="{FF2B5EF4-FFF2-40B4-BE49-F238E27FC236}">
                <a16:creationId xmlns:a16="http://schemas.microsoft.com/office/drawing/2014/main" id="{6DA0DC6C-122A-CF90-C615-4CF52F2244B7}"/>
              </a:ext>
            </a:extLst>
          </p:cNvPr>
          <p:cNvPicPr>
            <a:picLocks noChangeAspect="1"/>
          </p:cNvPicPr>
          <p:nvPr/>
        </p:nvPicPr>
        <p:blipFill>
          <a:blip r:embed="rId3"/>
          <a:stretch>
            <a:fillRect/>
          </a:stretch>
        </p:blipFill>
        <p:spPr>
          <a:xfrm>
            <a:off x="1926154" y="1801667"/>
            <a:ext cx="5389046" cy="4205287"/>
          </a:xfrm>
          <a:prstGeom prst="rect">
            <a:avLst/>
          </a:prstGeom>
        </p:spPr>
      </p:pic>
      <p:sp>
        <p:nvSpPr>
          <p:cNvPr id="7" name="TextBox 7">
            <a:extLst>
              <a:ext uri="{FF2B5EF4-FFF2-40B4-BE49-F238E27FC236}">
                <a16:creationId xmlns:a16="http://schemas.microsoft.com/office/drawing/2014/main" id="{9C5B4714-7611-E424-BEB2-0A8422952CDD}"/>
              </a:ext>
            </a:extLst>
          </p:cNvPr>
          <p:cNvSpPr txBox="1"/>
          <p:nvPr/>
        </p:nvSpPr>
        <p:spPr>
          <a:xfrm>
            <a:off x="2220377" y="6350913"/>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2.15.</a:t>
            </a:r>
          </a:p>
        </p:txBody>
      </p:sp>
      <p:sp>
        <p:nvSpPr>
          <p:cNvPr id="9" name="TextBox 8">
            <a:extLst>
              <a:ext uri="{FF2B5EF4-FFF2-40B4-BE49-F238E27FC236}">
                <a16:creationId xmlns:a16="http://schemas.microsoft.com/office/drawing/2014/main" id="{E3352F8B-693D-5020-A95B-69967B407730}"/>
              </a:ext>
            </a:extLst>
          </p:cNvPr>
          <p:cNvSpPr txBox="1"/>
          <p:nvPr/>
        </p:nvSpPr>
        <p:spPr>
          <a:xfrm>
            <a:off x="124360" y="3042511"/>
            <a:ext cx="2618839" cy="1585049"/>
          </a:xfrm>
          <a:prstGeom prst="rect">
            <a:avLst/>
          </a:prstGeom>
          <a:noFill/>
        </p:spPr>
        <p:txBody>
          <a:bodyPr wrap="square">
            <a:spAutoFit/>
          </a:bodyPr>
          <a:lstStyle/>
          <a:p>
            <a:pPr>
              <a:spcBef>
                <a:spcPts val="600"/>
              </a:spcBef>
              <a:spcAft>
                <a:spcPts val="600"/>
              </a:spcAft>
              <a:buFont typeface="ZapfDingbats" pitchFamily="82" charset="2"/>
              <a:buNone/>
            </a:pPr>
            <a:r>
              <a:rPr lang="en-US" altLang="en-US" u="sng" dirty="0">
                <a:solidFill>
                  <a:srgbClr val="FF0000"/>
                </a:solidFill>
              </a:rPr>
              <a:t>User agent</a:t>
            </a:r>
          </a:p>
          <a:p>
            <a:pPr marL="108000" indent="-108000">
              <a:spcBef>
                <a:spcPts val="600"/>
              </a:spcBef>
              <a:spcAft>
                <a:spcPts val="0"/>
              </a:spcAft>
              <a:buFont typeface="Arial" panose="020B0604020202020204" pitchFamily="34" charset="0"/>
              <a:buChar char="•"/>
            </a:pPr>
            <a:r>
              <a:rPr lang="en-NZ" sz="1600" dirty="0"/>
              <a:t>Allow users to read, reply to, forward, save, and compose messages</a:t>
            </a:r>
          </a:p>
          <a:p>
            <a:pPr marL="108000" indent="-108000">
              <a:spcBef>
                <a:spcPts val="600"/>
              </a:spcBef>
              <a:spcAft>
                <a:spcPts val="0"/>
              </a:spcAft>
              <a:buFont typeface="Arial" panose="020B0604020202020204" pitchFamily="34" charset="0"/>
              <a:buChar char="•"/>
            </a:pPr>
            <a:r>
              <a:rPr lang="en-US" altLang="en-US" sz="1600" dirty="0"/>
              <a:t>Example: Outlook</a:t>
            </a:r>
          </a:p>
        </p:txBody>
      </p:sp>
      <p:pic>
        <p:nvPicPr>
          <p:cNvPr id="8" name="Picture 7">
            <a:extLst>
              <a:ext uri="{FF2B5EF4-FFF2-40B4-BE49-F238E27FC236}">
                <a16:creationId xmlns:a16="http://schemas.microsoft.com/office/drawing/2014/main" id="{931E404D-FBD1-501C-E211-C7FF7AE6A6CB}"/>
              </a:ext>
            </a:extLst>
          </p:cNvPr>
          <p:cNvPicPr>
            <a:picLocks noChangeAspect="1"/>
          </p:cNvPicPr>
          <p:nvPr/>
        </p:nvPicPr>
        <p:blipFill>
          <a:blip r:embed="rId4"/>
          <a:stretch>
            <a:fillRect/>
          </a:stretch>
        </p:blipFill>
        <p:spPr>
          <a:xfrm>
            <a:off x="5929132" y="5916878"/>
            <a:ext cx="3200400" cy="384362"/>
          </a:xfrm>
          <a:prstGeom prst="rect">
            <a:avLst/>
          </a:prstGeom>
        </p:spPr>
      </p:pic>
      <p:sp>
        <p:nvSpPr>
          <p:cNvPr id="10" name="TextBox 9">
            <a:extLst>
              <a:ext uri="{FF2B5EF4-FFF2-40B4-BE49-F238E27FC236}">
                <a16:creationId xmlns:a16="http://schemas.microsoft.com/office/drawing/2014/main" id="{72DCD47C-D5F7-5369-D4A5-5221F9A82A1C}"/>
              </a:ext>
            </a:extLst>
          </p:cNvPr>
          <p:cNvSpPr txBox="1"/>
          <p:nvPr/>
        </p:nvSpPr>
        <p:spPr>
          <a:xfrm>
            <a:off x="4772246" y="1600200"/>
            <a:ext cx="4202708" cy="1338828"/>
          </a:xfrm>
          <a:prstGeom prst="rect">
            <a:avLst/>
          </a:prstGeom>
          <a:noFill/>
        </p:spPr>
        <p:txBody>
          <a:bodyPr wrap="square">
            <a:spAutoFit/>
          </a:bodyPr>
          <a:lstStyle/>
          <a:p>
            <a:pPr>
              <a:spcBef>
                <a:spcPts val="600"/>
              </a:spcBef>
              <a:spcAft>
                <a:spcPts val="600"/>
              </a:spcAft>
              <a:buFont typeface="ZapfDingbats" pitchFamily="82" charset="2"/>
              <a:buNone/>
            </a:pPr>
            <a:r>
              <a:rPr lang="en-US" altLang="en-US" u="sng" dirty="0">
                <a:solidFill>
                  <a:srgbClr val="FF0000"/>
                </a:solidFill>
              </a:rPr>
              <a:t>Mail server</a:t>
            </a:r>
          </a:p>
          <a:p>
            <a:pPr marL="108000" indent="-108000">
              <a:spcBef>
                <a:spcPts val="600"/>
              </a:spcBef>
              <a:spcAft>
                <a:spcPts val="0"/>
              </a:spcAft>
              <a:buFont typeface="Arial" panose="020B0604020202020204" pitchFamily="34" charset="0"/>
              <a:buChar char="•"/>
            </a:pPr>
            <a:r>
              <a:rPr lang="en-NZ" sz="1600" dirty="0"/>
              <a:t>A mailbox for each recipient that manages and maintains incoming messages </a:t>
            </a:r>
          </a:p>
          <a:p>
            <a:pPr marL="108000" indent="-108000">
              <a:spcBef>
                <a:spcPts val="600"/>
              </a:spcBef>
              <a:spcAft>
                <a:spcPts val="0"/>
              </a:spcAft>
              <a:buFont typeface="Arial" panose="020B0604020202020204" pitchFamily="34" charset="0"/>
              <a:buChar char="•"/>
            </a:pPr>
            <a:r>
              <a:rPr lang="en-NZ" sz="1600" dirty="0"/>
              <a:t>A message queue of outgoing messages</a:t>
            </a:r>
          </a:p>
        </p:txBody>
      </p:sp>
      <p:sp>
        <p:nvSpPr>
          <p:cNvPr id="5" name="TextBox 4">
            <a:extLst>
              <a:ext uri="{FF2B5EF4-FFF2-40B4-BE49-F238E27FC236}">
                <a16:creationId xmlns:a16="http://schemas.microsoft.com/office/drawing/2014/main" id="{DBFC5095-6703-75D7-A36F-2419013A84E6}"/>
              </a:ext>
            </a:extLst>
          </p:cNvPr>
          <p:cNvSpPr txBox="1"/>
          <p:nvPr/>
        </p:nvSpPr>
        <p:spPr>
          <a:xfrm>
            <a:off x="4946417" y="3098321"/>
            <a:ext cx="4202708" cy="369332"/>
          </a:xfrm>
          <a:prstGeom prst="rect">
            <a:avLst/>
          </a:prstGeom>
          <a:noFill/>
        </p:spPr>
        <p:txBody>
          <a:bodyPr wrap="square">
            <a:spAutoFit/>
          </a:bodyPr>
          <a:lstStyle/>
          <a:p>
            <a:pPr>
              <a:spcBef>
                <a:spcPts val="600"/>
              </a:spcBef>
              <a:spcAft>
                <a:spcPts val="600"/>
              </a:spcAft>
              <a:buFont typeface="ZapfDingbats" pitchFamily="82" charset="2"/>
              <a:buNone/>
            </a:pPr>
            <a:r>
              <a:rPr lang="en-US" altLang="en-US" u="sng" dirty="0">
                <a:solidFill>
                  <a:srgbClr val="FF0000"/>
                </a:solidFill>
              </a:rPr>
              <a:t>Simple Mail Transfer Protocol (SMTP)</a:t>
            </a:r>
          </a:p>
        </p:txBody>
      </p:sp>
    </p:spTree>
    <p:extLst>
      <p:ext uri="{BB962C8B-B14F-4D97-AF65-F5344CB8AC3E}">
        <p14:creationId xmlns:p14="http://schemas.microsoft.com/office/powerpoint/2010/main" val="2355774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sz="3600" dirty="0"/>
              <a:t>Simple Mail Transfer Protocol (</a:t>
            </a:r>
            <a:r>
              <a:rPr lang="en-NZ" dirty="0"/>
              <a:t>SMTP)</a:t>
            </a:r>
            <a:endParaRPr lang="en-NZ" sz="3000" dirty="0"/>
          </a:p>
        </p:txBody>
      </p:sp>
      <p:sp>
        <p:nvSpPr>
          <p:cNvPr id="3" name="Content Placeholder 2"/>
          <p:cNvSpPr>
            <a:spLocks noGrp="1"/>
          </p:cNvSpPr>
          <p:nvPr>
            <p:ph idx="1"/>
          </p:nvPr>
        </p:nvSpPr>
        <p:spPr>
          <a:xfrm>
            <a:off x="457200" y="990599"/>
            <a:ext cx="8229600" cy="5486401"/>
          </a:xfrm>
        </p:spPr>
        <p:txBody>
          <a:bodyPr/>
          <a:lstStyle/>
          <a:p>
            <a:pPr>
              <a:spcAft>
                <a:spcPts val="600"/>
              </a:spcAft>
            </a:pPr>
            <a:r>
              <a:rPr lang="en-NZ" sz="2800" dirty="0"/>
              <a:t>SMTP is a mail transport and delivery protocol</a:t>
            </a:r>
          </a:p>
          <a:p>
            <a:pPr lvl="1">
              <a:spcAft>
                <a:spcPts val="600"/>
              </a:spcAft>
            </a:pPr>
            <a:r>
              <a:rPr lang="en-NZ" sz="2200" dirty="0"/>
              <a:t>Also used as a “mail submission” protocol</a:t>
            </a:r>
          </a:p>
          <a:p>
            <a:pPr>
              <a:spcBef>
                <a:spcPts val="1200"/>
              </a:spcBef>
              <a:spcAft>
                <a:spcPts val="600"/>
              </a:spcAft>
            </a:pPr>
            <a:r>
              <a:rPr lang="en-GB" sz="2800" dirty="0"/>
              <a:t>SMTP has </a:t>
            </a:r>
            <a:r>
              <a:rPr lang="en-GB" sz="2800" dirty="0">
                <a:solidFill>
                  <a:srgbClr val="FF0000"/>
                </a:solidFill>
              </a:rPr>
              <a:t>two sides</a:t>
            </a:r>
          </a:p>
          <a:p>
            <a:pPr lvl="1">
              <a:spcAft>
                <a:spcPts val="600"/>
              </a:spcAft>
            </a:pPr>
            <a:r>
              <a:rPr lang="en-GB" sz="2200" dirty="0"/>
              <a:t>A client side executes on the sender’s mail server.</a:t>
            </a:r>
          </a:p>
          <a:p>
            <a:pPr lvl="1">
              <a:spcAft>
                <a:spcPts val="600"/>
              </a:spcAft>
            </a:pPr>
            <a:r>
              <a:rPr lang="en-GB" sz="2200" dirty="0"/>
              <a:t>A server side executes on the recipient’s mail server.</a:t>
            </a:r>
          </a:p>
          <a:p>
            <a:pPr>
              <a:spcBef>
                <a:spcPts val="1200"/>
              </a:spcBef>
              <a:spcAft>
                <a:spcPts val="600"/>
              </a:spcAft>
            </a:pPr>
            <a:r>
              <a:rPr lang="en-GB" sz="2800" dirty="0"/>
              <a:t>Both the client and server sides of SMTP run on every mail server</a:t>
            </a:r>
          </a:p>
          <a:p>
            <a:pPr lvl="1">
              <a:spcAft>
                <a:spcPts val="600"/>
              </a:spcAft>
            </a:pPr>
            <a:r>
              <a:rPr lang="en-GB" sz="2200" dirty="0"/>
              <a:t>When a mail server sends mail to other mail servers, it acts as an SMTP client. </a:t>
            </a:r>
          </a:p>
          <a:p>
            <a:pPr lvl="1">
              <a:spcAft>
                <a:spcPts val="600"/>
              </a:spcAft>
            </a:pPr>
            <a:r>
              <a:rPr lang="en-GB" sz="2200" dirty="0"/>
              <a:t>When a mail server receives mail from other mail servers, it acts as an SMTP server.</a:t>
            </a:r>
            <a:endParaRPr lang="en-NZ" sz="2200" dirty="0"/>
          </a:p>
        </p:txBody>
      </p:sp>
      <p:sp>
        <p:nvSpPr>
          <p:cNvPr id="5" name="Slide Number Placeholder 4"/>
          <p:cNvSpPr>
            <a:spLocks noGrp="1"/>
          </p:cNvSpPr>
          <p:nvPr>
            <p:ph type="sldNum" sz="quarter" idx="4"/>
          </p:nvPr>
        </p:nvSpPr>
        <p:spPr/>
        <p:txBody>
          <a:bodyPr/>
          <a:lstStyle/>
          <a:p>
            <a:fld id="{4C699ADF-905D-405E-B6CF-CD45E1C8DF8F}" type="slidenum">
              <a:rPr lang="en-US" altLang="en-US" smtClean="0"/>
              <a:pPr/>
              <a:t>6</a:t>
            </a:fld>
            <a:endParaRPr lang="en-US" altLang="en-US"/>
          </a:p>
        </p:txBody>
      </p:sp>
    </p:spTree>
    <p:extLst>
      <p:ext uri="{BB962C8B-B14F-4D97-AF65-F5344CB8AC3E}">
        <p14:creationId xmlns:p14="http://schemas.microsoft.com/office/powerpoint/2010/main" val="248047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Basic Operation of SMTP</a:t>
            </a:r>
            <a:endParaRPr lang="en-NZ" sz="3000" dirty="0"/>
          </a:p>
        </p:txBody>
      </p:sp>
      <p:sp>
        <p:nvSpPr>
          <p:cNvPr id="5" name="Slide Number Placeholder 4"/>
          <p:cNvSpPr>
            <a:spLocks noGrp="1"/>
          </p:cNvSpPr>
          <p:nvPr>
            <p:ph type="sldNum" sz="quarter" idx="4"/>
          </p:nvPr>
        </p:nvSpPr>
        <p:spPr/>
        <p:txBody>
          <a:bodyPr/>
          <a:lstStyle/>
          <a:p>
            <a:fld id="{4C699ADF-905D-405E-B6CF-CD45E1C8DF8F}" type="slidenum">
              <a:rPr lang="en-US" altLang="en-US" smtClean="0"/>
              <a:pPr/>
              <a:t>7</a:t>
            </a:fld>
            <a:endParaRPr lang="en-US" altLang="en-US"/>
          </a:p>
        </p:txBody>
      </p:sp>
      <p:pic>
        <p:nvPicPr>
          <p:cNvPr id="6" name="Picture 5">
            <a:extLst>
              <a:ext uri="{FF2B5EF4-FFF2-40B4-BE49-F238E27FC236}">
                <a16:creationId xmlns:a16="http://schemas.microsoft.com/office/drawing/2014/main" id="{6F1401CF-45D3-72E6-20C4-0F861AFB331A}"/>
              </a:ext>
            </a:extLst>
          </p:cNvPr>
          <p:cNvPicPr>
            <a:picLocks noChangeAspect="1"/>
          </p:cNvPicPr>
          <p:nvPr/>
        </p:nvPicPr>
        <p:blipFill>
          <a:blip r:embed="rId3"/>
          <a:stretch>
            <a:fillRect/>
          </a:stretch>
        </p:blipFill>
        <p:spPr>
          <a:xfrm>
            <a:off x="419100" y="2743200"/>
            <a:ext cx="8305800" cy="1822437"/>
          </a:xfrm>
          <a:prstGeom prst="rect">
            <a:avLst/>
          </a:prstGeom>
        </p:spPr>
      </p:pic>
      <p:sp>
        <p:nvSpPr>
          <p:cNvPr id="7" name="TextBox 7">
            <a:extLst>
              <a:ext uri="{FF2B5EF4-FFF2-40B4-BE49-F238E27FC236}">
                <a16:creationId xmlns:a16="http://schemas.microsoft.com/office/drawing/2014/main" id="{1F1F5E80-662E-6D5C-2F19-847D4D3B4A8B}"/>
              </a:ext>
            </a:extLst>
          </p:cNvPr>
          <p:cNvSpPr txBox="1"/>
          <p:nvPr/>
        </p:nvSpPr>
        <p:spPr>
          <a:xfrm>
            <a:off x="2220377" y="6350913"/>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2.16.</a:t>
            </a:r>
          </a:p>
        </p:txBody>
      </p:sp>
      <p:sp>
        <p:nvSpPr>
          <p:cNvPr id="8" name="Rectangle 7">
            <a:extLst>
              <a:ext uri="{FF2B5EF4-FFF2-40B4-BE49-F238E27FC236}">
                <a16:creationId xmlns:a16="http://schemas.microsoft.com/office/drawing/2014/main" id="{719BCE85-F31E-58CD-305A-517C73EF5127}"/>
              </a:ext>
            </a:extLst>
          </p:cNvPr>
          <p:cNvSpPr/>
          <p:nvPr/>
        </p:nvSpPr>
        <p:spPr>
          <a:xfrm>
            <a:off x="495300" y="1455516"/>
            <a:ext cx="1638300" cy="12114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600" dirty="0">
                <a:solidFill>
                  <a:schemeClr val="tx1"/>
                </a:solidFill>
              </a:rPr>
              <a:t>1. Alice uses her UA to compose the message</a:t>
            </a:r>
          </a:p>
        </p:txBody>
      </p:sp>
      <p:sp>
        <p:nvSpPr>
          <p:cNvPr id="9" name="Rectangle 8">
            <a:extLst>
              <a:ext uri="{FF2B5EF4-FFF2-40B4-BE49-F238E27FC236}">
                <a16:creationId xmlns:a16="http://schemas.microsoft.com/office/drawing/2014/main" id="{08AEDFF1-9385-D995-8E4A-4638D66C6C23}"/>
              </a:ext>
            </a:extLst>
          </p:cNvPr>
          <p:cNvSpPr/>
          <p:nvPr/>
        </p:nvSpPr>
        <p:spPr>
          <a:xfrm>
            <a:off x="1447800" y="4800600"/>
            <a:ext cx="1905000" cy="9828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600" dirty="0">
                <a:solidFill>
                  <a:schemeClr val="tx1"/>
                </a:solidFill>
              </a:rPr>
              <a:t>2. Alice’s UA sends the message to her mail server</a:t>
            </a:r>
          </a:p>
        </p:txBody>
      </p:sp>
      <p:sp>
        <p:nvSpPr>
          <p:cNvPr id="10" name="Rectangle 9">
            <a:extLst>
              <a:ext uri="{FF2B5EF4-FFF2-40B4-BE49-F238E27FC236}">
                <a16:creationId xmlns:a16="http://schemas.microsoft.com/office/drawing/2014/main" id="{D01D7CE5-0D9A-2AFE-5DCA-A13795CAC90E}"/>
              </a:ext>
            </a:extLst>
          </p:cNvPr>
          <p:cNvSpPr/>
          <p:nvPr/>
        </p:nvSpPr>
        <p:spPr>
          <a:xfrm>
            <a:off x="2438400" y="1219200"/>
            <a:ext cx="2220377" cy="1447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600" dirty="0">
                <a:solidFill>
                  <a:schemeClr val="tx1"/>
                </a:solidFill>
              </a:rPr>
              <a:t>3. The </a:t>
            </a:r>
            <a:r>
              <a:rPr lang="en-US" altLang="en-US" sz="1600" dirty="0">
                <a:solidFill>
                  <a:schemeClr val="tx1"/>
                </a:solidFill>
              </a:rPr>
              <a:t>SMTP client opens a TCP connection to an SMTP server on Bob’s mail server </a:t>
            </a:r>
            <a:endParaRPr lang="en-NZ" sz="1600" dirty="0">
              <a:solidFill>
                <a:schemeClr val="tx1"/>
              </a:solidFill>
            </a:endParaRPr>
          </a:p>
        </p:txBody>
      </p:sp>
      <p:sp>
        <p:nvSpPr>
          <p:cNvPr id="12" name="Rectangle 11">
            <a:extLst>
              <a:ext uri="{FF2B5EF4-FFF2-40B4-BE49-F238E27FC236}">
                <a16:creationId xmlns:a16="http://schemas.microsoft.com/office/drawing/2014/main" id="{12F62CB9-282F-53FA-F4F9-19A23ECFBB79}"/>
              </a:ext>
            </a:extLst>
          </p:cNvPr>
          <p:cNvSpPr/>
          <p:nvPr/>
        </p:nvSpPr>
        <p:spPr>
          <a:xfrm>
            <a:off x="3733800" y="4800600"/>
            <a:ext cx="2133600" cy="12192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600" dirty="0">
                <a:solidFill>
                  <a:schemeClr val="tx1"/>
                </a:solidFill>
              </a:rPr>
              <a:t>4. The SMTP client sends Alice’s message over the TCP connection</a:t>
            </a:r>
          </a:p>
        </p:txBody>
      </p:sp>
      <p:sp>
        <p:nvSpPr>
          <p:cNvPr id="13" name="Rectangle 12">
            <a:extLst>
              <a:ext uri="{FF2B5EF4-FFF2-40B4-BE49-F238E27FC236}">
                <a16:creationId xmlns:a16="http://schemas.microsoft.com/office/drawing/2014/main" id="{71FC2BF8-33D1-89E7-04C8-169F6813229C}"/>
              </a:ext>
            </a:extLst>
          </p:cNvPr>
          <p:cNvSpPr/>
          <p:nvPr/>
        </p:nvSpPr>
        <p:spPr>
          <a:xfrm>
            <a:off x="4942423" y="1219200"/>
            <a:ext cx="2220377" cy="1447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600" dirty="0">
                <a:solidFill>
                  <a:schemeClr val="tx1"/>
                </a:solidFill>
              </a:rPr>
              <a:t>5. The </a:t>
            </a:r>
            <a:r>
              <a:rPr lang="en-US" altLang="en-US" sz="1600" dirty="0">
                <a:solidFill>
                  <a:schemeClr val="tx1"/>
                </a:solidFill>
              </a:rPr>
              <a:t>SMTP server receives the message; Bob’s mail server places the message in Bob’s mailbox.</a:t>
            </a:r>
            <a:endParaRPr lang="en-NZ" sz="1600" dirty="0">
              <a:solidFill>
                <a:schemeClr val="tx1"/>
              </a:solidFill>
            </a:endParaRPr>
          </a:p>
        </p:txBody>
      </p:sp>
      <p:sp>
        <p:nvSpPr>
          <p:cNvPr id="14" name="Rectangle 13">
            <a:extLst>
              <a:ext uri="{FF2B5EF4-FFF2-40B4-BE49-F238E27FC236}">
                <a16:creationId xmlns:a16="http://schemas.microsoft.com/office/drawing/2014/main" id="{2E051A26-27E7-86CB-D0CA-0491D87A9F75}"/>
              </a:ext>
            </a:extLst>
          </p:cNvPr>
          <p:cNvSpPr/>
          <p:nvPr/>
        </p:nvSpPr>
        <p:spPr>
          <a:xfrm>
            <a:off x="6463238" y="4800600"/>
            <a:ext cx="2008723" cy="9828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600" dirty="0">
                <a:solidFill>
                  <a:schemeClr val="tx1"/>
                </a:solidFill>
              </a:rPr>
              <a:t>6. Bob invokes his UA to read message</a:t>
            </a:r>
          </a:p>
        </p:txBody>
      </p:sp>
    </p:spTree>
    <p:extLst>
      <p:ext uri="{BB962C8B-B14F-4D97-AF65-F5344CB8AC3E}">
        <p14:creationId xmlns:p14="http://schemas.microsoft.com/office/powerpoint/2010/main" val="50034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FF71EF2-6681-5373-80F2-F8CE3C41D250}"/>
              </a:ext>
            </a:extLst>
          </p:cNvPr>
          <p:cNvGraphicFramePr>
            <a:graphicFrameLocks noGrp="1"/>
          </p:cNvGraphicFramePr>
          <p:nvPr>
            <p:ph sz="quarter" idx="4"/>
            <p:extLst>
              <p:ext uri="{D42A27DB-BD31-4B8C-83A1-F6EECF244321}">
                <p14:modId xmlns:p14="http://schemas.microsoft.com/office/powerpoint/2010/main" val="2538088473"/>
              </p:ext>
            </p:extLst>
          </p:nvPr>
        </p:nvGraphicFramePr>
        <p:xfrm>
          <a:off x="494506" y="3238500"/>
          <a:ext cx="8154987"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8594" name="Rectangle 2"/>
          <p:cNvSpPr>
            <a:spLocks noGrp="1" noChangeArrowheads="1"/>
          </p:cNvSpPr>
          <p:nvPr>
            <p:ph type="title"/>
          </p:nvPr>
        </p:nvSpPr>
        <p:spPr/>
        <p:txBody>
          <a:bodyPr/>
          <a:lstStyle/>
          <a:p>
            <a:r>
              <a:rPr lang="en-US" altLang="en-US" dirty="0"/>
              <a:t>SMTP vs. HTTP</a:t>
            </a:r>
          </a:p>
        </p:txBody>
      </p:sp>
      <p:sp>
        <p:nvSpPr>
          <p:cNvPr id="238595" name="Rectangle 3"/>
          <p:cNvSpPr>
            <a:spLocks noGrp="1" noChangeArrowheads="1"/>
          </p:cNvSpPr>
          <p:nvPr>
            <p:ph sz="half" idx="2"/>
          </p:nvPr>
        </p:nvSpPr>
        <p:spPr>
          <a:xfrm>
            <a:off x="457200" y="1066800"/>
            <a:ext cx="8229600" cy="2057400"/>
          </a:xfrm>
        </p:spPr>
        <p:txBody>
          <a:bodyPr/>
          <a:lstStyle/>
          <a:p>
            <a:pPr>
              <a:spcBef>
                <a:spcPts val="600"/>
              </a:spcBef>
              <a:spcAft>
                <a:spcPts val="600"/>
              </a:spcAft>
            </a:pPr>
            <a:r>
              <a:rPr lang="en-US" altLang="en-US" sz="2800" dirty="0"/>
              <a:t>Common characteristics</a:t>
            </a:r>
          </a:p>
          <a:p>
            <a:pPr lvl="1">
              <a:spcBef>
                <a:spcPts val="600"/>
              </a:spcBef>
              <a:spcAft>
                <a:spcPts val="600"/>
              </a:spcAft>
            </a:pPr>
            <a:r>
              <a:rPr lang="en-US" altLang="en-US" sz="1800" dirty="0"/>
              <a:t>Transfer files from one host to another</a:t>
            </a:r>
          </a:p>
          <a:p>
            <a:pPr lvl="1">
              <a:spcBef>
                <a:spcPts val="600"/>
              </a:spcBef>
              <a:spcAft>
                <a:spcPts val="600"/>
              </a:spcAft>
            </a:pPr>
            <a:r>
              <a:rPr lang="en-US" altLang="en-US" sz="1800" dirty="0"/>
              <a:t>Persistent connections </a:t>
            </a:r>
          </a:p>
          <a:p>
            <a:pPr>
              <a:spcBef>
                <a:spcPts val="600"/>
              </a:spcBef>
              <a:spcAft>
                <a:spcPts val="600"/>
              </a:spcAft>
            </a:pPr>
            <a:r>
              <a:rPr lang="en-US" altLang="en-US" sz="2800" dirty="0"/>
              <a:t>Differences</a:t>
            </a:r>
          </a:p>
        </p:txBody>
      </p:sp>
      <p:sp>
        <p:nvSpPr>
          <p:cNvPr id="2" name="Slide Number Placeholder 3">
            <a:extLst>
              <a:ext uri="{FF2B5EF4-FFF2-40B4-BE49-F238E27FC236}">
                <a16:creationId xmlns:a16="http://schemas.microsoft.com/office/drawing/2014/main" id="{8817C349-61D0-346B-6E23-88C61650DF12}"/>
              </a:ext>
            </a:extLst>
          </p:cNvPr>
          <p:cNvSpPr txBox="1">
            <a:spLocks/>
          </p:cNvSpPr>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8</a:t>
            </a:fld>
            <a:endParaRPr lang="en-US"/>
          </a:p>
        </p:txBody>
      </p:sp>
    </p:spTree>
    <p:extLst>
      <p:ext uri="{BB962C8B-B14F-4D97-AF65-F5344CB8AC3E}">
        <p14:creationId xmlns:p14="http://schemas.microsoft.com/office/powerpoint/2010/main" val="2763217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8387-17E5-84C9-B02A-5BFD54B803FA}"/>
              </a:ext>
            </a:extLst>
          </p:cNvPr>
          <p:cNvSpPr>
            <a:spLocks noGrp="1"/>
          </p:cNvSpPr>
          <p:nvPr>
            <p:ph type="title"/>
          </p:nvPr>
        </p:nvSpPr>
        <p:spPr>
          <a:xfrm>
            <a:off x="152400" y="70056"/>
            <a:ext cx="8763000" cy="723900"/>
          </a:xfrm>
        </p:spPr>
        <p:txBody>
          <a:bodyPr/>
          <a:lstStyle/>
          <a:p>
            <a:r>
              <a:rPr lang="en-AU" dirty="0"/>
              <a:t>An Example of Internet Message Format</a:t>
            </a:r>
          </a:p>
        </p:txBody>
      </p:sp>
      <p:sp>
        <p:nvSpPr>
          <p:cNvPr id="3" name="Content Placeholder 2">
            <a:extLst>
              <a:ext uri="{FF2B5EF4-FFF2-40B4-BE49-F238E27FC236}">
                <a16:creationId xmlns:a16="http://schemas.microsoft.com/office/drawing/2014/main" id="{5D63AAFD-71B9-BEE4-36D3-A7500951750E}"/>
              </a:ext>
            </a:extLst>
          </p:cNvPr>
          <p:cNvSpPr>
            <a:spLocks noGrp="1"/>
          </p:cNvSpPr>
          <p:nvPr>
            <p:ph idx="1"/>
          </p:nvPr>
        </p:nvSpPr>
        <p:spPr>
          <a:xfrm>
            <a:off x="457200" y="989646"/>
            <a:ext cx="8229600" cy="1487497"/>
          </a:xfrm>
        </p:spPr>
        <p:txBody>
          <a:bodyPr/>
          <a:lstStyle/>
          <a:p>
            <a:r>
              <a:rPr lang="en-GB" sz="2800" dirty="0">
                <a:latin typeface="+mj-lt"/>
              </a:rPr>
              <a:t>A message consists of </a:t>
            </a:r>
            <a:r>
              <a:rPr lang="en-GB" sz="2800" dirty="0">
                <a:solidFill>
                  <a:srgbClr val="FF0000"/>
                </a:solidFill>
                <a:latin typeface="+mj-lt"/>
              </a:rPr>
              <a:t>header fields </a:t>
            </a:r>
            <a:r>
              <a:rPr lang="en-GB" sz="2800" dirty="0">
                <a:latin typeface="+mj-lt"/>
              </a:rPr>
              <a:t>followed, optionally, by </a:t>
            </a:r>
            <a:r>
              <a:rPr lang="en-GB" sz="2800" dirty="0">
                <a:solidFill>
                  <a:srgbClr val="FF0000"/>
                </a:solidFill>
                <a:latin typeface="+mj-lt"/>
              </a:rPr>
              <a:t>a body</a:t>
            </a:r>
          </a:p>
          <a:p>
            <a:r>
              <a:rPr lang="en-US" sz="2800" dirty="0">
                <a:latin typeface="+mj-lt"/>
              </a:rPr>
              <a:t>A message is </a:t>
            </a:r>
            <a:r>
              <a:rPr lang="en-US" sz="2800" dirty="0">
                <a:solidFill>
                  <a:srgbClr val="FF0000"/>
                </a:solidFill>
                <a:latin typeface="+mj-lt"/>
              </a:rPr>
              <a:t>ASCII text</a:t>
            </a:r>
          </a:p>
        </p:txBody>
      </p:sp>
      <p:sp>
        <p:nvSpPr>
          <p:cNvPr id="4" name="Slide Number Placeholder 3">
            <a:extLst>
              <a:ext uri="{FF2B5EF4-FFF2-40B4-BE49-F238E27FC236}">
                <a16:creationId xmlns:a16="http://schemas.microsoft.com/office/drawing/2014/main" id="{5A48D97F-A0C7-CC5D-36A5-30CCA3345DE4}"/>
              </a:ext>
            </a:extLst>
          </p:cNvPr>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9</a:t>
            </a:fld>
            <a:endParaRPr lang="en-US" dirty="0"/>
          </a:p>
        </p:txBody>
      </p:sp>
      <p:pic>
        <p:nvPicPr>
          <p:cNvPr id="6" name="Picture 5">
            <a:extLst>
              <a:ext uri="{FF2B5EF4-FFF2-40B4-BE49-F238E27FC236}">
                <a16:creationId xmlns:a16="http://schemas.microsoft.com/office/drawing/2014/main" id="{E6888587-F3B6-B2C8-2B34-48531814DA13}"/>
              </a:ext>
            </a:extLst>
          </p:cNvPr>
          <p:cNvPicPr>
            <a:picLocks noChangeAspect="1"/>
          </p:cNvPicPr>
          <p:nvPr/>
        </p:nvPicPr>
        <p:blipFill>
          <a:blip r:embed="rId3"/>
          <a:stretch>
            <a:fillRect/>
          </a:stretch>
        </p:blipFill>
        <p:spPr>
          <a:xfrm>
            <a:off x="2209800" y="3276600"/>
            <a:ext cx="5715000" cy="2414095"/>
          </a:xfrm>
          <a:prstGeom prst="rect">
            <a:avLst/>
          </a:prstGeom>
        </p:spPr>
      </p:pic>
      <p:sp>
        <p:nvSpPr>
          <p:cNvPr id="10" name="Freeform 7">
            <a:extLst>
              <a:ext uri="{FF2B5EF4-FFF2-40B4-BE49-F238E27FC236}">
                <a16:creationId xmlns:a16="http://schemas.microsoft.com/office/drawing/2014/main" id="{ADE49273-4575-41D1-D392-1C0173092D43}"/>
              </a:ext>
            </a:extLst>
          </p:cNvPr>
          <p:cNvSpPr>
            <a:spLocks/>
          </p:cNvSpPr>
          <p:nvPr/>
        </p:nvSpPr>
        <p:spPr bwMode="auto">
          <a:xfrm>
            <a:off x="2226647" y="3276599"/>
            <a:ext cx="227013" cy="1416277"/>
          </a:xfrm>
          <a:custGeom>
            <a:avLst/>
            <a:gdLst>
              <a:gd name="T0" fmla="*/ 122 w 150"/>
              <a:gd name="T1" fmla="*/ 6 h 924"/>
              <a:gd name="T2" fmla="*/ 0 w 150"/>
              <a:gd name="T3" fmla="*/ 0 h 924"/>
              <a:gd name="T4" fmla="*/ 0 w 150"/>
              <a:gd name="T5" fmla="*/ 924 h 924"/>
              <a:gd name="T6" fmla="*/ 150 w 150"/>
              <a:gd name="T7" fmla="*/ 918 h 924"/>
            </a:gdLst>
            <a:ahLst/>
            <a:cxnLst>
              <a:cxn ang="0">
                <a:pos x="T0" y="T1"/>
              </a:cxn>
              <a:cxn ang="0">
                <a:pos x="T2" y="T3"/>
              </a:cxn>
              <a:cxn ang="0">
                <a:pos x="T4" y="T5"/>
              </a:cxn>
              <a:cxn ang="0">
                <a:pos x="T6" y="T7"/>
              </a:cxn>
            </a:cxnLst>
            <a:rect l="0" t="0" r="r" b="b"/>
            <a:pathLst>
              <a:path w="150" h="924">
                <a:moveTo>
                  <a:pt x="122" y="6"/>
                </a:moveTo>
                <a:lnTo>
                  <a:pt x="0" y="0"/>
                </a:lnTo>
                <a:lnTo>
                  <a:pt x="0" y="924"/>
                </a:lnTo>
                <a:lnTo>
                  <a:pt x="150" y="918"/>
                </a:lnTo>
              </a:path>
            </a:pathLst>
          </a:custGeom>
          <a:noFill/>
          <a:ln w="190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 name="Text Box 8">
            <a:extLst>
              <a:ext uri="{FF2B5EF4-FFF2-40B4-BE49-F238E27FC236}">
                <a16:creationId xmlns:a16="http://schemas.microsoft.com/office/drawing/2014/main" id="{8AC6A959-0CD1-B79A-28A9-704CE119F079}"/>
              </a:ext>
            </a:extLst>
          </p:cNvPr>
          <p:cNvSpPr txBox="1">
            <a:spLocks noChangeArrowheads="1"/>
          </p:cNvSpPr>
          <p:nvPr/>
        </p:nvSpPr>
        <p:spPr bwMode="auto">
          <a:xfrm>
            <a:off x="527179" y="3778476"/>
            <a:ext cx="1674197"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ClrTx/>
              <a:buSzTx/>
              <a:buFontTx/>
              <a:buNone/>
            </a:pPr>
            <a:r>
              <a:rPr lang="en-US" altLang="en-US" sz="2000" dirty="0">
                <a:solidFill>
                  <a:schemeClr val="accent2"/>
                </a:solidFill>
              </a:rPr>
              <a:t>Header lines</a:t>
            </a:r>
            <a:endParaRPr lang="en-US" altLang="en-US" dirty="0">
              <a:latin typeface="Times New Roman" panose="02020603050405020304" pitchFamily="18" charset="0"/>
            </a:endParaRPr>
          </a:p>
        </p:txBody>
      </p:sp>
      <p:sp>
        <p:nvSpPr>
          <p:cNvPr id="12" name="Freeform 7">
            <a:extLst>
              <a:ext uri="{FF2B5EF4-FFF2-40B4-BE49-F238E27FC236}">
                <a16:creationId xmlns:a16="http://schemas.microsoft.com/office/drawing/2014/main" id="{C7758204-C582-3A64-E740-47F5AE58F870}"/>
              </a:ext>
            </a:extLst>
          </p:cNvPr>
          <p:cNvSpPr>
            <a:spLocks/>
          </p:cNvSpPr>
          <p:nvPr/>
        </p:nvSpPr>
        <p:spPr bwMode="auto">
          <a:xfrm>
            <a:off x="2226647" y="4850964"/>
            <a:ext cx="227013" cy="839732"/>
          </a:xfrm>
          <a:custGeom>
            <a:avLst/>
            <a:gdLst>
              <a:gd name="T0" fmla="*/ 122 w 150"/>
              <a:gd name="T1" fmla="*/ 6 h 924"/>
              <a:gd name="T2" fmla="*/ 0 w 150"/>
              <a:gd name="T3" fmla="*/ 0 h 924"/>
              <a:gd name="T4" fmla="*/ 0 w 150"/>
              <a:gd name="T5" fmla="*/ 924 h 924"/>
              <a:gd name="T6" fmla="*/ 150 w 150"/>
              <a:gd name="T7" fmla="*/ 918 h 924"/>
            </a:gdLst>
            <a:ahLst/>
            <a:cxnLst>
              <a:cxn ang="0">
                <a:pos x="T0" y="T1"/>
              </a:cxn>
              <a:cxn ang="0">
                <a:pos x="T2" y="T3"/>
              </a:cxn>
              <a:cxn ang="0">
                <a:pos x="T4" y="T5"/>
              </a:cxn>
              <a:cxn ang="0">
                <a:pos x="T6" y="T7"/>
              </a:cxn>
            </a:cxnLst>
            <a:rect l="0" t="0" r="r" b="b"/>
            <a:pathLst>
              <a:path w="150" h="924">
                <a:moveTo>
                  <a:pt x="122" y="6"/>
                </a:moveTo>
                <a:lnTo>
                  <a:pt x="0" y="0"/>
                </a:lnTo>
                <a:lnTo>
                  <a:pt x="0" y="924"/>
                </a:lnTo>
                <a:lnTo>
                  <a:pt x="150" y="918"/>
                </a:lnTo>
              </a:path>
            </a:pathLst>
          </a:custGeom>
          <a:noFill/>
          <a:ln w="19050" cap="flat" cmpd="sng">
            <a:solidFill>
              <a:schemeClr val="accent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 name="Text Box 8">
            <a:extLst>
              <a:ext uri="{FF2B5EF4-FFF2-40B4-BE49-F238E27FC236}">
                <a16:creationId xmlns:a16="http://schemas.microsoft.com/office/drawing/2014/main" id="{3B7A5446-7A6E-CD6B-B62C-EE707A20308F}"/>
              </a:ext>
            </a:extLst>
          </p:cNvPr>
          <p:cNvSpPr txBox="1">
            <a:spLocks noChangeArrowheads="1"/>
          </p:cNvSpPr>
          <p:nvPr/>
        </p:nvSpPr>
        <p:spPr bwMode="auto">
          <a:xfrm>
            <a:off x="949389" y="4986586"/>
            <a:ext cx="84442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ClrTx/>
              <a:buSzTx/>
              <a:buFontTx/>
              <a:buNone/>
            </a:pPr>
            <a:r>
              <a:rPr lang="en-US" altLang="en-US" sz="2000" dirty="0">
                <a:solidFill>
                  <a:schemeClr val="accent2"/>
                </a:solidFill>
              </a:rPr>
              <a:t>Body</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46717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056"/>
            <a:ext cx="9144000" cy="723900"/>
          </a:xfrm>
        </p:spPr>
        <p:txBody>
          <a:bodyPr anchor="ctr">
            <a:noAutofit/>
          </a:bodyPr>
          <a:lstStyle/>
          <a:p>
            <a:r>
              <a:rPr lang="fr-FR" sz="3000" dirty="0"/>
              <a:t>Multipurpose Internet Mail Extensions (MIME) for None-ASCII Data</a:t>
            </a:r>
            <a:endParaRPr lang="en-US" sz="3000" dirty="0"/>
          </a:p>
        </p:txBody>
      </p:sp>
      <p:sp>
        <p:nvSpPr>
          <p:cNvPr id="6" name="Content Placeholder 5"/>
          <p:cNvSpPr>
            <a:spLocks noGrp="1"/>
          </p:cNvSpPr>
          <p:nvPr>
            <p:ph idx="1"/>
          </p:nvPr>
        </p:nvSpPr>
        <p:spPr>
          <a:xfrm>
            <a:off x="457200" y="990600"/>
            <a:ext cx="8229600" cy="2133600"/>
          </a:xfrm>
        </p:spPr>
        <p:txBody>
          <a:bodyPr anchor="t">
            <a:normAutofit/>
          </a:bodyPr>
          <a:lstStyle/>
          <a:p>
            <a:pPr>
              <a:spcBef>
                <a:spcPts val="600"/>
              </a:spcBef>
              <a:spcAft>
                <a:spcPts val="600"/>
              </a:spcAft>
            </a:pPr>
            <a:r>
              <a:rPr lang="en-US" sz="2600" dirty="0"/>
              <a:t>An extension to the RFC 5322 </a:t>
            </a:r>
          </a:p>
          <a:p>
            <a:pPr lvl="1">
              <a:spcBef>
                <a:spcPts val="600"/>
              </a:spcBef>
              <a:spcAft>
                <a:spcPts val="600"/>
              </a:spcAft>
            </a:pPr>
            <a:r>
              <a:rPr lang="en-US" sz="2000" dirty="0"/>
              <a:t>The specification is provided in RFCs 2045 through 2049</a:t>
            </a:r>
          </a:p>
        </p:txBody>
      </p:sp>
      <p:sp>
        <p:nvSpPr>
          <p:cNvPr id="3" name="Slide Number Placeholder 2">
            <a:extLst>
              <a:ext uri="{FF2B5EF4-FFF2-40B4-BE49-F238E27FC236}">
                <a16:creationId xmlns:a16="http://schemas.microsoft.com/office/drawing/2014/main" id="{C400BDF1-3F0A-0C18-A019-C93D9692D489}"/>
              </a:ext>
            </a:extLst>
          </p:cNvPr>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10</a:t>
            </a:fld>
            <a:endParaRPr lang="en-AU"/>
          </a:p>
        </p:txBody>
      </p:sp>
      <p:sp>
        <p:nvSpPr>
          <p:cNvPr id="4" name="Content Placeholder 2"/>
          <p:cNvSpPr txBox="1">
            <a:spLocks/>
          </p:cNvSpPr>
          <p:nvPr/>
        </p:nvSpPr>
        <p:spPr bwMode="auto">
          <a:xfrm>
            <a:off x="2068492" y="2514600"/>
            <a:ext cx="4876800" cy="3581400"/>
          </a:xfrm>
          <a:prstGeom prst="rect">
            <a:avLst/>
          </a:prstGeom>
          <a:solidFill>
            <a:schemeClr val="bg2">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
              <a:defRPr sz="31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6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a:lstStyle>
          <a:p>
            <a:pPr marL="0" indent="0">
              <a:buFont typeface="Wingdings" pitchFamily="2" charset="2"/>
              <a:buNone/>
            </a:pPr>
            <a:r>
              <a:rPr lang="en-NZ" sz="2000" kern="0" dirty="0"/>
              <a:t>From: alice@crepes.fr</a:t>
            </a:r>
          </a:p>
          <a:p>
            <a:pPr marL="0" indent="0">
              <a:buFont typeface="Wingdings" pitchFamily="2" charset="2"/>
              <a:buNone/>
            </a:pPr>
            <a:r>
              <a:rPr lang="en-NZ" sz="2000" kern="0" dirty="0"/>
              <a:t>To: bob@hamburger.edu</a:t>
            </a:r>
          </a:p>
          <a:p>
            <a:pPr marL="0" indent="0">
              <a:buFont typeface="Wingdings" pitchFamily="2" charset="2"/>
              <a:buNone/>
            </a:pPr>
            <a:r>
              <a:rPr lang="en-NZ" sz="2000" kern="0" dirty="0"/>
              <a:t>Subject: Picture of yummy crepe.</a:t>
            </a:r>
          </a:p>
          <a:p>
            <a:pPr marL="0" indent="0">
              <a:buFont typeface="Wingdings" pitchFamily="2" charset="2"/>
              <a:buNone/>
            </a:pPr>
            <a:r>
              <a:rPr lang="en-NZ" sz="2000" kern="0" dirty="0">
                <a:solidFill>
                  <a:srgbClr val="FF0000"/>
                </a:solidFill>
              </a:rPr>
              <a:t>MIME-Version: 1.0</a:t>
            </a:r>
          </a:p>
          <a:p>
            <a:pPr marL="0" indent="0">
              <a:buFont typeface="Wingdings" pitchFamily="2" charset="2"/>
              <a:buNone/>
            </a:pPr>
            <a:r>
              <a:rPr lang="en-NZ" sz="2000" kern="0" dirty="0">
                <a:solidFill>
                  <a:srgbClr val="FF0000"/>
                </a:solidFill>
              </a:rPr>
              <a:t>Content-Transfer-Encoding: base64</a:t>
            </a:r>
          </a:p>
          <a:p>
            <a:pPr marL="0" indent="0">
              <a:buFont typeface="Wingdings" pitchFamily="2" charset="2"/>
              <a:buNone/>
            </a:pPr>
            <a:r>
              <a:rPr lang="en-NZ" sz="2000" kern="0" dirty="0">
                <a:solidFill>
                  <a:srgbClr val="FF0000"/>
                </a:solidFill>
              </a:rPr>
              <a:t>Content-Type: image/jpeg</a:t>
            </a:r>
          </a:p>
          <a:p>
            <a:pPr marL="0" indent="0">
              <a:buFont typeface="Wingdings" pitchFamily="2" charset="2"/>
              <a:buNone/>
            </a:pPr>
            <a:endParaRPr lang="en-NZ" sz="2000" kern="0" dirty="0"/>
          </a:p>
          <a:p>
            <a:pPr marL="0" indent="0">
              <a:buFont typeface="Wingdings" pitchFamily="2" charset="2"/>
              <a:buNone/>
            </a:pPr>
            <a:r>
              <a:rPr lang="en-NZ" sz="2000" kern="0" dirty="0"/>
              <a:t>(base64 encoded data ……</a:t>
            </a:r>
          </a:p>
          <a:p>
            <a:pPr marL="0" indent="0">
              <a:buFont typeface="Wingdings" pitchFamily="2" charset="2"/>
              <a:buNone/>
            </a:pPr>
            <a:r>
              <a:rPr lang="en-NZ" sz="2000" kern="0" dirty="0"/>
              <a:t>……base64 encoded data)</a:t>
            </a:r>
          </a:p>
        </p:txBody>
      </p:sp>
      <p:sp>
        <p:nvSpPr>
          <p:cNvPr id="5" name="Oval Callout 4"/>
          <p:cNvSpPr/>
          <p:nvPr/>
        </p:nvSpPr>
        <p:spPr>
          <a:xfrm>
            <a:off x="6106609" y="2590801"/>
            <a:ext cx="2438400" cy="1143000"/>
          </a:xfrm>
          <a:prstGeom prst="wedgeEllipseCallout">
            <a:avLst>
              <a:gd name="adj1" fmla="val -41403"/>
              <a:gd name="adj2" fmla="val 751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rgbClr val="141414"/>
                </a:solidFill>
                <a:latin typeface="Arial" panose="020B0604020202020204" pitchFamily="34" charset="0"/>
                <a:cs typeface="Arial" panose="020B0604020202020204" pitchFamily="34" charset="0"/>
              </a:rPr>
              <a:t>E</a:t>
            </a:r>
            <a:r>
              <a:rPr lang="en-NZ" b="0" i="0" dirty="0">
                <a:solidFill>
                  <a:srgbClr val="141414"/>
                </a:solidFill>
                <a:effectLst/>
                <a:latin typeface="Arial" panose="020B0604020202020204" pitchFamily="34" charset="0"/>
                <a:cs typeface="Arial" panose="020B0604020202020204" pitchFamily="34" charset="0"/>
              </a:rPr>
              <a:t>ncode binary data as printable text</a:t>
            </a:r>
            <a:endParaRPr lang="en-NZ"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3842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altLang="en-US" dirty="0"/>
              <a:t>Mail Access Protocols</a:t>
            </a:r>
          </a:p>
        </p:txBody>
      </p:sp>
      <p:sp>
        <p:nvSpPr>
          <p:cNvPr id="5" name="Content Placeholder 4">
            <a:extLst>
              <a:ext uri="{FF2B5EF4-FFF2-40B4-BE49-F238E27FC236}">
                <a16:creationId xmlns:a16="http://schemas.microsoft.com/office/drawing/2014/main" id="{714F2545-1F2E-5EEF-6D49-B5BDFA3EAED2}"/>
              </a:ext>
            </a:extLst>
          </p:cNvPr>
          <p:cNvSpPr>
            <a:spLocks noGrp="1"/>
          </p:cNvSpPr>
          <p:nvPr>
            <p:ph idx="1"/>
          </p:nvPr>
        </p:nvSpPr>
        <p:spPr>
          <a:xfrm>
            <a:off x="457200" y="990600"/>
            <a:ext cx="8229600" cy="3326486"/>
          </a:xfrm>
        </p:spPr>
        <p:txBody>
          <a:bodyPr/>
          <a:lstStyle/>
          <a:p>
            <a:pPr>
              <a:spcAft>
                <a:spcPts val="600"/>
              </a:spcAft>
            </a:pPr>
            <a:r>
              <a:rPr lang="en-NZ" sz="2800" dirty="0"/>
              <a:t>Email retrieval from the recipient’s mail server to the recipient’s user agent</a:t>
            </a:r>
          </a:p>
          <a:p>
            <a:pPr lvl="1">
              <a:spcAft>
                <a:spcPts val="600"/>
              </a:spcAft>
            </a:pPr>
            <a:r>
              <a:rPr lang="en-NZ" sz="2000" dirty="0"/>
              <a:t>POP3: Post Office Protocol version 3 [RFC 1939]</a:t>
            </a:r>
          </a:p>
          <a:p>
            <a:pPr lvl="1">
              <a:spcAft>
                <a:spcPts val="600"/>
              </a:spcAft>
            </a:pPr>
            <a:r>
              <a:rPr lang="en-NZ" sz="2000" dirty="0"/>
              <a:t>IMAP: Internet Mail Access Protocol version 4 [RFC 3501]</a:t>
            </a:r>
          </a:p>
        </p:txBody>
      </p:sp>
      <p:sp>
        <p:nvSpPr>
          <p:cNvPr id="79" name="Slide Number Placeholder 78"/>
          <p:cNvSpPr>
            <a:spLocks noGrp="1"/>
          </p:cNvSpPr>
          <p:nvPr>
            <p:ph type="sldNum" sz="quarter" idx="4"/>
          </p:nvPr>
        </p:nvSpPr>
        <p:spPr/>
        <p:txBody>
          <a:bodyPr/>
          <a:lstStyle/>
          <a:p>
            <a:fld id="{4A583BD6-F2AD-4511-99D2-B09987F18257}" type="slidenum">
              <a:rPr lang="en-US" altLang="en-US"/>
              <a:pPr/>
              <a:t>11</a:t>
            </a:fld>
            <a:endParaRPr lang="en-US" altLang="en-US"/>
          </a:p>
        </p:txBody>
      </p:sp>
      <p:pic>
        <p:nvPicPr>
          <p:cNvPr id="3" name="Picture 2">
            <a:extLst>
              <a:ext uri="{FF2B5EF4-FFF2-40B4-BE49-F238E27FC236}">
                <a16:creationId xmlns:a16="http://schemas.microsoft.com/office/drawing/2014/main" id="{7E9998CE-F4B3-0D3C-6406-308CA3843D11}"/>
              </a:ext>
            </a:extLst>
          </p:cNvPr>
          <p:cNvPicPr>
            <a:picLocks noChangeAspect="1"/>
          </p:cNvPicPr>
          <p:nvPr/>
        </p:nvPicPr>
        <p:blipFill>
          <a:blip r:embed="rId3"/>
          <a:stretch>
            <a:fillRect/>
          </a:stretch>
        </p:blipFill>
        <p:spPr>
          <a:xfrm>
            <a:off x="342900" y="3581400"/>
            <a:ext cx="8458200" cy="1829899"/>
          </a:xfrm>
          <a:prstGeom prst="rect">
            <a:avLst/>
          </a:prstGeom>
        </p:spPr>
      </p:pic>
      <p:sp>
        <p:nvSpPr>
          <p:cNvPr id="4" name="TextBox 7">
            <a:extLst>
              <a:ext uri="{FF2B5EF4-FFF2-40B4-BE49-F238E27FC236}">
                <a16:creationId xmlns:a16="http://schemas.microsoft.com/office/drawing/2014/main" id="{A9FEC051-AEA1-4941-1EEE-5ABF686F70EA}"/>
              </a:ext>
            </a:extLst>
          </p:cNvPr>
          <p:cNvSpPr txBox="1"/>
          <p:nvPr/>
        </p:nvSpPr>
        <p:spPr>
          <a:xfrm>
            <a:off x="2220377" y="6350913"/>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2.17.</a:t>
            </a:r>
          </a:p>
        </p:txBody>
      </p:sp>
      <p:sp>
        <p:nvSpPr>
          <p:cNvPr id="7" name="Callout: Line 6">
            <a:extLst>
              <a:ext uri="{FF2B5EF4-FFF2-40B4-BE49-F238E27FC236}">
                <a16:creationId xmlns:a16="http://schemas.microsoft.com/office/drawing/2014/main" id="{6C341A2E-8A70-AA6E-3284-9E34C4F2545D}"/>
              </a:ext>
            </a:extLst>
          </p:cNvPr>
          <p:cNvSpPr/>
          <p:nvPr/>
        </p:nvSpPr>
        <p:spPr>
          <a:xfrm>
            <a:off x="7238999" y="5486400"/>
            <a:ext cx="1744663" cy="609600"/>
          </a:xfrm>
          <a:prstGeom prst="borderCallout1">
            <a:avLst>
              <a:gd name="adj1" fmla="val 18750"/>
              <a:gd name="adj2" fmla="val -8333"/>
              <a:gd name="adj3" fmla="val -4167"/>
              <a:gd name="adj4" fmla="val -2137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lumMod val="75000"/>
                    <a:lumOff val="25000"/>
                  </a:schemeClr>
                </a:solidFill>
              </a:rPr>
              <a:t>HTTP for web-based email</a:t>
            </a:r>
          </a:p>
        </p:txBody>
      </p:sp>
    </p:spTree>
    <p:extLst>
      <p:ext uri="{BB962C8B-B14F-4D97-AF65-F5344CB8AC3E}">
        <p14:creationId xmlns:p14="http://schemas.microsoft.com/office/powerpoint/2010/main" val="299509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DB3E8498-1E75-BCE3-D63B-42927A2E8B5C}"/>
              </a:ext>
            </a:extLst>
          </p:cNvPr>
          <p:cNvGraphicFramePr>
            <a:graphicFrameLocks noGrp="1"/>
          </p:cNvGraphicFramePr>
          <p:nvPr>
            <p:ph idx="1"/>
            <p:extLst>
              <p:ext uri="{D42A27DB-BD31-4B8C-83A1-F6EECF244321}">
                <p14:modId xmlns:p14="http://schemas.microsoft.com/office/powerpoint/2010/main" val="3231814986"/>
              </p:ext>
            </p:extLst>
          </p:nvPr>
        </p:nvGraphicFramePr>
        <p:xfrm>
          <a:off x="457200" y="685800"/>
          <a:ext cx="82296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E16A702E-6DF3-5D93-418D-0AA9903B2C9B}"/>
              </a:ext>
            </a:extLst>
          </p:cNvPr>
          <p:cNvSpPr>
            <a:spLocks noGrp="1"/>
          </p:cNvSpPr>
          <p:nvPr>
            <p:ph type="title"/>
          </p:nvPr>
        </p:nvSpPr>
        <p:spPr/>
        <p:txBody>
          <a:bodyPr/>
          <a:lstStyle/>
          <a:p>
            <a:r>
              <a:rPr lang="en-AU" dirty="0"/>
              <a:t>POP3</a:t>
            </a:r>
          </a:p>
        </p:txBody>
      </p:sp>
      <p:sp>
        <p:nvSpPr>
          <p:cNvPr id="4" name="Slide Number Placeholder 3">
            <a:extLst>
              <a:ext uri="{FF2B5EF4-FFF2-40B4-BE49-F238E27FC236}">
                <a16:creationId xmlns:a16="http://schemas.microsoft.com/office/drawing/2014/main" id="{4672F9F1-CD07-8CF7-13D9-9FFA2DAE42BF}"/>
              </a:ext>
            </a:extLst>
          </p:cNvPr>
          <p:cNvSpPr>
            <a:spLocks noGrp="1"/>
          </p:cNvSpPr>
          <p:nvPr>
            <p:ph type="sldNum" sz="quarter" idx="4"/>
          </p:nvPr>
        </p:nvSpPr>
        <p:spPr/>
        <p:txBody>
          <a:bodyPr/>
          <a:lstStyle/>
          <a:p>
            <a:pPr>
              <a:defRPr/>
            </a:pPr>
            <a:fld id="{DACE9E11-39C8-4E20-894F-A4A883CCF6EF}" type="slidenum">
              <a:rPr lang="en-US" smtClean="0"/>
              <a:pPr>
                <a:defRPr/>
              </a:pPr>
              <a:t>12</a:t>
            </a:fld>
            <a:endParaRPr lang="en-US" dirty="0"/>
          </a:p>
        </p:txBody>
      </p:sp>
    </p:spTree>
    <p:extLst>
      <p:ext uri="{BB962C8B-B14F-4D97-AF65-F5344CB8AC3E}">
        <p14:creationId xmlns:p14="http://schemas.microsoft.com/office/powerpoint/2010/main" val="1062976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0423-E401-20CB-C048-E0D97677FFF9}"/>
              </a:ext>
            </a:extLst>
          </p:cNvPr>
          <p:cNvSpPr>
            <a:spLocks noGrp="1"/>
          </p:cNvSpPr>
          <p:nvPr>
            <p:ph type="title"/>
          </p:nvPr>
        </p:nvSpPr>
        <p:spPr/>
        <p:txBody>
          <a:bodyPr/>
          <a:lstStyle/>
          <a:p>
            <a:r>
              <a:rPr lang="en-AU" dirty="0"/>
              <a:t>POP3 (cont.)</a:t>
            </a:r>
          </a:p>
        </p:txBody>
      </p:sp>
      <p:sp>
        <p:nvSpPr>
          <p:cNvPr id="3" name="Content Placeholder 2">
            <a:extLst>
              <a:ext uri="{FF2B5EF4-FFF2-40B4-BE49-F238E27FC236}">
                <a16:creationId xmlns:a16="http://schemas.microsoft.com/office/drawing/2014/main" id="{F58515D8-EAE5-143F-7A07-D129990BFA17}"/>
              </a:ext>
            </a:extLst>
          </p:cNvPr>
          <p:cNvSpPr>
            <a:spLocks noGrp="1"/>
          </p:cNvSpPr>
          <p:nvPr>
            <p:ph idx="1"/>
          </p:nvPr>
        </p:nvSpPr>
        <p:spPr>
          <a:xfrm>
            <a:off x="457200" y="1600200"/>
            <a:ext cx="8229600" cy="4724400"/>
          </a:xfrm>
        </p:spPr>
        <p:txBody>
          <a:bodyPr/>
          <a:lstStyle/>
          <a:p>
            <a:pPr>
              <a:spcBef>
                <a:spcPts val="1200"/>
              </a:spcBef>
              <a:spcAft>
                <a:spcPts val="600"/>
              </a:spcAft>
            </a:pPr>
            <a:r>
              <a:rPr lang="en-AU" dirty="0"/>
              <a:t>What are some notable issues with POP3?</a:t>
            </a:r>
            <a:endParaRPr lang="en-GB" dirty="0"/>
          </a:p>
          <a:p>
            <a:pPr lvl="1">
              <a:spcBef>
                <a:spcPts val="1200"/>
              </a:spcBef>
              <a:spcAft>
                <a:spcPts val="600"/>
              </a:spcAft>
            </a:pPr>
            <a:r>
              <a:rPr lang="en-GB" dirty="0"/>
              <a:t>POP3 does not synchronise emails across multiple devices</a:t>
            </a:r>
          </a:p>
          <a:p>
            <a:pPr lvl="1">
              <a:spcBef>
                <a:spcPts val="1200"/>
              </a:spcBef>
              <a:spcAft>
                <a:spcPts val="600"/>
              </a:spcAft>
            </a:pPr>
            <a:r>
              <a:rPr lang="en-GB" dirty="0"/>
              <a:t>POP3 does not support server-side folder management, so users can’t organise emails into folders on the server</a:t>
            </a:r>
          </a:p>
          <a:p>
            <a:pPr lvl="1"/>
            <a:endParaRPr lang="en-AU" dirty="0"/>
          </a:p>
        </p:txBody>
      </p:sp>
      <p:sp>
        <p:nvSpPr>
          <p:cNvPr id="4" name="Slide Number Placeholder 3">
            <a:extLst>
              <a:ext uri="{FF2B5EF4-FFF2-40B4-BE49-F238E27FC236}">
                <a16:creationId xmlns:a16="http://schemas.microsoft.com/office/drawing/2014/main" id="{52430613-EC84-903C-DE9E-A272C72E8892}"/>
              </a:ext>
            </a:extLst>
          </p:cNvPr>
          <p:cNvSpPr>
            <a:spLocks noGrp="1"/>
          </p:cNvSpPr>
          <p:nvPr>
            <p:ph type="sldNum" sz="quarter" idx="4"/>
          </p:nvPr>
        </p:nvSpPr>
        <p:spPr/>
        <p:txBody>
          <a:bodyPr/>
          <a:lstStyle/>
          <a:p>
            <a:pPr>
              <a:defRPr/>
            </a:pPr>
            <a:fld id="{DACE9E11-39C8-4E20-894F-A4A883CCF6EF}" type="slidenum">
              <a:rPr lang="en-US" smtClean="0"/>
              <a:pPr>
                <a:defRPr/>
              </a:pPr>
              <a:t>13</a:t>
            </a:fld>
            <a:endParaRPr lang="en-US" dirty="0"/>
          </a:p>
        </p:txBody>
      </p:sp>
    </p:spTree>
    <p:extLst>
      <p:ext uri="{BB962C8B-B14F-4D97-AF65-F5344CB8AC3E}">
        <p14:creationId xmlns:p14="http://schemas.microsoft.com/office/powerpoint/2010/main" val="3387505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altLang="en-US" dirty="0"/>
              <a:t>IMAP</a:t>
            </a:r>
          </a:p>
        </p:txBody>
      </p:sp>
      <p:sp>
        <p:nvSpPr>
          <p:cNvPr id="6" name="Slide Number Placeholder 5"/>
          <p:cNvSpPr>
            <a:spLocks noGrp="1"/>
          </p:cNvSpPr>
          <p:nvPr>
            <p:ph type="sldNum" sz="quarter" idx="4"/>
          </p:nvPr>
        </p:nvSpPr>
        <p:spPr/>
        <p:txBody>
          <a:bodyPr/>
          <a:lstStyle/>
          <a:p>
            <a:fld id="{0F0E04BF-350C-46EF-A61D-0C840D933A62}" type="slidenum">
              <a:rPr lang="en-US" altLang="en-US"/>
              <a:pPr/>
              <a:t>14</a:t>
            </a:fld>
            <a:endParaRPr lang="en-US" altLang="en-US"/>
          </a:p>
        </p:txBody>
      </p:sp>
      <p:sp>
        <p:nvSpPr>
          <p:cNvPr id="3" name="Content Placeholder 2">
            <a:extLst>
              <a:ext uri="{FF2B5EF4-FFF2-40B4-BE49-F238E27FC236}">
                <a16:creationId xmlns:a16="http://schemas.microsoft.com/office/drawing/2014/main" id="{6B64856A-4270-E70B-D744-17029CAA4F84}"/>
              </a:ext>
            </a:extLst>
          </p:cNvPr>
          <p:cNvSpPr>
            <a:spLocks noGrp="1"/>
          </p:cNvSpPr>
          <p:nvPr>
            <p:ph idx="1"/>
          </p:nvPr>
        </p:nvSpPr>
        <p:spPr>
          <a:xfrm>
            <a:off x="457200" y="1371600"/>
            <a:ext cx="8229600" cy="4953000"/>
          </a:xfrm>
        </p:spPr>
        <p:txBody>
          <a:bodyPr/>
          <a:lstStyle/>
          <a:p>
            <a:r>
              <a:rPr lang="en-GB" sz="2600" dirty="0"/>
              <a:t>IMAP </a:t>
            </a:r>
            <a:r>
              <a:rPr lang="en-GB" sz="2600" dirty="0">
                <a:solidFill>
                  <a:srgbClr val="FF0000"/>
                </a:solidFill>
              </a:rPr>
              <a:t>keeps messages on the server </a:t>
            </a:r>
            <a:r>
              <a:rPr lang="en-GB" sz="2600" dirty="0"/>
              <a:t>and replicates copies to the clients. </a:t>
            </a:r>
          </a:p>
          <a:p>
            <a:endParaRPr lang="en-GB" sz="2600" dirty="0"/>
          </a:p>
          <a:p>
            <a:pPr lvl="0"/>
            <a:r>
              <a:rPr lang="en-GB" sz="2600" dirty="0"/>
              <a:t>Users can </a:t>
            </a:r>
            <a:r>
              <a:rPr lang="en-GB" sz="2600" dirty="0">
                <a:solidFill>
                  <a:srgbClr val="FF0000"/>
                </a:solidFill>
              </a:rPr>
              <a:t>organise messages in folders</a:t>
            </a:r>
            <a:r>
              <a:rPr lang="en-GB" sz="2600" dirty="0"/>
              <a:t>. </a:t>
            </a:r>
          </a:p>
          <a:p>
            <a:pPr lvl="0"/>
            <a:endParaRPr lang="en-AU" sz="2600" dirty="0"/>
          </a:p>
          <a:p>
            <a:pPr lvl="0"/>
            <a:r>
              <a:rPr lang="en-GB" sz="2600" dirty="0"/>
              <a:t>IMAP maintains </a:t>
            </a:r>
            <a:r>
              <a:rPr lang="en-GB" sz="2600" dirty="0">
                <a:solidFill>
                  <a:srgbClr val="FF0000"/>
                </a:solidFill>
              </a:rPr>
              <a:t>user state information </a:t>
            </a:r>
            <a:r>
              <a:rPr lang="en-GB" sz="2600" dirty="0"/>
              <a:t>across sessions.</a:t>
            </a:r>
          </a:p>
          <a:p>
            <a:pPr lvl="0"/>
            <a:endParaRPr lang="en-AU" sz="2600" dirty="0"/>
          </a:p>
          <a:p>
            <a:pPr lvl="0"/>
            <a:r>
              <a:rPr lang="en-GB" sz="2600" dirty="0"/>
              <a:t>IMAP4 allows a user agent to </a:t>
            </a:r>
            <a:r>
              <a:rPr lang="en-GB" sz="2600" dirty="0">
                <a:solidFill>
                  <a:srgbClr val="FF0000"/>
                </a:solidFill>
              </a:rPr>
              <a:t>obtain components of messages</a:t>
            </a:r>
            <a:r>
              <a:rPr lang="en-GB" sz="2600" dirty="0"/>
              <a:t>.</a:t>
            </a:r>
            <a:endParaRPr lang="en-AU" sz="2600" dirty="0"/>
          </a:p>
        </p:txBody>
      </p:sp>
    </p:spTree>
    <p:extLst>
      <p:ext uri="{BB962C8B-B14F-4D97-AF65-F5344CB8AC3E}">
        <p14:creationId xmlns:p14="http://schemas.microsoft.com/office/powerpoint/2010/main" val="1355059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056"/>
            <a:ext cx="8229600" cy="723900"/>
          </a:xfrm>
        </p:spPr>
        <p:txBody>
          <a:bodyPr wrap="square" anchor="ctr">
            <a:normAutofit/>
          </a:bodyPr>
          <a:lstStyle/>
          <a:p>
            <a:r>
              <a:rPr lang="en-NZ" dirty="0"/>
              <a:t>Web-based Email</a:t>
            </a:r>
          </a:p>
        </p:txBody>
      </p:sp>
      <p:sp>
        <p:nvSpPr>
          <p:cNvPr id="5" name="Slide Number Placeholder 4"/>
          <p:cNvSpPr>
            <a:spLocks noGrp="1"/>
          </p:cNvSpPr>
          <p:nvPr>
            <p:ph type="sldNum" sz="quarter" idx="4"/>
          </p:nvPr>
        </p:nvSpPr>
        <p:spPr>
          <a:xfrm>
            <a:off x="6972300" y="6553200"/>
            <a:ext cx="2011363" cy="278273"/>
          </a:xfrm>
        </p:spPr>
        <p:txBody>
          <a:bodyPr wrap="square" anchor="t">
            <a:normAutofit/>
          </a:bodyPr>
          <a:lstStyle/>
          <a:p>
            <a:pPr>
              <a:lnSpc>
                <a:spcPct val="90000"/>
              </a:lnSpc>
              <a:spcAft>
                <a:spcPts val="600"/>
              </a:spcAft>
            </a:pPr>
            <a:fld id="{4C699ADF-905D-405E-B6CF-CD45E1C8DF8F}" type="slidenum">
              <a:rPr lang="en-US" altLang="en-US" sz="1300" smtClean="0"/>
              <a:pPr>
                <a:lnSpc>
                  <a:spcPct val="90000"/>
                </a:lnSpc>
                <a:spcAft>
                  <a:spcPts val="600"/>
                </a:spcAft>
              </a:pPr>
              <a:t>15</a:t>
            </a:fld>
            <a:endParaRPr lang="en-US" altLang="en-US" sz="1300"/>
          </a:p>
        </p:txBody>
      </p:sp>
      <p:graphicFrame>
        <p:nvGraphicFramePr>
          <p:cNvPr id="7" name="Content Placeholder 2">
            <a:extLst>
              <a:ext uri="{FF2B5EF4-FFF2-40B4-BE49-F238E27FC236}">
                <a16:creationId xmlns:a16="http://schemas.microsoft.com/office/drawing/2014/main" id="{9271495F-6252-6583-6890-AD141AA04A96}"/>
              </a:ext>
            </a:extLst>
          </p:cNvPr>
          <p:cNvGraphicFramePr>
            <a:graphicFrameLocks noGrp="1"/>
          </p:cNvGraphicFramePr>
          <p:nvPr>
            <p:ph idx="1"/>
            <p:extLst>
              <p:ext uri="{D42A27DB-BD31-4B8C-83A1-F6EECF244321}">
                <p14:modId xmlns:p14="http://schemas.microsoft.com/office/powerpoint/2010/main" val="895138843"/>
              </p:ext>
            </p:extLst>
          </p:nvPr>
        </p:nvGraphicFramePr>
        <p:xfrm>
          <a:off x="457200" y="990600"/>
          <a:ext cx="82296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5083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7FC29B-1D3B-59EE-B482-18091538291C}"/>
              </a:ext>
            </a:extLst>
          </p:cNvPr>
          <p:cNvSpPr>
            <a:spLocks noGrp="1"/>
          </p:cNvSpPr>
          <p:nvPr>
            <p:ph type="ctrTitle"/>
          </p:nvPr>
        </p:nvSpPr>
        <p:spPr/>
        <p:txBody>
          <a:bodyPr/>
          <a:lstStyle/>
          <a:p>
            <a:r>
              <a:rPr lang="en-NZ" dirty="0"/>
              <a:t>DNS</a:t>
            </a:r>
          </a:p>
        </p:txBody>
      </p:sp>
      <p:sp>
        <p:nvSpPr>
          <p:cNvPr id="6" name="Subtitle 5">
            <a:extLst>
              <a:ext uri="{FF2B5EF4-FFF2-40B4-BE49-F238E27FC236}">
                <a16:creationId xmlns:a16="http://schemas.microsoft.com/office/drawing/2014/main" id="{D65EDC26-3491-C6E2-6D69-919D662875BA}"/>
              </a:ext>
            </a:extLst>
          </p:cNvPr>
          <p:cNvSpPr>
            <a:spLocks noGrp="1"/>
          </p:cNvSpPr>
          <p:nvPr>
            <p:ph type="subTitle" idx="1"/>
          </p:nvPr>
        </p:nvSpPr>
        <p:spPr/>
        <p:txBody>
          <a:bodyPr/>
          <a:lstStyle/>
          <a:p>
            <a:endParaRPr lang="en-NZ"/>
          </a:p>
        </p:txBody>
      </p:sp>
      <p:sp>
        <p:nvSpPr>
          <p:cNvPr id="2" name="Slide Number Placeholder 3">
            <a:extLst>
              <a:ext uri="{FF2B5EF4-FFF2-40B4-BE49-F238E27FC236}">
                <a16:creationId xmlns:a16="http://schemas.microsoft.com/office/drawing/2014/main" id="{7277F2FA-E69E-8E20-5E1C-F44EAF25D3FB}"/>
              </a:ext>
            </a:extLst>
          </p:cNvPr>
          <p:cNvSpPr txBox="1">
            <a:spLocks/>
          </p:cNvSpPr>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16</a:t>
            </a:fld>
            <a:endParaRPr lang="en-US"/>
          </a:p>
        </p:txBody>
      </p:sp>
    </p:spTree>
    <p:extLst>
      <p:ext uri="{BB962C8B-B14F-4D97-AF65-F5344CB8AC3E}">
        <p14:creationId xmlns:p14="http://schemas.microsoft.com/office/powerpoint/2010/main" val="3423418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F3ED134-B9C9-44ED-ABC1-31BF5E882816}" type="slidenum">
              <a:rPr lang="en-US" altLang="en-US"/>
              <a:pPr/>
              <a:t>17</a:t>
            </a:fld>
            <a:endParaRPr lang="en-US" altLang="en-US"/>
          </a:p>
        </p:txBody>
      </p:sp>
      <p:sp>
        <p:nvSpPr>
          <p:cNvPr id="76802" name="Rectangle 2"/>
          <p:cNvSpPr>
            <a:spLocks noGrp="1" noChangeArrowheads="1"/>
          </p:cNvSpPr>
          <p:nvPr>
            <p:ph type="title"/>
          </p:nvPr>
        </p:nvSpPr>
        <p:spPr/>
        <p:txBody>
          <a:bodyPr/>
          <a:lstStyle/>
          <a:p>
            <a:r>
              <a:rPr lang="en-US" altLang="en-US" sz="3600" dirty="0"/>
              <a:t>Domain Name System (DNS)</a:t>
            </a:r>
            <a:endParaRPr lang="en-US" altLang="en-US" dirty="0"/>
          </a:p>
        </p:txBody>
      </p:sp>
      <p:sp>
        <p:nvSpPr>
          <p:cNvPr id="76803" name="Rectangle 3"/>
          <p:cNvSpPr>
            <a:spLocks noGrp="1" noChangeArrowheads="1"/>
          </p:cNvSpPr>
          <p:nvPr>
            <p:ph type="body" sz="half" idx="1"/>
          </p:nvPr>
        </p:nvSpPr>
        <p:spPr>
          <a:xfrm>
            <a:off x="600455" y="978266"/>
            <a:ext cx="7924800" cy="1917334"/>
          </a:xfrm>
        </p:spPr>
        <p:txBody>
          <a:bodyPr/>
          <a:lstStyle/>
          <a:p>
            <a:pPr>
              <a:lnSpc>
                <a:spcPct val="90000"/>
              </a:lnSpc>
              <a:spcAft>
                <a:spcPts val="600"/>
              </a:spcAft>
            </a:pPr>
            <a:r>
              <a:rPr lang="en-GB" sz="2800" dirty="0"/>
              <a:t>The IP address provides a way of uniquely identifying devices on the Internet.</a:t>
            </a:r>
          </a:p>
          <a:p>
            <a:pPr>
              <a:lnSpc>
                <a:spcPct val="90000"/>
              </a:lnSpc>
              <a:spcAft>
                <a:spcPts val="600"/>
              </a:spcAft>
            </a:pPr>
            <a:r>
              <a:rPr lang="en-GB" altLang="en-US" sz="2800" dirty="0"/>
              <a:t>The number scheme is effective for computer processing but is not convenient for users.</a:t>
            </a:r>
            <a:endParaRPr lang="en-US" altLang="en-US" sz="2800" dirty="0"/>
          </a:p>
        </p:txBody>
      </p:sp>
      <p:pic>
        <p:nvPicPr>
          <p:cNvPr id="4" name="Picture 3"/>
          <p:cNvPicPr>
            <a:picLocks noChangeAspect="1"/>
          </p:cNvPicPr>
          <p:nvPr/>
        </p:nvPicPr>
        <p:blipFill>
          <a:blip r:embed="rId2"/>
          <a:stretch>
            <a:fillRect/>
          </a:stretch>
        </p:blipFill>
        <p:spPr>
          <a:xfrm>
            <a:off x="1562100" y="3360943"/>
            <a:ext cx="6019800" cy="2181225"/>
          </a:xfrm>
          <a:prstGeom prst="rect">
            <a:avLst/>
          </a:prstGeom>
        </p:spPr>
      </p:pic>
    </p:spTree>
    <p:extLst>
      <p:ext uri="{BB962C8B-B14F-4D97-AF65-F5344CB8AC3E}">
        <p14:creationId xmlns:p14="http://schemas.microsoft.com/office/powerpoint/2010/main" val="1817217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DNS Overview </a:t>
            </a:r>
            <a:br>
              <a:rPr lang="en-NZ" dirty="0"/>
            </a:br>
            <a:r>
              <a:rPr lang="en-NZ" sz="3000" dirty="0"/>
              <a:t>[RFC 1034, 1035]</a:t>
            </a:r>
          </a:p>
        </p:txBody>
      </p:sp>
      <p:sp>
        <p:nvSpPr>
          <p:cNvPr id="5" name="Slide Number Placeholder 4"/>
          <p:cNvSpPr>
            <a:spLocks noGrp="1"/>
          </p:cNvSpPr>
          <p:nvPr>
            <p:ph type="sldNum" sz="quarter" idx="12"/>
          </p:nvPr>
        </p:nvSpPr>
        <p:spPr/>
        <p:txBody>
          <a:bodyPr/>
          <a:lstStyle/>
          <a:p>
            <a:fld id="{4C699ADF-905D-405E-B6CF-CD45E1C8DF8F}" type="slidenum">
              <a:rPr lang="en-US" altLang="en-US" smtClean="0"/>
              <a:pPr/>
              <a:t>18</a:t>
            </a:fld>
            <a:endParaRPr lang="en-US" altLang="en-US"/>
          </a:p>
        </p:txBody>
      </p:sp>
      <p:graphicFrame>
        <p:nvGraphicFramePr>
          <p:cNvPr id="3" name="Diagram 2">
            <a:extLst>
              <a:ext uri="{FF2B5EF4-FFF2-40B4-BE49-F238E27FC236}">
                <a16:creationId xmlns:a16="http://schemas.microsoft.com/office/drawing/2014/main" id="{D5F06040-0B6A-9089-17B9-0AA100EF05F8}"/>
              </a:ext>
            </a:extLst>
          </p:cNvPr>
          <p:cNvGraphicFramePr/>
          <p:nvPr>
            <p:extLst>
              <p:ext uri="{D42A27DB-BD31-4B8C-83A1-F6EECF244321}">
                <p14:modId xmlns:p14="http://schemas.microsoft.com/office/powerpoint/2010/main" val="117114094"/>
              </p:ext>
            </p:extLst>
          </p:nvPr>
        </p:nvGraphicFramePr>
        <p:xfrm>
          <a:off x="228600" y="1219200"/>
          <a:ext cx="84582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127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sz="3600" dirty="0"/>
              <a:t>DNS Services</a:t>
            </a:r>
            <a:endParaRPr lang="en-US" altLang="en-US" dirty="0"/>
          </a:p>
        </p:txBody>
      </p:sp>
      <p:sp>
        <p:nvSpPr>
          <p:cNvPr id="77829" name="Rectangle 5"/>
          <p:cNvSpPr>
            <a:spLocks noGrp="1" noChangeArrowheads="1"/>
          </p:cNvSpPr>
          <p:nvPr>
            <p:ph idx="1"/>
          </p:nvPr>
        </p:nvSpPr>
        <p:spPr/>
        <p:txBody>
          <a:bodyPr/>
          <a:lstStyle/>
          <a:p>
            <a:pPr>
              <a:lnSpc>
                <a:spcPct val="90000"/>
              </a:lnSpc>
              <a:spcAft>
                <a:spcPts val="600"/>
              </a:spcAft>
            </a:pPr>
            <a:r>
              <a:rPr lang="en-US" altLang="en-US" sz="2600" b="1" dirty="0"/>
              <a:t>Hostname to IP address translation</a:t>
            </a:r>
          </a:p>
          <a:p>
            <a:pPr lvl="1">
              <a:lnSpc>
                <a:spcPct val="90000"/>
              </a:lnSpc>
              <a:spcAft>
                <a:spcPts val="600"/>
              </a:spcAft>
            </a:pPr>
            <a:r>
              <a:rPr lang="en-US" altLang="en-US" sz="2000" dirty="0"/>
              <a:t>Commonly employed by HTTP, SMTP, etc. </a:t>
            </a:r>
            <a:endParaRPr lang="en-US" altLang="en-US" sz="2600" dirty="0"/>
          </a:p>
          <a:p>
            <a:pPr>
              <a:lnSpc>
                <a:spcPct val="90000"/>
              </a:lnSpc>
              <a:spcAft>
                <a:spcPts val="600"/>
              </a:spcAft>
            </a:pPr>
            <a:r>
              <a:rPr lang="en-US" altLang="en-US" sz="2600" b="1" dirty="0"/>
              <a:t>Host aliasing </a:t>
            </a:r>
          </a:p>
          <a:p>
            <a:pPr lvl="1">
              <a:lnSpc>
                <a:spcPct val="90000"/>
              </a:lnSpc>
              <a:spcAft>
                <a:spcPts val="600"/>
              </a:spcAft>
            </a:pPr>
            <a:r>
              <a:rPr lang="en-US" altLang="en-US" sz="2000" dirty="0"/>
              <a:t>Canonical and alias names</a:t>
            </a:r>
          </a:p>
          <a:p>
            <a:pPr lvl="1">
              <a:lnSpc>
                <a:spcPct val="90000"/>
              </a:lnSpc>
              <a:spcAft>
                <a:spcPts val="600"/>
              </a:spcAft>
            </a:pPr>
            <a:r>
              <a:rPr lang="en-US" altLang="en-US" sz="2000" dirty="0"/>
              <a:t>Example: </a:t>
            </a:r>
            <a:r>
              <a:rPr lang="en-GB" altLang="en-US" sz="2000" i="1" dirty="0">
                <a:latin typeface="Times New Roman" panose="02020603050405020304" pitchFamily="18" charset="0"/>
                <a:cs typeface="Times New Roman" panose="02020603050405020304" pitchFamily="18" charset="0"/>
              </a:rPr>
              <a:t>relay1.west-coast.enterprise.com </a:t>
            </a:r>
            <a:r>
              <a:rPr lang="en-GB" altLang="en-US" sz="2000" dirty="0"/>
              <a:t>could have two aliases such as </a:t>
            </a:r>
            <a:r>
              <a:rPr lang="en-GB" altLang="en-US" sz="2000" i="1" dirty="0">
                <a:latin typeface="Times New Roman" panose="02020603050405020304" pitchFamily="18" charset="0"/>
                <a:cs typeface="Times New Roman" panose="02020603050405020304" pitchFamily="18" charset="0"/>
              </a:rPr>
              <a:t>enterprise.com</a:t>
            </a:r>
            <a:r>
              <a:rPr lang="en-GB" altLang="en-US" sz="2000" i="1" dirty="0"/>
              <a:t> </a:t>
            </a:r>
            <a:r>
              <a:rPr lang="en-GB" altLang="en-US" sz="2000" dirty="0"/>
              <a:t>and </a:t>
            </a:r>
            <a:r>
              <a:rPr lang="en-GB" altLang="en-US" sz="2000" i="1" dirty="0" err="1">
                <a:latin typeface="Times New Roman" panose="02020603050405020304" pitchFamily="18" charset="0"/>
                <a:cs typeface="Times New Roman" panose="02020603050405020304" pitchFamily="18" charset="0"/>
              </a:rPr>
              <a:t>www.enterprise.com</a:t>
            </a:r>
            <a:endParaRPr lang="en-US" altLang="en-US" sz="2600" dirty="0"/>
          </a:p>
          <a:p>
            <a:pPr>
              <a:lnSpc>
                <a:spcPct val="90000"/>
              </a:lnSpc>
              <a:spcAft>
                <a:spcPts val="600"/>
              </a:spcAft>
            </a:pPr>
            <a:r>
              <a:rPr lang="en-US" altLang="en-US" sz="2600" b="1" dirty="0"/>
              <a:t>Mail server aliasing</a:t>
            </a:r>
          </a:p>
          <a:p>
            <a:pPr lvl="1">
              <a:lnSpc>
                <a:spcPct val="90000"/>
              </a:lnSpc>
              <a:spcAft>
                <a:spcPts val="600"/>
              </a:spcAft>
            </a:pPr>
            <a:r>
              <a:rPr lang="en-GB" altLang="en-US" sz="2000" dirty="0"/>
              <a:t>Example: Bob’s email address might be </a:t>
            </a:r>
            <a:r>
              <a:rPr lang="en-GB" altLang="en-US" sz="2000" i="1" dirty="0" err="1">
                <a:latin typeface="Times New Roman" panose="02020603050405020304" pitchFamily="18" charset="0"/>
                <a:cs typeface="Times New Roman" panose="02020603050405020304" pitchFamily="18" charset="0"/>
              </a:rPr>
              <a:t>bob@outlook.com</a:t>
            </a:r>
            <a:r>
              <a:rPr lang="en-GB" altLang="en-US" sz="2000" dirty="0"/>
              <a:t>; the canonical hostname might be </a:t>
            </a:r>
            <a:r>
              <a:rPr lang="en-GB" altLang="en-US" sz="2000" i="1" dirty="0">
                <a:latin typeface="Times New Roman" panose="02020603050405020304" pitchFamily="18" charset="0"/>
                <a:cs typeface="Times New Roman" panose="02020603050405020304" pitchFamily="18" charset="0"/>
              </a:rPr>
              <a:t>relay1.west-coast.outlook.com</a:t>
            </a:r>
            <a:endParaRPr lang="en-US" altLang="en-US" sz="2000" i="1" dirty="0">
              <a:latin typeface="Times New Roman" panose="02020603050405020304" pitchFamily="18" charset="0"/>
              <a:cs typeface="Times New Roman" panose="02020603050405020304" pitchFamily="18" charset="0"/>
            </a:endParaRPr>
          </a:p>
          <a:p>
            <a:pPr>
              <a:lnSpc>
                <a:spcPct val="90000"/>
              </a:lnSpc>
              <a:spcAft>
                <a:spcPts val="600"/>
              </a:spcAft>
            </a:pPr>
            <a:endParaRPr lang="en-US" altLang="en-US" sz="2600" dirty="0"/>
          </a:p>
        </p:txBody>
      </p:sp>
      <p:sp>
        <p:nvSpPr>
          <p:cNvPr id="6" name="Slide Number Placeholder 5"/>
          <p:cNvSpPr>
            <a:spLocks noGrp="1"/>
          </p:cNvSpPr>
          <p:nvPr>
            <p:ph type="sldNum" sz="quarter" idx="4"/>
          </p:nvPr>
        </p:nvSpPr>
        <p:spPr/>
        <p:txBody>
          <a:bodyPr/>
          <a:lstStyle/>
          <a:p>
            <a:fld id="{4DA35B84-F9E2-4C9C-B97D-3C2170CC2EC9}" type="slidenum">
              <a:rPr lang="en-US" altLang="en-US"/>
              <a:pPr/>
              <a:t>19</a:t>
            </a:fld>
            <a:endParaRPr lang="en-US" altLang="en-US"/>
          </a:p>
        </p:txBody>
      </p:sp>
    </p:spTree>
    <p:extLst>
      <p:ext uri="{BB962C8B-B14F-4D97-AF65-F5344CB8AC3E}">
        <p14:creationId xmlns:p14="http://schemas.microsoft.com/office/powerpoint/2010/main" val="3883296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sz="3600"/>
              <a:t>DNS </a:t>
            </a:r>
            <a:r>
              <a:rPr lang="en-US" altLang="en-US" sz="3600" dirty="0"/>
              <a:t>Services (cont.)</a:t>
            </a:r>
            <a:endParaRPr lang="en-US" altLang="en-US"/>
          </a:p>
        </p:txBody>
      </p:sp>
      <p:sp>
        <p:nvSpPr>
          <p:cNvPr id="77829" name="Rectangle 5"/>
          <p:cNvSpPr>
            <a:spLocks noGrp="1" noChangeArrowheads="1"/>
          </p:cNvSpPr>
          <p:nvPr>
            <p:ph idx="1"/>
          </p:nvPr>
        </p:nvSpPr>
        <p:spPr>
          <a:xfrm>
            <a:off x="457200" y="990600"/>
            <a:ext cx="8229600" cy="1295400"/>
          </a:xfrm>
        </p:spPr>
        <p:txBody>
          <a:bodyPr/>
          <a:lstStyle/>
          <a:p>
            <a:pPr>
              <a:lnSpc>
                <a:spcPct val="90000"/>
              </a:lnSpc>
              <a:spcAft>
                <a:spcPts val="600"/>
              </a:spcAft>
            </a:pPr>
            <a:r>
              <a:rPr lang="en-US" altLang="en-US" sz="2600" b="1" dirty="0"/>
              <a:t>Load distribution</a:t>
            </a:r>
          </a:p>
          <a:p>
            <a:pPr lvl="1">
              <a:lnSpc>
                <a:spcPct val="90000"/>
              </a:lnSpc>
              <a:spcAft>
                <a:spcPts val="600"/>
              </a:spcAft>
            </a:pPr>
            <a:r>
              <a:rPr lang="en-GB" altLang="en-US" sz="2000" dirty="0"/>
              <a:t>Perform load distribution among replicated servers</a:t>
            </a:r>
          </a:p>
          <a:p>
            <a:pPr lvl="1">
              <a:lnSpc>
                <a:spcPct val="90000"/>
              </a:lnSpc>
              <a:spcAft>
                <a:spcPts val="600"/>
              </a:spcAft>
            </a:pPr>
            <a:r>
              <a:rPr lang="en-GB" altLang="en-US" sz="2000" dirty="0"/>
              <a:t>Example: </a:t>
            </a:r>
            <a:r>
              <a:rPr lang="en-AU" sz="2000" b="0" i="0" dirty="0">
                <a:solidFill>
                  <a:srgbClr val="222222"/>
                </a:solidFill>
                <a:effectLst/>
              </a:rPr>
              <a:t>round-robin DNS</a:t>
            </a:r>
            <a:endParaRPr lang="en-US" altLang="en-US" sz="2000" dirty="0"/>
          </a:p>
          <a:p>
            <a:pPr>
              <a:lnSpc>
                <a:spcPct val="90000"/>
              </a:lnSpc>
              <a:spcAft>
                <a:spcPts val="600"/>
              </a:spcAft>
            </a:pPr>
            <a:endParaRPr lang="en-US" altLang="en-US" sz="2600" dirty="0"/>
          </a:p>
        </p:txBody>
      </p:sp>
      <p:sp>
        <p:nvSpPr>
          <p:cNvPr id="6" name="Slide Number Placeholder 5"/>
          <p:cNvSpPr>
            <a:spLocks noGrp="1"/>
          </p:cNvSpPr>
          <p:nvPr>
            <p:ph type="sldNum" sz="quarter" idx="4"/>
          </p:nvPr>
        </p:nvSpPr>
        <p:spPr/>
        <p:txBody>
          <a:bodyPr/>
          <a:lstStyle/>
          <a:p>
            <a:fld id="{4DA35B84-F9E2-4C9C-B97D-3C2170CC2EC9}" type="slidenum">
              <a:rPr lang="en-US" altLang="en-US"/>
              <a:pPr/>
              <a:t>20</a:t>
            </a:fld>
            <a:endParaRPr lang="en-US" altLang="en-US"/>
          </a:p>
        </p:txBody>
      </p:sp>
      <p:sp>
        <p:nvSpPr>
          <p:cNvPr id="3" name="TextBox 2">
            <a:extLst>
              <a:ext uri="{FF2B5EF4-FFF2-40B4-BE49-F238E27FC236}">
                <a16:creationId xmlns:a16="http://schemas.microsoft.com/office/drawing/2014/main" id="{32CF73E9-EA00-4EB9-CC3D-A8F50815A343}"/>
              </a:ext>
            </a:extLst>
          </p:cNvPr>
          <p:cNvSpPr txBox="1"/>
          <p:nvPr/>
        </p:nvSpPr>
        <p:spPr>
          <a:xfrm>
            <a:off x="2932641" y="6405326"/>
            <a:ext cx="3278717" cy="261610"/>
          </a:xfrm>
          <a:prstGeom prst="rect">
            <a:avLst/>
          </a:prstGeom>
          <a:noFill/>
        </p:spPr>
        <p:txBody>
          <a:bodyPr wrap="square">
            <a:spAutoFit/>
          </a:bodyPr>
          <a:lstStyle/>
          <a:p>
            <a:r>
              <a:rPr lang="en-AU" sz="1100" dirty="0"/>
              <a:t>Source: https://www.cloudns.net/wiki/article/182/</a:t>
            </a:r>
          </a:p>
        </p:txBody>
      </p:sp>
      <p:pic>
        <p:nvPicPr>
          <p:cNvPr id="5" name="Picture 4">
            <a:extLst>
              <a:ext uri="{FF2B5EF4-FFF2-40B4-BE49-F238E27FC236}">
                <a16:creationId xmlns:a16="http://schemas.microsoft.com/office/drawing/2014/main" id="{4C85E2CA-57DD-80E4-3E50-538C5E2C1B21}"/>
              </a:ext>
            </a:extLst>
          </p:cNvPr>
          <p:cNvPicPr>
            <a:picLocks noChangeAspect="1"/>
          </p:cNvPicPr>
          <p:nvPr/>
        </p:nvPicPr>
        <p:blipFill>
          <a:blip r:embed="rId3"/>
          <a:stretch>
            <a:fillRect/>
          </a:stretch>
        </p:blipFill>
        <p:spPr>
          <a:xfrm>
            <a:off x="1391740" y="2786390"/>
            <a:ext cx="6360519" cy="3165440"/>
          </a:xfrm>
          <a:prstGeom prst="rect">
            <a:avLst/>
          </a:prstGeom>
        </p:spPr>
      </p:pic>
    </p:spTree>
    <p:extLst>
      <p:ext uri="{BB962C8B-B14F-4D97-AF65-F5344CB8AC3E}">
        <p14:creationId xmlns:p14="http://schemas.microsoft.com/office/powerpoint/2010/main" val="1608391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B7697D7-8B6A-9650-F26E-186A1C517523}"/>
              </a:ext>
            </a:extLst>
          </p:cNvPr>
          <p:cNvSpPr>
            <a:spLocks noGrp="1"/>
          </p:cNvSpPr>
          <p:nvPr>
            <p:ph type="ctrTitle"/>
          </p:nvPr>
        </p:nvSpPr>
        <p:spPr/>
        <p:txBody>
          <a:bodyPr/>
          <a:lstStyle/>
          <a:p>
            <a:r>
              <a:rPr lang="en-NZ" dirty="0"/>
              <a:t>Why not centralised DNS?</a:t>
            </a:r>
            <a:endParaRPr lang="en-AU" dirty="0"/>
          </a:p>
        </p:txBody>
      </p:sp>
      <p:sp>
        <p:nvSpPr>
          <p:cNvPr id="6" name="Subtitle 5">
            <a:extLst>
              <a:ext uri="{FF2B5EF4-FFF2-40B4-BE49-F238E27FC236}">
                <a16:creationId xmlns:a16="http://schemas.microsoft.com/office/drawing/2014/main" id="{FC432E75-BD2A-2903-38B1-FC64401B1F77}"/>
              </a:ext>
            </a:extLst>
          </p:cNvPr>
          <p:cNvSpPr>
            <a:spLocks noGrp="1"/>
          </p:cNvSpPr>
          <p:nvPr>
            <p:ph type="subTitle" idx="1"/>
          </p:nvPr>
        </p:nvSpPr>
        <p:spPr/>
        <p:txBody>
          <a:bodyPr/>
          <a:lstStyle/>
          <a:p>
            <a:endParaRPr lang="en-AU"/>
          </a:p>
        </p:txBody>
      </p:sp>
      <p:sp>
        <p:nvSpPr>
          <p:cNvPr id="4" name="Slide Number Placeholder 3">
            <a:extLst>
              <a:ext uri="{FF2B5EF4-FFF2-40B4-BE49-F238E27FC236}">
                <a16:creationId xmlns:a16="http://schemas.microsoft.com/office/drawing/2014/main" id="{B5A713D2-EFF5-B338-7AC0-6253CC5D08E0}"/>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21</a:t>
            </a:fld>
            <a:endParaRPr lang="en-US" dirty="0"/>
          </a:p>
        </p:txBody>
      </p:sp>
    </p:spTree>
    <p:extLst>
      <p:ext uri="{BB962C8B-B14F-4D97-AF65-F5344CB8AC3E}">
        <p14:creationId xmlns:p14="http://schemas.microsoft.com/office/powerpoint/2010/main" val="15882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Problems with a centralised design</a:t>
            </a:r>
            <a:endParaRPr lang="en-NZ" dirty="0"/>
          </a:p>
        </p:txBody>
      </p:sp>
      <p:graphicFrame>
        <p:nvGraphicFramePr>
          <p:cNvPr id="18" name="Content Placeholder 17">
            <a:extLst>
              <a:ext uri="{FF2B5EF4-FFF2-40B4-BE49-F238E27FC236}">
                <a16:creationId xmlns:a16="http://schemas.microsoft.com/office/drawing/2014/main" id="{967E4EFE-2524-5150-1682-6151A43FD49E}"/>
              </a:ext>
            </a:extLst>
          </p:cNvPr>
          <p:cNvGraphicFramePr>
            <a:graphicFrameLocks noGrp="1"/>
          </p:cNvGraphicFramePr>
          <p:nvPr>
            <p:ph idx="1"/>
            <p:extLst>
              <p:ext uri="{D42A27DB-BD31-4B8C-83A1-F6EECF244321}">
                <p14:modId xmlns:p14="http://schemas.microsoft.com/office/powerpoint/2010/main" val="1226966108"/>
              </p:ext>
            </p:extLst>
          </p:nvPr>
        </p:nvGraphicFramePr>
        <p:xfrm>
          <a:off x="160338" y="1524000"/>
          <a:ext cx="5486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4"/>
          </p:nvPr>
        </p:nvSpPr>
        <p:spPr/>
        <p:txBody>
          <a:bodyPr/>
          <a:lstStyle/>
          <a:p>
            <a:fld id="{4C699ADF-905D-405E-B6CF-CD45E1C8DF8F}" type="slidenum">
              <a:rPr lang="en-US" altLang="en-US" smtClean="0"/>
              <a:pPr/>
              <a:t>22</a:t>
            </a:fld>
            <a:endParaRPr lang="en-US" altLang="en-US"/>
          </a:p>
        </p:txBody>
      </p:sp>
      <p:sp>
        <p:nvSpPr>
          <p:cNvPr id="8" name="Wave 7">
            <a:extLst>
              <a:ext uri="{FF2B5EF4-FFF2-40B4-BE49-F238E27FC236}">
                <a16:creationId xmlns:a16="http://schemas.microsoft.com/office/drawing/2014/main" id="{5DEE2D2E-6C55-EF23-5C55-6511834B39A0}"/>
              </a:ext>
            </a:extLst>
          </p:cNvPr>
          <p:cNvSpPr/>
          <p:nvPr/>
        </p:nvSpPr>
        <p:spPr>
          <a:xfrm>
            <a:off x="5592235" y="2834216"/>
            <a:ext cx="2819400" cy="1678723"/>
          </a:xfrm>
          <a:prstGeom prst="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kern="0" dirty="0">
                <a:solidFill>
                  <a:schemeClr val="tx1">
                    <a:lumMod val="85000"/>
                    <a:lumOff val="15000"/>
                  </a:schemeClr>
                </a:solidFill>
                <a:latin typeface="Arial" panose="020B0604020202020204" pitchFamily="34" charset="0"/>
                <a:cs typeface="Arial" panose="020B0604020202020204" pitchFamily="34" charset="0"/>
              </a:rPr>
              <a:t>A </a:t>
            </a:r>
            <a:r>
              <a:rPr lang="en-US" altLang="en-US" kern="0" dirty="0" err="1">
                <a:solidFill>
                  <a:schemeClr val="tx1">
                    <a:lumMod val="85000"/>
                    <a:lumOff val="15000"/>
                  </a:schemeClr>
                </a:solidFill>
                <a:latin typeface="Arial" panose="020B0604020202020204" pitchFamily="34" charset="0"/>
                <a:cs typeface="Arial" panose="020B0604020202020204" pitchFamily="34" charset="0"/>
              </a:rPr>
              <a:t>centralised</a:t>
            </a:r>
            <a:r>
              <a:rPr lang="en-US" altLang="en-US" kern="0" dirty="0">
                <a:solidFill>
                  <a:schemeClr val="tx1">
                    <a:lumMod val="85000"/>
                    <a:lumOff val="15000"/>
                  </a:schemeClr>
                </a:solidFill>
                <a:latin typeface="Arial" panose="020B0604020202020204" pitchFamily="34" charset="0"/>
                <a:cs typeface="Arial" panose="020B0604020202020204" pitchFamily="34" charset="0"/>
              </a:rPr>
              <a:t> DNS doesn’t scale!</a:t>
            </a:r>
          </a:p>
        </p:txBody>
      </p:sp>
    </p:spTree>
    <p:extLst>
      <p:ext uri="{BB962C8B-B14F-4D97-AF65-F5344CB8AC3E}">
        <p14:creationId xmlns:p14="http://schemas.microsoft.com/office/powerpoint/2010/main" val="1815445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E3C8-615D-B503-65C3-83B34535B4E1}"/>
              </a:ext>
            </a:extLst>
          </p:cNvPr>
          <p:cNvSpPr>
            <a:spLocks noGrp="1"/>
          </p:cNvSpPr>
          <p:nvPr>
            <p:ph type="title"/>
          </p:nvPr>
        </p:nvSpPr>
        <p:spPr/>
        <p:txBody>
          <a:bodyPr/>
          <a:lstStyle/>
          <a:p>
            <a:r>
              <a:rPr lang="en-US" altLang="en-US" sz="3600" dirty="0"/>
              <a:t>A Distributed, Hierarchical Database</a:t>
            </a:r>
            <a:endParaRPr lang="en-AU" dirty="0"/>
          </a:p>
        </p:txBody>
      </p:sp>
      <p:sp>
        <p:nvSpPr>
          <p:cNvPr id="4" name="Slide Number Placeholder 3">
            <a:extLst>
              <a:ext uri="{FF2B5EF4-FFF2-40B4-BE49-F238E27FC236}">
                <a16:creationId xmlns:a16="http://schemas.microsoft.com/office/drawing/2014/main" id="{371AF777-A8C8-D1FA-560F-DE7C2950F5C1}"/>
              </a:ext>
            </a:extLst>
          </p:cNvPr>
          <p:cNvSpPr>
            <a:spLocks noGrp="1"/>
          </p:cNvSpPr>
          <p:nvPr>
            <p:ph type="sldNum" sz="quarter" idx="4"/>
          </p:nvPr>
        </p:nvSpPr>
        <p:spPr/>
        <p:txBody>
          <a:bodyPr/>
          <a:lstStyle/>
          <a:p>
            <a:pPr>
              <a:defRPr/>
            </a:pPr>
            <a:fld id="{DACE9E11-39C8-4E20-894F-A4A883CCF6EF}" type="slidenum">
              <a:rPr lang="en-US" smtClean="0"/>
              <a:pPr>
                <a:defRPr/>
              </a:pPr>
              <a:t>23</a:t>
            </a:fld>
            <a:endParaRPr lang="en-US" dirty="0"/>
          </a:p>
        </p:txBody>
      </p:sp>
      <p:grpSp>
        <p:nvGrpSpPr>
          <p:cNvPr id="201751" name="Group 23"/>
          <p:cNvGrpSpPr>
            <a:grpSpLocks/>
          </p:cNvGrpSpPr>
          <p:nvPr/>
        </p:nvGrpSpPr>
        <p:grpSpPr bwMode="auto">
          <a:xfrm>
            <a:off x="381123" y="2029463"/>
            <a:ext cx="8305677" cy="2437792"/>
            <a:chOff x="163" y="576"/>
            <a:chExt cx="5571" cy="1752"/>
          </a:xfrm>
        </p:grpSpPr>
        <p:sp>
          <p:nvSpPr>
            <p:cNvPr id="201730" name="Text Box 2"/>
            <p:cNvSpPr txBox="1">
              <a:spLocks noChangeArrowheads="1"/>
            </p:cNvSpPr>
            <p:nvPr/>
          </p:nvSpPr>
          <p:spPr bwMode="auto">
            <a:xfrm>
              <a:off x="2256" y="576"/>
              <a:ext cx="1385"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a:latin typeface="Arial" panose="020B0604020202020204" pitchFamily="34" charset="0"/>
                </a:rPr>
                <a:t>Root DNS Servers</a:t>
              </a:r>
            </a:p>
          </p:txBody>
        </p:sp>
        <p:sp>
          <p:nvSpPr>
            <p:cNvPr id="201732" name="Text Box 4"/>
            <p:cNvSpPr txBox="1">
              <a:spLocks noChangeArrowheads="1"/>
            </p:cNvSpPr>
            <p:nvPr/>
          </p:nvSpPr>
          <p:spPr bwMode="auto">
            <a:xfrm>
              <a:off x="528" y="1296"/>
              <a:ext cx="1325"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dirty="0">
                  <a:latin typeface="Arial" panose="020B0604020202020204" pitchFamily="34" charset="0"/>
                </a:rPr>
                <a:t>com DNS servers</a:t>
              </a:r>
            </a:p>
          </p:txBody>
        </p:sp>
        <p:sp>
          <p:nvSpPr>
            <p:cNvPr id="201733" name="Text Box 5"/>
            <p:cNvSpPr txBox="1">
              <a:spLocks noChangeArrowheads="1"/>
            </p:cNvSpPr>
            <p:nvPr/>
          </p:nvSpPr>
          <p:spPr bwMode="auto">
            <a:xfrm>
              <a:off x="2304" y="1296"/>
              <a:ext cx="1257"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a:latin typeface="Arial" panose="020B0604020202020204" pitchFamily="34" charset="0"/>
                </a:rPr>
                <a:t>org DNS servers</a:t>
              </a:r>
            </a:p>
          </p:txBody>
        </p:sp>
        <p:sp>
          <p:nvSpPr>
            <p:cNvPr id="201734" name="Text Box 6"/>
            <p:cNvSpPr txBox="1">
              <a:spLocks noChangeArrowheads="1"/>
            </p:cNvSpPr>
            <p:nvPr/>
          </p:nvSpPr>
          <p:spPr bwMode="auto">
            <a:xfrm>
              <a:off x="4032" y="1296"/>
              <a:ext cx="1291"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a:latin typeface="Arial" panose="020B0604020202020204" pitchFamily="34" charset="0"/>
                </a:rPr>
                <a:t>edu DNS servers</a:t>
              </a:r>
            </a:p>
          </p:txBody>
        </p:sp>
        <p:sp>
          <p:nvSpPr>
            <p:cNvPr id="201735" name="Line 7"/>
            <p:cNvSpPr>
              <a:spLocks noChangeShapeType="1"/>
            </p:cNvSpPr>
            <p:nvPr/>
          </p:nvSpPr>
          <p:spPr bwMode="auto">
            <a:xfrm flipH="1">
              <a:off x="1344" y="864"/>
              <a:ext cx="1392" cy="43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36" name="Line 8"/>
            <p:cNvSpPr>
              <a:spLocks noChangeShapeType="1"/>
            </p:cNvSpPr>
            <p:nvPr/>
          </p:nvSpPr>
          <p:spPr bwMode="auto">
            <a:xfrm>
              <a:off x="2928" y="816"/>
              <a:ext cx="0" cy="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37" name="Line 9"/>
            <p:cNvSpPr>
              <a:spLocks noChangeShapeType="1"/>
            </p:cNvSpPr>
            <p:nvPr/>
          </p:nvSpPr>
          <p:spPr bwMode="auto">
            <a:xfrm>
              <a:off x="3168" y="864"/>
              <a:ext cx="1440" cy="4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38" name="Text Box 10"/>
            <p:cNvSpPr txBox="1">
              <a:spLocks noChangeArrowheads="1"/>
            </p:cNvSpPr>
            <p:nvPr/>
          </p:nvSpPr>
          <p:spPr bwMode="auto">
            <a:xfrm>
              <a:off x="3690" y="1867"/>
              <a:ext cx="99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poly.edu</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39" name="Text Box 11"/>
            <p:cNvSpPr txBox="1">
              <a:spLocks noChangeArrowheads="1"/>
            </p:cNvSpPr>
            <p:nvPr/>
          </p:nvSpPr>
          <p:spPr bwMode="auto">
            <a:xfrm>
              <a:off x="4742" y="1867"/>
              <a:ext cx="99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umass.edu</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0" name="Line 12"/>
            <p:cNvSpPr>
              <a:spLocks noChangeShapeType="1"/>
            </p:cNvSpPr>
            <p:nvPr/>
          </p:nvSpPr>
          <p:spPr bwMode="auto">
            <a:xfrm flipH="1">
              <a:off x="4272" y="1536"/>
              <a:ext cx="288" cy="3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1" name="Line 13"/>
            <p:cNvSpPr>
              <a:spLocks noChangeShapeType="1"/>
            </p:cNvSpPr>
            <p:nvPr/>
          </p:nvSpPr>
          <p:spPr bwMode="auto">
            <a:xfrm>
              <a:off x="4797" y="1536"/>
              <a:ext cx="288" cy="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2" name="Text Box 14"/>
            <p:cNvSpPr txBox="1">
              <a:spLocks noChangeArrowheads="1"/>
            </p:cNvSpPr>
            <p:nvPr/>
          </p:nvSpPr>
          <p:spPr bwMode="auto">
            <a:xfrm>
              <a:off x="163" y="1867"/>
              <a:ext cx="99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yahoo.com</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3" name="Text Box 15"/>
            <p:cNvSpPr txBox="1">
              <a:spLocks noChangeArrowheads="1"/>
            </p:cNvSpPr>
            <p:nvPr/>
          </p:nvSpPr>
          <p:spPr bwMode="auto">
            <a:xfrm>
              <a:off x="1248" y="1867"/>
              <a:ext cx="10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amazon.com</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4" name="Line 16"/>
            <p:cNvSpPr>
              <a:spLocks noChangeShapeType="1"/>
            </p:cNvSpPr>
            <p:nvPr/>
          </p:nvSpPr>
          <p:spPr bwMode="auto">
            <a:xfrm flipH="1">
              <a:off x="768" y="1584"/>
              <a:ext cx="192" cy="2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5" name="Line 17"/>
            <p:cNvSpPr>
              <a:spLocks noChangeShapeType="1"/>
            </p:cNvSpPr>
            <p:nvPr/>
          </p:nvSpPr>
          <p:spPr bwMode="auto">
            <a:xfrm>
              <a:off x="1392" y="1584"/>
              <a:ext cx="240" cy="2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6" name="Text Box 18"/>
            <p:cNvSpPr txBox="1">
              <a:spLocks noChangeArrowheads="1"/>
            </p:cNvSpPr>
            <p:nvPr/>
          </p:nvSpPr>
          <p:spPr bwMode="auto">
            <a:xfrm>
              <a:off x="2534" y="1867"/>
              <a:ext cx="993"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pbs.org</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7" name="Line 19"/>
            <p:cNvSpPr>
              <a:spLocks noChangeShapeType="1"/>
            </p:cNvSpPr>
            <p:nvPr/>
          </p:nvSpPr>
          <p:spPr bwMode="auto">
            <a:xfrm>
              <a:off x="2928" y="1536"/>
              <a:ext cx="0" cy="2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grpSp>
      <p:sp>
        <p:nvSpPr>
          <p:cNvPr id="10" name="TextBox 9">
            <a:extLst>
              <a:ext uri="{FF2B5EF4-FFF2-40B4-BE49-F238E27FC236}">
                <a16:creationId xmlns:a16="http://schemas.microsoft.com/office/drawing/2014/main" id="{C40215C1-BE3F-D9FD-A54D-C8A15132C753}"/>
              </a:ext>
            </a:extLst>
          </p:cNvPr>
          <p:cNvSpPr txBox="1"/>
          <p:nvPr/>
        </p:nvSpPr>
        <p:spPr>
          <a:xfrm>
            <a:off x="3116643" y="6492467"/>
            <a:ext cx="3489131" cy="261610"/>
          </a:xfrm>
          <a:prstGeom prst="rect">
            <a:avLst/>
          </a:prstGeom>
          <a:noFill/>
        </p:spPr>
        <p:txBody>
          <a:bodyPr wrap="square">
            <a:spAutoFit/>
          </a:bodyPr>
          <a:lstStyle/>
          <a:p>
            <a:r>
              <a:rPr lang="en-AU" sz="1100" dirty="0"/>
              <a:t>Source: https://www.iana.org/domains/root/servers</a:t>
            </a:r>
          </a:p>
        </p:txBody>
      </p:sp>
    </p:spTree>
    <p:extLst>
      <p:ext uri="{BB962C8B-B14F-4D97-AF65-F5344CB8AC3E}">
        <p14:creationId xmlns:p14="http://schemas.microsoft.com/office/powerpoint/2010/main" val="177974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72FB-E81E-32B3-56D4-D2B2AF354C8B}"/>
              </a:ext>
            </a:extLst>
          </p:cNvPr>
          <p:cNvSpPr>
            <a:spLocks noGrp="1"/>
          </p:cNvSpPr>
          <p:nvPr>
            <p:ph type="title"/>
          </p:nvPr>
        </p:nvSpPr>
        <p:spPr/>
        <p:txBody>
          <a:bodyPr/>
          <a:lstStyle/>
          <a:p>
            <a:r>
              <a:rPr lang="en-AU" dirty="0"/>
              <a:t>Root DNS Servers</a:t>
            </a:r>
          </a:p>
        </p:txBody>
      </p:sp>
      <p:sp>
        <p:nvSpPr>
          <p:cNvPr id="3" name="Content Placeholder 2">
            <a:extLst>
              <a:ext uri="{FF2B5EF4-FFF2-40B4-BE49-F238E27FC236}">
                <a16:creationId xmlns:a16="http://schemas.microsoft.com/office/drawing/2014/main" id="{F970B004-A054-D26D-D45A-2C725FDB7F41}"/>
              </a:ext>
            </a:extLst>
          </p:cNvPr>
          <p:cNvSpPr>
            <a:spLocks noGrp="1"/>
          </p:cNvSpPr>
          <p:nvPr>
            <p:ph idx="1"/>
          </p:nvPr>
        </p:nvSpPr>
        <p:spPr>
          <a:xfrm>
            <a:off x="257271" y="1145901"/>
            <a:ext cx="5570338" cy="1752600"/>
          </a:xfrm>
        </p:spPr>
        <p:txBody>
          <a:bodyPr/>
          <a:lstStyle/>
          <a:p>
            <a:pPr>
              <a:spcBef>
                <a:spcPts val="1200"/>
              </a:spcBef>
            </a:pPr>
            <a:r>
              <a:rPr lang="en-AU" sz="2400" dirty="0"/>
              <a:t>13 root DNS servers in the Internet</a:t>
            </a:r>
          </a:p>
          <a:p>
            <a:pPr lvl="1">
              <a:spcBef>
                <a:spcPts val="1200"/>
              </a:spcBef>
            </a:pPr>
            <a:r>
              <a:rPr lang="en-GB" sz="1800" dirty="0"/>
              <a:t>Each server is a cluster of replicated servers</a:t>
            </a:r>
          </a:p>
          <a:p>
            <a:pPr lvl="1">
              <a:spcBef>
                <a:spcPts val="1200"/>
              </a:spcBef>
            </a:pPr>
            <a:r>
              <a:rPr lang="en-GB" sz="1800" dirty="0"/>
              <a:t>More than 1000 root server instances scattered all over the world​</a:t>
            </a:r>
            <a:endParaRPr lang="en-AU" sz="1800" dirty="0"/>
          </a:p>
        </p:txBody>
      </p:sp>
      <p:sp>
        <p:nvSpPr>
          <p:cNvPr id="4" name="Slide Number Placeholder 3">
            <a:extLst>
              <a:ext uri="{FF2B5EF4-FFF2-40B4-BE49-F238E27FC236}">
                <a16:creationId xmlns:a16="http://schemas.microsoft.com/office/drawing/2014/main" id="{A31C6ABE-8EDB-6BBC-96AF-64F03C1524E0}"/>
              </a:ext>
            </a:extLst>
          </p:cNvPr>
          <p:cNvSpPr>
            <a:spLocks noGrp="1"/>
          </p:cNvSpPr>
          <p:nvPr>
            <p:ph type="sldNum" sz="quarter" idx="4"/>
          </p:nvPr>
        </p:nvSpPr>
        <p:spPr/>
        <p:txBody>
          <a:bodyPr/>
          <a:lstStyle/>
          <a:p>
            <a:pPr>
              <a:defRPr/>
            </a:pPr>
            <a:fld id="{DACE9E11-39C8-4E20-894F-A4A883CCF6EF}" type="slidenum">
              <a:rPr lang="en-US" smtClean="0"/>
              <a:pPr>
                <a:defRPr/>
              </a:pPr>
              <a:t>24</a:t>
            </a:fld>
            <a:endParaRPr lang="en-US" dirty="0"/>
          </a:p>
        </p:txBody>
      </p:sp>
      <p:pic>
        <p:nvPicPr>
          <p:cNvPr id="10" name="Picture 9">
            <a:extLst>
              <a:ext uri="{FF2B5EF4-FFF2-40B4-BE49-F238E27FC236}">
                <a16:creationId xmlns:a16="http://schemas.microsoft.com/office/drawing/2014/main" id="{4ABB9017-B08B-1F34-5DC4-A89941582393}"/>
              </a:ext>
            </a:extLst>
          </p:cNvPr>
          <p:cNvPicPr>
            <a:picLocks noChangeAspect="1"/>
          </p:cNvPicPr>
          <p:nvPr/>
        </p:nvPicPr>
        <p:blipFill>
          <a:blip r:embed="rId3"/>
          <a:stretch>
            <a:fillRect/>
          </a:stretch>
        </p:blipFill>
        <p:spPr>
          <a:xfrm>
            <a:off x="762000" y="3100788"/>
            <a:ext cx="6400800" cy="3185446"/>
          </a:xfrm>
          <a:prstGeom prst="rect">
            <a:avLst/>
          </a:prstGeom>
        </p:spPr>
      </p:pic>
      <p:sp>
        <p:nvSpPr>
          <p:cNvPr id="13" name="TextBox 7">
            <a:extLst>
              <a:ext uri="{FF2B5EF4-FFF2-40B4-BE49-F238E27FC236}">
                <a16:creationId xmlns:a16="http://schemas.microsoft.com/office/drawing/2014/main" id="{0BF9E906-3716-236F-72D2-C9515ECFA79E}"/>
              </a:ext>
            </a:extLst>
          </p:cNvPr>
          <p:cNvSpPr txBox="1"/>
          <p:nvPr/>
        </p:nvSpPr>
        <p:spPr>
          <a:xfrm>
            <a:off x="1434173" y="6357057"/>
            <a:ext cx="5056453"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 8</a:t>
            </a:r>
            <a:r>
              <a:rPr lang="en-GB" sz="1100" baseline="30000" dirty="0"/>
              <a:t>th</a:t>
            </a:r>
            <a:r>
              <a:rPr lang="en-GB" sz="1100" dirty="0"/>
              <a:t> edition, 2021, Figure 2.18</a:t>
            </a:r>
            <a:endParaRPr lang="en-GB" sz="1100" dirty="0">
              <a:highlight>
                <a:srgbClr val="FFFF00"/>
              </a:highlight>
            </a:endParaRPr>
          </a:p>
        </p:txBody>
      </p:sp>
      <p:pic>
        <p:nvPicPr>
          <p:cNvPr id="6" name="Picture 5">
            <a:extLst>
              <a:ext uri="{FF2B5EF4-FFF2-40B4-BE49-F238E27FC236}">
                <a16:creationId xmlns:a16="http://schemas.microsoft.com/office/drawing/2014/main" id="{72D676DD-B6FF-F998-2ED0-093167A7A3E6}"/>
              </a:ext>
            </a:extLst>
          </p:cNvPr>
          <p:cNvPicPr>
            <a:picLocks noChangeAspect="1"/>
          </p:cNvPicPr>
          <p:nvPr/>
        </p:nvPicPr>
        <p:blipFill>
          <a:blip r:embed="rId4"/>
          <a:stretch>
            <a:fillRect/>
          </a:stretch>
        </p:blipFill>
        <p:spPr>
          <a:xfrm>
            <a:off x="5860266" y="1055492"/>
            <a:ext cx="3123398" cy="1933419"/>
          </a:xfrm>
          <a:prstGeom prst="rect">
            <a:avLst/>
          </a:prstGeom>
        </p:spPr>
      </p:pic>
      <p:sp>
        <p:nvSpPr>
          <p:cNvPr id="8" name="TextBox 7">
            <a:extLst>
              <a:ext uri="{FF2B5EF4-FFF2-40B4-BE49-F238E27FC236}">
                <a16:creationId xmlns:a16="http://schemas.microsoft.com/office/drawing/2014/main" id="{10324824-644E-CDB5-B220-CA93DBE79FE4}"/>
              </a:ext>
            </a:extLst>
          </p:cNvPr>
          <p:cNvSpPr txBox="1"/>
          <p:nvPr/>
        </p:nvSpPr>
        <p:spPr>
          <a:xfrm>
            <a:off x="5692690" y="3091734"/>
            <a:ext cx="3458550" cy="261610"/>
          </a:xfrm>
          <a:prstGeom prst="rect">
            <a:avLst/>
          </a:prstGeom>
          <a:noFill/>
        </p:spPr>
        <p:txBody>
          <a:bodyPr wrap="square">
            <a:spAutoFit/>
          </a:bodyPr>
          <a:lstStyle/>
          <a:p>
            <a:r>
              <a:rPr lang="en-AU" sz="1100" dirty="0"/>
              <a:t>Source: https://www.iana.org/domains/root/servers</a:t>
            </a:r>
          </a:p>
        </p:txBody>
      </p:sp>
    </p:spTree>
    <p:extLst>
      <p:ext uri="{BB962C8B-B14F-4D97-AF65-F5344CB8AC3E}">
        <p14:creationId xmlns:p14="http://schemas.microsoft.com/office/powerpoint/2010/main" val="2759213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08562-1246-1574-AD8E-1641BA719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B945B-ADC0-9EAF-CA75-2010A9F410BA}"/>
              </a:ext>
            </a:extLst>
          </p:cNvPr>
          <p:cNvSpPr>
            <a:spLocks noGrp="1"/>
          </p:cNvSpPr>
          <p:nvPr>
            <p:ph type="title"/>
          </p:nvPr>
        </p:nvSpPr>
        <p:spPr>
          <a:xfrm>
            <a:off x="457200" y="70056"/>
            <a:ext cx="8229600" cy="969888"/>
          </a:xfrm>
        </p:spPr>
        <p:txBody>
          <a:bodyPr/>
          <a:lstStyle/>
          <a:p>
            <a:r>
              <a:rPr lang="en-US" altLang="en-US" sz="2800" dirty="0"/>
              <a:t>TLD DNS Servers and Authoritative DNS Servers</a:t>
            </a:r>
            <a:endParaRPr lang="en-AU" sz="2800" dirty="0"/>
          </a:p>
        </p:txBody>
      </p:sp>
      <p:sp>
        <p:nvSpPr>
          <p:cNvPr id="4" name="Slide Number Placeholder 3">
            <a:extLst>
              <a:ext uri="{FF2B5EF4-FFF2-40B4-BE49-F238E27FC236}">
                <a16:creationId xmlns:a16="http://schemas.microsoft.com/office/drawing/2014/main" id="{1C83C36F-9B6C-74AA-474F-1256F23D0F51}"/>
              </a:ext>
            </a:extLst>
          </p:cNvPr>
          <p:cNvSpPr>
            <a:spLocks noGrp="1"/>
          </p:cNvSpPr>
          <p:nvPr>
            <p:ph type="sldNum" sz="quarter" idx="4"/>
          </p:nvPr>
        </p:nvSpPr>
        <p:spPr/>
        <p:txBody>
          <a:bodyPr/>
          <a:lstStyle/>
          <a:p>
            <a:pPr>
              <a:defRPr/>
            </a:pPr>
            <a:fld id="{DACE9E11-39C8-4E20-894F-A4A883CCF6EF}" type="slidenum">
              <a:rPr lang="en-US" smtClean="0"/>
              <a:pPr>
                <a:defRPr/>
              </a:pPr>
              <a:t>25</a:t>
            </a:fld>
            <a:endParaRPr lang="en-US" dirty="0"/>
          </a:p>
        </p:txBody>
      </p:sp>
      <p:grpSp>
        <p:nvGrpSpPr>
          <p:cNvPr id="201751" name="Group 23">
            <a:extLst>
              <a:ext uri="{FF2B5EF4-FFF2-40B4-BE49-F238E27FC236}">
                <a16:creationId xmlns:a16="http://schemas.microsoft.com/office/drawing/2014/main" id="{39F5F9BE-79E6-9F78-5A5B-B327CB3D3996}"/>
              </a:ext>
            </a:extLst>
          </p:cNvPr>
          <p:cNvGrpSpPr>
            <a:grpSpLocks/>
          </p:cNvGrpSpPr>
          <p:nvPr/>
        </p:nvGrpSpPr>
        <p:grpSpPr bwMode="auto">
          <a:xfrm>
            <a:off x="381123" y="2029463"/>
            <a:ext cx="8305677" cy="2437792"/>
            <a:chOff x="163" y="576"/>
            <a:chExt cx="5571" cy="1752"/>
          </a:xfrm>
        </p:grpSpPr>
        <p:sp>
          <p:nvSpPr>
            <p:cNvPr id="201730" name="Text Box 2">
              <a:extLst>
                <a:ext uri="{FF2B5EF4-FFF2-40B4-BE49-F238E27FC236}">
                  <a16:creationId xmlns:a16="http://schemas.microsoft.com/office/drawing/2014/main" id="{768E6FBB-614B-EDA4-CAF7-0EE76876F6EE}"/>
                </a:ext>
              </a:extLst>
            </p:cNvPr>
            <p:cNvSpPr txBox="1">
              <a:spLocks noChangeArrowheads="1"/>
            </p:cNvSpPr>
            <p:nvPr/>
          </p:nvSpPr>
          <p:spPr bwMode="auto">
            <a:xfrm>
              <a:off x="2256" y="576"/>
              <a:ext cx="1385"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a:latin typeface="Arial" panose="020B0604020202020204" pitchFamily="34" charset="0"/>
                </a:rPr>
                <a:t>Root DNS Servers</a:t>
              </a:r>
            </a:p>
          </p:txBody>
        </p:sp>
        <p:sp>
          <p:nvSpPr>
            <p:cNvPr id="201732" name="Text Box 4">
              <a:extLst>
                <a:ext uri="{FF2B5EF4-FFF2-40B4-BE49-F238E27FC236}">
                  <a16:creationId xmlns:a16="http://schemas.microsoft.com/office/drawing/2014/main" id="{A5B99A26-A596-240A-F4ED-93237626DEDE}"/>
                </a:ext>
              </a:extLst>
            </p:cNvPr>
            <p:cNvSpPr txBox="1">
              <a:spLocks noChangeArrowheads="1"/>
            </p:cNvSpPr>
            <p:nvPr/>
          </p:nvSpPr>
          <p:spPr bwMode="auto">
            <a:xfrm>
              <a:off x="528" y="1296"/>
              <a:ext cx="1325"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dirty="0">
                  <a:latin typeface="Arial" panose="020B0604020202020204" pitchFamily="34" charset="0"/>
                </a:rPr>
                <a:t>com DNS servers</a:t>
              </a:r>
            </a:p>
          </p:txBody>
        </p:sp>
        <p:sp>
          <p:nvSpPr>
            <p:cNvPr id="201733" name="Text Box 5">
              <a:extLst>
                <a:ext uri="{FF2B5EF4-FFF2-40B4-BE49-F238E27FC236}">
                  <a16:creationId xmlns:a16="http://schemas.microsoft.com/office/drawing/2014/main" id="{8790C15E-BCCD-4603-6B28-B5CD99BD0132}"/>
                </a:ext>
              </a:extLst>
            </p:cNvPr>
            <p:cNvSpPr txBox="1">
              <a:spLocks noChangeArrowheads="1"/>
            </p:cNvSpPr>
            <p:nvPr/>
          </p:nvSpPr>
          <p:spPr bwMode="auto">
            <a:xfrm>
              <a:off x="2304" y="1296"/>
              <a:ext cx="1257"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a:latin typeface="Arial" panose="020B0604020202020204" pitchFamily="34" charset="0"/>
                </a:rPr>
                <a:t>org DNS servers</a:t>
              </a:r>
            </a:p>
          </p:txBody>
        </p:sp>
        <p:sp>
          <p:nvSpPr>
            <p:cNvPr id="201734" name="Text Box 6">
              <a:extLst>
                <a:ext uri="{FF2B5EF4-FFF2-40B4-BE49-F238E27FC236}">
                  <a16:creationId xmlns:a16="http://schemas.microsoft.com/office/drawing/2014/main" id="{D3921BF4-5AE3-C6BB-DBB2-709892F62AFC}"/>
                </a:ext>
              </a:extLst>
            </p:cNvPr>
            <p:cNvSpPr txBox="1">
              <a:spLocks noChangeArrowheads="1"/>
            </p:cNvSpPr>
            <p:nvPr/>
          </p:nvSpPr>
          <p:spPr bwMode="auto">
            <a:xfrm>
              <a:off x="4032" y="1296"/>
              <a:ext cx="1291"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ClrTx/>
                <a:buSzTx/>
                <a:buFontTx/>
                <a:buNone/>
              </a:pPr>
              <a:r>
                <a:rPr lang="en-US" altLang="en-US" sz="1800">
                  <a:latin typeface="Arial" panose="020B0604020202020204" pitchFamily="34" charset="0"/>
                </a:rPr>
                <a:t>edu DNS servers</a:t>
              </a:r>
            </a:p>
          </p:txBody>
        </p:sp>
        <p:sp>
          <p:nvSpPr>
            <p:cNvPr id="201735" name="Line 7">
              <a:extLst>
                <a:ext uri="{FF2B5EF4-FFF2-40B4-BE49-F238E27FC236}">
                  <a16:creationId xmlns:a16="http://schemas.microsoft.com/office/drawing/2014/main" id="{3B2D2A80-6224-89CE-344B-18279E27A9C5}"/>
                </a:ext>
              </a:extLst>
            </p:cNvPr>
            <p:cNvSpPr>
              <a:spLocks noChangeShapeType="1"/>
            </p:cNvSpPr>
            <p:nvPr/>
          </p:nvSpPr>
          <p:spPr bwMode="auto">
            <a:xfrm flipH="1">
              <a:off x="1344" y="864"/>
              <a:ext cx="1392" cy="43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36" name="Line 8">
              <a:extLst>
                <a:ext uri="{FF2B5EF4-FFF2-40B4-BE49-F238E27FC236}">
                  <a16:creationId xmlns:a16="http://schemas.microsoft.com/office/drawing/2014/main" id="{8852E6E5-F75E-F81E-73AE-730085F73168}"/>
                </a:ext>
              </a:extLst>
            </p:cNvPr>
            <p:cNvSpPr>
              <a:spLocks noChangeShapeType="1"/>
            </p:cNvSpPr>
            <p:nvPr/>
          </p:nvSpPr>
          <p:spPr bwMode="auto">
            <a:xfrm>
              <a:off x="2928" y="816"/>
              <a:ext cx="0" cy="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37" name="Line 9">
              <a:extLst>
                <a:ext uri="{FF2B5EF4-FFF2-40B4-BE49-F238E27FC236}">
                  <a16:creationId xmlns:a16="http://schemas.microsoft.com/office/drawing/2014/main" id="{3A2A659A-2934-DB25-C5D6-8B9A74AC541E}"/>
                </a:ext>
              </a:extLst>
            </p:cNvPr>
            <p:cNvSpPr>
              <a:spLocks noChangeShapeType="1"/>
            </p:cNvSpPr>
            <p:nvPr/>
          </p:nvSpPr>
          <p:spPr bwMode="auto">
            <a:xfrm>
              <a:off x="3168" y="864"/>
              <a:ext cx="1440" cy="4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38" name="Text Box 10">
              <a:extLst>
                <a:ext uri="{FF2B5EF4-FFF2-40B4-BE49-F238E27FC236}">
                  <a16:creationId xmlns:a16="http://schemas.microsoft.com/office/drawing/2014/main" id="{EA7B5DF6-291E-0831-3C7B-55938160AD79}"/>
                </a:ext>
              </a:extLst>
            </p:cNvPr>
            <p:cNvSpPr txBox="1">
              <a:spLocks noChangeArrowheads="1"/>
            </p:cNvSpPr>
            <p:nvPr/>
          </p:nvSpPr>
          <p:spPr bwMode="auto">
            <a:xfrm>
              <a:off x="3690" y="1867"/>
              <a:ext cx="99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poly.edu</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39" name="Text Box 11">
              <a:extLst>
                <a:ext uri="{FF2B5EF4-FFF2-40B4-BE49-F238E27FC236}">
                  <a16:creationId xmlns:a16="http://schemas.microsoft.com/office/drawing/2014/main" id="{0833063D-0A3E-7A48-9323-65F701D0F27E}"/>
                </a:ext>
              </a:extLst>
            </p:cNvPr>
            <p:cNvSpPr txBox="1">
              <a:spLocks noChangeArrowheads="1"/>
            </p:cNvSpPr>
            <p:nvPr/>
          </p:nvSpPr>
          <p:spPr bwMode="auto">
            <a:xfrm>
              <a:off x="4742" y="1867"/>
              <a:ext cx="99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umass.edu</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0" name="Line 12">
              <a:extLst>
                <a:ext uri="{FF2B5EF4-FFF2-40B4-BE49-F238E27FC236}">
                  <a16:creationId xmlns:a16="http://schemas.microsoft.com/office/drawing/2014/main" id="{EAD3369A-C418-4078-1450-D02B3C51305B}"/>
                </a:ext>
              </a:extLst>
            </p:cNvPr>
            <p:cNvSpPr>
              <a:spLocks noChangeShapeType="1"/>
            </p:cNvSpPr>
            <p:nvPr/>
          </p:nvSpPr>
          <p:spPr bwMode="auto">
            <a:xfrm flipH="1">
              <a:off x="4272" y="1536"/>
              <a:ext cx="288" cy="3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1" name="Line 13">
              <a:extLst>
                <a:ext uri="{FF2B5EF4-FFF2-40B4-BE49-F238E27FC236}">
                  <a16:creationId xmlns:a16="http://schemas.microsoft.com/office/drawing/2014/main" id="{077C1A55-B828-932E-39A3-DA4478AAD296}"/>
                </a:ext>
              </a:extLst>
            </p:cNvPr>
            <p:cNvSpPr>
              <a:spLocks noChangeShapeType="1"/>
            </p:cNvSpPr>
            <p:nvPr/>
          </p:nvSpPr>
          <p:spPr bwMode="auto">
            <a:xfrm>
              <a:off x="4797" y="1536"/>
              <a:ext cx="288" cy="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2" name="Text Box 14">
              <a:extLst>
                <a:ext uri="{FF2B5EF4-FFF2-40B4-BE49-F238E27FC236}">
                  <a16:creationId xmlns:a16="http://schemas.microsoft.com/office/drawing/2014/main" id="{2BA6E784-D9DE-9ED3-2DEF-40F114FBD03C}"/>
                </a:ext>
              </a:extLst>
            </p:cNvPr>
            <p:cNvSpPr txBox="1">
              <a:spLocks noChangeArrowheads="1"/>
            </p:cNvSpPr>
            <p:nvPr/>
          </p:nvSpPr>
          <p:spPr bwMode="auto">
            <a:xfrm>
              <a:off x="163" y="1867"/>
              <a:ext cx="992"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yahoo.com</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3" name="Text Box 15">
              <a:extLst>
                <a:ext uri="{FF2B5EF4-FFF2-40B4-BE49-F238E27FC236}">
                  <a16:creationId xmlns:a16="http://schemas.microsoft.com/office/drawing/2014/main" id="{775D4E67-92AA-1E63-E307-03AC44A559C5}"/>
                </a:ext>
              </a:extLst>
            </p:cNvPr>
            <p:cNvSpPr txBox="1">
              <a:spLocks noChangeArrowheads="1"/>
            </p:cNvSpPr>
            <p:nvPr/>
          </p:nvSpPr>
          <p:spPr bwMode="auto">
            <a:xfrm>
              <a:off x="1248" y="1867"/>
              <a:ext cx="100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amazon.com</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4" name="Line 16">
              <a:extLst>
                <a:ext uri="{FF2B5EF4-FFF2-40B4-BE49-F238E27FC236}">
                  <a16:creationId xmlns:a16="http://schemas.microsoft.com/office/drawing/2014/main" id="{C6ED3333-A0CA-A368-69F8-0E283D67EA64}"/>
                </a:ext>
              </a:extLst>
            </p:cNvPr>
            <p:cNvSpPr>
              <a:spLocks noChangeShapeType="1"/>
            </p:cNvSpPr>
            <p:nvPr/>
          </p:nvSpPr>
          <p:spPr bwMode="auto">
            <a:xfrm flipH="1">
              <a:off x="768" y="1584"/>
              <a:ext cx="192" cy="2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5" name="Line 17">
              <a:extLst>
                <a:ext uri="{FF2B5EF4-FFF2-40B4-BE49-F238E27FC236}">
                  <a16:creationId xmlns:a16="http://schemas.microsoft.com/office/drawing/2014/main" id="{075451B3-6553-E079-F0BA-991B8A3B842B}"/>
                </a:ext>
              </a:extLst>
            </p:cNvPr>
            <p:cNvSpPr>
              <a:spLocks noChangeShapeType="1"/>
            </p:cNvSpPr>
            <p:nvPr/>
          </p:nvSpPr>
          <p:spPr bwMode="auto">
            <a:xfrm>
              <a:off x="1392" y="1584"/>
              <a:ext cx="240" cy="2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sp>
          <p:nvSpPr>
            <p:cNvPr id="201746" name="Text Box 18">
              <a:extLst>
                <a:ext uri="{FF2B5EF4-FFF2-40B4-BE49-F238E27FC236}">
                  <a16:creationId xmlns:a16="http://schemas.microsoft.com/office/drawing/2014/main" id="{1C7CD93F-FBC0-E9D5-D74F-6842DD5BCCBE}"/>
                </a:ext>
              </a:extLst>
            </p:cNvPr>
            <p:cNvSpPr txBox="1">
              <a:spLocks noChangeArrowheads="1"/>
            </p:cNvSpPr>
            <p:nvPr/>
          </p:nvSpPr>
          <p:spPr bwMode="auto">
            <a:xfrm>
              <a:off x="2534" y="1867"/>
              <a:ext cx="993"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0"/>
                </a:spcBef>
                <a:buClrTx/>
                <a:buSzTx/>
                <a:buFontTx/>
                <a:buNone/>
              </a:pPr>
              <a:r>
                <a:rPr lang="en-US" altLang="en-US" sz="1800" dirty="0">
                  <a:latin typeface="Arial" panose="020B0604020202020204" pitchFamily="34" charset="0"/>
                </a:rPr>
                <a:t>pbs.org</a:t>
              </a:r>
            </a:p>
            <a:p>
              <a:pPr algn="ctr" eaLnBrk="1" hangingPunct="1">
                <a:spcBef>
                  <a:spcPct val="0"/>
                </a:spcBef>
                <a:buClrTx/>
                <a:buSzTx/>
                <a:buFontTx/>
                <a:buNone/>
              </a:pPr>
              <a:r>
                <a:rPr lang="en-US" altLang="en-US" sz="1800" dirty="0">
                  <a:latin typeface="Arial" panose="020B0604020202020204" pitchFamily="34" charset="0"/>
                </a:rPr>
                <a:t>DNS servers</a:t>
              </a:r>
            </a:p>
          </p:txBody>
        </p:sp>
        <p:sp>
          <p:nvSpPr>
            <p:cNvPr id="201747" name="Line 19">
              <a:extLst>
                <a:ext uri="{FF2B5EF4-FFF2-40B4-BE49-F238E27FC236}">
                  <a16:creationId xmlns:a16="http://schemas.microsoft.com/office/drawing/2014/main" id="{B494CC27-A827-DD7E-F0D2-D6E876FF0A0B}"/>
                </a:ext>
              </a:extLst>
            </p:cNvPr>
            <p:cNvSpPr>
              <a:spLocks noChangeShapeType="1"/>
            </p:cNvSpPr>
            <p:nvPr/>
          </p:nvSpPr>
          <p:spPr bwMode="auto">
            <a:xfrm>
              <a:off x="2928" y="1536"/>
              <a:ext cx="0" cy="2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NZ"/>
            </a:p>
          </p:txBody>
        </p:sp>
      </p:grpSp>
      <p:grpSp>
        <p:nvGrpSpPr>
          <p:cNvPr id="5" name="Group 4">
            <a:extLst>
              <a:ext uri="{FF2B5EF4-FFF2-40B4-BE49-F238E27FC236}">
                <a16:creationId xmlns:a16="http://schemas.microsoft.com/office/drawing/2014/main" id="{47A138C4-F921-C22F-2350-E9732D36FF8E}"/>
              </a:ext>
            </a:extLst>
          </p:cNvPr>
          <p:cNvGrpSpPr/>
          <p:nvPr/>
        </p:nvGrpSpPr>
        <p:grpSpPr>
          <a:xfrm>
            <a:off x="682362" y="1039944"/>
            <a:ext cx="8265237" cy="2544218"/>
            <a:chOff x="508000" y="-15861"/>
            <a:chExt cx="8265237" cy="2544218"/>
          </a:xfrm>
        </p:grpSpPr>
        <p:sp>
          <p:nvSpPr>
            <p:cNvPr id="6" name="Rectangle 5">
              <a:extLst>
                <a:ext uri="{FF2B5EF4-FFF2-40B4-BE49-F238E27FC236}">
                  <a16:creationId xmlns:a16="http://schemas.microsoft.com/office/drawing/2014/main" id="{D5594D7C-138B-56F1-E4BA-C9C04BFC044E}"/>
                </a:ext>
              </a:extLst>
            </p:cNvPr>
            <p:cNvSpPr/>
            <p:nvPr/>
          </p:nvSpPr>
          <p:spPr>
            <a:xfrm>
              <a:off x="508000" y="1828800"/>
              <a:ext cx="7772400" cy="699557"/>
            </a:xfrm>
            <a:prstGeom prst="rect">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 name="Oval Callout 2">
              <a:extLst>
                <a:ext uri="{FF2B5EF4-FFF2-40B4-BE49-F238E27FC236}">
                  <a16:creationId xmlns:a16="http://schemas.microsoft.com/office/drawing/2014/main" id="{F6265477-8E2B-C052-3522-D0E96440C315}"/>
                </a:ext>
              </a:extLst>
            </p:cNvPr>
            <p:cNvSpPr/>
            <p:nvPr/>
          </p:nvSpPr>
          <p:spPr>
            <a:xfrm>
              <a:off x="5392032" y="-15861"/>
              <a:ext cx="3381205" cy="1521508"/>
            </a:xfrm>
            <a:prstGeom prst="wedgeEllipseCallout">
              <a:avLst>
                <a:gd name="adj1" fmla="val -8400"/>
                <a:gd name="adj2" fmla="val 6273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TLD (Top-Level Domain) Servers for top-level and country top-level domains</a:t>
              </a:r>
            </a:p>
          </p:txBody>
        </p:sp>
      </p:grpSp>
      <p:grpSp>
        <p:nvGrpSpPr>
          <p:cNvPr id="8" name="Group 7">
            <a:extLst>
              <a:ext uri="{FF2B5EF4-FFF2-40B4-BE49-F238E27FC236}">
                <a16:creationId xmlns:a16="http://schemas.microsoft.com/office/drawing/2014/main" id="{6810B0B1-6811-0B13-EBED-7BCC4158EBB2}"/>
              </a:ext>
            </a:extLst>
          </p:cNvPr>
          <p:cNvGrpSpPr/>
          <p:nvPr/>
        </p:nvGrpSpPr>
        <p:grpSpPr>
          <a:xfrm>
            <a:off x="389703" y="3807090"/>
            <a:ext cx="8294687" cy="2237339"/>
            <a:chOff x="468312" y="2757127"/>
            <a:chExt cx="8294687" cy="2237339"/>
          </a:xfrm>
        </p:grpSpPr>
        <p:sp>
          <p:nvSpPr>
            <p:cNvPr id="25" name="Rectangle 24">
              <a:extLst>
                <a:ext uri="{FF2B5EF4-FFF2-40B4-BE49-F238E27FC236}">
                  <a16:creationId xmlns:a16="http://schemas.microsoft.com/office/drawing/2014/main" id="{7BA48828-D3D9-62BB-31FD-10803429ACC5}"/>
                </a:ext>
              </a:extLst>
            </p:cNvPr>
            <p:cNvSpPr/>
            <p:nvPr/>
          </p:nvSpPr>
          <p:spPr>
            <a:xfrm>
              <a:off x="468312" y="2757127"/>
              <a:ext cx="8294687" cy="754759"/>
            </a:xfrm>
            <a:prstGeom prst="rect">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6" name="Oval Callout 25">
              <a:extLst>
                <a:ext uri="{FF2B5EF4-FFF2-40B4-BE49-F238E27FC236}">
                  <a16:creationId xmlns:a16="http://schemas.microsoft.com/office/drawing/2014/main" id="{9A26B5FE-ED92-F901-2C2A-CC02CEE3A042}"/>
                </a:ext>
              </a:extLst>
            </p:cNvPr>
            <p:cNvSpPr/>
            <p:nvPr/>
          </p:nvSpPr>
          <p:spPr>
            <a:xfrm>
              <a:off x="760971" y="3899730"/>
              <a:ext cx="4020993" cy="1094736"/>
            </a:xfrm>
            <a:prstGeom prst="wedgeEllipseCallout">
              <a:avLst>
                <a:gd name="adj1" fmla="val 3273"/>
                <a:gd name="adj2" fmla="val -756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Authoritative DNS Servers (organisation’s DNS servers)</a:t>
              </a:r>
            </a:p>
          </p:txBody>
        </p:sp>
      </p:grpSp>
      <p:sp>
        <p:nvSpPr>
          <p:cNvPr id="10" name="TextBox 9">
            <a:extLst>
              <a:ext uri="{FF2B5EF4-FFF2-40B4-BE49-F238E27FC236}">
                <a16:creationId xmlns:a16="http://schemas.microsoft.com/office/drawing/2014/main" id="{80B5E4B0-0288-6B75-6911-4596FAE55587}"/>
              </a:ext>
            </a:extLst>
          </p:cNvPr>
          <p:cNvSpPr txBox="1"/>
          <p:nvPr/>
        </p:nvSpPr>
        <p:spPr>
          <a:xfrm>
            <a:off x="3116643" y="6492467"/>
            <a:ext cx="3489131" cy="261610"/>
          </a:xfrm>
          <a:prstGeom prst="rect">
            <a:avLst/>
          </a:prstGeom>
          <a:noFill/>
        </p:spPr>
        <p:txBody>
          <a:bodyPr wrap="square">
            <a:spAutoFit/>
          </a:bodyPr>
          <a:lstStyle/>
          <a:p>
            <a:r>
              <a:rPr lang="en-AU" sz="1100" dirty="0"/>
              <a:t>Source: https://www.iana.org/domains/root/servers</a:t>
            </a:r>
          </a:p>
        </p:txBody>
      </p:sp>
    </p:spTree>
    <p:extLst>
      <p:ext uri="{BB962C8B-B14F-4D97-AF65-F5344CB8AC3E}">
        <p14:creationId xmlns:p14="http://schemas.microsoft.com/office/powerpoint/2010/main" val="44231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B706F-859D-20AF-7A67-BD62756DEF07}"/>
              </a:ext>
            </a:extLst>
          </p:cNvPr>
          <p:cNvSpPr>
            <a:spLocks noGrp="1"/>
          </p:cNvSpPr>
          <p:nvPr>
            <p:ph type="title"/>
          </p:nvPr>
        </p:nvSpPr>
        <p:spPr/>
        <p:txBody>
          <a:bodyPr/>
          <a:lstStyle/>
          <a:p>
            <a:r>
              <a:rPr lang="en-AU" dirty="0"/>
              <a:t>Local DNS Servers</a:t>
            </a:r>
          </a:p>
        </p:txBody>
      </p:sp>
      <p:sp>
        <p:nvSpPr>
          <p:cNvPr id="3" name="Content Placeholder 2">
            <a:extLst>
              <a:ext uri="{FF2B5EF4-FFF2-40B4-BE49-F238E27FC236}">
                <a16:creationId xmlns:a16="http://schemas.microsoft.com/office/drawing/2014/main" id="{C86E4477-6F74-A08B-16E7-CA5C841BD7B0}"/>
              </a:ext>
            </a:extLst>
          </p:cNvPr>
          <p:cNvSpPr>
            <a:spLocks noGrp="1"/>
          </p:cNvSpPr>
          <p:nvPr>
            <p:ph idx="1"/>
          </p:nvPr>
        </p:nvSpPr>
        <p:spPr>
          <a:xfrm>
            <a:off x="457200" y="1143000"/>
            <a:ext cx="8229600" cy="5181600"/>
          </a:xfrm>
        </p:spPr>
        <p:txBody>
          <a:bodyPr/>
          <a:lstStyle/>
          <a:p>
            <a:r>
              <a:rPr lang="en-GB" sz="3000" dirty="0"/>
              <a:t>A local DNS server does not strictly belong to the hierarchy (but is </a:t>
            </a:r>
            <a:r>
              <a:rPr lang="en-GB" sz="3000" dirty="0">
                <a:solidFill>
                  <a:srgbClr val="FF0000"/>
                </a:solidFill>
              </a:rPr>
              <a:t>central to the DNS architecture</a:t>
            </a:r>
            <a:r>
              <a:rPr lang="en-GB" sz="3000" dirty="0"/>
              <a:t>)​.</a:t>
            </a:r>
          </a:p>
          <a:p>
            <a:endParaRPr lang="en-GB" sz="3000" dirty="0"/>
          </a:p>
          <a:p>
            <a:r>
              <a:rPr lang="en-GB" sz="3000" dirty="0"/>
              <a:t>Each ISP (residential or institutional) has a local DNS server (a default name server).</a:t>
            </a:r>
          </a:p>
          <a:p>
            <a:endParaRPr lang="en-GB" sz="3000" dirty="0"/>
          </a:p>
          <a:p>
            <a:r>
              <a:rPr lang="en-GB" sz="3000" dirty="0"/>
              <a:t>When a host makes a DNS query, the query is sent to its local DNS server which​ </a:t>
            </a:r>
            <a:r>
              <a:rPr lang="en-GB" sz="3000" dirty="0">
                <a:solidFill>
                  <a:srgbClr val="FF0000"/>
                </a:solidFill>
              </a:rPr>
              <a:t>forwards the query</a:t>
            </a:r>
            <a:r>
              <a:rPr lang="en-GB" sz="3000" dirty="0"/>
              <a:t> into the hierarchy.​</a:t>
            </a:r>
            <a:endParaRPr lang="en-AU" sz="3000" dirty="0"/>
          </a:p>
        </p:txBody>
      </p:sp>
      <p:sp>
        <p:nvSpPr>
          <p:cNvPr id="4" name="Slide Number Placeholder 3">
            <a:extLst>
              <a:ext uri="{FF2B5EF4-FFF2-40B4-BE49-F238E27FC236}">
                <a16:creationId xmlns:a16="http://schemas.microsoft.com/office/drawing/2014/main" id="{A7F70F25-7268-16C6-CD5A-6FF3BE5ED17A}"/>
              </a:ext>
            </a:extLst>
          </p:cNvPr>
          <p:cNvSpPr>
            <a:spLocks noGrp="1"/>
          </p:cNvSpPr>
          <p:nvPr>
            <p:ph type="sldNum" sz="quarter" idx="4"/>
          </p:nvPr>
        </p:nvSpPr>
        <p:spPr/>
        <p:txBody>
          <a:bodyPr/>
          <a:lstStyle/>
          <a:p>
            <a:pPr>
              <a:defRPr/>
            </a:pPr>
            <a:fld id="{DACE9E11-39C8-4E20-894F-A4A883CCF6EF}" type="slidenum">
              <a:rPr lang="en-US" smtClean="0"/>
              <a:pPr>
                <a:defRPr/>
              </a:pPr>
              <a:t>26</a:t>
            </a:fld>
            <a:endParaRPr lang="en-US" dirty="0"/>
          </a:p>
        </p:txBody>
      </p:sp>
    </p:spTree>
    <p:extLst>
      <p:ext uri="{BB962C8B-B14F-4D97-AF65-F5344CB8AC3E}">
        <p14:creationId xmlns:p14="http://schemas.microsoft.com/office/powerpoint/2010/main" val="17017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0B33B3F-421F-E683-E395-59A7819B9D32}"/>
              </a:ext>
            </a:extLst>
          </p:cNvPr>
          <p:cNvPicPr>
            <a:picLocks noGrp="1" noChangeAspect="1"/>
          </p:cNvPicPr>
          <p:nvPr>
            <p:ph sz="half" idx="2"/>
          </p:nvPr>
        </p:nvPicPr>
        <p:blipFill>
          <a:blip r:embed="rId3"/>
          <a:stretch>
            <a:fillRect/>
          </a:stretch>
        </p:blipFill>
        <p:spPr>
          <a:xfrm>
            <a:off x="4054653" y="968477"/>
            <a:ext cx="4022547" cy="5779455"/>
          </a:xfrm>
        </p:spPr>
      </p:pic>
      <p:sp>
        <p:nvSpPr>
          <p:cNvPr id="10" name="Content Placeholder 9">
            <a:extLst>
              <a:ext uri="{FF2B5EF4-FFF2-40B4-BE49-F238E27FC236}">
                <a16:creationId xmlns:a16="http://schemas.microsoft.com/office/drawing/2014/main" id="{DA173C1D-F70B-31EB-D8B4-648F0558B213}"/>
              </a:ext>
            </a:extLst>
          </p:cNvPr>
          <p:cNvSpPr>
            <a:spLocks noGrp="1"/>
          </p:cNvSpPr>
          <p:nvPr>
            <p:ph sz="quarter" idx="4"/>
          </p:nvPr>
        </p:nvSpPr>
        <p:spPr>
          <a:xfrm>
            <a:off x="126470" y="1104257"/>
            <a:ext cx="4445530" cy="1162642"/>
          </a:xfrm>
        </p:spPr>
        <p:txBody>
          <a:bodyPr/>
          <a:lstStyle/>
          <a:p>
            <a:pPr>
              <a:spcAft>
                <a:spcPts val="600"/>
              </a:spcAft>
            </a:pPr>
            <a:r>
              <a:rPr lang="en-AU" dirty="0"/>
              <a:t>DNS name resolution</a:t>
            </a:r>
          </a:p>
          <a:p>
            <a:pPr lvl="1">
              <a:spcAft>
                <a:spcPts val="600"/>
              </a:spcAft>
            </a:pPr>
            <a:r>
              <a:rPr lang="en-US" altLang="en-US" sz="1600" dirty="0"/>
              <a:t>Host at cse.nyu.edu wants to find the IP address of gaia.cs.umass.edu</a:t>
            </a:r>
          </a:p>
          <a:p>
            <a:pPr lvl="1">
              <a:spcAft>
                <a:spcPts val="600"/>
              </a:spcAft>
            </a:pPr>
            <a:endParaRPr lang="en-AU" dirty="0"/>
          </a:p>
        </p:txBody>
      </p:sp>
      <p:sp>
        <p:nvSpPr>
          <p:cNvPr id="2" name="Title 1">
            <a:extLst>
              <a:ext uri="{FF2B5EF4-FFF2-40B4-BE49-F238E27FC236}">
                <a16:creationId xmlns:a16="http://schemas.microsoft.com/office/drawing/2014/main" id="{7F3E9AAD-89CD-D5FF-DF14-174CA747434E}"/>
              </a:ext>
            </a:extLst>
          </p:cNvPr>
          <p:cNvSpPr>
            <a:spLocks noGrp="1"/>
          </p:cNvSpPr>
          <p:nvPr>
            <p:ph type="title"/>
          </p:nvPr>
        </p:nvSpPr>
        <p:spPr/>
        <p:txBody>
          <a:bodyPr/>
          <a:lstStyle/>
          <a:p>
            <a:r>
              <a:rPr lang="en-GB" dirty="0"/>
              <a:t>Interaction of the various DNS servers</a:t>
            </a:r>
            <a:endParaRPr lang="en-AU" dirty="0"/>
          </a:p>
        </p:txBody>
      </p:sp>
      <p:sp>
        <p:nvSpPr>
          <p:cNvPr id="4" name="Slide Number Placeholder 3">
            <a:extLst>
              <a:ext uri="{FF2B5EF4-FFF2-40B4-BE49-F238E27FC236}">
                <a16:creationId xmlns:a16="http://schemas.microsoft.com/office/drawing/2014/main" id="{D2735032-8CEC-9C01-81A6-833912384748}"/>
              </a:ext>
            </a:extLst>
          </p:cNvPr>
          <p:cNvSpPr>
            <a:spLocks noGrp="1"/>
          </p:cNvSpPr>
          <p:nvPr>
            <p:ph type="sldNum" sz="quarter" idx="10"/>
          </p:nvPr>
        </p:nvSpPr>
        <p:spPr/>
        <p:txBody>
          <a:bodyPr/>
          <a:lstStyle/>
          <a:p>
            <a:pPr>
              <a:defRPr/>
            </a:pPr>
            <a:fld id="{DACE9E11-39C8-4E20-894F-A4A883CCF6EF}" type="slidenum">
              <a:rPr lang="en-US" smtClean="0"/>
              <a:pPr>
                <a:defRPr/>
              </a:pPr>
              <a:t>27</a:t>
            </a:fld>
            <a:endParaRPr lang="en-US" dirty="0"/>
          </a:p>
        </p:txBody>
      </p:sp>
      <p:sp>
        <p:nvSpPr>
          <p:cNvPr id="8" name="TextBox 7">
            <a:extLst>
              <a:ext uri="{FF2B5EF4-FFF2-40B4-BE49-F238E27FC236}">
                <a16:creationId xmlns:a16="http://schemas.microsoft.com/office/drawing/2014/main" id="{AC1DC196-612E-84C5-8978-53E69AE89644}"/>
              </a:ext>
            </a:extLst>
          </p:cNvPr>
          <p:cNvSpPr txBox="1"/>
          <p:nvPr/>
        </p:nvSpPr>
        <p:spPr>
          <a:xfrm>
            <a:off x="1112837" y="6357057"/>
            <a:ext cx="49530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2.20.</a:t>
            </a:r>
          </a:p>
        </p:txBody>
      </p:sp>
      <p:sp>
        <p:nvSpPr>
          <p:cNvPr id="17" name="Rectangle: Rounded Corners 16">
            <a:extLst>
              <a:ext uri="{FF2B5EF4-FFF2-40B4-BE49-F238E27FC236}">
                <a16:creationId xmlns:a16="http://schemas.microsoft.com/office/drawing/2014/main" id="{EF678279-BA50-FDBC-DCD9-880CAA30E2A9}"/>
              </a:ext>
            </a:extLst>
          </p:cNvPr>
          <p:cNvSpPr/>
          <p:nvPr/>
        </p:nvSpPr>
        <p:spPr>
          <a:xfrm>
            <a:off x="6579118" y="1750973"/>
            <a:ext cx="1951313" cy="655062"/>
          </a:xfrm>
          <a:prstGeom prst="roundRect">
            <a:avLst/>
          </a:prstGeom>
          <a:solidFill>
            <a:schemeClr val="accent5">
              <a:lumMod val="9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85000"/>
                    <a:lumOff val="15000"/>
                  </a:schemeClr>
                </a:solidFill>
              </a:rPr>
              <a:t>2, 4, 6: iterative queries</a:t>
            </a:r>
          </a:p>
        </p:txBody>
      </p:sp>
      <p:sp>
        <p:nvSpPr>
          <p:cNvPr id="18" name="Freeform: Shape 17">
            <a:extLst>
              <a:ext uri="{FF2B5EF4-FFF2-40B4-BE49-F238E27FC236}">
                <a16:creationId xmlns:a16="http://schemas.microsoft.com/office/drawing/2014/main" id="{D3ACE39B-5DC3-6947-966F-96336E2A322D}"/>
              </a:ext>
            </a:extLst>
          </p:cNvPr>
          <p:cNvSpPr/>
          <p:nvPr/>
        </p:nvSpPr>
        <p:spPr>
          <a:xfrm>
            <a:off x="4829152" y="1752600"/>
            <a:ext cx="1800248" cy="2954804"/>
          </a:xfrm>
          <a:custGeom>
            <a:avLst/>
            <a:gdLst>
              <a:gd name="connsiteX0" fmla="*/ 26445 w 1800248"/>
              <a:gd name="connsiteY0" fmla="*/ 1025875 h 2954804"/>
              <a:gd name="connsiteX1" fmla="*/ 34911 w 1800248"/>
              <a:gd name="connsiteY1" fmla="*/ 509409 h 2954804"/>
              <a:gd name="connsiteX2" fmla="*/ 407445 w 1800248"/>
              <a:gd name="connsiteY2" fmla="*/ 9875 h 2954804"/>
              <a:gd name="connsiteX3" fmla="*/ 957778 w 1800248"/>
              <a:gd name="connsiteY3" fmla="*/ 230009 h 2954804"/>
              <a:gd name="connsiteX4" fmla="*/ 1516578 w 1800248"/>
              <a:gd name="connsiteY4" fmla="*/ 856542 h 2954804"/>
              <a:gd name="connsiteX5" fmla="*/ 1770578 w 1800248"/>
              <a:gd name="connsiteY5" fmla="*/ 1864075 h 2954804"/>
              <a:gd name="connsiteX6" fmla="*/ 1770578 w 1800248"/>
              <a:gd name="connsiteY6" fmla="*/ 2439809 h 2954804"/>
              <a:gd name="connsiteX7" fmla="*/ 1550445 w 1800248"/>
              <a:gd name="connsiteY7" fmla="*/ 2939342 h 2954804"/>
              <a:gd name="connsiteX8" fmla="*/ 822311 w 1800248"/>
              <a:gd name="connsiteY8" fmla="*/ 2770009 h 2954804"/>
              <a:gd name="connsiteX9" fmla="*/ 390511 w 1800248"/>
              <a:gd name="connsiteY9" fmla="*/ 2194275 h 2954804"/>
              <a:gd name="connsiteX10" fmla="*/ 128045 w 1800248"/>
              <a:gd name="connsiteY10" fmla="*/ 1542342 h 2954804"/>
              <a:gd name="connsiteX11" fmla="*/ 26445 w 1800248"/>
              <a:gd name="connsiteY11" fmla="*/ 1025875 h 295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0248" h="2954804">
                <a:moveTo>
                  <a:pt x="26445" y="1025875"/>
                </a:moveTo>
                <a:cubicBezTo>
                  <a:pt x="10923" y="853720"/>
                  <a:pt x="-28589" y="678742"/>
                  <a:pt x="34911" y="509409"/>
                </a:cubicBezTo>
                <a:cubicBezTo>
                  <a:pt x="98411" y="340076"/>
                  <a:pt x="253634" y="56442"/>
                  <a:pt x="407445" y="9875"/>
                </a:cubicBezTo>
                <a:cubicBezTo>
                  <a:pt x="561256" y="-36692"/>
                  <a:pt x="772923" y="88898"/>
                  <a:pt x="957778" y="230009"/>
                </a:cubicBezTo>
                <a:cubicBezTo>
                  <a:pt x="1142633" y="371120"/>
                  <a:pt x="1381111" y="584198"/>
                  <a:pt x="1516578" y="856542"/>
                </a:cubicBezTo>
                <a:cubicBezTo>
                  <a:pt x="1652045" y="1128886"/>
                  <a:pt x="1728245" y="1600197"/>
                  <a:pt x="1770578" y="1864075"/>
                </a:cubicBezTo>
                <a:cubicBezTo>
                  <a:pt x="1812911" y="2127953"/>
                  <a:pt x="1807267" y="2260598"/>
                  <a:pt x="1770578" y="2439809"/>
                </a:cubicBezTo>
                <a:cubicBezTo>
                  <a:pt x="1733889" y="2619020"/>
                  <a:pt x="1708490" y="2884309"/>
                  <a:pt x="1550445" y="2939342"/>
                </a:cubicBezTo>
                <a:cubicBezTo>
                  <a:pt x="1392401" y="2994375"/>
                  <a:pt x="1015633" y="2894187"/>
                  <a:pt x="822311" y="2770009"/>
                </a:cubicBezTo>
                <a:cubicBezTo>
                  <a:pt x="628989" y="2645831"/>
                  <a:pt x="506222" y="2398886"/>
                  <a:pt x="390511" y="2194275"/>
                </a:cubicBezTo>
                <a:cubicBezTo>
                  <a:pt x="274800" y="1989664"/>
                  <a:pt x="185900" y="1735664"/>
                  <a:pt x="128045" y="1542342"/>
                </a:cubicBezTo>
                <a:cubicBezTo>
                  <a:pt x="70190" y="1349020"/>
                  <a:pt x="41967" y="1198030"/>
                  <a:pt x="26445" y="1025875"/>
                </a:cubicBezTo>
                <a:close/>
              </a:path>
            </a:pathLst>
          </a:custGeom>
          <a:solidFill>
            <a:schemeClr val="accent5">
              <a:lumMod val="90000"/>
              <a:alpha val="3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BDC11BA3-9549-0208-30F4-AB28C26B7C63}"/>
              </a:ext>
            </a:extLst>
          </p:cNvPr>
          <p:cNvSpPr/>
          <p:nvPr/>
        </p:nvSpPr>
        <p:spPr>
          <a:xfrm>
            <a:off x="4128850" y="3853005"/>
            <a:ext cx="1013355" cy="1149286"/>
          </a:xfrm>
          <a:prstGeom prst="ellipse">
            <a:avLst/>
          </a:prstGeom>
          <a:solidFill>
            <a:schemeClr val="accent6">
              <a:lumMod val="20000"/>
              <a:lumOff val="80000"/>
              <a:alpha val="3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Rounded Corners 19">
            <a:extLst>
              <a:ext uri="{FF2B5EF4-FFF2-40B4-BE49-F238E27FC236}">
                <a16:creationId xmlns:a16="http://schemas.microsoft.com/office/drawing/2014/main" id="{23B49B94-6629-AED0-5F24-129B9F0DD271}"/>
              </a:ext>
            </a:extLst>
          </p:cNvPr>
          <p:cNvSpPr/>
          <p:nvPr/>
        </p:nvSpPr>
        <p:spPr>
          <a:xfrm>
            <a:off x="1831217" y="4430428"/>
            <a:ext cx="2169057" cy="655062"/>
          </a:xfrm>
          <a:prstGeom prst="roundRect">
            <a:avLst/>
          </a:prstGeom>
          <a:solidFill>
            <a:schemeClr val="accent6">
              <a:lumMod val="20000"/>
              <a:lumOff val="8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lumMod val="85000"/>
                    <a:lumOff val="15000"/>
                  </a:schemeClr>
                </a:solidFill>
              </a:rPr>
              <a:t>1: recursive query</a:t>
            </a:r>
          </a:p>
        </p:txBody>
      </p:sp>
    </p:spTree>
    <p:extLst>
      <p:ext uri="{BB962C8B-B14F-4D97-AF65-F5344CB8AC3E}">
        <p14:creationId xmlns:p14="http://schemas.microsoft.com/office/powerpoint/2010/main" val="2111446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A33C17C-347E-E32C-DB7A-D3E4DDCFD17E}"/>
              </a:ext>
            </a:extLst>
          </p:cNvPr>
          <p:cNvPicPr>
            <a:picLocks noChangeAspect="1"/>
          </p:cNvPicPr>
          <p:nvPr/>
        </p:nvPicPr>
        <p:blipFill>
          <a:blip r:embed="rId3"/>
          <a:stretch>
            <a:fillRect/>
          </a:stretch>
        </p:blipFill>
        <p:spPr>
          <a:xfrm>
            <a:off x="4419600" y="1072944"/>
            <a:ext cx="4079767" cy="5715000"/>
          </a:xfrm>
          <a:prstGeom prst="rect">
            <a:avLst/>
          </a:prstGeom>
        </p:spPr>
      </p:pic>
      <p:sp>
        <p:nvSpPr>
          <p:cNvPr id="4" name="Title 3">
            <a:extLst>
              <a:ext uri="{FF2B5EF4-FFF2-40B4-BE49-F238E27FC236}">
                <a16:creationId xmlns:a16="http://schemas.microsoft.com/office/drawing/2014/main" id="{505FD371-0AA6-BC20-8801-F3721CA17A51}"/>
              </a:ext>
            </a:extLst>
          </p:cNvPr>
          <p:cNvSpPr>
            <a:spLocks noGrp="1"/>
          </p:cNvSpPr>
          <p:nvPr>
            <p:ph type="title"/>
          </p:nvPr>
        </p:nvSpPr>
        <p:spPr/>
        <p:txBody>
          <a:bodyPr/>
          <a:lstStyle/>
          <a:p>
            <a:r>
              <a:rPr lang="en-AU" dirty="0"/>
              <a:t>Recursive Queries in DNS</a:t>
            </a:r>
          </a:p>
        </p:txBody>
      </p:sp>
      <p:sp>
        <p:nvSpPr>
          <p:cNvPr id="9" name="Content Placeholder 8">
            <a:extLst>
              <a:ext uri="{FF2B5EF4-FFF2-40B4-BE49-F238E27FC236}">
                <a16:creationId xmlns:a16="http://schemas.microsoft.com/office/drawing/2014/main" id="{655BBBF6-8E09-6A0B-DD3D-57F40A37BF29}"/>
              </a:ext>
            </a:extLst>
          </p:cNvPr>
          <p:cNvSpPr>
            <a:spLocks noGrp="1"/>
          </p:cNvSpPr>
          <p:nvPr>
            <p:ph idx="1"/>
          </p:nvPr>
        </p:nvSpPr>
        <p:spPr>
          <a:xfrm>
            <a:off x="457200" y="990600"/>
            <a:ext cx="4343400" cy="1219200"/>
          </a:xfrm>
        </p:spPr>
        <p:txBody>
          <a:bodyPr/>
          <a:lstStyle/>
          <a:p>
            <a:pPr>
              <a:spcAft>
                <a:spcPts val="600"/>
              </a:spcAft>
            </a:pPr>
            <a:r>
              <a:rPr lang="en-AU" sz="2400" dirty="0"/>
              <a:t>DNS name resolution</a:t>
            </a:r>
          </a:p>
          <a:p>
            <a:pPr lvl="1">
              <a:spcAft>
                <a:spcPts val="600"/>
              </a:spcAft>
            </a:pPr>
            <a:r>
              <a:rPr lang="en-US" altLang="en-US" sz="1600" dirty="0"/>
              <a:t>Host at cse.nyu.edu wants to find the IP address of gaia.cs.umass.edu</a:t>
            </a:r>
          </a:p>
          <a:p>
            <a:pPr lvl="1">
              <a:spcAft>
                <a:spcPts val="600"/>
              </a:spcAft>
            </a:pPr>
            <a:endParaRPr lang="en-AU" dirty="0"/>
          </a:p>
          <a:p>
            <a:endParaRPr lang="en-AU" dirty="0"/>
          </a:p>
        </p:txBody>
      </p:sp>
      <p:sp>
        <p:nvSpPr>
          <p:cNvPr id="5" name="Slide Number Placeholder 4">
            <a:extLst>
              <a:ext uri="{FF2B5EF4-FFF2-40B4-BE49-F238E27FC236}">
                <a16:creationId xmlns:a16="http://schemas.microsoft.com/office/drawing/2014/main" id="{B2C70679-EE16-CF34-7FF0-A1AE59939D00}"/>
              </a:ext>
            </a:extLst>
          </p:cNvPr>
          <p:cNvSpPr>
            <a:spLocks noGrp="1"/>
          </p:cNvSpPr>
          <p:nvPr>
            <p:ph type="sldNum" sz="quarter" idx="4"/>
          </p:nvPr>
        </p:nvSpPr>
        <p:spPr/>
        <p:txBody>
          <a:bodyPr/>
          <a:lstStyle/>
          <a:p>
            <a:pPr>
              <a:defRPr/>
            </a:pPr>
            <a:fld id="{DACE9E11-39C8-4E20-894F-A4A883CCF6EF}" type="slidenum">
              <a:rPr lang="en-US" smtClean="0"/>
              <a:pPr>
                <a:defRPr/>
              </a:pPr>
              <a:t>28</a:t>
            </a:fld>
            <a:endParaRPr lang="en-US" dirty="0"/>
          </a:p>
        </p:txBody>
      </p:sp>
      <p:sp>
        <p:nvSpPr>
          <p:cNvPr id="12" name="TextBox 11">
            <a:extLst>
              <a:ext uri="{FF2B5EF4-FFF2-40B4-BE49-F238E27FC236}">
                <a16:creationId xmlns:a16="http://schemas.microsoft.com/office/drawing/2014/main" id="{63310706-FEB5-3D11-1241-3C938AA116E3}"/>
              </a:ext>
            </a:extLst>
          </p:cNvPr>
          <p:cNvSpPr txBox="1"/>
          <p:nvPr/>
        </p:nvSpPr>
        <p:spPr>
          <a:xfrm>
            <a:off x="1112837" y="6357057"/>
            <a:ext cx="49530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2.21.</a:t>
            </a:r>
          </a:p>
        </p:txBody>
      </p:sp>
      <p:sp>
        <p:nvSpPr>
          <p:cNvPr id="13" name="Wave 12">
            <a:extLst>
              <a:ext uri="{FF2B5EF4-FFF2-40B4-BE49-F238E27FC236}">
                <a16:creationId xmlns:a16="http://schemas.microsoft.com/office/drawing/2014/main" id="{47E2C058-C405-557F-AAD1-B38B207496E1}"/>
              </a:ext>
            </a:extLst>
          </p:cNvPr>
          <p:cNvSpPr/>
          <p:nvPr/>
        </p:nvSpPr>
        <p:spPr>
          <a:xfrm>
            <a:off x="202143" y="3657600"/>
            <a:ext cx="4079768" cy="152082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altLang="en-US" sz="2000" dirty="0">
                <a:solidFill>
                  <a:schemeClr val="tx1">
                    <a:lumMod val="85000"/>
                    <a:lumOff val="15000"/>
                  </a:schemeClr>
                </a:solidFill>
                <a:latin typeface="Arial" panose="020B0604020202020204" pitchFamily="34" charset="0"/>
                <a:cs typeface="Arial" panose="020B0604020202020204" pitchFamily="34" charset="0"/>
              </a:rPr>
              <a:t>Put burden of name resolution on the contacted name server</a:t>
            </a:r>
          </a:p>
        </p:txBody>
      </p:sp>
    </p:spTree>
    <p:extLst>
      <p:ext uri="{BB962C8B-B14F-4D97-AF65-F5344CB8AC3E}">
        <p14:creationId xmlns:p14="http://schemas.microsoft.com/office/powerpoint/2010/main" val="246306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en-US" sz="3600"/>
              <a:t>DNS</a:t>
            </a:r>
            <a:r>
              <a:rPr lang="en-US" altLang="en-US" dirty="0"/>
              <a:t> C</a:t>
            </a:r>
            <a:r>
              <a:rPr lang="en-US" altLang="en-US" sz="3600" dirty="0"/>
              <a:t>aching</a:t>
            </a:r>
            <a:endParaRPr lang="en-US" altLang="en-US"/>
          </a:p>
        </p:txBody>
      </p:sp>
      <p:sp>
        <p:nvSpPr>
          <p:cNvPr id="82947" name="Rectangle 3"/>
          <p:cNvSpPr>
            <a:spLocks noGrp="1" noChangeArrowheads="1"/>
          </p:cNvSpPr>
          <p:nvPr>
            <p:ph idx="1"/>
          </p:nvPr>
        </p:nvSpPr>
        <p:spPr>
          <a:xfrm>
            <a:off x="419089" y="1009649"/>
            <a:ext cx="4588103" cy="5334000"/>
          </a:xfrm>
        </p:spPr>
        <p:txBody>
          <a:bodyPr/>
          <a:lstStyle/>
          <a:p>
            <a:pPr>
              <a:spcBef>
                <a:spcPts val="600"/>
              </a:spcBef>
              <a:spcAft>
                <a:spcPts val="800"/>
              </a:spcAft>
            </a:pPr>
            <a:r>
              <a:rPr lang="en-GB" altLang="en-US" sz="2400" dirty="0"/>
              <a:t>A DNS server can cache the mapping in its local memory when it receives a DNS reply.</a:t>
            </a:r>
          </a:p>
          <a:p>
            <a:pPr>
              <a:spcBef>
                <a:spcPts val="600"/>
              </a:spcBef>
              <a:spcAft>
                <a:spcPts val="800"/>
              </a:spcAft>
            </a:pPr>
            <a:endParaRPr lang="en-US" altLang="en-US" sz="2400" dirty="0"/>
          </a:p>
          <a:p>
            <a:pPr>
              <a:spcBef>
                <a:spcPts val="600"/>
              </a:spcBef>
              <a:spcAft>
                <a:spcPts val="800"/>
              </a:spcAft>
            </a:pPr>
            <a:r>
              <a:rPr lang="en-US" altLang="en-US" sz="2400" dirty="0"/>
              <a:t>Cache entries timeout after some time.</a:t>
            </a:r>
          </a:p>
          <a:p>
            <a:pPr>
              <a:spcBef>
                <a:spcPts val="600"/>
              </a:spcBef>
              <a:spcAft>
                <a:spcPts val="800"/>
              </a:spcAft>
            </a:pPr>
            <a:endParaRPr lang="en-US" altLang="en-US" sz="2400" dirty="0"/>
          </a:p>
          <a:p>
            <a:pPr>
              <a:spcBef>
                <a:spcPts val="600"/>
              </a:spcBef>
              <a:spcAft>
                <a:spcPts val="600"/>
              </a:spcAft>
            </a:pPr>
            <a:r>
              <a:rPr lang="en-US" altLang="en-US" sz="2400" dirty="0"/>
              <a:t>IP addresses of TLD servers are typically cached in local name servers.</a:t>
            </a:r>
          </a:p>
          <a:p>
            <a:pPr lvl="1">
              <a:spcBef>
                <a:spcPts val="600"/>
              </a:spcBef>
              <a:spcAft>
                <a:spcPts val="800"/>
              </a:spcAft>
            </a:pPr>
            <a:r>
              <a:rPr lang="en-GB" sz="1800" dirty="0"/>
              <a:t>Bypass the root DNS servers</a:t>
            </a:r>
            <a:endParaRPr lang="en-US" altLang="en-US" sz="1800" dirty="0"/>
          </a:p>
        </p:txBody>
      </p:sp>
      <p:sp>
        <p:nvSpPr>
          <p:cNvPr id="5" name="Slide Number Placeholder 4"/>
          <p:cNvSpPr>
            <a:spLocks noGrp="1"/>
          </p:cNvSpPr>
          <p:nvPr>
            <p:ph type="sldNum" sz="quarter" idx="4"/>
          </p:nvPr>
        </p:nvSpPr>
        <p:spPr/>
        <p:txBody>
          <a:bodyPr/>
          <a:lstStyle/>
          <a:p>
            <a:fld id="{E0C2121D-22ED-44F1-A028-A5D67D5DF051}" type="slidenum">
              <a:rPr lang="en-US" altLang="en-US"/>
              <a:pPr/>
              <a:t>29</a:t>
            </a:fld>
            <a:endParaRPr lang="en-US" altLang="en-US"/>
          </a:p>
        </p:txBody>
      </p:sp>
      <p:grpSp>
        <p:nvGrpSpPr>
          <p:cNvPr id="24" name="Group 23">
            <a:extLst>
              <a:ext uri="{FF2B5EF4-FFF2-40B4-BE49-F238E27FC236}">
                <a16:creationId xmlns:a16="http://schemas.microsoft.com/office/drawing/2014/main" id="{43DB7E75-FCDA-79C1-BFD1-ABDBBFDF1DDE}"/>
              </a:ext>
            </a:extLst>
          </p:cNvPr>
          <p:cNvGrpSpPr/>
          <p:nvPr/>
        </p:nvGrpSpPr>
        <p:grpSpPr>
          <a:xfrm>
            <a:off x="3886200" y="1643470"/>
            <a:ext cx="5138495" cy="4147730"/>
            <a:chOff x="4809560" y="2619380"/>
            <a:chExt cx="5138495" cy="4147730"/>
          </a:xfrm>
        </p:grpSpPr>
        <p:graphicFrame>
          <p:nvGraphicFramePr>
            <p:cNvPr id="2" name="Object 4">
              <a:extLst>
                <a:ext uri="{FF2B5EF4-FFF2-40B4-BE49-F238E27FC236}">
                  <a16:creationId xmlns:a16="http://schemas.microsoft.com/office/drawing/2014/main" id="{FCB21AAD-6648-29FB-82FE-01801BF53A1C}"/>
                </a:ext>
              </a:extLst>
            </p:cNvPr>
            <p:cNvGraphicFramePr>
              <a:graphicFrameLocks noChangeAspect="1"/>
            </p:cNvGraphicFramePr>
            <p:nvPr>
              <p:extLst>
                <p:ext uri="{D42A27DB-BD31-4B8C-83A1-F6EECF244321}">
                  <p14:modId xmlns:p14="http://schemas.microsoft.com/office/powerpoint/2010/main" val="2774312795"/>
                </p:ext>
              </p:extLst>
            </p:nvPr>
          </p:nvGraphicFramePr>
          <p:xfrm>
            <a:off x="6972300" y="5548312"/>
            <a:ext cx="833437" cy="638175"/>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2" name="Object 4">
                          <a:extLst>
                            <a:ext uri="{FF2B5EF4-FFF2-40B4-BE49-F238E27FC236}">
                              <a16:creationId xmlns:a16="http://schemas.microsoft.com/office/drawing/2014/main" id="{FCB21AAD-6648-29FB-82FE-01801BF53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2300" y="5548312"/>
                          <a:ext cx="83343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 Box 5">
              <a:extLst>
                <a:ext uri="{FF2B5EF4-FFF2-40B4-BE49-F238E27FC236}">
                  <a16:creationId xmlns:a16="http://schemas.microsoft.com/office/drawing/2014/main" id="{4E833208-5684-276B-D9F2-7D24A0DDCB72}"/>
                </a:ext>
              </a:extLst>
            </p:cNvPr>
            <p:cNvSpPr txBox="1">
              <a:spLocks noChangeArrowheads="1"/>
            </p:cNvSpPr>
            <p:nvPr/>
          </p:nvSpPr>
          <p:spPr bwMode="auto">
            <a:xfrm>
              <a:off x="6082501" y="6151557"/>
              <a:ext cx="2634054" cy="615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dirty="0"/>
                <a:t>Another r</a:t>
              </a:r>
              <a:r>
                <a:rPr lang="en-US" altLang="en-US" sz="1800" dirty="0"/>
                <a:t>equesting host</a:t>
              </a:r>
              <a:endParaRPr lang="en-US" altLang="en-US" dirty="0">
                <a:latin typeface="Times New Roman" panose="02020603050405020304" pitchFamily="18" charset="0"/>
              </a:endParaRPr>
            </a:p>
            <a:p>
              <a:pPr algn="ctr">
                <a:spcBef>
                  <a:spcPct val="0"/>
                </a:spcBef>
                <a:buClrTx/>
                <a:buSzTx/>
                <a:buFontTx/>
                <a:buNone/>
              </a:pPr>
              <a:r>
                <a:rPr lang="en-US" altLang="en-US" sz="1600" b="1" dirty="0">
                  <a:latin typeface="Courier New" panose="02070309020205020404" pitchFamily="49" charset="0"/>
                </a:rPr>
                <a:t>apricot.nyu.edu</a:t>
              </a:r>
              <a:endParaRPr lang="en-US" altLang="en-US" sz="1600" dirty="0">
                <a:latin typeface="Times New Roman" panose="02020603050405020304" pitchFamily="18" charset="0"/>
              </a:endParaRPr>
            </a:p>
          </p:txBody>
        </p:sp>
        <p:grpSp>
          <p:nvGrpSpPr>
            <p:cNvPr id="4" name="Group 8">
              <a:extLst>
                <a:ext uri="{FF2B5EF4-FFF2-40B4-BE49-F238E27FC236}">
                  <a16:creationId xmlns:a16="http://schemas.microsoft.com/office/drawing/2014/main" id="{E0A996C0-6FC0-206E-CBF9-3B05E83555CA}"/>
                </a:ext>
              </a:extLst>
            </p:cNvPr>
            <p:cNvGrpSpPr>
              <a:grpSpLocks/>
            </p:cNvGrpSpPr>
            <p:nvPr/>
          </p:nvGrpSpPr>
          <p:grpSpPr bwMode="auto">
            <a:xfrm>
              <a:off x="7162800" y="2619380"/>
              <a:ext cx="369887" cy="657227"/>
              <a:chOff x="4180" y="783"/>
              <a:chExt cx="150" cy="307"/>
            </a:xfrm>
          </p:grpSpPr>
          <p:sp>
            <p:nvSpPr>
              <p:cNvPr id="6" name="AutoShape 9">
                <a:extLst>
                  <a:ext uri="{FF2B5EF4-FFF2-40B4-BE49-F238E27FC236}">
                    <a16:creationId xmlns:a16="http://schemas.microsoft.com/office/drawing/2014/main" id="{708BF9C5-E4D8-BD77-5E83-F04772BEFE33}"/>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 name="Rectangle 10">
                <a:extLst>
                  <a:ext uri="{FF2B5EF4-FFF2-40B4-BE49-F238E27FC236}">
                    <a16:creationId xmlns:a16="http://schemas.microsoft.com/office/drawing/2014/main" id="{2D831E00-41B3-4A0C-5057-B0B567D9E4B9}"/>
                  </a:ext>
                </a:extLst>
              </p:cNvPr>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8" name="Rectangle 11">
                <a:extLst>
                  <a:ext uri="{FF2B5EF4-FFF2-40B4-BE49-F238E27FC236}">
                    <a16:creationId xmlns:a16="http://schemas.microsoft.com/office/drawing/2014/main" id="{DA7A686A-639D-95A5-F687-D2F78DFBD25A}"/>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9" name="AutoShape 12">
                <a:extLst>
                  <a:ext uri="{FF2B5EF4-FFF2-40B4-BE49-F238E27FC236}">
                    <a16:creationId xmlns:a16="http://schemas.microsoft.com/office/drawing/2014/main" id="{9989C6AE-FD5F-1570-FD0F-952274DF9924}"/>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0" name="Line 13">
                <a:extLst>
                  <a:ext uri="{FF2B5EF4-FFF2-40B4-BE49-F238E27FC236}">
                    <a16:creationId xmlns:a16="http://schemas.microsoft.com/office/drawing/2014/main" id="{2A09746C-E98F-CE63-8AB4-E73592F44CC7}"/>
                  </a:ext>
                </a:extLst>
              </p:cNvPr>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1" name="Line 14">
                <a:extLst>
                  <a:ext uri="{FF2B5EF4-FFF2-40B4-BE49-F238E27FC236}">
                    <a16:creationId xmlns:a16="http://schemas.microsoft.com/office/drawing/2014/main" id="{0CB38FB5-06DD-DD41-5228-900DA8BB1729}"/>
                  </a:ext>
                </a:extLst>
              </p:cNvPr>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 name="Rectangle 15">
                <a:extLst>
                  <a:ext uri="{FF2B5EF4-FFF2-40B4-BE49-F238E27FC236}">
                    <a16:creationId xmlns:a16="http://schemas.microsoft.com/office/drawing/2014/main" id="{65E03E0F-C046-6F5B-9B51-3BA60BBE0A2A}"/>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 name="Rectangle 16">
                <a:extLst>
                  <a:ext uri="{FF2B5EF4-FFF2-40B4-BE49-F238E27FC236}">
                    <a16:creationId xmlns:a16="http://schemas.microsoft.com/office/drawing/2014/main" id="{4D3388D4-76E8-27AC-E31C-03C77F0CD9EC}"/>
                  </a:ext>
                </a:extLst>
              </p:cNvPr>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14" name="Line 18">
              <a:extLst>
                <a:ext uri="{FF2B5EF4-FFF2-40B4-BE49-F238E27FC236}">
                  <a16:creationId xmlns:a16="http://schemas.microsoft.com/office/drawing/2014/main" id="{523BACEC-F63C-0FCC-D4BC-04A0514E0FEE}"/>
                </a:ext>
              </a:extLst>
            </p:cNvPr>
            <p:cNvSpPr>
              <a:spLocks noChangeShapeType="1"/>
            </p:cNvSpPr>
            <p:nvPr/>
          </p:nvSpPr>
          <p:spPr bwMode="auto">
            <a:xfrm flipH="1" flipV="1">
              <a:off x="7269162" y="4038600"/>
              <a:ext cx="0" cy="13144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 name="Line 23">
              <a:extLst>
                <a:ext uri="{FF2B5EF4-FFF2-40B4-BE49-F238E27FC236}">
                  <a16:creationId xmlns:a16="http://schemas.microsoft.com/office/drawing/2014/main" id="{657493EC-1053-265A-4383-468CE0C59D2F}"/>
                </a:ext>
              </a:extLst>
            </p:cNvPr>
            <p:cNvSpPr>
              <a:spLocks noChangeShapeType="1"/>
            </p:cNvSpPr>
            <p:nvPr/>
          </p:nvSpPr>
          <p:spPr bwMode="auto">
            <a:xfrm>
              <a:off x="7461344" y="4033837"/>
              <a:ext cx="9525" cy="13239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6" name="Group 24">
              <a:extLst>
                <a:ext uri="{FF2B5EF4-FFF2-40B4-BE49-F238E27FC236}">
                  <a16:creationId xmlns:a16="http://schemas.microsoft.com/office/drawing/2014/main" id="{7C33AD6D-D27A-729D-F6E2-17FB2010450B}"/>
                </a:ext>
              </a:extLst>
            </p:cNvPr>
            <p:cNvGrpSpPr>
              <a:grpSpLocks/>
            </p:cNvGrpSpPr>
            <p:nvPr/>
          </p:nvGrpSpPr>
          <p:grpSpPr bwMode="auto">
            <a:xfrm>
              <a:off x="6280075" y="3331053"/>
              <a:ext cx="1992313" cy="615949"/>
              <a:chOff x="2802" y="2132"/>
              <a:chExt cx="1255" cy="388"/>
            </a:xfrm>
          </p:grpSpPr>
          <p:sp>
            <p:nvSpPr>
              <p:cNvPr id="17" name="Rectangle 25">
                <a:extLst>
                  <a:ext uri="{FF2B5EF4-FFF2-40B4-BE49-F238E27FC236}">
                    <a16:creationId xmlns:a16="http://schemas.microsoft.com/office/drawing/2014/main" id="{F9BE42B2-832C-C355-9566-0E1623CB0C5A}"/>
                  </a:ext>
                </a:extLst>
              </p:cNvPr>
              <p:cNvSpPr>
                <a:spLocks noChangeArrowheads="1"/>
              </p:cNvSpPr>
              <p:nvPr/>
            </p:nvSpPr>
            <p:spPr bwMode="auto">
              <a:xfrm>
                <a:off x="2838" y="2178"/>
                <a:ext cx="1182" cy="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 name="Text Box 26">
                <a:extLst>
                  <a:ext uri="{FF2B5EF4-FFF2-40B4-BE49-F238E27FC236}">
                    <a16:creationId xmlns:a16="http://schemas.microsoft.com/office/drawing/2014/main" id="{4081F8F1-DB04-98F1-00AC-9764B8B36D20}"/>
                  </a:ext>
                </a:extLst>
              </p:cNvPr>
              <p:cNvSpPr txBox="1">
                <a:spLocks noChangeArrowheads="1"/>
              </p:cNvSpPr>
              <p:nvPr/>
            </p:nvSpPr>
            <p:spPr bwMode="auto">
              <a:xfrm>
                <a:off x="2802" y="2132"/>
                <a:ext cx="1255" cy="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buClrTx/>
                  <a:buSzTx/>
                  <a:buFontTx/>
                  <a:buNone/>
                </a:pPr>
                <a:r>
                  <a:rPr lang="en-US" altLang="en-US" dirty="0"/>
                  <a:t>L</a:t>
                </a:r>
                <a:r>
                  <a:rPr lang="en-US" altLang="en-US" sz="1800" dirty="0"/>
                  <a:t>ocal DNS server</a:t>
                </a:r>
                <a:endParaRPr lang="en-US" altLang="en-US" dirty="0">
                  <a:latin typeface="Times New Roman" panose="02020603050405020304" pitchFamily="18" charset="0"/>
                </a:endParaRPr>
              </a:p>
              <a:p>
                <a:pPr algn="ctr">
                  <a:spcBef>
                    <a:spcPct val="0"/>
                  </a:spcBef>
                  <a:buClrTx/>
                  <a:buSzTx/>
                  <a:buFontTx/>
                  <a:buNone/>
                </a:pPr>
                <a:r>
                  <a:rPr lang="en-US" altLang="en-US" sz="1600" b="1" dirty="0">
                    <a:latin typeface="Courier New" panose="02070309020205020404" pitchFamily="49" charset="0"/>
                  </a:rPr>
                  <a:t>dns.nyu.edu</a:t>
                </a:r>
                <a:endParaRPr lang="en-US" altLang="en-US" sz="1600" dirty="0">
                  <a:latin typeface="Times New Roman" panose="02020603050405020304" pitchFamily="18" charset="0"/>
                </a:endParaRPr>
              </a:p>
            </p:txBody>
          </p:sp>
        </p:grpSp>
        <p:sp>
          <p:nvSpPr>
            <p:cNvPr id="22" name="Text Box 6">
              <a:extLst>
                <a:ext uri="{FF2B5EF4-FFF2-40B4-BE49-F238E27FC236}">
                  <a16:creationId xmlns:a16="http://schemas.microsoft.com/office/drawing/2014/main" id="{849325E3-3802-A803-3421-21994742C323}"/>
                </a:ext>
              </a:extLst>
            </p:cNvPr>
            <p:cNvSpPr txBox="1">
              <a:spLocks noChangeArrowheads="1"/>
            </p:cNvSpPr>
            <p:nvPr/>
          </p:nvSpPr>
          <p:spPr bwMode="auto">
            <a:xfrm>
              <a:off x="7663050" y="4332158"/>
              <a:ext cx="2285005" cy="830997"/>
            </a:xfrm>
            <a:prstGeom prst="rect">
              <a:avLst/>
            </a:prstGeom>
            <a:solidFill>
              <a:schemeClr val="bg2">
                <a:lumMod val="20000"/>
                <a:lumOff val="80000"/>
              </a:schemeClr>
            </a:solidFill>
            <a:ln>
              <a:noFill/>
            </a:ln>
            <a:effectLst/>
          </p:spPr>
          <p:txBody>
            <a:bodyPr wrap="square">
              <a:spAutoFit/>
            </a:bodyPr>
            <a:lstStyle/>
            <a:p>
              <a:pPr algn="ctr">
                <a:spcBef>
                  <a:spcPct val="0"/>
                </a:spcBef>
                <a:buClrTx/>
                <a:buSzTx/>
                <a:buFontTx/>
                <a:buNone/>
              </a:pPr>
              <a:r>
                <a:rPr lang="en-US" altLang="en-US" sz="1600" b="1" dirty="0">
                  <a:latin typeface="Courier New" panose="02070309020205020404" pitchFamily="49" charset="0"/>
                </a:rPr>
                <a:t>Reply cached answer for</a:t>
              </a:r>
            </a:p>
            <a:p>
              <a:pPr algn="ctr">
                <a:spcBef>
                  <a:spcPct val="0"/>
                </a:spcBef>
                <a:buClrTx/>
                <a:buSzTx/>
                <a:buFontTx/>
                <a:buNone/>
              </a:pPr>
              <a:r>
                <a:rPr lang="en-US" altLang="en-US" sz="1600" b="1" dirty="0">
                  <a:latin typeface="Courier New" panose="02070309020205020404" pitchFamily="49" charset="0"/>
                </a:rPr>
                <a:t>gaia.cs.umass.edu</a:t>
              </a:r>
            </a:p>
          </p:txBody>
        </p:sp>
        <p:sp>
          <p:nvSpPr>
            <p:cNvPr id="23" name="Text Box 6">
              <a:extLst>
                <a:ext uri="{FF2B5EF4-FFF2-40B4-BE49-F238E27FC236}">
                  <a16:creationId xmlns:a16="http://schemas.microsoft.com/office/drawing/2014/main" id="{A8911E89-96DC-FA1B-FF4C-77CEDEA2DB90}"/>
                </a:ext>
              </a:extLst>
            </p:cNvPr>
            <p:cNvSpPr txBox="1">
              <a:spLocks noChangeArrowheads="1"/>
            </p:cNvSpPr>
            <p:nvPr/>
          </p:nvSpPr>
          <p:spPr bwMode="auto">
            <a:xfrm>
              <a:off x="4809560" y="4332158"/>
              <a:ext cx="2307654" cy="830997"/>
            </a:xfrm>
            <a:prstGeom prst="rect">
              <a:avLst/>
            </a:prstGeom>
            <a:solidFill>
              <a:schemeClr val="bg2">
                <a:lumMod val="20000"/>
                <a:lumOff val="80000"/>
              </a:schemeClr>
            </a:solidFill>
            <a:ln>
              <a:noFill/>
            </a:ln>
            <a:effectLst/>
          </p:spPr>
          <p:txBody>
            <a:bodyPr wrap="square">
              <a:spAutoFit/>
            </a:bodyPr>
            <a:lstStyle/>
            <a:p>
              <a:pPr algn="ctr">
                <a:spcBef>
                  <a:spcPct val="0"/>
                </a:spcBef>
                <a:buClrTx/>
                <a:buSzTx/>
                <a:buFontTx/>
                <a:buNone/>
              </a:pPr>
              <a:r>
                <a:rPr lang="en-US" altLang="en-US" sz="1600" b="1" dirty="0">
                  <a:latin typeface="Courier New" panose="02070309020205020404" pitchFamily="49" charset="0"/>
                </a:rPr>
                <a:t>Request the IP address for</a:t>
              </a:r>
            </a:p>
            <a:p>
              <a:pPr algn="ctr">
                <a:spcBef>
                  <a:spcPct val="0"/>
                </a:spcBef>
                <a:buClrTx/>
                <a:buSzTx/>
                <a:buFontTx/>
                <a:buNone/>
              </a:pPr>
              <a:r>
                <a:rPr lang="en-US" altLang="en-US" sz="1600" b="1" dirty="0">
                  <a:latin typeface="Courier New" panose="02070309020205020404" pitchFamily="49" charset="0"/>
                </a:rPr>
                <a:t>gaia.cs.umass.edu</a:t>
              </a:r>
            </a:p>
          </p:txBody>
        </p:sp>
      </p:grpSp>
    </p:spTree>
    <p:extLst>
      <p:ext uri="{BB962C8B-B14F-4D97-AF65-F5344CB8AC3E}">
        <p14:creationId xmlns:p14="http://schemas.microsoft.com/office/powerpoint/2010/main" val="2363243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p>
            <a:fld id="{20CB5011-B4BF-45CC-8F8F-CA4C99947AA4}" type="slidenum">
              <a:rPr lang="en-US" altLang="en-US"/>
              <a:pPr/>
              <a:t>30</a:t>
            </a:fld>
            <a:endParaRPr lang="en-US" altLang="en-US"/>
          </a:p>
        </p:txBody>
      </p:sp>
      <p:sp>
        <p:nvSpPr>
          <p:cNvPr id="83970" name="Rectangle 2"/>
          <p:cNvSpPr>
            <a:spLocks noGrp="1" noChangeArrowheads="1"/>
          </p:cNvSpPr>
          <p:nvPr>
            <p:ph type="title"/>
          </p:nvPr>
        </p:nvSpPr>
        <p:spPr/>
        <p:txBody>
          <a:bodyPr/>
          <a:lstStyle/>
          <a:p>
            <a:r>
              <a:rPr lang="en-US" altLang="en-US" sz="3600"/>
              <a:t>DNS records</a:t>
            </a:r>
            <a:endParaRPr lang="en-US" altLang="en-US"/>
          </a:p>
        </p:txBody>
      </p:sp>
      <p:sp>
        <p:nvSpPr>
          <p:cNvPr id="83971" name="Rectangle 3"/>
          <p:cNvSpPr>
            <a:spLocks noGrp="1" noChangeArrowheads="1"/>
          </p:cNvSpPr>
          <p:nvPr>
            <p:ph type="body" sz="half" idx="1"/>
          </p:nvPr>
        </p:nvSpPr>
        <p:spPr>
          <a:xfrm>
            <a:off x="542925" y="1343025"/>
            <a:ext cx="7820025" cy="514350"/>
          </a:xfrm>
        </p:spPr>
        <p:txBody>
          <a:bodyPr/>
          <a:lstStyle/>
          <a:p>
            <a:pPr>
              <a:buFont typeface="ZapfDingbats" pitchFamily="82" charset="2"/>
              <a:buNone/>
            </a:pPr>
            <a:r>
              <a:rPr lang="en-US" altLang="en-US" sz="2400" u="sng">
                <a:solidFill>
                  <a:schemeClr val="accent2"/>
                </a:solidFill>
              </a:rPr>
              <a:t>DNS:</a:t>
            </a:r>
            <a:r>
              <a:rPr lang="en-US" altLang="en-US" sz="2400"/>
              <a:t> distributed db storing resource records </a:t>
            </a:r>
            <a:r>
              <a:rPr lang="en-US" altLang="en-US" sz="2400">
                <a:solidFill>
                  <a:srgbClr val="FF0000"/>
                </a:solidFill>
              </a:rPr>
              <a:t>(RR)</a:t>
            </a:r>
            <a:endParaRPr lang="en-US" altLang="en-US" sz="2400"/>
          </a:p>
        </p:txBody>
      </p:sp>
      <p:sp>
        <p:nvSpPr>
          <p:cNvPr id="83972" name="Rectangle 4"/>
          <p:cNvSpPr>
            <a:spLocks noGrp="1" noChangeArrowheads="1"/>
          </p:cNvSpPr>
          <p:nvPr>
            <p:ph type="body" sz="half" idx="2"/>
          </p:nvPr>
        </p:nvSpPr>
        <p:spPr>
          <a:xfrm>
            <a:off x="523875" y="3895725"/>
            <a:ext cx="4000500" cy="1866900"/>
          </a:xfrm>
        </p:spPr>
        <p:txBody>
          <a:bodyPr/>
          <a:lstStyle/>
          <a:p>
            <a:pPr marL="0" indent="0">
              <a:buNone/>
            </a:pPr>
            <a:r>
              <a:rPr lang="en-US" altLang="en-US" sz="2400" dirty="0"/>
              <a:t>Type=NS</a:t>
            </a:r>
          </a:p>
          <a:p>
            <a:pPr lvl="1"/>
            <a:r>
              <a:rPr lang="en-US" altLang="en-US" sz="2000" b="1" dirty="0">
                <a:latin typeface="Courier New" panose="02070309020205020404" pitchFamily="49" charset="0"/>
              </a:rPr>
              <a:t>name</a:t>
            </a:r>
            <a:r>
              <a:rPr lang="en-US" altLang="en-US" sz="2000" dirty="0"/>
              <a:t> is a domain (e.g. foo.com)</a:t>
            </a:r>
          </a:p>
          <a:p>
            <a:pPr lvl="1"/>
            <a:r>
              <a:rPr lang="en-US" altLang="en-US" sz="2000" b="1" dirty="0">
                <a:latin typeface="Courier New" panose="02070309020205020404" pitchFamily="49" charset="0"/>
              </a:rPr>
              <a:t>value</a:t>
            </a:r>
            <a:r>
              <a:rPr lang="en-US" altLang="en-US" sz="2000" dirty="0"/>
              <a:t> is the hostname of authoritative name server that knows how to get the IP </a:t>
            </a:r>
            <a:r>
              <a:rPr lang="en-US" altLang="en-US" sz="2000" dirty="0" err="1"/>
              <a:t>addrs</a:t>
            </a:r>
            <a:r>
              <a:rPr lang="en-US" altLang="en-US" sz="2000" dirty="0"/>
              <a:t>. for hosts in the domain.</a:t>
            </a:r>
          </a:p>
          <a:p>
            <a:endParaRPr lang="en-US" altLang="en-US" sz="2400" dirty="0"/>
          </a:p>
        </p:txBody>
      </p:sp>
      <p:grpSp>
        <p:nvGrpSpPr>
          <p:cNvPr id="83973" name="Group 5"/>
          <p:cNvGrpSpPr>
            <a:grpSpLocks/>
          </p:cNvGrpSpPr>
          <p:nvPr/>
        </p:nvGrpSpPr>
        <p:grpSpPr bwMode="auto">
          <a:xfrm>
            <a:off x="1795463" y="1895475"/>
            <a:ext cx="5364162" cy="571500"/>
            <a:chOff x="1407" y="1206"/>
            <a:chExt cx="3379" cy="360"/>
          </a:xfrm>
        </p:grpSpPr>
        <p:sp>
          <p:nvSpPr>
            <p:cNvPr id="83974" name="Text Box 6"/>
            <p:cNvSpPr txBox="1">
              <a:spLocks noChangeArrowheads="1"/>
            </p:cNvSpPr>
            <p:nvPr/>
          </p:nvSpPr>
          <p:spPr bwMode="auto">
            <a:xfrm>
              <a:off x="1407" y="1214"/>
              <a:ext cx="337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0"/>
                </a:spcBef>
                <a:buClrTx/>
                <a:buSzTx/>
                <a:buFontTx/>
                <a:buNone/>
              </a:pPr>
              <a:r>
                <a:rPr lang="en-US" altLang="en-US"/>
                <a:t>RR format: </a:t>
              </a:r>
              <a:r>
                <a:rPr lang="en-US" altLang="en-US" sz="1800" b="1">
                  <a:latin typeface="Courier New" panose="02070309020205020404" pitchFamily="49" charset="0"/>
                </a:rPr>
                <a:t>(name, value, type, ttl)</a:t>
              </a:r>
              <a:endParaRPr lang="en-US" altLang="en-US">
                <a:latin typeface="Times New Roman" panose="02020603050405020304" pitchFamily="18" charset="0"/>
              </a:endParaRPr>
            </a:p>
          </p:txBody>
        </p:sp>
        <p:sp>
          <p:nvSpPr>
            <p:cNvPr id="83975" name="Rectangle 7"/>
            <p:cNvSpPr>
              <a:spLocks noChangeArrowheads="1"/>
            </p:cNvSpPr>
            <p:nvPr/>
          </p:nvSpPr>
          <p:spPr bwMode="auto">
            <a:xfrm>
              <a:off x="1458" y="1206"/>
              <a:ext cx="3318" cy="360"/>
            </a:xfrm>
            <a:prstGeom prst="rect">
              <a:avLst/>
            </a:prstGeom>
            <a:noFill/>
            <a:ln w="1905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en-US" altLang="en-US">
                <a:solidFill>
                  <a:schemeClr val="accent2"/>
                </a:solidFill>
                <a:latin typeface="Times New Roman" panose="02020603050405020304" pitchFamily="18" charset="0"/>
              </a:endParaRPr>
            </a:p>
          </p:txBody>
        </p:sp>
      </p:grpSp>
      <p:sp>
        <p:nvSpPr>
          <p:cNvPr id="83976" name="Rectangle 8"/>
          <p:cNvSpPr>
            <a:spLocks noChangeArrowheads="1"/>
          </p:cNvSpPr>
          <p:nvPr/>
        </p:nvSpPr>
        <p:spPr bwMode="auto">
          <a:xfrm>
            <a:off x="523875" y="2657475"/>
            <a:ext cx="3810000"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har char="r"/>
              <a:defRPr sz="2400">
                <a:solidFill>
                  <a:schemeClr val="tx1"/>
                </a:solidFill>
                <a:latin typeface="Comic Sans MS" panose="030F0702030302020204" pitchFamily="66" charset="0"/>
              </a:defRPr>
            </a:lvl1pPr>
            <a:lvl2pPr marL="742950" indent="-285750">
              <a:buSzPct val="75000"/>
              <a:buChar char="m"/>
              <a:defRPr sz="2000">
                <a:solidFill>
                  <a:schemeClr val="tx1"/>
                </a:solidFill>
                <a:latin typeface="Comic Sans MS" panose="030F0702030302020204" pitchFamily="66" charset="0"/>
              </a:defRPr>
            </a:lvl2pPr>
            <a:lvl3pPr marL="1143000" indent="-228600">
              <a:buChar char="•"/>
              <a:defRPr>
                <a:solidFill>
                  <a:schemeClr val="tx1"/>
                </a:solidFill>
                <a:latin typeface="Comic Sans MS" panose="030F0702030302020204" pitchFamily="66" charset="0"/>
              </a:defRPr>
            </a:lvl3pPr>
            <a:lvl4pPr marL="1600200" indent="-228600">
              <a:buChar char="–"/>
              <a:defRPr>
                <a:solidFill>
                  <a:schemeClr val="tx1"/>
                </a:solidFill>
                <a:latin typeface="Times New Roman" panose="02020603050405020304" pitchFamily="18" charset="0"/>
              </a:defRPr>
            </a:lvl4pPr>
            <a:lvl5pPr marL="2057400" indent="-2286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marL="0" indent="0">
              <a:buNone/>
            </a:pPr>
            <a:r>
              <a:rPr lang="en-US" altLang="en-US" dirty="0">
                <a:latin typeface="Arial" panose="020B0604020202020204" pitchFamily="34" charset="0"/>
                <a:cs typeface="Arial" panose="020B0604020202020204" pitchFamily="34" charset="0"/>
              </a:rPr>
              <a:t>Type=A</a:t>
            </a:r>
          </a:p>
          <a:p>
            <a:pPr marL="457200" lvl="1" indent="0">
              <a:buNone/>
            </a:pPr>
            <a:r>
              <a:rPr lang="en-US" altLang="en-US" b="1" dirty="0">
                <a:latin typeface="Arial" panose="020B0604020202020204" pitchFamily="34" charset="0"/>
                <a:cs typeface="Arial" panose="020B0604020202020204" pitchFamily="34" charset="0"/>
              </a:rPr>
              <a:t>name</a:t>
            </a:r>
            <a:r>
              <a:rPr lang="en-US" altLang="en-US" dirty="0">
                <a:latin typeface="Arial" panose="020B0604020202020204" pitchFamily="34" charset="0"/>
                <a:cs typeface="Arial" panose="020B0604020202020204" pitchFamily="34" charset="0"/>
              </a:rPr>
              <a:t> is a hostname</a:t>
            </a:r>
          </a:p>
          <a:p>
            <a:pPr marL="457200" lvl="1" indent="0">
              <a:buNone/>
            </a:pPr>
            <a:r>
              <a:rPr lang="en-US" altLang="en-US" b="1" dirty="0">
                <a:latin typeface="Arial" panose="020B0604020202020204" pitchFamily="34" charset="0"/>
                <a:cs typeface="Arial" panose="020B0604020202020204" pitchFamily="34" charset="0"/>
              </a:rPr>
              <a:t>value</a:t>
            </a:r>
            <a:r>
              <a:rPr lang="en-US" altLang="en-US" dirty="0">
                <a:latin typeface="Arial" panose="020B0604020202020204" pitchFamily="34" charset="0"/>
                <a:cs typeface="Arial" panose="020B0604020202020204" pitchFamily="34" charset="0"/>
              </a:rPr>
              <a:t> is the IP address</a:t>
            </a:r>
          </a:p>
          <a:p>
            <a:endParaRPr lang="en-US" altLang="en-US" dirty="0"/>
          </a:p>
        </p:txBody>
      </p:sp>
      <p:sp>
        <p:nvSpPr>
          <p:cNvPr id="83977" name="Rectangle 9"/>
          <p:cNvSpPr>
            <a:spLocks noChangeArrowheads="1"/>
          </p:cNvSpPr>
          <p:nvPr/>
        </p:nvSpPr>
        <p:spPr bwMode="auto">
          <a:xfrm>
            <a:off x="4217988" y="2697163"/>
            <a:ext cx="451485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har char="r"/>
              <a:defRPr sz="2400">
                <a:solidFill>
                  <a:schemeClr val="tx1"/>
                </a:solidFill>
                <a:latin typeface="Comic Sans MS" panose="030F0702030302020204" pitchFamily="66" charset="0"/>
              </a:defRPr>
            </a:lvl1pPr>
            <a:lvl2pPr marL="742950" indent="-285750">
              <a:buSzPct val="75000"/>
              <a:buChar char="m"/>
              <a:defRPr sz="2000">
                <a:solidFill>
                  <a:schemeClr val="tx1"/>
                </a:solidFill>
                <a:latin typeface="Comic Sans MS" panose="030F0702030302020204" pitchFamily="66" charset="0"/>
              </a:defRPr>
            </a:lvl2pPr>
            <a:lvl3pPr marL="1143000" indent="-228600">
              <a:buChar char="•"/>
              <a:defRPr>
                <a:solidFill>
                  <a:schemeClr val="tx1"/>
                </a:solidFill>
                <a:latin typeface="Comic Sans MS" panose="030F0702030302020204" pitchFamily="66" charset="0"/>
              </a:defRPr>
            </a:lvl3pPr>
            <a:lvl4pPr marL="1600200" indent="-228600">
              <a:buChar char="–"/>
              <a:defRPr>
                <a:solidFill>
                  <a:schemeClr val="tx1"/>
                </a:solidFill>
                <a:latin typeface="Times New Roman" panose="02020603050405020304" pitchFamily="18" charset="0"/>
              </a:defRPr>
            </a:lvl4pPr>
            <a:lvl5pPr marL="2057400" indent="-2286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marL="0" indent="0">
              <a:buNone/>
            </a:pPr>
            <a:r>
              <a:rPr lang="en-US" altLang="en-US" dirty="0">
                <a:latin typeface="Arial" panose="020B0604020202020204" pitchFamily="34" charset="0"/>
                <a:cs typeface="Arial" panose="020B0604020202020204" pitchFamily="34" charset="0"/>
              </a:rPr>
              <a:t>Type=CNAME</a:t>
            </a:r>
          </a:p>
          <a:p>
            <a:pPr marL="457200" lvl="1" indent="0">
              <a:buNone/>
            </a:pPr>
            <a:r>
              <a:rPr lang="en-US" altLang="en-US" b="1" dirty="0">
                <a:latin typeface="Arial" panose="020B0604020202020204" pitchFamily="34" charset="0"/>
                <a:cs typeface="Arial" panose="020B0604020202020204" pitchFamily="34" charset="0"/>
              </a:rPr>
              <a:t>name</a:t>
            </a:r>
            <a:r>
              <a:rPr lang="en-US" altLang="en-US" dirty="0">
                <a:latin typeface="Arial" panose="020B0604020202020204" pitchFamily="34" charset="0"/>
                <a:cs typeface="Arial" panose="020B0604020202020204" pitchFamily="34" charset="0"/>
              </a:rPr>
              <a:t> is alias name for some “canonical” (the real) hostname</a:t>
            </a:r>
          </a:p>
          <a:p>
            <a:pPr lvl="1">
              <a:buFont typeface="ZapfDingbats" pitchFamily="82" charset="2"/>
              <a:buNone/>
            </a:pPr>
            <a:r>
              <a:rPr lang="en-US" altLang="en-US" sz="1800" dirty="0">
                <a:latin typeface="Arial" panose="020B0604020202020204" pitchFamily="34" charset="0"/>
                <a:cs typeface="Arial" panose="020B0604020202020204" pitchFamily="34" charset="0"/>
              </a:rPr>
              <a:t>  www.ibm.com </a:t>
            </a:r>
            <a:r>
              <a:rPr lang="en-US" altLang="en-US" dirty="0">
                <a:latin typeface="Arial" panose="020B0604020202020204" pitchFamily="34" charset="0"/>
                <a:cs typeface="Arial" panose="020B0604020202020204" pitchFamily="34" charset="0"/>
              </a:rPr>
              <a:t>is really</a:t>
            </a:r>
            <a:endParaRPr lang="en-US" altLang="en-US" sz="1800" dirty="0">
              <a:latin typeface="Arial" panose="020B0604020202020204" pitchFamily="34" charset="0"/>
              <a:cs typeface="Arial" panose="020B0604020202020204" pitchFamily="34" charset="0"/>
            </a:endParaRPr>
          </a:p>
          <a:p>
            <a:pPr lvl="1">
              <a:buFont typeface="ZapfDingbats" pitchFamily="82" charset="2"/>
              <a:buNone/>
            </a:pPr>
            <a:r>
              <a:rPr lang="en-US" altLang="en-US" sz="1800" dirty="0">
                <a:latin typeface="Arial" panose="020B0604020202020204" pitchFamily="34" charset="0"/>
                <a:cs typeface="Arial" panose="020B0604020202020204" pitchFamily="34" charset="0"/>
              </a:rPr>
              <a:t>  servereast.backup2.ibm.com</a:t>
            </a:r>
          </a:p>
          <a:p>
            <a:pPr marL="457200" lvl="1" indent="0">
              <a:buNone/>
            </a:pPr>
            <a:r>
              <a:rPr lang="en-US" altLang="en-US" b="1" dirty="0">
                <a:latin typeface="Arial" panose="020B0604020202020204" pitchFamily="34" charset="0"/>
                <a:cs typeface="Arial" panose="020B0604020202020204" pitchFamily="34" charset="0"/>
              </a:rPr>
              <a:t>value</a:t>
            </a:r>
            <a:r>
              <a:rPr lang="en-US" altLang="en-US" dirty="0">
                <a:latin typeface="Arial" panose="020B0604020202020204" pitchFamily="34" charset="0"/>
                <a:cs typeface="Arial" panose="020B0604020202020204" pitchFamily="34" charset="0"/>
              </a:rPr>
              <a:t> is canonical name</a:t>
            </a:r>
          </a:p>
          <a:p>
            <a:endParaRPr lang="en-US" altLang="en-US" dirty="0"/>
          </a:p>
        </p:txBody>
      </p:sp>
      <p:sp>
        <p:nvSpPr>
          <p:cNvPr id="83978" name="Rectangle 10"/>
          <p:cNvSpPr>
            <a:spLocks noChangeArrowheads="1"/>
          </p:cNvSpPr>
          <p:nvPr/>
        </p:nvSpPr>
        <p:spPr bwMode="auto">
          <a:xfrm>
            <a:off x="4278313" y="4797425"/>
            <a:ext cx="4408487" cy="130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har char="r"/>
              <a:defRPr sz="2400">
                <a:solidFill>
                  <a:schemeClr val="tx1"/>
                </a:solidFill>
                <a:latin typeface="Comic Sans MS" panose="030F0702030302020204" pitchFamily="66" charset="0"/>
              </a:defRPr>
            </a:lvl1pPr>
            <a:lvl2pPr marL="742950" indent="-285750">
              <a:buSzPct val="75000"/>
              <a:buChar char="m"/>
              <a:defRPr sz="2000">
                <a:solidFill>
                  <a:schemeClr val="tx1"/>
                </a:solidFill>
                <a:latin typeface="Comic Sans MS" panose="030F0702030302020204" pitchFamily="66" charset="0"/>
              </a:defRPr>
            </a:lvl2pPr>
            <a:lvl3pPr marL="1143000" indent="-228600">
              <a:buChar char="•"/>
              <a:defRPr>
                <a:solidFill>
                  <a:schemeClr val="tx1"/>
                </a:solidFill>
                <a:latin typeface="Comic Sans MS" panose="030F0702030302020204" pitchFamily="66" charset="0"/>
              </a:defRPr>
            </a:lvl3pPr>
            <a:lvl4pPr marL="1600200" indent="-228600">
              <a:buChar char="–"/>
              <a:defRPr>
                <a:solidFill>
                  <a:schemeClr val="tx1"/>
                </a:solidFill>
                <a:latin typeface="Times New Roman" panose="02020603050405020304" pitchFamily="18" charset="0"/>
              </a:defRPr>
            </a:lvl4pPr>
            <a:lvl5pPr marL="2057400" indent="-2286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marL="0" indent="0">
              <a:buNone/>
            </a:pPr>
            <a:r>
              <a:rPr lang="en-US" altLang="en-US" dirty="0">
                <a:latin typeface="Arial" panose="020B0604020202020204" pitchFamily="34" charset="0"/>
                <a:cs typeface="Arial" panose="020B0604020202020204" pitchFamily="34" charset="0"/>
              </a:rPr>
              <a:t>Type=MX</a:t>
            </a:r>
          </a:p>
          <a:p>
            <a:pPr marL="457200" lvl="1" indent="0">
              <a:buNone/>
            </a:pPr>
            <a:r>
              <a:rPr lang="en-US" altLang="en-US" b="1" dirty="0">
                <a:latin typeface="Arial" panose="020B0604020202020204" pitchFamily="34" charset="0"/>
                <a:cs typeface="Arial" panose="020B0604020202020204" pitchFamily="34" charset="0"/>
              </a:rPr>
              <a:t>value</a:t>
            </a:r>
            <a:r>
              <a:rPr lang="en-US" altLang="en-US" dirty="0">
                <a:latin typeface="Arial" panose="020B0604020202020204" pitchFamily="34" charset="0"/>
                <a:cs typeface="Arial" panose="020B0604020202020204" pitchFamily="34" charset="0"/>
              </a:rPr>
              <a:t> is canonical name of a mail server associated with an alias hostname </a:t>
            </a:r>
            <a:r>
              <a:rPr lang="en-US" altLang="en-US" b="1" dirty="0">
                <a:latin typeface="Arial" panose="020B0604020202020204" pitchFamily="34" charset="0"/>
                <a:cs typeface="Arial" panose="020B0604020202020204" pitchFamily="34" charset="0"/>
              </a:rPr>
              <a:t>name</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2" name="TextBox 1"/>
          <p:cNvSpPr txBox="1"/>
          <p:nvPr/>
        </p:nvSpPr>
        <p:spPr>
          <a:xfrm>
            <a:off x="2653567" y="6462141"/>
            <a:ext cx="5340180" cy="369332"/>
          </a:xfrm>
          <a:prstGeom prst="rect">
            <a:avLst/>
          </a:prstGeom>
          <a:noFill/>
        </p:spPr>
        <p:txBody>
          <a:bodyPr wrap="none" rtlCol="0">
            <a:spAutoFit/>
          </a:bodyPr>
          <a:lstStyle/>
          <a:p>
            <a:r>
              <a:rPr lang="en-US" i="1" dirty="0"/>
              <a:t>There are other types: AAAA, PTR, SRV, TXT, etc.</a:t>
            </a:r>
            <a:endParaRPr lang="en-NZ" i="1" dirty="0"/>
          </a:p>
        </p:txBody>
      </p:sp>
    </p:spTree>
    <p:extLst>
      <p:ext uri="{BB962C8B-B14F-4D97-AF65-F5344CB8AC3E}">
        <p14:creationId xmlns:p14="http://schemas.microsoft.com/office/powerpoint/2010/main" val="585295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A toy example</a:t>
            </a:r>
          </a:p>
        </p:txBody>
      </p:sp>
      <p:sp>
        <p:nvSpPr>
          <p:cNvPr id="5" name="Slide Number Placeholder 4"/>
          <p:cNvSpPr>
            <a:spLocks noGrp="1"/>
          </p:cNvSpPr>
          <p:nvPr>
            <p:ph type="sldNum" sz="quarter" idx="12"/>
          </p:nvPr>
        </p:nvSpPr>
        <p:spPr/>
        <p:txBody>
          <a:bodyPr/>
          <a:lstStyle/>
          <a:p>
            <a:fld id="{4C699ADF-905D-405E-B6CF-CD45E1C8DF8F}" type="slidenum">
              <a:rPr lang="en-US" altLang="en-US" smtClean="0"/>
              <a:pPr/>
              <a:t>31</a:t>
            </a:fld>
            <a:endParaRPr lang="en-US" altLang="en-US"/>
          </a:p>
        </p:txBody>
      </p:sp>
      <p:graphicFrame>
        <p:nvGraphicFramePr>
          <p:cNvPr id="6" name="Table 5"/>
          <p:cNvGraphicFramePr>
            <a:graphicFrameLocks noGrp="1"/>
          </p:cNvGraphicFramePr>
          <p:nvPr/>
        </p:nvGraphicFramePr>
        <p:xfrm>
          <a:off x="152400" y="1397000"/>
          <a:ext cx="8686800" cy="37084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1154713730"/>
                    </a:ext>
                  </a:extLst>
                </a:gridCol>
                <a:gridCol w="3657600">
                  <a:extLst>
                    <a:ext uri="{9D8B030D-6E8A-4147-A177-3AD203B41FA5}">
                      <a16:colId xmlns:a16="http://schemas.microsoft.com/office/drawing/2014/main" val="1490662025"/>
                    </a:ext>
                  </a:extLst>
                </a:gridCol>
                <a:gridCol w="1295400">
                  <a:extLst>
                    <a:ext uri="{9D8B030D-6E8A-4147-A177-3AD203B41FA5}">
                      <a16:colId xmlns:a16="http://schemas.microsoft.com/office/drawing/2014/main" val="734463719"/>
                    </a:ext>
                  </a:extLst>
                </a:gridCol>
                <a:gridCol w="1143000">
                  <a:extLst>
                    <a:ext uri="{9D8B030D-6E8A-4147-A177-3AD203B41FA5}">
                      <a16:colId xmlns:a16="http://schemas.microsoft.com/office/drawing/2014/main" val="3468083636"/>
                    </a:ext>
                  </a:extLst>
                </a:gridCol>
              </a:tblGrid>
              <a:tr h="370840">
                <a:tc>
                  <a:txBody>
                    <a:bodyPr/>
                    <a:lstStyle/>
                    <a:p>
                      <a:r>
                        <a:rPr lang="en-NZ" dirty="0"/>
                        <a:t>name</a:t>
                      </a:r>
                    </a:p>
                  </a:txBody>
                  <a:tcPr/>
                </a:tc>
                <a:tc>
                  <a:txBody>
                    <a:bodyPr/>
                    <a:lstStyle/>
                    <a:p>
                      <a:r>
                        <a:rPr lang="en-NZ" dirty="0"/>
                        <a:t>value</a:t>
                      </a:r>
                    </a:p>
                  </a:txBody>
                  <a:tcPr/>
                </a:tc>
                <a:tc>
                  <a:txBody>
                    <a:bodyPr/>
                    <a:lstStyle/>
                    <a:p>
                      <a:r>
                        <a:rPr lang="en-NZ" dirty="0"/>
                        <a:t>type</a:t>
                      </a:r>
                    </a:p>
                  </a:txBody>
                  <a:tcPr/>
                </a:tc>
                <a:tc>
                  <a:txBody>
                    <a:bodyPr/>
                    <a:lstStyle/>
                    <a:p>
                      <a:r>
                        <a:rPr lang="en-NZ" dirty="0"/>
                        <a:t>TTL</a:t>
                      </a:r>
                    </a:p>
                  </a:txBody>
                  <a:tcPr/>
                </a:tc>
                <a:extLst>
                  <a:ext uri="{0D108BD9-81ED-4DB2-BD59-A6C34878D82A}">
                    <a16:rowId xmlns:a16="http://schemas.microsoft.com/office/drawing/2014/main" val="1000034513"/>
                  </a:ext>
                </a:extLst>
              </a:tr>
              <a:tr h="370840">
                <a:tc>
                  <a:txBody>
                    <a:bodyPr/>
                    <a:lstStyle/>
                    <a:p>
                      <a:r>
                        <a:rPr lang="en-NZ" dirty="0"/>
                        <a:t>canterbury.ac.nz</a:t>
                      </a:r>
                    </a:p>
                  </a:txBody>
                  <a:tcPr/>
                </a:tc>
                <a:tc>
                  <a:txBody>
                    <a:bodyPr/>
                    <a:lstStyle/>
                    <a:p>
                      <a:r>
                        <a:rPr lang="en-NZ" dirty="0"/>
                        <a:t>web.canterbury.ac.nz</a:t>
                      </a:r>
                    </a:p>
                  </a:txBody>
                  <a:tcPr/>
                </a:tc>
                <a:tc>
                  <a:txBody>
                    <a:bodyPr/>
                    <a:lstStyle/>
                    <a:p>
                      <a:r>
                        <a:rPr lang="en-NZ" dirty="0"/>
                        <a:t>CNAME</a:t>
                      </a:r>
                    </a:p>
                  </a:txBody>
                  <a:tcPr/>
                </a:tc>
                <a:tc>
                  <a:txBody>
                    <a:bodyPr/>
                    <a:lstStyle/>
                    <a:p>
                      <a:r>
                        <a:rPr lang="en-NZ" dirty="0"/>
                        <a:t>XXXX</a:t>
                      </a:r>
                    </a:p>
                  </a:txBody>
                  <a:tcPr/>
                </a:tc>
                <a:extLst>
                  <a:ext uri="{0D108BD9-81ED-4DB2-BD59-A6C34878D82A}">
                    <a16:rowId xmlns:a16="http://schemas.microsoft.com/office/drawing/2014/main" val="1674294650"/>
                  </a:ext>
                </a:extLst>
              </a:tr>
              <a:tr h="370840">
                <a:tc>
                  <a:txBody>
                    <a:bodyPr/>
                    <a:lstStyle/>
                    <a:p>
                      <a:r>
                        <a:rPr lang="en-US" u="none" dirty="0">
                          <a:hlinkClick r:id="rId3"/>
                        </a:rPr>
                        <a:t>www.canterbury.ac.nz</a:t>
                      </a:r>
                      <a:endParaRPr lang="en-NZ" u="none" dirty="0"/>
                    </a:p>
                  </a:txBody>
                  <a:tcPr/>
                </a:tc>
                <a:tc>
                  <a:txBody>
                    <a:bodyPr/>
                    <a:lstStyle/>
                    <a:p>
                      <a:r>
                        <a:rPr lang="en-US" dirty="0"/>
                        <a:t>web.canterbury.ac.nz</a:t>
                      </a:r>
                      <a:endParaRPr lang="en-NZ" dirty="0"/>
                    </a:p>
                  </a:txBody>
                  <a:tcPr/>
                </a:tc>
                <a:tc>
                  <a:txBody>
                    <a:bodyPr/>
                    <a:lstStyle/>
                    <a:p>
                      <a:r>
                        <a:rPr lang="en-US" dirty="0"/>
                        <a:t>CNAME</a:t>
                      </a:r>
                      <a:endParaRPr lang="en-NZ" dirty="0"/>
                    </a:p>
                  </a:txBody>
                  <a:tcPr/>
                </a:tc>
                <a:tc>
                  <a:txBody>
                    <a:bodyPr/>
                    <a:lstStyle/>
                    <a:p>
                      <a:r>
                        <a:rPr lang="en-US" dirty="0"/>
                        <a:t>XXXX</a:t>
                      </a:r>
                      <a:endParaRPr lang="en-NZ" dirty="0"/>
                    </a:p>
                  </a:txBody>
                  <a:tcPr/>
                </a:tc>
                <a:extLst>
                  <a:ext uri="{0D108BD9-81ED-4DB2-BD59-A6C34878D82A}">
                    <a16:rowId xmlns:a16="http://schemas.microsoft.com/office/drawing/2014/main" val="3742447781"/>
                  </a:ext>
                </a:extLst>
              </a:tr>
              <a:tr h="370840">
                <a:tc>
                  <a:txBody>
                    <a:bodyPr/>
                    <a:lstStyle/>
                    <a:p>
                      <a:r>
                        <a:rPr lang="en-NZ" dirty="0"/>
                        <a:t>web.canterbury.ac.nz</a:t>
                      </a:r>
                    </a:p>
                  </a:txBody>
                  <a:tcPr/>
                </a:tc>
                <a:tc>
                  <a:txBody>
                    <a:bodyPr/>
                    <a:lstStyle/>
                    <a:p>
                      <a:r>
                        <a:rPr lang="en-NZ" dirty="0"/>
                        <a:t>132.181.106.9</a:t>
                      </a:r>
                    </a:p>
                  </a:txBody>
                  <a:tcPr/>
                </a:tc>
                <a:tc>
                  <a:txBody>
                    <a:bodyPr/>
                    <a:lstStyle/>
                    <a:p>
                      <a:r>
                        <a:rPr lang="en-NZ" dirty="0"/>
                        <a:t>A</a:t>
                      </a:r>
                    </a:p>
                  </a:txBody>
                  <a:tcPr/>
                </a:tc>
                <a:tc>
                  <a:txBody>
                    <a:bodyPr/>
                    <a:lstStyle/>
                    <a:p>
                      <a:r>
                        <a:rPr lang="en-NZ" dirty="0"/>
                        <a:t>XXXX</a:t>
                      </a:r>
                    </a:p>
                  </a:txBody>
                  <a:tcPr/>
                </a:tc>
                <a:extLst>
                  <a:ext uri="{0D108BD9-81ED-4DB2-BD59-A6C34878D82A}">
                    <a16:rowId xmlns:a16="http://schemas.microsoft.com/office/drawing/2014/main" val="3617487117"/>
                  </a:ext>
                </a:extLst>
              </a:tr>
              <a:tr h="370840">
                <a:tc>
                  <a:txBody>
                    <a:bodyPr/>
                    <a:lstStyle/>
                    <a:p>
                      <a:r>
                        <a:rPr lang="en-NZ" dirty="0"/>
                        <a:t>canterbury.ac.nz</a:t>
                      </a:r>
                    </a:p>
                  </a:txBody>
                  <a:tcPr/>
                </a:tc>
                <a:tc>
                  <a:txBody>
                    <a:bodyPr/>
                    <a:lstStyle/>
                    <a:p>
                      <a:r>
                        <a:rPr lang="en-US" altLang="zh-CN" dirty="0" err="1"/>
                        <a:t>i</a:t>
                      </a:r>
                      <a:r>
                        <a:rPr lang="en-NZ" dirty="0"/>
                        <a:t>tdns.canterbury.ac.nz</a:t>
                      </a:r>
                    </a:p>
                  </a:txBody>
                  <a:tcPr/>
                </a:tc>
                <a:tc>
                  <a:txBody>
                    <a:bodyPr/>
                    <a:lstStyle/>
                    <a:p>
                      <a:r>
                        <a:rPr lang="en-NZ" dirty="0"/>
                        <a:t>NS</a:t>
                      </a:r>
                    </a:p>
                  </a:txBody>
                  <a:tcPr/>
                </a:tc>
                <a:tc>
                  <a:txBody>
                    <a:bodyPr/>
                    <a:lstStyle/>
                    <a:p>
                      <a:r>
                        <a:rPr lang="en-NZ" dirty="0"/>
                        <a:t>XXXX</a:t>
                      </a:r>
                    </a:p>
                  </a:txBody>
                  <a:tcPr/>
                </a:tc>
                <a:extLst>
                  <a:ext uri="{0D108BD9-81ED-4DB2-BD59-A6C34878D82A}">
                    <a16:rowId xmlns:a16="http://schemas.microsoft.com/office/drawing/2014/main" val="1375369982"/>
                  </a:ext>
                </a:extLst>
              </a:tr>
              <a:tr h="370840">
                <a:tc>
                  <a:txBody>
                    <a:bodyPr/>
                    <a:lstStyle/>
                    <a:p>
                      <a:r>
                        <a:rPr lang="en-US" dirty="0"/>
                        <a:t>canterbury.ac.nz</a:t>
                      </a:r>
                      <a:endParaRPr lang="en-NZ" dirty="0"/>
                    </a:p>
                  </a:txBody>
                  <a:tcPr/>
                </a:tc>
                <a:tc>
                  <a:txBody>
                    <a:bodyPr/>
                    <a:lstStyle/>
                    <a:p>
                      <a:r>
                        <a:rPr lang="en-NZ" dirty="0"/>
                        <a:t>mail.canterbury.ac.nz</a:t>
                      </a:r>
                    </a:p>
                  </a:txBody>
                  <a:tcPr/>
                </a:tc>
                <a:tc>
                  <a:txBody>
                    <a:bodyPr/>
                    <a:lstStyle/>
                    <a:p>
                      <a:r>
                        <a:rPr lang="en-US" dirty="0"/>
                        <a:t>MX</a:t>
                      </a:r>
                      <a:endParaRPr lang="en-NZ" dirty="0"/>
                    </a:p>
                  </a:txBody>
                  <a:tcPr/>
                </a:tc>
                <a:tc>
                  <a:txBody>
                    <a:bodyPr/>
                    <a:lstStyle/>
                    <a:p>
                      <a:r>
                        <a:rPr lang="en-NZ" dirty="0"/>
                        <a:t>XXXX</a:t>
                      </a:r>
                    </a:p>
                  </a:txBody>
                  <a:tcPr/>
                </a:tc>
                <a:extLst>
                  <a:ext uri="{0D108BD9-81ED-4DB2-BD59-A6C34878D82A}">
                    <a16:rowId xmlns:a16="http://schemas.microsoft.com/office/drawing/2014/main" val="3083085709"/>
                  </a:ext>
                </a:extLst>
              </a:tr>
              <a:tr h="370840">
                <a:tc>
                  <a:txBody>
                    <a:bodyPr/>
                    <a:lstStyle/>
                    <a:p>
                      <a:r>
                        <a:rPr lang="en-US" dirty="0">
                          <a:hlinkClick r:id="rId4"/>
                        </a:rPr>
                        <a:t>www.google.co.nz</a:t>
                      </a:r>
                      <a:endParaRPr lang="en-NZ" dirty="0"/>
                    </a:p>
                  </a:txBody>
                  <a:tcPr/>
                </a:tc>
                <a:tc>
                  <a:txBody>
                    <a:bodyPr/>
                    <a:lstStyle/>
                    <a:p>
                      <a:r>
                        <a:rPr lang="en-US" dirty="0"/>
                        <a:t>172.217.167.99</a:t>
                      </a:r>
                      <a:endParaRPr lang="en-NZ" dirty="0"/>
                    </a:p>
                  </a:txBody>
                  <a:tcPr/>
                </a:tc>
                <a:tc>
                  <a:txBody>
                    <a:bodyPr/>
                    <a:lstStyle/>
                    <a:p>
                      <a:r>
                        <a:rPr lang="en-US" dirty="0"/>
                        <a:t>A</a:t>
                      </a:r>
                      <a:endParaRPr lang="en-NZ" dirty="0"/>
                    </a:p>
                  </a:txBody>
                  <a:tcPr/>
                </a:tc>
                <a:tc>
                  <a:txBody>
                    <a:bodyPr/>
                    <a:lstStyle/>
                    <a:p>
                      <a:r>
                        <a:rPr lang="en-US" dirty="0"/>
                        <a:t>86400</a:t>
                      </a:r>
                      <a:endParaRPr lang="en-NZ" dirty="0"/>
                    </a:p>
                  </a:txBody>
                  <a:tcPr/>
                </a:tc>
                <a:extLst>
                  <a:ext uri="{0D108BD9-81ED-4DB2-BD59-A6C34878D82A}">
                    <a16:rowId xmlns:a16="http://schemas.microsoft.com/office/drawing/2014/main" val="963071315"/>
                  </a:ext>
                </a:extLst>
              </a:tr>
              <a:tr h="370840">
                <a:tc>
                  <a:txBody>
                    <a:bodyPr/>
                    <a:lstStyle/>
                    <a:p>
                      <a:r>
                        <a:rPr lang="en-US" dirty="0"/>
                        <a:t>itdns.canterbury.ac.nz</a:t>
                      </a:r>
                      <a:endParaRPr lang="en-NZ" dirty="0"/>
                    </a:p>
                  </a:txBody>
                  <a:tcPr/>
                </a:tc>
                <a:tc>
                  <a:txBody>
                    <a:bodyPr/>
                    <a:lstStyle/>
                    <a:p>
                      <a:r>
                        <a:rPr lang="en-US" dirty="0"/>
                        <a:t>132.181.2.225</a:t>
                      </a:r>
                      <a:endParaRPr lang="en-NZ" dirty="0"/>
                    </a:p>
                  </a:txBody>
                  <a:tcPr/>
                </a:tc>
                <a:tc>
                  <a:txBody>
                    <a:bodyPr/>
                    <a:lstStyle/>
                    <a:p>
                      <a:r>
                        <a:rPr lang="en-US" dirty="0"/>
                        <a:t>A</a:t>
                      </a:r>
                      <a:endParaRPr lang="en-NZ" dirty="0"/>
                    </a:p>
                  </a:txBody>
                  <a:tcPr/>
                </a:tc>
                <a:tc>
                  <a:txBody>
                    <a:bodyPr/>
                    <a:lstStyle/>
                    <a:p>
                      <a:r>
                        <a:rPr lang="en-US" dirty="0"/>
                        <a:t>XXXX</a:t>
                      </a:r>
                      <a:endParaRPr lang="en-NZ" dirty="0"/>
                    </a:p>
                  </a:txBody>
                  <a:tcPr/>
                </a:tc>
                <a:extLst>
                  <a:ext uri="{0D108BD9-81ED-4DB2-BD59-A6C34878D82A}">
                    <a16:rowId xmlns:a16="http://schemas.microsoft.com/office/drawing/2014/main" val="4183610309"/>
                  </a:ext>
                </a:extLst>
              </a:tr>
              <a:tr h="370840">
                <a:tc>
                  <a:txBody>
                    <a:bodyPr/>
                    <a:lstStyle/>
                    <a:p>
                      <a:r>
                        <a:rPr lang="en-US" dirty="0"/>
                        <a:t>mail.canterbury.ac.nz</a:t>
                      </a:r>
                      <a:endParaRPr lang="en-NZ" dirty="0"/>
                    </a:p>
                  </a:txBody>
                  <a:tcPr/>
                </a:tc>
                <a:tc>
                  <a:txBody>
                    <a:bodyPr/>
                    <a:lstStyle/>
                    <a:p>
                      <a:r>
                        <a:rPr lang="en-US" dirty="0"/>
                        <a:t>132.181.3.225</a:t>
                      </a:r>
                      <a:endParaRPr lang="en-NZ" dirty="0"/>
                    </a:p>
                  </a:txBody>
                  <a:tcPr/>
                </a:tc>
                <a:tc>
                  <a:txBody>
                    <a:bodyPr/>
                    <a:lstStyle/>
                    <a:p>
                      <a:r>
                        <a:rPr lang="en-US" dirty="0"/>
                        <a:t>A</a:t>
                      </a:r>
                      <a:endParaRPr lang="en-NZ" dirty="0"/>
                    </a:p>
                  </a:txBody>
                  <a:tcPr/>
                </a:tc>
                <a:tc>
                  <a:txBody>
                    <a:bodyPr/>
                    <a:lstStyle/>
                    <a:p>
                      <a:r>
                        <a:rPr lang="en-US" dirty="0"/>
                        <a:t>XXXX</a:t>
                      </a:r>
                      <a:endParaRPr lang="en-NZ" dirty="0"/>
                    </a:p>
                  </a:txBody>
                  <a:tcPr/>
                </a:tc>
                <a:extLst>
                  <a:ext uri="{0D108BD9-81ED-4DB2-BD59-A6C34878D82A}">
                    <a16:rowId xmlns:a16="http://schemas.microsoft.com/office/drawing/2014/main" val="72335637"/>
                  </a:ext>
                </a:extLst>
              </a:tr>
              <a:tr h="370840">
                <a:tc>
                  <a:txBody>
                    <a:bodyPr/>
                    <a:lstStyle/>
                    <a:p>
                      <a:endParaRPr lang="en-NZ" dirty="0"/>
                    </a:p>
                  </a:txBody>
                  <a:tcPr/>
                </a:tc>
                <a:tc>
                  <a:txBody>
                    <a:bodyPr/>
                    <a:lstStyle/>
                    <a:p>
                      <a:endParaRPr lang="en-NZ" dirty="0"/>
                    </a:p>
                  </a:txBody>
                  <a:tcPr/>
                </a:tc>
                <a:tc>
                  <a:txBody>
                    <a:bodyPr/>
                    <a:lstStyle/>
                    <a:p>
                      <a:endParaRPr lang="en-NZ" dirty="0"/>
                    </a:p>
                  </a:txBody>
                  <a:tcPr/>
                </a:tc>
                <a:tc>
                  <a:txBody>
                    <a:bodyPr/>
                    <a:lstStyle/>
                    <a:p>
                      <a:endParaRPr lang="en-NZ" dirty="0"/>
                    </a:p>
                  </a:txBody>
                  <a:tcPr/>
                </a:tc>
                <a:extLst>
                  <a:ext uri="{0D108BD9-81ED-4DB2-BD59-A6C34878D82A}">
                    <a16:rowId xmlns:a16="http://schemas.microsoft.com/office/drawing/2014/main" val="1353002547"/>
                  </a:ext>
                </a:extLst>
              </a:tr>
            </a:tbl>
          </a:graphicData>
        </a:graphic>
      </p:graphicFrame>
    </p:spTree>
    <p:extLst>
      <p:ext uri="{BB962C8B-B14F-4D97-AF65-F5344CB8AC3E}">
        <p14:creationId xmlns:p14="http://schemas.microsoft.com/office/powerpoint/2010/main" val="1996884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7BE7336A-5C17-43E0-9CAA-AC8A2A671B5F}" type="slidenum">
              <a:rPr lang="en-US" altLang="en-US"/>
              <a:pPr/>
              <a:t>32</a:t>
            </a:fld>
            <a:endParaRPr lang="en-US" altLang="en-US"/>
          </a:p>
        </p:txBody>
      </p:sp>
      <p:sp>
        <p:nvSpPr>
          <p:cNvPr id="84994" name="Rectangle 2"/>
          <p:cNvSpPr>
            <a:spLocks noGrp="1" noChangeArrowheads="1"/>
          </p:cNvSpPr>
          <p:nvPr>
            <p:ph type="title"/>
          </p:nvPr>
        </p:nvSpPr>
        <p:spPr/>
        <p:txBody>
          <a:bodyPr/>
          <a:lstStyle/>
          <a:p>
            <a:r>
              <a:rPr lang="en-US" altLang="en-US" sz="3600"/>
              <a:t>DNS protocol, messages</a:t>
            </a:r>
            <a:endParaRPr lang="en-US" altLang="en-US"/>
          </a:p>
        </p:txBody>
      </p:sp>
      <p:sp>
        <p:nvSpPr>
          <p:cNvPr id="84995" name="Rectangle 3"/>
          <p:cNvSpPr>
            <a:spLocks noGrp="1" noChangeArrowheads="1"/>
          </p:cNvSpPr>
          <p:nvPr>
            <p:ph type="body" sz="half" idx="1"/>
          </p:nvPr>
        </p:nvSpPr>
        <p:spPr>
          <a:xfrm>
            <a:off x="457200" y="927997"/>
            <a:ext cx="7820025" cy="514350"/>
          </a:xfrm>
        </p:spPr>
        <p:txBody>
          <a:bodyPr/>
          <a:lstStyle/>
          <a:p>
            <a:pPr>
              <a:buFont typeface="ZapfDingbats" pitchFamily="82" charset="2"/>
              <a:buNone/>
            </a:pPr>
            <a:r>
              <a:rPr lang="en-US" altLang="en-US" sz="2400" u="sng" dirty="0">
                <a:solidFill>
                  <a:schemeClr val="accent2"/>
                </a:solidFill>
              </a:rPr>
              <a:t>DNS protocol :</a:t>
            </a:r>
            <a:r>
              <a:rPr lang="en-US" altLang="en-US" sz="2400" dirty="0"/>
              <a:t> </a:t>
            </a:r>
            <a:r>
              <a:rPr lang="en-US" altLang="en-US" sz="2400" i="1" dirty="0">
                <a:solidFill>
                  <a:srgbClr val="FF0000"/>
                </a:solidFill>
              </a:rPr>
              <a:t>query</a:t>
            </a:r>
            <a:r>
              <a:rPr lang="en-US" altLang="en-US" sz="2400" dirty="0">
                <a:solidFill>
                  <a:srgbClr val="FF0000"/>
                </a:solidFill>
              </a:rPr>
              <a:t> </a:t>
            </a:r>
            <a:r>
              <a:rPr lang="en-US" altLang="en-US" sz="2400" dirty="0"/>
              <a:t>and </a:t>
            </a:r>
            <a:r>
              <a:rPr lang="en-US" altLang="en-US" sz="2400" i="1" dirty="0">
                <a:solidFill>
                  <a:srgbClr val="FF0000"/>
                </a:solidFill>
              </a:rPr>
              <a:t>reply</a:t>
            </a:r>
            <a:r>
              <a:rPr lang="en-US" altLang="en-US" sz="2400" dirty="0"/>
              <a:t> messages, both with same </a:t>
            </a:r>
            <a:r>
              <a:rPr lang="en-US" altLang="en-US" sz="2400" i="1" dirty="0">
                <a:solidFill>
                  <a:srgbClr val="FF0000"/>
                </a:solidFill>
              </a:rPr>
              <a:t>message format</a:t>
            </a:r>
            <a:endParaRPr lang="en-US" altLang="en-US" sz="2400" dirty="0">
              <a:solidFill>
                <a:srgbClr val="FF0000"/>
              </a:solidFill>
            </a:endParaRPr>
          </a:p>
        </p:txBody>
      </p:sp>
      <p:sp>
        <p:nvSpPr>
          <p:cNvPr id="84996" name="Rectangle 4"/>
          <p:cNvSpPr>
            <a:spLocks noChangeArrowheads="1"/>
          </p:cNvSpPr>
          <p:nvPr/>
        </p:nvSpPr>
        <p:spPr bwMode="auto">
          <a:xfrm>
            <a:off x="-15240" y="1905000"/>
            <a:ext cx="4038600"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har char="r"/>
              <a:defRPr sz="2400">
                <a:solidFill>
                  <a:schemeClr val="tx1"/>
                </a:solidFill>
                <a:latin typeface="Comic Sans MS" panose="030F0702030302020204" pitchFamily="66" charset="0"/>
              </a:defRPr>
            </a:lvl1pPr>
            <a:lvl2pPr marL="742950" indent="-285750">
              <a:buSzPct val="75000"/>
              <a:buChar char="m"/>
              <a:defRPr sz="2000">
                <a:solidFill>
                  <a:schemeClr val="tx1"/>
                </a:solidFill>
                <a:latin typeface="Comic Sans MS" panose="030F0702030302020204" pitchFamily="66" charset="0"/>
              </a:defRPr>
            </a:lvl2pPr>
            <a:lvl3pPr marL="1143000" indent="-228600">
              <a:buChar char="•"/>
              <a:defRPr>
                <a:solidFill>
                  <a:schemeClr val="tx1"/>
                </a:solidFill>
                <a:latin typeface="Comic Sans MS" panose="030F0702030302020204" pitchFamily="66" charset="0"/>
              </a:defRPr>
            </a:lvl3pPr>
            <a:lvl4pPr marL="1600200" indent="-228600">
              <a:buChar char="–"/>
              <a:defRPr>
                <a:solidFill>
                  <a:schemeClr val="tx1"/>
                </a:solidFill>
                <a:latin typeface="Times New Roman" panose="02020603050405020304" pitchFamily="18" charset="0"/>
              </a:defRPr>
            </a:lvl4pPr>
            <a:lvl5pPr marL="2057400" indent="-2286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buFont typeface="ZapfDingbats" pitchFamily="82" charset="2"/>
              <a:buNone/>
            </a:pPr>
            <a:r>
              <a:rPr lang="en-US" altLang="en-US" dirty="0" err="1">
                <a:latin typeface="Arial" panose="020B0604020202020204" pitchFamily="34" charset="0"/>
                <a:cs typeface="Arial" panose="020B0604020202020204" pitchFamily="34" charset="0"/>
              </a:rPr>
              <a:t>msg</a:t>
            </a:r>
            <a:r>
              <a:rPr lang="en-US" altLang="en-US" dirty="0">
                <a:latin typeface="Arial" panose="020B0604020202020204" pitchFamily="34" charset="0"/>
                <a:cs typeface="Arial" panose="020B0604020202020204" pitchFamily="34" charset="0"/>
              </a:rPr>
              <a:t> header</a:t>
            </a:r>
          </a:p>
          <a:p>
            <a:pPr marL="0" indent="0">
              <a:buNone/>
            </a:pPr>
            <a:r>
              <a:rPr lang="en-US" altLang="en-US" sz="2000" dirty="0">
                <a:solidFill>
                  <a:schemeClr val="accent2"/>
                </a:solidFill>
                <a:latin typeface="Arial" panose="020B0604020202020204" pitchFamily="34" charset="0"/>
                <a:cs typeface="Arial" panose="020B0604020202020204" pitchFamily="34" charset="0"/>
              </a:rPr>
              <a:t>identification:</a:t>
            </a:r>
            <a:r>
              <a:rPr lang="en-US" altLang="en-US" sz="2000" dirty="0">
                <a:latin typeface="Arial" panose="020B0604020202020204" pitchFamily="34" charset="0"/>
                <a:cs typeface="Arial" panose="020B0604020202020204" pitchFamily="34" charset="0"/>
              </a:rPr>
              <a:t> 16 bit # for query, reply to query uses same #</a:t>
            </a:r>
          </a:p>
          <a:p>
            <a:pPr marL="0" indent="0">
              <a:buNone/>
            </a:pPr>
            <a:r>
              <a:rPr lang="en-US" altLang="en-US" sz="2000" dirty="0">
                <a:solidFill>
                  <a:schemeClr val="accent2"/>
                </a:solidFill>
                <a:latin typeface="Arial" panose="020B0604020202020204" pitchFamily="34" charset="0"/>
                <a:cs typeface="Arial" panose="020B0604020202020204" pitchFamily="34" charset="0"/>
              </a:rPr>
              <a:t>flags:</a:t>
            </a:r>
            <a:endParaRPr lang="en-US" altLang="en-US" sz="2000" dirty="0">
              <a:latin typeface="Arial" panose="020B0604020202020204" pitchFamily="34" charset="0"/>
              <a:cs typeface="Arial" panose="020B0604020202020204" pitchFamily="34" charset="0"/>
            </a:endParaRPr>
          </a:p>
          <a:p>
            <a:pPr marL="457200" lvl="1" indent="0">
              <a:buNone/>
            </a:pPr>
            <a:r>
              <a:rPr lang="en-US" altLang="en-US" dirty="0">
                <a:latin typeface="Arial" panose="020B0604020202020204" pitchFamily="34" charset="0"/>
                <a:cs typeface="Arial" panose="020B0604020202020204" pitchFamily="34" charset="0"/>
              </a:rPr>
              <a:t>Query (0) or reply (1)</a:t>
            </a:r>
          </a:p>
          <a:p>
            <a:pPr marL="457200" lvl="1" indent="0">
              <a:buNone/>
            </a:pPr>
            <a:r>
              <a:rPr lang="en-US" altLang="en-US" dirty="0">
                <a:latin typeface="Arial" panose="020B0604020202020204" pitchFamily="34" charset="0"/>
                <a:cs typeface="Arial" panose="020B0604020202020204" pitchFamily="34" charset="0"/>
              </a:rPr>
              <a:t>recursion desired (in a query)</a:t>
            </a:r>
          </a:p>
          <a:p>
            <a:pPr marL="457200" lvl="1" indent="0">
              <a:buNone/>
            </a:pPr>
            <a:r>
              <a:rPr lang="en-US" altLang="en-US" dirty="0">
                <a:latin typeface="Arial" panose="020B0604020202020204" pitchFamily="34" charset="0"/>
                <a:cs typeface="Arial" panose="020B0604020202020204" pitchFamily="34" charset="0"/>
              </a:rPr>
              <a:t>recursion available (in a reply)</a:t>
            </a:r>
          </a:p>
          <a:p>
            <a:pPr marL="457200" lvl="1" indent="0">
              <a:buNone/>
            </a:pPr>
            <a:r>
              <a:rPr lang="en-US" altLang="en-US" dirty="0">
                <a:latin typeface="Arial" panose="020B0604020202020204" pitchFamily="34" charset="0"/>
                <a:cs typeface="Arial" panose="020B0604020202020204" pitchFamily="34" charset="0"/>
              </a:rPr>
              <a:t>reply is authoritative (in a reply)</a:t>
            </a:r>
          </a:p>
          <a:p>
            <a:pPr marL="457200" lvl="1" indent="0">
              <a:buNone/>
            </a:pPr>
            <a:endParaRPr lang="en-US" altLang="en-US" dirty="0">
              <a:latin typeface="Arial" panose="020B0604020202020204" pitchFamily="34" charset="0"/>
              <a:cs typeface="Arial" panose="020B0604020202020204" pitchFamily="34" charset="0"/>
            </a:endParaRPr>
          </a:p>
        </p:txBody>
      </p:sp>
      <p:pic>
        <p:nvPicPr>
          <p:cNvPr id="84997" name="Picture 5" descr="DNSmess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1475" y="2090738"/>
            <a:ext cx="5132388" cy="4167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969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425A5930-C66F-426D-B8FE-BEFB0B7B36FD}" type="slidenum">
              <a:rPr lang="en-US" altLang="en-US"/>
              <a:pPr/>
              <a:t>33</a:t>
            </a:fld>
            <a:endParaRPr lang="en-US" altLang="en-US"/>
          </a:p>
        </p:txBody>
      </p:sp>
      <p:sp>
        <p:nvSpPr>
          <p:cNvPr id="86018" name="Rectangle 2"/>
          <p:cNvSpPr>
            <a:spLocks noGrp="1" noChangeArrowheads="1"/>
          </p:cNvSpPr>
          <p:nvPr>
            <p:ph type="title"/>
          </p:nvPr>
        </p:nvSpPr>
        <p:spPr/>
        <p:txBody>
          <a:bodyPr/>
          <a:lstStyle/>
          <a:p>
            <a:r>
              <a:rPr lang="en-US" altLang="en-US" sz="3600"/>
              <a:t>DNS protocol, messages</a:t>
            </a:r>
            <a:endParaRPr lang="en-US" altLang="en-US"/>
          </a:p>
        </p:txBody>
      </p:sp>
      <p:pic>
        <p:nvPicPr>
          <p:cNvPr id="86019" name="Picture 3" descr="DNSmess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3725" y="1509713"/>
            <a:ext cx="4387850" cy="3562350"/>
          </a:xfrm>
          <a:prstGeom prst="rect">
            <a:avLst/>
          </a:prstGeom>
          <a:noFill/>
          <a:extLst>
            <a:ext uri="{909E8E84-426E-40DD-AFC4-6F175D3DCCD1}">
              <a14:hiddenFill xmlns:a14="http://schemas.microsoft.com/office/drawing/2010/main">
                <a:solidFill>
                  <a:srgbClr val="FFFFFF"/>
                </a:solidFill>
              </a14:hiddenFill>
            </a:ext>
          </a:extLst>
        </p:spPr>
      </p:pic>
      <p:sp>
        <p:nvSpPr>
          <p:cNvPr id="86020" name="Text Box 4"/>
          <p:cNvSpPr txBox="1">
            <a:spLocks noChangeArrowheads="1"/>
          </p:cNvSpPr>
          <p:nvPr/>
        </p:nvSpPr>
        <p:spPr bwMode="auto">
          <a:xfrm>
            <a:off x="849313" y="1585913"/>
            <a:ext cx="2379662"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spcBef>
                <a:spcPct val="0"/>
              </a:spcBef>
              <a:buClrTx/>
              <a:buSzTx/>
              <a:buFontTx/>
              <a:buNone/>
            </a:pPr>
            <a:r>
              <a:rPr lang="en-US" altLang="en-US" sz="2000"/>
              <a:t>Name, type fields</a:t>
            </a:r>
          </a:p>
          <a:p>
            <a:pPr algn="r">
              <a:spcBef>
                <a:spcPct val="0"/>
              </a:spcBef>
              <a:buClrTx/>
              <a:buSzTx/>
              <a:buFontTx/>
              <a:buNone/>
            </a:pPr>
            <a:r>
              <a:rPr lang="en-US" altLang="en-US" sz="2000"/>
              <a:t> for a query</a:t>
            </a:r>
          </a:p>
          <a:p>
            <a:pPr algn="r">
              <a:spcBef>
                <a:spcPct val="0"/>
              </a:spcBef>
              <a:buClrTx/>
              <a:buSzTx/>
              <a:buFontTx/>
              <a:buNone/>
            </a:pPr>
            <a:r>
              <a:rPr lang="en-US" altLang="en-US" sz="1600">
                <a:solidFill>
                  <a:srgbClr val="FF0000"/>
                </a:solidFill>
              </a:rPr>
              <a:t>(Name, Type) </a:t>
            </a:r>
          </a:p>
          <a:p>
            <a:pPr algn="r">
              <a:spcBef>
                <a:spcPct val="0"/>
              </a:spcBef>
              <a:buClrTx/>
              <a:buSzTx/>
              <a:buFontTx/>
              <a:buNone/>
            </a:pPr>
            <a:r>
              <a:rPr lang="en-US" altLang="en-US" sz="1600">
                <a:solidFill>
                  <a:srgbClr val="FF0000"/>
                </a:solidFill>
              </a:rPr>
              <a:t>e.g., (ibm.com, CNAME)</a:t>
            </a:r>
            <a:endParaRPr lang="en-US" altLang="en-US" sz="1600">
              <a:solidFill>
                <a:srgbClr val="FF0000"/>
              </a:solidFill>
              <a:latin typeface="Times New Roman" panose="02020603050405020304" pitchFamily="18" charset="0"/>
            </a:endParaRPr>
          </a:p>
        </p:txBody>
      </p:sp>
      <p:sp>
        <p:nvSpPr>
          <p:cNvPr id="86021" name="Text Box 5"/>
          <p:cNvSpPr txBox="1">
            <a:spLocks noChangeArrowheads="1"/>
          </p:cNvSpPr>
          <p:nvPr/>
        </p:nvSpPr>
        <p:spPr bwMode="auto">
          <a:xfrm>
            <a:off x="0" y="2917825"/>
            <a:ext cx="32385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r">
              <a:spcBef>
                <a:spcPct val="0"/>
              </a:spcBef>
              <a:buClrTx/>
              <a:buSzTx/>
              <a:buFontTx/>
              <a:buNone/>
            </a:pPr>
            <a:r>
              <a:rPr lang="en-US" altLang="en-US" sz="2000"/>
              <a:t>RRs in reponse</a:t>
            </a:r>
          </a:p>
          <a:p>
            <a:pPr algn="r">
              <a:spcBef>
                <a:spcPct val="0"/>
              </a:spcBef>
              <a:buClrTx/>
              <a:buSzTx/>
              <a:buFontTx/>
              <a:buNone/>
            </a:pPr>
            <a:r>
              <a:rPr lang="en-US" altLang="en-US" sz="2000"/>
              <a:t>to query</a:t>
            </a:r>
          </a:p>
          <a:p>
            <a:pPr algn="r">
              <a:spcBef>
                <a:spcPct val="0"/>
              </a:spcBef>
              <a:buClrTx/>
              <a:buSzTx/>
              <a:buFontTx/>
              <a:buNone/>
            </a:pPr>
            <a:r>
              <a:rPr lang="en-US" altLang="en-US" sz="1600">
                <a:solidFill>
                  <a:srgbClr val="FF0000"/>
                </a:solidFill>
              </a:rPr>
              <a:t>(Type, Value, TTL)</a:t>
            </a:r>
          </a:p>
          <a:p>
            <a:pPr algn="r">
              <a:spcBef>
                <a:spcPct val="0"/>
              </a:spcBef>
              <a:buClrTx/>
              <a:buSzTx/>
              <a:buFontTx/>
              <a:buNone/>
            </a:pPr>
            <a:r>
              <a:rPr lang="en-US" altLang="en-US" sz="1600">
                <a:solidFill>
                  <a:srgbClr val="FF0000"/>
                </a:solidFill>
              </a:rPr>
              <a:t>(CNAME, serv.bckup.ibm.com,5)</a:t>
            </a:r>
            <a:endParaRPr lang="en-US" altLang="en-US" sz="1600">
              <a:solidFill>
                <a:srgbClr val="FF0000"/>
              </a:solidFill>
              <a:latin typeface="Times New Roman" panose="02020603050405020304" pitchFamily="18" charset="0"/>
            </a:endParaRPr>
          </a:p>
        </p:txBody>
      </p:sp>
      <p:sp>
        <p:nvSpPr>
          <p:cNvPr id="86022" name="Text Box 6"/>
          <p:cNvSpPr txBox="1">
            <a:spLocks noChangeArrowheads="1"/>
          </p:cNvSpPr>
          <p:nvPr/>
        </p:nvSpPr>
        <p:spPr bwMode="auto">
          <a:xfrm>
            <a:off x="500063" y="4189413"/>
            <a:ext cx="2713037"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spcBef>
                <a:spcPct val="0"/>
              </a:spcBef>
              <a:buClrTx/>
              <a:buSzTx/>
              <a:buFontTx/>
              <a:buNone/>
            </a:pPr>
            <a:r>
              <a:rPr lang="en-US" altLang="en-US" sz="2000"/>
              <a:t>records for</a:t>
            </a:r>
          </a:p>
          <a:p>
            <a:pPr algn="r">
              <a:spcBef>
                <a:spcPct val="0"/>
              </a:spcBef>
              <a:buClrTx/>
              <a:buSzTx/>
              <a:buFontTx/>
              <a:buNone/>
            </a:pPr>
            <a:r>
              <a:rPr lang="en-US" altLang="en-US" sz="2000"/>
              <a:t>authoritative servers</a:t>
            </a:r>
            <a:endParaRPr lang="en-US" altLang="en-US">
              <a:latin typeface="Times New Roman" panose="02020603050405020304" pitchFamily="18" charset="0"/>
            </a:endParaRPr>
          </a:p>
        </p:txBody>
      </p:sp>
      <p:sp>
        <p:nvSpPr>
          <p:cNvPr id="86023" name="Text Box 7"/>
          <p:cNvSpPr txBox="1">
            <a:spLocks noChangeArrowheads="1"/>
          </p:cNvSpPr>
          <p:nvPr/>
        </p:nvSpPr>
        <p:spPr bwMode="auto">
          <a:xfrm>
            <a:off x="207963" y="5503863"/>
            <a:ext cx="4673600"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buClrTx/>
              <a:buSzTx/>
              <a:buFontTx/>
              <a:buNone/>
            </a:pPr>
            <a:r>
              <a:rPr lang="en-US" altLang="en-US" sz="2000"/>
              <a:t>additional “helpful”</a:t>
            </a:r>
          </a:p>
          <a:p>
            <a:pPr algn="ctr">
              <a:spcBef>
                <a:spcPct val="0"/>
              </a:spcBef>
              <a:buClrTx/>
              <a:buSzTx/>
              <a:buFontTx/>
              <a:buNone/>
            </a:pPr>
            <a:r>
              <a:rPr lang="en-US" altLang="en-US" sz="2000"/>
              <a:t>info that may be used</a:t>
            </a:r>
          </a:p>
          <a:p>
            <a:pPr algn="ctr"/>
            <a:r>
              <a:rPr lang="en-US" altLang="en-US" sz="1800">
                <a:solidFill>
                  <a:srgbClr val="FF0000"/>
                </a:solidFill>
              </a:rPr>
              <a:t>e.g., (serv.bckup.ibm.com, 254.24.54.42,A)</a:t>
            </a:r>
          </a:p>
        </p:txBody>
      </p:sp>
      <p:sp>
        <p:nvSpPr>
          <p:cNvPr id="86024" name="Line 8"/>
          <p:cNvSpPr>
            <a:spLocks noChangeShapeType="1"/>
          </p:cNvSpPr>
          <p:nvPr/>
        </p:nvSpPr>
        <p:spPr bwMode="auto">
          <a:xfrm>
            <a:off x="3152775" y="2171700"/>
            <a:ext cx="1447800" cy="8001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86025" name="Line 9"/>
          <p:cNvSpPr>
            <a:spLocks noChangeShapeType="1"/>
          </p:cNvSpPr>
          <p:nvPr/>
        </p:nvSpPr>
        <p:spPr bwMode="auto">
          <a:xfrm flipV="1">
            <a:off x="3367088" y="3571875"/>
            <a:ext cx="1300162" cy="1333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86026" name="Line 10"/>
          <p:cNvSpPr>
            <a:spLocks noChangeShapeType="1"/>
          </p:cNvSpPr>
          <p:nvPr/>
        </p:nvSpPr>
        <p:spPr bwMode="auto">
          <a:xfrm flipV="1">
            <a:off x="3289300" y="4210050"/>
            <a:ext cx="1339850" cy="41433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86027" name="Line 11"/>
          <p:cNvSpPr>
            <a:spLocks noChangeShapeType="1"/>
          </p:cNvSpPr>
          <p:nvPr/>
        </p:nvSpPr>
        <p:spPr bwMode="auto">
          <a:xfrm flipV="1">
            <a:off x="3265488" y="4743450"/>
            <a:ext cx="1363662" cy="7175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 name="Wave 1"/>
          <p:cNvSpPr/>
          <p:nvPr/>
        </p:nvSpPr>
        <p:spPr>
          <a:xfrm>
            <a:off x="4547426" y="5056188"/>
            <a:ext cx="4262437" cy="12192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Multiple RRs possible for the same name!</a:t>
            </a:r>
          </a:p>
        </p:txBody>
      </p:sp>
    </p:spTree>
    <p:extLst>
      <p:ext uri="{BB962C8B-B14F-4D97-AF65-F5344CB8AC3E}">
        <p14:creationId xmlns:p14="http://schemas.microsoft.com/office/powerpoint/2010/main" val="402094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F2E67-B723-3EB5-212D-991EA68C6D70}"/>
              </a:ext>
            </a:extLst>
          </p:cNvPr>
          <p:cNvSpPr>
            <a:spLocks noGrp="1"/>
          </p:cNvSpPr>
          <p:nvPr>
            <p:ph type="title"/>
          </p:nvPr>
        </p:nvSpPr>
        <p:spPr/>
        <p:txBody>
          <a:bodyPr/>
          <a:lstStyle/>
          <a:p>
            <a:r>
              <a:rPr lang="en-AU" dirty="0"/>
              <a:t>A Query Example</a:t>
            </a:r>
          </a:p>
        </p:txBody>
      </p:sp>
      <p:sp>
        <p:nvSpPr>
          <p:cNvPr id="4" name="Slide Number Placeholder 3">
            <a:extLst>
              <a:ext uri="{FF2B5EF4-FFF2-40B4-BE49-F238E27FC236}">
                <a16:creationId xmlns:a16="http://schemas.microsoft.com/office/drawing/2014/main" id="{F4948B4D-9BC2-CE81-A744-8A41A9BF3733}"/>
              </a:ext>
            </a:extLst>
          </p:cNvPr>
          <p:cNvSpPr>
            <a:spLocks noGrp="1"/>
          </p:cNvSpPr>
          <p:nvPr>
            <p:ph type="sldNum" sz="quarter" idx="4"/>
          </p:nvPr>
        </p:nvSpPr>
        <p:spPr/>
        <p:txBody>
          <a:bodyPr/>
          <a:lstStyle/>
          <a:p>
            <a:pPr>
              <a:defRPr/>
            </a:pPr>
            <a:fld id="{DACE9E11-39C8-4E20-894F-A4A883CCF6EF}" type="slidenum">
              <a:rPr lang="en-US" smtClean="0"/>
              <a:pPr>
                <a:defRPr/>
              </a:pPr>
              <a:t>34</a:t>
            </a:fld>
            <a:endParaRPr lang="en-US" dirty="0"/>
          </a:p>
        </p:txBody>
      </p:sp>
      <p:pic>
        <p:nvPicPr>
          <p:cNvPr id="5" name="Picture 4">
            <a:extLst>
              <a:ext uri="{FF2B5EF4-FFF2-40B4-BE49-F238E27FC236}">
                <a16:creationId xmlns:a16="http://schemas.microsoft.com/office/drawing/2014/main" id="{762A5DA4-E685-D69B-9671-A7E7AD494FA6}"/>
              </a:ext>
            </a:extLst>
          </p:cNvPr>
          <p:cNvPicPr>
            <a:picLocks noChangeAspect="1"/>
          </p:cNvPicPr>
          <p:nvPr/>
        </p:nvPicPr>
        <p:blipFill>
          <a:blip r:embed="rId2"/>
          <a:srcRect b="3998"/>
          <a:stretch/>
        </p:blipFill>
        <p:spPr>
          <a:xfrm>
            <a:off x="1790700" y="1243872"/>
            <a:ext cx="5562600" cy="5461728"/>
          </a:xfrm>
          <a:prstGeom prst="rect">
            <a:avLst/>
          </a:prstGeom>
        </p:spPr>
      </p:pic>
    </p:spTree>
    <p:extLst>
      <p:ext uri="{BB962C8B-B14F-4D97-AF65-F5344CB8AC3E}">
        <p14:creationId xmlns:p14="http://schemas.microsoft.com/office/powerpoint/2010/main" val="1489984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883E2-5267-7530-BC2B-76FDD83656EE}"/>
              </a:ext>
            </a:extLst>
          </p:cNvPr>
          <p:cNvSpPr>
            <a:spLocks noGrp="1"/>
          </p:cNvSpPr>
          <p:nvPr>
            <p:ph type="title"/>
          </p:nvPr>
        </p:nvSpPr>
        <p:spPr/>
        <p:txBody>
          <a:bodyPr/>
          <a:lstStyle/>
          <a:p>
            <a:r>
              <a:rPr lang="en-AU" dirty="0"/>
              <a:t>A Response Example</a:t>
            </a:r>
          </a:p>
        </p:txBody>
      </p:sp>
      <p:sp>
        <p:nvSpPr>
          <p:cNvPr id="4" name="Slide Number Placeholder 3">
            <a:extLst>
              <a:ext uri="{FF2B5EF4-FFF2-40B4-BE49-F238E27FC236}">
                <a16:creationId xmlns:a16="http://schemas.microsoft.com/office/drawing/2014/main" id="{0E8394C8-47E7-3424-4943-243FEA5A27C2}"/>
              </a:ext>
            </a:extLst>
          </p:cNvPr>
          <p:cNvSpPr>
            <a:spLocks noGrp="1"/>
          </p:cNvSpPr>
          <p:nvPr>
            <p:ph type="sldNum" sz="quarter" idx="4"/>
          </p:nvPr>
        </p:nvSpPr>
        <p:spPr/>
        <p:txBody>
          <a:bodyPr/>
          <a:lstStyle/>
          <a:p>
            <a:pPr>
              <a:defRPr/>
            </a:pPr>
            <a:fld id="{DACE9E11-39C8-4E20-894F-A4A883CCF6EF}" type="slidenum">
              <a:rPr lang="en-US" smtClean="0"/>
              <a:pPr>
                <a:defRPr/>
              </a:pPr>
              <a:t>35</a:t>
            </a:fld>
            <a:endParaRPr lang="en-US" dirty="0"/>
          </a:p>
        </p:txBody>
      </p:sp>
      <p:pic>
        <p:nvPicPr>
          <p:cNvPr id="5" name="Picture 4">
            <a:extLst>
              <a:ext uri="{FF2B5EF4-FFF2-40B4-BE49-F238E27FC236}">
                <a16:creationId xmlns:a16="http://schemas.microsoft.com/office/drawing/2014/main" id="{2F645D3D-BFA6-5936-42D9-36032878C6C5}"/>
              </a:ext>
            </a:extLst>
          </p:cNvPr>
          <p:cNvPicPr>
            <a:picLocks noChangeAspect="1"/>
          </p:cNvPicPr>
          <p:nvPr/>
        </p:nvPicPr>
        <p:blipFill>
          <a:blip r:embed="rId2"/>
          <a:stretch>
            <a:fillRect/>
          </a:stretch>
        </p:blipFill>
        <p:spPr>
          <a:xfrm>
            <a:off x="1341882" y="990600"/>
            <a:ext cx="6460235" cy="5732828"/>
          </a:xfrm>
          <a:prstGeom prst="rect">
            <a:avLst/>
          </a:prstGeom>
        </p:spPr>
      </p:pic>
    </p:spTree>
    <p:extLst>
      <p:ext uri="{BB962C8B-B14F-4D97-AF65-F5344CB8AC3E}">
        <p14:creationId xmlns:p14="http://schemas.microsoft.com/office/powerpoint/2010/main" val="1065195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References</a:t>
            </a:r>
          </a:p>
        </p:txBody>
      </p:sp>
      <p:sp>
        <p:nvSpPr>
          <p:cNvPr id="3" name="Content Placeholder 2"/>
          <p:cNvSpPr>
            <a:spLocks noGrp="1"/>
          </p:cNvSpPr>
          <p:nvPr>
            <p:ph idx="1"/>
          </p:nvPr>
        </p:nvSpPr>
        <p:spPr/>
        <p:txBody>
          <a:bodyPr/>
          <a:lstStyle/>
          <a:p>
            <a:pPr>
              <a:spcBef>
                <a:spcPts val="600"/>
              </a:spcBef>
              <a:spcAft>
                <a:spcPts val="600"/>
              </a:spcAft>
            </a:pPr>
            <a:r>
              <a:rPr lang="en-GB" sz="2600" dirty="0"/>
              <a:t>James F. Kurose &amp; Keith W. Ross, Computer networking: a top-down approach featuring the Internet, Addison Wesley, 3</a:t>
            </a:r>
            <a:r>
              <a:rPr lang="en-GB" sz="2600" baseline="30000" dirty="0"/>
              <a:t>rd</a:t>
            </a:r>
            <a:r>
              <a:rPr lang="en-GB" sz="2600" dirty="0"/>
              <a:t> edition, 2005. ​</a:t>
            </a:r>
          </a:p>
          <a:p>
            <a:pPr lvl="1">
              <a:spcBef>
                <a:spcPts val="600"/>
              </a:spcBef>
              <a:spcAft>
                <a:spcPts val="600"/>
              </a:spcAft>
            </a:pPr>
            <a:r>
              <a:rPr lang="en-GB" sz="2100" dirty="0"/>
              <a:t>Chapter </a:t>
            </a:r>
            <a:r>
              <a:rPr lang="en-GB" sz="2100"/>
              <a:t>2 Application Layer (2.3, 2.4)</a:t>
            </a:r>
            <a:endParaRPr lang="en-GB" sz="2600" dirty="0"/>
          </a:p>
          <a:p>
            <a:pPr>
              <a:spcBef>
                <a:spcPts val="600"/>
              </a:spcBef>
              <a:spcAft>
                <a:spcPts val="600"/>
              </a:spcAft>
            </a:pPr>
            <a:r>
              <a:rPr lang="en-GB" sz="2600" dirty="0"/>
              <a:t>William Stallings, Data and Computer Communications, Pearson, 10</a:t>
            </a:r>
            <a:r>
              <a:rPr lang="en-GB" sz="2600" baseline="30000" dirty="0"/>
              <a:t>th</a:t>
            </a:r>
            <a:r>
              <a:rPr lang="en-GB" sz="2600" dirty="0"/>
              <a:t> edition, 2013. </a:t>
            </a:r>
          </a:p>
          <a:p>
            <a:pPr lvl="1">
              <a:spcBef>
                <a:spcPts val="600"/>
              </a:spcBef>
              <a:spcAft>
                <a:spcPts val="600"/>
              </a:spcAft>
            </a:pPr>
            <a:r>
              <a:rPr lang="en-GB" sz="2100" dirty="0"/>
              <a:t>Chapter 24 Electronic Mail, DNS, and HTTP (24.1, 24.2)</a:t>
            </a:r>
          </a:p>
          <a:p>
            <a:pPr>
              <a:spcBef>
                <a:spcPts val="600"/>
              </a:spcBef>
              <a:spcAft>
                <a:spcPts val="600"/>
              </a:spcAft>
            </a:pPr>
            <a:r>
              <a:rPr lang="en-GB" sz="2600" dirty="0"/>
              <a:t>Andrew S. Tanenbaum &amp; David J. Wetherall, Computer Networks, Prentice Hall, 5</a:t>
            </a:r>
            <a:r>
              <a:rPr lang="en-GB" sz="2600" baseline="30000" dirty="0"/>
              <a:t>th</a:t>
            </a:r>
            <a:r>
              <a:rPr lang="en-GB" sz="2600" dirty="0"/>
              <a:t> edition, 2010.</a:t>
            </a:r>
          </a:p>
          <a:p>
            <a:pPr lvl="1">
              <a:spcBef>
                <a:spcPts val="600"/>
              </a:spcBef>
              <a:spcAft>
                <a:spcPts val="600"/>
              </a:spcAft>
            </a:pPr>
            <a:r>
              <a:rPr lang="en-GB" sz="2100" dirty="0"/>
              <a:t>Chapter 7 The Application Layer (7.1, 7.2)</a:t>
            </a:r>
            <a:endParaRPr lang="en-NZ" sz="21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36</a:t>
            </a:fld>
            <a:endParaRPr lang="en-US"/>
          </a:p>
        </p:txBody>
      </p:sp>
    </p:spTree>
    <p:extLst>
      <p:ext uri="{BB962C8B-B14F-4D97-AF65-F5344CB8AC3E}">
        <p14:creationId xmlns:p14="http://schemas.microsoft.com/office/powerpoint/2010/main" val="2852110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Acknowledgements</a:t>
            </a:r>
          </a:p>
        </p:txBody>
      </p:sp>
      <p:sp>
        <p:nvSpPr>
          <p:cNvPr id="3" name="Content Placeholder 2"/>
          <p:cNvSpPr>
            <a:spLocks noGrp="1"/>
          </p:cNvSpPr>
          <p:nvPr>
            <p:ph idx="1"/>
          </p:nvPr>
        </p:nvSpPr>
        <p:spPr/>
        <p:txBody>
          <a:bodyPr/>
          <a:lstStyle/>
          <a:p>
            <a:pPr>
              <a:spcBef>
                <a:spcPts val="600"/>
              </a:spcBef>
              <a:spcAft>
                <a:spcPts val="600"/>
              </a:spcAft>
            </a:pPr>
            <a:r>
              <a:rPr lang="en-NZ" sz="3000" dirty="0"/>
              <a:t>Lecture notes are developed based on slides from the following three sources:</a:t>
            </a:r>
          </a:p>
          <a:p>
            <a:pPr lvl="1">
              <a:spcBef>
                <a:spcPts val="600"/>
              </a:spcBef>
              <a:spcAft>
                <a:spcPts val="600"/>
              </a:spcAft>
            </a:pPr>
            <a:r>
              <a:rPr lang="en-NZ" dirty="0"/>
              <a:t>Dr </a:t>
            </a:r>
            <a:r>
              <a:rPr lang="en-NZ" dirty="0" err="1"/>
              <a:t>Mengmeng</a:t>
            </a:r>
            <a:r>
              <a:rPr lang="en-NZ" dirty="0"/>
              <a:t> Ge’s lecture notes for COSC264, University of Canterbury, 2024</a:t>
            </a:r>
          </a:p>
          <a:p>
            <a:pPr lvl="1">
              <a:spcBef>
                <a:spcPts val="600"/>
              </a:spcBef>
              <a:spcAft>
                <a:spcPts val="600"/>
              </a:spcAft>
            </a:pPr>
            <a:r>
              <a:rPr lang="en-NZ" dirty="0"/>
              <a:t>Assoc Prof Dan Kim’s lecture notes for COSC264, University of Canterbury, 2017</a:t>
            </a:r>
          </a:p>
          <a:p>
            <a:pPr lvl="1">
              <a:spcBef>
                <a:spcPts val="600"/>
              </a:spcBef>
              <a:spcAft>
                <a:spcPts val="600"/>
              </a:spcAft>
            </a:pPr>
            <a:r>
              <a:rPr lang="en-NZ" dirty="0"/>
              <a:t>Prof Aleksandar Kuzmanovic’s lecture notes for CS340, Northwestern University, 2005, </a:t>
            </a:r>
            <a:r>
              <a:rPr lang="en-NZ" dirty="0">
                <a:hlinkClick r:id="rId2"/>
              </a:rPr>
              <a:t>https://users.cs.northwestern.edu/~akuzma/classes/CS340-w05/lecture_notes.htm</a:t>
            </a:r>
            <a:endParaRPr lang="en-NZ" dirty="0"/>
          </a:p>
          <a:p>
            <a:pPr lvl="1">
              <a:spcBef>
                <a:spcPts val="600"/>
              </a:spcBef>
              <a:spcAft>
                <a:spcPts val="600"/>
              </a:spcAft>
            </a:pPr>
            <a:endParaRPr lang="en-NZ"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37</a:t>
            </a:fld>
            <a:endParaRPr lang="en-US"/>
          </a:p>
        </p:txBody>
      </p:sp>
    </p:spTree>
    <p:extLst>
      <p:ext uri="{BB962C8B-B14F-4D97-AF65-F5344CB8AC3E}">
        <p14:creationId xmlns:p14="http://schemas.microsoft.com/office/powerpoint/2010/main" val="3611239117"/>
      </p:ext>
    </p:extLst>
  </p:cSld>
  <p:clrMapOvr>
    <a:masterClrMapping/>
  </p:clrMapOvr>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Palatino Linotype"/>
        <a:ea typeface=""/>
        <a:cs typeface="Arial"/>
      </a:majorFont>
      <a:minorFont>
        <a:latin typeface="Palatino Linotype"/>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23684</TotalTime>
  <Words>3162</Words>
  <Application>Microsoft Macintosh PowerPoint</Application>
  <PresentationFormat>On-screen Show (4:3)</PresentationFormat>
  <Paragraphs>441</Paragraphs>
  <Slides>37</Slides>
  <Notes>25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9" baseType="lpstr">
      <vt:lpstr>Google Sans</vt:lpstr>
      <vt:lpstr>ZapfDingbats</vt:lpstr>
      <vt:lpstr>Arial</vt:lpstr>
      <vt:lpstr>Calibri</vt:lpstr>
      <vt:lpstr>Courier New</vt:lpstr>
      <vt:lpstr>Noto</vt:lpstr>
      <vt:lpstr>Nunito</vt:lpstr>
      <vt:lpstr>Palatino Linotype</vt:lpstr>
      <vt:lpstr>Times New Roman</vt:lpstr>
      <vt:lpstr>Wingdings</vt:lpstr>
      <vt:lpstr>1_Default Design</vt:lpstr>
      <vt:lpstr>Clip</vt:lpstr>
      <vt:lpstr>Application Protocols: Introduction to Email and DNS</vt:lpstr>
      <vt:lpstr>Learning Objectives</vt:lpstr>
      <vt:lpstr>Outline</vt:lpstr>
      <vt:lpstr>Email</vt:lpstr>
      <vt:lpstr>Email Overview </vt:lpstr>
      <vt:lpstr>Simple Mail Transfer Protocol (SMTP)</vt:lpstr>
      <vt:lpstr>Basic Operation of SMTP</vt:lpstr>
      <vt:lpstr>SMTP vs. HTTP</vt:lpstr>
      <vt:lpstr>An Example of Internet Message Format</vt:lpstr>
      <vt:lpstr>Multipurpose Internet Mail Extensions (MIME) for None-ASCII Data</vt:lpstr>
      <vt:lpstr>Mail Access Protocols</vt:lpstr>
      <vt:lpstr>POP3</vt:lpstr>
      <vt:lpstr>POP3 (cont.)</vt:lpstr>
      <vt:lpstr>IMAP</vt:lpstr>
      <vt:lpstr>Web-based Email</vt:lpstr>
      <vt:lpstr>DNS</vt:lpstr>
      <vt:lpstr>Domain Name System (DNS)</vt:lpstr>
      <vt:lpstr>DNS Overview  [RFC 1034, 1035]</vt:lpstr>
      <vt:lpstr>DNS Services</vt:lpstr>
      <vt:lpstr>DNS Services (cont.)</vt:lpstr>
      <vt:lpstr>Why not centralised DNS?</vt:lpstr>
      <vt:lpstr>Problems with a centralised design</vt:lpstr>
      <vt:lpstr>A Distributed, Hierarchical Database</vt:lpstr>
      <vt:lpstr>Root DNS Servers</vt:lpstr>
      <vt:lpstr>TLD DNS Servers and Authoritative DNS Servers</vt:lpstr>
      <vt:lpstr>Local DNS Servers</vt:lpstr>
      <vt:lpstr>Interaction of the various DNS servers</vt:lpstr>
      <vt:lpstr>Recursive Queries in DNS</vt:lpstr>
      <vt:lpstr>DNS Caching</vt:lpstr>
      <vt:lpstr>DNS records</vt:lpstr>
      <vt:lpstr>A toy example</vt:lpstr>
      <vt:lpstr>DNS protocol, messages</vt:lpstr>
      <vt:lpstr>DNS protocol, messages</vt:lpstr>
      <vt:lpstr>A Query Example</vt:lpstr>
      <vt:lpstr>A Response Example</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dc:creator>
  <cp:lastModifiedBy>Barry Wu</cp:lastModifiedBy>
  <cp:revision>624</cp:revision>
  <cp:lastPrinted>2015-10-13T01:37:47Z</cp:lastPrinted>
  <dcterms:created xsi:type="dcterms:W3CDTF">1601-01-01T00:00:00Z</dcterms:created>
  <dcterms:modified xsi:type="dcterms:W3CDTF">2025-10-15T21:30:11Z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MSIP_Label_d2b2326c-f811-4ccc-abcb-1b955c303c2e_Enabled">
    <vt:lpwstr>true</vt:lpwstr>
  </property>
  <property fmtid="{D5CDD505-2E9C-101B-9397-08002B2CF9AE}" pid="4" name="MSIP_Label_d2b2326c-f811-4ccc-abcb-1b955c303c2e_SetDate">
    <vt:lpwstr>2025-06-12T02:20:37Z</vt:lpwstr>
  </property>
  <property fmtid="{D5CDD505-2E9C-101B-9397-08002B2CF9AE}" pid="5" name="MSIP_Label_d2b2326c-f811-4ccc-abcb-1b955c303c2e_Method">
    <vt:lpwstr>Standard</vt:lpwstr>
  </property>
  <property fmtid="{D5CDD505-2E9C-101B-9397-08002B2CF9AE}" pid="6" name="MSIP_Label_d2b2326c-f811-4ccc-abcb-1b955c303c2e_Name">
    <vt:lpwstr>In-Confidence</vt:lpwstr>
  </property>
  <property fmtid="{D5CDD505-2E9C-101B-9397-08002B2CF9AE}" pid="7" name="MSIP_Label_d2b2326c-f811-4ccc-abcb-1b955c303c2e_SiteId">
    <vt:lpwstr>dc781727-710e-4855-bc4c-690266a1b551</vt:lpwstr>
  </property>
  <property fmtid="{D5CDD505-2E9C-101B-9397-08002B2CF9AE}" pid="8" name="MSIP_Label_d2b2326c-f811-4ccc-abcb-1b955c303c2e_ActionId">
    <vt:lpwstr>a3cb67f4-b581-464d-af28-658f1298abdb</vt:lpwstr>
  </property>
  <property fmtid="{D5CDD505-2E9C-101B-9397-08002B2CF9AE}" pid="9" name="MSIP_Label_d2b2326c-f811-4ccc-abcb-1b955c303c2e_ContentBits">
    <vt:lpwstr>2</vt:lpwstr>
  </property>
  <property fmtid="{D5CDD505-2E9C-101B-9397-08002B2CF9AE}" pid="10" name="MSIP_Label_d2b2326c-f811-4ccc-abcb-1b955c303c2e_Tag">
    <vt:lpwstr>50, 3, 0, 1</vt:lpwstr>
  </property>
  <property fmtid="{D5CDD505-2E9C-101B-9397-08002B2CF9AE}" pid="11" name="ClassificationContentMarkingFooterLocations">
    <vt:lpwstr>1_Default Design:3</vt:lpwstr>
  </property>
  <property fmtid="{D5CDD505-2E9C-101B-9397-08002B2CF9AE}" pid="12" name="ClassificationContentMarkingFooterText">
    <vt:lpwstr>In-Confidence</vt:lpwstr>
  </property>
</Properties>
</file>