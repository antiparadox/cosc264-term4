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8" r:id="rId1"/>
  </p:sldMasterIdLst>
  <p:notesMasterIdLst>
    <p:notesMasterId r:id="rId69"/>
  </p:notesMasterIdLst>
  <p:handoutMasterIdLst>
    <p:handoutMasterId r:id="rId70"/>
  </p:handoutMasterIdLst>
  <p:sldIdLst>
    <p:sldId id="525" r:id="rId2"/>
    <p:sldId id="632" r:id="rId3"/>
    <p:sldId id="385" r:id="rId4"/>
    <p:sldId id="275" r:id="rId5"/>
    <p:sldId id="633" r:id="rId6"/>
    <p:sldId id="337" r:id="rId7"/>
    <p:sldId id="634" r:id="rId8"/>
    <p:sldId id="338" r:id="rId9"/>
    <p:sldId id="339" r:id="rId10"/>
    <p:sldId id="340" r:id="rId11"/>
    <p:sldId id="344" r:id="rId12"/>
    <p:sldId id="341" r:id="rId13"/>
    <p:sldId id="346" r:id="rId14"/>
    <p:sldId id="343" r:id="rId15"/>
    <p:sldId id="347" r:id="rId16"/>
    <p:sldId id="348" r:id="rId17"/>
    <p:sldId id="350" r:id="rId18"/>
    <p:sldId id="431" r:id="rId19"/>
    <p:sldId id="635" r:id="rId20"/>
    <p:sldId id="353" r:id="rId21"/>
    <p:sldId id="354" r:id="rId22"/>
    <p:sldId id="355" r:id="rId23"/>
    <p:sldId id="392" r:id="rId24"/>
    <p:sldId id="351" r:id="rId25"/>
    <p:sldId id="389" r:id="rId26"/>
    <p:sldId id="390" r:id="rId27"/>
    <p:sldId id="391" r:id="rId28"/>
    <p:sldId id="393" r:id="rId29"/>
    <p:sldId id="394" r:id="rId30"/>
    <p:sldId id="356" r:id="rId31"/>
    <p:sldId id="357" r:id="rId32"/>
    <p:sldId id="359" r:id="rId33"/>
    <p:sldId id="360" r:id="rId34"/>
    <p:sldId id="636" r:id="rId35"/>
    <p:sldId id="361" r:id="rId36"/>
    <p:sldId id="362" r:id="rId37"/>
    <p:sldId id="363" r:id="rId38"/>
    <p:sldId id="414" r:id="rId39"/>
    <p:sldId id="364" r:id="rId40"/>
    <p:sldId id="410" r:id="rId41"/>
    <p:sldId id="369" r:id="rId42"/>
    <p:sldId id="417" r:id="rId43"/>
    <p:sldId id="409" r:id="rId44"/>
    <p:sldId id="416" r:id="rId45"/>
    <p:sldId id="637" r:id="rId46"/>
    <p:sldId id="365" r:id="rId47"/>
    <p:sldId id="366" r:id="rId48"/>
    <p:sldId id="367" r:id="rId49"/>
    <p:sldId id="638" r:id="rId50"/>
    <p:sldId id="372" r:id="rId51"/>
    <p:sldId id="373" r:id="rId52"/>
    <p:sldId id="420" r:id="rId53"/>
    <p:sldId id="375" r:id="rId54"/>
    <p:sldId id="421" r:id="rId55"/>
    <p:sldId id="432" r:id="rId56"/>
    <p:sldId id="426" r:id="rId57"/>
    <p:sldId id="424" r:id="rId58"/>
    <p:sldId id="376" r:id="rId59"/>
    <p:sldId id="425" r:id="rId60"/>
    <p:sldId id="639" r:id="rId61"/>
    <p:sldId id="433" r:id="rId62"/>
    <p:sldId id="377" r:id="rId63"/>
    <p:sldId id="378" r:id="rId64"/>
    <p:sldId id="379" r:id="rId65"/>
    <p:sldId id="380" r:id="rId66"/>
    <p:sldId id="457" r:id="rId67"/>
    <p:sldId id="524" r:id="rId68"/>
  </p:sldIdLst>
  <p:sldSz cx="9144000" cy="6858000" type="screen4x3"/>
  <p:notesSz cx="9926638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FF0000"/>
    <a:srgbClr val="FF0066"/>
    <a:srgbClr val="99CCFF"/>
    <a:srgbClr val="3333CC"/>
    <a:srgbClr val="008080"/>
    <a:srgbClr val="800000"/>
    <a:srgbClr val="CC0000"/>
    <a:srgbClr val="FF00FF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F119B6-D9B5-4896-B1A2-6C1A90172832}" v="120" dt="2024-09-25T03:35:28.9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142" autoAdjust="0"/>
    <p:restoredTop sz="70268" autoAdjust="0"/>
  </p:normalViewPr>
  <p:slideViewPr>
    <p:cSldViewPr>
      <p:cViewPr varScale="1">
        <p:scale>
          <a:sx n="79" d="100"/>
          <a:sy n="79" d="100"/>
        </p:scale>
        <p:origin x="1912" y="200"/>
      </p:cViewPr>
      <p:guideLst>
        <p:guide orient="horz" pos="2160"/>
        <p:guide pos="2880"/>
      </p:guideLst>
    </p:cSldViewPr>
  </p:slideViewPr>
  <p:outlineViewPr>
    <p:cViewPr>
      <p:scale>
        <a:sx n="20" d="100"/>
        <a:sy n="20" d="100"/>
      </p:scale>
      <p:origin x="0" y="-407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gmeng Ge" userId="bb5bc401-97cb-4caf-9857-8ff441375414" providerId="ADAL" clId="{D0F119B6-D9B5-4896-B1A2-6C1A90172832}"/>
    <pc:docChg chg="undo custSel addSld delSld modSld sldOrd">
      <pc:chgData name="Mengmeng Ge" userId="bb5bc401-97cb-4caf-9857-8ff441375414" providerId="ADAL" clId="{D0F119B6-D9B5-4896-B1A2-6C1A90172832}" dt="2024-09-25T03:41:59.156" v="938" actId="113"/>
      <pc:docMkLst>
        <pc:docMk/>
      </pc:docMkLst>
      <pc:sldChg chg="modAnim modNotesTx">
        <pc:chgData name="Mengmeng Ge" userId="bb5bc401-97cb-4caf-9857-8ff441375414" providerId="ADAL" clId="{D0F119B6-D9B5-4896-B1A2-6C1A90172832}" dt="2024-09-25T03:29:42.526" v="828"/>
        <pc:sldMkLst>
          <pc:docMk/>
          <pc:sldMk cId="131516605" sldId="339"/>
        </pc:sldMkLst>
      </pc:sldChg>
      <pc:sldChg chg="modAnim modNotesTx">
        <pc:chgData name="Mengmeng Ge" userId="bb5bc401-97cb-4caf-9857-8ff441375414" providerId="ADAL" clId="{D0F119B6-D9B5-4896-B1A2-6C1A90172832}" dt="2024-09-25T03:41:59.156" v="938" actId="113"/>
        <pc:sldMkLst>
          <pc:docMk/>
          <pc:sldMk cId="1146595652" sldId="340"/>
        </pc:sldMkLst>
      </pc:sldChg>
      <pc:sldChg chg="modSp mod">
        <pc:chgData name="Mengmeng Ge" userId="bb5bc401-97cb-4caf-9857-8ff441375414" providerId="ADAL" clId="{D0F119B6-D9B5-4896-B1A2-6C1A90172832}" dt="2024-09-20T01:59:19.855" v="107" actId="207"/>
        <pc:sldMkLst>
          <pc:docMk/>
          <pc:sldMk cId="3315425011" sldId="343"/>
        </pc:sldMkLst>
        <pc:spChg chg="mod">
          <ac:chgData name="Mengmeng Ge" userId="bb5bc401-97cb-4caf-9857-8ff441375414" providerId="ADAL" clId="{D0F119B6-D9B5-4896-B1A2-6C1A90172832}" dt="2024-09-20T01:59:19.855" v="107" actId="207"/>
          <ac:spMkLst>
            <pc:docMk/>
            <pc:sldMk cId="3315425011" sldId="343"/>
            <ac:spMk id="3" creationId="{00000000-0000-0000-0000-000000000000}"/>
          </ac:spMkLst>
        </pc:spChg>
      </pc:sldChg>
      <pc:sldChg chg="addSp delSp modSp mod">
        <pc:chgData name="Mengmeng Ge" userId="bb5bc401-97cb-4caf-9857-8ff441375414" providerId="ADAL" clId="{D0F119B6-D9B5-4896-B1A2-6C1A90172832}" dt="2024-09-20T02:09:01.090" v="220" actId="114"/>
        <pc:sldMkLst>
          <pc:docMk/>
          <pc:sldMk cId="3078963919" sldId="346"/>
        </pc:sldMkLst>
        <pc:spChg chg="del">
          <ac:chgData name="Mengmeng Ge" userId="bb5bc401-97cb-4caf-9857-8ff441375414" providerId="ADAL" clId="{D0F119B6-D9B5-4896-B1A2-6C1A90172832}" dt="2024-09-19T02:14:19.262" v="0" actId="478"/>
          <ac:spMkLst>
            <pc:docMk/>
            <pc:sldMk cId="3078963919" sldId="346"/>
            <ac:spMk id="2" creationId="{00000000-0000-0000-0000-000000000000}"/>
          </ac:spMkLst>
        </pc:spChg>
        <pc:spChg chg="add mod">
          <ac:chgData name="Mengmeng Ge" userId="bb5bc401-97cb-4caf-9857-8ff441375414" providerId="ADAL" clId="{D0F119B6-D9B5-4896-B1A2-6C1A90172832}" dt="2024-09-19T02:14:28.871" v="11" actId="20577"/>
          <ac:spMkLst>
            <pc:docMk/>
            <pc:sldMk cId="3078963919" sldId="346"/>
            <ac:spMk id="5" creationId="{78F72EE5-9325-EDE3-39FA-18F39CAB89F7}"/>
          </ac:spMkLst>
        </pc:spChg>
        <pc:spChg chg="add mod">
          <ac:chgData name="Mengmeng Ge" userId="bb5bc401-97cb-4caf-9857-8ff441375414" providerId="ADAL" clId="{D0F119B6-D9B5-4896-B1A2-6C1A90172832}" dt="2024-09-19T02:14:21.684" v="2"/>
          <ac:spMkLst>
            <pc:docMk/>
            <pc:sldMk cId="3078963919" sldId="346"/>
            <ac:spMk id="6" creationId="{77245E04-5F24-1509-F9E0-F121570C39F7}"/>
          </ac:spMkLst>
        </pc:spChg>
        <pc:spChg chg="mod">
          <ac:chgData name="Mengmeng Ge" userId="bb5bc401-97cb-4caf-9857-8ff441375414" providerId="ADAL" clId="{D0F119B6-D9B5-4896-B1A2-6C1A90172832}" dt="2024-09-20T02:08:56.822" v="219" actId="114"/>
          <ac:spMkLst>
            <pc:docMk/>
            <pc:sldMk cId="3078963919" sldId="346"/>
            <ac:spMk id="31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09:01.090" v="220" actId="114"/>
          <ac:spMkLst>
            <pc:docMk/>
            <pc:sldMk cId="3078963919" sldId="346"/>
            <ac:spMk id="41" creationId="{00000000-0000-0000-0000-000000000000}"/>
          </ac:spMkLst>
        </pc:spChg>
        <pc:cxnChg chg="add mod">
          <ac:chgData name="Mengmeng Ge" userId="bb5bc401-97cb-4caf-9857-8ff441375414" providerId="ADAL" clId="{D0F119B6-D9B5-4896-B1A2-6C1A90172832}" dt="2024-09-19T02:14:52.001" v="17" actId="1035"/>
          <ac:cxnSpMkLst>
            <pc:docMk/>
            <pc:sldMk cId="3078963919" sldId="346"/>
            <ac:cxnSpMk id="7" creationId="{4A8BAA7E-2EDC-1FA7-B8F3-3AAEF0870A45}"/>
          </ac:cxnSpMkLst>
        </pc:cxnChg>
        <pc:cxnChg chg="add mod">
          <ac:chgData name="Mengmeng Ge" userId="bb5bc401-97cb-4caf-9857-8ff441375414" providerId="ADAL" clId="{D0F119B6-D9B5-4896-B1A2-6C1A90172832}" dt="2024-09-19T02:14:52.001" v="17" actId="1035"/>
          <ac:cxnSpMkLst>
            <pc:docMk/>
            <pc:sldMk cId="3078963919" sldId="346"/>
            <ac:cxnSpMk id="8" creationId="{1EC77B5B-D6DC-E172-8C8A-A116E45AB6B7}"/>
          </ac:cxnSpMkLst>
        </pc:cxnChg>
        <pc:cxnChg chg="del">
          <ac:chgData name="Mengmeng Ge" userId="bb5bc401-97cb-4caf-9857-8ff441375414" providerId="ADAL" clId="{D0F119B6-D9B5-4896-B1A2-6C1A90172832}" dt="2024-09-19T02:14:42.075" v="12" actId="478"/>
          <ac:cxnSpMkLst>
            <pc:docMk/>
            <pc:sldMk cId="3078963919" sldId="346"/>
            <ac:cxnSpMk id="36" creationId="{00000000-0000-0000-0000-000000000000}"/>
          </ac:cxnSpMkLst>
        </pc:cxnChg>
        <pc:cxnChg chg="del">
          <ac:chgData name="Mengmeng Ge" userId="bb5bc401-97cb-4caf-9857-8ff441375414" providerId="ADAL" clId="{D0F119B6-D9B5-4896-B1A2-6C1A90172832}" dt="2024-09-19T02:14:43.896" v="13" actId="478"/>
          <ac:cxnSpMkLst>
            <pc:docMk/>
            <pc:sldMk cId="3078963919" sldId="346"/>
            <ac:cxnSpMk id="37" creationId="{00000000-0000-0000-0000-000000000000}"/>
          </ac:cxnSpMkLst>
        </pc:cxnChg>
      </pc:sldChg>
      <pc:sldChg chg="addSp delSp modSp mod delAnim modNotesTx">
        <pc:chgData name="Mengmeng Ge" userId="bb5bc401-97cb-4caf-9857-8ff441375414" providerId="ADAL" clId="{D0F119B6-D9B5-4896-B1A2-6C1A90172832}" dt="2024-09-20T02:09:11.408" v="222" actId="114"/>
        <pc:sldMkLst>
          <pc:docMk/>
          <pc:sldMk cId="811322450" sldId="347"/>
        </pc:sldMkLst>
        <pc:spChg chg="mod">
          <ac:chgData name="Mengmeng Ge" userId="bb5bc401-97cb-4caf-9857-8ff441375414" providerId="ADAL" clId="{D0F119B6-D9B5-4896-B1A2-6C1A90172832}" dt="2024-09-19T02:23:50.222" v="36" actId="255"/>
          <ac:spMkLst>
            <pc:docMk/>
            <pc:sldMk cId="811322450" sldId="347"/>
            <ac:spMk id="2" creationId="{00000000-0000-0000-0000-000000000000}"/>
          </ac:spMkLst>
        </pc:spChg>
        <pc:spChg chg="del">
          <ac:chgData name="Mengmeng Ge" userId="bb5bc401-97cb-4caf-9857-8ff441375414" providerId="ADAL" clId="{D0F119B6-D9B5-4896-B1A2-6C1A90172832}" dt="2024-09-19T02:24:01.689" v="37" actId="478"/>
          <ac:spMkLst>
            <pc:docMk/>
            <pc:sldMk cId="811322450" sldId="347"/>
            <ac:spMk id="3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19T02:24:55.685" v="56" actId="14100"/>
          <ac:spMkLst>
            <pc:docMk/>
            <pc:sldMk cId="811322450" sldId="347"/>
            <ac:spMk id="6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19T02:24:29.583" v="46" actId="1038"/>
          <ac:spMkLst>
            <pc:docMk/>
            <pc:sldMk cId="811322450" sldId="347"/>
            <ac:spMk id="27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09:07.754" v="221" actId="114"/>
          <ac:spMkLst>
            <pc:docMk/>
            <pc:sldMk cId="811322450" sldId="347"/>
            <ac:spMk id="31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09:11.408" v="222" actId="114"/>
          <ac:spMkLst>
            <pc:docMk/>
            <pc:sldMk cId="811322450" sldId="347"/>
            <ac:spMk id="41" creationId="{00000000-0000-0000-0000-000000000000}"/>
          </ac:spMkLst>
        </pc:spChg>
        <pc:cxnChg chg="add mod">
          <ac:chgData name="Mengmeng Ge" userId="bb5bc401-97cb-4caf-9857-8ff441375414" providerId="ADAL" clId="{D0F119B6-D9B5-4896-B1A2-6C1A90172832}" dt="2024-09-19T02:24:20.457" v="44" actId="1037"/>
          <ac:cxnSpMkLst>
            <pc:docMk/>
            <pc:sldMk cId="811322450" sldId="347"/>
            <ac:cxnSpMk id="5" creationId="{8A993856-F0CA-557B-AB99-1378B17F04B4}"/>
          </ac:cxnSpMkLst>
        </pc:cxnChg>
        <pc:cxnChg chg="add mod">
          <ac:chgData name="Mengmeng Ge" userId="bb5bc401-97cb-4caf-9857-8ff441375414" providerId="ADAL" clId="{D0F119B6-D9B5-4896-B1A2-6C1A90172832}" dt="2024-09-19T02:24:20.457" v="44" actId="1037"/>
          <ac:cxnSpMkLst>
            <pc:docMk/>
            <pc:sldMk cId="811322450" sldId="347"/>
            <ac:cxnSpMk id="7" creationId="{755C4FC3-8327-D33C-A6E2-CFD03200335F}"/>
          </ac:cxnSpMkLst>
        </pc:cxnChg>
        <pc:cxnChg chg="del">
          <ac:chgData name="Mengmeng Ge" userId="bb5bc401-97cb-4caf-9857-8ff441375414" providerId="ADAL" clId="{D0F119B6-D9B5-4896-B1A2-6C1A90172832}" dt="2024-09-19T02:24:17.383" v="38" actId="478"/>
          <ac:cxnSpMkLst>
            <pc:docMk/>
            <pc:sldMk cId="811322450" sldId="347"/>
            <ac:cxnSpMk id="36" creationId="{00000000-0000-0000-0000-000000000000}"/>
          </ac:cxnSpMkLst>
        </pc:cxnChg>
        <pc:cxnChg chg="del">
          <ac:chgData name="Mengmeng Ge" userId="bb5bc401-97cb-4caf-9857-8ff441375414" providerId="ADAL" clId="{D0F119B6-D9B5-4896-B1A2-6C1A90172832}" dt="2024-09-19T02:24:17.383" v="38" actId="478"/>
          <ac:cxnSpMkLst>
            <pc:docMk/>
            <pc:sldMk cId="811322450" sldId="347"/>
            <ac:cxnSpMk id="37" creationId="{00000000-0000-0000-0000-000000000000}"/>
          </ac:cxnSpMkLst>
        </pc:cxnChg>
      </pc:sldChg>
      <pc:sldChg chg="addSp delSp modSp mod delAnim">
        <pc:chgData name="Mengmeng Ge" userId="bb5bc401-97cb-4caf-9857-8ff441375414" providerId="ADAL" clId="{D0F119B6-D9B5-4896-B1A2-6C1A90172832}" dt="2024-09-20T02:10:17.073" v="224" actId="114"/>
        <pc:sldMkLst>
          <pc:docMk/>
          <pc:sldMk cId="2708215785" sldId="348"/>
        </pc:sldMkLst>
        <pc:spChg chg="mod">
          <ac:chgData name="Mengmeng Ge" userId="bb5bc401-97cb-4caf-9857-8ff441375414" providerId="ADAL" clId="{D0F119B6-D9B5-4896-B1A2-6C1A90172832}" dt="2024-09-20T01:24:21.306" v="71" actId="14100"/>
          <ac:spMkLst>
            <pc:docMk/>
            <pc:sldMk cId="2708215785" sldId="348"/>
            <ac:spMk id="2" creationId="{00000000-0000-0000-0000-000000000000}"/>
          </ac:spMkLst>
        </pc:spChg>
        <pc:spChg chg="del">
          <ac:chgData name="Mengmeng Ge" userId="bb5bc401-97cb-4caf-9857-8ff441375414" providerId="ADAL" clId="{D0F119B6-D9B5-4896-B1A2-6C1A90172832}" dt="2024-09-19T02:25:30.234" v="64" actId="478"/>
          <ac:spMkLst>
            <pc:docMk/>
            <pc:sldMk cId="2708215785" sldId="348"/>
            <ac:spMk id="3" creationId="{00000000-0000-0000-0000-000000000000}"/>
          </ac:spMkLst>
        </pc:spChg>
        <pc:spChg chg="add del">
          <ac:chgData name="Mengmeng Ge" userId="bb5bc401-97cb-4caf-9857-8ff441375414" providerId="ADAL" clId="{D0F119B6-D9B5-4896-B1A2-6C1A90172832}" dt="2024-09-19T02:25:08.803" v="59" actId="22"/>
          <ac:spMkLst>
            <pc:docMk/>
            <pc:sldMk cId="2708215785" sldId="348"/>
            <ac:spMk id="6" creationId="{02856885-AF74-E634-C8A9-9D827C6D7F98}"/>
          </ac:spMkLst>
        </pc:spChg>
        <pc:spChg chg="mod">
          <ac:chgData name="Mengmeng Ge" userId="bb5bc401-97cb-4caf-9857-8ff441375414" providerId="ADAL" clId="{D0F119B6-D9B5-4896-B1A2-6C1A90172832}" dt="2024-09-19T02:25:26.780" v="63" actId="14100"/>
          <ac:spMkLst>
            <pc:docMk/>
            <pc:sldMk cId="2708215785" sldId="348"/>
            <ac:spMk id="22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10:13.488" v="223" actId="114"/>
          <ac:spMkLst>
            <pc:docMk/>
            <pc:sldMk cId="2708215785" sldId="348"/>
            <ac:spMk id="31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10:17.073" v="224" actId="114"/>
          <ac:spMkLst>
            <pc:docMk/>
            <pc:sldMk cId="2708215785" sldId="348"/>
            <ac:spMk id="35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02:45.121" v="160" actId="20577"/>
          <ac:spMkLst>
            <pc:docMk/>
            <pc:sldMk cId="2708215785" sldId="348"/>
            <ac:spMk id="41" creationId="{00000000-0000-0000-0000-000000000000}"/>
          </ac:spMkLst>
        </pc:spChg>
        <pc:cxnChg chg="add mod">
          <ac:chgData name="Mengmeng Ge" userId="bb5bc401-97cb-4caf-9857-8ff441375414" providerId="ADAL" clId="{D0F119B6-D9B5-4896-B1A2-6C1A90172832}" dt="2024-09-19T02:25:15.220" v="60"/>
          <ac:cxnSpMkLst>
            <pc:docMk/>
            <pc:sldMk cId="2708215785" sldId="348"/>
            <ac:cxnSpMk id="7" creationId="{F670BD2C-1434-03BC-FAF1-61464E55DE50}"/>
          </ac:cxnSpMkLst>
        </pc:cxnChg>
        <pc:cxnChg chg="add mod">
          <ac:chgData name="Mengmeng Ge" userId="bb5bc401-97cb-4caf-9857-8ff441375414" providerId="ADAL" clId="{D0F119B6-D9B5-4896-B1A2-6C1A90172832}" dt="2024-09-19T02:25:15.220" v="60"/>
          <ac:cxnSpMkLst>
            <pc:docMk/>
            <pc:sldMk cId="2708215785" sldId="348"/>
            <ac:cxnSpMk id="8" creationId="{B5E48F8C-C610-0E43-5DBA-0DF1FBA83047}"/>
          </ac:cxnSpMkLst>
        </pc:cxnChg>
        <pc:cxnChg chg="del">
          <ac:chgData name="Mengmeng Ge" userId="bb5bc401-97cb-4caf-9857-8ff441375414" providerId="ADAL" clId="{D0F119B6-D9B5-4896-B1A2-6C1A90172832}" dt="2024-09-19T02:25:06.513" v="57" actId="478"/>
          <ac:cxnSpMkLst>
            <pc:docMk/>
            <pc:sldMk cId="2708215785" sldId="348"/>
            <ac:cxnSpMk id="36" creationId="{00000000-0000-0000-0000-000000000000}"/>
          </ac:cxnSpMkLst>
        </pc:cxnChg>
        <pc:cxnChg chg="del">
          <ac:chgData name="Mengmeng Ge" userId="bb5bc401-97cb-4caf-9857-8ff441375414" providerId="ADAL" clId="{D0F119B6-D9B5-4896-B1A2-6C1A90172832}" dt="2024-09-19T02:25:06.513" v="57" actId="478"/>
          <ac:cxnSpMkLst>
            <pc:docMk/>
            <pc:sldMk cId="2708215785" sldId="348"/>
            <ac:cxnSpMk id="37" creationId="{00000000-0000-0000-0000-000000000000}"/>
          </ac:cxnSpMkLst>
        </pc:cxnChg>
      </pc:sldChg>
      <pc:sldChg chg="ord">
        <pc:chgData name="Mengmeng Ge" userId="bb5bc401-97cb-4caf-9857-8ff441375414" providerId="ADAL" clId="{D0F119B6-D9B5-4896-B1A2-6C1A90172832}" dt="2024-09-19T02:17:27.425" v="20"/>
        <pc:sldMkLst>
          <pc:docMk/>
          <pc:sldMk cId="3826851153" sldId="350"/>
        </pc:sldMkLst>
      </pc:sldChg>
      <pc:sldChg chg="addSp delSp modSp mod modAnim">
        <pc:chgData name="Mengmeng Ge" userId="bb5bc401-97cb-4caf-9857-8ff441375414" providerId="ADAL" clId="{D0F119B6-D9B5-4896-B1A2-6C1A90172832}" dt="2024-09-20T02:32:22.671" v="380"/>
        <pc:sldMkLst>
          <pc:docMk/>
          <pc:sldMk cId="1379195633" sldId="356"/>
        </pc:sldMkLst>
        <pc:spChg chg="mod">
          <ac:chgData name="Mengmeng Ge" userId="bb5bc401-97cb-4caf-9857-8ff441375414" providerId="ADAL" clId="{D0F119B6-D9B5-4896-B1A2-6C1A90172832}" dt="2024-09-20T02:31:18.654" v="365" actId="1037"/>
          <ac:spMkLst>
            <pc:docMk/>
            <pc:sldMk cId="1379195633" sldId="356"/>
            <ac:spMk id="10" creationId="{00000000-0000-0000-0000-000000000000}"/>
          </ac:spMkLst>
        </pc:spChg>
        <pc:picChg chg="add mod">
          <ac:chgData name="Mengmeng Ge" userId="bb5bc401-97cb-4caf-9857-8ff441375414" providerId="ADAL" clId="{D0F119B6-D9B5-4896-B1A2-6C1A90172832}" dt="2024-09-20T02:30:48.308" v="359" actId="1076"/>
          <ac:picMkLst>
            <pc:docMk/>
            <pc:sldMk cId="1379195633" sldId="356"/>
            <ac:picMk id="5" creationId="{3D50DB5C-E59A-3881-9676-D71D9A1B3059}"/>
          </ac:picMkLst>
        </pc:picChg>
        <pc:picChg chg="add mod ord">
          <ac:chgData name="Mengmeng Ge" userId="bb5bc401-97cb-4caf-9857-8ff441375414" providerId="ADAL" clId="{D0F119B6-D9B5-4896-B1A2-6C1A90172832}" dt="2024-09-20T02:31:16.272" v="364" actId="1076"/>
          <ac:picMkLst>
            <pc:docMk/>
            <pc:sldMk cId="1379195633" sldId="356"/>
            <ac:picMk id="7" creationId="{150181F4-CE8E-55DA-031E-D850B0658947}"/>
          </ac:picMkLst>
        </pc:picChg>
        <pc:picChg chg="del">
          <ac:chgData name="Mengmeng Ge" userId="bb5bc401-97cb-4caf-9857-8ff441375414" providerId="ADAL" clId="{D0F119B6-D9B5-4896-B1A2-6C1A90172832}" dt="2024-09-20T02:31:01.346" v="360" actId="478"/>
          <ac:picMkLst>
            <pc:docMk/>
            <pc:sldMk cId="1379195633" sldId="356"/>
            <ac:picMk id="11" creationId="{6E24EA39-36BD-F5D1-45A2-D0687A9DC0A9}"/>
          </ac:picMkLst>
        </pc:picChg>
        <pc:picChg chg="del">
          <ac:chgData name="Mengmeng Ge" userId="bb5bc401-97cb-4caf-9857-8ff441375414" providerId="ADAL" clId="{D0F119B6-D9B5-4896-B1A2-6C1A90172832}" dt="2024-09-20T02:30:44.982" v="357" actId="478"/>
          <ac:picMkLst>
            <pc:docMk/>
            <pc:sldMk cId="1379195633" sldId="356"/>
            <ac:picMk id="15" creationId="{49B2D957-FB35-1FA9-66D6-D4C9285919C5}"/>
          </ac:picMkLst>
        </pc:picChg>
      </pc:sldChg>
      <pc:sldChg chg="addSp delSp modSp mod modAnim modNotesTx">
        <pc:chgData name="Mengmeng Ge" userId="bb5bc401-97cb-4caf-9857-8ff441375414" providerId="ADAL" clId="{D0F119B6-D9B5-4896-B1A2-6C1A90172832}" dt="2024-09-20T02:34:22.896" v="402" actId="20577"/>
        <pc:sldMkLst>
          <pc:docMk/>
          <pc:sldMk cId="1625283317" sldId="357"/>
        </pc:sldMkLst>
        <pc:spChg chg="mod">
          <ac:chgData name="Mengmeng Ge" userId="bb5bc401-97cb-4caf-9857-8ff441375414" providerId="ADAL" clId="{D0F119B6-D9B5-4896-B1A2-6C1A90172832}" dt="2024-09-20T02:33:10.199" v="391" actId="1037"/>
          <ac:spMkLst>
            <pc:docMk/>
            <pc:sldMk cId="1625283317" sldId="357"/>
            <ac:spMk id="14" creationId="{0126408C-CD37-4115-4794-DEC34E205744}"/>
          </ac:spMkLst>
        </pc:spChg>
        <pc:picChg chg="del">
          <ac:chgData name="Mengmeng Ge" userId="bb5bc401-97cb-4caf-9857-8ff441375414" providerId="ADAL" clId="{D0F119B6-D9B5-4896-B1A2-6C1A90172832}" dt="2024-09-20T02:31:54.935" v="366" actId="478"/>
          <ac:picMkLst>
            <pc:docMk/>
            <pc:sldMk cId="1625283317" sldId="357"/>
            <ac:picMk id="5" creationId="{0A2D321E-2214-37E7-BBFA-EF9F874C62C1}"/>
          </ac:picMkLst>
        </pc:picChg>
        <pc:picChg chg="add mod ord">
          <ac:chgData name="Mengmeng Ge" userId="bb5bc401-97cb-4caf-9857-8ff441375414" providerId="ADAL" clId="{D0F119B6-D9B5-4896-B1A2-6C1A90172832}" dt="2024-09-20T02:32:55.091" v="387" actId="14100"/>
          <ac:picMkLst>
            <pc:docMk/>
            <pc:sldMk cId="1625283317" sldId="357"/>
            <ac:picMk id="6" creationId="{D485F61B-B631-A394-C619-A3B152388C88}"/>
          </ac:picMkLst>
        </pc:picChg>
        <pc:picChg chg="add mod">
          <ac:chgData name="Mengmeng Ge" userId="bb5bc401-97cb-4caf-9857-8ff441375414" providerId="ADAL" clId="{D0F119B6-D9B5-4896-B1A2-6C1A90172832}" dt="2024-09-20T02:33:00.384" v="389" actId="1076"/>
          <ac:picMkLst>
            <pc:docMk/>
            <pc:sldMk cId="1625283317" sldId="357"/>
            <ac:picMk id="8" creationId="{A772B149-45F2-5FB1-378B-2C7A9DC4F1D6}"/>
          </ac:picMkLst>
        </pc:picChg>
        <pc:picChg chg="del">
          <ac:chgData name="Mengmeng Ge" userId="bb5bc401-97cb-4caf-9857-8ff441375414" providerId="ADAL" clId="{D0F119B6-D9B5-4896-B1A2-6C1A90172832}" dt="2024-09-20T02:32:39.881" v="381" actId="478"/>
          <ac:picMkLst>
            <pc:docMk/>
            <pc:sldMk cId="1625283317" sldId="357"/>
            <ac:picMk id="10" creationId="{0E465B15-F8CB-5C89-A8C4-67DE5A2F134F}"/>
          </ac:picMkLst>
        </pc:picChg>
      </pc:sldChg>
      <pc:sldChg chg="addSp delSp modSp mod modNotesTx">
        <pc:chgData name="Mengmeng Ge" userId="bb5bc401-97cb-4caf-9857-8ff441375414" providerId="ADAL" clId="{D0F119B6-D9B5-4896-B1A2-6C1A90172832}" dt="2024-09-20T03:41:12.434" v="810" actId="113"/>
        <pc:sldMkLst>
          <pc:docMk/>
          <pc:sldMk cId="1204826558" sldId="365"/>
        </pc:sldMkLst>
        <pc:spChg chg="mod">
          <ac:chgData name="Mengmeng Ge" userId="bb5bc401-97cb-4caf-9857-8ff441375414" providerId="ADAL" clId="{D0F119B6-D9B5-4896-B1A2-6C1A90172832}" dt="2024-09-20T03:08:48.701" v="464"/>
          <ac:spMkLst>
            <pc:docMk/>
            <pc:sldMk cId="1204826558" sldId="365"/>
            <ac:spMk id="2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07:37.018" v="448" actId="1038"/>
          <ac:spMkLst>
            <pc:docMk/>
            <pc:sldMk cId="1204826558" sldId="365"/>
            <ac:spMk id="6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07:37.018" v="448" actId="1038"/>
          <ac:spMkLst>
            <pc:docMk/>
            <pc:sldMk cId="1204826558" sldId="365"/>
            <ac:spMk id="7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18:10.964" v="606" actId="20577"/>
          <ac:spMkLst>
            <pc:docMk/>
            <pc:sldMk cId="1204826558" sldId="365"/>
            <ac:spMk id="9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08:04.820" v="455" actId="1037"/>
          <ac:spMkLst>
            <pc:docMk/>
            <pc:sldMk cId="1204826558" sldId="365"/>
            <ac:spMk id="13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08:04.820" v="455" actId="1037"/>
          <ac:spMkLst>
            <pc:docMk/>
            <pc:sldMk cId="1204826558" sldId="365"/>
            <ac:spMk id="14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21:45.847" v="627" actId="20577"/>
          <ac:spMkLst>
            <pc:docMk/>
            <pc:sldMk cId="1204826558" sldId="365"/>
            <ac:spMk id="15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24:11.818" v="693" actId="20577"/>
          <ac:spMkLst>
            <pc:docMk/>
            <pc:sldMk cId="1204826558" sldId="365"/>
            <ac:spMk id="17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23:56.684" v="691" actId="1037"/>
          <ac:spMkLst>
            <pc:docMk/>
            <pc:sldMk cId="1204826558" sldId="365"/>
            <ac:spMk id="18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23:56.684" v="691" actId="1037"/>
          <ac:spMkLst>
            <pc:docMk/>
            <pc:sldMk cId="1204826558" sldId="365"/>
            <ac:spMk id="19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33:12.588" v="746" actId="1035"/>
          <ac:spMkLst>
            <pc:docMk/>
            <pc:sldMk cId="1204826558" sldId="365"/>
            <ac:spMk id="27" creationId="{00000000-0000-0000-0000-000000000000}"/>
          </ac:spMkLst>
        </pc:spChg>
        <pc:spChg chg="add del mod">
          <ac:chgData name="Mengmeng Ge" userId="bb5bc401-97cb-4caf-9857-8ff441375414" providerId="ADAL" clId="{D0F119B6-D9B5-4896-B1A2-6C1A90172832}" dt="2024-09-20T03:11:54.377" v="579" actId="478"/>
          <ac:spMkLst>
            <pc:docMk/>
            <pc:sldMk cId="1204826558" sldId="365"/>
            <ac:spMk id="32" creationId="{9C29F36F-8325-86B0-A427-CCC1CE8C8131}"/>
          </ac:spMkLst>
        </pc:spChg>
        <pc:grpChg chg="mod">
          <ac:chgData name="Mengmeng Ge" userId="bb5bc401-97cb-4caf-9857-8ff441375414" providerId="ADAL" clId="{D0F119B6-D9B5-4896-B1A2-6C1A90172832}" dt="2024-09-20T03:07:37.018" v="448" actId="1038"/>
          <ac:grpSpMkLst>
            <pc:docMk/>
            <pc:sldMk cId="1204826558" sldId="365"/>
            <ac:grpSpMk id="5" creationId="{00000000-0000-0000-0000-000000000000}"/>
          </ac:grpSpMkLst>
        </pc:grpChg>
        <pc:picChg chg="add mod">
          <ac:chgData name="Mengmeng Ge" userId="bb5bc401-97cb-4caf-9857-8ff441375414" providerId="ADAL" clId="{D0F119B6-D9B5-4896-B1A2-6C1A90172832}" dt="2024-09-20T03:08:39.038" v="463" actId="1076"/>
          <ac:picMkLst>
            <pc:docMk/>
            <pc:sldMk cId="1204826558" sldId="365"/>
            <ac:picMk id="3" creationId="{8BD35331-EE5A-B5AE-642D-A8CC0ACF76AD}"/>
          </ac:picMkLst>
        </pc:picChg>
        <pc:picChg chg="del">
          <ac:chgData name="Mengmeng Ge" userId="bb5bc401-97cb-4caf-9857-8ff441375414" providerId="ADAL" clId="{D0F119B6-D9B5-4896-B1A2-6C1A90172832}" dt="2024-09-20T03:08:30.231" v="460" actId="478"/>
          <ac:picMkLst>
            <pc:docMk/>
            <pc:sldMk cId="1204826558" sldId="365"/>
            <ac:picMk id="28" creationId="{00000000-0000-0000-0000-000000000000}"/>
          </ac:picMkLst>
        </pc:picChg>
      </pc:sldChg>
      <pc:sldChg chg="delSp modSp mod modNotesTx">
        <pc:chgData name="Mengmeng Ge" userId="bb5bc401-97cb-4caf-9857-8ff441375414" providerId="ADAL" clId="{D0F119B6-D9B5-4896-B1A2-6C1A90172832}" dt="2024-09-20T03:42:21.114" v="824" actId="20577"/>
        <pc:sldMkLst>
          <pc:docMk/>
          <pc:sldMk cId="1127168404" sldId="366"/>
        </pc:sldMkLst>
        <pc:spChg chg="mod">
          <ac:chgData name="Mengmeng Ge" userId="bb5bc401-97cb-4caf-9857-8ff441375414" providerId="ADAL" clId="{D0F119B6-D9B5-4896-B1A2-6C1A90172832}" dt="2024-09-20T03:26:40.934" v="703" actId="20577"/>
          <ac:spMkLst>
            <pc:docMk/>
            <pc:sldMk cId="1127168404" sldId="366"/>
            <ac:spMk id="2" creationId="{00000000-0000-0000-0000-000000000000}"/>
          </ac:spMkLst>
        </pc:spChg>
        <pc:spChg chg="del">
          <ac:chgData name="Mengmeng Ge" userId="bb5bc401-97cb-4caf-9857-8ff441375414" providerId="ADAL" clId="{D0F119B6-D9B5-4896-B1A2-6C1A90172832}" dt="2024-09-20T03:26:45.639" v="704" actId="478"/>
          <ac:spMkLst>
            <pc:docMk/>
            <pc:sldMk cId="1127168404" sldId="366"/>
            <ac:spMk id="3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30:32.601" v="745" actId="1036"/>
          <ac:spMkLst>
            <pc:docMk/>
            <pc:sldMk cId="1127168404" sldId="366"/>
            <ac:spMk id="5" creationId="{DF14B740-55C4-2696-80FC-95DE626F5617}"/>
          </ac:spMkLst>
        </pc:spChg>
        <pc:spChg chg="mod">
          <ac:chgData name="Mengmeng Ge" userId="bb5bc401-97cb-4caf-9857-8ff441375414" providerId="ADAL" clId="{D0F119B6-D9B5-4896-B1A2-6C1A90172832}" dt="2024-09-20T03:26:53.027" v="706" actId="1038"/>
          <ac:spMkLst>
            <pc:docMk/>
            <pc:sldMk cId="1127168404" sldId="366"/>
            <ac:spMk id="19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28:58.452" v="729" actId="20577"/>
          <ac:spMkLst>
            <pc:docMk/>
            <pc:sldMk cId="1127168404" sldId="366"/>
            <ac:spMk id="22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28:42.781" v="725" actId="1038"/>
          <ac:spMkLst>
            <pc:docMk/>
            <pc:sldMk cId="1127168404" sldId="366"/>
            <ac:spMk id="23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29:24.145" v="734" actId="20577"/>
          <ac:spMkLst>
            <pc:docMk/>
            <pc:sldMk cId="1127168404" sldId="366"/>
            <ac:spMk id="25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30:01.718" v="739" actId="14100"/>
          <ac:spMkLst>
            <pc:docMk/>
            <pc:sldMk cId="1127168404" sldId="366"/>
            <ac:spMk id="27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29:56.630" v="736" actId="20577"/>
          <ac:spMkLst>
            <pc:docMk/>
            <pc:sldMk cId="1127168404" sldId="366"/>
            <ac:spMk id="30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3:29:19.345" v="732" actId="20577"/>
          <ac:spMkLst>
            <pc:docMk/>
            <pc:sldMk cId="1127168404" sldId="366"/>
            <ac:spMk id="32" creationId="{00000000-0000-0000-0000-000000000000}"/>
          </ac:spMkLst>
        </pc:spChg>
      </pc:sldChg>
      <pc:sldChg chg="modSp del mod">
        <pc:chgData name="Mengmeng Ge" userId="bb5bc401-97cb-4caf-9857-8ff441375414" providerId="ADAL" clId="{D0F119B6-D9B5-4896-B1A2-6C1A90172832}" dt="2024-09-20T02:15:19.334" v="228" actId="47"/>
        <pc:sldMkLst>
          <pc:docMk/>
          <pc:sldMk cId="254604876" sldId="388"/>
        </pc:sldMkLst>
        <pc:spChg chg="mod">
          <ac:chgData name="Mengmeng Ge" userId="bb5bc401-97cb-4caf-9857-8ff441375414" providerId="ADAL" clId="{D0F119B6-D9B5-4896-B1A2-6C1A90172832}" dt="2024-09-20T01:58:00.413" v="105" actId="20577"/>
          <ac:spMkLst>
            <pc:docMk/>
            <pc:sldMk cId="254604876" sldId="388"/>
            <ac:spMk id="2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10:45.912" v="227" actId="20577"/>
          <ac:spMkLst>
            <pc:docMk/>
            <pc:sldMk cId="254604876" sldId="388"/>
            <ac:spMk id="5" creationId="{00000000-0000-0000-0000-000000000000}"/>
          </ac:spMkLst>
        </pc:spChg>
      </pc:sldChg>
      <pc:sldChg chg="modNotesTx">
        <pc:chgData name="Mengmeng Ge" userId="bb5bc401-97cb-4caf-9857-8ff441375414" providerId="ADAL" clId="{D0F119B6-D9B5-4896-B1A2-6C1A90172832}" dt="2024-09-20T02:22:38.472" v="301" actId="20577"/>
        <pc:sldMkLst>
          <pc:docMk/>
          <pc:sldMk cId="3100833093" sldId="389"/>
        </pc:sldMkLst>
      </pc:sldChg>
      <pc:sldChg chg="addSp delSp modSp mod">
        <pc:chgData name="Mengmeng Ge" userId="bb5bc401-97cb-4caf-9857-8ff441375414" providerId="ADAL" clId="{D0F119B6-D9B5-4896-B1A2-6C1A90172832}" dt="2024-09-20T02:19:11.354" v="262" actId="20577"/>
        <pc:sldMkLst>
          <pc:docMk/>
          <pc:sldMk cId="460319418" sldId="390"/>
        </pc:sldMkLst>
        <pc:spChg chg="mod">
          <ac:chgData name="Mengmeng Ge" userId="bb5bc401-97cb-4caf-9857-8ff441375414" providerId="ADAL" clId="{D0F119B6-D9B5-4896-B1A2-6C1A90172832}" dt="2024-09-20T02:19:11.354" v="262" actId="20577"/>
          <ac:spMkLst>
            <pc:docMk/>
            <pc:sldMk cId="460319418" sldId="390"/>
            <ac:spMk id="2" creationId="{00000000-0000-0000-0000-000000000000}"/>
          </ac:spMkLst>
        </pc:spChg>
        <pc:spChg chg="del">
          <ac:chgData name="Mengmeng Ge" userId="bb5bc401-97cb-4caf-9857-8ff441375414" providerId="ADAL" clId="{D0F119B6-D9B5-4896-B1A2-6C1A90172832}" dt="2024-09-20T02:17:46.821" v="229" actId="478"/>
          <ac:spMkLst>
            <pc:docMk/>
            <pc:sldMk cId="460319418" sldId="390"/>
            <ac:spMk id="3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18:09.085" v="244" actId="20577"/>
          <ac:spMkLst>
            <pc:docMk/>
            <pc:sldMk cId="460319418" sldId="390"/>
            <ac:spMk id="21" creationId="{00000000-0000-0000-0000-000000000000}"/>
          </ac:spMkLst>
        </pc:spChg>
        <pc:cxnChg chg="add mod">
          <ac:chgData name="Mengmeng Ge" userId="bb5bc401-97cb-4caf-9857-8ff441375414" providerId="ADAL" clId="{D0F119B6-D9B5-4896-B1A2-6C1A90172832}" dt="2024-09-20T02:17:56.881" v="231"/>
          <ac:cxnSpMkLst>
            <pc:docMk/>
            <pc:sldMk cId="460319418" sldId="390"/>
            <ac:cxnSpMk id="13" creationId="{AC6BBC46-1150-A9D5-89B9-A66D8710AC5E}"/>
          </ac:cxnSpMkLst>
        </pc:cxnChg>
        <pc:cxnChg chg="add mod">
          <ac:chgData name="Mengmeng Ge" userId="bb5bc401-97cb-4caf-9857-8ff441375414" providerId="ADAL" clId="{D0F119B6-D9B5-4896-B1A2-6C1A90172832}" dt="2024-09-20T02:17:56.881" v="231"/>
          <ac:cxnSpMkLst>
            <pc:docMk/>
            <pc:sldMk cId="460319418" sldId="390"/>
            <ac:cxnSpMk id="14" creationId="{CB0540E4-9282-D288-9001-A7FF7DFD73FB}"/>
          </ac:cxnSpMkLst>
        </pc:cxnChg>
        <pc:cxnChg chg="del">
          <ac:chgData name="Mengmeng Ge" userId="bb5bc401-97cb-4caf-9857-8ff441375414" providerId="ADAL" clId="{D0F119B6-D9B5-4896-B1A2-6C1A90172832}" dt="2024-09-20T02:17:56.564" v="230" actId="478"/>
          <ac:cxnSpMkLst>
            <pc:docMk/>
            <pc:sldMk cId="460319418" sldId="390"/>
            <ac:cxnSpMk id="15" creationId="{00000000-0000-0000-0000-000000000000}"/>
          </ac:cxnSpMkLst>
        </pc:cxnChg>
        <pc:cxnChg chg="del">
          <ac:chgData name="Mengmeng Ge" userId="bb5bc401-97cb-4caf-9857-8ff441375414" providerId="ADAL" clId="{D0F119B6-D9B5-4896-B1A2-6C1A90172832}" dt="2024-09-20T02:17:56.564" v="230" actId="478"/>
          <ac:cxnSpMkLst>
            <pc:docMk/>
            <pc:sldMk cId="460319418" sldId="390"/>
            <ac:cxnSpMk id="16" creationId="{00000000-0000-0000-0000-000000000000}"/>
          </ac:cxnSpMkLst>
        </pc:cxnChg>
      </pc:sldChg>
      <pc:sldChg chg="addSp delSp modSp mod">
        <pc:chgData name="Mengmeng Ge" userId="bb5bc401-97cb-4caf-9857-8ff441375414" providerId="ADAL" clId="{D0F119B6-D9B5-4896-B1A2-6C1A90172832}" dt="2024-09-20T02:19:36.125" v="268" actId="14100"/>
        <pc:sldMkLst>
          <pc:docMk/>
          <pc:sldMk cId="3559687955" sldId="391"/>
        </pc:sldMkLst>
        <pc:spChg chg="mod">
          <ac:chgData name="Mengmeng Ge" userId="bb5bc401-97cb-4caf-9857-8ff441375414" providerId="ADAL" clId="{D0F119B6-D9B5-4896-B1A2-6C1A90172832}" dt="2024-09-20T02:19:05.465" v="260" actId="20577"/>
          <ac:spMkLst>
            <pc:docMk/>
            <pc:sldMk cId="3559687955" sldId="391"/>
            <ac:spMk id="2" creationId="{00000000-0000-0000-0000-000000000000}"/>
          </ac:spMkLst>
        </pc:spChg>
        <pc:spChg chg="del">
          <ac:chgData name="Mengmeng Ge" userId="bb5bc401-97cb-4caf-9857-8ff441375414" providerId="ADAL" clId="{D0F119B6-D9B5-4896-B1A2-6C1A90172832}" dt="2024-09-20T02:19:32.726" v="267" actId="478"/>
          <ac:spMkLst>
            <pc:docMk/>
            <pc:sldMk cId="3559687955" sldId="391"/>
            <ac:spMk id="3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19:16.154" v="264" actId="20577"/>
          <ac:spMkLst>
            <pc:docMk/>
            <pc:sldMk cId="3559687955" sldId="391"/>
            <ac:spMk id="18" creationId="{00000000-0000-0000-0000-000000000000}"/>
          </ac:spMkLst>
        </pc:spChg>
        <pc:cxnChg chg="add mod">
          <ac:chgData name="Mengmeng Ge" userId="bb5bc401-97cb-4caf-9857-8ff441375414" providerId="ADAL" clId="{D0F119B6-D9B5-4896-B1A2-6C1A90172832}" dt="2024-09-20T02:19:28.982" v="266"/>
          <ac:cxnSpMkLst>
            <pc:docMk/>
            <pc:sldMk cId="3559687955" sldId="391"/>
            <ac:cxnSpMk id="9" creationId="{2EA30C6D-288A-0E0C-6EDA-4EB658F1E25B}"/>
          </ac:cxnSpMkLst>
        </pc:cxnChg>
        <pc:cxnChg chg="add mod">
          <ac:chgData name="Mengmeng Ge" userId="bb5bc401-97cb-4caf-9857-8ff441375414" providerId="ADAL" clId="{D0F119B6-D9B5-4896-B1A2-6C1A90172832}" dt="2024-09-20T02:19:28.982" v="266"/>
          <ac:cxnSpMkLst>
            <pc:docMk/>
            <pc:sldMk cId="3559687955" sldId="391"/>
            <ac:cxnSpMk id="10" creationId="{9F2976B9-043C-8763-4EBC-F885AB07B036}"/>
          </ac:cxnSpMkLst>
        </pc:cxnChg>
        <pc:cxnChg chg="mod">
          <ac:chgData name="Mengmeng Ge" userId="bb5bc401-97cb-4caf-9857-8ff441375414" providerId="ADAL" clId="{D0F119B6-D9B5-4896-B1A2-6C1A90172832}" dt="2024-09-20T02:19:36.125" v="268" actId="14100"/>
          <ac:cxnSpMkLst>
            <pc:docMk/>
            <pc:sldMk cId="3559687955" sldId="391"/>
            <ac:cxnSpMk id="11" creationId="{00000000-0000-0000-0000-000000000000}"/>
          </ac:cxnSpMkLst>
        </pc:cxnChg>
        <pc:cxnChg chg="del">
          <ac:chgData name="Mengmeng Ge" userId="bb5bc401-97cb-4caf-9857-8ff441375414" providerId="ADAL" clId="{D0F119B6-D9B5-4896-B1A2-6C1A90172832}" dt="2024-09-20T02:19:28.697" v="265" actId="478"/>
          <ac:cxnSpMkLst>
            <pc:docMk/>
            <pc:sldMk cId="3559687955" sldId="391"/>
            <ac:cxnSpMk id="15" creationId="{00000000-0000-0000-0000-000000000000}"/>
          </ac:cxnSpMkLst>
        </pc:cxnChg>
        <pc:cxnChg chg="del">
          <ac:chgData name="Mengmeng Ge" userId="bb5bc401-97cb-4caf-9857-8ff441375414" providerId="ADAL" clId="{D0F119B6-D9B5-4896-B1A2-6C1A90172832}" dt="2024-09-20T02:19:28.697" v="265" actId="478"/>
          <ac:cxnSpMkLst>
            <pc:docMk/>
            <pc:sldMk cId="3559687955" sldId="391"/>
            <ac:cxnSpMk id="16" creationId="{00000000-0000-0000-0000-000000000000}"/>
          </ac:cxnSpMkLst>
        </pc:cxnChg>
      </pc:sldChg>
      <pc:sldChg chg="addSp delSp modSp mod">
        <pc:chgData name="Mengmeng Ge" userId="bb5bc401-97cb-4caf-9857-8ff441375414" providerId="ADAL" clId="{D0F119B6-D9B5-4896-B1A2-6C1A90172832}" dt="2024-09-20T02:20:26.450" v="289" actId="478"/>
        <pc:sldMkLst>
          <pc:docMk/>
          <pc:sldMk cId="4001931901" sldId="393"/>
        </pc:sldMkLst>
        <pc:spChg chg="mod">
          <ac:chgData name="Mengmeng Ge" userId="bb5bc401-97cb-4caf-9857-8ff441375414" providerId="ADAL" clId="{D0F119B6-D9B5-4896-B1A2-6C1A90172832}" dt="2024-09-20T02:20:09.769" v="283" actId="20577"/>
          <ac:spMkLst>
            <pc:docMk/>
            <pc:sldMk cId="4001931901" sldId="393"/>
            <ac:spMk id="2" creationId="{00000000-0000-0000-0000-000000000000}"/>
          </ac:spMkLst>
        </pc:spChg>
        <pc:spChg chg="del">
          <ac:chgData name="Mengmeng Ge" userId="bb5bc401-97cb-4caf-9857-8ff441375414" providerId="ADAL" clId="{D0F119B6-D9B5-4896-B1A2-6C1A90172832}" dt="2024-09-20T02:20:26.450" v="289" actId="478"/>
          <ac:spMkLst>
            <pc:docMk/>
            <pc:sldMk cId="4001931901" sldId="393"/>
            <ac:spMk id="3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20:16.941" v="287" actId="20577"/>
          <ac:spMkLst>
            <pc:docMk/>
            <pc:sldMk cId="4001931901" sldId="393"/>
            <ac:spMk id="20" creationId="{00000000-0000-0000-0000-000000000000}"/>
          </ac:spMkLst>
        </pc:spChg>
        <pc:cxnChg chg="add mod">
          <ac:chgData name="Mengmeng Ge" userId="bb5bc401-97cb-4caf-9857-8ff441375414" providerId="ADAL" clId="{D0F119B6-D9B5-4896-B1A2-6C1A90172832}" dt="2024-09-20T02:20:22.403" v="288"/>
          <ac:cxnSpMkLst>
            <pc:docMk/>
            <pc:sldMk cId="4001931901" sldId="393"/>
            <ac:cxnSpMk id="9" creationId="{7958FF55-096B-8262-628E-4FEFD0CB54CB}"/>
          </ac:cxnSpMkLst>
        </pc:cxnChg>
        <pc:cxnChg chg="add mod">
          <ac:chgData name="Mengmeng Ge" userId="bb5bc401-97cb-4caf-9857-8ff441375414" providerId="ADAL" clId="{D0F119B6-D9B5-4896-B1A2-6C1A90172832}" dt="2024-09-20T02:20:22.403" v="288"/>
          <ac:cxnSpMkLst>
            <pc:docMk/>
            <pc:sldMk cId="4001931901" sldId="393"/>
            <ac:cxnSpMk id="10" creationId="{0A1EA262-C0DB-4038-9591-599CA1FD8BB6}"/>
          </ac:cxnSpMkLst>
        </pc:cxnChg>
        <pc:cxnChg chg="del">
          <ac:chgData name="Mengmeng Ge" userId="bb5bc401-97cb-4caf-9857-8ff441375414" providerId="ADAL" clId="{D0F119B6-D9B5-4896-B1A2-6C1A90172832}" dt="2024-09-20T02:20:12.394" v="284" actId="478"/>
          <ac:cxnSpMkLst>
            <pc:docMk/>
            <pc:sldMk cId="4001931901" sldId="393"/>
            <ac:cxnSpMk id="15" creationId="{00000000-0000-0000-0000-000000000000}"/>
          </ac:cxnSpMkLst>
        </pc:cxnChg>
        <pc:cxnChg chg="del">
          <ac:chgData name="Mengmeng Ge" userId="bb5bc401-97cb-4caf-9857-8ff441375414" providerId="ADAL" clId="{D0F119B6-D9B5-4896-B1A2-6C1A90172832}" dt="2024-09-20T02:20:14.301" v="285" actId="478"/>
          <ac:cxnSpMkLst>
            <pc:docMk/>
            <pc:sldMk cId="4001931901" sldId="393"/>
            <ac:cxnSpMk id="16" creationId="{00000000-0000-0000-0000-000000000000}"/>
          </ac:cxnSpMkLst>
        </pc:cxnChg>
      </pc:sldChg>
      <pc:sldChg chg="delSp modSp mod modNotesTx">
        <pc:chgData name="Mengmeng Ge" userId="bb5bc401-97cb-4caf-9857-8ff441375414" providerId="ADAL" clId="{D0F119B6-D9B5-4896-B1A2-6C1A90172832}" dt="2024-09-20T02:24:44.511" v="344" actId="20577"/>
        <pc:sldMkLst>
          <pc:docMk/>
          <pc:sldMk cId="1587475567" sldId="394"/>
        </pc:sldMkLst>
        <pc:spChg chg="mod">
          <ac:chgData name="Mengmeng Ge" userId="bb5bc401-97cb-4caf-9857-8ff441375414" providerId="ADAL" clId="{D0F119B6-D9B5-4896-B1A2-6C1A90172832}" dt="2024-09-20T02:24:44.511" v="344" actId="20577"/>
          <ac:spMkLst>
            <pc:docMk/>
            <pc:sldMk cId="1587475567" sldId="394"/>
            <ac:spMk id="2" creationId="{00000000-0000-0000-0000-000000000000}"/>
          </ac:spMkLst>
        </pc:spChg>
        <pc:spChg chg="del">
          <ac:chgData name="Mengmeng Ge" userId="bb5bc401-97cb-4caf-9857-8ff441375414" providerId="ADAL" clId="{D0F119B6-D9B5-4896-B1A2-6C1A90172832}" dt="2024-09-20T02:23:48.121" v="331" actId="478"/>
          <ac:spMkLst>
            <pc:docMk/>
            <pc:sldMk cId="1587475567" sldId="394"/>
            <ac:spMk id="3" creationId="{00000000-0000-0000-0000-000000000000}"/>
          </ac:spMkLst>
        </pc:spChg>
        <pc:spChg chg="mod">
          <ac:chgData name="Mengmeng Ge" userId="bb5bc401-97cb-4caf-9857-8ff441375414" providerId="ADAL" clId="{D0F119B6-D9B5-4896-B1A2-6C1A90172832}" dt="2024-09-20T02:23:59.796" v="335" actId="20577"/>
          <ac:spMkLst>
            <pc:docMk/>
            <pc:sldMk cId="1587475567" sldId="394"/>
            <ac:spMk id="5" creationId="{00000000-0000-0000-0000-000000000000}"/>
          </ac:spMkLst>
        </pc:spChg>
      </pc:sldChg>
      <pc:sldChg chg="addSp delSp modSp new mod chgLayout">
        <pc:chgData name="Mengmeng Ge" userId="bb5bc401-97cb-4caf-9857-8ff441375414" providerId="ADAL" clId="{D0F119B6-D9B5-4896-B1A2-6C1A90172832}" dt="2024-09-20T04:02:21.934" v="825" actId="14100"/>
        <pc:sldMkLst>
          <pc:docMk/>
          <pc:sldMk cId="2168513483" sldId="637"/>
        </pc:sldMkLst>
        <pc:spChg chg="mod ord">
          <ac:chgData name="Mengmeng Ge" userId="bb5bc401-97cb-4caf-9857-8ff441375414" providerId="ADAL" clId="{D0F119B6-D9B5-4896-B1A2-6C1A90172832}" dt="2024-09-20T03:11:15.324" v="578" actId="14100"/>
          <ac:spMkLst>
            <pc:docMk/>
            <pc:sldMk cId="2168513483" sldId="637"/>
            <ac:spMk id="2" creationId="{D2C0D0A9-C971-DDD3-6DFE-5D4CFE3C7A7F}"/>
          </ac:spMkLst>
        </pc:spChg>
        <pc:spChg chg="del">
          <ac:chgData name="Mengmeng Ge" userId="bb5bc401-97cb-4caf-9857-8ff441375414" providerId="ADAL" clId="{D0F119B6-D9B5-4896-B1A2-6C1A90172832}" dt="2024-09-20T02:54:18.589" v="424" actId="478"/>
          <ac:spMkLst>
            <pc:docMk/>
            <pc:sldMk cId="2168513483" sldId="637"/>
            <ac:spMk id="3" creationId="{E3B4F410-BD6A-54C8-15E1-55079232621C}"/>
          </ac:spMkLst>
        </pc:spChg>
        <pc:spChg chg="mod ord">
          <ac:chgData name="Mengmeng Ge" userId="bb5bc401-97cb-4caf-9857-8ff441375414" providerId="ADAL" clId="{D0F119B6-D9B5-4896-B1A2-6C1A90172832}" dt="2024-09-20T03:10:27.274" v="492" actId="700"/>
          <ac:spMkLst>
            <pc:docMk/>
            <pc:sldMk cId="2168513483" sldId="637"/>
            <ac:spMk id="4" creationId="{C5C9D220-EA6A-FC7D-5D89-41DFA86C8C30}"/>
          </ac:spMkLst>
        </pc:spChg>
        <pc:spChg chg="add mod">
          <ac:chgData name="Mengmeng Ge" userId="bb5bc401-97cb-4caf-9857-8ff441375414" providerId="ADAL" clId="{D0F119B6-D9B5-4896-B1A2-6C1A90172832}" dt="2024-09-20T03:10:24.809" v="491" actId="1076"/>
          <ac:spMkLst>
            <pc:docMk/>
            <pc:sldMk cId="2168513483" sldId="637"/>
            <ac:spMk id="7" creationId="{EE819EEB-ED76-3087-7CF6-679C841ABA6B}"/>
          </ac:spMkLst>
        </pc:spChg>
        <pc:spChg chg="add mod ord">
          <ac:chgData name="Mengmeng Ge" userId="bb5bc401-97cb-4caf-9857-8ff441375414" providerId="ADAL" clId="{D0F119B6-D9B5-4896-B1A2-6C1A90172832}" dt="2024-09-20T04:02:21.934" v="825" actId="14100"/>
          <ac:spMkLst>
            <pc:docMk/>
            <pc:sldMk cId="2168513483" sldId="637"/>
            <ac:spMk id="12" creationId="{DE7688E8-1AE4-E243-E77F-D0A1A46561B4}"/>
          </ac:spMkLst>
        </pc:spChg>
        <pc:picChg chg="add del mod">
          <ac:chgData name="Mengmeng Ge" userId="bb5bc401-97cb-4caf-9857-8ff441375414" providerId="ADAL" clId="{D0F119B6-D9B5-4896-B1A2-6C1A90172832}" dt="2024-09-20T03:10:03.829" v="478" actId="478"/>
          <ac:picMkLst>
            <pc:docMk/>
            <pc:sldMk cId="2168513483" sldId="637"/>
            <ac:picMk id="6" creationId="{91047FE4-60F8-E596-335F-BF8EC1F29151}"/>
          </ac:picMkLst>
        </pc:picChg>
        <pc:picChg chg="add del mod">
          <ac:chgData name="Mengmeng Ge" userId="bb5bc401-97cb-4caf-9857-8ff441375414" providerId="ADAL" clId="{D0F119B6-D9B5-4896-B1A2-6C1A90172832}" dt="2024-09-20T02:57:40.892" v="441" actId="478"/>
          <ac:picMkLst>
            <pc:docMk/>
            <pc:sldMk cId="2168513483" sldId="637"/>
            <ac:picMk id="9" creationId="{6D20ADD9-6B69-4119-B1CC-2393FEFEB32E}"/>
          </ac:picMkLst>
        </pc:picChg>
        <pc:picChg chg="add del mod modCrop">
          <ac:chgData name="Mengmeng Ge" userId="bb5bc401-97cb-4caf-9857-8ff441375414" providerId="ADAL" clId="{D0F119B6-D9B5-4896-B1A2-6C1A90172832}" dt="2024-09-20T03:10:05.486" v="479" actId="478"/>
          <ac:picMkLst>
            <pc:docMk/>
            <pc:sldMk cId="2168513483" sldId="637"/>
            <ac:picMk id="11" creationId="{235727C1-F5F3-CC00-30F8-16EB27D95A2C}"/>
          </ac:picMkLst>
        </pc:picChg>
      </pc:sldChg>
      <pc:sldChg chg="new del">
        <pc:chgData name="Mengmeng Ge" userId="bb5bc401-97cb-4caf-9857-8ff441375414" providerId="ADAL" clId="{D0F119B6-D9B5-4896-B1A2-6C1A90172832}" dt="2024-09-19T02:25:51.778" v="66" actId="47"/>
        <pc:sldMkLst>
          <pc:docMk/>
          <pc:sldMk cId="2201226303" sldId="637"/>
        </pc:sldMkLst>
      </pc:sldChg>
    </pc:docChg>
  </pc:docChgLst>
  <pc:docChgLst>
    <pc:chgData name="Mengmeng Ge" userId="bb5bc401-97cb-4caf-9857-8ff441375414" providerId="ADAL" clId="{93BC0E35-24F5-4008-B93C-3139CA2DB1EB}"/>
    <pc:docChg chg="undo custSel addSld delSld modSld sldOrd">
      <pc:chgData name="Mengmeng Ge" userId="bb5bc401-97cb-4caf-9857-8ff441375414" providerId="ADAL" clId="{93BC0E35-24F5-4008-B93C-3139CA2DB1EB}" dt="2024-05-09T01:16:49.731" v="2778" actId="20577"/>
      <pc:docMkLst>
        <pc:docMk/>
      </pc:docMkLst>
      <pc:sldChg chg="del">
        <pc:chgData name="Mengmeng Ge" userId="bb5bc401-97cb-4caf-9857-8ff441375414" providerId="ADAL" clId="{93BC0E35-24F5-4008-B93C-3139CA2DB1EB}" dt="2024-04-24T02:52:49.488" v="76" actId="47"/>
        <pc:sldMkLst>
          <pc:docMk/>
          <pc:sldMk cId="0" sldId="263"/>
        </pc:sldMkLst>
      </pc:sldChg>
      <pc:sldChg chg="modNotesTx">
        <pc:chgData name="Mengmeng Ge" userId="bb5bc401-97cb-4caf-9857-8ff441375414" providerId="ADAL" clId="{93BC0E35-24F5-4008-B93C-3139CA2DB1EB}" dt="2024-04-29T21:59:00.844" v="126" actId="20577"/>
        <pc:sldMkLst>
          <pc:docMk/>
          <pc:sldMk cId="1206704555" sldId="338"/>
        </pc:sldMkLst>
      </pc:sldChg>
      <pc:sldChg chg="modNotesTx">
        <pc:chgData name="Mengmeng Ge" userId="bb5bc401-97cb-4caf-9857-8ff441375414" providerId="ADAL" clId="{93BC0E35-24F5-4008-B93C-3139CA2DB1EB}" dt="2024-04-29T22:05:25.611" v="154" actId="20577"/>
        <pc:sldMkLst>
          <pc:docMk/>
          <pc:sldMk cId="927303121" sldId="351"/>
        </pc:sldMkLst>
      </pc:sldChg>
      <pc:sldChg chg="addSp delSp modSp mod">
        <pc:chgData name="Mengmeng Ge" userId="bb5bc401-97cb-4caf-9857-8ff441375414" providerId="ADAL" clId="{93BC0E35-24F5-4008-B93C-3139CA2DB1EB}" dt="2024-04-29T22:15:13.699" v="227" actId="20577"/>
        <pc:sldMkLst>
          <pc:docMk/>
          <pc:sldMk cId="1379195633" sldId="356"/>
        </pc:sldMkLst>
        <pc:spChg chg="add del mod">
          <ac:chgData name="Mengmeng Ge" userId="bb5bc401-97cb-4caf-9857-8ff441375414" providerId="ADAL" clId="{93BC0E35-24F5-4008-B93C-3139CA2DB1EB}" dt="2024-04-29T22:10:03.206" v="194" actId="478"/>
          <ac:spMkLst>
            <pc:docMk/>
            <pc:sldMk cId="1379195633" sldId="356"/>
            <ac:spMk id="7" creationId="{6D15ABAC-0ABC-92BE-78F1-C5C9D549DF5E}"/>
          </ac:spMkLst>
        </pc:spChg>
        <pc:spChg chg="mod">
          <ac:chgData name="Mengmeng Ge" userId="bb5bc401-97cb-4caf-9857-8ff441375414" providerId="ADAL" clId="{93BC0E35-24F5-4008-B93C-3139CA2DB1EB}" dt="2024-04-29T22:15:13.699" v="227" actId="20577"/>
          <ac:spMkLst>
            <pc:docMk/>
            <pc:sldMk cId="1379195633" sldId="356"/>
            <ac:spMk id="8" creationId="{412BA438-E4ED-F49C-749B-BEFB31DF76EF}"/>
          </ac:spMkLst>
        </pc:spChg>
        <pc:spChg chg="mod">
          <ac:chgData name="Mengmeng Ge" userId="bb5bc401-97cb-4caf-9857-8ff441375414" providerId="ADAL" clId="{93BC0E35-24F5-4008-B93C-3139CA2DB1EB}" dt="2024-04-29T22:10:59.438" v="201" actId="1037"/>
          <ac:spMkLst>
            <pc:docMk/>
            <pc:sldMk cId="1379195633" sldId="356"/>
            <ac:spMk id="10" creationId="{00000000-0000-0000-0000-000000000000}"/>
          </ac:spMkLst>
        </pc:spChg>
        <pc:picChg chg="add del mod">
          <ac:chgData name="Mengmeng Ge" userId="bb5bc401-97cb-4caf-9857-8ff441375414" providerId="ADAL" clId="{93BC0E35-24F5-4008-B93C-3139CA2DB1EB}" dt="2024-04-29T22:10:01.671" v="193" actId="478"/>
          <ac:picMkLst>
            <pc:docMk/>
            <pc:sldMk cId="1379195633" sldId="356"/>
            <ac:picMk id="5" creationId="{67542890-1966-B47E-5476-E5EA10183976}"/>
          </ac:picMkLst>
        </pc:picChg>
        <pc:picChg chg="del">
          <ac:chgData name="Mengmeng Ge" userId="bb5bc401-97cb-4caf-9857-8ff441375414" providerId="ADAL" clId="{93BC0E35-24F5-4008-B93C-3139CA2DB1EB}" dt="2024-04-29T22:08:27.724" v="156" actId="478"/>
          <ac:picMkLst>
            <pc:docMk/>
            <pc:sldMk cId="1379195633" sldId="356"/>
            <ac:picMk id="6" creationId="{00000000-0000-0000-0000-000000000000}"/>
          </ac:picMkLst>
        </pc:picChg>
        <pc:picChg chg="add mod ord">
          <ac:chgData name="Mengmeng Ge" userId="bb5bc401-97cb-4caf-9857-8ff441375414" providerId="ADAL" clId="{93BC0E35-24F5-4008-B93C-3139CA2DB1EB}" dt="2024-04-29T22:10:46.029" v="200" actId="1076"/>
          <ac:picMkLst>
            <pc:docMk/>
            <pc:sldMk cId="1379195633" sldId="356"/>
            <ac:picMk id="11" creationId="{6E24EA39-36BD-F5D1-45A2-D0687A9DC0A9}"/>
          </ac:picMkLst>
        </pc:picChg>
        <pc:picChg chg="add mod">
          <ac:chgData name="Mengmeng Ge" userId="bb5bc401-97cb-4caf-9857-8ff441375414" providerId="ADAL" clId="{93BC0E35-24F5-4008-B93C-3139CA2DB1EB}" dt="2024-04-29T22:10:33.107" v="196" actId="1076"/>
          <ac:picMkLst>
            <pc:docMk/>
            <pc:sldMk cId="1379195633" sldId="356"/>
            <ac:picMk id="15" creationId="{49B2D957-FB35-1FA9-66D6-D4C9285919C5}"/>
          </ac:picMkLst>
        </pc:picChg>
        <pc:cxnChg chg="del">
          <ac:chgData name="Mengmeng Ge" userId="bb5bc401-97cb-4caf-9857-8ff441375414" providerId="ADAL" clId="{93BC0E35-24F5-4008-B93C-3139CA2DB1EB}" dt="2024-04-29T22:08:31.972" v="158" actId="478"/>
          <ac:cxnSpMkLst>
            <pc:docMk/>
            <pc:sldMk cId="1379195633" sldId="356"/>
            <ac:cxnSpMk id="12" creationId="{00000000-0000-0000-0000-000000000000}"/>
          </ac:cxnSpMkLst>
        </pc:cxnChg>
        <pc:cxnChg chg="del">
          <ac:chgData name="Mengmeng Ge" userId="bb5bc401-97cb-4caf-9857-8ff441375414" providerId="ADAL" clId="{93BC0E35-24F5-4008-B93C-3139CA2DB1EB}" dt="2024-04-29T22:08:29.796" v="157" actId="478"/>
          <ac:cxnSpMkLst>
            <pc:docMk/>
            <pc:sldMk cId="1379195633" sldId="356"/>
            <ac:cxnSpMk id="13" creationId="{00000000-0000-0000-0000-000000000000}"/>
          </ac:cxnSpMkLst>
        </pc:cxnChg>
        <pc:cxnChg chg="del">
          <ac:chgData name="Mengmeng Ge" userId="bb5bc401-97cb-4caf-9857-8ff441375414" providerId="ADAL" clId="{93BC0E35-24F5-4008-B93C-3139CA2DB1EB}" dt="2024-04-29T22:09:14.066" v="188" actId="478"/>
          <ac:cxnSpMkLst>
            <pc:docMk/>
            <pc:sldMk cId="1379195633" sldId="356"/>
            <ac:cxnSpMk id="16" creationId="{00000000-0000-0000-0000-000000000000}"/>
          </ac:cxnSpMkLst>
        </pc:cxnChg>
        <pc:cxnChg chg="del">
          <ac:chgData name="Mengmeng Ge" userId="bb5bc401-97cb-4caf-9857-8ff441375414" providerId="ADAL" clId="{93BC0E35-24F5-4008-B93C-3139CA2DB1EB}" dt="2024-04-29T22:09:15.855" v="189" actId="478"/>
          <ac:cxnSpMkLst>
            <pc:docMk/>
            <pc:sldMk cId="1379195633" sldId="356"/>
            <ac:cxnSpMk id="18" creationId="{00000000-0000-0000-0000-000000000000}"/>
          </ac:cxnSpMkLst>
        </pc:cxnChg>
      </pc:sldChg>
      <pc:sldChg chg="addSp delSp modSp mod">
        <pc:chgData name="Mengmeng Ge" userId="bb5bc401-97cb-4caf-9857-8ff441375414" providerId="ADAL" clId="{93BC0E35-24F5-4008-B93C-3139CA2DB1EB}" dt="2024-04-29T22:15:19.068" v="232" actId="20577"/>
        <pc:sldMkLst>
          <pc:docMk/>
          <pc:sldMk cId="1625283317" sldId="357"/>
        </pc:sldMkLst>
        <pc:spChg chg="mod">
          <ac:chgData name="Mengmeng Ge" userId="bb5bc401-97cb-4caf-9857-8ff441375414" providerId="ADAL" clId="{93BC0E35-24F5-4008-B93C-3139CA2DB1EB}" dt="2024-04-29T22:15:19.068" v="232" actId="20577"/>
          <ac:spMkLst>
            <pc:docMk/>
            <pc:sldMk cId="1625283317" sldId="357"/>
            <ac:spMk id="13" creationId="{7856C289-59AA-3192-CCE4-03B5B6049199}"/>
          </ac:spMkLst>
        </pc:spChg>
        <pc:spChg chg="mod">
          <ac:chgData name="Mengmeng Ge" userId="bb5bc401-97cb-4caf-9857-8ff441375414" providerId="ADAL" clId="{93BC0E35-24F5-4008-B93C-3139CA2DB1EB}" dt="2024-04-29T22:14:02.602" v="222" actId="1037"/>
          <ac:spMkLst>
            <pc:docMk/>
            <pc:sldMk cId="1625283317" sldId="357"/>
            <ac:spMk id="14" creationId="{0126408C-CD37-4115-4794-DEC34E205744}"/>
          </ac:spMkLst>
        </pc:spChg>
        <pc:picChg chg="add mod ord">
          <ac:chgData name="Mengmeng Ge" userId="bb5bc401-97cb-4caf-9857-8ff441375414" providerId="ADAL" clId="{93BC0E35-24F5-4008-B93C-3139CA2DB1EB}" dt="2024-04-29T22:14:02.602" v="222" actId="1037"/>
          <ac:picMkLst>
            <pc:docMk/>
            <pc:sldMk cId="1625283317" sldId="357"/>
            <ac:picMk id="5" creationId="{0A2D321E-2214-37E7-BBFA-EF9F874C62C1}"/>
          </ac:picMkLst>
        </pc:picChg>
        <pc:picChg chg="del">
          <ac:chgData name="Mengmeng Ge" userId="bb5bc401-97cb-4caf-9857-8ff441375414" providerId="ADAL" clId="{93BC0E35-24F5-4008-B93C-3139CA2DB1EB}" dt="2024-04-29T22:11:51.020" v="204" actId="478"/>
          <ac:picMkLst>
            <pc:docMk/>
            <pc:sldMk cId="1625283317" sldId="357"/>
            <ac:picMk id="6" creationId="{00000000-0000-0000-0000-000000000000}"/>
          </ac:picMkLst>
        </pc:picChg>
        <pc:picChg chg="add mod">
          <ac:chgData name="Mengmeng Ge" userId="bb5bc401-97cb-4caf-9857-8ff441375414" providerId="ADAL" clId="{93BC0E35-24F5-4008-B93C-3139CA2DB1EB}" dt="2024-04-29T22:13:56.013" v="216" actId="1076"/>
          <ac:picMkLst>
            <pc:docMk/>
            <pc:sldMk cId="1625283317" sldId="357"/>
            <ac:picMk id="10" creationId="{0E465B15-F8CB-5C89-A8C4-67DE5A2F134F}"/>
          </ac:picMkLst>
        </pc:picChg>
        <pc:cxnChg chg="del">
          <ac:chgData name="Mengmeng Ge" userId="bb5bc401-97cb-4caf-9857-8ff441375414" providerId="ADAL" clId="{93BC0E35-24F5-4008-B93C-3139CA2DB1EB}" dt="2024-04-29T22:13:39.243" v="214" actId="478"/>
          <ac:cxnSpMkLst>
            <pc:docMk/>
            <pc:sldMk cId="1625283317" sldId="357"/>
            <ac:cxnSpMk id="7" creationId="{3BD9A73A-D63E-9157-CE86-4F803ED21CCE}"/>
          </ac:cxnSpMkLst>
        </pc:cxnChg>
        <pc:cxnChg chg="del">
          <ac:chgData name="Mengmeng Ge" userId="bb5bc401-97cb-4caf-9857-8ff441375414" providerId="ADAL" clId="{93BC0E35-24F5-4008-B93C-3139CA2DB1EB}" dt="2024-04-29T22:13:37.927" v="213" actId="478"/>
          <ac:cxnSpMkLst>
            <pc:docMk/>
            <pc:sldMk cId="1625283317" sldId="357"/>
            <ac:cxnSpMk id="8" creationId="{E64D8087-52D4-1D7E-08C0-26131BEBC302}"/>
          </ac:cxnSpMkLst>
        </pc:cxnChg>
        <pc:cxnChg chg="del">
          <ac:chgData name="Mengmeng Ge" userId="bb5bc401-97cb-4caf-9857-8ff441375414" providerId="ADAL" clId="{93BC0E35-24F5-4008-B93C-3139CA2DB1EB}" dt="2024-04-29T22:11:54.645" v="206" actId="478"/>
          <ac:cxnSpMkLst>
            <pc:docMk/>
            <pc:sldMk cId="1625283317" sldId="357"/>
            <ac:cxnSpMk id="11" creationId="{00000000-0000-0000-0000-000000000000}"/>
          </ac:cxnSpMkLst>
        </pc:cxnChg>
        <pc:cxnChg chg="del">
          <ac:chgData name="Mengmeng Ge" userId="bb5bc401-97cb-4caf-9857-8ff441375414" providerId="ADAL" clId="{93BC0E35-24F5-4008-B93C-3139CA2DB1EB}" dt="2024-04-29T22:11:52.903" v="205" actId="478"/>
          <ac:cxnSpMkLst>
            <pc:docMk/>
            <pc:sldMk cId="1625283317" sldId="357"/>
            <ac:cxnSpMk id="12" creationId="{00000000-0000-0000-0000-000000000000}"/>
          </ac:cxnSpMkLst>
        </pc:cxnChg>
      </pc:sldChg>
      <pc:sldChg chg="modSp mod modNotesTx">
        <pc:chgData name="Mengmeng Ge" userId="bb5bc401-97cb-4caf-9857-8ff441375414" providerId="ADAL" clId="{93BC0E35-24F5-4008-B93C-3139CA2DB1EB}" dt="2024-04-29T22:28:11.408" v="599" actId="20577"/>
        <pc:sldMkLst>
          <pc:docMk/>
          <pc:sldMk cId="677230788" sldId="359"/>
        </pc:sldMkLst>
        <pc:spChg chg="mod">
          <ac:chgData name="Mengmeng Ge" userId="bb5bc401-97cb-4caf-9857-8ff441375414" providerId="ADAL" clId="{93BC0E35-24F5-4008-B93C-3139CA2DB1EB}" dt="2024-04-29T22:28:09.603" v="597" actId="20577"/>
          <ac:spMkLst>
            <pc:docMk/>
            <pc:sldMk cId="677230788" sldId="359"/>
            <ac:spMk id="5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29T22:28:11.408" v="599" actId="20577"/>
          <ac:spMkLst>
            <pc:docMk/>
            <pc:sldMk cId="677230788" sldId="359"/>
            <ac:spMk id="5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29T22:20:10.057" v="359" actId="1076"/>
          <ac:spMkLst>
            <pc:docMk/>
            <pc:sldMk cId="677230788" sldId="359"/>
            <ac:spMk id="80" creationId="{00000000-0000-0000-0000-000000000000}"/>
          </ac:spMkLst>
        </pc:spChg>
      </pc:sldChg>
      <pc:sldChg chg="addSp delSp modSp mod">
        <pc:chgData name="Mengmeng Ge" userId="bb5bc401-97cb-4caf-9857-8ff441375414" providerId="ADAL" clId="{93BC0E35-24F5-4008-B93C-3139CA2DB1EB}" dt="2024-04-29T22:25:55.116" v="591" actId="1076"/>
        <pc:sldMkLst>
          <pc:docMk/>
          <pc:sldMk cId="2299052557" sldId="360"/>
        </pc:sldMkLst>
        <pc:spChg chg="mod">
          <ac:chgData name="Mengmeng Ge" userId="bb5bc401-97cb-4caf-9857-8ff441375414" providerId="ADAL" clId="{93BC0E35-24F5-4008-B93C-3139CA2DB1EB}" dt="2024-04-29T22:21:50.149" v="436" actId="20577"/>
          <ac:spMkLst>
            <pc:docMk/>
            <pc:sldMk cId="2299052557" sldId="360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29T22:25:55.116" v="591" actId="1076"/>
          <ac:spMkLst>
            <pc:docMk/>
            <pc:sldMk cId="2299052557" sldId="360"/>
            <ac:spMk id="6" creationId="{234404C2-8B96-850A-6D1B-28BD74B6B707}"/>
          </ac:spMkLst>
        </pc:spChg>
        <pc:spChg chg="add mod">
          <ac:chgData name="Mengmeng Ge" userId="bb5bc401-97cb-4caf-9857-8ff441375414" providerId="ADAL" clId="{93BC0E35-24F5-4008-B93C-3139CA2DB1EB}" dt="2024-04-29T22:25:18.381" v="542" actId="1076"/>
          <ac:spMkLst>
            <pc:docMk/>
            <pc:sldMk cId="2299052557" sldId="360"/>
            <ac:spMk id="7" creationId="{35B4909E-8305-5520-274E-F53989B23DBA}"/>
          </ac:spMkLst>
        </pc:spChg>
        <pc:spChg chg="del">
          <ac:chgData name="Mengmeng Ge" userId="bb5bc401-97cb-4caf-9857-8ff441375414" providerId="ADAL" clId="{93BC0E35-24F5-4008-B93C-3139CA2DB1EB}" dt="2024-04-29T22:22:43.769" v="438" actId="478"/>
          <ac:spMkLst>
            <pc:docMk/>
            <pc:sldMk cId="2299052557" sldId="360"/>
            <ac:spMk id="4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29T22:24:56.999" v="522" actId="478"/>
          <ac:spMkLst>
            <pc:docMk/>
            <pc:sldMk cId="2299052557" sldId="360"/>
            <ac:spMk id="4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29T22:24:56.999" v="522" actId="478"/>
          <ac:spMkLst>
            <pc:docMk/>
            <pc:sldMk cId="2299052557" sldId="360"/>
            <ac:spMk id="4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29T22:24:56.999" v="522" actId="478"/>
          <ac:spMkLst>
            <pc:docMk/>
            <pc:sldMk cId="2299052557" sldId="360"/>
            <ac:spMk id="4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29T22:24:56.999" v="522" actId="478"/>
          <ac:spMkLst>
            <pc:docMk/>
            <pc:sldMk cId="2299052557" sldId="360"/>
            <ac:spMk id="4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29T22:22:43.769" v="438" actId="478"/>
          <ac:spMkLst>
            <pc:docMk/>
            <pc:sldMk cId="2299052557" sldId="360"/>
            <ac:spMk id="4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29T22:22:46.213" v="439" actId="478"/>
          <ac:spMkLst>
            <pc:docMk/>
            <pc:sldMk cId="2299052557" sldId="360"/>
            <ac:spMk id="4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29T22:22:43.769" v="438" actId="478"/>
          <ac:spMkLst>
            <pc:docMk/>
            <pc:sldMk cId="2299052557" sldId="360"/>
            <ac:spMk id="4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29T22:24:56.999" v="522" actId="478"/>
          <ac:spMkLst>
            <pc:docMk/>
            <pc:sldMk cId="2299052557" sldId="360"/>
            <ac:spMk id="49" creationId="{00000000-0000-0000-0000-000000000000}"/>
          </ac:spMkLst>
        </pc:spChg>
      </pc:sldChg>
      <pc:sldChg chg="modSp mod">
        <pc:chgData name="Mengmeng Ge" userId="bb5bc401-97cb-4caf-9857-8ff441375414" providerId="ADAL" clId="{93BC0E35-24F5-4008-B93C-3139CA2DB1EB}" dt="2024-04-29T22:27:24.129" v="595" actId="20577"/>
        <pc:sldMkLst>
          <pc:docMk/>
          <pc:sldMk cId="1339723966" sldId="362"/>
        </pc:sldMkLst>
        <pc:spChg chg="mod">
          <ac:chgData name="Mengmeng Ge" userId="bb5bc401-97cb-4caf-9857-8ff441375414" providerId="ADAL" clId="{93BC0E35-24F5-4008-B93C-3139CA2DB1EB}" dt="2024-04-29T22:27:24.129" v="595" actId="20577"/>
          <ac:spMkLst>
            <pc:docMk/>
            <pc:sldMk cId="1339723966" sldId="362"/>
            <ac:spMk id="3" creationId="{00000000-0000-0000-0000-000000000000}"/>
          </ac:spMkLst>
        </pc:spChg>
      </pc:sldChg>
      <pc:sldChg chg="modSp mod">
        <pc:chgData name="Mengmeng Ge" userId="bb5bc401-97cb-4caf-9857-8ff441375414" providerId="ADAL" clId="{93BC0E35-24F5-4008-B93C-3139CA2DB1EB}" dt="2024-04-30T00:06:50.901" v="610"/>
        <pc:sldMkLst>
          <pc:docMk/>
          <pc:sldMk cId="2388996837" sldId="363"/>
        </pc:sldMkLst>
        <pc:spChg chg="mod">
          <ac:chgData name="Mengmeng Ge" userId="bb5bc401-97cb-4caf-9857-8ff441375414" providerId="ADAL" clId="{93BC0E35-24F5-4008-B93C-3139CA2DB1EB}" dt="2024-04-30T00:06:47.823" v="609"/>
          <ac:spMkLst>
            <pc:docMk/>
            <pc:sldMk cId="2388996837" sldId="363"/>
            <ac:spMk id="4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06:50.901" v="610"/>
          <ac:spMkLst>
            <pc:docMk/>
            <pc:sldMk cId="2388996837" sldId="363"/>
            <ac:spMk id="46" creationId="{00000000-0000-0000-0000-000000000000}"/>
          </ac:spMkLst>
        </pc:spChg>
      </pc:sldChg>
      <pc:sldChg chg="modSp mod">
        <pc:chgData name="Mengmeng Ge" userId="bb5bc401-97cb-4caf-9857-8ff441375414" providerId="ADAL" clId="{93BC0E35-24F5-4008-B93C-3139CA2DB1EB}" dt="2024-04-30T00:19:22.978" v="858" actId="1037"/>
        <pc:sldMkLst>
          <pc:docMk/>
          <pc:sldMk cId="2134007831" sldId="364"/>
        </pc:sldMkLst>
        <pc:spChg chg="mod">
          <ac:chgData name="Mengmeng Ge" userId="bb5bc401-97cb-4caf-9857-8ff441375414" providerId="ADAL" clId="{93BC0E35-24F5-4008-B93C-3139CA2DB1EB}" dt="2024-04-30T00:17:35.897" v="849"/>
          <ac:spMkLst>
            <pc:docMk/>
            <pc:sldMk cId="2134007831" sldId="364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17:38.293" v="850"/>
          <ac:spMkLst>
            <pc:docMk/>
            <pc:sldMk cId="2134007831" sldId="364"/>
            <ac:spMk id="3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18:55.504" v="855" actId="1038"/>
          <ac:spMkLst>
            <pc:docMk/>
            <pc:sldMk cId="2134007831" sldId="364"/>
            <ac:spMk id="39" creationId="{EC3FA3F8-8CB7-1A2B-CCE1-A83C591CAD4B}"/>
          </ac:spMkLst>
        </pc:spChg>
        <pc:spChg chg="mod">
          <ac:chgData name="Mengmeng Ge" userId="bb5bc401-97cb-4caf-9857-8ff441375414" providerId="ADAL" clId="{93BC0E35-24F5-4008-B93C-3139CA2DB1EB}" dt="2024-04-30T00:18:55.504" v="855" actId="1038"/>
          <ac:spMkLst>
            <pc:docMk/>
            <pc:sldMk cId="2134007831" sldId="364"/>
            <ac:spMk id="41" creationId="{88339EFC-1653-72A0-AB5E-3187E6837223}"/>
          </ac:spMkLst>
        </pc:spChg>
        <pc:spChg chg="mod">
          <ac:chgData name="Mengmeng Ge" userId="bb5bc401-97cb-4caf-9857-8ff441375414" providerId="ADAL" clId="{93BC0E35-24F5-4008-B93C-3139CA2DB1EB}" dt="2024-04-30T00:19:22.978" v="858" actId="1037"/>
          <ac:spMkLst>
            <pc:docMk/>
            <pc:sldMk cId="2134007831" sldId="364"/>
            <ac:spMk id="45" creationId="{DE49707C-96C3-1346-52D5-048322180AE9}"/>
          </ac:spMkLst>
        </pc:spChg>
      </pc:sldChg>
      <pc:sldChg chg="addSp delSp modSp mod modAnim modNotesTx">
        <pc:chgData name="Mengmeng Ge" userId="bb5bc401-97cb-4caf-9857-8ff441375414" providerId="ADAL" clId="{93BC0E35-24F5-4008-B93C-3139CA2DB1EB}" dt="2024-04-30T00:39:14.206" v="1084" actId="20577"/>
        <pc:sldMkLst>
          <pc:docMk/>
          <pc:sldMk cId="3183703328" sldId="367"/>
        </pc:sldMkLst>
        <pc:spChg chg="mod">
          <ac:chgData name="Mengmeng Ge" userId="bb5bc401-97cb-4caf-9857-8ff441375414" providerId="ADAL" clId="{93BC0E35-24F5-4008-B93C-3139CA2DB1EB}" dt="2024-04-30T00:25:53.890" v="962" actId="20577"/>
          <ac:spMkLst>
            <pc:docMk/>
            <pc:sldMk cId="3183703328" sldId="367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2.199" v="964" actId="478"/>
          <ac:spMkLst>
            <pc:docMk/>
            <pc:sldMk cId="3183703328" sldId="367"/>
            <ac:spMk id="6" creationId="{1DF76F74-1A1D-8694-F19D-F2B1A4FBE38A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1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1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1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1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1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1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1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1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1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1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2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2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2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2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2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3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3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3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3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3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3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3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3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3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3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4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4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4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4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4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4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4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4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4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4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5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0:14.585" v="965" actId="478"/>
          <ac:spMkLst>
            <pc:docMk/>
            <pc:sldMk cId="3183703328" sldId="367"/>
            <ac:spMk id="51" creationId="{00000000-0000-0000-0000-000000000000}"/>
          </ac:spMkLst>
        </pc:spChg>
        <pc:spChg chg="add mod">
          <ac:chgData name="Mengmeng Ge" userId="bb5bc401-97cb-4caf-9857-8ff441375414" providerId="ADAL" clId="{93BC0E35-24F5-4008-B93C-3139CA2DB1EB}" dt="2024-04-30T00:36:27.038" v="1057" actId="1076"/>
          <ac:spMkLst>
            <pc:docMk/>
            <pc:sldMk cId="3183703328" sldId="367"/>
            <ac:spMk id="54" creationId="{80C3CD3A-983E-85AC-8FDC-BF1522C1CEF3}"/>
          </ac:spMkLst>
        </pc:spChg>
        <pc:spChg chg="add mod">
          <ac:chgData name="Mengmeng Ge" userId="bb5bc401-97cb-4caf-9857-8ff441375414" providerId="ADAL" clId="{93BC0E35-24F5-4008-B93C-3139CA2DB1EB}" dt="2024-04-30T00:37:00.098" v="1066" actId="1076"/>
          <ac:spMkLst>
            <pc:docMk/>
            <pc:sldMk cId="3183703328" sldId="367"/>
            <ac:spMk id="55" creationId="{00000000-0000-0000-0000-000000000000}"/>
          </ac:spMkLst>
        </pc:spChg>
        <pc:picChg chg="del">
          <ac:chgData name="Mengmeng Ge" userId="bb5bc401-97cb-4caf-9857-8ff441375414" providerId="ADAL" clId="{93BC0E35-24F5-4008-B93C-3139CA2DB1EB}" dt="2024-04-30T00:24:42.766" v="934" actId="478"/>
          <ac:picMkLst>
            <pc:docMk/>
            <pc:sldMk cId="3183703328" sldId="367"/>
            <ac:picMk id="5" creationId="{00000000-0000-0000-0000-000000000000}"/>
          </ac:picMkLst>
        </pc:picChg>
        <pc:picChg chg="add mod">
          <ac:chgData name="Mengmeng Ge" userId="bb5bc401-97cb-4caf-9857-8ff441375414" providerId="ADAL" clId="{93BC0E35-24F5-4008-B93C-3139CA2DB1EB}" dt="2024-04-30T00:36:52.642" v="1064" actId="1037"/>
          <ac:picMkLst>
            <pc:docMk/>
            <pc:sldMk cId="3183703328" sldId="367"/>
            <ac:picMk id="53" creationId="{5F53F4CB-CDB6-94B1-B0F1-32B35DFA383E}"/>
          </ac:picMkLst>
        </pc:picChg>
      </pc:sldChg>
      <pc:sldChg chg="modSp mod">
        <pc:chgData name="Mengmeng Ge" userId="bb5bc401-97cb-4caf-9857-8ff441375414" providerId="ADAL" clId="{93BC0E35-24F5-4008-B93C-3139CA2DB1EB}" dt="2024-04-30T02:47:18.995" v="1712" actId="20577"/>
        <pc:sldMkLst>
          <pc:docMk/>
          <pc:sldMk cId="845791759" sldId="369"/>
        </pc:sldMkLst>
        <pc:spChg chg="mod">
          <ac:chgData name="Mengmeng Ge" userId="bb5bc401-97cb-4caf-9857-8ff441375414" providerId="ADAL" clId="{93BC0E35-24F5-4008-B93C-3139CA2DB1EB}" dt="2024-04-30T00:20:25.993" v="870" actId="14100"/>
          <ac:spMkLst>
            <pc:docMk/>
            <pc:sldMk cId="845791759" sldId="369"/>
            <ac:spMk id="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47:18.995" v="1712" actId="20577"/>
          <ac:spMkLst>
            <pc:docMk/>
            <pc:sldMk cId="845791759" sldId="369"/>
            <ac:spMk id="3" creationId="{00000000-0000-0000-0000-000000000000}"/>
          </ac:spMkLst>
        </pc:spChg>
      </pc:sldChg>
      <pc:sldChg chg="addSp delSp modSp del mod delAnim">
        <pc:chgData name="Mengmeng Ge" userId="bb5bc401-97cb-4caf-9857-8ff441375414" providerId="ADAL" clId="{93BC0E35-24F5-4008-B93C-3139CA2DB1EB}" dt="2024-04-30T00:36:42.839" v="1062" actId="47"/>
        <pc:sldMkLst>
          <pc:docMk/>
          <pc:sldMk cId="85153002" sldId="370"/>
        </pc:sldMkLst>
        <pc:spChg chg="del">
          <ac:chgData name="Mengmeng Ge" userId="bb5bc401-97cb-4caf-9857-8ff441375414" providerId="ADAL" clId="{93BC0E35-24F5-4008-B93C-3139CA2DB1EB}" dt="2024-04-30T00:31:56.214" v="980" actId="478"/>
          <ac:spMkLst>
            <pc:docMk/>
            <pc:sldMk cId="85153002" sldId="370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1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1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1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1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1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1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1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4:53.539" v="1031" actId="14100"/>
          <ac:spMkLst>
            <pc:docMk/>
            <pc:sldMk cId="85153002" sldId="370"/>
            <ac:spMk id="2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42.567" v="1024" actId="1036"/>
          <ac:spMkLst>
            <pc:docMk/>
            <pc:sldMk cId="85153002" sldId="370"/>
            <ac:spMk id="2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1:59.107" v="981" actId="478"/>
          <ac:spMkLst>
            <pc:docMk/>
            <pc:sldMk cId="85153002" sldId="370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1:59.107" v="981" actId="478"/>
          <ac:spMkLst>
            <pc:docMk/>
            <pc:sldMk cId="85153002" sldId="370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1:59.107" v="981" actId="478"/>
          <ac:spMkLst>
            <pc:docMk/>
            <pc:sldMk cId="85153002" sldId="370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1:59.107" v="981" actId="478"/>
          <ac:spMkLst>
            <pc:docMk/>
            <pc:sldMk cId="85153002" sldId="370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2:01.598" v="982" actId="478"/>
          <ac:spMkLst>
            <pc:docMk/>
            <pc:sldMk cId="85153002" sldId="370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2:01.598" v="982" actId="478"/>
          <ac:spMkLst>
            <pc:docMk/>
            <pc:sldMk cId="85153002" sldId="370"/>
            <ac:spMk id="2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2:01.598" v="982" actId="478"/>
          <ac:spMkLst>
            <pc:docMk/>
            <pc:sldMk cId="85153002" sldId="370"/>
            <ac:spMk id="2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0:32:01.598" v="982" actId="478"/>
          <ac:spMkLst>
            <pc:docMk/>
            <pc:sldMk cId="85153002" sldId="370"/>
            <ac:spMk id="2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3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3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9.113" v="1020" actId="1035"/>
          <ac:spMkLst>
            <pc:docMk/>
            <pc:sldMk cId="85153002" sldId="370"/>
            <ac:spMk id="33" creationId="{00000000-0000-0000-0000-000000000000}"/>
          </ac:spMkLst>
        </pc:spChg>
        <pc:spChg chg="del mod">
          <ac:chgData name="Mengmeng Ge" userId="bb5bc401-97cb-4caf-9857-8ff441375414" providerId="ADAL" clId="{93BC0E35-24F5-4008-B93C-3139CA2DB1EB}" dt="2024-04-30T00:35:33.355" v="1032" actId="21"/>
          <ac:spMkLst>
            <pc:docMk/>
            <pc:sldMk cId="85153002" sldId="370"/>
            <ac:spMk id="3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48.391" v="1025" actId="164"/>
          <ac:spMkLst>
            <pc:docMk/>
            <pc:sldMk cId="85153002" sldId="370"/>
            <ac:spMk id="3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33:30.246" v="1014"/>
          <ac:spMkLst>
            <pc:docMk/>
            <pc:sldMk cId="85153002" sldId="370"/>
            <ac:spMk id="39" creationId="{A71B8E14-FEFF-9FE8-72D6-9A472BCB7663}"/>
          </ac:spMkLst>
        </pc:spChg>
        <pc:spChg chg="mod">
          <ac:chgData name="Mengmeng Ge" userId="bb5bc401-97cb-4caf-9857-8ff441375414" providerId="ADAL" clId="{93BC0E35-24F5-4008-B93C-3139CA2DB1EB}" dt="2024-04-30T00:33:30.246" v="1014"/>
          <ac:spMkLst>
            <pc:docMk/>
            <pc:sldMk cId="85153002" sldId="370"/>
            <ac:spMk id="40" creationId="{8E7AE933-F756-372C-FD21-A0C3526FC6A8}"/>
          </ac:spMkLst>
        </pc:spChg>
        <pc:spChg chg="mod">
          <ac:chgData name="Mengmeng Ge" userId="bb5bc401-97cb-4caf-9857-8ff441375414" providerId="ADAL" clId="{93BC0E35-24F5-4008-B93C-3139CA2DB1EB}" dt="2024-04-30T00:33:30.246" v="1014"/>
          <ac:spMkLst>
            <pc:docMk/>
            <pc:sldMk cId="85153002" sldId="370"/>
            <ac:spMk id="41" creationId="{960877F5-A0BD-9257-4FB7-E9EA6E8CEF66}"/>
          </ac:spMkLst>
        </pc:spChg>
        <pc:spChg chg="mod">
          <ac:chgData name="Mengmeng Ge" userId="bb5bc401-97cb-4caf-9857-8ff441375414" providerId="ADAL" clId="{93BC0E35-24F5-4008-B93C-3139CA2DB1EB}" dt="2024-04-30T00:33:30.246" v="1014"/>
          <ac:spMkLst>
            <pc:docMk/>
            <pc:sldMk cId="85153002" sldId="370"/>
            <ac:spMk id="42" creationId="{8F72547B-AD76-E2C1-00AC-26A78DA179F6}"/>
          </ac:spMkLst>
        </pc:spChg>
        <pc:spChg chg="mod">
          <ac:chgData name="Mengmeng Ge" userId="bb5bc401-97cb-4caf-9857-8ff441375414" providerId="ADAL" clId="{93BC0E35-24F5-4008-B93C-3139CA2DB1EB}" dt="2024-04-30T00:33:30.246" v="1014"/>
          <ac:spMkLst>
            <pc:docMk/>
            <pc:sldMk cId="85153002" sldId="370"/>
            <ac:spMk id="43" creationId="{27DEED9C-6576-36F9-E48D-F34E796044DD}"/>
          </ac:spMkLst>
        </pc:spChg>
        <pc:spChg chg="mod">
          <ac:chgData name="Mengmeng Ge" userId="bb5bc401-97cb-4caf-9857-8ff441375414" providerId="ADAL" clId="{93BC0E35-24F5-4008-B93C-3139CA2DB1EB}" dt="2024-04-30T00:33:30.246" v="1014"/>
          <ac:spMkLst>
            <pc:docMk/>
            <pc:sldMk cId="85153002" sldId="370"/>
            <ac:spMk id="44" creationId="{37D0A498-23E3-2AE0-5C44-12678F191E04}"/>
          </ac:spMkLst>
        </pc:spChg>
        <pc:spChg chg="mod">
          <ac:chgData name="Mengmeng Ge" userId="bb5bc401-97cb-4caf-9857-8ff441375414" providerId="ADAL" clId="{93BC0E35-24F5-4008-B93C-3139CA2DB1EB}" dt="2024-04-30T00:33:30.246" v="1014"/>
          <ac:spMkLst>
            <pc:docMk/>
            <pc:sldMk cId="85153002" sldId="370"/>
            <ac:spMk id="45" creationId="{E52E84D4-7AA7-ECE3-966A-2803C0CA2C4B}"/>
          </ac:spMkLst>
        </pc:spChg>
        <pc:spChg chg="mod">
          <ac:chgData name="Mengmeng Ge" userId="bb5bc401-97cb-4caf-9857-8ff441375414" providerId="ADAL" clId="{93BC0E35-24F5-4008-B93C-3139CA2DB1EB}" dt="2024-04-30T00:33:30.246" v="1014"/>
          <ac:spMkLst>
            <pc:docMk/>
            <pc:sldMk cId="85153002" sldId="370"/>
            <ac:spMk id="46" creationId="{7B185255-2003-019E-D6A6-A8010E7D003C}"/>
          </ac:spMkLst>
        </pc:spChg>
        <pc:grpChg chg="add mod">
          <ac:chgData name="Mengmeng Ge" userId="bb5bc401-97cb-4caf-9857-8ff441375414" providerId="ADAL" clId="{93BC0E35-24F5-4008-B93C-3139CA2DB1EB}" dt="2024-04-30T00:33:32.081" v="1017" actId="1036"/>
          <ac:grpSpMkLst>
            <pc:docMk/>
            <pc:sldMk cId="85153002" sldId="370"/>
            <ac:grpSpMk id="38" creationId="{74D8D5A5-B846-3585-C830-F86B922D2C35}"/>
          </ac:grpSpMkLst>
        </pc:grpChg>
        <pc:grpChg chg="add mod">
          <ac:chgData name="Mengmeng Ge" userId="bb5bc401-97cb-4caf-9857-8ff441375414" providerId="ADAL" clId="{93BC0E35-24F5-4008-B93C-3139CA2DB1EB}" dt="2024-04-30T00:33:49.222" v="1026" actId="1035"/>
          <ac:grpSpMkLst>
            <pc:docMk/>
            <pc:sldMk cId="85153002" sldId="370"/>
            <ac:grpSpMk id="47" creationId="{FD9F4865-C53E-0DDF-43DA-45A1F59BCF65}"/>
          </ac:grpSpMkLst>
        </pc:grpChg>
        <pc:cxnChg chg="mod">
          <ac:chgData name="Mengmeng Ge" userId="bb5bc401-97cb-4caf-9857-8ff441375414" providerId="ADAL" clId="{93BC0E35-24F5-4008-B93C-3139CA2DB1EB}" dt="2024-04-30T00:33:48.391" v="1025" actId="164"/>
          <ac:cxnSpMkLst>
            <pc:docMk/>
            <pc:sldMk cId="85153002" sldId="370"/>
            <ac:cxnSpMk id="35" creationId="{00000000-0000-0000-0000-000000000000}"/>
          </ac:cxnSpMkLst>
        </pc:cxnChg>
      </pc:sldChg>
      <pc:sldChg chg="addSp delSp modSp mod modNotesTx">
        <pc:chgData name="Mengmeng Ge" userId="bb5bc401-97cb-4caf-9857-8ff441375414" providerId="ADAL" clId="{93BC0E35-24F5-4008-B93C-3139CA2DB1EB}" dt="2024-04-30T00:44:25.774" v="1136" actId="1035"/>
        <pc:sldMkLst>
          <pc:docMk/>
          <pc:sldMk cId="1738846520" sldId="371"/>
        </pc:sldMkLst>
        <pc:spChg chg="mod">
          <ac:chgData name="Mengmeng Ge" userId="bb5bc401-97cb-4caf-9857-8ff441375414" providerId="ADAL" clId="{93BC0E35-24F5-4008-B93C-3139CA2DB1EB}" dt="2024-04-30T00:37:34.576" v="1075" actId="20577"/>
          <ac:spMkLst>
            <pc:docMk/>
            <pc:sldMk cId="1738846520" sldId="371"/>
            <ac:spMk id="2" creationId="{00000000-0000-0000-0000-000000000000}"/>
          </ac:spMkLst>
        </pc:spChg>
        <pc:spChg chg="add del mod">
          <ac:chgData name="Mengmeng Ge" userId="bb5bc401-97cb-4caf-9857-8ff441375414" providerId="ADAL" clId="{93BC0E35-24F5-4008-B93C-3139CA2DB1EB}" dt="2024-04-30T00:43:50.146" v="1125" actId="14100"/>
          <ac:spMkLst>
            <pc:docMk/>
            <pc:sldMk cId="1738846520" sldId="371"/>
            <ac:spMk id="3" creationId="{00000000-0000-0000-0000-000000000000}"/>
          </ac:spMkLst>
        </pc:spChg>
        <pc:spChg chg="add del mod">
          <ac:chgData name="Mengmeng Ge" userId="bb5bc401-97cb-4caf-9857-8ff441375414" providerId="ADAL" clId="{93BC0E35-24F5-4008-B93C-3139CA2DB1EB}" dt="2024-04-30T00:43:43.730" v="1122" actId="478"/>
          <ac:spMkLst>
            <pc:docMk/>
            <pc:sldMk cId="1738846520" sldId="371"/>
            <ac:spMk id="10" creationId="{2D4121CB-3B41-D93F-51B0-F28977E4C24C}"/>
          </ac:spMkLst>
        </pc:spChg>
        <pc:spChg chg="add mod">
          <ac:chgData name="Mengmeng Ge" userId="bb5bc401-97cb-4caf-9857-8ff441375414" providerId="ADAL" clId="{93BC0E35-24F5-4008-B93C-3139CA2DB1EB}" dt="2024-04-30T00:44:24.065" v="1135" actId="1076"/>
          <ac:spMkLst>
            <pc:docMk/>
            <pc:sldMk cId="1738846520" sldId="371"/>
            <ac:spMk id="11" creationId="{FBC18EDA-64E1-5E9B-C36B-44A8825D1A99}"/>
          </ac:spMkLst>
        </pc:spChg>
        <pc:picChg chg="add del">
          <ac:chgData name="Mengmeng Ge" userId="bb5bc401-97cb-4caf-9857-8ff441375414" providerId="ADAL" clId="{93BC0E35-24F5-4008-B93C-3139CA2DB1EB}" dt="2024-04-30T00:43:05.534" v="1114" actId="478"/>
          <ac:picMkLst>
            <pc:docMk/>
            <pc:sldMk cId="1738846520" sldId="371"/>
            <ac:picMk id="6" creationId="{05D9A44D-76D3-A9AF-02DC-D1EFDABA3287}"/>
          </ac:picMkLst>
        </pc:picChg>
        <pc:picChg chg="add mod">
          <ac:chgData name="Mengmeng Ge" userId="bb5bc401-97cb-4caf-9857-8ff441375414" providerId="ADAL" clId="{93BC0E35-24F5-4008-B93C-3139CA2DB1EB}" dt="2024-04-30T00:44:25.774" v="1136" actId="1035"/>
          <ac:picMkLst>
            <pc:docMk/>
            <pc:sldMk cId="1738846520" sldId="371"/>
            <ac:picMk id="8" creationId="{F7593843-E8A2-7C41-0F99-B40A2E6DB710}"/>
          </ac:picMkLst>
        </pc:picChg>
      </pc:sldChg>
      <pc:sldChg chg="del">
        <pc:chgData name="Mengmeng Ge" userId="bb5bc401-97cb-4caf-9857-8ff441375414" providerId="ADAL" clId="{93BC0E35-24F5-4008-B93C-3139CA2DB1EB}" dt="2024-04-30T02:08:42.468" v="1463" actId="47"/>
        <pc:sldMkLst>
          <pc:docMk/>
          <pc:sldMk cId="1565125701" sldId="372"/>
        </pc:sldMkLst>
      </pc:sldChg>
      <pc:sldChg chg="addSp delSp modSp mod">
        <pc:chgData name="Mengmeng Ge" userId="bb5bc401-97cb-4caf-9857-8ff441375414" providerId="ADAL" clId="{93BC0E35-24F5-4008-B93C-3139CA2DB1EB}" dt="2024-04-30T02:35:58.277" v="1564" actId="14100"/>
        <pc:sldMkLst>
          <pc:docMk/>
          <pc:sldMk cId="1173106890" sldId="375"/>
        </pc:sldMkLst>
        <pc:spChg chg="mod">
          <ac:chgData name="Mengmeng Ge" userId="bb5bc401-97cb-4caf-9857-8ff441375414" providerId="ADAL" clId="{93BC0E35-24F5-4008-B93C-3139CA2DB1EB}" dt="2024-04-30T02:32:00.057" v="1495" actId="255"/>
          <ac:spMkLst>
            <pc:docMk/>
            <pc:sldMk cId="1173106890" sldId="375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3:39.631" v="1525" actId="478"/>
          <ac:spMkLst>
            <pc:docMk/>
            <pc:sldMk cId="1173106890" sldId="375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5:19.582" v="1560"/>
          <ac:spMkLst>
            <pc:docMk/>
            <pc:sldMk cId="1173106890" sldId="375"/>
            <ac:spMk id="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1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1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1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1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1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1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1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4:13.618" v="1545" actId="478"/>
          <ac:spMkLst>
            <pc:docMk/>
            <pc:sldMk cId="1173106890" sldId="375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4:13.618" v="1545" actId="478"/>
          <ac:spMkLst>
            <pc:docMk/>
            <pc:sldMk cId="1173106890" sldId="375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4:13.618" v="1545" actId="478"/>
          <ac:spMkLst>
            <pc:docMk/>
            <pc:sldMk cId="1173106890" sldId="375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4:13.618" v="1545" actId="478"/>
          <ac:spMkLst>
            <pc:docMk/>
            <pc:sldMk cId="1173106890" sldId="375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4:13.618" v="1545" actId="478"/>
          <ac:spMkLst>
            <pc:docMk/>
            <pc:sldMk cId="1173106890" sldId="375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4:13.618" v="1545" actId="478"/>
          <ac:spMkLst>
            <pc:docMk/>
            <pc:sldMk cId="1173106890" sldId="375"/>
            <ac:spMk id="2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4:13.618" v="1545" actId="478"/>
          <ac:spMkLst>
            <pc:docMk/>
            <pc:sldMk cId="1173106890" sldId="375"/>
            <ac:spMk id="2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4:13.618" v="1545" actId="478"/>
          <ac:spMkLst>
            <pc:docMk/>
            <pc:sldMk cId="1173106890" sldId="375"/>
            <ac:spMk id="2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5:15" v="1558"/>
          <ac:spMkLst>
            <pc:docMk/>
            <pc:sldMk cId="1173106890" sldId="375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5:58.277" v="1564" actId="14100"/>
          <ac:spMkLst>
            <pc:docMk/>
            <pc:sldMk cId="1173106890" sldId="375"/>
            <ac:spMk id="3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3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08.736" v="1544" actId="1035"/>
          <ac:spMkLst>
            <pc:docMk/>
            <pc:sldMk cId="1173106890" sldId="375"/>
            <ac:spMk id="3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4:33.432" v="1549" actId="164"/>
          <ac:spMkLst>
            <pc:docMk/>
            <pc:sldMk cId="1173106890" sldId="375"/>
            <ac:spMk id="3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5:24.773" v="1561"/>
          <ac:spMkLst>
            <pc:docMk/>
            <pc:sldMk cId="1173106890" sldId="375"/>
            <ac:spMk id="39" creationId="{76DF4F1D-8A52-3721-6458-7ED2AA9E427D}"/>
          </ac:spMkLst>
        </pc:spChg>
        <pc:spChg chg="mod">
          <ac:chgData name="Mengmeng Ge" userId="bb5bc401-97cb-4caf-9857-8ff441375414" providerId="ADAL" clId="{93BC0E35-24F5-4008-B93C-3139CA2DB1EB}" dt="2024-04-30T02:35:24.773" v="1561"/>
          <ac:spMkLst>
            <pc:docMk/>
            <pc:sldMk cId="1173106890" sldId="375"/>
            <ac:spMk id="40" creationId="{0158610C-AEB1-8029-1471-CC0E1E3C3DA0}"/>
          </ac:spMkLst>
        </pc:spChg>
        <pc:spChg chg="mod">
          <ac:chgData name="Mengmeng Ge" userId="bb5bc401-97cb-4caf-9857-8ff441375414" providerId="ADAL" clId="{93BC0E35-24F5-4008-B93C-3139CA2DB1EB}" dt="2024-04-30T02:35:24.773" v="1561"/>
          <ac:spMkLst>
            <pc:docMk/>
            <pc:sldMk cId="1173106890" sldId="375"/>
            <ac:spMk id="41" creationId="{CD3D34E6-F1A4-5350-F58B-258257454E87}"/>
          </ac:spMkLst>
        </pc:spChg>
        <pc:spChg chg="mod">
          <ac:chgData name="Mengmeng Ge" userId="bb5bc401-97cb-4caf-9857-8ff441375414" providerId="ADAL" clId="{93BC0E35-24F5-4008-B93C-3139CA2DB1EB}" dt="2024-04-30T02:35:24.773" v="1561"/>
          <ac:spMkLst>
            <pc:docMk/>
            <pc:sldMk cId="1173106890" sldId="375"/>
            <ac:spMk id="42" creationId="{24FC4E08-E9CF-E489-B90D-C4F47AEEA813}"/>
          </ac:spMkLst>
        </pc:spChg>
        <pc:spChg chg="mod">
          <ac:chgData name="Mengmeng Ge" userId="bb5bc401-97cb-4caf-9857-8ff441375414" providerId="ADAL" clId="{93BC0E35-24F5-4008-B93C-3139CA2DB1EB}" dt="2024-04-30T02:35:24.773" v="1561"/>
          <ac:spMkLst>
            <pc:docMk/>
            <pc:sldMk cId="1173106890" sldId="375"/>
            <ac:spMk id="43" creationId="{51F0F4F1-969D-C883-71AA-3A5F3614C453}"/>
          </ac:spMkLst>
        </pc:spChg>
        <pc:spChg chg="mod">
          <ac:chgData name="Mengmeng Ge" userId="bb5bc401-97cb-4caf-9857-8ff441375414" providerId="ADAL" clId="{93BC0E35-24F5-4008-B93C-3139CA2DB1EB}" dt="2024-04-30T02:35:24.773" v="1561"/>
          <ac:spMkLst>
            <pc:docMk/>
            <pc:sldMk cId="1173106890" sldId="375"/>
            <ac:spMk id="44" creationId="{E461CAFB-7B93-DDB7-BC76-8523B2D41604}"/>
          </ac:spMkLst>
        </pc:spChg>
        <pc:spChg chg="mod">
          <ac:chgData name="Mengmeng Ge" userId="bb5bc401-97cb-4caf-9857-8ff441375414" providerId="ADAL" clId="{93BC0E35-24F5-4008-B93C-3139CA2DB1EB}" dt="2024-04-30T02:35:24.773" v="1561"/>
          <ac:spMkLst>
            <pc:docMk/>
            <pc:sldMk cId="1173106890" sldId="375"/>
            <ac:spMk id="45" creationId="{CA403EE7-D0B3-6852-9659-6A03CF01954F}"/>
          </ac:spMkLst>
        </pc:spChg>
        <pc:spChg chg="mod">
          <ac:chgData name="Mengmeng Ge" userId="bb5bc401-97cb-4caf-9857-8ff441375414" providerId="ADAL" clId="{93BC0E35-24F5-4008-B93C-3139CA2DB1EB}" dt="2024-04-30T02:35:24.773" v="1561"/>
          <ac:spMkLst>
            <pc:docMk/>
            <pc:sldMk cId="1173106890" sldId="375"/>
            <ac:spMk id="46" creationId="{57298489-24B0-D4F0-3CE1-DEB919EFFAAC}"/>
          </ac:spMkLst>
        </pc:spChg>
        <pc:grpChg chg="mod">
          <ac:chgData name="Mengmeng Ge" userId="bb5bc401-97cb-4caf-9857-8ff441375414" providerId="ADAL" clId="{93BC0E35-24F5-4008-B93C-3139CA2DB1EB}" dt="2024-04-30T02:34:08.736" v="1544" actId="1035"/>
          <ac:grpSpMkLst>
            <pc:docMk/>
            <pc:sldMk cId="1173106890" sldId="375"/>
            <ac:grpSpMk id="5" creationId="{00000000-0000-0000-0000-000000000000}"/>
          </ac:grpSpMkLst>
        </pc:grpChg>
        <pc:grpChg chg="add mod">
          <ac:chgData name="Mengmeng Ge" userId="bb5bc401-97cb-4caf-9857-8ff441375414" providerId="ADAL" clId="{93BC0E35-24F5-4008-B93C-3139CA2DB1EB}" dt="2024-04-30T02:34:35.124" v="1550" actId="1036"/>
          <ac:grpSpMkLst>
            <pc:docMk/>
            <pc:sldMk cId="1173106890" sldId="375"/>
            <ac:grpSpMk id="37" creationId="{4869C542-7C82-A2EF-BD58-0AD232D807FC}"/>
          </ac:grpSpMkLst>
        </pc:grpChg>
        <pc:grpChg chg="add mod">
          <ac:chgData name="Mengmeng Ge" userId="bb5bc401-97cb-4caf-9857-8ff441375414" providerId="ADAL" clId="{93BC0E35-24F5-4008-B93C-3139CA2DB1EB}" dt="2024-04-30T02:35:24.773" v="1561"/>
          <ac:grpSpMkLst>
            <pc:docMk/>
            <pc:sldMk cId="1173106890" sldId="375"/>
            <ac:grpSpMk id="38" creationId="{E181FBA2-FBEE-4624-A98A-0250E9E9E5F9}"/>
          </ac:grpSpMkLst>
        </pc:grpChg>
        <pc:cxnChg chg="mod">
          <ac:chgData name="Mengmeng Ge" userId="bb5bc401-97cb-4caf-9857-8ff441375414" providerId="ADAL" clId="{93BC0E35-24F5-4008-B93C-3139CA2DB1EB}" dt="2024-04-30T02:34:33.432" v="1549" actId="164"/>
          <ac:cxnSpMkLst>
            <pc:docMk/>
            <pc:sldMk cId="1173106890" sldId="375"/>
            <ac:cxnSpMk id="34" creationId="{00000000-0000-0000-0000-000000000000}"/>
          </ac:cxnSpMkLst>
        </pc:cxnChg>
      </pc:sldChg>
      <pc:sldChg chg="addSp delSp modSp mod">
        <pc:chgData name="Mengmeng Ge" userId="bb5bc401-97cb-4caf-9857-8ff441375414" providerId="ADAL" clId="{93BC0E35-24F5-4008-B93C-3139CA2DB1EB}" dt="2024-04-30T03:07:04.328" v="2344" actId="255"/>
        <pc:sldMkLst>
          <pc:docMk/>
          <pc:sldMk cId="3502100093" sldId="376"/>
        </pc:sldMkLst>
        <pc:spChg chg="mod">
          <ac:chgData name="Mengmeng Ge" userId="bb5bc401-97cb-4caf-9857-8ff441375414" providerId="ADAL" clId="{93BC0E35-24F5-4008-B93C-3139CA2DB1EB}" dt="2024-04-30T03:07:04.328" v="2344" actId="255"/>
          <ac:spMkLst>
            <pc:docMk/>
            <pc:sldMk cId="3502100093" sldId="376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29.146" v="2141" actId="478"/>
          <ac:spMkLst>
            <pc:docMk/>
            <pc:sldMk cId="3502100093" sldId="376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1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1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1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1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1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32.054" v="2142" actId="478"/>
          <ac:spMkLst>
            <pc:docMk/>
            <pc:sldMk cId="3502100093" sldId="376"/>
            <ac:spMk id="2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32.054" v="2142" actId="478"/>
          <ac:spMkLst>
            <pc:docMk/>
            <pc:sldMk cId="3502100093" sldId="376"/>
            <ac:spMk id="2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32.054" v="2142" actId="478"/>
          <ac:spMkLst>
            <pc:docMk/>
            <pc:sldMk cId="3502100093" sldId="376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32.054" v="2142" actId="478"/>
          <ac:spMkLst>
            <pc:docMk/>
            <pc:sldMk cId="3502100093" sldId="376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32.054" v="2142" actId="478"/>
          <ac:spMkLst>
            <pc:docMk/>
            <pc:sldMk cId="3502100093" sldId="376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32.054" v="2142" actId="478"/>
          <ac:spMkLst>
            <pc:docMk/>
            <pc:sldMk cId="3502100093" sldId="376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32.054" v="2142" actId="478"/>
          <ac:spMkLst>
            <pc:docMk/>
            <pc:sldMk cId="3502100093" sldId="376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32.054" v="2142" actId="478"/>
          <ac:spMkLst>
            <pc:docMk/>
            <pc:sldMk cId="3502100093" sldId="376"/>
            <ac:spMk id="2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1.125" v="2162" actId="14100"/>
          <ac:spMkLst>
            <pc:docMk/>
            <pc:sldMk cId="3502100093" sldId="376"/>
            <ac:spMk id="2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4:57.019" v="2291"/>
          <ac:spMkLst>
            <pc:docMk/>
            <pc:sldMk cId="3502100093" sldId="376"/>
            <ac:spMk id="2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0:32.656" v="2143"/>
          <ac:spMkLst>
            <pc:docMk/>
            <pc:sldMk cId="3502100093" sldId="376"/>
            <ac:spMk id="31" creationId="{0FBEA2FB-DC7B-94C8-8E46-87B14D020B5B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3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6:20.649" v="2326" actId="1037"/>
          <ac:spMkLst>
            <pc:docMk/>
            <pc:sldMk cId="3502100093" sldId="376"/>
            <ac:spMk id="33" creationId="{F74C59E0-B7B2-1ED0-AE36-ACF8F7A30F73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3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1:08.351" v="2169" actId="1038"/>
          <ac:spMkLst>
            <pc:docMk/>
            <pc:sldMk cId="3502100093" sldId="376"/>
            <ac:spMk id="3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0:32.656" v="2143"/>
          <ac:spMkLst>
            <pc:docMk/>
            <pc:sldMk cId="3502100093" sldId="376"/>
            <ac:spMk id="36" creationId="{D6280B3B-A86C-4139-ABD8-31FF1B899608}"/>
          </ac:spMkLst>
        </pc:spChg>
        <pc:spChg chg="mod">
          <ac:chgData name="Mengmeng Ge" userId="bb5bc401-97cb-4caf-9857-8ff441375414" providerId="ADAL" clId="{93BC0E35-24F5-4008-B93C-3139CA2DB1EB}" dt="2024-04-30T03:00:32.656" v="2143"/>
          <ac:spMkLst>
            <pc:docMk/>
            <pc:sldMk cId="3502100093" sldId="376"/>
            <ac:spMk id="37" creationId="{544227BB-F8E7-B124-1A66-00C1C2254D97}"/>
          </ac:spMkLst>
        </pc:spChg>
        <pc:spChg chg="mod">
          <ac:chgData name="Mengmeng Ge" userId="bb5bc401-97cb-4caf-9857-8ff441375414" providerId="ADAL" clId="{93BC0E35-24F5-4008-B93C-3139CA2DB1EB}" dt="2024-04-30T03:00:32.656" v="2143"/>
          <ac:spMkLst>
            <pc:docMk/>
            <pc:sldMk cId="3502100093" sldId="376"/>
            <ac:spMk id="38" creationId="{2637624C-F9A9-7C87-73ED-02905E49041E}"/>
          </ac:spMkLst>
        </pc:spChg>
        <pc:spChg chg="mod">
          <ac:chgData name="Mengmeng Ge" userId="bb5bc401-97cb-4caf-9857-8ff441375414" providerId="ADAL" clId="{93BC0E35-24F5-4008-B93C-3139CA2DB1EB}" dt="2024-04-30T03:00:32.656" v="2143"/>
          <ac:spMkLst>
            <pc:docMk/>
            <pc:sldMk cId="3502100093" sldId="376"/>
            <ac:spMk id="39" creationId="{4550B8F2-D90E-D581-A5B7-30B2297C90BA}"/>
          </ac:spMkLst>
        </pc:spChg>
        <pc:spChg chg="mod">
          <ac:chgData name="Mengmeng Ge" userId="bb5bc401-97cb-4caf-9857-8ff441375414" providerId="ADAL" clId="{93BC0E35-24F5-4008-B93C-3139CA2DB1EB}" dt="2024-04-30T03:00:32.656" v="2143"/>
          <ac:spMkLst>
            <pc:docMk/>
            <pc:sldMk cId="3502100093" sldId="376"/>
            <ac:spMk id="40" creationId="{217E711E-3E20-D6AB-6B3C-0330D63A8607}"/>
          </ac:spMkLst>
        </pc:spChg>
        <pc:spChg chg="mod">
          <ac:chgData name="Mengmeng Ge" userId="bb5bc401-97cb-4caf-9857-8ff441375414" providerId="ADAL" clId="{93BC0E35-24F5-4008-B93C-3139CA2DB1EB}" dt="2024-04-30T03:00:32.656" v="2143"/>
          <ac:spMkLst>
            <pc:docMk/>
            <pc:sldMk cId="3502100093" sldId="376"/>
            <ac:spMk id="41" creationId="{C9B61393-D367-4EAF-DF41-F4B9BE1279ED}"/>
          </ac:spMkLst>
        </pc:spChg>
        <pc:spChg chg="mod">
          <ac:chgData name="Mengmeng Ge" userId="bb5bc401-97cb-4caf-9857-8ff441375414" providerId="ADAL" clId="{93BC0E35-24F5-4008-B93C-3139CA2DB1EB}" dt="2024-04-30T03:00:32.656" v="2143"/>
          <ac:spMkLst>
            <pc:docMk/>
            <pc:sldMk cId="3502100093" sldId="376"/>
            <ac:spMk id="44" creationId="{356F69C2-24FB-CDE2-3008-0F511EEDAEBB}"/>
          </ac:spMkLst>
        </pc:spChg>
        <pc:grpChg chg="add mod">
          <ac:chgData name="Mengmeng Ge" userId="bb5bc401-97cb-4caf-9857-8ff441375414" providerId="ADAL" clId="{93BC0E35-24F5-4008-B93C-3139CA2DB1EB}" dt="2024-04-30T03:01:17.106" v="2171" actId="1036"/>
          <ac:grpSpMkLst>
            <pc:docMk/>
            <pc:sldMk cId="3502100093" sldId="376"/>
            <ac:grpSpMk id="5" creationId="{9247014F-5F60-CBEF-6501-755C2A637132}"/>
          </ac:grpSpMkLst>
        </pc:grpChg>
        <pc:grpChg chg="mod">
          <ac:chgData name="Mengmeng Ge" userId="bb5bc401-97cb-4caf-9857-8ff441375414" providerId="ADAL" clId="{93BC0E35-24F5-4008-B93C-3139CA2DB1EB}" dt="2024-04-30T03:01:08.351" v="2169" actId="1038"/>
          <ac:grpSpMkLst>
            <pc:docMk/>
            <pc:sldMk cId="3502100093" sldId="376"/>
            <ac:grpSpMk id="6" creationId="{00000000-0000-0000-0000-000000000000}"/>
          </ac:grpSpMkLst>
        </pc:grpChg>
        <pc:grpChg chg="add mod">
          <ac:chgData name="Mengmeng Ge" userId="bb5bc401-97cb-4caf-9857-8ff441375414" providerId="ADAL" clId="{93BC0E35-24F5-4008-B93C-3139CA2DB1EB}" dt="2024-04-30T03:01:13.918" v="2170" actId="1035"/>
          <ac:grpSpMkLst>
            <pc:docMk/>
            <pc:sldMk cId="3502100093" sldId="376"/>
            <ac:grpSpMk id="42" creationId="{88C67D3A-1C2F-7E3D-211A-0B42CD62A875}"/>
          </ac:grpSpMkLst>
        </pc:grpChg>
        <pc:cxnChg chg="mod">
          <ac:chgData name="Mengmeng Ge" userId="bb5bc401-97cb-4caf-9857-8ff441375414" providerId="ADAL" clId="{93BC0E35-24F5-4008-B93C-3139CA2DB1EB}" dt="2024-04-30T03:00:32.656" v="2143"/>
          <ac:cxnSpMkLst>
            <pc:docMk/>
            <pc:sldMk cId="3502100093" sldId="376"/>
            <ac:cxnSpMk id="43" creationId="{90752A3F-0325-DDBA-FC6F-FA55E2F76287}"/>
          </ac:cxnSpMkLst>
        </pc:cxnChg>
      </pc:sldChg>
      <pc:sldChg chg="addSp delSp modSp mod delAnim modNotesTx">
        <pc:chgData name="Mengmeng Ge" userId="bb5bc401-97cb-4caf-9857-8ff441375414" providerId="ADAL" clId="{93BC0E35-24F5-4008-B93C-3139CA2DB1EB}" dt="2024-04-30T04:32:40.367" v="2572" actId="1037"/>
        <pc:sldMkLst>
          <pc:docMk/>
          <pc:sldMk cId="2448762683" sldId="377"/>
        </pc:sldMkLst>
        <pc:spChg chg="mod">
          <ac:chgData name="Mengmeng Ge" userId="bb5bc401-97cb-4caf-9857-8ff441375414" providerId="ADAL" clId="{93BC0E35-24F5-4008-B93C-3139CA2DB1EB}" dt="2024-04-30T04:30:52.240" v="2548" actId="20577"/>
          <ac:spMkLst>
            <pc:docMk/>
            <pc:sldMk cId="2448762683" sldId="377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0:57.852" v="2550" actId="478"/>
          <ac:spMkLst>
            <pc:docMk/>
            <pc:sldMk cId="2448762683" sldId="377"/>
            <ac:spMk id="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1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1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1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1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1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1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1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1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1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1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2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2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2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2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2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3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3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3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3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3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1:01.317" v="2551" actId="478"/>
          <ac:spMkLst>
            <pc:docMk/>
            <pc:sldMk cId="2448762683" sldId="377"/>
            <ac:spMk id="35" creationId="{00000000-0000-0000-0000-000000000000}"/>
          </ac:spMkLst>
        </pc:spChg>
        <pc:spChg chg="del mod ord">
          <ac:chgData name="Mengmeng Ge" userId="bb5bc401-97cb-4caf-9857-8ff441375414" providerId="ADAL" clId="{93BC0E35-24F5-4008-B93C-3139CA2DB1EB}" dt="2024-04-30T04:31:41.141" v="2558" actId="478"/>
          <ac:spMkLst>
            <pc:docMk/>
            <pc:sldMk cId="2448762683" sldId="377"/>
            <ac:spMk id="36" creationId="{00000000-0000-0000-0000-000000000000}"/>
          </ac:spMkLst>
        </pc:spChg>
        <pc:spChg chg="add mod">
          <ac:chgData name="Mengmeng Ge" userId="bb5bc401-97cb-4caf-9857-8ff441375414" providerId="ADAL" clId="{93BC0E35-24F5-4008-B93C-3139CA2DB1EB}" dt="2024-04-30T04:32:40.367" v="2572" actId="1037"/>
          <ac:spMkLst>
            <pc:docMk/>
            <pc:sldMk cId="2448762683" sldId="377"/>
            <ac:spMk id="38" creationId="{3E2D8683-6F92-4E17-044E-4113707701D4}"/>
          </ac:spMkLst>
        </pc:spChg>
        <pc:picChg chg="del">
          <ac:chgData name="Mengmeng Ge" userId="bb5bc401-97cb-4caf-9857-8ff441375414" providerId="ADAL" clId="{93BC0E35-24F5-4008-B93C-3139CA2DB1EB}" dt="2024-04-30T04:30:54.344" v="2549" actId="478"/>
          <ac:picMkLst>
            <pc:docMk/>
            <pc:sldMk cId="2448762683" sldId="377"/>
            <ac:picMk id="5" creationId="{00000000-0000-0000-0000-000000000000}"/>
          </ac:picMkLst>
        </pc:picChg>
        <pc:picChg chg="add mod">
          <ac:chgData name="Mengmeng Ge" userId="bb5bc401-97cb-4caf-9857-8ff441375414" providerId="ADAL" clId="{93BC0E35-24F5-4008-B93C-3139CA2DB1EB}" dt="2024-04-30T04:32:17.626" v="2566" actId="1076"/>
          <ac:picMkLst>
            <pc:docMk/>
            <pc:sldMk cId="2448762683" sldId="377"/>
            <ac:picMk id="37" creationId="{B5315BB8-7A05-611E-4443-A52AFC950AB0}"/>
          </ac:picMkLst>
        </pc:picChg>
      </pc:sldChg>
      <pc:sldChg chg="addSp delSp modSp mod delAnim modNotesTx">
        <pc:chgData name="Mengmeng Ge" userId="bb5bc401-97cb-4caf-9857-8ff441375414" providerId="ADAL" clId="{93BC0E35-24F5-4008-B93C-3139CA2DB1EB}" dt="2024-04-30T04:38:37.316" v="2625" actId="1076"/>
        <pc:sldMkLst>
          <pc:docMk/>
          <pc:sldMk cId="1775383739" sldId="378"/>
        </pc:sldMkLst>
        <pc:spChg chg="mod">
          <ac:chgData name="Mengmeng Ge" userId="bb5bc401-97cb-4caf-9857-8ff441375414" providerId="ADAL" clId="{93BC0E35-24F5-4008-B93C-3139CA2DB1EB}" dt="2024-04-30T04:33:13.497" v="2587" actId="255"/>
          <ac:spMkLst>
            <pc:docMk/>
            <pc:sldMk cId="1775383739" sldId="378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3:17.978" v="2588" actId="478"/>
          <ac:spMkLst>
            <pc:docMk/>
            <pc:sldMk cId="1775383739" sldId="378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37:57.024" v="2616" actId="1076"/>
          <ac:spMkLst>
            <pc:docMk/>
            <pc:sldMk cId="1775383739" sldId="378"/>
            <ac:spMk id="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38:03.807" v="2618" actId="14100"/>
          <ac:spMkLst>
            <pc:docMk/>
            <pc:sldMk cId="1775383739" sldId="378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38:16.819" v="2621" actId="1076"/>
          <ac:spMkLst>
            <pc:docMk/>
            <pc:sldMk cId="1775383739" sldId="378"/>
            <ac:spMk id="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35:29.509" v="2607" actId="478"/>
          <ac:spMkLst>
            <pc:docMk/>
            <pc:sldMk cId="1775383739" sldId="378"/>
            <ac:spMk id="10" creationId="{00000000-0000-0000-0000-000000000000}"/>
          </ac:spMkLst>
        </pc:spChg>
        <pc:spChg chg="add mod">
          <ac:chgData name="Mengmeng Ge" userId="bb5bc401-97cb-4caf-9857-8ff441375414" providerId="ADAL" clId="{93BC0E35-24F5-4008-B93C-3139CA2DB1EB}" dt="2024-04-30T04:38:37.316" v="2625" actId="1076"/>
          <ac:spMkLst>
            <pc:docMk/>
            <pc:sldMk cId="1775383739" sldId="378"/>
            <ac:spMk id="14" creationId="{2347FA84-4D22-18D5-2AD0-F31B3A9AF16C}"/>
          </ac:spMkLst>
        </pc:spChg>
        <pc:picChg chg="del">
          <ac:chgData name="Mengmeng Ge" userId="bb5bc401-97cb-4caf-9857-8ff441375414" providerId="ADAL" clId="{93BC0E35-24F5-4008-B93C-3139CA2DB1EB}" dt="2024-04-30T04:33:52.419" v="2589" actId="478"/>
          <ac:picMkLst>
            <pc:docMk/>
            <pc:sldMk cId="1775383739" sldId="378"/>
            <ac:picMk id="6" creationId="{00000000-0000-0000-0000-000000000000}"/>
          </ac:picMkLst>
        </pc:picChg>
        <pc:picChg chg="add mod">
          <ac:chgData name="Mengmeng Ge" userId="bb5bc401-97cb-4caf-9857-8ff441375414" providerId="ADAL" clId="{93BC0E35-24F5-4008-B93C-3139CA2DB1EB}" dt="2024-04-30T04:38:13.493" v="2620" actId="1076"/>
          <ac:picMkLst>
            <pc:docMk/>
            <pc:sldMk cId="1775383739" sldId="378"/>
            <ac:picMk id="11" creationId="{D039FC2C-BED6-6EA0-C193-81E33AA26456}"/>
          </ac:picMkLst>
        </pc:picChg>
        <pc:picChg chg="add mod">
          <ac:chgData name="Mengmeng Ge" userId="bb5bc401-97cb-4caf-9857-8ff441375414" providerId="ADAL" clId="{93BC0E35-24F5-4008-B93C-3139CA2DB1EB}" dt="2024-04-30T04:34:26.922" v="2601" actId="1036"/>
          <ac:picMkLst>
            <pc:docMk/>
            <pc:sldMk cId="1775383739" sldId="378"/>
            <ac:picMk id="13" creationId="{CD1F20DE-CCE8-0BB5-9CC4-35331A688BA1}"/>
          </ac:picMkLst>
        </pc:picChg>
      </pc:sldChg>
      <pc:sldChg chg="addSp delSp modSp mod modClrScheme chgLayout modNotesTx">
        <pc:chgData name="Mengmeng Ge" userId="bb5bc401-97cb-4caf-9857-8ff441375414" providerId="ADAL" clId="{93BC0E35-24F5-4008-B93C-3139CA2DB1EB}" dt="2024-04-30T04:42:39.164" v="2717" actId="20577"/>
        <pc:sldMkLst>
          <pc:docMk/>
          <pc:sldMk cId="4251965406" sldId="379"/>
        </pc:sldMkLst>
        <pc:spChg chg="mod ord">
          <ac:chgData name="Mengmeng Ge" userId="bb5bc401-97cb-4caf-9857-8ff441375414" providerId="ADAL" clId="{93BC0E35-24F5-4008-B93C-3139CA2DB1EB}" dt="2024-04-30T04:40:05.876" v="2687" actId="700"/>
          <ac:spMkLst>
            <pc:docMk/>
            <pc:sldMk cId="4251965406" sldId="379"/>
            <ac:spMk id="2" creationId="{00000000-0000-0000-0000-000000000000}"/>
          </ac:spMkLst>
        </pc:spChg>
        <pc:spChg chg="del mod ord">
          <ac:chgData name="Mengmeng Ge" userId="bb5bc401-97cb-4caf-9857-8ff441375414" providerId="ADAL" clId="{93BC0E35-24F5-4008-B93C-3139CA2DB1EB}" dt="2024-04-30T04:40:05.876" v="2687" actId="700"/>
          <ac:spMkLst>
            <pc:docMk/>
            <pc:sldMk cId="4251965406" sldId="379"/>
            <ac:spMk id="3" creationId="{00000000-0000-0000-0000-000000000000}"/>
          </ac:spMkLst>
        </pc:spChg>
        <pc:spChg chg="mod ord">
          <ac:chgData name="Mengmeng Ge" userId="bb5bc401-97cb-4caf-9857-8ff441375414" providerId="ADAL" clId="{93BC0E35-24F5-4008-B93C-3139CA2DB1EB}" dt="2024-04-30T04:40:05.876" v="2687" actId="700"/>
          <ac:spMkLst>
            <pc:docMk/>
            <pc:sldMk cId="4251965406" sldId="379"/>
            <ac:spMk id="4" creationId="{00000000-0000-0000-0000-000000000000}"/>
          </ac:spMkLst>
        </pc:spChg>
        <pc:spChg chg="add mod ord">
          <ac:chgData name="Mengmeng Ge" userId="bb5bc401-97cb-4caf-9857-8ff441375414" providerId="ADAL" clId="{93BC0E35-24F5-4008-B93C-3139CA2DB1EB}" dt="2024-04-30T04:41:25.252" v="2709" actId="20577"/>
          <ac:spMkLst>
            <pc:docMk/>
            <pc:sldMk cId="4251965406" sldId="379"/>
            <ac:spMk id="5" creationId="{55A5AAF8-6442-D585-9B01-8945DADE1BB0}"/>
          </ac:spMkLst>
        </pc:spChg>
        <pc:spChg chg="del mod">
          <ac:chgData name="Mengmeng Ge" userId="bb5bc401-97cb-4caf-9857-8ff441375414" providerId="ADAL" clId="{93BC0E35-24F5-4008-B93C-3139CA2DB1EB}" dt="2024-04-30T04:40:17.129" v="2690" actId="478"/>
          <ac:spMkLst>
            <pc:docMk/>
            <pc:sldMk cId="4251965406" sldId="379"/>
            <ac:spMk id="42" creationId="{00000000-0000-0000-0000-000000000000}"/>
          </ac:spMkLst>
        </pc:spChg>
      </pc:sldChg>
      <pc:sldChg chg="addSp modSp mod">
        <pc:chgData name="Mengmeng Ge" userId="bb5bc401-97cb-4caf-9857-8ff441375414" providerId="ADAL" clId="{93BC0E35-24F5-4008-B93C-3139CA2DB1EB}" dt="2024-04-30T00:53:45.337" v="1235" actId="1036"/>
        <pc:sldMkLst>
          <pc:docMk/>
          <pc:sldMk cId="2645613360" sldId="380"/>
        </pc:sldMkLst>
        <pc:spChg chg="mod">
          <ac:chgData name="Mengmeng Ge" userId="bb5bc401-97cb-4caf-9857-8ff441375414" providerId="ADAL" clId="{93BC0E35-24F5-4008-B93C-3139CA2DB1EB}" dt="2024-04-30T00:49:27.038" v="1143" actId="20577"/>
          <ac:spMkLst>
            <pc:docMk/>
            <pc:sldMk cId="2645613360" sldId="380"/>
            <ac:spMk id="2" creationId="{00000000-0000-0000-0000-000000000000}"/>
          </ac:spMkLst>
        </pc:spChg>
        <pc:spChg chg="add mod">
          <ac:chgData name="Mengmeng Ge" userId="bb5bc401-97cb-4caf-9857-8ff441375414" providerId="ADAL" clId="{93BC0E35-24F5-4008-B93C-3139CA2DB1EB}" dt="2024-04-30T00:53:45.337" v="1235" actId="1036"/>
          <ac:spMkLst>
            <pc:docMk/>
            <pc:sldMk cId="2645613360" sldId="380"/>
            <ac:spMk id="3" creationId="{3F4248A1-9F04-C0EF-3C25-2E38F8073AC4}"/>
          </ac:spMkLst>
        </pc:spChg>
        <pc:graphicFrameChg chg="mod modGraphic">
          <ac:chgData name="Mengmeng Ge" userId="bb5bc401-97cb-4caf-9857-8ff441375414" providerId="ADAL" clId="{93BC0E35-24F5-4008-B93C-3139CA2DB1EB}" dt="2024-04-30T00:52:56.200" v="1209" actId="14100"/>
          <ac:graphicFrameMkLst>
            <pc:docMk/>
            <pc:sldMk cId="2645613360" sldId="380"/>
            <ac:graphicFrameMk id="5" creationId="{00000000-0000-0000-0000-000000000000}"/>
          </ac:graphicFrameMkLst>
        </pc:graphicFrameChg>
      </pc:sldChg>
      <pc:sldChg chg="del">
        <pc:chgData name="Mengmeng Ge" userId="bb5bc401-97cb-4caf-9857-8ff441375414" providerId="ADAL" clId="{93BC0E35-24F5-4008-B93C-3139CA2DB1EB}" dt="2024-04-24T02:37:47.042" v="0" actId="47"/>
        <pc:sldMkLst>
          <pc:docMk/>
          <pc:sldMk cId="2572206098" sldId="381"/>
        </pc:sldMkLst>
      </pc:sldChg>
      <pc:sldChg chg="del">
        <pc:chgData name="Mengmeng Ge" userId="bb5bc401-97cb-4caf-9857-8ff441375414" providerId="ADAL" clId="{93BC0E35-24F5-4008-B93C-3139CA2DB1EB}" dt="2024-04-24T02:37:48.463" v="1" actId="47"/>
        <pc:sldMkLst>
          <pc:docMk/>
          <pc:sldMk cId="731966820" sldId="382"/>
        </pc:sldMkLst>
      </pc:sldChg>
      <pc:sldChg chg="del">
        <pc:chgData name="Mengmeng Ge" userId="bb5bc401-97cb-4caf-9857-8ff441375414" providerId="ADAL" clId="{93BC0E35-24F5-4008-B93C-3139CA2DB1EB}" dt="2024-04-30T00:30:01.484" v="963" actId="47"/>
        <pc:sldMkLst>
          <pc:docMk/>
          <pc:sldMk cId="645044327" sldId="408"/>
        </pc:sldMkLst>
      </pc:sldChg>
      <pc:sldChg chg="modSp mod">
        <pc:chgData name="Mengmeng Ge" userId="bb5bc401-97cb-4caf-9857-8ff441375414" providerId="ADAL" clId="{93BC0E35-24F5-4008-B93C-3139CA2DB1EB}" dt="2024-04-30T02:46:38.136" v="1706" actId="313"/>
        <pc:sldMkLst>
          <pc:docMk/>
          <pc:sldMk cId="2887323412" sldId="409"/>
        </pc:sldMkLst>
        <pc:spChg chg="mod">
          <ac:chgData name="Mengmeng Ge" userId="bb5bc401-97cb-4caf-9857-8ff441375414" providerId="ADAL" clId="{93BC0E35-24F5-4008-B93C-3139CA2DB1EB}" dt="2024-04-30T00:21:16.109" v="899"/>
          <ac:spMkLst>
            <pc:docMk/>
            <pc:sldMk cId="2887323412" sldId="409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21:28.913" v="919" actId="1076"/>
          <ac:spMkLst>
            <pc:docMk/>
            <pc:sldMk cId="2887323412" sldId="409"/>
            <ac:spMk id="3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46:33.376" v="1703" actId="313"/>
          <ac:spMkLst>
            <pc:docMk/>
            <pc:sldMk cId="2887323412" sldId="409"/>
            <ac:spMk id="3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46:38.136" v="1706" actId="313"/>
          <ac:spMkLst>
            <pc:docMk/>
            <pc:sldMk cId="2887323412" sldId="409"/>
            <ac:spMk id="42" creationId="{4E9C1C2F-8239-86E7-EF26-4E8CC8084602}"/>
          </ac:spMkLst>
        </pc:spChg>
      </pc:sldChg>
      <pc:sldChg chg="modSp mod">
        <pc:chgData name="Mengmeng Ge" userId="bb5bc401-97cb-4caf-9857-8ff441375414" providerId="ADAL" clId="{93BC0E35-24F5-4008-B93C-3139CA2DB1EB}" dt="2024-04-30T00:19:16.332" v="857" actId="1037"/>
        <pc:sldMkLst>
          <pc:docMk/>
          <pc:sldMk cId="1922618853" sldId="410"/>
        </pc:sldMkLst>
        <pc:spChg chg="mod">
          <ac:chgData name="Mengmeng Ge" userId="bb5bc401-97cb-4caf-9857-8ff441375414" providerId="ADAL" clId="{93BC0E35-24F5-4008-B93C-3139CA2DB1EB}" dt="2024-04-30T00:17:52.513" v="853" actId="1037"/>
          <ac:spMkLst>
            <pc:docMk/>
            <pc:sldMk cId="1922618853" sldId="410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17:44.792" v="852"/>
          <ac:spMkLst>
            <pc:docMk/>
            <pc:sldMk cId="1922618853" sldId="410"/>
            <ac:spMk id="3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18:47.315" v="854" actId="1038"/>
          <ac:spMkLst>
            <pc:docMk/>
            <pc:sldMk cId="1922618853" sldId="410"/>
            <ac:spMk id="32" creationId="{D07A52AD-97CD-53E6-84C6-D1365878705B}"/>
          </ac:spMkLst>
        </pc:spChg>
        <pc:spChg chg="mod">
          <ac:chgData name="Mengmeng Ge" userId="bb5bc401-97cb-4caf-9857-8ff441375414" providerId="ADAL" clId="{93BC0E35-24F5-4008-B93C-3139CA2DB1EB}" dt="2024-04-30T00:18:47.315" v="854" actId="1038"/>
          <ac:spMkLst>
            <pc:docMk/>
            <pc:sldMk cId="1922618853" sldId="410"/>
            <ac:spMk id="35" creationId="{5B3247AA-047F-4CF1-AE24-CA0D050032B5}"/>
          </ac:spMkLst>
        </pc:spChg>
        <pc:spChg chg="mod">
          <ac:chgData name="Mengmeng Ge" userId="bb5bc401-97cb-4caf-9857-8ff441375414" providerId="ADAL" clId="{93BC0E35-24F5-4008-B93C-3139CA2DB1EB}" dt="2024-04-30T00:19:16.332" v="857" actId="1037"/>
          <ac:spMkLst>
            <pc:docMk/>
            <pc:sldMk cId="1922618853" sldId="410"/>
            <ac:spMk id="45" creationId="{66041CB6-5B01-D2A1-8DEB-68028971687E}"/>
          </ac:spMkLst>
        </pc:spChg>
      </pc:sldChg>
      <pc:sldChg chg="del">
        <pc:chgData name="Mengmeng Ge" userId="bb5bc401-97cb-4caf-9857-8ff441375414" providerId="ADAL" clId="{93BC0E35-24F5-4008-B93C-3139CA2DB1EB}" dt="2024-04-30T00:30:40.487" v="974" actId="47"/>
        <pc:sldMkLst>
          <pc:docMk/>
          <pc:sldMk cId="1150803101" sldId="411"/>
        </pc:sldMkLst>
      </pc:sldChg>
      <pc:sldChg chg="modSp mod modNotesTx">
        <pc:chgData name="Mengmeng Ge" userId="bb5bc401-97cb-4caf-9857-8ff441375414" providerId="ADAL" clId="{93BC0E35-24F5-4008-B93C-3139CA2DB1EB}" dt="2024-04-30T00:19:31.708" v="859" actId="1037"/>
        <pc:sldMkLst>
          <pc:docMk/>
          <pc:sldMk cId="3868956049" sldId="414"/>
        </pc:sldMkLst>
        <pc:spChg chg="mod">
          <ac:chgData name="Mengmeng Ge" userId="bb5bc401-97cb-4caf-9857-8ff441375414" providerId="ADAL" clId="{93BC0E35-24F5-4008-B93C-3139CA2DB1EB}" dt="2024-04-30T00:08:51.311" v="626" actId="20577"/>
          <ac:spMkLst>
            <pc:docMk/>
            <pc:sldMk cId="3868956049" sldId="414"/>
            <ac:spMk id="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19:04.704" v="856" actId="1038"/>
          <ac:spMkLst>
            <pc:docMk/>
            <pc:sldMk cId="3868956049" sldId="414"/>
            <ac:spMk id="2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19:04.704" v="856" actId="1038"/>
          <ac:spMkLst>
            <pc:docMk/>
            <pc:sldMk cId="3868956049" sldId="414"/>
            <ac:spMk id="2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19:31.708" v="859" actId="1037"/>
          <ac:spMkLst>
            <pc:docMk/>
            <pc:sldMk cId="3868956049" sldId="414"/>
            <ac:spMk id="29" creationId="{00000000-0000-0000-0000-000000000000}"/>
          </ac:spMkLst>
        </pc:spChg>
      </pc:sldChg>
      <pc:sldChg chg="modSp mod">
        <pc:chgData name="Mengmeng Ge" userId="bb5bc401-97cb-4caf-9857-8ff441375414" providerId="ADAL" clId="{93BC0E35-24F5-4008-B93C-3139CA2DB1EB}" dt="2024-04-30T00:31:26.912" v="979" actId="20577"/>
        <pc:sldMkLst>
          <pc:docMk/>
          <pc:sldMk cId="743398095" sldId="416"/>
        </pc:sldMkLst>
        <pc:spChg chg="mod">
          <ac:chgData name="Mengmeng Ge" userId="bb5bc401-97cb-4caf-9857-8ff441375414" providerId="ADAL" clId="{93BC0E35-24F5-4008-B93C-3139CA2DB1EB}" dt="2024-04-30T00:31:26.912" v="979" actId="20577"/>
          <ac:spMkLst>
            <pc:docMk/>
            <pc:sldMk cId="743398095" sldId="416"/>
            <ac:spMk id="4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0:22:40.732" v="933" actId="1035"/>
          <ac:spMkLst>
            <pc:docMk/>
            <pc:sldMk cId="743398095" sldId="416"/>
            <ac:spMk id="50" creationId="{00000000-0000-0000-0000-000000000000}"/>
          </ac:spMkLst>
        </pc:spChg>
        <pc:grpChg chg="mod">
          <ac:chgData name="Mengmeng Ge" userId="bb5bc401-97cb-4caf-9857-8ff441375414" providerId="ADAL" clId="{93BC0E35-24F5-4008-B93C-3139CA2DB1EB}" dt="2024-04-30T00:22:17.288" v="924" actId="1035"/>
          <ac:grpSpMkLst>
            <pc:docMk/>
            <pc:sldMk cId="743398095" sldId="416"/>
            <ac:grpSpMk id="45" creationId="{00000000-0000-0000-0000-000000000000}"/>
          </ac:grpSpMkLst>
        </pc:grpChg>
        <pc:grpChg chg="mod">
          <ac:chgData name="Mengmeng Ge" userId="bb5bc401-97cb-4caf-9857-8ff441375414" providerId="ADAL" clId="{93BC0E35-24F5-4008-B93C-3139CA2DB1EB}" dt="2024-04-30T00:22:27.229" v="930" actId="1035"/>
          <ac:grpSpMkLst>
            <pc:docMk/>
            <pc:sldMk cId="743398095" sldId="416"/>
            <ac:grpSpMk id="46" creationId="{00000000-0000-0000-0000-000000000000}"/>
          </ac:grpSpMkLst>
        </pc:grpChg>
        <pc:grpChg chg="mod">
          <ac:chgData name="Mengmeng Ge" userId="bb5bc401-97cb-4caf-9857-8ff441375414" providerId="ADAL" clId="{93BC0E35-24F5-4008-B93C-3139CA2DB1EB}" dt="2024-04-30T00:22:24.847" v="929" actId="1035"/>
          <ac:grpSpMkLst>
            <pc:docMk/>
            <pc:sldMk cId="743398095" sldId="416"/>
            <ac:grpSpMk id="47" creationId="{00000000-0000-0000-0000-000000000000}"/>
          </ac:grpSpMkLst>
        </pc:grpChg>
        <pc:grpChg chg="mod">
          <ac:chgData name="Mengmeng Ge" userId="bb5bc401-97cb-4caf-9857-8ff441375414" providerId="ADAL" clId="{93BC0E35-24F5-4008-B93C-3139CA2DB1EB}" dt="2024-04-30T00:22:09.575" v="922" actId="1035"/>
          <ac:grpSpMkLst>
            <pc:docMk/>
            <pc:sldMk cId="743398095" sldId="416"/>
            <ac:grpSpMk id="48" creationId="{00000000-0000-0000-0000-000000000000}"/>
          </ac:grpSpMkLst>
        </pc:grpChg>
      </pc:sldChg>
      <pc:sldChg chg="modSp mod">
        <pc:chgData name="Mengmeng Ge" userId="bb5bc401-97cb-4caf-9857-8ff441375414" providerId="ADAL" clId="{93BC0E35-24F5-4008-B93C-3139CA2DB1EB}" dt="2024-04-30T00:20:41.560" v="881" actId="14100"/>
        <pc:sldMkLst>
          <pc:docMk/>
          <pc:sldMk cId="107321635" sldId="417"/>
        </pc:sldMkLst>
        <pc:spChg chg="mod">
          <ac:chgData name="Mengmeng Ge" userId="bb5bc401-97cb-4caf-9857-8ff441375414" providerId="ADAL" clId="{93BC0E35-24F5-4008-B93C-3139CA2DB1EB}" dt="2024-04-30T00:20:41.560" v="881" actId="14100"/>
          <ac:spMkLst>
            <pc:docMk/>
            <pc:sldMk cId="107321635" sldId="417"/>
            <ac:spMk id="2" creationId="{00000000-0000-0000-0000-000000000000}"/>
          </ac:spMkLst>
        </pc:spChg>
      </pc:sldChg>
      <pc:sldChg chg="addSp delSp modSp mod">
        <pc:chgData name="Mengmeng Ge" userId="bb5bc401-97cb-4caf-9857-8ff441375414" providerId="ADAL" clId="{93BC0E35-24F5-4008-B93C-3139CA2DB1EB}" dt="2024-04-30T02:36:12.934" v="1567" actId="14100"/>
        <pc:sldMkLst>
          <pc:docMk/>
          <pc:sldMk cId="311850841" sldId="420"/>
        </pc:sldMkLst>
        <pc:spChg chg="mod">
          <ac:chgData name="Mengmeng Ge" userId="bb5bc401-97cb-4caf-9857-8ff441375414" providerId="ADAL" clId="{93BC0E35-24F5-4008-B93C-3139CA2DB1EB}" dt="2024-04-30T02:09:13.502" v="1474" actId="14100"/>
          <ac:spMkLst>
            <pc:docMk/>
            <pc:sldMk cId="311850841" sldId="420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1:36.075" v="1475" actId="478"/>
          <ac:spMkLst>
            <pc:docMk/>
            <pc:sldMk cId="311850841" sldId="420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3:22.567" v="1524"/>
          <ac:spMkLst>
            <pc:docMk/>
            <pc:sldMk cId="311850841" sldId="420"/>
            <ac:spMk id="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1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1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1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1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1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1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1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2:30.460" v="1514" actId="478"/>
          <ac:spMkLst>
            <pc:docMk/>
            <pc:sldMk cId="311850841" sldId="420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2:30.460" v="1514" actId="478"/>
          <ac:spMkLst>
            <pc:docMk/>
            <pc:sldMk cId="311850841" sldId="420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2:30.460" v="1514" actId="478"/>
          <ac:spMkLst>
            <pc:docMk/>
            <pc:sldMk cId="311850841" sldId="420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2:30.460" v="1514" actId="478"/>
          <ac:spMkLst>
            <pc:docMk/>
            <pc:sldMk cId="311850841" sldId="420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2:30.460" v="1514" actId="478"/>
          <ac:spMkLst>
            <pc:docMk/>
            <pc:sldMk cId="311850841" sldId="420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2:30.460" v="1514" actId="478"/>
          <ac:spMkLst>
            <pc:docMk/>
            <pc:sldMk cId="311850841" sldId="420"/>
            <ac:spMk id="2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2:30.460" v="1514" actId="478"/>
          <ac:spMkLst>
            <pc:docMk/>
            <pc:sldMk cId="311850841" sldId="420"/>
            <ac:spMk id="2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2:30.460" v="1514" actId="478"/>
          <ac:spMkLst>
            <pc:docMk/>
            <pc:sldMk cId="311850841" sldId="420"/>
            <ac:spMk id="2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13.220" v="1502"/>
          <ac:spMkLst>
            <pc:docMk/>
            <pc:sldMk cId="311850841" sldId="420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6:12.934" v="1567" actId="14100"/>
          <ac:spMkLst>
            <pc:docMk/>
            <pc:sldMk cId="311850841" sldId="420"/>
            <ac:spMk id="3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41.874" v="1515"/>
          <ac:spMkLst>
            <pc:docMk/>
            <pc:sldMk cId="311850841" sldId="420"/>
            <ac:spMk id="33" creationId="{319EB5F8-6F7E-4744-398E-E47E998E857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3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27.567" v="1513" actId="1035"/>
          <ac:spMkLst>
            <pc:docMk/>
            <pc:sldMk cId="311850841" sldId="420"/>
            <ac:spMk id="3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3:02.222" v="1519" actId="164"/>
          <ac:spMkLst>
            <pc:docMk/>
            <pc:sldMk cId="311850841" sldId="420"/>
            <ac:spMk id="3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2:41.874" v="1515"/>
          <ac:spMkLst>
            <pc:docMk/>
            <pc:sldMk cId="311850841" sldId="420"/>
            <ac:spMk id="38" creationId="{4387914B-B3ED-3C08-9CE7-4C07AC9D2B5C}"/>
          </ac:spMkLst>
        </pc:spChg>
        <pc:spChg chg="mod">
          <ac:chgData name="Mengmeng Ge" userId="bb5bc401-97cb-4caf-9857-8ff441375414" providerId="ADAL" clId="{93BC0E35-24F5-4008-B93C-3139CA2DB1EB}" dt="2024-04-30T02:32:41.874" v="1515"/>
          <ac:spMkLst>
            <pc:docMk/>
            <pc:sldMk cId="311850841" sldId="420"/>
            <ac:spMk id="39" creationId="{D5C235F6-F7AD-E74E-3218-C02E0A5A4774}"/>
          </ac:spMkLst>
        </pc:spChg>
        <pc:spChg chg="mod">
          <ac:chgData name="Mengmeng Ge" userId="bb5bc401-97cb-4caf-9857-8ff441375414" providerId="ADAL" clId="{93BC0E35-24F5-4008-B93C-3139CA2DB1EB}" dt="2024-04-30T02:32:41.874" v="1515"/>
          <ac:spMkLst>
            <pc:docMk/>
            <pc:sldMk cId="311850841" sldId="420"/>
            <ac:spMk id="40" creationId="{DC89E967-0BCD-8A70-14FD-A8BD810F6C39}"/>
          </ac:spMkLst>
        </pc:spChg>
        <pc:spChg chg="mod">
          <ac:chgData name="Mengmeng Ge" userId="bb5bc401-97cb-4caf-9857-8ff441375414" providerId="ADAL" clId="{93BC0E35-24F5-4008-B93C-3139CA2DB1EB}" dt="2024-04-30T02:32:41.874" v="1515"/>
          <ac:spMkLst>
            <pc:docMk/>
            <pc:sldMk cId="311850841" sldId="420"/>
            <ac:spMk id="41" creationId="{B2291A16-A62E-C836-6666-178BDA3E9BAD}"/>
          </ac:spMkLst>
        </pc:spChg>
        <pc:spChg chg="mod">
          <ac:chgData name="Mengmeng Ge" userId="bb5bc401-97cb-4caf-9857-8ff441375414" providerId="ADAL" clId="{93BC0E35-24F5-4008-B93C-3139CA2DB1EB}" dt="2024-04-30T02:32:41.874" v="1515"/>
          <ac:spMkLst>
            <pc:docMk/>
            <pc:sldMk cId="311850841" sldId="420"/>
            <ac:spMk id="42" creationId="{E0469E24-DBB0-8EF6-AB8F-B7CB0DEEE987}"/>
          </ac:spMkLst>
        </pc:spChg>
        <pc:spChg chg="mod">
          <ac:chgData name="Mengmeng Ge" userId="bb5bc401-97cb-4caf-9857-8ff441375414" providerId="ADAL" clId="{93BC0E35-24F5-4008-B93C-3139CA2DB1EB}" dt="2024-04-30T02:32:41.874" v="1515"/>
          <ac:spMkLst>
            <pc:docMk/>
            <pc:sldMk cId="311850841" sldId="420"/>
            <ac:spMk id="43" creationId="{FC4B83C4-B86C-FF90-DD20-2189146657E4}"/>
          </ac:spMkLst>
        </pc:spChg>
        <pc:spChg chg="mod">
          <ac:chgData name="Mengmeng Ge" userId="bb5bc401-97cb-4caf-9857-8ff441375414" providerId="ADAL" clId="{93BC0E35-24F5-4008-B93C-3139CA2DB1EB}" dt="2024-04-30T02:32:41.874" v="1515"/>
          <ac:spMkLst>
            <pc:docMk/>
            <pc:sldMk cId="311850841" sldId="420"/>
            <ac:spMk id="44" creationId="{0981AE0F-8185-D423-4A06-9BDA0DCF6A15}"/>
          </ac:spMkLst>
        </pc:spChg>
        <pc:grpChg chg="mod">
          <ac:chgData name="Mengmeng Ge" userId="bb5bc401-97cb-4caf-9857-8ff441375414" providerId="ADAL" clId="{93BC0E35-24F5-4008-B93C-3139CA2DB1EB}" dt="2024-04-30T02:32:27.567" v="1513" actId="1035"/>
          <ac:grpSpMkLst>
            <pc:docMk/>
            <pc:sldMk cId="311850841" sldId="420"/>
            <ac:grpSpMk id="5" creationId="{00000000-0000-0000-0000-000000000000}"/>
          </ac:grpSpMkLst>
        </pc:grpChg>
        <pc:grpChg chg="add mod">
          <ac:chgData name="Mengmeng Ge" userId="bb5bc401-97cb-4caf-9857-8ff441375414" providerId="ADAL" clId="{93BC0E35-24F5-4008-B93C-3139CA2DB1EB}" dt="2024-04-30T02:33:06.917" v="1520" actId="1076"/>
          <ac:grpSpMkLst>
            <pc:docMk/>
            <pc:sldMk cId="311850841" sldId="420"/>
            <ac:grpSpMk id="32" creationId="{5420070F-2715-19A5-2F50-09A293E73F11}"/>
          </ac:grpSpMkLst>
        </pc:grpChg>
        <pc:grpChg chg="add mod">
          <ac:chgData name="Mengmeng Ge" userId="bb5bc401-97cb-4caf-9857-8ff441375414" providerId="ADAL" clId="{93BC0E35-24F5-4008-B93C-3139CA2DB1EB}" dt="2024-04-30T02:33:02.222" v="1519" actId="164"/>
          <ac:grpSpMkLst>
            <pc:docMk/>
            <pc:sldMk cId="311850841" sldId="420"/>
            <ac:grpSpMk id="46" creationId="{EABC576A-E4BB-6657-317E-206B5BE804F2}"/>
          </ac:grpSpMkLst>
        </pc:grpChg>
        <pc:cxnChg chg="mod">
          <ac:chgData name="Mengmeng Ge" userId="bb5bc401-97cb-4caf-9857-8ff441375414" providerId="ADAL" clId="{93BC0E35-24F5-4008-B93C-3139CA2DB1EB}" dt="2024-04-30T02:33:02.222" v="1519" actId="164"/>
          <ac:cxnSpMkLst>
            <pc:docMk/>
            <pc:sldMk cId="311850841" sldId="420"/>
            <ac:cxnSpMk id="36" creationId="{00000000-0000-0000-0000-000000000000}"/>
          </ac:cxnSpMkLst>
        </pc:cxnChg>
      </pc:sldChg>
      <pc:sldChg chg="addSp delSp modSp mod">
        <pc:chgData name="Mengmeng Ge" userId="bb5bc401-97cb-4caf-9857-8ff441375414" providerId="ADAL" clId="{93BC0E35-24F5-4008-B93C-3139CA2DB1EB}" dt="2024-04-30T02:38:27.247" v="1616" actId="14100"/>
        <pc:sldMkLst>
          <pc:docMk/>
          <pc:sldMk cId="3426467750" sldId="421"/>
        </pc:sldMkLst>
        <pc:spChg chg="mod">
          <ac:chgData name="Mengmeng Ge" userId="bb5bc401-97cb-4caf-9857-8ff441375414" providerId="ADAL" clId="{93BC0E35-24F5-4008-B93C-3139CA2DB1EB}" dt="2024-04-30T02:36:22.994" v="1571" actId="20577"/>
          <ac:spMkLst>
            <pc:docMk/>
            <pc:sldMk cId="3426467750" sldId="421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6:25.781" v="1572" actId="478"/>
          <ac:spMkLst>
            <pc:docMk/>
            <pc:sldMk cId="3426467750" sldId="421"/>
            <ac:spMk id="3" creationId="{00000000-0000-0000-0000-000000000000}"/>
          </ac:spMkLst>
        </pc:spChg>
        <pc:spChg chg="mod ord">
          <ac:chgData name="Mengmeng Ge" userId="bb5bc401-97cb-4caf-9857-8ff441375414" providerId="ADAL" clId="{93BC0E35-24F5-4008-B93C-3139CA2DB1EB}" dt="2024-04-30T02:38:27.247" v="1616" actId="14100"/>
          <ac:spMkLst>
            <pc:docMk/>
            <pc:sldMk cId="3426467750" sldId="421"/>
            <ac:spMk id="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1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1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1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1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1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1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19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7:26.666" v="1599" actId="478"/>
          <ac:spMkLst>
            <pc:docMk/>
            <pc:sldMk cId="3426467750" sldId="421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7:26.666" v="1599" actId="478"/>
          <ac:spMkLst>
            <pc:docMk/>
            <pc:sldMk cId="3426467750" sldId="421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7:26.666" v="1599" actId="478"/>
          <ac:spMkLst>
            <pc:docMk/>
            <pc:sldMk cId="3426467750" sldId="421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7:26.666" v="1599" actId="478"/>
          <ac:spMkLst>
            <pc:docMk/>
            <pc:sldMk cId="3426467750" sldId="421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7:26.666" v="1599" actId="478"/>
          <ac:spMkLst>
            <pc:docMk/>
            <pc:sldMk cId="3426467750" sldId="421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7:26.666" v="1599" actId="478"/>
          <ac:spMkLst>
            <pc:docMk/>
            <pc:sldMk cId="3426467750" sldId="421"/>
            <ac:spMk id="2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7:26.666" v="1599" actId="478"/>
          <ac:spMkLst>
            <pc:docMk/>
            <pc:sldMk cId="3426467750" sldId="421"/>
            <ac:spMk id="28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7:26.666" v="1599" actId="478"/>
          <ac:spMkLst>
            <pc:docMk/>
            <pc:sldMk cId="3426467750" sldId="421"/>
            <ac:spMk id="2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6:38.870" v="1579"/>
          <ac:spMkLst>
            <pc:docMk/>
            <pc:sldMk cId="3426467750" sldId="421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3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3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00.262" v="1593" actId="1035"/>
          <ac:spMkLst>
            <pc:docMk/>
            <pc:sldMk cId="3426467750" sldId="421"/>
            <ac:spMk id="3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11.917" v="1595" actId="164"/>
          <ac:spMkLst>
            <pc:docMk/>
            <pc:sldMk cId="3426467750" sldId="421"/>
            <ac:spMk id="3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37:30.639" v="1600"/>
          <ac:spMkLst>
            <pc:docMk/>
            <pc:sldMk cId="3426467750" sldId="421"/>
            <ac:spMk id="40" creationId="{EF72412A-FE2E-1F8F-C122-92757460C134}"/>
          </ac:spMkLst>
        </pc:spChg>
        <pc:spChg chg="mod">
          <ac:chgData name="Mengmeng Ge" userId="bb5bc401-97cb-4caf-9857-8ff441375414" providerId="ADAL" clId="{93BC0E35-24F5-4008-B93C-3139CA2DB1EB}" dt="2024-04-30T02:37:30.639" v="1600"/>
          <ac:spMkLst>
            <pc:docMk/>
            <pc:sldMk cId="3426467750" sldId="421"/>
            <ac:spMk id="41" creationId="{CF7BDE0B-D4BC-996C-91DE-BEA42FE77619}"/>
          </ac:spMkLst>
        </pc:spChg>
        <pc:spChg chg="mod">
          <ac:chgData name="Mengmeng Ge" userId="bb5bc401-97cb-4caf-9857-8ff441375414" providerId="ADAL" clId="{93BC0E35-24F5-4008-B93C-3139CA2DB1EB}" dt="2024-04-30T02:37:30.639" v="1600"/>
          <ac:spMkLst>
            <pc:docMk/>
            <pc:sldMk cId="3426467750" sldId="421"/>
            <ac:spMk id="42" creationId="{5D9D5ACB-BE1E-62F5-2FBC-7640B5443154}"/>
          </ac:spMkLst>
        </pc:spChg>
        <pc:spChg chg="mod">
          <ac:chgData name="Mengmeng Ge" userId="bb5bc401-97cb-4caf-9857-8ff441375414" providerId="ADAL" clId="{93BC0E35-24F5-4008-B93C-3139CA2DB1EB}" dt="2024-04-30T02:37:30.639" v="1600"/>
          <ac:spMkLst>
            <pc:docMk/>
            <pc:sldMk cId="3426467750" sldId="421"/>
            <ac:spMk id="43" creationId="{BDF6D671-BAE6-F36A-2496-2A74D872CBAB}"/>
          </ac:spMkLst>
        </pc:spChg>
        <pc:spChg chg="mod">
          <ac:chgData name="Mengmeng Ge" userId="bb5bc401-97cb-4caf-9857-8ff441375414" providerId="ADAL" clId="{93BC0E35-24F5-4008-B93C-3139CA2DB1EB}" dt="2024-04-30T02:37:30.639" v="1600"/>
          <ac:spMkLst>
            <pc:docMk/>
            <pc:sldMk cId="3426467750" sldId="421"/>
            <ac:spMk id="44" creationId="{4D9B9C22-95B9-386B-4B03-6C1B5BBF7748}"/>
          </ac:spMkLst>
        </pc:spChg>
        <pc:spChg chg="mod">
          <ac:chgData name="Mengmeng Ge" userId="bb5bc401-97cb-4caf-9857-8ff441375414" providerId="ADAL" clId="{93BC0E35-24F5-4008-B93C-3139CA2DB1EB}" dt="2024-04-30T02:37:30.639" v="1600"/>
          <ac:spMkLst>
            <pc:docMk/>
            <pc:sldMk cId="3426467750" sldId="421"/>
            <ac:spMk id="45" creationId="{3658D63F-DD4F-FC06-BFBF-256935E1B911}"/>
          </ac:spMkLst>
        </pc:spChg>
        <pc:spChg chg="mod">
          <ac:chgData name="Mengmeng Ge" userId="bb5bc401-97cb-4caf-9857-8ff441375414" providerId="ADAL" clId="{93BC0E35-24F5-4008-B93C-3139CA2DB1EB}" dt="2024-04-30T02:37:30.639" v="1600"/>
          <ac:spMkLst>
            <pc:docMk/>
            <pc:sldMk cId="3426467750" sldId="421"/>
            <ac:spMk id="46" creationId="{A5909C4A-1F9E-B3CA-6FE0-DD6129166DD9}"/>
          </ac:spMkLst>
        </pc:spChg>
        <pc:spChg chg="mod">
          <ac:chgData name="Mengmeng Ge" userId="bb5bc401-97cb-4caf-9857-8ff441375414" providerId="ADAL" clId="{93BC0E35-24F5-4008-B93C-3139CA2DB1EB}" dt="2024-04-30T02:37:30.639" v="1600"/>
          <ac:spMkLst>
            <pc:docMk/>
            <pc:sldMk cId="3426467750" sldId="421"/>
            <ac:spMk id="47" creationId="{386AD104-5F73-21F6-1400-16A0BD1B5CB2}"/>
          </ac:spMkLst>
        </pc:spChg>
        <pc:grpChg chg="mod">
          <ac:chgData name="Mengmeng Ge" userId="bb5bc401-97cb-4caf-9857-8ff441375414" providerId="ADAL" clId="{93BC0E35-24F5-4008-B93C-3139CA2DB1EB}" dt="2024-04-30T02:37:00.262" v="1593" actId="1035"/>
          <ac:grpSpMkLst>
            <pc:docMk/>
            <pc:sldMk cId="3426467750" sldId="421"/>
            <ac:grpSpMk id="5" creationId="{00000000-0000-0000-0000-000000000000}"/>
          </ac:grpSpMkLst>
        </pc:grpChg>
        <pc:grpChg chg="add mod">
          <ac:chgData name="Mengmeng Ge" userId="bb5bc401-97cb-4caf-9857-8ff441375414" providerId="ADAL" clId="{93BC0E35-24F5-4008-B93C-3139CA2DB1EB}" dt="2024-04-30T02:37:15.866" v="1596" actId="1076"/>
          <ac:grpSpMkLst>
            <pc:docMk/>
            <pc:sldMk cId="3426467750" sldId="421"/>
            <ac:grpSpMk id="33" creationId="{10E389B1-8AEF-B910-E998-D589CF441374}"/>
          </ac:grpSpMkLst>
        </pc:grpChg>
        <pc:grpChg chg="add mod">
          <ac:chgData name="Mengmeng Ge" userId="bb5bc401-97cb-4caf-9857-8ff441375414" providerId="ADAL" clId="{93BC0E35-24F5-4008-B93C-3139CA2DB1EB}" dt="2024-04-30T02:37:30.639" v="1600"/>
          <ac:grpSpMkLst>
            <pc:docMk/>
            <pc:sldMk cId="3426467750" sldId="421"/>
            <ac:grpSpMk id="39" creationId="{501B5B34-0990-7F99-1124-7610126EBF70}"/>
          </ac:grpSpMkLst>
        </pc:grpChg>
        <pc:cxnChg chg="mod">
          <ac:chgData name="Mengmeng Ge" userId="bb5bc401-97cb-4caf-9857-8ff441375414" providerId="ADAL" clId="{93BC0E35-24F5-4008-B93C-3139CA2DB1EB}" dt="2024-04-30T02:37:21.094" v="1597" actId="14100"/>
          <ac:cxnSpMkLst>
            <pc:docMk/>
            <pc:sldMk cId="3426467750" sldId="421"/>
            <ac:cxnSpMk id="36" creationId="{00000000-0000-0000-0000-000000000000}"/>
          </ac:cxnSpMkLst>
        </pc:cxnChg>
      </pc:sldChg>
      <pc:sldChg chg="del">
        <pc:chgData name="Mengmeng Ge" userId="bb5bc401-97cb-4caf-9857-8ff441375414" providerId="ADAL" clId="{93BC0E35-24F5-4008-B93C-3139CA2DB1EB}" dt="2024-04-30T02:38:54.438" v="1617" actId="47"/>
        <pc:sldMkLst>
          <pc:docMk/>
          <pc:sldMk cId="4042722635" sldId="422"/>
        </pc:sldMkLst>
      </pc:sldChg>
      <pc:sldChg chg="del">
        <pc:chgData name="Mengmeng Ge" userId="bb5bc401-97cb-4caf-9857-8ff441375414" providerId="ADAL" clId="{93BC0E35-24F5-4008-B93C-3139CA2DB1EB}" dt="2024-04-30T03:07:54.200" v="2373" actId="47"/>
        <pc:sldMkLst>
          <pc:docMk/>
          <pc:sldMk cId="4221126388" sldId="423"/>
        </pc:sldMkLst>
      </pc:sldChg>
      <pc:sldChg chg="addSp delSp modSp mod">
        <pc:chgData name="Mengmeng Ge" userId="bb5bc401-97cb-4caf-9857-8ff441375414" providerId="ADAL" clId="{93BC0E35-24F5-4008-B93C-3139CA2DB1EB}" dt="2024-04-30T04:27:02.636" v="2467" actId="1076"/>
        <pc:sldMkLst>
          <pc:docMk/>
          <pc:sldMk cId="3157577168" sldId="424"/>
        </pc:sldMkLst>
        <pc:spChg chg="mod">
          <ac:chgData name="Mengmeng Ge" userId="bb5bc401-97cb-4caf-9857-8ff441375414" providerId="ADAL" clId="{93BC0E35-24F5-4008-B93C-3139CA2DB1EB}" dt="2024-04-30T03:07:42.363" v="2372" actId="255"/>
          <ac:spMkLst>
            <pc:docMk/>
            <pc:sldMk cId="3157577168" sldId="424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9:21.887" v="2374" actId="478"/>
          <ac:spMkLst>
            <pc:docMk/>
            <pc:sldMk cId="3157577168" sldId="424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1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1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1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1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1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10:35.256" v="2419" actId="478"/>
          <ac:spMkLst>
            <pc:docMk/>
            <pc:sldMk cId="3157577168" sldId="424"/>
            <ac:spMk id="2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10:35.256" v="2419" actId="478"/>
          <ac:spMkLst>
            <pc:docMk/>
            <pc:sldMk cId="3157577168" sldId="424"/>
            <ac:spMk id="2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10:35.256" v="2419" actId="478"/>
          <ac:spMkLst>
            <pc:docMk/>
            <pc:sldMk cId="3157577168" sldId="424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10:35.256" v="2419" actId="478"/>
          <ac:spMkLst>
            <pc:docMk/>
            <pc:sldMk cId="3157577168" sldId="424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10:35.256" v="2419" actId="478"/>
          <ac:spMkLst>
            <pc:docMk/>
            <pc:sldMk cId="3157577168" sldId="424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10:35.256" v="2419" actId="478"/>
          <ac:spMkLst>
            <pc:docMk/>
            <pc:sldMk cId="3157577168" sldId="424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10:35.256" v="2419" actId="478"/>
          <ac:spMkLst>
            <pc:docMk/>
            <pc:sldMk cId="3157577168" sldId="424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10:35.256" v="2419" actId="478"/>
          <ac:spMkLst>
            <pc:docMk/>
            <pc:sldMk cId="3157577168" sldId="424"/>
            <ac:spMk id="2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9:38.910" v="2383"/>
          <ac:spMkLst>
            <pc:docMk/>
            <pc:sldMk cId="3157577168" sldId="424"/>
            <ac:spMk id="2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32.126" v="2418" actId="14100"/>
          <ac:spMkLst>
            <pc:docMk/>
            <pc:sldMk cId="3157577168" sldId="424"/>
            <ac:spMk id="2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3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3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3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07.785" v="2410" actId="1035"/>
          <ac:spMkLst>
            <pc:docMk/>
            <pc:sldMk cId="3157577168" sldId="424"/>
            <ac:spMk id="3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7:02.636" v="2467" actId="1076"/>
          <ac:spMkLst>
            <pc:docMk/>
            <pc:sldMk cId="3157577168" sldId="424"/>
            <ac:spMk id="3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10:39.796" v="2420"/>
          <ac:spMkLst>
            <pc:docMk/>
            <pc:sldMk cId="3157577168" sldId="424"/>
            <ac:spMk id="36" creationId="{E0E391B2-8965-26C1-5A8E-049537652760}"/>
          </ac:spMkLst>
        </pc:spChg>
        <pc:spChg chg="mod">
          <ac:chgData name="Mengmeng Ge" userId="bb5bc401-97cb-4caf-9857-8ff441375414" providerId="ADAL" clId="{93BC0E35-24F5-4008-B93C-3139CA2DB1EB}" dt="2024-04-30T03:10:39.796" v="2420"/>
          <ac:spMkLst>
            <pc:docMk/>
            <pc:sldMk cId="3157577168" sldId="424"/>
            <ac:spMk id="37" creationId="{D08BA610-45C2-137C-4789-B80C6E226223}"/>
          </ac:spMkLst>
        </pc:spChg>
        <pc:spChg chg="mod">
          <ac:chgData name="Mengmeng Ge" userId="bb5bc401-97cb-4caf-9857-8ff441375414" providerId="ADAL" clId="{93BC0E35-24F5-4008-B93C-3139CA2DB1EB}" dt="2024-04-30T03:10:39.796" v="2420"/>
          <ac:spMkLst>
            <pc:docMk/>
            <pc:sldMk cId="3157577168" sldId="424"/>
            <ac:spMk id="38" creationId="{09B0444E-9DDC-812E-96CE-101A35416C48}"/>
          </ac:spMkLst>
        </pc:spChg>
        <pc:spChg chg="mod">
          <ac:chgData name="Mengmeng Ge" userId="bb5bc401-97cb-4caf-9857-8ff441375414" providerId="ADAL" clId="{93BC0E35-24F5-4008-B93C-3139CA2DB1EB}" dt="2024-04-30T03:10:39.796" v="2420"/>
          <ac:spMkLst>
            <pc:docMk/>
            <pc:sldMk cId="3157577168" sldId="424"/>
            <ac:spMk id="39" creationId="{436E354C-295A-F69A-B277-82DF883184A9}"/>
          </ac:spMkLst>
        </pc:spChg>
        <pc:spChg chg="mod">
          <ac:chgData name="Mengmeng Ge" userId="bb5bc401-97cb-4caf-9857-8ff441375414" providerId="ADAL" clId="{93BC0E35-24F5-4008-B93C-3139CA2DB1EB}" dt="2024-04-30T03:10:39.796" v="2420"/>
          <ac:spMkLst>
            <pc:docMk/>
            <pc:sldMk cId="3157577168" sldId="424"/>
            <ac:spMk id="40" creationId="{01498096-4DAF-A19D-639D-EA23BD9A55F3}"/>
          </ac:spMkLst>
        </pc:spChg>
        <pc:spChg chg="mod">
          <ac:chgData name="Mengmeng Ge" userId="bb5bc401-97cb-4caf-9857-8ff441375414" providerId="ADAL" clId="{93BC0E35-24F5-4008-B93C-3139CA2DB1EB}" dt="2024-04-30T03:10:39.796" v="2420"/>
          <ac:spMkLst>
            <pc:docMk/>
            <pc:sldMk cId="3157577168" sldId="424"/>
            <ac:spMk id="41" creationId="{1F30BC85-7604-58C2-7D21-44BCE29CED1E}"/>
          </ac:spMkLst>
        </pc:spChg>
        <pc:spChg chg="mod">
          <ac:chgData name="Mengmeng Ge" userId="bb5bc401-97cb-4caf-9857-8ff441375414" providerId="ADAL" clId="{93BC0E35-24F5-4008-B93C-3139CA2DB1EB}" dt="2024-04-30T03:10:39.796" v="2420"/>
          <ac:spMkLst>
            <pc:docMk/>
            <pc:sldMk cId="3157577168" sldId="424"/>
            <ac:spMk id="42" creationId="{09F4E8B6-3A73-D346-2EBE-DDA2240D3C23}"/>
          </ac:spMkLst>
        </pc:spChg>
        <pc:spChg chg="mod">
          <ac:chgData name="Mengmeng Ge" userId="bb5bc401-97cb-4caf-9857-8ff441375414" providerId="ADAL" clId="{93BC0E35-24F5-4008-B93C-3139CA2DB1EB}" dt="2024-04-30T03:10:39.796" v="2420"/>
          <ac:spMkLst>
            <pc:docMk/>
            <pc:sldMk cId="3157577168" sldId="424"/>
            <ac:spMk id="43" creationId="{B16ACDB3-B7C2-A29E-BF20-E8883C666B62}"/>
          </ac:spMkLst>
        </pc:spChg>
        <pc:spChg chg="mod">
          <ac:chgData name="Mengmeng Ge" userId="bb5bc401-97cb-4caf-9857-8ff441375414" providerId="ADAL" clId="{93BC0E35-24F5-4008-B93C-3139CA2DB1EB}" dt="2024-04-30T03:10:39.796" v="2420"/>
          <ac:spMkLst>
            <pc:docMk/>
            <pc:sldMk cId="3157577168" sldId="424"/>
            <ac:spMk id="46" creationId="{87055A49-777F-2D4E-F25A-97696EE34DE7}"/>
          </ac:spMkLst>
        </pc:spChg>
        <pc:grpChg chg="add mod">
          <ac:chgData name="Mengmeng Ge" userId="bb5bc401-97cb-4caf-9857-8ff441375414" providerId="ADAL" clId="{93BC0E35-24F5-4008-B93C-3139CA2DB1EB}" dt="2024-04-30T03:10:39.796" v="2420"/>
          <ac:grpSpMkLst>
            <pc:docMk/>
            <pc:sldMk cId="3157577168" sldId="424"/>
            <ac:grpSpMk id="5" creationId="{8C6A0338-5BB8-9ED1-4EE9-AD1C11F453E2}"/>
          </ac:grpSpMkLst>
        </pc:grpChg>
        <pc:grpChg chg="mod">
          <ac:chgData name="Mengmeng Ge" userId="bb5bc401-97cb-4caf-9857-8ff441375414" providerId="ADAL" clId="{93BC0E35-24F5-4008-B93C-3139CA2DB1EB}" dt="2024-04-30T03:10:07.785" v="2410" actId="1035"/>
          <ac:grpSpMkLst>
            <pc:docMk/>
            <pc:sldMk cId="3157577168" sldId="424"/>
            <ac:grpSpMk id="6" creationId="{00000000-0000-0000-0000-000000000000}"/>
          </ac:grpSpMkLst>
        </pc:grpChg>
        <pc:grpChg chg="add mod">
          <ac:chgData name="Mengmeng Ge" userId="bb5bc401-97cb-4caf-9857-8ff441375414" providerId="ADAL" clId="{93BC0E35-24F5-4008-B93C-3139CA2DB1EB}" dt="2024-04-30T03:10:39.796" v="2420"/>
          <ac:grpSpMkLst>
            <pc:docMk/>
            <pc:sldMk cId="3157577168" sldId="424"/>
            <ac:grpSpMk id="44" creationId="{7B04383E-01B2-A8DF-03A3-B1AFCD43C2FC}"/>
          </ac:grpSpMkLst>
        </pc:grpChg>
        <pc:cxnChg chg="mod">
          <ac:chgData name="Mengmeng Ge" userId="bb5bc401-97cb-4caf-9857-8ff441375414" providerId="ADAL" clId="{93BC0E35-24F5-4008-B93C-3139CA2DB1EB}" dt="2024-04-30T03:10:39.796" v="2420"/>
          <ac:cxnSpMkLst>
            <pc:docMk/>
            <pc:sldMk cId="3157577168" sldId="424"/>
            <ac:cxnSpMk id="45" creationId="{5E1F9B46-3ECF-EACF-D34D-8C61EF768676}"/>
          </ac:cxnSpMkLst>
        </pc:cxnChg>
      </pc:sldChg>
      <pc:sldChg chg="addSp delSp modSp mod">
        <pc:chgData name="Mengmeng Ge" userId="bb5bc401-97cb-4caf-9857-8ff441375414" providerId="ADAL" clId="{93BC0E35-24F5-4008-B93C-3139CA2DB1EB}" dt="2024-04-30T03:06:15.783" v="2325" actId="1037"/>
        <pc:sldMkLst>
          <pc:docMk/>
          <pc:sldMk cId="4245217489" sldId="425"/>
        </pc:sldMkLst>
        <pc:spChg chg="mod">
          <ac:chgData name="Mengmeng Ge" userId="bb5bc401-97cb-4caf-9857-8ff441375414" providerId="ADAL" clId="{93BC0E35-24F5-4008-B93C-3139CA2DB1EB}" dt="2024-04-30T03:02:53.997" v="2242" actId="20577"/>
          <ac:spMkLst>
            <pc:docMk/>
            <pc:sldMk cId="4245217489" sldId="425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07.955" v="2139" actId="478"/>
          <ac:spMkLst>
            <pc:docMk/>
            <pc:sldMk cId="4245217489" sldId="425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1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1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1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1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1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11.827" v="2140" actId="478"/>
          <ac:spMkLst>
            <pc:docMk/>
            <pc:sldMk cId="4245217489" sldId="425"/>
            <ac:spMk id="2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11.827" v="2140" actId="478"/>
          <ac:spMkLst>
            <pc:docMk/>
            <pc:sldMk cId="4245217489" sldId="425"/>
            <ac:spMk id="2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11.827" v="2140" actId="478"/>
          <ac:spMkLst>
            <pc:docMk/>
            <pc:sldMk cId="4245217489" sldId="425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11.827" v="2140" actId="478"/>
          <ac:spMkLst>
            <pc:docMk/>
            <pc:sldMk cId="4245217489" sldId="425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11.827" v="2140" actId="478"/>
          <ac:spMkLst>
            <pc:docMk/>
            <pc:sldMk cId="4245217489" sldId="425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11.827" v="2140" actId="478"/>
          <ac:spMkLst>
            <pc:docMk/>
            <pc:sldMk cId="4245217489" sldId="425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11.827" v="2140" actId="478"/>
          <ac:spMkLst>
            <pc:docMk/>
            <pc:sldMk cId="4245217489" sldId="425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0:11.827" v="2140" actId="478"/>
          <ac:spMkLst>
            <pc:docMk/>
            <pc:sldMk cId="4245217489" sldId="425"/>
            <ac:spMk id="2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32.156" v="2258" actId="14100"/>
          <ac:spMkLst>
            <pc:docMk/>
            <pc:sldMk cId="4245217489" sldId="425"/>
            <ac:spMk id="2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4:59.875" v="2292"/>
          <ac:spMkLst>
            <pc:docMk/>
            <pc:sldMk cId="4245217489" sldId="425"/>
            <ac:spMk id="2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38.541" v="2259"/>
          <ac:spMkLst>
            <pc:docMk/>
            <pc:sldMk cId="4245217489" sldId="425"/>
            <ac:spMk id="31" creationId="{61A1D1A7-10B8-DC5A-4F11-F87F8E5A8A5A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3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6:15.783" v="2325" actId="1037"/>
          <ac:spMkLst>
            <pc:docMk/>
            <pc:sldMk cId="4245217489" sldId="425"/>
            <ac:spMk id="33" creationId="{00E62A4A-ADD6-A4CD-2612-3B83032C6137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3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20.486" v="2252" actId="1035"/>
          <ac:spMkLst>
            <pc:docMk/>
            <pc:sldMk cId="4245217489" sldId="425"/>
            <ac:spMk id="3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3:38.541" v="2259"/>
          <ac:spMkLst>
            <pc:docMk/>
            <pc:sldMk cId="4245217489" sldId="425"/>
            <ac:spMk id="36" creationId="{AC7F02E9-EDE6-2BFC-DDC5-178B51E220F2}"/>
          </ac:spMkLst>
        </pc:spChg>
        <pc:spChg chg="mod">
          <ac:chgData name="Mengmeng Ge" userId="bb5bc401-97cb-4caf-9857-8ff441375414" providerId="ADAL" clId="{93BC0E35-24F5-4008-B93C-3139CA2DB1EB}" dt="2024-04-30T03:03:38.541" v="2259"/>
          <ac:spMkLst>
            <pc:docMk/>
            <pc:sldMk cId="4245217489" sldId="425"/>
            <ac:spMk id="37" creationId="{06B08B35-5C4F-E2AE-C278-EF99A0BDFFF5}"/>
          </ac:spMkLst>
        </pc:spChg>
        <pc:spChg chg="mod">
          <ac:chgData name="Mengmeng Ge" userId="bb5bc401-97cb-4caf-9857-8ff441375414" providerId="ADAL" clId="{93BC0E35-24F5-4008-B93C-3139CA2DB1EB}" dt="2024-04-30T03:03:38.541" v="2259"/>
          <ac:spMkLst>
            <pc:docMk/>
            <pc:sldMk cId="4245217489" sldId="425"/>
            <ac:spMk id="38" creationId="{9F55CF63-72E0-9517-BB73-60336D852F05}"/>
          </ac:spMkLst>
        </pc:spChg>
        <pc:spChg chg="mod">
          <ac:chgData name="Mengmeng Ge" userId="bb5bc401-97cb-4caf-9857-8ff441375414" providerId="ADAL" clId="{93BC0E35-24F5-4008-B93C-3139CA2DB1EB}" dt="2024-04-30T03:03:38.541" v="2259"/>
          <ac:spMkLst>
            <pc:docMk/>
            <pc:sldMk cId="4245217489" sldId="425"/>
            <ac:spMk id="39" creationId="{3351E82F-96FC-0723-1E21-CD1827168DEC}"/>
          </ac:spMkLst>
        </pc:spChg>
        <pc:spChg chg="mod">
          <ac:chgData name="Mengmeng Ge" userId="bb5bc401-97cb-4caf-9857-8ff441375414" providerId="ADAL" clId="{93BC0E35-24F5-4008-B93C-3139CA2DB1EB}" dt="2024-04-30T03:03:38.541" v="2259"/>
          <ac:spMkLst>
            <pc:docMk/>
            <pc:sldMk cId="4245217489" sldId="425"/>
            <ac:spMk id="40" creationId="{6439FDDC-736C-217E-A4AD-E850EA471BCA}"/>
          </ac:spMkLst>
        </pc:spChg>
        <pc:spChg chg="mod">
          <ac:chgData name="Mengmeng Ge" userId="bb5bc401-97cb-4caf-9857-8ff441375414" providerId="ADAL" clId="{93BC0E35-24F5-4008-B93C-3139CA2DB1EB}" dt="2024-04-30T03:03:38.541" v="2259"/>
          <ac:spMkLst>
            <pc:docMk/>
            <pc:sldMk cId="4245217489" sldId="425"/>
            <ac:spMk id="41" creationId="{EB1EFF54-06DE-61ED-34DD-1643C9F787AA}"/>
          </ac:spMkLst>
        </pc:spChg>
        <pc:spChg chg="mod">
          <ac:chgData name="Mengmeng Ge" userId="bb5bc401-97cb-4caf-9857-8ff441375414" providerId="ADAL" clId="{93BC0E35-24F5-4008-B93C-3139CA2DB1EB}" dt="2024-04-30T03:03:38.541" v="2259"/>
          <ac:spMkLst>
            <pc:docMk/>
            <pc:sldMk cId="4245217489" sldId="425"/>
            <ac:spMk id="44" creationId="{A621C4BC-EFB1-C467-E6A7-15A21BAC7152}"/>
          </ac:spMkLst>
        </pc:spChg>
        <pc:grpChg chg="add mod">
          <ac:chgData name="Mengmeng Ge" userId="bb5bc401-97cb-4caf-9857-8ff441375414" providerId="ADAL" clId="{93BC0E35-24F5-4008-B93C-3139CA2DB1EB}" dt="2024-04-30T03:03:38.541" v="2259"/>
          <ac:grpSpMkLst>
            <pc:docMk/>
            <pc:sldMk cId="4245217489" sldId="425"/>
            <ac:grpSpMk id="5" creationId="{2CCF3C77-FE79-D853-15F4-67DB30145F63}"/>
          </ac:grpSpMkLst>
        </pc:grpChg>
        <pc:grpChg chg="mod">
          <ac:chgData name="Mengmeng Ge" userId="bb5bc401-97cb-4caf-9857-8ff441375414" providerId="ADAL" clId="{93BC0E35-24F5-4008-B93C-3139CA2DB1EB}" dt="2024-04-30T03:03:20.486" v="2252" actId="1035"/>
          <ac:grpSpMkLst>
            <pc:docMk/>
            <pc:sldMk cId="4245217489" sldId="425"/>
            <ac:grpSpMk id="6" creationId="{00000000-0000-0000-0000-000000000000}"/>
          </ac:grpSpMkLst>
        </pc:grpChg>
        <pc:grpChg chg="add mod">
          <ac:chgData name="Mengmeng Ge" userId="bb5bc401-97cb-4caf-9857-8ff441375414" providerId="ADAL" clId="{93BC0E35-24F5-4008-B93C-3139CA2DB1EB}" dt="2024-04-30T03:03:38.541" v="2259"/>
          <ac:grpSpMkLst>
            <pc:docMk/>
            <pc:sldMk cId="4245217489" sldId="425"/>
            <ac:grpSpMk id="42" creationId="{714E2D86-3EDF-F44B-C4B4-539422BBC67D}"/>
          </ac:grpSpMkLst>
        </pc:grpChg>
        <pc:cxnChg chg="mod">
          <ac:chgData name="Mengmeng Ge" userId="bb5bc401-97cb-4caf-9857-8ff441375414" providerId="ADAL" clId="{93BC0E35-24F5-4008-B93C-3139CA2DB1EB}" dt="2024-04-30T03:03:38.541" v="2259"/>
          <ac:cxnSpMkLst>
            <pc:docMk/>
            <pc:sldMk cId="4245217489" sldId="425"/>
            <ac:cxnSpMk id="43" creationId="{F468DE71-7414-6F9A-10D4-3343C2F011AA}"/>
          </ac:cxnSpMkLst>
        </pc:cxnChg>
      </pc:sldChg>
      <pc:sldChg chg="addSp delSp modSp mod">
        <pc:chgData name="Mengmeng Ge" userId="bb5bc401-97cb-4caf-9857-8ff441375414" providerId="ADAL" clId="{93BC0E35-24F5-4008-B93C-3139CA2DB1EB}" dt="2024-04-30T04:26:13.657" v="2465" actId="20577"/>
        <pc:sldMkLst>
          <pc:docMk/>
          <pc:sldMk cId="3775107794" sldId="426"/>
        </pc:sldMkLst>
        <pc:spChg chg="mod">
          <ac:chgData name="Mengmeng Ge" userId="bb5bc401-97cb-4caf-9857-8ff441375414" providerId="ADAL" clId="{93BC0E35-24F5-4008-B93C-3139CA2DB1EB}" dt="2024-04-30T03:04:02.673" v="2284" actId="14100"/>
          <ac:spMkLst>
            <pc:docMk/>
            <pc:sldMk cId="3775107794" sldId="426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5:05.645" v="2293" actId="478"/>
          <ac:spMkLst>
            <pc:docMk/>
            <pc:sldMk cId="3775107794" sldId="426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1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1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1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1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1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6:00.313" v="2322" actId="478"/>
          <ac:spMkLst>
            <pc:docMk/>
            <pc:sldMk cId="3775107794" sldId="426"/>
            <ac:spMk id="2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6:00.313" v="2322" actId="478"/>
          <ac:spMkLst>
            <pc:docMk/>
            <pc:sldMk cId="3775107794" sldId="426"/>
            <ac:spMk id="2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6:00.313" v="2322" actId="478"/>
          <ac:spMkLst>
            <pc:docMk/>
            <pc:sldMk cId="3775107794" sldId="426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6:00.313" v="2322" actId="478"/>
          <ac:spMkLst>
            <pc:docMk/>
            <pc:sldMk cId="3775107794" sldId="426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6:00.313" v="2322" actId="478"/>
          <ac:spMkLst>
            <pc:docMk/>
            <pc:sldMk cId="3775107794" sldId="426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6:00.313" v="2322" actId="478"/>
          <ac:spMkLst>
            <pc:docMk/>
            <pc:sldMk cId="3775107794" sldId="426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6:00.313" v="2322" actId="478"/>
          <ac:spMkLst>
            <pc:docMk/>
            <pc:sldMk cId="3775107794" sldId="426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06:00.313" v="2322" actId="478"/>
          <ac:spMkLst>
            <pc:docMk/>
            <pc:sldMk cId="3775107794" sldId="426"/>
            <ac:spMk id="2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7:11.045" v="2345"/>
          <ac:spMkLst>
            <pc:docMk/>
            <pc:sldMk cId="3775107794" sldId="426"/>
            <ac:spMk id="2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6:13.657" v="2465" actId="20577"/>
          <ac:spMkLst>
            <pc:docMk/>
            <pc:sldMk cId="3775107794" sldId="426"/>
            <ac:spMk id="2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6:00.899" v="2323"/>
          <ac:spMkLst>
            <pc:docMk/>
            <pc:sldMk cId="3775107794" sldId="426"/>
            <ac:spMk id="31" creationId="{E595DAF5-023E-1B67-70A1-5F2B35D06465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3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3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6:10.920" v="2324" actId="1037"/>
          <ac:spMkLst>
            <pc:docMk/>
            <pc:sldMk cId="3775107794" sldId="426"/>
            <ac:spMk id="34" creationId="{3A94C527-2E22-F0E3-FE90-D1E25F71911B}"/>
          </ac:spMkLst>
        </pc:spChg>
        <pc:spChg chg="mod">
          <ac:chgData name="Mengmeng Ge" userId="bb5bc401-97cb-4caf-9857-8ff441375414" providerId="ADAL" clId="{93BC0E35-24F5-4008-B93C-3139CA2DB1EB}" dt="2024-04-30T03:05:18.361" v="2308" actId="1036"/>
          <ac:spMkLst>
            <pc:docMk/>
            <pc:sldMk cId="3775107794" sldId="426"/>
            <ac:spMk id="3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6:00.899" v="2323"/>
          <ac:spMkLst>
            <pc:docMk/>
            <pc:sldMk cId="3775107794" sldId="426"/>
            <ac:spMk id="36" creationId="{EB9F276F-EF5E-A4F3-7F6C-3CA46E250D82}"/>
          </ac:spMkLst>
        </pc:spChg>
        <pc:spChg chg="mod">
          <ac:chgData name="Mengmeng Ge" userId="bb5bc401-97cb-4caf-9857-8ff441375414" providerId="ADAL" clId="{93BC0E35-24F5-4008-B93C-3139CA2DB1EB}" dt="2024-04-30T03:06:00.899" v="2323"/>
          <ac:spMkLst>
            <pc:docMk/>
            <pc:sldMk cId="3775107794" sldId="426"/>
            <ac:spMk id="37" creationId="{E7DAA46C-7DDF-5E42-E394-ACD6062BD5AB}"/>
          </ac:spMkLst>
        </pc:spChg>
        <pc:spChg chg="mod">
          <ac:chgData name="Mengmeng Ge" userId="bb5bc401-97cb-4caf-9857-8ff441375414" providerId="ADAL" clId="{93BC0E35-24F5-4008-B93C-3139CA2DB1EB}" dt="2024-04-30T03:06:00.899" v="2323"/>
          <ac:spMkLst>
            <pc:docMk/>
            <pc:sldMk cId="3775107794" sldId="426"/>
            <ac:spMk id="38" creationId="{237DC45C-B4AD-0B61-1758-63156EA8BF4C}"/>
          </ac:spMkLst>
        </pc:spChg>
        <pc:spChg chg="mod">
          <ac:chgData name="Mengmeng Ge" userId="bb5bc401-97cb-4caf-9857-8ff441375414" providerId="ADAL" clId="{93BC0E35-24F5-4008-B93C-3139CA2DB1EB}" dt="2024-04-30T03:06:00.899" v="2323"/>
          <ac:spMkLst>
            <pc:docMk/>
            <pc:sldMk cId="3775107794" sldId="426"/>
            <ac:spMk id="39" creationId="{EDE0B345-24FE-B00F-CE0A-A37C2AFECBF0}"/>
          </ac:spMkLst>
        </pc:spChg>
        <pc:spChg chg="mod">
          <ac:chgData name="Mengmeng Ge" userId="bb5bc401-97cb-4caf-9857-8ff441375414" providerId="ADAL" clId="{93BC0E35-24F5-4008-B93C-3139CA2DB1EB}" dt="2024-04-30T03:06:00.899" v="2323"/>
          <ac:spMkLst>
            <pc:docMk/>
            <pc:sldMk cId="3775107794" sldId="426"/>
            <ac:spMk id="40" creationId="{094756DF-71D3-1063-AA5B-C61E2704AE00}"/>
          </ac:spMkLst>
        </pc:spChg>
        <pc:spChg chg="mod">
          <ac:chgData name="Mengmeng Ge" userId="bb5bc401-97cb-4caf-9857-8ff441375414" providerId="ADAL" clId="{93BC0E35-24F5-4008-B93C-3139CA2DB1EB}" dt="2024-04-30T03:06:00.899" v="2323"/>
          <ac:spMkLst>
            <pc:docMk/>
            <pc:sldMk cId="3775107794" sldId="426"/>
            <ac:spMk id="41" creationId="{260F87CE-9976-9C34-55E7-DE8F1CF1FD04}"/>
          </ac:spMkLst>
        </pc:spChg>
        <pc:spChg chg="mod">
          <ac:chgData name="Mengmeng Ge" userId="bb5bc401-97cb-4caf-9857-8ff441375414" providerId="ADAL" clId="{93BC0E35-24F5-4008-B93C-3139CA2DB1EB}" dt="2024-04-30T03:06:00.899" v="2323"/>
          <ac:spMkLst>
            <pc:docMk/>
            <pc:sldMk cId="3775107794" sldId="426"/>
            <ac:spMk id="44" creationId="{A2185B0D-DD59-CED2-05B1-BA594D50BBDD}"/>
          </ac:spMkLst>
        </pc:spChg>
        <pc:grpChg chg="add mod">
          <ac:chgData name="Mengmeng Ge" userId="bb5bc401-97cb-4caf-9857-8ff441375414" providerId="ADAL" clId="{93BC0E35-24F5-4008-B93C-3139CA2DB1EB}" dt="2024-04-30T03:06:00.899" v="2323"/>
          <ac:grpSpMkLst>
            <pc:docMk/>
            <pc:sldMk cId="3775107794" sldId="426"/>
            <ac:grpSpMk id="5" creationId="{A7696AAD-F26D-1618-210F-B8171C37CC3A}"/>
          </ac:grpSpMkLst>
        </pc:grpChg>
        <pc:grpChg chg="mod">
          <ac:chgData name="Mengmeng Ge" userId="bb5bc401-97cb-4caf-9857-8ff441375414" providerId="ADAL" clId="{93BC0E35-24F5-4008-B93C-3139CA2DB1EB}" dt="2024-04-30T03:05:18.361" v="2308" actId="1036"/>
          <ac:grpSpMkLst>
            <pc:docMk/>
            <pc:sldMk cId="3775107794" sldId="426"/>
            <ac:grpSpMk id="6" creationId="{00000000-0000-0000-0000-000000000000}"/>
          </ac:grpSpMkLst>
        </pc:grpChg>
        <pc:grpChg chg="add mod">
          <ac:chgData name="Mengmeng Ge" userId="bb5bc401-97cb-4caf-9857-8ff441375414" providerId="ADAL" clId="{93BC0E35-24F5-4008-B93C-3139CA2DB1EB}" dt="2024-04-30T03:06:00.899" v="2323"/>
          <ac:grpSpMkLst>
            <pc:docMk/>
            <pc:sldMk cId="3775107794" sldId="426"/>
            <ac:grpSpMk id="42" creationId="{7B5D5571-0AB3-8C20-4962-5E7DBEA22770}"/>
          </ac:grpSpMkLst>
        </pc:grpChg>
        <pc:cxnChg chg="mod">
          <ac:chgData name="Mengmeng Ge" userId="bb5bc401-97cb-4caf-9857-8ff441375414" providerId="ADAL" clId="{93BC0E35-24F5-4008-B93C-3139CA2DB1EB}" dt="2024-04-30T03:06:00.899" v="2323"/>
          <ac:cxnSpMkLst>
            <pc:docMk/>
            <pc:sldMk cId="3775107794" sldId="426"/>
            <ac:cxnSpMk id="43" creationId="{07B1FA97-14B1-34B9-A193-3E2A95653288}"/>
          </ac:cxnSpMkLst>
        </pc:cxnChg>
      </pc:sldChg>
      <pc:sldChg chg="addSp delSp modSp mod delAnim modNotesTx">
        <pc:chgData name="Mengmeng Ge" userId="bb5bc401-97cb-4caf-9857-8ff441375414" providerId="ADAL" clId="{93BC0E35-24F5-4008-B93C-3139CA2DB1EB}" dt="2024-04-30T04:30:20.841" v="2526" actId="1076"/>
        <pc:sldMkLst>
          <pc:docMk/>
          <pc:sldMk cId="3248228531" sldId="427"/>
        </pc:sldMkLst>
        <pc:spChg chg="mod">
          <ac:chgData name="Mengmeng Ge" userId="bb5bc401-97cb-4caf-9857-8ff441375414" providerId="ADAL" clId="{93BC0E35-24F5-4008-B93C-3139CA2DB1EB}" dt="2024-04-30T03:11:57.508" v="2461" actId="20577"/>
          <ac:spMkLst>
            <pc:docMk/>
            <pc:sldMk cId="3248228531" sldId="427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3:12:00.532" v="2462" actId="478"/>
          <ac:spMkLst>
            <pc:docMk/>
            <pc:sldMk cId="3248228531" sldId="427"/>
            <ac:spMk id="3" creationId="{00000000-0000-0000-0000-000000000000}"/>
          </ac:spMkLst>
        </pc:spChg>
        <pc:spChg chg="del mod">
          <ac:chgData name="Mengmeng Ge" userId="bb5bc401-97cb-4caf-9857-8ff441375414" providerId="ADAL" clId="{93BC0E35-24F5-4008-B93C-3139CA2DB1EB}" dt="2024-04-30T04:29:54.090" v="2512" actId="478"/>
          <ac:spMkLst>
            <pc:docMk/>
            <pc:sldMk cId="3248228531" sldId="427"/>
            <ac:spMk id="5" creationId="{51D1CD48-BC7F-DC00-974E-90A0BA75205A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1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1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1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1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17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27:59.152" v="2489" actId="478"/>
          <ac:spMkLst>
            <pc:docMk/>
            <pc:sldMk cId="3248228531" sldId="427"/>
            <ac:spMk id="20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27:59.152" v="2489" actId="478"/>
          <ac:spMkLst>
            <pc:docMk/>
            <pc:sldMk cId="3248228531" sldId="427"/>
            <ac:spMk id="21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27:59.152" v="2489" actId="478"/>
          <ac:spMkLst>
            <pc:docMk/>
            <pc:sldMk cId="3248228531" sldId="427"/>
            <ac:spMk id="2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27:59.152" v="2489" actId="478"/>
          <ac:spMkLst>
            <pc:docMk/>
            <pc:sldMk cId="3248228531" sldId="427"/>
            <ac:spMk id="23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27:59.152" v="2489" actId="478"/>
          <ac:spMkLst>
            <pc:docMk/>
            <pc:sldMk cId="3248228531" sldId="427"/>
            <ac:spMk id="24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27:59.152" v="2489" actId="478"/>
          <ac:spMkLst>
            <pc:docMk/>
            <pc:sldMk cId="3248228531" sldId="427"/>
            <ac:spMk id="25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27:59.152" v="2489" actId="478"/>
          <ac:spMkLst>
            <pc:docMk/>
            <pc:sldMk cId="3248228531" sldId="427"/>
            <ac:spMk id="26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4:27:59.152" v="2489" actId="478"/>
          <ac:spMkLst>
            <pc:docMk/>
            <pc:sldMk cId="3248228531" sldId="427"/>
            <ac:spMk id="2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7:19.007" v="2474"/>
          <ac:spMkLst>
            <pc:docMk/>
            <pc:sldMk cId="3248228531" sldId="427"/>
            <ac:spMk id="28" creationId="{00000000-0000-0000-0000-000000000000}"/>
          </ac:spMkLst>
        </pc:spChg>
        <pc:spChg chg="mod ord">
          <ac:chgData name="Mengmeng Ge" userId="bb5bc401-97cb-4caf-9857-8ff441375414" providerId="ADAL" clId="{93BC0E35-24F5-4008-B93C-3139CA2DB1EB}" dt="2024-04-30T04:30:20.841" v="2526" actId="1076"/>
          <ac:spMkLst>
            <pc:docMk/>
            <pc:sldMk cId="3248228531" sldId="427"/>
            <ac:spMk id="2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3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3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3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9:58.286" v="2519" actId="1035"/>
          <ac:spMkLst>
            <pc:docMk/>
            <pc:sldMk cId="3248228531" sldId="427"/>
            <ac:spMk id="3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4:28:06.412" v="2490"/>
          <ac:spMkLst>
            <pc:docMk/>
            <pc:sldMk cId="3248228531" sldId="427"/>
            <ac:spMk id="41" creationId="{E0E36BB7-349D-9108-78D1-C70654DE5B7D}"/>
          </ac:spMkLst>
        </pc:spChg>
        <pc:spChg chg="mod">
          <ac:chgData name="Mengmeng Ge" userId="bb5bc401-97cb-4caf-9857-8ff441375414" providerId="ADAL" clId="{93BC0E35-24F5-4008-B93C-3139CA2DB1EB}" dt="2024-04-30T04:28:06.412" v="2490"/>
          <ac:spMkLst>
            <pc:docMk/>
            <pc:sldMk cId="3248228531" sldId="427"/>
            <ac:spMk id="42" creationId="{ABAE7D5A-C65E-5B2F-5B3C-84AF478E14CA}"/>
          </ac:spMkLst>
        </pc:spChg>
        <pc:spChg chg="mod">
          <ac:chgData name="Mengmeng Ge" userId="bb5bc401-97cb-4caf-9857-8ff441375414" providerId="ADAL" clId="{93BC0E35-24F5-4008-B93C-3139CA2DB1EB}" dt="2024-04-30T04:28:06.412" v="2490"/>
          <ac:spMkLst>
            <pc:docMk/>
            <pc:sldMk cId="3248228531" sldId="427"/>
            <ac:spMk id="43" creationId="{44B9C258-A190-C334-A69F-6E7AAF39B6E5}"/>
          </ac:spMkLst>
        </pc:spChg>
        <pc:spChg chg="mod">
          <ac:chgData name="Mengmeng Ge" userId="bb5bc401-97cb-4caf-9857-8ff441375414" providerId="ADAL" clId="{93BC0E35-24F5-4008-B93C-3139CA2DB1EB}" dt="2024-04-30T04:28:06.412" v="2490"/>
          <ac:spMkLst>
            <pc:docMk/>
            <pc:sldMk cId="3248228531" sldId="427"/>
            <ac:spMk id="44" creationId="{B28112CE-DC63-DB49-6EC2-61ABFD8063B0}"/>
          </ac:spMkLst>
        </pc:spChg>
        <pc:spChg chg="mod">
          <ac:chgData name="Mengmeng Ge" userId="bb5bc401-97cb-4caf-9857-8ff441375414" providerId="ADAL" clId="{93BC0E35-24F5-4008-B93C-3139CA2DB1EB}" dt="2024-04-30T04:28:06.412" v="2490"/>
          <ac:spMkLst>
            <pc:docMk/>
            <pc:sldMk cId="3248228531" sldId="427"/>
            <ac:spMk id="45" creationId="{FE640E31-6F66-83D9-B0C7-A7C46DF4A9D4}"/>
          </ac:spMkLst>
        </pc:spChg>
        <pc:spChg chg="mod">
          <ac:chgData name="Mengmeng Ge" userId="bb5bc401-97cb-4caf-9857-8ff441375414" providerId="ADAL" clId="{93BC0E35-24F5-4008-B93C-3139CA2DB1EB}" dt="2024-04-30T04:28:06.412" v="2490"/>
          <ac:spMkLst>
            <pc:docMk/>
            <pc:sldMk cId="3248228531" sldId="427"/>
            <ac:spMk id="46" creationId="{E28871A0-F361-C207-76AD-03B703EE6367}"/>
          </ac:spMkLst>
        </pc:spChg>
        <pc:spChg chg="mod">
          <ac:chgData name="Mengmeng Ge" userId="bb5bc401-97cb-4caf-9857-8ff441375414" providerId="ADAL" clId="{93BC0E35-24F5-4008-B93C-3139CA2DB1EB}" dt="2024-04-30T04:28:06.412" v="2490"/>
          <ac:spMkLst>
            <pc:docMk/>
            <pc:sldMk cId="3248228531" sldId="427"/>
            <ac:spMk id="47" creationId="{A6ADE9A7-466B-43FD-3A7D-C5E2CBB2EC3E}"/>
          </ac:spMkLst>
        </pc:spChg>
        <pc:spChg chg="mod">
          <ac:chgData name="Mengmeng Ge" userId="bb5bc401-97cb-4caf-9857-8ff441375414" providerId="ADAL" clId="{93BC0E35-24F5-4008-B93C-3139CA2DB1EB}" dt="2024-04-30T04:28:06.412" v="2490"/>
          <ac:spMkLst>
            <pc:docMk/>
            <pc:sldMk cId="3248228531" sldId="427"/>
            <ac:spMk id="48" creationId="{394C155C-D02D-4F2A-5900-D416D2188CFA}"/>
          </ac:spMkLst>
        </pc:spChg>
        <pc:spChg chg="mod">
          <ac:chgData name="Mengmeng Ge" userId="bb5bc401-97cb-4caf-9857-8ff441375414" providerId="ADAL" clId="{93BC0E35-24F5-4008-B93C-3139CA2DB1EB}" dt="2024-04-30T04:28:06.412" v="2490"/>
          <ac:spMkLst>
            <pc:docMk/>
            <pc:sldMk cId="3248228531" sldId="427"/>
            <ac:spMk id="51" creationId="{FC87A53E-6891-A094-39C6-4075FE3DE533}"/>
          </ac:spMkLst>
        </pc:spChg>
        <pc:grpChg chg="mod">
          <ac:chgData name="Mengmeng Ge" userId="bb5bc401-97cb-4caf-9857-8ff441375414" providerId="ADAL" clId="{93BC0E35-24F5-4008-B93C-3139CA2DB1EB}" dt="2024-04-30T04:29:58.286" v="2519" actId="1035"/>
          <ac:grpSpMkLst>
            <pc:docMk/>
            <pc:sldMk cId="3248228531" sldId="427"/>
            <ac:grpSpMk id="6" creationId="{00000000-0000-0000-0000-000000000000}"/>
          </ac:grpSpMkLst>
        </pc:grpChg>
        <pc:grpChg chg="del mod">
          <ac:chgData name="Mengmeng Ge" userId="bb5bc401-97cb-4caf-9857-8ff441375414" providerId="ADAL" clId="{93BC0E35-24F5-4008-B93C-3139CA2DB1EB}" dt="2024-04-30T04:29:44.753" v="2509" actId="478"/>
          <ac:grpSpMkLst>
            <pc:docMk/>
            <pc:sldMk cId="3248228531" sldId="427"/>
            <ac:grpSpMk id="39" creationId="{00000000-0000-0000-0000-000000000000}"/>
          </ac:grpSpMkLst>
        </pc:grpChg>
        <pc:grpChg chg="add mod">
          <ac:chgData name="Mengmeng Ge" userId="bb5bc401-97cb-4caf-9857-8ff441375414" providerId="ADAL" clId="{93BC0E35-24F5-4008-B93C-3139CA2DB1EB}" dt="2024-04-30T04:28:06.412" v="2490"/>
          <ac:grpSpMkLst>
            <pc:docMk/>
            <pc:sldMk cId="3248228531" sldId="427"/>
            <ac:grpSpMk id="40" creationId="{EDD971C4-44A8-B3D5-F2FC-9B78BF58976E}"/>
          </ac:grpSpMkLst>
        </pc:grpChg>
        <pc:grpChg chg="add mod">
          <ac:chgData name="Mengmeng Ge" userId="bb5bc401-97cb-4caf-9857-8ff441375414" providerId="ADAL" clId="{93BC0E35-24F5-4008-B93C-3139CA2DB1EB}" dt="2024-04-30T04:30:04.370" v="2522" actId="1035"/>
          <ac:grpSpMkLst>
            <pc:docMk/>
            <pc:sldMk cId="3248228531" sldId="427"/>
            <ac:grpSpMk id="49" creationId="{9C1A865C-CF72-F36D-5E1C-D1157B7AE9EB}"/>
          </ac:grpSpMkLst>
        </pc:grpChg>
        <pc:cxnChg chg="mod">
          <ac:chgData name="Mengmeng Ge" userId="bb5bc401-97cb-4caf-9857-8ff441375414" providerId="ADAL" clId="{93BC0E35-24F5-4008-B93C-3139CA2DB1EB}" dt="2024-04-30T04:28:06.412" v="2490"/>
          <ac:cxnSpMkLst>
            <pc:docMk/>
            <pc:sldMk cId="3248228531" sldId="427"/>
            <ac:cxnSpMk id="50" creationId="{64C4212B-4CFD-7C42-E69D-185615D25608}"/>
          </ac:cxnSpMkLst>
        </pc:cxnChg>
      </pc:sldChg>
      <pc:sldChg chg="addSp delSp modSp mod">
        <pc:chgData name="Mengmeng Ge" userId="bb5bc401-97cb-4caf-9857-8ff441375414" providerId="ADAL" clId="{93BC0E35-24F5-4008-B93C-3139CA2DB1EB}" dt="2024-04-30T03:06:24.923" v="2327" actId="1037"/>
        <pc:sldMkLst>
          <pc:docMk/>
          <pc:sldMk cId="1289934096" sldId="430"/>
        </pc:sldMkLst>
        <pc:spChg chg="mod">
          <ac:chgData name="Mengmeng Ge" userId="bb5bc401-97cb-4caf-9857-8ff441375414" providerId="ADAL" clId="{93BC0E35-24F5-4008-B93C-3139CA2DB1EB}" dt="2024-04-30T02:56:28.220" v="2037" actId="20577"/>
          <ac:spMkLst>
            <pc:docMk/>
            <pc:sldMk cId="1289934096" sldId="430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56:30.148" v="2038" actId="478"/>
          <ac:spMkLst>
            <pc:docMk/>
            <pc:sldMk cId="1289934096" sldId="430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1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1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1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1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1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1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1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9:27.791" v="2128" actId="164"/>
          <ac:spMkLst>
            <pc:docMk/>
            <pc:sldMk cId="1289934096" sldId="430"/>
            <ac:spMk id="2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6:24.923" v="2327" actId="1037"/>
          <ac:spMkLst>
            <pc:docMk/>
            <pc:sldMk cId="1289934096" sldId="430"/>
            <ac:spMk id="2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9:27.791" v="2128" actId="164"/>
          <ac:spMkLst>
            <pc:docMk/>
            <pc:sldMk cId="1289934096" sldId="430"/>
            <ac:spMk id="22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9:27.791" v="2128" actId="164"/>
          <ac:spMkLst>
            <pc:docMk/>
            <pc:sldMk cId="1289934096" sldId="430"/>
            <ac:spMk id="2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9:27.791" v="2128" actId="164"/>
          <ac:spMkLst>
            <pc:docMk/>
            <pc:sldMk cId="1289934096" sldId="430"/>
            <ac:spMk id="24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9:27.791" v="2128" actId="164"/>
          <ac:spMkLst>
            <pc:docMk/>
            <pc:sldMk cId="1289934096" sldId="430"/>
            <ac:spMk id="2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9:27.791" v="2128" actId="164"/>
          <ac:spMkLst>
            <pc:docMk/>
            <pc:sldMk cId="1289934096" sldId="430"/>
            <ac:spMk id="2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9:27.791" v="2128" actId="164"/>
          <ac:spMkLst>
            <pc:docMk/>
            <pc:sldMk cId="1289934096" sldId="430"/>
            <ac:spMk id="2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2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3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3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3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9:10.680" v="2127" actId="164"/>
          <ac:spMkLst>
            <pc:docMk/>
            <pc:sldMk cId="1289934096" sldId="430"/>
            <ac:spMk id="3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37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58.336" v="2060" actId="1035"/>
          <ac:spMkLst>
            <pc:docMk/>
            <pc:sldMk cId="1289934096" sldId="430"/>
            <ac:spMk id="38" creationId="{00000000-0000-0000-0000-000000000000}"/>
          </ac:spMkLst>
        </pc:spChg>
        <pc:grpChg chg="add mod">
          <ac:chgData name="Mengmeng Ge" userId="bb5bc401-97cb-4caf-9857-8ff441375414" providerId="ADAL" clId="{93BC0E35-24F5-4008-B93C-3139CA2DB1EB}" dt="2024-04-30T02:59:10.680" v="2127" actId="164"/>
          <ac:grpSpMkLst>
            <pc:docMk/>
            <pc:sldMk cId="1289934096" sldId="430"/>
            <ac:grpSpMk id="6" creationId="{64080773-6A48-405E-3E89-C02C27AC417F}"/>
          </ac:grpSpMkLst>
        </pc:grpChg>
        <pc:grpChg chg="add mod">
          <ac:chgData name="Mengmeng Ge" userId="bb5bc401-97cb-4caf-9857-8ff441375414" providerId="ADAL" clId="{93BC0E35-24F5-4008-B93C-3139CA2DB1EB}" dt="2024-04-30T03:01:21.444" v="2172" actId="1036"/>
          <ac:grpSpMkLst>
            <pc:docMk/>
            <pc:sldMk cId="1289934096" sldId="430"/>
            <ac:grpSpMk id="29" creationId="{4C5A8FB0-DB91-44B6-AD50-0BABB1FEF4A0}"/>
          </ac:grpSpMkLst>
        </pc:grpChg>
        <pc:cxnChg chg="mod">
          <ac:chgData name="Mengmeng Ge" userId="bb5bc401-97cb-4caf-9857-8ff441375414" providerId="ADAL" clId="{93BC0E35-24F5-4008-B93C-3139CA2DB1EB}" dt="2024-04-30T02:59:10.680" v="2127" actId="164"/>
          <ac:cxnSpMkLst>
            <pc:docMk/>
            <pc:sldMk cId="1289934096" sldId="430"/>
            <ac:cxnSpMk id="34" creationId="{00000000-0000-0000-0000-000000000000}"/>
          </ac:cxnSpMkLst>
        </pc:cxnChg>
      </pc:sldChg>
      <pc:sldChg chg="delSp modSp mod">
        <pc:chgData name="Mengmeng Ge" userId="bb5bc401-97cb-4caf-9857-8ff441375414" providerId="ADAL" clId="{93BC0E35-24F5-4008-B93C-3139CA2DB1EB}" dt="2024-04-30T02:56:17.360" v="2035" actId="14100"/>
        <pc:sldMkLst>
          <pc:docMk/>
          <pc:sldMk cId="3484179242" sldId="432"/>
        </pc:sldMkLst>
        <pc:spChg chg="mod">
          <ac:chgData name="Mengmeng Ge" userId="bb5bc401-97cb-4caf-9857-8ff441375414" providerId="ADAL" clId="{93BC0E35-24F5-4008-B93C-3139CA2DB1EB}" dt="2024-04-30T02:08:59.236" v="1469" actId="20577"/>
          <ac:spMkLst>
            <pc:docMk/>
            <pc:sldMk cId="3484179242" sldId="432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1:58:50.729" v="1249" actId="478"/>
          <ac:spMkLst>
            <pc:docMk/>
            <pc:sldMk cId="3484179242" sldId="432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17.360" v="2035" actId="14100"/>
          <ac:spMkLst>
            <pc:docMk/>
            <pc:sldMk cId="3484179242" sldId="432"/>
            <ac:spMk id="5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14.312" v="2034" actId="14100"/>
          <ac:spMkLst>
            <pc:docMk/>
            <pc:sldMk cId="3484179242" sldId="432"/>
            <ac:spMk id="6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03:36.107" v="1406" actId="14100"/>
          <ac:spMkLst>
            <pc:docMk/>
            <pc:sldMk cId="3484179242" sldId="432"/>
            <ac:spMk id="8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03:36.107" v="1406" actId="14100"/>
          <ac:spMkLst>
            <pc:docMk/>
            <pc:sldMk cId="3484179242" sldId="432"/>
            <ac:spMk id="9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46:05.913" v="1700" actId="14100"/>
          <ac:spMkLst>
            <pc:docMk/>
            <pc:sldMk cId="3484179242" sldId="432"/>
            <ac:spMk id="15" creationId="{00000000-0000-0000-0000-000000000000}"/>
          </ac:spMkLst>
        </pc:spChg>
        <pc:grpChg chg="mod">
          <ac:chgData name="Mengmeng Ge" userId="bb5bc401-97cb-4caf-9857-8ff441375414" providerId="ADAL" clId="{93BC0E35-24F5-4008-B93C-3139CA2DB1EB}" dt="2024-04-30T02:03:36.107" v="1406" actId="14100"/>
          <ac:grpSpMkLst>
            <pc:docMk/>
            <pc:sldMk cId="3484179242" sldId="432"/>
            <ac:grpSpMk id="7" creationId="{00000000-0000-0000-0000-000000000000}"/>
          </ac:grpSpMkLst>
        </pc:grpChg>
        <pc:picChg chg="del mod">
          <ac:chgData name="Mengmeng Ge" userId="bb5bc401-97cb-4caf-9857-8ff441375414" providerId="ADAL" clId="{93BC0E35-24F5-4008-B93C-3139CA2DB1EB}" dt="2024-04-30T02:07:13.975" v="1460" actId="478"/>
          <ac:picMkLst>
            <pc:docMk/>
            <pc:sldMk cId="3484179242" sldId="432"/>
            <ac:picMk id="10" creationId="{00000000-0000-0000-0000-000000000000}"/>
          </ac:picMkLst>
        </pc:picChg>
      </pc:sldChg>
      <pc:sldChg chg="delSp modSp mod ord">
        <pc:chgData name="Mengmeng Ge" userId="bb5bc401-97cb-4caf-9857-8ff441375414" providerId="ADAL" clId="{93BC0E35-24F5-4008-B93C-3139CA2DB1EB}" dt="2024-04-30T03:02:37.799" v="2226" actId="20577"/>
        <pc:sldMkLst>
          <pc:docMk/>
          <pc:sldMk cId="4094789219" sldId="433"/>
        </pc:sldMkLst>
        <pc:spChg chg="mod">
          <ac:chgData name="Mengmeng Ge" userId="bb5bc401-97cb-4caf-9857-8ff441375414" providerId="ADAL" clId="{93BC0E35-24F5-4008-B93C-3139CA2DB1EB}" dt="2024-04-30T02:39:07.806" v="1627" actId="20577"/>
          <ac:spMkLst>
            <pc:docMk/>
            <pc:sldMk cId="4094789219" sldId="433"/>
            <ac:spMk id="2" creationId="{00000000-0000-0000-0000-000000000000}"/>
          </ac:spMkLst>
        </pc:spChg>
        <pc:spChg chg="del">
          <ac:chgData name="Mengmeng Ge" userId="bb5bc401-97cb-4caf-9857-8ff441375414" providerId="ADAL" clId="{93BC0E35-24F5-4008-B93C-3139CA2DB1EB}" dt="2024-04-30T02:39:09.425" v="1628" actId="478"/>
          <ac:spMkLst>
            <pc:docMk/>
            <pc:sldMk cId="4094789219" sldId="433"/>
            <ac:spMk id="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3:02:37.799" v="2226" actId="20577"/>
          <ac:spMkLst>
            <pc:docMk/>
            <pc:sldMk cId="4094789219" sldId="433"/>
            <ac:spMk id="10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56:05.410" v="2033" actId="14100"/>
          <ac:spMkLst>
            <pc:docMk/>
            <pc:sldMk cId="4094789219" sldId="433"/>
            <ac:spMk id="11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49:05.436" v="1737" actId="1037"/>
          <ac:spMkLst>
            <pc:docMk/>
            <pc:sldMk cId="4094789219" sldId="433"/>
            <ac:spMk id="13" creationId="{00000000-0000-0000-0000-000000000000}"/>
          </ac:spMkLst>
        </pc:spChg>
        <pc:spChg chg="mod">
          <ac:chgData name="Mengmeng Ge" userId="bb5bc401-97cb-4caf-9857-8ff441375414" providerId="ADAL" clId="{93BC0E35-24F5-4008-B93C-3139CA2DB1EB}" dt="2024-04-30T02:49:05.436" v="1737" actId="1037"/>
          <ac:spMkLst>
            <pc:docMk/>
            <pc:sldMk cId="4094789219" sldId="433"/>
            <ac:spMk id="14" creationId="{00000000-0000-0000-0000-000000000000}"/>
          </ac:spMkLst>
        </pc:spChg>
        <pc:grpChg chg="mod">
          <ac:chgData name="Mengmeng Ge" userId="bb5bc401-97cb-4caf-9857-8ff441375414" providerId="ADAL" clId="{93BC0E35-24F5-4008-B93C-3139CA2DB1EB}" dt="2024-04-30T02:49:05.436" v="1737" actId="1037"/>
          <ac:grpSpMkLst>
            <pc:docMk/>
            <pc:sldMk cId="4094789219" sldId="433"/>
            <ac:grpSpMk id="12" creationId="{00000000-0000-0000-0000-000000000000}"/>
          </ac:grpSpMkLst>
        </pc:grpChg>
      </pc:sldChg>
      <pc:sldChg chg="modSp mod">
        <pc:chgData name="Mengmeng Ge" userId="bb5bc401-97cb-4caf-9857-8ff441375414" providerId="ADAL" clId="{93BC0E35-24F5-4008-B93C-3139CA2DB1EB}" dt="2024-05-09T01:16:49.731" v="2778" actId="20577"/>
        <pc:sldMkLst>
          <pc:docMk/>
          <pc:sldMk cId="2852110861" sldId="457"/>
        </pc:sldMkLst>
        <pc:spChg chg="mod">
          <ac:chgData name="Mengmeng Ge" userId="bb5bc401-97cb-4caf-9857-8ff441375414" providerId="ADAL" clId="{93BC0E35-24F5-4008-B93C-3139CA2DB1EB}" dt="2024-05-09T01:16:49.731" v="2778" actId="20577"/>
          <ac:spMkLst>
            <pc:docMk/>
            <pc:sldMk cId="2852110861" sldId="457"/>
            <ac:spMk id="3" creationId="{00000000-0000-0000-0000-000000000000}"/>
          </ac:spMkLst>
        </pc:spChg>
      </pc:sldChg>
      <pc:sldChg chg="modSp mod">
        <pc:chgData name="Mengmeng Ge" userId="bb5bc401-97cb-4caf-9857-8ff441375414" providerId="ADAL" clId="{93BC0E35-24F5-4008-B93C-3139CA2DB1EB}" dt="2024-04-24T02:52:46.831" v="75" actId="20577"/>
        <pc:sldMkLst>
          <pc:docMk/>
          <pc:sldMk cId="0" sldId="525"/>
        </pc:sldMkLst>
        <pc:spChg chg="mod">
          <ac:chgData name="Mengmeng Ge" userId="bb5bc401-97cb-4caf-9857-8ff441375414" providerId="ADAL" clId="{93BC0E35-24F5-4008-B93C-3139CA2DB1EB}" dt="2024-04-24T02:52:46.831" v="75" actId="20577"/>
          <ac:spMkLst>
            <pc:docMk/>
            <pc:sldMk cId="0" sldId="525"/>
            <ac:spMk id="5" creationId="{00000000-0000-0000-0000-000000000000}"/>
          </ac:spMkLst>
        </pc:spChg>
      </pc:sldChg>
      <pc:sldChg chg="modSp mod">
        <pc:chgData name="Mengmeng Ge" userId="bb5bc401-97cb-4caf-9857-8ff441375414" providerId="ADAL" clId="{93BC0E35-24F5-4008-B93C-3139CA2DB1EB}" dt="2024-04-30T04:57:08.170" v="2773" actId="20577"/>
        <pc:sldMkLst>
          <pc:docMk/>
          <pc:sldMk cId="606395498" sldId="632"/>
        </pc:sldMkLst>
        <pc:spChg chg="mod">
          <ac:chgData name="Mengmeng Ge" userId="bb5bc401-97cb-4caf-9857-8ff441375414" providerId="ADAL" clId="{93BC0E35-24F5-4008-B93C-3139CA2DB1EB}" dt="2024-04-30T04:57:08.170" v="2773" actId="20577"/>
          <ac:spMkLst>
            <pc:docMk/>
            <pc:sldMk cId="606395498" sldId="632"/>
            <ac:spMk id="3" creationId="{00000000-0000-0000-0000-000000000000}"/>
          </ac:spMkLst>
        </pc:spChg>
      </pc:sldChg>
      <pc:sldChg chg="delSp add del mod">
        <pc:chgData name="Mengmeng Ge" userId="bb5bc401-97cb-4caf-9857-8ff441375414" providerId="ADAL" clId="{93BC0E35-24F5-4008-B93C-3139CA2DB1EB}" dt="2024-04-29T22:11:21.434" v="203" actId="47"/>
        <pc:sldMkLst>
          <pc:docMk/>
          <pc:sldMk cId="2700888067" sldId="638"/>
        </pc:sldMkLst>
        <pc:picChg chg="del">
          <ac:chgData name="Mengmeng Ge" userId="bb5bc401-97cb-4caf-9857-8ff441375414" providerId="ADAL" clId="{93BC0E35-24F5-4008-B93C-3139CA2DB1EB}" dt="2024-04-29T22:11:19.326" v="202" actId="478"/>
          <ac:picMkLst>
            <pc:docMk/>
            <pc:sldMk cId="2700888067" sldId="638"/>
            <ac:picMk id="6" creationId="{00000000-0000-0000-0000-000000000000}"/>
          </ac:picMkLst>
        </pc:picChg>
      </pc:sldChg>
    </pc:docChg>
  </pc:docChgLst>
  <pc:docChgLst>
    <pc:chgData name="Mengmeng Ge" userId="bb5bc401-97cb-4caf-9857-8ff441375414" providerId="ADAL" clId="{1BE1B47C-8AFF-408D-8018-9F6404C251ED}"/>
    <pc:docChg chg="undo custSel delSld modSld sldOrd">
      <pc:chgData name="Mengmeng Ge" userId="bb5bc401-97cb-4caf-9857-8ff441375414" providerId="ADAL" clId="{1BE1B47C-8AFF-408D-8018-9F6404C251ED}" dt="2024-08-14T03:36:55.127" v="1346" actId="20577"/>
      <pc:docMkLst>
        <pc:docMk/>
      </pc:docMkLst>
      <pc:sldChg chg="modSp mod chgLayout modNotesTx">
        <pc:chgData name="Mengmeng Ge" userId="bb5bc401-97cb-4caf-9857-8ff441375414" providerId="ADAL" clId="{1BE1B47C-8AFF-408D-8018-9F6404C251ED}" dt="2024-08-09T04:16:59.132" v="157" actId="20577"/>
        <pc:sldMkLst>
          <pc:docMk/>
          <pc:sldMk cId="887652016" sldId="275"/>
        </pc:sldMkLst>
        <pc:spChg chg="mod ord">
          <ac:chgData name="Mengmeng Ge" userId="bb5bc401-97cb-4caf-9857-8ff441375414" providerId="ADAL" clId="{1BE1B47C-8AFF-408D-8018-9F6404C251ED}" dt="2024-08-09T04:06:12.584" v="98" actId="700"/>
          <ac:spMkLst>
            <pc:docMk/>
            <pc:sldMk cId="887652016" sldId="275"/>
            <ac:spMk id="2" creationId="{00000000-0000-0000-0000-000000000000}"/>
          </ac:spMkLst>
        </pc:spChg>
        <pc:spChg chg="mod ord">
          <ac:chgData name="Mengmeng Ge" userId="bb5bc401-97cb-4caf-9857-8ff441375414" providerId="ADAL" clId="{1BE1B47C-8AFF-408D-8018-9F6404C251ED}" dt="2024-08-09T04:10:13.210" v="141" actId="20577"/>
          <ac:spMkLst>
            <pc:docMk/>
            <pc:sldMk cId="887652016" sldId="275"/>
            <ac:spMk id="3" creationId="{00000000-0000-0000-0000-000000000000}"/>
          </ac:spMkLst>
        </pc:spChg>
        <pc:spChg chg="mod ord">
          <ac:chgData name="Mengmeng Ge" userId="bb5bc401-97cb-4caf-9857-8ff441375414" providerId="ADAL" clId="{1BE1B47C-8AFF-408D-8018-9F6404C251ED}" dt="2024-08-09T04:06:12.584" v="98" actId="700"/>
          <ac:spMkLst>
            <pc:docMk/>
            <pc:sldMk cId="887652016" sldId="275"/>
            <ac:spMk id="5" creationId="{00000000-0000-0000-0000-000000000000}"/>
          </ac:spMkLst>
        </pc:spChg>
      </pc:sldChg>
      <pc:sldChg chg="modNotesTx">
        <pc:chgData name="Mengmeng Ge" userId="bb5bc401-97cb-4caf-9857-8ff441375414" providerId="ADAL" clId="{1BE1B47C-8AFF-408D-8018-9F6404C251ED}" dt="2024-08-13T01:43:47.183" v="236" actId="20577"/>
        <pc:sldMkLst>
          <pc:docMk/>
          <pc:sldMk cId="1206704555" sldId="338"/>
        </pc:sldMkLst>
      </pc:sldChg>
      <pc:sldChg chg="delSp modSp mod delAnim">
        <pc:chgData name="Mengmeng Ge" userId="bb5bc401-97cb-4caf-9857-8ff441375414" providerId="ADAL" clId="{1BE1B47C-8AFF-408D-8018-9F6404C251ED}" dt="2024-08-13T01:49:29.252" v="248" actId="1035"/>
        <pc:sldMkLst>
          <pc:docMk/>
          <pc:sldMk cId="1146595652" sldId="340"/>
        </pc:sldMkLst>
        <pc:spChg chg="del">
          <ac:chgData name="Mengmeng Ge" userId="bb5bc401-97cb-4caf-9857-8ff441375414" providerId="ADAL" clId="{1BE1B47C-8AFF-408D-8018-9F6404C251ED}" dt="2024-08-13T01:48:50.980" v="237" actId="478"/>
          <ac:spMkLst>
            <pc:docMk/>
            <pc:sldMk cId="1146595652" sldId="340"/>
            <ac:spMk id="3" creationId="{00000000-0000-0000-0000-000000000000}"/>
          </ac:spMkLst>
        </pc:spChg>
        <pc:spChg chg="del mod">
          <ac:chgData name="Mengmeng Ge" userId="bb5bc401-97cb-4caf-9857-8ff441375414" providerId="ADAL" clId="{1BE1B47C-8AFF-408D-8018-9F6404C251ED}" dt="2024-08-13T01:49:13.360" v="239" actId="478"/>
          <ac:spMkLst>
            <pc:docMk/>
            <pc:sldMk cId="1146595652" sldId="340"/>
            <ac:spMk id="7" creationId="{00000000-0000-0000-0000-000000000000}"/>
          </ac:spMkLst>
        </pc:spChg>
        <pc:spChg chg="mod">
          <ac:chgData name="Mengmeng Ge" userId="bb5bc401-97cb-4caf-9857-8ff441375414" providerId="ADAL" clId="{1BE1B47C-8AFF-408D-8018-9F6404C251ED}" dt="2024-08-13T01:49:24.339" v="244" actId="1036"/>
          <ac:spMkLst>
            <pc:docMk/>
            <pc:sldMk cId="1146595652" sldId="340"/>
            <ac:spMk id="25" creationId="{00000000-0000-0000-0000-000000000000}"/>
          </ac:spMkLst>
        </pc:spChg>
        <pc:grpChg chg="mod">
          <ac:chgData name="Mengmeng Ge" userId="bb5bc401-97cb-4caf-9857-8ff441375414" providerId="ADAL" clId="{1BE1B47C-8AFF-408D-8018-9F6404C251ED}" dt="2024-08-13T01:49:24.339" v="244" actId="1036"/>
          <ac:grpSpMkLst>
            <pc:docMk/>
            <pc:sldMk cId="1146595652" sldId="340"/>
            <ac:grpSpMk id="10" creationId="{00000000-0000-0000-0000-000000000000}"/>
          </ac:grpSpMkLst>
        </pc:grpChg>
        <pc:cxnChg chg="mod">
          <ac:chgData name="Mengmeng Ge" userId="bb5bc401-97cb-4caf-9857-8ff441375414" providerId="ADAL" clId="{1BE1B47C-8AFF-408D-8018-9F6404C251ED}" dt="2024-08-13T01:49:29.252" v="248" actId="1035"/>
          <ac:cxnSpMkLst>
            <pc:docMk/>
            <pc:sldMk cId="1146595652" sldId="340"/>
            <ac:cxnSpMk id="15" creationId="{00000000-0000-0000-0000-000000000000}"/>
          </ac:cxnSpMkLst>
        </pc:cxnChg>
      </pc:sldChg>
      <pc:sldChg chg="modSp mod modNotesTx">
        <pc:chgData name="Mengmeng Ge" userId="bb5bc401-97cb-4caf-9857-8ff441375414" providerId="ADAL" clId="{1BE1B47C-8AFF-408D-8018-9F6404C251ED}" dt="2024-08-13T02:58:42.307" v="388" actId="114"/>
        <pc:sldMkLst>
          <pc:docMk/>
          <pc:sldMk cId="951677223" sldId="341"/>
        </pc:sldMkLst>
        <pc:spChg chg="mod">
          <ac:chgData name="Mengmeng Ge" userId="bb5bc401-97cb-4caf-9857-8ff441375414" providerId="ADAL" clId="{1BE1B47C-8AFF-408D-8018-9F6404C251ED}" dt="2024-08-13T01:50:39.758" v="272" actId="20577"/>
          <ac:spMkLst>
            <pc:docMk/>
            <pc:sldMk cId="951677223" sldId="341"/>
            <ac:spMk id="2" creationId="{00000000-0000-0000-0000-000000000000}"/>
          </ac:spMkLst>
        </pc:spChg>
        <pc:spChg chg="mod">
          <ac:chgData name="Mengmeng Ge" userId="bb5bc401-97cb-4caf-9857-8ff441375414" providerId="ADAL" clId="{1BE1B47C-8AFF-408D-8018-9F6404C251ED}" dt="2024-08-13T02:58:42.307" v="388" actId="114"/>
          <ac:spMkLst>
            <pc:docMk/>
            <pc:sldMk cId="951677223" sldId="341"/>
            <ac:spMk id="35" creationId="{00000000-0000-0000-0000-000000000000}"/>
          </ac:spMkLst>
        </pc:spChg>
      </pc:sldChg>
      <pc:sldChg chg="modSp mod modNotesTx">
        <pc:chgData name="Mengmeng Ge" userId="bb5bc401-97cb-4caf-9857-8ff441375414" providerId="ADAL" clId="{1BE1B47C-8AFF-408D-8018-9F6404C251ED}" dt="2024-08-13T02:58:49.722" v="389" actId="114"/>
        <pc:sldMkLst>
          <pc:docMk/>
          <pc:sldMk cId="3315425011" sldId="343"/>
        </pc:sldMkLst>
        <pc:spChg chg="mod">
          <ac:chgData name="Mengmeng Ge" userId="bb5bc401-97cb-4caf-9857-8ff441375414" providerId="ADAL" clId="{1BE1B47C-8AFF-408D-8018-9F6404C251ED}" dt="2024-08-13T02:51:15.248" v="336" actId="20577"/>
          <ac:spMkLst>
            <pc:docMk/>
            <pc:sldMk cId="3315425011" sldId="343"/>
            <ac:spMk id="3" creationId="{00000000-0000-0000-0000-000000000000}"/>
          </ac:spMkLst>
        </pc:spChg>
        <pc:spChg chg="mod">
          <ac:chgData name="Mengmeng Ge" userId="bb5bc401-97cb-4caf-9857-8ff441375414" providerId="ADAL" clId="{1BE1B47C-8AFF-408D-8018-9F6404C251ED}" dt="2024-08-13T02:58:49.722" v="389" actId="114"/>
          <ac:spMkLst>
            <pc:docMk/>
            <pc:sldMk cId="3315425011" sldId="343"/>
            <ac:spMk id="15" creationId="{5F8D2777-2640-95D5-A42C-1FB4424282C2}"/>
          </ac:spMkLst>
        </pc:spChg>
      </pc:sldChg>
      <pc:sldChg chg="modSp mod modNotesTx">
        <pc:chgData name="Mengmeng Ge" userId="bb5bc401-97cb-4caf-9857-8ff441375414" providerId="ADAL" clId="{1BE1B47C-8AFF-408D-8018-9F6404C251ED}" dt="2024-08-13T01:55:26.476" v="323" actId="20577"/>
        <pc:sldMkLst>
          <pc:docMk/>
          <pc:sldMk cId="1845211718" sldId="344"/>
        </pc:sldMkLst>
        <pc:spChg chg="mod">
          <ac:chgData name="Mengmeng Ge" userId="bb5bc401-97cb-4caf-9857-8ff441375414" providerId="ADAL" clId="{1BE1B47C-8AFF-408D-8018-9F6404C251ED}" dt="2024-08-13T01:50:31.652" v="260" actId="20577"/>
          <ac:spMkLst>
            <pc:docMk/>
            <pc:sldMk cId="1845211718" sldId="344"/>
            <ac:spMk id="2" creationId="{00000000-0000-0000-0000-000000000000}"/>
          </ac:spMkLst>
        </pc:spChg>
      </pc:sldChg>
      <pc:sldChg chg="modSp modNotesTx">
        <pc:chgData name="Mengmeng Ge" userId="bb5bc401-97cb-4caf-9857-8ff441375414" providerId="ADAL" clId="{1BE1B47C-8AFF-408D-8018-9F6404C251ED}" dt="2024-08-13T02:58:55.369" v="390" actId="114"/>
        <pc:sldMkLst>
          <pc:docMk/>
          <pc:sldMk cId="3826851153" sldId="350"/>
        </pc:sldMkLst>
        <pc:spChg chg="mod">
          <ac:chgData name="Mengmeng Ge" userId="bb5bc401-97cb-4caf-9857-8ff441375414" providerId="ADAL" clId="{1BE1B47C-8AFF-408D-8018-9F6404C251ED}" dt="2024-08-13T02:58:55.369" v="390" actId="114"/>
          <ac:spMkLst>
            <pc:docMk/>
            <pc:sldMk cId="3826851153" sldId="350"/>
            <ac:spMk id="18" creationId="{00000000-0000-0000-0000-000000000000}"/>
          </ac:spMkLst>
        </pc:spChg>
      </pc:sldChg>
      <pc:sldChg chg="modSp mod">
        <pc:chgData name="Mengmeng Ge" userId="bb5bc401-97cb-4caf-9857-8ff441375414" providerId="ADAL" clId="{1BE1B47C-8AFF-408D-8018-9F6404C251ED}" dt="2024-08-13T03:15:24.173" v="560" actId="1036"/>
        <pc:sldMkLst>
          <pc:docMk/>
          <pc:sldMk cId="2299052557" sldId="360"/>
        </pc:sldMkLst>
        <pc:spChg chg="mod">
          <ac:chgData name="Mengmeng Ge" userId="bb5bc401-97cb-4caf-9857-8ff441375414" providerId="ADAL" clId="{1BE1B47C-8AFF-408D-8018-9F6404C251ED}" dt="2024-08-13T03:15:24.173" v="560" actId="1036"/>
          <ac:spMkLst>
            <pc:docMk/>
            <pc:sldMk cId="2299052557" sldId="360"/>
            <ac:spMk id="14" creationId="{00000000-0000-0000-0000-000000000000}"/>
          </ac:spMkLst>
        </pc:spChg>
      </pc:sldChg>
      <pc:sldChg chg="modNotesTx">
        <pc:chgData name="Mengmeng Ge" userId="bb5bc401-97cb-4caf-9857-8ff441375414" providerId="ADAL" clId="{1BE1B47C-8AFF-408D-8018-9F6404C251ED}" dt="2024-08-13T03:17:22.948" v="591"/>
        <pc:sldMkLst>
          <pc:docMk/>
          <pc:sldMk cId="147923728" sldId="361"/>
        </pc:sldMkLst>
      </pc:sldChg>
      <pc:sldChg chg="modSp mod modNotesTx">
        <pc:chgData name="Mengmeng Ge" userId="bb5bc401-97cb-4caf-9857-8ff441375414" providerId="ADAL" clId="{1BE1B47C-8AFF-408D-8018-9F6404C251ED}" dt="2024-08-14T01:20:13.574" v="727" actId="14100"/>
        <pc:sldMkLst>
          <pc:docMk/>
          <pc:sldMk cId="1339723966" sldId="362"/>
        </pc:sldMkLst>
        <pc:spChg chg="mod">
          <ac:chgData name="Mengmeng Ge" userId="bb5bc401-97cb-4caf-9857-8ff441375414" providerId="ADAL" clId="{1BE1B47C-8AFF-408D-8018-9F6404C251ED}" dt="2024-08-14T01:20:13.574" v="727" actId="14100"/>
          <ac:spMkLst>
            <pc:docMk/>
            <pc:sldMk cId="1339723966" sldId="362"/>
            <ac:spMk id="3" creationId="{00000000-0000-0000-0000-000000000000}"/>
          </ac:spMkLst>
        </pc:spChg>
      </pc:sldChg>
      <pc:sldChg chg="modSp mod modNotesTx">
        <pc:chgData name="Mengmeng Ge" userId="bb5bc401-97cb-4caf-9857-8ff441375414" providerId="ADAL" clId="{1BE1B47C-8AFF-408D-8018-9F6404C251ED}" dt="2024-08-14T03:36:42.489" v="1344" actId="20577"/>
        <pc:sldMkLst>
          <pc:docMk/>
          <pc:sldMk cId="2388996837" sldId="363"/>
        </pc:sldMkLst>
        <pc:spChg chg="mod">
          <ac:chgData name="Mengmeng Ge" userId="bb5bc401-97cb-4caf-9857-8ff441375414" providerId="ADAL" clId="{1BE1B47C-8AFF-408D-8018-9F6404C251ED}" dt="2024-08-14T01:12:53.109" v="656" actId="14100"/>
          <ac:spMkLst>
            <pc:docMk/>
            <pc:sldMk cId="2388996837" sldId="363"/>
            <ac:spMk id="2" creationId="{00000000-0000-0000-0000-000000000000}"/>
          </ac:spMkLst>
        </pc:spChg>
      </pc:sldChg>
      <pc:sldChg chg="ord modNotesTx">
        <pc:chgData name="Mengmeng Ge" userId="bb5bc401-97cb-4caf-9857-8ff441375414" providerId="ADAL" clId="{1BE1B47C-8AFF-408D-8018-9F6404C251ED}" dt="2024-08-14T01:29:50.002" v="747" actId="20577"/>
        <pc:sldMkLst>
          <pc:docMk/>
          <pc:sldMk cId="2134007831" sldId="364"/>
        </pc:sldMkLst>
      </pc:sldChg>
      <pc:sldChg chg="modSp mod modNotesTx">
        <pc:chgData name="Mengmeng Ge" userId="bb5bc401-97cb-4caf-9857-8ff441375414" providerId="ADAL" clId="{1BE1B47C-8AFF-408D-8018-9F6404C251ED}" dt="2024-08-14T03:22:37.006" v="1303" actId="20577"/>
        <pc:sldMkLst>
          <pc:docMk/>
          <pc:sldMk cId="3183703328" sldId="367"/>
        </pc:sldMkLst>
        <pc:spChg chg="mod">
          <ac:chgData name="Mengmeng Ge" userId="bb5bc401-97cb-4caf-9857-8ff441375414" providerId="ADAL" clId="{1BE1B47C-8AFF-408D-8018-9F6404C251ED}" dt="2024-08-14T03:22:37.006" v="1303" actId="20577"/>
          <ac:spMkLst>
            <pc:docMk/>
            <pc:sldMk cId="3183703328" sldId="367"/>
            <ac:spMk id="2" creationId="{00000000-0000-0000-0000-000000000000}"/>
          </ac:spMkLst>
        </pc:spChg>
      </pc:sldChg>
      <pc:sldChg chg="modNotesTx">
        <pc:chgData name="Mengmeng Ge" userId="bb5bc401-97cb-4caf-9857-8ff441375414" providerId="ADAL" clId="{1BE1B47C-8AFF-408D-8018-9F6404C251ED}" dt="2024-08-14T01:43:41.718" v="1173" actId="20577"/>
        <pc:sldMkLst>
          <pc:docMk/>
          <pc:sldMk cId="845791759" sldId="369"/>
        </pc:sldMkLst>
      </pc:sldChg>
      <pc:sldChg chg="modNotesTx">
        <pc:chgData name="Mengmeng Ge" userId="bb5bc401-97cb-4caf-9857-8ff441375414" providerId="ADAL" clId="{1BE1B47C-8AFF-408D-8018-9F6404C251ED}" dt="2024-08-14T01:54:48.637" v="1261" actId="20577"/>
        <pc:sldMkLst>
          <pc:docMk/>
          <pc:sldMk cId="1738846520" sldId="371"/>
        </pc:sldMkLst>
      </pc:sldChg>
      <pc:sldChg chg="modNotesTx">
        <pc:chgData name="Mengmeng Ge" userId="bb5bc401-97cb-4caf-9857-8ff441375414" providerId="ADAL" clId="{1BE1B47C-8AFF-408D-8018-9F6404C251ED}" dt="2024-08-14T03:08:44.412" v="1263"/>
        <pc:sldMkLst>
          <pc:docMk/>
          <pc:sldMk cId="1173106890" sldId="375"/>
        </pc:sldMkLst>
      </pc:sldChg>
      <pc:sldChg chg="modNotesTx">
        <pc:chgData name="Mengmeng Ge" userId="bb5bc401-97cb-4caf-9857-8ff441375414" providerId="ADAL" clId="{1BE1B47C-8AFF-408D-8018-9F6404C251ED}" dt="2024-08-14T03:23:36.068" v="1308" actId="20577"/>
        <pc:sldMkLst>
          <pc:docMk/>
          <pc:sldMk cId="2448762683" sldId="377"/>
        </pc:sldMkLst>
      </pc:sldChg>
      <pc:sldChg chg="modNotesTx">
        <pc:chgData name="Mengmeng Ge" userId="bb5bc401-97cb-4caf-9857-8ff441375414" providerId="ADAL" clId="{1BE1B47C-8AFF-408D-8018-9F6404C251ED}" dt="2024-08-14T03:29:52.543" v="1337" actId="20577"/>
        <pc:sldMkLst>
          <pc:docMk/>
          <pc:sldMk cId="1775383739" sldId="378"/>
        </pc:sldMkLst>
      </pc:sldChg>
      <pc:sldChg chg="modNotesTx">
        <pc:chgData name="Mengmeng Ge" userId="bb5bc401-97cb-4caf-9857-8ff441375414" providerId="ADAL" clId="{1BE1B47C-8AFF-408D-8018-9F6404C251ED}" dt="2024-08-14T03:30:33.297" v="1338" actId="20577"/>
        <pc:sldMkLst>
          <pc:docMk/>
          <pc:sldMk cId="4251965406" sldId="379"/>
        </pc:sldMkLst>
      </pc:sldChg>
      <pc:sldChg chg="modSp mod modNotesTx">
        <pc:chgData name="Mengmeng Ge" userId="bb5bc401-97cb-4caf-9857-8ff441375414" providerId="ADAL" clId="{1BE1B47C-8AFF-408D-8018-9F6404C251ED}" dt="2024-08-14T03:36:55.127" v="1346" actId="20577"/>
        <pc:sldMkLst>
          <pc:docMk/>
          <pc:sldMk cId="2645613360" sldId="380"/>
        </pc:sldMkLst>
        <pc:graphicFrameChg chg="modGraphic">
          <ac:chgData name="Mengmeng Ge" userId="bb5bc401-97cb-4caf-9857-8ff441375414" providerId="ADAL" clId="{1BE1B47C-8AFF-408D-8018-9F6404C251ED}" dt="2024-08-14T03:35:02.433" v="1339" actId="20577"/>
          <ac:graphicFrameMkLst>
            <pc:docMk/>
            <pc:sldMk cId="2645613360" sldId="380"/>
            <ac:graphicFrameMk id="5" creationId="{00000000-0000-0000-0000-000000000000}"/>
          </ac:graphicFrameMkLst>
        </pc:graphicFrameChg>
      </pc:sldChg>
      <pc:sldChg chg="modNotesTx">
        <pc:chgData name="Mengmeng Ge" userId="bb5bc401-97cb-4caf-9857-8ff441375414" providerId="ADAL" clId="{1BE1B47C-8AFF-408D-8018-9F6404C251ED}" dt="2024-08-13T03:06:15.542" v="435" actId="20577"/>
        <pc:sldMkLst>
          <pc:docMk/>
          <pc:sldMk cId="3100833093" sldId="389"/>
        </pc:sldMkLst>
      </pc:sldChg>
      <pc:sldChg chg="modNotesTx">
        <pc:chgData name="Mengmeng Ge" userId="bb5bc401-97cb-4caf-9857-8ff441375414" providerId="ADAL" clId="{1BE1B47C-8AFF-408D-8018-9F6404C251ED}" dt="2024-08-14T01:49:20.890" v="1193" actId="20577"/>
        <pc:sldMkLst>
          <pc:docMk/>
          <pc:sldMk cId="2887323412" sldId="409"/>
        </pc:sldMkLst>
      </pc:sldChg>
      <pc:sldChg chg="modNotesTx">
        <pc:chgData name="Mengmeng Ge" userId="bb5bc401-97cb-4caf-9857-8ff441375414" providerId="ADAL" clId="{1BE1B47C-8AFF-408D-8018-9F6404C251ED}" dt="2024-08-14T01:43:31.435" v="1172" actId="20577"/>
        <pc:sldMkLst>
          <pc:docMk/>
          <pc:sldMk cId="1922618853" sldId="410"/>
        </pc:sldMkLst>
      </pc:sldChg>
      <pc:sldChg chg="modSp mod modAnim modNotesTx">
        <pc:chgData name="Mengmeng Ge" userId="bb5bc401-97cb-4caf-9857-8ff441375414" providerId="ADAL" clId="{1BE1B47C-8AFF-408D-8018-9F6404C251ED}" dt="2024-08-14T01:31:13.127" v="923" actId="20577"/>
        <pc:sldMkLst>
          <pc:docMk/>
          <pc:sldMk cId="3868956049" sldId="414"/>
        </pc:sldMkLst>
        <pc:spChg chg="mod">
          <ac:chgData name="Mengmeng Ge" userId="bb5bc401-97cb-4caf-9857-8ff441375414" providerId="ADAL" clId="{1BE1B47C-8AFF-408D-8018-9F6404C251ED}" dt="2024-08-14T01:26:18.531" v="730" actId="1076"/>
          <ac:spMkLst>
            <pc:docMk/>
            <pc:sldMk cId="3868956049" sldId="414"/>
            <ac:spMk id="20" creationId="{00000000-0000-0000-0000-000000000000}"/>
          </ac:spMkLst>
        </pc:spChg>
      </pc:sldChg>
      <pc:sldChg chg="modSp mod modNotesTx">
        <pc:chgData name="Mengmeng Ge" userId="bb5bc401-97cb-4caf-9857-8ff441375414" providerId="ADAL" clId="{1BE1B47C-8AFF-408D-8018-9F6404C251ED}" dt="2024-08-14T01:46:40.554" v="1182" actId="20577"/>
        <pc:sldMkLst>
          <pc:docMk/>
          <pc:sldMk cId="107321635" sldId="417"/>
        </pc:sldMkLst>
        <pc:spChg chg="mod">
          <ac:chgData name="Mengmeng Ge" userId="bb5bc401-97cb-4caf-9857-8ff441375414" providerId="ADAL" clId="{1BE1B47C-8AFF-408D-8018-9F6404C251ED}" dt="2024-08-14T01:40:25.295" v="1163" actId="20577"/>
          <ac:spMkLst>
            <pc:docMk/>
            <pc:sldMk cId="107321635" sldId="417"/>
            <ac:spMk id="2" creationId="{00000000-0000-0000-0000-000000000000}"/>
          </ac:spMkLst>
        </pc:spChg>
      </pc:sldChg>
      <pc:sldChg chg="modNotesTx">
        <pc:chgData name="Mengmeng Ge" userId="bb5bc401-97cb-4caf-9857-8ff441375414" providerId="ADAL" clId="{1BE1B47C-8AFF-408D-8018-9F6404C251ED}" dt="2024-08-14T03:08:35.083" v="1262"/>
        <pc:sldMkLst>
          <pc:docMk/>
          <pc:sldMk cId="311850841" sldId="420"/>
        </pc:sldMkLst>
      </pc:sldChg>
      <pc:sldChg chg="modNotesTx">
        <pc:chgData name="Mengmeng Ge" userId="bb5bc401-97cb-4caf-9857-8ff441375414" providerId="ADAL" clId="{1BE1B47C-8AFF-408D-8018-9F6404C251ED}" dt="2024-08-14T03:09:10.762" v="1265" actId="20577"/>
        <pc:sldMkLst>
          <pc:docMk/>
          <pc:sldMk cId="3426467750" sldId="421"/>
        </pc:sldMkLst>
      </pc:sldChg>
      <pc:sldChg chg="modAnim modNotesTx">
        <pc:chgData name="Mengmeng Ge" userId="bb5bc401-97cb-4caf-9857-8ff441375414" providerId="ADAL" clId="{1BE1B47C-8AFF-408D-8018-9F6404C251ED}" dt="2024-08-14T03:17:27.829" v="1292"/>
        <pc:sldMkLst>
          <pc:docMk/>
          <pc:sldMk cId="3775107794" sldId="426"/>
        </pc:sldMkLst>
      </pc:sldChg>
      <pc:sldChg chg="modNotesTx">
        <pc:chgData name="Mengmeng Ge" userId="bb5bc401-97cb-4caf-9857-8ff441375414" providerId="ADAL" clId="{1BE1B47C-8AFF-408D-8018-9F6404C251ED}" dt="2024-08-14T03:20:51.555" v="1300" actId="20577"/>
        <pc:sldMkLst>
          <pc:docMk/>
          <pc:sldMk cId="3248228531" sldId="427"/>
        </pc:sldMkLst>
      </pc:sldChg>
      <pc:sldChg chg="modSp">
        <pc:chgData name="Mengmeng Ge" userId="bb5bc401-97cb-4caf-9857-8ff441375414" providerId="ADAL" clId="{1BE1B47C-8AFF-408D-8018-9F6404C251ED}" dt="2024-08-13T02:59:00.181" v="391" actId="114"/>
        <pc:sldMkLst>
          <pc:docMk/>
          <pc:sldMk cId="1919569660" sldId="431"/>
        </pc:sldMkLst>
        <pc:spChg chg="mod">
          <ac:chgData name="Mengmeng Ge" userId="bb5bc401-97cb-4caf-9857-8ff441375414" providerId="ADAL" clId="{1BE1B47C-8AFF-408D-8018-9F6404C251ED}" dt="2024-08-13T02:59:00.181" v="391" actId="114"/>
          <ac:spMkLst>
            <pc:docMk/>
            <pc:sldMk cId="1919569660" sldId="431"/>
            <ac:spMk id="18" creationId="{00000000-0000-0000-0000-000000000000}"/>
          </ac:spMkLst>
        </pc:spChg>
      </pc:sldChg>
      <pc:sldChg chg="modNotesTx">
        <pc:chgData name="Mengmeng Ge" userId="bb5bc401-97cb-4caf-9857-8ff441375414" providerId="ADAL" clId="{1BE1B47C-8AFF-408D-8018-9F6404C251ED}" dt="2024-08-14T03:13:20.771" v="1287" actId="20577"/>
        <pc:sldMkLst>
          <pc:docMk/>
          <pc:sldMk cId="4094789219" sldId="433"/>
        </pc:sldMkLst>
      </pc:sldChg>
      <pc:sldChg chg="modSp mod">
        <pc:chgData name="Mengmeng Ge" userId="bb5bc401-97cb-4caf-9857-8ff441375414" providerId="ADAL" clId="{1BE1B47C-8AFF-408D-8018-9F6404C251ED}" dt="2024-08-09T04:10:22.715" v="147" actId="20577"/>
        <pc:sldMkLst>
          <pc:docMk/>
          <pc:sldMk cId="606395498" sldId="632"/>
        </pc:sldMkLst>
        <pc:spChg chg="mod">
          <ac:chgData name="Mengmeng Ge" userId="bb5bc401-97cb-4caf-9857-8ff441375414" providerId="ADAL" clId="{1BE1B47C-8AFF-408D-8018-9F6404C251ED}" dt="2024-08-09T04:10:18.575" v="143" actId="20577"/>
          <ac:spMkLst>
            <pc:docMk/>
            <pc:sldMk cId="606395498" sldId="632"/>
            <ac:spMk id="3" creationId="{00000000-0000-0000-0000-000000000000}"/>
          </ac:spMkLst>
        </pc:spChg>
        <pc:spChg chg="mod">
          <ac:chgData name="Mengmeng Ge" userId="bb5bc401-97cb-4caf-9857-8ff441375414" providerId="ADAL" clId="{1BE1B47C-8AFF-408D-8018-9F6404C251ED}" dt="2024-08-09T04:10:22.715" v="147" actId="20577"/>
          <ac:spMkLst>
            <pc:docMk/>
            <pc:sldMk cId="606395498" sldId="632"/>
            <ac:spMk id="5" creationId="{0512A463-4B4C-418F-8B45-18D20BE86BD1}"/>
          </ac:spMkLst>
        </pc:spChg>
      </pc:sldChg>
      <pc:sldChg chg="modNotesTx">
        <pc:chgData name="Mengmeng Ge" userId="bb5bc401-97cb-4caf-9857-8ff441375414" providerId="ADAL" clId="{1BE1B47C-8AFF-408D-8018-9F6404C251ED}" dt="2024-08-13T03:00:55.097" v="402"/>
        <pc:sldMkLst>
          <pc:docMk/>
          <pc:sldMk cId="3536258341" sldId="635"/>
        </pc:sldMkLst>
      </pc:sldChg>
      <pc:sldChg chg="del">
        <pc:chgData name="Mengmeng Ge" userId="bb5bc401-97cb-4caf-9857-8ff441375414" providerId="ADAL" clId="{1BE1B47C-8AFF-408D-8018-9F6404C251ED}" dt="2024-08-09T04:03:14.066" v="95" actId="47"/>
        <pc:sldMkLst>
          <pc:docMk/>
          <pc:sldMk cId="3994084026" sldId="637"/>
        </pc:sldMkLst>
      </pc:sldChg>
    </pc:docChg>
  </pc:docChgLst>
  <pc:docChgLst>
    <pc:chgData name="Mengmeng Ge" userId="S::mengmeng.ge@canterbury.ac.nz::bb5bc401-97cb-4caf-9857-8ff441375414" providerId="AD" clId="Web-{CFAC021D-D389-254D-0431-35D3B05AEB9C}"/>
    <pc:docChg chg="modSld">
      <pc:chgData name="Mengmeng Ge" userId="S::mengmeng.ge@canterbury.ac.nz::bb5bc401-97cb-4caf-9857-8ff441375414" providerId="AD" clId="Web-{CFAC021D-D389-254D-0431-35D3B05AEB9C}" dt="2024-09-14T22:44:22.009" v="61" actId="20577"/>
      <pc:docMkLst>
        <pc:docMk/>
      </pc:docMkLst>
      <pc:sldChg chg="modSp">
        <pc:chgData name="Mengmeng Ge" userId="S::mengmeng.ge@canterbury.ac.nz::bb5bc401-97cb-4caf-9857-8ff441375414" providerId="AD" clId="Web-{CFAC021D-D389-254D-0431-35D3B05AEB9C}" dt="2024-09-14T22:44:22.009" v="61" actId="20577"/>
        <pc:sldMkLst>
          <pc:docMk/>
          <pc:sldMk cId="2852110861" sldId="457"/>
        </pc:sldMkLst>
        <pc:spChg chg="mod">
          <ac:chgData name="Mengmeng Ge" userId="S::mengmeng.ge@canterbury.ac.nz::bb5bc401-97cb-4caf-9857-8ff441375414" providerId="AD" clId="Web-{CFAC021D-D389-254D-0431-35D3B05AEB9C}" dt="2024-09-14T22:44:22.009" v="61" actId="20577"/>
          <ac:spMkLst>
            <pc:docMk/>
            <pc:sldMk cId="2852110861" sldId="457"/>
            <ac:spMk id="3" creationId="{00000000-0000-0000-0000-000000000000}"/>
          </ac:spMkLst>
        </pc:spChg>
      </pc:sldChg>
    </pc:docChg>
  </pc:docChgLst>
  <pc:docChgLst>
    <pc:chgData name="Mengmeng Ge" userId="bb5bc401-97cb-4caf-9857-8ff441375414" providerId="ADAL" clId="{1543B586-BB8D-4138-8D95-385D7F830B74}"/>
    <pc:docChg chg="undo custSel addSld delSld modSld sldOrd">
      <pc:chgData name="Mengmeng Ge" userId="bb5bc401-97cb-4caf-9857-8ff441375414" providerId="ADAL" clId="{1543B586-BB8D-4138-8D95-385D7F830B74}" dt="2024-04-29T09:18:37.661" v="1984" actId="1076"/>
      <pc:docMkLst>
        <pc:docMk/>
      </pc:docMkLst>
      <pc:sldChg chg="delSp modSp mod">
        <pc:chgData name="Mengmeng Ge" userId="bb5bc401-97cb-4caf-9857-8ff441375414" providerId="ADAL" clId="{1543B586-BB8D-4138-8D95-385D7F830B74}" dt="2024-04-28T23:31:14.372" v="109" actId="14100"/>
        <pc:sldMkLst>
          <pc:docMk/>
          <pc:sldMk cId="887652016" sldId="275"/>
        </pc:sldMkLst>
        <pc:spChg chg="mod">
          <ac:chgData name="Mengmeng Ge" userId="bb5bc401-97cb-4caf-9857-8ff441375414" providerId="ADAL" clId="{1543B586-BB8D-4138-8D95-385D7F830B74}" dt="2024-04-28T23:29:57.939" v="105" actId="20577"/>
          <ac:spMkLst>
            <pc:docMk/>
            <pc:sldMk cId="887652016" sldId="275"/>
            <ac:spMk id="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8T23:31:14.372" v="109" actId="14100"/>
          <ac:spMkLst>
            <pc:docMk/>
            <pc:sldMk cId="887652016" sldId="275"/>
            <ac:spMk id="3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8T23:30:28.095" v="107" actId="478"/>
          <ac:spMkLst>
            <pc:docMk/>
            <pc:sldMk cId="887652016" sldId="275"/>
            <ac:spMk id="4" creationId="{00000000-0000-0000-0000-000000000000}"/>
          </ac:spMkLst>
        </pc:spChg>
      </pc:sldChg>
      <pc:sldChg chg="del">
        <pc:chgData name="Mengmeng Ge" userId="bb5bc401-97cb-4caf-9857-8ff441375414" providerId="ADAL" clId="{1543B586-BB8D-4138-8D95-385D7F830B74}" dt="2024-04-28T23:26:56.200" v="97" actId="47"/>
        <pc:sldMkLst>
          <pc:docMk/>
          <pc:sldMk cId="2779509109" sldId="290"/>
        </pc:sldMkLst>
      </pc:sldChg>
      <pc:sldChg chg="addSp delSp modSp mod delAnim modNotesTx">
        <pc:chgData name="Mengmeng Ge" userId="bb5bc401-97cb-4caf-9857-8ff441375414" providerId="ADAL" clId="{1543B586-BB8D-4138-8D95-385D7F830B74}" dt="2024-04-28T23:40:08.205" v="253" actId="20577"/>
        <pc:sldMkLst>
          <pc:docMk/>
          <pc:sldMk cId="1258696170" sldId="337"/>
        </pc:sldMkLst>
        <pc:spChg chg="mod">
          <ac:chgData name="Mengmeng Ge" userId="bb5bc401-97cb-4caf-9857-8ff441375414" providerId="ADAL" clId="{1543B586-BB8D-4138-8D95-385D7F830B74}" dt="2024-04-28T23:38:20.747" v="216" actId="20577"/>
          <ac:spMkLst>
            <pc:docMk/>
            <pc:sldMk cId="1258696170" sldId="337"/>
            <ac:spMk id="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8T23:40:08.205" v="253" actId="20577"/>
          <ac:spMkLst>
            <pc:docMk/>
            <pc:sldMk cId="1258696170" sldId="337"/>
            <ac:spMk id="3" creationId="{00000000-0000-0000-0000-000000000000}"/>
          </ac:spMkLst>
        </pc:spChg>
        <pc:spChg chg="del mod">
          <ac:chgData name="Mengmeng Ge" userId="bb5bc401-97cb-4caf-9857-8ff441375414" providerId="ADAL" clId="{1543B586-BB8D-4138-8D95-385D7F830B74}" dt="2024-04-28T23:37:40.622" v="181" actId="478"/>
          <ac:spMkLst>
            <pc:docMk/>
            <pc:sldMk cId="1258696170" sldId="337"/>
            <ac:spMk id="6" creationId="{00000000-0000-0000-0000-000000000000}"/>
          </ac:spMkLst>
        </pc:spChg>
        <pc:spChg chg="add mod">
          <ac:chgData name="Mengmeng Ge" userId="bb5bc401-97cb-4caf-9857-8ff441375414" providerId="ADAL" clId="{1543B586-BB8D-4138-8D95-385D7F830B74}" dt="2024-04-28T23:39:50.033" v="243" actId="1076"/>
          <ac:spMkLst>
            <pc:docMk/>
            <pc:sldMk cId="1258696170" sldId="337"/>
            <ac:spMk id="9" creationId="{DCF6BA98-64BA-3DF7-20AC-1FEABED0747B}"/>
          </ac:spMkLst>
        </pc:spChg>
        <pc:picChg chg="del">
          <ac:chgData name="Mengmeng Ge" userId="bb5bc401-97cb-4caf-9857-8ff441375414" providerId="ADAL" clId="{1543B586-BB8D-4138-8D95-385D7F830B74}" dt="2024-04-28T23:37:59.425" v="182" actId="478"/>
          <ac:picMkLst>
            <pc:docMk/>
            <pc:sldMk cId="1258696170" sldId="337"/>
            <ac:picMk id="5" creationId="{00000000-0000-0000-0000-000000000000}"/>
          </ac:picMkLst>
        </pc:picChg>
        <pc:picChg chg="add mod">
          <ac:chgData name="Mengmeng Ge" userId="bb5bc401-97cb-4caf-9857-8ff441375414" providerId="ADAL" clId="{1543B586-BB8D-4138-8D95-385D7F830B74}" dt="2024-04-28T23:39:46.417" v="242" actId="1076"/>
          <ac:picMkLst>
            <pc:docMk/>
            <pc:sldMk cId="1258696170" sldId="337"/>
            <ac:picMk id="8" creationId="{4958530A-0443-62E1-E379-77AACCB677A8}"/>
          </ac:picMkLst>
        </pc:picChg>
      </pc:sldChg>
      <pc:sldChg chg="addSp delSp modSp mod modAnim">
        <pc:chgData name="Mengmeng Ge" userId="bb5bc401-97cb-4caf-9857-8ff441375414" providerId="ADAL" clId="{1543B586-BB8D-4138-8D95-385D7F830B74}" dt="2024-04-28T23:53:41.846" v="365" actId="1038"/>
        <pc:sldMkLst>
          <pc:docMk/>
          <pc:sldMk cId="1206704555" sldId="338"/>
        </pc:sldMkLst>
        <pc:spChg chg="mod">
          <ac:chgData name="Mengmeng Ge" userId="bb5bc401-97cb-4caf-9857-8ff441375414" providerId="ADAL" clId="{1543B586-BB8D-4138-8D95-385D7F830B74}" dt="2024-04-28T23:48:59.594" v="296" actId="20577"/>
          <ac:spMkLst>
            <pc:docMk/>
            <pc:sldMk cId="1206704555" sldId="338"/>
            <ac:spMk id="2" creationId="{00000000-0000-0000-0000-000000000000}"/>
          </ac:spMkLst>
        </pc:spChg>
        <pc:spChg chg="del mod">
          <ac:chgData name="Mengmeng Ge" userId="bb5bc401-97cb-4caf-9857-8ff441375414" providerId="ADAL" clId="{1543B586-BB8D-4138-8D95-385D7F830B74}" dt="2024-04-28T23:49:03.689" v="298" actId="478"/>
          <ac:spMkLst>
            <pc:docMk/>
            <pc:sldMk cId="1206704555" sldId="338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8T23:53:41.846" v="365" actId="1038"/>
          <ac:spMkLst>
            <pc:docMk/>
            <pc:sldMk cId="1206704555" sldId="338"/>
            <ac:spMk id="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8T23:53:41.846" v="365" actId="1038"/>
          <ac:spMkLst>
            <pc:docMk/>
            <pc:sldMk cId="1206704555" sldId="338"/>
            <ac:spMk id="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8T23:51:17.907" v="332" actId="20577"/>
          <ac:spMkLst>
            <pc:docMk/>
            <pc:sldMk cId="1206704555" sldId="338"/>
            <ac:spMk id="1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8T23:52:53.189" v="356"/>
          <ac:spMkLst>
            <pc:docMk/>
            <pc:sldMk cId="1206704555" sldId="338"/>
            <ac:spMk id="1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8T23:53:23.152" v="362" actId="20577"/>
          <ac:spMkLst>
            <pc:docMk/>
            <pc:sldMk cId="1206704555" sldId="338"/>
            <ac:spMk id="23" creationId="{00000000-0000-0000-0000-000000000000}"/>
          </ac:spMkLst>
        </pc:spChg>
        <pc:spChg chg="add del mod">
          <ac:chgData name="Mengmeng Ge" userId="bb5bc401-97cb-4caf-9857-8ff441375414" providerId="ADAL" clId="{1543B586-BB8D-4138-8D95-385D7F830B74}" dt="2024-04-28T23:49:06.778" v="299" actId="478"/>
          <ac:spMkLst>
            <pc:docMk/>
            <pc:sldMk cId="1206704555" sldId="338"/>
            <ac:spMk id="26" creationId="{C4D78694-2A7B-0AC7-B097-99DA43CCD42A}"/>
          </ac:spMkLst>
        </pc:spChg>
        <pc:spChg chg="add del mod">
          <ac:chgData name="Mengmeng Ge" userId="bb5bc401-97cb-4caf-9857-8ff441375414" providerId="ADAL" clId="{1543B586-BB8D-4138-8D95-385D7F830B74}" dt="2024-04-28T23:52:31.982" v="349" actId="478"/>
          <ac:spMkLst>
            <pc:docMk/>
            <pc:sldMk cId="1206704555" sldId="338"/>
            <ac:spMk id="28" creationId="{0AC31CA6-B0ED-EA6E-2A25-4B98283E22FF}"/>
          </ac:spMkLst>
        </pc:spChg>
        <pc:spChg chg="add mod">
          <ac:chgData name="Mengmeng Ge" userId="bb5bc401-97cb-4caf-9857-8ff441375414" providerId="ADAL" clId="{1543B586-BB8D-4138-8D95-385D7F830B74}" dt="2024-04-28T23:53:41.846" v="365" actId="1038"/>
          <ac:spMkLst>
            <pc:docMk/>
            <pc:sldMk cId="1206704555" sldId="338"/>
            <ac:spMk id="29" creationId="{C1B6EAC0-332E-55AE-52DF-A4F0BF5D229A}"/>
          </ac:spMkLst>
        </pc:spChg>
        <pc:grpChg chg="mod">
          <ac:chgData name="Mengmeng Ge" userId="bb5bc401-97cb-4caf-9857-8ff441375414" providerId="ADAL" clId="{1543B586-BB8D-4138-8D95-385D7F830B74}" dt="2024-04-28T23:53:41.846" v="365" actId="1038"/>
          <ac:grpSpMkLst>
            <pc:docMk/>
            <pc:sldMk cId="1206704555" sldId="338"/>
            <ac:grpSpMk id="5" creationId="{00000000-0000-0000-0000-000000000000}"/>
          </ac:grpSpMkLst>
        </pc:grpChg>
        <pc:grpChg chg="mod">
          <ac:chgData name="Mengmeng Ge" userId="bb5bc401-97cb-4caf-9857-8ff441375414" providerId="ADAL" clId="{1543B586-BB8D-4138-8D95-385D7F830B74}" dt="2024-04-28T23:53:41.846" v="365" actId="1038"/>
          <ac:grpSpMkLst>
            <pc:docMk/>
            <pc:sldMk cId="1206704555" sldId="338"/>
            <ac:grpSpMk id="8" creationId="{00000000-0000-0000-0000-000000000000}"/>
          </ac:grpSpMkLst>
        </pc:grpChg>
        <pc:grpChg chg="mod">
          <ac:chgData name="Mengmeng Ge" userId="bb5bc401-97cb-4caf-9857-8ff441375414" providerId="ADAL" clId="{1543B586-BB8D-4138-8D95-385D7F830B74}" dt="2024-04-28T23:53:41.846" v="365" actId="1038"/>
          <ac:grpSpMkLst>
            <pc:docMk/>
            <pc:sldMk cId="1206704555" sldId="338"/>
            <ac:grpSpMk id="11" creationId="{00000000-0000-0000-0000-000000000000}"/>
          </ac:grpSpMkLst>
        </pc:grpChg>
        <pc:grpChg chg="mod">
          <ac:chgData name="Mengmeng Ge" userId="bb5bc401-97cb-4caf-9857-8ff441375414" providerId="ADAL" clId="{1543B586-BB8D-4138-8D95-385D7F830B74}" dt="2024-04-28T23:53:41.846" v="365" actId="1038"/>
          <ac:grpSpMkLst>
            <pc:docMk/>
            <pc:sldMk cId="1206704555" sldId="338"/>
            <ac:grpSpMk id="20" creationId="{00000000-0000-0000-0000-000000000000}"/>
          </ac:grpSpMkLst>
        </pc:grpChg>
        <pc:grpChg chg="mod">
          <ac:chgData name="Mengmeng Ge" userId="bb5bc401-97cb-4caf-9857-8ff441375414" providerId="ADAL" clId="{1543B586-BB8D-4138-8D95-385D7F830B74}" dt="2024-04-28T23:53:41.846" v="365" actId="1038"/>
          <ac:grpSpMkLst>
            <pc:docMk/>
            <pc:sldMk cId="1206704555" sldId="338"/>
            <ac:grpSpMk id="24" creationId="{00000000-0000-0000-0000-000000000000}"/>
          </ac:grpSpMkLst>
        </pc:grpChg>
        <pc:cxnChg chg="mod">
          <ac:chgData name="Mengmeng Ge" userId="bb5bc401-97cb-4caf-9857-8ff441375414" providerId="ADAL" clId="{1543B586-BB8D-4138-8D95-385D7F830B74}" dt="2024-04-28T23:53:41.846" v="365" actId="1038"/>
          <ac:cxnSpMkLst>
            <pc:docMk/>
            <pc:sldMk cId="1206704555" sldId="338"/>
            <ac:cxnSpMk id="19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8T23:53:41.846" v="365" actId="1038"/>
          <ac:cxnSpMkLst>
            <pc:docMk/>
            <pc:sldMk cId="1206704555" sldId="338"/>
            <ac:cxnSpMk id="21" creationId="{00000000-0000-0000-0000-000000000000}"/>
          </ac:cxnSpMkLst>
        </pc:cxnChg>
      </pc:sldChg>
      <pc:sldChg chg="modSp mod modNotesTx">
        <pc:chgData name="Mengmeng Ge" userId="bb5bc401-97cb-4caf-9857-8ff441375414" providerId="ADAL" clId="{1543B586-BB8D-4138-8D95-385D7F830B74}" dt="2024-04-28T23:55:53.247" v="424" actId="115"/>
        <pc:sldMkLst>
          <pc:docMk/>
          <pc:sldMk cId="131516605" sldId="339"/>
        </pc:sldMkLst>
        <pc:spChg chg="mod">
          <ac:chgData name="Mengmeng Ge" userId="bb5bc401-97cb-4caf-9857-8ff441375414" providerId="ADAL" clId="{1543B586-BB8D-4138-8D95-385D7F830B74}" dt="2024-04-28T23:54:21.383" v="388" actId="20577"/>
          <ac:spMkLst>
            <pc:docMk/>
            <pc:sldMk cId="131516605" sldId="339"/>
            <ac:spMk id="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8T23:55:53.247" v="424" actId="115"/>
          <ac:spMkLst>
            <pc:docMk/>
            <pc:sldMk cId="131516605" sldId="339"/>
            <ac:spMk id="3" creationId="{00000000-0000-0000-0000-000000000000}"/>
          </ac:spMkLst>
        </pc:spChg>
      </pc:sldChg>
      <pc:sldChg chg="modSp del mod">
        <pc:chgData name="Mengmeng Ge" userId="bb5bc401-97cb-4caf-9857-8ff441375414" providerId="ADAL" clId="{1543B586-BB8D-4138-8D95-385D7F830B74}" dt="2024-04-29T02:51:53.347" v="425" actId="47"/>
        <pc:sldMkLst>
          <pc:docMk/>
          <pc:sldMk cId="1146595652" sldId="340"/>
        </pc:sldMkLst>
        <pc:spChg chg="mod">
          <ac:chgData name="Mengmeng Ge" userId="bb5bc401-97cb-4caf-9857-8ff441375414" providerId="ADAL" clId="{1543B586-BB8D-4138-8D95-385D7F830B74}" dt="2024-04-28T23:54:28.237" v="389" actId="21"/>
          <ac:spMkLst>
            <pc:docMk/>
            <pc:sldMk cId="1146595652" sldId="340"/>
            <ac:spMk id="7" creationId="{00000000-0000-0000-0000-000000000000}"/>
          </ac:spMkLst>
        </pc:spChg>
      </pc:sldChg>
      <pc:sldChg chg="delSp modSp mod delAnim modNotesTx">
        <pc:chgData name="Mengmeng Ge" userId="bb5bc401-97cb-4caf-9857-8ff441375414" providerId="ADAL" clId="{1543B586-BB8D-4138-8D95-385D7F830B74}" dt="2024-04-29T03:27:31.920" v="525" actId="20577"/>
        <pc:sldMkLst>
          <pc:docMk/>
          <pc:sldMk cId="951677223" sldId="341"/>
        </pc:sldMkLst>
        <pc:spChg chg="mod">
          <ac:chgData name="Mengmeng Ge" userId="bb5bc401-97cb-4caf-9857-8ff441375414" providerId="ADAL" clId="{1543B586-BB8D-4138-8D95-385D7F830B74}" dt="2024-04-29T03:24:47.558" v="501" actId="20577"/>
          <ac:spMkLst>
            <pc:docMk/>
            <pc:sldMk cId="951677223" sldId="341"/>
            <ac:spMk id="2" creationId="{00000000-0000-0000-0000-000000000000}"/>
          </ac:spMkLst>
        </pc:spChg>
        <pc:spChg chg="del topLvl">
          <ac:chgData name="Mengmeng Ge" userId="bb5bc401-97cb-4caf-9857-8ff441375414" providerId="ADAL" clId="{1543B586-BB8D-4138-8D95-385D7F830B74}" dt="2024-04-29T03:26:45.547" v="515" actId="478"/>
          <ac:spMkLst>
            <pc:docMk/>
            <pc:sldMk cId="951677223" sldId="341"/>
            <ac:spMk id="3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3:26:52.559" v="517" actId="1076"/>
          <ac:spMkLst>
            <pc:docMk/>
            <pc:sldMk cId="951677223" sldId="341"/>
            <ac:spMk id="2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3:27:26.574" v="523" actId="1076"/>
          <ac:spMkLst>
            <pc:docMk/>
            <pc:sldMk cId="951677223" sldId="341"/>
            <ac:spMk id="4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3:27:31.920" v="525" actId="20577"/>
          <ac:spMkLst>
            <pc:docMk/>
            <pc:sldMk cId="951677223" sldId="341"/>
            <ac:spMk id="46" creationId="{00000000-0000-0000-0000-000000000000}"/>
          </ac:spMkLst>
        </pc:spChg>
        <pc:grpChg chg="del mod">
          <ac:chgData name="Mengmeng Ge" userId="bb5bc401-97cb-4caf-9857-8ff441375414" providerId="ADAL" clId="{1543B586-BB8D-4138-8D95-385D7F830B74}" dt="2024-04-29T03:26:45.547" v="515" actId="478"/>
          <ac:grpSpMkLst>
            <pc:docMk/>
            <pc:sldMk cId="951677223" sldId="341"/>
            <ac:grpSpMk id="5" creationId="{00000000-0000-0000-0000-000000000000}"/>
          </ac:grpSpMkLst>
        </pc:grpChg>
        <pc:cxnChg chg="mod">
          <ac:chgData name="Mengmeng Ge" userId="bb5bc401-97cb-4caf-9857-8ff441375414" providerId="ADAL" clId="{1543B586-BB8D-4138-8D95-385D7F830B74}" dt="2024-04-29T03:25:26.185" v="508" actId="14100"/>
          <ac:cxnSpMkLst>
            <pc:docMk/>
            <pc:sldMk cId="951677223" sldId="341"/>
            <ac:cxnSpMk id="36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3:25:57.450" v="513" actId="1038"/>
          <ac:cxnSpMkLst>
            <pc:docMk/>
            <pc:sldMk cId="951677223" sldId="341"/>
            <ac:cxnSpMk id="37" creationId="{00000000-0000-0000-0000-000000000000}"/>
          </ac:cxnSpMkLst>
        </pc:cxnChg>
      </pc:sldChg>
      <pc:sldChg chg="del">
        <pc:chgData name="Mengmeng Ge" userId="bb5bc401-97cb-4caf-9857-8ff441375414" providerId="ADAL" clId="{1543B586-BB8D-4138-8D95-385D7F830B74}" dt="2024-04-29T04:31:30.715" v="823" actId="47"/>
        <pc:sldMkLst>
          <pc:docMk/>
          <pc:sldMk cId="471560360" sldId="342"/>
        </pc:sldMkLst>
      </pc:sldChg>
      <pc:sldChg chg="addSp delSp modSp mod delAnim modAnim">
        <pc:chgData name="Mengmeng Ge" userId="bb5bc401-97cb-4caf-9857-8ff441375414" providerId="ADAL" clId="{1543B586-BB8D-4138-8D95-385D7F830B74}" dt="2024-04-29T03:40:13.214" v="637" actId="1076"/>
        <pc:sldMkLst>
          <pc:docMk/>
          <pc:sldMk cId="3315425011" sldId="343"/>
        </pc:sldMkLst>
        <pc:spChg chg="mod">
          <ac:chgData name="Mengmeng Ge" userId="bb5bc401-97cb-4caf-9857-8ff441375414" providerId="ADAL" clId="{1543B586-BB8D-4138-8D95-385D7F830B74}" dt="2024-04-29T03:29:09.839" v="567" actId="20577"/>
          <ac:spMkLst>
            <pc:docMk/>
            <pc:sldMk cId="3315425011" sldId="343"/>
            <ac:spMk id="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3:39:33.778" v="627" actId="948"/>
          <ac:spMkLst>
            <pc:docMk/>
            <pc:sldMk cId="3315425011" sldId="343"/>
            <ac:spMk id="3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3:35:19.610" v="574" actId="478"/>
          <ac:spMkLst>
            <pc:docMk/>
            <pc:sldMk cId="3315425011" sldId="343"/>
            <ac:spMk id="5" creationId="{00000000-0000-0000-0000-000000000000}"/>
          </ac:spMkLst>
        </pc:spChg>
        <pc:spChg chg="add mod">
          <ac:chgData name="Mengmeng Ge" userId="bb5bc401-97cb-4caf-9857-8ff441375414" providerId="ADAL" clId="{1543B586-BB8D-4138-8D95-385D7F830B74}" dt="2024-04-29T03:35:54.935" v="584" actId="1076"/>
          <ac:spMkLst>
            <pc:docMk/>
            <pc:sldMk cId="3315425011" sldId="343"/>
            <ac:spMk id="6" creationId="{63C89F5C-1FBF-B301-7BAF-D98707B2CE86}"/>
          </ac:spMkLst>
        </pc:spChg>
        <pc:spChg chg="add mod">
          <ac:chgData name="Mengmeng Ge" userId="bb5bc401-97cb-4caf-9857-8ff441375414" providerId="ADAL" clId="{1543B586-BB8D-4138-8D95-385D7F830B74}" dt="2024-04-29T03:35:54.935" v="584" actId="1076"/>
          <ac:spMkLst>
            <pc:docMk/>
            <pc:sldMk cId="3315425011" sldId="343"/>
            <ac:spMk id="7" creationId="{A42A6EC1-B7A7-44D5-F3D8-FF9C726F4F00}"/>
          </ac:spMkLst>
        </pc:spChg>
        <pc:spChg chg="add mod">
          <ac:chgData name="Mengmeng Ge" userId="bb5bc401-97cb-4caf-9857-8ff441375414" providerId="ADAL" clId="{1543B586-BB8D-4138-8D95-385D7F830B74}" dt="2024-04-29T03:36:41.307" v="610" actId="20577"/>
          <ac:spMkLst>
            <pc:docMk/>
            <pc:sldMk cId="3315425011" sldId="343"/>
            <ac:spMk id="9" creationId="{A65054F9-CE04-6C3D-55F8-4094485A5D7B}"/>
          </ac:spMkLst>
        </pc:spChg>
        <pc:spChg chg="add mod">
          <ac:chgData name="Mengmeng Ge" userId="bb5bc401-97cb-4caf-9857-8ff441375414" providerId="ADAL" clId="{1543B586-BB8D-4138-8D95-385D7F830B74}" dt="2024-04-29T03:35:54.935" v="584" actId="1076"/>
          <ac:spMkLst>
            <pc:docMk/>
            <pc:sldMk cId="3315425011" sldId="343"/>
            <ac:spMk id="11" creationId="{600FDCED-87DB-58E5-91FC-1F083C1A76F7}"/>
          </ac:spMkLst>
        </pc:spChg>
        <pc:spChg chg="add mod">
          <ac:chgData name="Mengmeng Ge" userId="bb5bc401-97cb-4caf-9857-8ff441375414" providerId="ADAL" clId="{1543B586-BB8D-4138-8D95-385D7F830B74}" dt="2024-04-29T03:36:44.382" v="613" actId="20577"/>
          <ac:spMkLst>
            <pc:docMk/>
            <pc:sldMk cId="3315425011" sldId="343"/>
            <ac:spMk id="13" creationId="{AE80D8ED-B7CE-5094-A334-32A8EE19CB7B}"/>
          </ac:spMkLst>
        </pc:spChg>
        <pc:spChg chg="add mod">
          <ac:chgData name="Mengmeng Ge" userId="bb5bc401-97cb-4caf-9857-8ff441375414" providerId="ADAL" clId="{1543B586-BB8D-4138-8D95-385D7F830B74}" dt="2024-04-29T03:35:54.935" v="584" actId="1076"/>
          <ac:spMkLst>
            <pc:docMk/>
            <pc:sldMk cId="3315425011" sldId="343"/>
            <ac:spMk id="15" creationId="{5F8D2777-2640-95D5-A42C-1FB4424282C2}"/>
          </ac:spMkLst>
        </pc:spChg>
        <pc:spChg chg="add mod">
          <ac:chgData name="Mengmeng Ge" userId="bb5bc401-97cb-4caf-9857-8ff441375414" providerId="ADAL" clId="{1543B586-BB8D-4138-8D95-385D7F830B74}" dt="2024-04-29T03:37:18.826" v="620" actId="1076"/>
          <ac:spMkLst>
            <pc:docMk/>
            <pc:sldMk cId="3315425011" sldId="343"/>
            <ac:spMk id="19" creationId="{535D28A7-7EF5-AFEE-F4A2-9753ADDC6912}"/>
          </ac:spMkLst>
        </pc:spChg>
        <pc:spChg chg="add mod">
          <ac:chgData name="Mengmeng Ge" userId="bb5bc401-97cb-4caf-9857-8ff441375414" providerId="ADAL" clId="{1543B586-BB8D-4138-8D95-385D7F830B74}" dt="2024-04-29T03:35:54.935" v="584" actId="1076"/>
          <ac:spMkLst>
            <pc:docMk/>
            <pc:sldMk cId="3315425011" sldId="343"/>
            <ac:spMk id="21" creationId="{A8829D8F-D433-EC59-5D9F-F5B021F08071}"/>
          </ac:spMkLst>
        </pc:spChg>
        <pc:spChg chg="add mod">
          <ac:chgData name="Mengmeng Ge" userId="bb5bc401-97cb-4caf-9857-8ff441375414" providerId="ADAL" clId="{1543B586-BB8D-4138-8D95-385D7F830B74}" dt="2024-04-29T03:37:13.581" v="619" actId="20577"/>
          <ac:spMkLst>
            <pc:docMk/>
            <pc:sldMk cId="3315425011" sldId="343"/>
            <ac:spMk id="23" creationId="{DBB528D4-9B72-FB05-C042-C624E58236AF}"/>
          </ac:spMkLst>
        </pc:spChg>
        <pc:spChg chg="add mod">
          <ac:chgData name="Mengmeng Ge" userId="bb5bc401-97cb-4caf-9857-8ff441375414" providerId="ADAL" clId="{1543B586-BB8D-4138-8D95-385D7F830B74}" dt="2024-04-29T03:40:13.214" v="637" actId="1076"/>
          <ac:spMkLst>
            <pc:docMk/>
            <pc:sldMk cId="3315425011" sldId="343"/>
            <ac:spMk id="24" creationId="{A4D2E703-AC69-7E06-DDE2-796318E16401}"/>
          </ac:spMkLst>
        </pc:spChg>
        <pc:cxnChg chg="add mod">
          <ac:chgData name="Mengmeng Ge" userId="bb5bc401-97cb-4caf-9857-8ff441375414" providerId="ADAL" clId="{1543B586-BB8D-4138-8D95-385D7F830B74}" dt="2024-04-29T03:35:54.935" v="584" actId="1076"/>
          <ac:cxnSpMkLst>
            <pc:docMk/>
            <pc:sldMk cId="3315425011" sldId="343"/>
            <ac:cxnSpMk id="8" creationId="{BDC10B4B-D706-15E8-F528-BC82EF4CD242}"/>
          </ac:cxnSpMkLst>
        </pc:cxnChg>
        <pc:cxnChg chg="add mod">
          <ac:chgData name="Mengmeng Ge" userId="bb5bc401-97cb-4caf-9857-8ff441375414" providerId="ADAL" clId="{1543B586-BB8D-4138-8D95-385D7F830B74}" dt="2024-04-29T03:35:54.935" v="584" actId="1076"/>
          <ac:cxnSpMkLst>
            <pc:docMk/>
            <pc:sldMk cId="3315425011" sldId="343"/>
            <ac:cxnSpMk id="10" creationId="{33FA9A02-3D9F-ADE1-E06A-BD3159DD13F1}"/>
          </ac:cxnSpMkLst>
        </pc:cxnChg>
        <pc:cxnChg chg="add mod">
          <ac:chgData name="Mengmeng Ge" userId="bb5bc401-97cb-4caf-9857-8ff441375414" providerId="ADAL" clId="{1543B586-BB8D-4138-8D95-385D7F830B74}" dt="2024-04-29T03:35:54.935" v="584" actId="1076"/>
          <ac:cxnSpMkLst>
            <pc:docMk/>
            <pc:sldMk cId="3315425011" sldId="343"/>
            <ac:cxnSpMk id="12" creationId="{81A9961C-849D-A00D-3EE9-DCAA0A5A8BC1}"/>
          </ac:cxnSpMkLst>
        </pc:cxnChg>
        <pc:cxnChg chg="add mod">
          <ac:chgData name="Mengmeng Ge" userId="bb5bc401-97cb-4caf-9857-8ff441375414" providerId="ADAL" clId="{1543B586-BB8D-4138-8D95-385D7F830B74}" dt="2024-04-29T03:35:54.935" v="584" actId="1076"/>
          <ac:cxnSpMkLst>
            <pc:docMk/>
            <pc:sldMk cId="3315425011" sldId="343"/>
            <ac:cxnSpMk id="14" creationId="{4476B50A-679F-171C-7878-0452D9BA9720}"/>
          </ac:cxnSpMkLst>
        </pc:cxnChg>
        <pc:cxnChg chg="add mod">
          <ac:chgData name="Mengmeng Ge" userId="bb5bc401-97cb-4caf-9857-8ff441375414" providerId="ADAL" clId="{1543B586-BB8D-4138-8D95-385D7F830B74}" dt="2024-04-29T03:35:54.935" v="584" actId="1076"/>
          <ac:cxnSpMkLst>
            <pc:docMk/>
            <pc:sldMk cId="3315425011" sldId="343"/>
            <ac:cxnSpMk id="16" creationId="{922DBB0E-588C-5CB1-737C-DB94EB19811D}"/>
          </ac:cxnSpMkLst>
        </pc:cxnChg>
        <pc:cxnChg chg="add mod">
          <ac:chgData name="Mengmeng Ge" userId="bb5bc401-97cb-4caf-9857-8ff441375414" providerId="ADAL" clId="{1543B586-BB8D-4138-8D95-385D7F830B74}" dt="2024-04-29T03:35:54.935" v="584" actId="1076"/>
          <ac:cxnSpMkLst>
            <pc:docMk/>
            <pc:sldMk cId="3315425011" sldId="343"/>
            <ac:cxnSpMk id="17" creationId="{F2167319-0E83-788F-4AC5-E448A24958F8}"/>
          </ac:cxnSpMkLst>
        </pc:cxnChg>
        <pc:cxnChg chg="add mod">
          <ac:chgData name="Mengmeng Ge" userId="bb5bc401-97cb-4caf-9857-8ff441375414" providerId="ADAL" clId="{1543B586-BB8D-4138-8D95-385D7F830B74}" dt="2024-04-29T03:35:54.935" v="584" actId="1076"/>
          <ac:cxnSpMkLst>
            <pc:docMk/>
            <pc:sldMk cId="3315425011" sldId="343"/>
            <ac:cxnSpMk id="18" creationId="{905D1837-C5C7-DC48-277B-8A48D6662E20}"/>
          </ac:cxnSpMkLst>
        </pc:cxnChg>
        <pc:cxnChg chg="add mod">
          <ac:chgData name="Mengmeng Ge" userId="bb5bc401-97cb-4caf-9857-8ff441375414" providerId="ADAL" clId="{1543B586-BB8D-4138-8D95-385D7F830B74}" dt="2024-04-29T03:35:54.935" v="584" actId="1076"/>
          <ac:cxnSpMkLst>
            <pc:docMk/>
            <pc:sldMk cId="3315425011" sldId="343"/>
            <ac:cxnSpMk id="20" creationId="{C5FC7A4A-8B8A-FD64-A76E-255C978735D8}"/>
          </ac:cxnSpMkLst>
        </pc:cxnChg>
        <pc:cxnChg chg="add mod">
          <ac:chgData name="Mengmeng Ge" userId="bb5bc401-97cb-4caf-9857-8ff441375414" providerId="ADAL" clId="{1543B586-BB8D-4138-8D95-385D7F830B74}" dt="2024-04-29T03:35:54.935" v="584" actId="1076"/>
          <ac:cxnSpMkLst>
            <pc:docMk/>
            <pc:sldMk cId="3315425011" sldId="343"/>
            <ac:cxnSpMk id="22" creationId="{F4AE404F-532F-7E79-9664-A66A31D50548}"/>
          </ac:cxnSpMkLst>
        </pc:cxnChg>
      </pc:sldChg>
      <pc:sldChg chg="modSp mod">
        <pc:chgData name="Mengmeng Ge" userId="bb5bc401-97cb-4caf-9857-8ff441375414" providerId="ADAL" clId="{1543B586-BB8D-4138-8D95-385D7F830B74}" dt="2024-04-29T03:23:11.914" v="490" actId="1076"/>
        <pc:sldMkLst>
          <pc:docMk/>
          <pc:sldMk cId="1845211718" sldId="344"/>
        </pc:sldMkLst>
        <pc:spChg chg="mod">
          <ac:chgData name="Mengmeng Ge" userId="bb5bc401-97cb-4caf-9857-8ff441375414" providerId="ADAL" clId="{1543B586-BB8D-4138-8D95-385D7F830B74}" dt="2024-04-29T03:20:48.382" v="443" actId="20577"/>
          <ac:spMkLst>
            <pc:docMk/>
            <pc:sldMk cId="1845211718" sldId="344"/>
            <ac:spMk id="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3:23:11.914" v="490" actId="1076"/>
          <ac:spMkLst>
            <pc:docMk/>
            <pc:sldMk cId="1845211718" sldId="344"/>
            <ac:spMk id="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3:20:58.668" v="445" actId="20577"/>
          <ac:spMkLst>
            <pc:docMk/>
            <pc:sldMk cId="1845211718" sldId="344"/>
            <ac:spMk id="3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3:21:00.268" v="447" actId="20577"/>
          <ac:spMkLst>
            <pc:docMk/>
            <pc:sldMk cId="1845211718" sldId="344"/>
            <ac:spMk id="39" creationId="{00000000-0000-0000-0000-000000000000}"/>
          </ac:spMkLst>
        </pc:spChg>
        <pc:cxnChg chg="mod">
          <ac:chgData name="Mengmeng Ge" userId="bb5bc401-97cb-4caf-9857-8ff441375414" providerId="ADAL" clId="{1543B586-BB8D-4138-8D95-385D7F830B74}" dt="2024-04-29T03:21:58.465" v="456" actId="1038"/>
          <ac:cxnSpMkLst>
            <pc:docMk/>
            <pc:sldMk cId="1845211718" sldId="344"/>
            <ac:cxnSpMk id="36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3:21:56.347" v="455" actId="1038"/>
          <ac:cxnSpMkLst>
            <pc:docMk/>
            <pc:sldMk cId="1845211718" sldId="344"/>
            <ac:cxnSpMk id="37" creationId="{00000000-0000-0000-0000-000000000000}"/>
          </ac:cxnSpMkLst>
        </pc:cxnChg>
      </pc:sldChg>
      <pc:sldChg chg="del">
        <pc:chgData name="Mengmeng Ge" userId="bb5bc401-97cb-4caf-9857-8ff441375414" providerId="ADAL" clId="{1543B586-BB8D-4138-8D95-385D7F830B74}" dt="2024-04-29T03:39:45.630" v="628" actId="47"/>
        <pc:sldMkLst>
          <pc:docMk/>
          <pc:sldMk cId="3078963919" sldId="346"/>
        </pc:sldMkLst>
      </pc:sldChg>
      <pc:sldChg chg="del">
        <pc:chgData name="Mengmeng Ge" userId="bb5bc401-97cb-4caf-9857-8ff441375414" providerId="ADAL" clId="{1543B586-BB8D-4138-8D95-385D7F830B74}" dt="2024-04-29T03:39:46.309" v="629" actId="47"/>
        <pc:sldMkLst>
          <pc:docMk/>
          <pc:sldMk cId="811322450" sldId="347"/>
        </pc:sldMkLst>
      </pc:sldChg>
      <pc:sldChg chg="delSp del mod delAnim">
        <pc:chgData name="Mengmeng Ge" userId="bb5bc401-97cb-4caf-9857-8ff441375414" providerId="ADAL" clId="{1543B586-BB8D-4138-8D95-385D7F830B74}" dt="2024-04-29T03:40:16.640" v="638" actId="47"/>
        <pc:sldMkLst>
          <pc:docMk/>
          <pc:sldMk cId="2708215785" sldId="348"/>
        </pc:sldMkLst>
        <pc:spChg chg="del">
          <ac:chgData name="Mengmeng Ge" userId="bb5bc401-97cb-4caf-9857-8ff441375414" providerId="ADAL" clId="{1543B586-BB8D-4138-8D95-385D7F830B74}" dt="2024-04-29T03:40:00.720" v="630" actId="478"/>
          <ac:spMkLst>
            <pc:docMk/>
            <pc:sldMk cId="2708215785" sldId="348"/>
            <ac:spMk id="22" creationId="{00000000-0000-0000-0000-000000000000}"/>
          </ac:spMkLst>
        </pc:spChg>
      </pc:sldChg>
      <pc:sldChg chg="del">
        <pc:chgData name="Mengmeng Ge" userId="bb5bc401-97cb-4caf-9857-8ff441375414" providerId="ADAL" clId="{1543B586-BB8D-4138-8D95-385D7F830B74}" dt="2024-04-29T04:28:55.552" v="816" actId="47"/>
        <pc:sldMkLst>
          <pc:docMk/>
          <pc:sldMk cId="2463165" sldId="349"/>
        </pc:sldMkLst>
      </pc:sldChg>
      <pc:sldChg chg="addSp delSp modSp mod delAnim modAnim chgLayout modNotesTx">
        <pc:chgData name="Mengmeng Ge" userId="bb5bc401-97cb-4caf-9857-8ff441375414" providerId="ADAL" clId="{1543B586-BB8D-4138-8D95-385D7F830B74}" dt="2024-04-29T04:33:15.271" v="851" actId="20577"/>
        <pc:sldMkLst>
          <pc:docMk/>
          <pc:sldMk cId="3826851153" sldId="350"/>
        </pc:sldMkLst>
        <pc:spChg chg="mod ord">
          <ac:chgData name="Mengmeng Ge" userId="bb5bc401-97cb-4caf-9857-8ff441375414" providerId="ADAL" clId="{1543B586-BB8D-4138-8D95-385D7F830B74}" dt="2024-04-29T04:22:02.109" v="711" actId="14100"/>
          <ac:spMkLst>
            <pc:docMk/>
            <pc:sldMk cId="3826851153" sldId="350"/>
            <ac:spMk id="2" creationId="{00000000-0000-0000-0000-000000000000}"/>
          </ac:spMkLst>
        </pc:spChg>
        <pc:spChg chg="del mod">
          <ac:chgData name="Mengmeng Ge" userId="bb5bc401-97cb-4caf-9857-8ff441375414" providerId="ADAL" clId="{1543B586-BB8D-4138-8D95-385D7F830B74}" dt="2024-04-29T04:21:29.628" v="659" actId="478"/>
          <ac:spMkLst>
            <pc:docMk/>
            <pc:sldMk cId="3826851153" sldId="350"/>
            <ac:spMk id="3" creationId="{00000000-0000-0000-0000-000000000000}"/>
          </ac:spMkLst>
        </pc:spChg>
        <pc:spChg chg="mod ord">
          <ac:chgData name="Mengmeng Ge" userId="bb5bc401-97cb-4caf-9857-8ff441375414" providerId="ADAL" clId="{1543B586-BB8D-4138-8D95-385D7F830B74}" dt="2024-04-29T04:21:55.131" v="709" actId="700"/>
          <ac:spMkLst>
            <pc:docMk/>
            <pc:sldMk cId="3826851153" sldId="350"/>
            <ac:spMk id="4" creationId="{00000000-0000-0000-0000-000000000000}"/>
          </ac:spMkLst>
        </pc:spChg>
        <pc:spChg chg="add mod">
          <ac:chgData name="Mengmeng Ge" userId="bb5bc401-97cb-4caf-9857-8ff441375414" providerId="ADAL" clId="{1543B586-BB8D-4138-8D95-385D7F830B74}" dt="2024-04-29T03:40:55.497" v="639"/>
          <ac:spMkLst>
            <pc:docMk/>
            <pc:sldMk cId="3826851153" sldId="350"/>
            <ac:spMk id="5" creationId="{46386F4C-D1C6-2D2C-E065-16604E41A402}"/>
          </ac:spMkLst>
        </pc:spChg>
        <pc:spChg chg="add mod ord">
          <ac:chgData name="Mengmeng Ge" userId="bb5bc401-97cb-4caf-9857-8ff441375414" providerId="ADAL" clId="{1543B586-BB8D-4138-8D95-385D7F830B74}" dt="2024-04-29T04:27:25.117" v="792" actId="20577"/>
          <ac:spMkLst>
            <pc:docMk/>
            <pc:sldMk cId="3826851153" sldId="350"/>
            <ac:spMk id="6" creationId="{35F2C202-603F-560A-ABEC-CD315013C5DB}"/>
          </ac:spMkLst>
        </pc:spChg>
        <pc:spChg chg="mod">
          <ac:chgData name="Mengmeng Ge" userId="bb5bc401-97cb-4caf-9857-8ff441375414" providerId="ADAL" clId="{1543B586-BB8D-4138-8D95-385D7F830B74}" dt="2024-04-29T04:33:15.271" v="851" actId="20577"/>
          <ac:spMkLst>
            <pc:docMk/>
            <pc:sldMk cId="3826851153" sldId="350"/>
            <ac:spMk id="1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21:48.176" v="708" actId="1036"/>
          <ac:spMkLst>
            <pc:docMk/>
            <pc:sldMk cId="3826851153" sldId="350"/>
            <ac:spMk id="2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21:48.176" v="708" actId="1036"/>
          <ac:spMkLst>
            <pc:docMk/>
            <pc:sldMk cId="3826851153" sldId="350"/>
            <ac:spMk id="2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23:21.396" v="722" actId="20577"/>
          <ac:spMkLst>
            <pc:docMk/>
            <pc:sldMk cId="3826851153" sldId="350"/>
            <ac:spMk id="2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3:12.759" v="850" actId="20577"/>
          <ac:spMkLst>
            <pc:docMk/>
            <pc:sldMk cId="3826851153" sldId="350"/>
            <ac:spMk id="3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25:19.062" v="727" actId="20577"/>
          <ac:spMkLst>
            <pc:docMk/>
            <pc:sldMk cId="3826851153" sldId="350"/>
            <ac:spMk id="3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25:23.016" v="729" actId="20577"/>
          <ac:spMkLst>
            <pc:docMk/>
            <pc:sldMk cId="3826851153" sldId="350"/>
            <ac:spMk id="39" creationId="{00000000-0000-0000-0000-000000000000}"/>
          </ac:spMkLst>
        </pc:spChg>
        <pc:cxnChg chg="mod">
          <ac:chgData name="Mengmeng Ge" userId="bb5bc401-97cb-4caf-9857-8ff441375414" providerId="ADAL" clId="{1543B586-BB8D-4138-8D95-385D7F830B74}" dt="2024-04-29T04:21:48.176" v="708" actId="1036"/>
          <ac:cxnSpMkLst>
            <pc:docMk/>
            <pc:sldMk cId="3826851153" sldId="350"/>
            <ac:cxnSpMk id="28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21:48.176" v="708" actId="1036"/>
          <ac:cxnSpMkLst>
            <pc:docMk/>
            <pc:sldMk cId="3826851153" sldId="350"/>
            <ac:cxnSpMk id="30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21:48.176" v="708" actId="1036"/>
          <ac:cxnSpMkLst>
            <pc:docMk/>
            <pc:sldMk cId="3826851153" sldId="350"/>
            <ac:cxnSpMk id="32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21:48.176" v="708" actId="1036"/>
          <ac:cxnSpMkLst>
            <pc:docMk/>
            <pc:sldMk cId="3826851153" sldId="350"/>
            <ac:cxnSpMk id="34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22:37.294" v="721" actId="1076"/>
          <ac:cxnSpMkLst>
            <pc:docMk/>
            <pc:sldMk cId="3826851153" sldId="350"/>
            <ac:cxnSpMk id="36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22:30.396" v="720" actId="1038"/>
          <ac:cxnSpMkLst>
            <pc:docMk/>
            <pc:sldMk cId="3826851153" sldId="350"/>
            <ac:cxnSpMk id="37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21:48.176" v="708" actId="1036"/>
          <ac:cxnSpMkLst>
            <pc:docMk/>
            <pc:sldMk cId="3826851153" sldId="350"/>
            <ac:cxnSpMk id="38" creationId="{00000000-0000-0000-0000-000000000000}"/>
          </ac:cxnSpMkLst>
        </pc:cxnChg>
      </pc:sldChg>
      <pc:sldChg chg="addSp delSp modSp mod delAnim modAnim">
        <pc:chgData name="Mengmeng Ge" userId="bb5bc401-97cb-4caf-9857-8ff441375414" providerId="ADAL" clId="{1543B586-BB8D-4138-8D95-385D7F830B74}" dt="2024-04-29T04:41:46.003" v="909" actId="14100"/>
        <pc:sldMkLst>
          <pc:docMk/>
          <pc:sldMk cId="927303121" sldId="351"/>
        </pc:sldMkLst>
        <pc:spChg chg="mod">
          <ac:chgData name="Mengmeng Ge" userId="bb5bc401-97cb-4caf-9857-8ff441375414" providerId="ADAL" clId="{1543B586-BB8D-4138-8D95-385D7F830B74}" dt="2024-04-29T04:39:36.917" v="879" actId="20577"/>
          <ac:spMkLst>
            <pc:docMk/>
            <pc:sldMk cId="927303121" sldId="351"/>
            <ac:spMk id="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41:46.003" v="909" actId="14100"/>
          <ac:spMkLst>
            <pc:docMk/>
            <pc:sldMk cId="927303121" sldId="351"/>
            <ac:spMk id="3" creationId="{00000000-0000-0000-0000-000000000000}"/>
          </ac:spMkLst>
        </pc:spChg>
        <pc:spChg chg="add del mod">
          <ac:chgData name="Mengmeng Ge" userId="bb5bc401-97cb-4caf-9857-8ff441375414" providerId="ADAL" clId="{1543B586-BB8D-4138-8D95-385D7F830B74}" dt="2024-04-29T04:41:41.834" v="908" actId="21"/>
          <ac:spMkLst>
            <pc:docMk/>
            <pc:sldMk cId="927303121" sldId="351"/>
            <ac:spMk id="5" creationId="{00000000-0000-0000-0000-000000000000}"/>
          </ac:spMkLst>
        </pc:spChg>
      </pc:sldChg>
      <pc:sldChg chg="del">
        <pc:chgData name="Mengmeng Ge" userId="bb5bc401-97cb-4caf-9857-8ff441375414" providerId="ADAL" clId="{1543B586-BB8D-4138-8D95-385D7F830B74}" dt="2024-04-29T04:31:34.105" v="824" actId="47"/>
        <pc:sldMkLst>
          <pc:docMk/>
          <pc:sldMk cId="65480130" sldId="352"/>
        </pc:sldMkLst>
      </pc:sldChg>
      <pc:sldChg chg="delSp modSp mod">
        <pc:chgData name="Mengmeng Ge" userId="bb5bc401-97cb-4caf-9857-8ff441375414" providerId="ADAL" clId="{1543B586-BB8D-4138-8D95-385D7F830B74}" dt="2024-04-29T04:32:48.295" v="844" actId="1037"/>
        <pc:sldMkLst>
          <pc:docMk/>
          <pc:sldMk cId="3719295466" sldId="353"/>
        </pc:sldMkLst>
        <pc:spChg chg="mod">
          <ac:chgData name="Mengmeng Ge" userId="bb5bc401-97cb-4caf-9857-8ff441375414" providerId="ADAL" clId="{1543B586-BB8D-4138-8D95-385D7F830B74}" dt="2024-04-29T04:31:37.835" v="826" actId="20577"/>
          <ac:spMkLst>
            <pc:docMk/>
            <pc:sldMk cId="3719295466" sldId="353"/>
            <ac:spMk id="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31:43.556" v="827" actId="478"/>
          <ac:spMkLst>
            <pc:docMk/>
            <pc:sldMk cId="3719295466" sldId="353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2:12.657" v="834" actId="20577"/>
          <ac:spMkLst>
            <pc:docMk/>
            <pc:sldMk cId="3719295466" sldId="353"/>
            <ac:spMk id="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2:08.795" v="833" actId="1076"/>
          <ac:spMkLst>
            <pc:docMk/>
            <pc:sldMk cId="3719295466" sldId="353"/>
            <ac:spMk id="28" creationId="{00000000-0000-0000-0000-000000000000}"/>
          </ac:spMkLst>
        </pc:spChg>
        <pc:cxnChg chg="mod">
          <ac:chgData name="Mengmeng Ge" userId="bb5bc401-97cb-4caf-9857-8ff441375414" providerId="ADAL" clId="{1543B586-BB8D-4138-8D95-385D7F830B74}" dt="2024-04-29T04:32:48.295" v="844" actId="1037"/>
          <ac:cxnSpMkLst>
            <pc:docMk/>
            <pc:sldMk cId="3719295466" sldId="353"/>
            <ac:cxnSpMk id="15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32:02.423" v="831" actId="208"/>
          <ac:cxnSpMkLst>
            <pc:docMk/>
            <pc:sldMk cId="3719295466" sldId="353"/>
            <ac:cxnSpMk id="16" creationId="{00000000-0000-0000-0000-000000000000}"/>
          </ac:cxnSpMkLst>
        </pc:cxnChg>
      </pc:sldChg>
      <pc:sldChg chg="delSp modSp mod">
        <pc:chgData name="Mengmeng Ge" userId="bb5bc401-97cb-4caf-9857-8ff441375414" providerId="ADAL" clId="{1543B586-BB8D-4138-8D95-385D7F830B74}" dt="2024-04-29T04:34:07.904" v="864" actId="1035"/>
        <pc:sldMkLst>
          <pc:docMk/>
          <pc:sldMk cId="2351703263" sldId="354"/>
        </pc:sldMkLst>
        <pc:spChg chg="mod">
          <ac:chgData name="Mengmeng Ge" userId="bb5bc401-97cb-4caf-9857-8ff441375414" providerId="ADAL" clId="{1543B586-BB8D-4138-8D95-385D7F830B74}" dt="2024-04-29T04:32:16.411" v="836" actId="20577"/>
          <ac:spMkLst>
            <pc:docMk/>
            <pc:sldMk cId="2351703263" sldId="354"/>
            <ac:spMk id="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32:19.506" v="837" actId="478"/>
          <ac:spMkLst>
            <pc:docMk/>
            <pc:sldMk cId="2351703263" sldId="354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3:03.039" v="848" actId="20577"/>
          <ac:spMkLst>
            <pc:docMk/>
            <pc:sldMk cId="2351703263" sldId="354"/>
            <ac:spMk id="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3:04.174" v="849" actId="20577"/>
          <ac:spMkLst>
            <pc:docMk/>
            <pc:sldMk cId="2351703263" sldId="354"/>
            <ac:spMk id="1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4:07.904" v="864" actId="1035"/>
          <ac:spMkLst>
            <pc:docMk/>
            <pc:sldMk cId="2351703263" sldId="354"/>
            <ac:spMk id="22" creationId="{00000000-0000-0000-0000-000000000000}"/>
          </ac:spMkLst>
        </pc:spChg>
        <pc:cxnChg chg="mod">
          <ac:chgData name="Mengmeng Ge" userId="bb5bc401-97cb-4caf-9857-8ff441375414" providerId="ADAL" clId="{1543B586-BB8D-4138-8D95-385D7F830B74}" dt="2024-04-29T04:32:34.822" v="840" actId="1037"/>
          <ac:cxnSpMkLst>
            <pc:docMk/>
            <pc:sldMk cId="2351703263" sldId="354"/>
            <ac:cxnSpMk id="15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32:43.795" v="843" actId="1038"/>
          <ac:cxnSpMkLst>
            <pc:docMk/>
            <pc:sldMk cId="2351703263" sldId="354"/>
            <ac:cxnSpMk id="16" creationId="{00000000-0000-0000-0000-000000000000}"/>
          </ac:cxnSpMkLst>
        </pc:cxnChg>
      </pc:sldChg>
      <pc:sldChg chg="delSp modSp mod">
        <pc:chgData name="Mengmeng Ge" userId="bb5bc401-97cb-4caf-9857-8ff441375414" providerId="ADAL" clId="{1543B586-BB8D-4138-8D95-385D7F830B74}" dt="2024-04-29T04:33:56.405" v="862" actId="20577"/>
        <pc:sldMkLst>
          <pc:docMk/>
          <pc:sldMk cId="456315497" sldId="355"/>
        </pc:sldMkLst>
        <pc:spChg chg="del">
          <ac:chgData name="Mengmeng Ge" userId="bb5bc401-97cb-4caf-9857-8ff441375414" providerId="ADAL" clId="{1543B586-BB8D-4138-8D95-385D7F830B74}" dt="2024-04-29T04:33:31.081" v="854" actId="478"/>
          <ac:spMkLst>
            <pc:docMk/>
            <pc:sldMk cId="456315497" sldId="355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3:56.405" v="862" actId="20577"/>
          <ac:spMkLst>
            <pc:docMk/>
            <pc:sldMk cId="456315497" sldId="355"/>
            <ac:spMk id="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3:54.232" v="861" actId="14100"/>
          <ac:spMkLst>
            <pc:docMk/>
            <pc:sldMk cId="456315497" sldId="355"/>
            <ac:spMk id="22" creationId="{00000000-0000-0000-0000-000000000000}"/>
          </ac:spMkLst>
        </pc:spChg>
        <pc:cxnChg chg="mod">
          <ac:chgData name="Mengmeng Ge" userId="bb5bc401-97cb-4caf-9857-8ff441375414" providerId="ADAL" clId="{1543B586-BB8D-4138-8D95-385D7F830B74}" dt="2024-04-29T04:33:39.632" v="857" actId="1037"/>
          <ac:cxnSpMkLst>
            <pc:docMk/>
            <pc:sldMk cId="456315497" sldId="355"/>
            <ac:cxnSpMk id="15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33:47.958" v="859" actId="208"/>
          <ac:cxnSpMkLst>
            <pc:docMk/>
            <pc:sldMk cId="456315497" sldId="355"/>
            <ac:cxnSpMk id="16" creationId="{00000000-0000-0000-0000-000000000000}"/>
          </ac:cxnSpMkLst>
        </pc:cxnChg>
      </pc:sldChg>
      <pc:sldChg chg="addSp delSp modSp mod delAnim chgLayout">
        <pc:chgData name="Mengmeng Ge" userId="bb5bc401-97cb-4caf-9857-8ff441375414" providerId="ADAL" clId="{1543B586-BB8D-4138-8D95-385D7F830B74}" dt="2024-04-29T04:50:41.280" v="1013" actId="1038"/>
        <pc:sldMkLst>
          <pc:docMk/>
          <pc:sldMk cId="1379195633" sldId="356"/>
        </pc:sldMkLst>
        <pc:spChg chg="mod ord">
          <ac:chgData name="Mengmeng Ge" userId="bb5bc401-97cb-4caf-9857-8ff441375414" providerId="ADAL" clId="{1543B586-BB8D-4138-8D95-385D7F830B74}" dt="2024-04-29T04:49:23.126" v="999" actId="20577"/>
          <ac:spMkLst>
            <pc:docMk/>
            <pc:sldMk cId="1379195633" sldId="356"/>
            <ac:spMk id="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5:10.652" v="941" actId="700"/>
          <ac:spMkLst>
            <pc:docMk/>
            <pc:sldMk cId="1379195633" sldId="356"/>
            <ac:spMk id="3" creationId="{00000000-0000-0000-0000-000000000000}"/>
          </ac:spMkLst>
        </pc:spChg>
        <pc:spChg chg="mod ord">
          <ac:chgData name="Mengmeng Ge" userId="bb5bc401-97cb-4caf-9857-8ff441375414" providerId="ADAL" clId="{1543B586-BB8D-4138-8D95-385D7F830B74}" dt="2024-04-29T04:45:10.652" v="941" actId="700"/>
          <ac:spMkLst>
            <pc:docMk/>
            <pc:sldMk cId="1379195633" sldId="356"/>
            <ac:spMk id="4" creationId="{00000000-0000-0000-0000-000000000000}"/>
          </ac:spMkLst>
        </pc:spChg>
        <pc:spChg chg="add del mod ord">
          <ac:chgData name="Mengmeng Ge" userId="bb5bc401-97cb-4caf-9857-8ff441375414" providerId="ADAL" clId="{1543B586-BB8D-4138-8D95-385D7F830B74}" dt="2024-04-29T04:45:46.129" v="958" actId="478"/>
          <ac:spMkLst>
            <pc:docMk/>
            <pc:sldMk cId="1379195633" sldId="356"/>
            <ac:spMk id="5" creationId="{984A97FC-4407-E83E-72E2-EAE832781D62}"/>
          </ac:spMkLst>
        </pc:spChg>
        <pc:spChg chg="add mod">
          <ac:chgData name="Mengmeng Ge" userId="bb5bc401-97cb-4caf-9857-8ff441375414" providerId="ADAL" clId="{1543B586-BB8D-4138-8D95-385D7F830B74}" dt="2024-04-29T04:47:12.774" v="991" actId="1076"/>
          <ac:spMkLst>
            <pc:docMk/>
            <pc:sldMk cId="1379195633" sldId="356"/>
            <ac:spMk id="8" creationId="{412BA438-E4ED-F49C-749B-BEFB31DF76EF}"/>
          </ac:spMkLst>
        </pc:spChg>
        <pc:spChg chg="del">
          <ac:chgData name="Mengmeng Ge" userId="bb5bc401-97cb-4caf-9857-8ff441375414" providerId="ADAL" clId="{1543B586-BB8D-4138-8D95-385D7F830B74}" dt="2024-04-29T04:48:17.204" v="996" actId="478"/>
          <ac:spMkLst>
            <pc:docMk/>
            <pc:sldMk cId="1379195633" sldId="356"/>
            <ac:spMk id="9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5:41.650" v="957" actId="478"/>
          <ac:spMkLst>
            <pc:docMk/>
            <pc:sldMk cId="1379195633" sldId="356"/>
            <ac:spMk id="14" creationId="{00000000-0000-0000-0000-000000000000}"/>
          </ac:spMkLst>
        </pc:spChg>
        <pc:picChg chg="add del mod">
          <ac:chgData name="Mengmeng Ge" userId="bb5bc401-97cb-4caf-9857-8ff441375414" providerId="ADAL" clId="{1543B586-BB8D-4138-8D95-385D7F830B74}" dt="2024-04-29T04:47:45.156" v="995" actId="1076"/>
          <ac:picMkLst>
            <pc:docMk/>
            <pc:sldMk cId="1379195633" sldId="356"/>
            <ac:picMk id="6" creationId="{00000000-0000-0000-0000-000000000000}"/>
          </ac:picMkLst>
        </pc:picChg>
        <pc:cxnChg chg="mod">
          <ac:chgData name="Mengmeng Ge" userId="bb5bc401-97cb-4caf-9857-8ff441375414" providerId="ADAL" clId="{1543B586-BB8D-4138-8D95-385D7F830B74}" dt="2024-04-29T04:50:41.280" v="1013" actId="1038"/>
          <ac:cxnSpMkLst>
            <pc:docMk/>
            <pc:sldMk cId="1379195633" sldId="356"/>
            <ac:cxnSpMk id="16" creationId="{00000000-0000-0000-0000-000000000000}"/>
          </ac:cxnSpMkLst>
        </pc:cxnChg>
      </pc:sldChg>
      <pc:sldChg chg="addSp delSp modSp mod delAnim modAnim">
        <pc:chgData name="Mengmeng Ge" userId="bb5bc401-97cb-4caf-9857-8ff441375414" providerId="ADAL" clId="{1543B586-BB8D-4138-8D95-385D7F830B74}" dt="2024-04-29T04:52:02.730" v="1023" actId="1076"/>
        <pc:sldMkLst>
          <pc:docMk/>
          <pc:sldMk cId="1625283317" sldId="357"/>
        </pc:sldMkLst>
        <pc:spChg chg="mod">
          <ac:chgData name="Mengmeng Ge" userId="bb5bc401-97cb-4caf-9857-8ff441375414" providerId="ADAL" clId="{1543B586-BB8D-4138-8D95-385D7F830B74}" dt="2024-04-29T04:49:28.065" v="1008" actId="20577"/>
          <ac:spMkLst>
            <pc:docMk/>
            <pc:sldMk cId="1625283317" sldId="357"/>
            <ac:spMk id="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19.921" v="997" actId="478"/>
          <ac:spMkLst>
            <pc:docMk/>
            <pc:sldMk cId="1625283317" sldId="357"/>
            <ac:spMk id="3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51:32.129" v="1018" actId="478"/>
          <ac:spMkLst>
            <pc:docMk/>
            <pc:sldMk cId="1625283317" sldId="357"/>
            <ac:spMk id="5" creationId="{00000000-0000-0000-0000-000000000000}"/>
          </ac:spMkLst>
        </pc:spChg>
        <pc:spChg chg="add mod">
          <ac:chgData name="Mengmeng Ge" userId="bb5bc401-97cb-4caf-9857-8ff441375414" providerId="ADAL" clId="{1543B586-BB8D-4138-8D95-385D7F830B74}" dt="2024-04-29T04:51:14.308" v="1016"/>
          <ac:spMkLst>
            <pc:docMk/>
            <pc:sldMk cId="1625283317" sldId="357"/>
            <ac:spMk id="13" creationId="{7856C289-59AA-3192-CCE4-03B5B6049199}"/>
          </ac:spMkLst>
        </pc:spChg>
        <pc:spChg chg="add mod">
          <ac:chgData name="Mengmeng Ge" userId="bb5bc401-97cb-4caf-9857-8ff441375414" providerId="ADAL" clId="{1543B586-BB8D-4138-8D95-385D7F830B74}" dt="2024-04-29T04:51:39.009" v="1022" actId="14100"/>
          <ac:spMkLst>
            <pc:docMk/>
            <pc:sldMk cId="1625283317" sldId="357"/>
            <ac:spMk id="14" creationId="{0126408C-CD37-4115-4794-DEC34E205744}"/>
          </ac:spMkLst>
        </pc:spChg>
        <pc:spChg chg="del">
          <ac:chgData name="Mengmeng Ge" userId="bb5bc401-97cb-4caf-9857-8ff441375414" providerId="ADAL" clId="{1543B586-BB8D-4138-8D95-385D7F830B74}" dt="2024-04-29T04:50:00.799" v="1010" actId="478"/>
          <ac:spMkLst>
            <pc:docMk/>
            <pc:sldMk cId="1625283317" sldId="357"/>
            <ac:spMk id="17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35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36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37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38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39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40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41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4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43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44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45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46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47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48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50:26.667" v="1011" actId="478"/>
          <ac:spMkLst>
            <pc:docMk/>
            <pc:sldMk cId="1625283317" sldId="357"/>
            <ac:spMk id="50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53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54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55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9:56.143" v="1009" actId="478"/>
          <ac:spMkLst>
            <pc:docMk/>
            <pc:sldMk cId="1625283317" sldId="357"/>
            <ac:spMk id="56" creationId="{00000000-0000-0000-0000-000000000000}"/>
          </ac:spMkLst>
        </pc:spChg>
        <pc:picChg chg="mod">
          <ac:chgData name="Mengmeng Ge" userId="bb5bc401-97cb-4caf-9857-8ff441375414" providerId="ADAL" clId="{1543B586-BB8D-4138-8D95-385D7F830B74}" dt="2024-04-29T04:51:30.245" v="1017" actId="167"/>
          <ac:picMkLst>
            <pc:docMk/>
            <pc:sldMk cId="1625283317" sldId="357"/>
            <ac:picMk id="6" creationId="{00000000-0000-0000-0000-000000000000}"/>
          </ac:picMkLst>
        </pc:picChg>
        <pc:cxnChg chg="add mod">
          <ac:chgData name="Mengmeng Ge" userId="bb5bc401-97cb-4caf-9857-8ff441375414" providerId="ADAL" clId="{1543B586-BB8D-4138-8D95-385D7F830B74}" dt="2024-04-29T04:50:54.121" v="1015" actId="1076"/>
          <ac:cxnSpMkLst>
            <pc:docMk/>
            <pc:sldMk cId="1625283317" sldId="357"/>
            <ac:cxnSpMk id="7" creationId="{3BD9A73A-D63E-9157-CE86-4F803ED21CCE}"/>
          </ac:cxnSpMkLst>
        </pc:cxnChg>
        <pc:cxnChg chg="add mod">
          <ac:chgData name="Mengmeng Ge" userId="bb5bc401-97cb-4caf-9857-8ff441375414" providerId="ADAL" clId="{1543B586-BB8D-4138-8D95-385D7F830B74}" dt="2024-04-29T04:52:02.730" v="1023" actId="1076"/>
          <ac:cxnSpMkLst>
            <pc:docMk/>
            <pc:sldMk cId="1625283317" sldId="357"/>
            <ac:cxnSpMk id="8" creationId="{E64D8087-52D4-1D7E-08C0-26131BEBC302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9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10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19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20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22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23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26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27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29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31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32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34" creationId="{00000000-0000-0000-0000-000000000000}"/>
          </ac:cxnSpMkLst>
        </pc:cxnChg>
        <pc:cxnChg chg="del">
          <ac:chgData name="Mengmeng Ge" userId="bb5bc401-97cb-4caf-9857-8ff441375414" providerId="ADAL" clId="{1543B586-BB8D-4138-8D95-385D7F830B74}" dt="2024-04-29T04:49:56.143" v="1009" actId="478"/>
          <ac:cxnSpMkLst>
            <pc:docMk/>
            <pc:sldMk cId="1625283317" sldId="357"/>
            <ac:cxnSpMk id="52" creationId="{00000000-0000-0000-0000-000000000000}"/>
          </ac:cxnSpMkLst>
        </pc:cxnChg>
      </pc:sldChg>
      <pc:sldChg chg="del">
        <pc:chgData name="Mengmeng Ge" userId="bb5bc401-97cb-4caf-9857-8ff441375414" providerId="ADAL" clId="{1543B586-BB8D-4138-8D95-385D7F830B74}" dt="2024-04-29T04:56:20.030" v="1026" actId="47"/>
        <pc:sldMkLst>
          <pc:docMk/>
          <pc:sldMk cId="2697756303" sldId="358"/>
        </pc:sldMkLst>
      </pc:sldChg>
      <pc:sldChg chg="addSp delSp modSp mod modNotesTx">
        <pc:chgData name="Mengmeng Ge" userId="bb5bc401-97cb-4caf-9857-8ff441375414" providerId="ADAL" clId="{1543B586-BB8D-4138-8D95-385D7F830B74}" dt="2024-04-29T05:30:04.999" v="1497" actId="20577"/>
        <pc:sldMkLst>
          <pc:docMk/>
          <pc:sldMk cId="677230788" sldId="359"/>
        </pc:sldMkLst>
        <pc:spChg chg="mod">
          <ac:chgData name="Mengmeng Ge" userId="bb5bc401-97cb-4caf-9857-8ff441375414" providerId="ADAL" clId="{1543B586-BB8D-4138-8D95-385D7F830B74}" dt="2024-04-29T04:57:14.427" v="1040" actId="255"/>
          <ac:spMkLst>
            <pc:docMk/>
            <pc:sldMk cId="677230788" sldId="359"/>
            <ac:spMk id="2" creationId="{00000000-0000-0000-0000-000000000000}"/>
          </ac:spMkLst>
        </pc:spChg>
        <pc:spChg chg="add mod">
          <ac:chgData name="Mengmeng Ge" userId="bb5bc401-97cb-4caf-9857-8ff441375414" providerId="ADAL" clId="{1543B586-BB8D-4138-8D95-385D7F830B74}" dt="2024-04-29T05:00:46.631" v="1153" actId="1076"/>
          <ac:spMkLst>
            <pc:docMk/>
            <pc:sldMk cId="677230788" sldId="359"/>
            <ac:spMk id="8" creationId="{E6C9DDE2-F215-FA8B-989E-0FE8D4A2D6A4}"/>
          </ac:spMkLst>
        </pc:spChg>
        <pc:spChg chg="mod">
          <ac:chgData name="Mengmeng Ge" userId="bb5bc401-97cb-4caf-9857-8ff441375414" providerId="ADAL" clId="{1543B586-BB8D-4138-8D95-385D7F830B74}" dt="2024-04-29T04:59:33.011" v="1132" actId="20577"/>
          <ac:spMkLst>
            <pc:docMk/>
            <pc:sldMk cId="677230788" sldId="359"/>
            <ac:spMk id="3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59:02.514" v="1112" actId="20577"/>
          <ac:spMkLst>
            <pc:docMk/>
            <pc:sldMk cId="677230788" sldId="359"/>
            <ac:spMk id="5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0:26.607" v="1145" actId="1076"/>
          <ac:spMkLst>
            <pc:docMk/>
            <pc:sldMk cId="677230788" sldId="359"/>
            <ac:spMk id="6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1:13.844" v="1175" actId="20577"/>
          <ac:spMkLst>
            <pc:docMk/>
            <pc:sldMk cId="677230788" sldId="359"/>
            <ac:spMk id="6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59:49.526" v="1133" actId="1076"/>
          <ac:spMkLst>
            <pc:docMk/>
            <pc:sldMk cId="677230788" sldId="359"/>
            <ac:spMk id="7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2:46.093" v="1230" actId="1076"/>
          <ac:spMkLst>
            <pc:docMk/>
            <pc:sldMk cId="677230788" sldId="359"/>
            <ac:spMk id="80" creationId="{00000000-0000-0000-0000-000000000000}"/>
          </ac:spMkLst>
        </pc:spChg>
        <pc:graphicFrameChg chg="del mod">
          <ac:chgData name="Mengmeng Ge" userId="bb5bc401-97cb-4caf-9857-8ff441375414" providerId="ADAL" clId="{1543B586-BB8D-4138-8D95-385D7F830B74}" dt="2024-04-29T05:02:41.098" v="1229" actId="478"/>
          <ac:graphicFrameMkLst>
            <pc:docMk/>
            <pc:sldMk cId="677230788" sldId="359"/>
            <ac:graphicFrameMk id="79" creationId="{00000000-0000-0000-0000-000000000000}"/>
          </ac:graphicFrameMkLst>
        </pc:graphicFrameChg>
        <pc:cxnChg chg="mod">
          <ac:chgData name="Mengmeng Ge" userId="bb5bc401-97cb-4caf-9857-8ff441375414" providerId="ADAL" clId="{1543B586-BB8D-4138-8D95-385D7F830B74}" dt="2024-04-29T04:58:14.457" v="1068" actId="14100"/>
          <ac:cxnSpMkLst>
            <pc:docMk/>
            <pc:sldMk cId="677230788" sldId="359"/>
            <ac:cxnSpMk id="6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59:17.558" v="1114" actId="14100"/>
          <ac:cxnSpMkLst>
            <pc:docMk/>
            <pc:sldMk cId="677230788" sldId="359"/>
            <ac:cxnSpMk id="37" creationId="{00000000-0000-0000-0000-000000000000}"/>
          </ac:cxnSpMkLst>
        </pc:cxnChg>
      </pc:sldChg>
      <pc:sldChg chg="addSp delSp modSp mod">
        <pc:chgData name="Mengmeng Ge" userId="bb5bc401-97cb-4caf-9857-8ff441375414" providerId="ADAL" clId="{1543B586-BB8D-4138-8D95-385D7F830B74}" dt="2024-04-29T05:31:40.102" v="1503" actId="20577"/>
        <pc:sldMkLst>
          <pc:docMk/>
          <pc:sldMk cId="2299052557" sldId="360"/>
        </pc:sldMkLst>
        <pc:spChg chg="mod">
          <ac:chgData name="Mengmeng Ge" userId="bb5bc401-97cb-4caf-9857-8ff441375414" providerId="ADAL" clId="{1543B586-BB8D-4138-8D95-385D7F830B74}" dt="2024-04-29T04:57:34.071" v="1052" actId="255"/>
          <ac:spMkLst>
            <pc:docMk/>
            <pc:sldMk cId="2299052557" sldId="360"/>
            <ac:spMk id="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8:45.121" v="1303" actId="14100"/>
          <ac:spMkLst>
            <pc:docMk/>
            <pc:sldMk cId="2299052557" sldId="360"/>
            <ac:spMk id="3" creationId="{00000000-0000-0000-0000-000000000000}"/>
          </ac:spMkLst>
        </pc:spChg>
        <pc:spChg chg="add mod">
          <ac:chgData name="Mengmeng Ge" userId="bb5bc401-97cb-4caf-9857-8ff441375414" providerId="ADAL" clId="{1543B586-BB8D-4138-8D95-385D7F830B74}" dt="2024-04-29T05:08:35.416" v="1301" actId="1036"/>
          <ac:spMkLst>
            <pc:docMk/>
            <pc:sldMk cId="2299052557" sldId="360"/>
            <ac:spMk id="6" creationId="{234404C2-8B96-850A-6D1B-28BD74B6B707}"/>
          </ac:spMkLst>
        </pc:spChg>
        <pc:spChg chg="mod">
          <ac:chgData name="Mengmeng Ge" userId="bb5bc401-97cb-4caf-9857-8ff441375414" providerId="ADAL" clId="{1543B586-BB8D-4138-8D95-385D7F830B74}" dt="2024-04-29T05:08:31.720" v="1297" actId="1036"/>
          <ac:spMkLst>
            <pc:docMk/>
            <pc:sldMk cId="2299052557" sldId="360"/>
            <ac:spMk id="14" creationId="{00000000-0000-0000-0000-000000000000}"/>
          </ac:spMkLst>
        </pc:spChg>
        <pc:spChg chg="del mod">
          <ac:chgData name="Mengmeng Ge" userId="bb5bc401-97cb-4caf-9857-8ff441375414" providerId="ADAL" clId="{1543B586-BB8D-4138-8D95-385D7F830B74}" dt="2024-04-29T05:05:12.103" v="1270"/>
          <ac:spMkLst>
            <pc:docMk/>
            <pc:sldMk cId="2299052557" sldId="360"/>
            <ac:spMk id="38" creationId="{00000000-0000-0000-0000-000000000000}"/>
          </ac:spMkLst>
        </pc:spChg>
        <pc:spChg chg="del mod">
          <ac:chgData name="Mengmeng Ge" userId="bb5bc401-97cb-4caf-9857-8ff441375414" providerId="ADAL" clId="{1543B586-BB8D-4138-8D95-385D7F830B74}" dt="2024-04-29T05:05:03.242" v="1265" actId="478"/>
          <ac:spMkLst>
            <pc:docMk/>
            <pc:sldMk cId="2299052557" sldId="360"/>
            <ac:spMk id="3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8:49.789" v="1309" actId="1036"/>
          <ac:spMkLst>
            <pc:docMk/>
            <pc:sldMk cId="2299052557" sldId="360"/>
            <ac:spMk id="4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8:49.789" v="1309" actId="1036"/>
          <ac:spMkLst>
            <pc:docMk/>
            <pc:sldMk cId="2299052557" sldId="360"/>
            <ac:spMk id="4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31:40.102" v="1503" actId="20577"/>
          <ac:spMkLst>
            <pc:docMk/>
            <pc:sldMk cId="2299052557" sldId="360"/>
            <ac:spMk id="4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8:49.789" v="1309" actId="1036"/>
          <ac:spMkLst>
            <pc:docMk/>
            <pc:sldMk cId="2299052557" sldId="360"/>
            <ac:spMk id="4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8:49.789" v="1309" actId="1036"/>
          <ac:spMkLst>
            <pc:docMk/>
            <pc:sldMk cId="2299052557" sldId="360"/>
            <ac:spMk id="4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8:49.789" v="1309" actId="1036"/>
          <ac:spMkLst>
            <pc:docMk/>
            <pc:sldMk cId="2299052557" sldId="360"/>
            <ac:spMk id="4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8:49.789" v="1309" actId="1036"/>
          <ac:spMkLst>
            <pc:docMk/>
            <pc:sldMk cId="2299052557" sldId="360"/>
            <ac:spMk id="4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8:49.789" v="1309" actId="1036"/>
          <ac:spMkLst>
            <pc:docMk/>
            <pc:sldMk cId="2299052557" sldId="360"/>
            <ac:spMk id="4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08:49.789" v="1309" actId="1036"/>
          <ac:spMkLst>
            <pc:docMk/>
            <pc:sldMk cId="2299052557" sldId="360"/>
            <ac:spMk id="49" creationId="{00000000-0000-0000-0000-000000000000}"/>
          </ac:spMkLst>
        </pc:spChg>
        <pc:picChg chg="del mod">
          <ac:chgData name="Mengmeng Ge" userId="bb5bc401-97cb-4caf-9857-8ff441375414" providerId="ADAL" clId="{1543B586-BB8D-4138-8D95-385D7F830B74}" dt="2024-04-29T05:04:58.088" v="1264" actId="478"/>
          <ac:picMkLst>
            <pc:docMk/>
            <pc:sldMk cId="2299052557" sldId="360"/>
            <ac:picMk id="45" creationId="{00000000-0000-0000-0000-000000000000}"/>
          </ac:picMkLst>
        </pc:picChg>
      </pc:sldChg>
      <pc:sldChg chg="addSp delSp modSp mod modAnim modNotesTx">
        <pc:chgData name="Mengmeng Ge" userId="bb5bc401-97cb-4caf-9857-8ff441375414" providerId="ADAL" clId="{1543B586-BB8D-4138-8D95-385D7F830B74}" dt="2024-04-29T05:13:26.350" v="1387"/>
        <pc:sldMkLst>
          <pc:docMk/>
          <pc:sldMk cId="147923728" sldId="361"/>
        </pc:sldMkLst>
        <pc:spChg chg="del">
          <ac:chgData name="Mengmeng Ge" userId="bb5bc401-97cb-4caf-9857-8ff441375414" providerId="ADAL" clId="{1543B586-BB8D-4138-8D95-385D7F830B74}" dt="2024-04-29T05:10:11.450" v="1310" actId="478"/>
          <ac:spMkLst>
            <pc:docMk/>
            <pc:sldMk cId="147923728" sldId="361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3:15.070" v="1386" actId="164"/>
          <ac:spMkLst>
            <pc:docMk/>
            <pc:sldMk cId="147923728" sldId="361"/>
            <ac:spMk id="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3:15.070" v="1386" actId="164"/>
          <ac:spMkLst>
            <pc:docMk/>
            <pc:sldMk cId="147923728" sldId="361"/>
            <ac:spMk id="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3:15.070" v="1386" actId="164"/>
          <ac:spMkLst>
            <pc:docMk/>
            <pc:sldMk cId="147923728" sldId="361"/>
            <ac:spMk id="1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3:15.070" v="1386" actId="164"/>
          <ac:spMkLst>
            <pc:docMk/>
            <pc:sldMk cId="147923728" sldId="361"/>
            <ac:spMk id="1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3:15.070" v="1386" actId="164"/>
          <ac:spMkLst>
            <pc:docMk/>
            <pc:sldMk cId="147923728" sldId="361"/>
            <ac:spMk id="1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3:15.070" v="1386" actId="164"/>
          <ac:spMkLst>
            <pc:docMk/>
            <pc:sldMk cId="147923728" sldId="361"/>
            <ac:spMk id="32" creationId="{00000000-0000-0000-0000-000000000000}"/>
          </ac:spMkLst>
        </pc:spChg>
        <pc:grpChg chg="add mod">
          <ac:chgData name="Mengmeng Ge" userId="bb5bc401-97cb-4caf-9857-8ff441375414" providerId="ADAL" clId="{1543B586-BB8D-4138-8D95-385D7F830B74}" dt="2024-04-29T05:13:15.070" v="1386" actId="164"/>
          <ac:grpSpMkLst>
            <pc:docMk/>
            <pc:sldMk cId="147923728" sldId="361"/>
            <ac:grpSpMk id="8" creationId="{DFB59696-14C4-E1BC-35D4-7A54C28011D0}"/>
          </ac:grpSpMkLst>
        </pc:grpChg>
      </pc:sldChg>
      <pc:sldChg chg="addSp modSp mod">
        <pc:chgData name="Mengmeng Ge" userId="bb5bc401-97cb-4caf-9857-8ff441375414" providerId="ADAL" clId="{1543B586-BB8D-4138-8D95-385D7F830B74}" dt="2024-04-29T05:12:59.310" v="1385" actId="164"/>
        <pc:sldMkLst>
          <pc:docMk/>
          <pc:sldMk cId="1339723966" sldId="362"/>
        </pc:sldMkLst>
        <pc:spChg chg="mod">
          <ac:chgData name="Mengmeng Ge" userId="bb5bc401-97cb-4caf-9857-8ff441375414" providerId="ADAL" clId="{1543B586-BB8D-4138-8D95-385D7F830B74}" dt="2024-04-29T05:10:53.730" v="1326" actId="20577"/>
          <ac:spMkLst>
            <pc:docMk/>
            <pc:sldMk cId="1339723966" sldId="362"/>
            <ac:spMk id="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1.028" v="1381" actId="1036"/>
          <ac:spMkLst>
            <pc:docMk/>
            <pc:sldMk cId="1339723966" sldId="362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1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1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2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2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2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2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2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2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2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2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2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2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3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12:59.310" v="1385" actId="164"/>
          <ac:spMkLst>
            <pc:docMk/>
            <pc:sldMk cId="1339723966" sldId="362"/>
            <ac:spMk id="31" creationId="{00000000-0000-0000-0000-000000000000}"/>
          </ac:spMkLst>
        </pc:spChg>
        <pc:grpChg chg="add mod">
          <ac:chgData name="Mengmeng Ge" userId="bb5bc401-97cb-4caf-9857-8ff441375414" providerId="ADAL" clId="{1543B586-BB8D-4138-8D95-385D7F830B74}" dt="2024-04-29T05:12:59.310" v="1385" actId="164"/>
          <ac:grpSpMkLst>
            <pc:docMk/>
            <pc:sldMk cId="1339723966" sldId="362"/>
            <ac:grpSpMk id="5" creationId="{E4FCD389-FE7B-47B6-AFCE-3CC808BB1A14}"/>
          </ac:grpSpMkLst>
        </pc:grpChg>
      </pc:sldChg>
      <pc:sldChg chg="addSp delSp modSp mod delAnim modAnim modNotesTx">
        <pc:chgData name="Mengmeng Ge" userId="bb5bc401-97cb-4caf-9857-8ff441375414" providerId="ADAL" clId="{1543B586-BB8D-4138-8D95-385D7F830B74}" dt="2024-04-29T06:02:50.946" v="1645" actId="1076"/>
        <pc:sldMkLst>
          <pc:docMk/>
          <pc:sldMk cId="2388996837" sldId="363"/>
        </pc:sldMkLst>
        <pc:spChg chg="mod">
          <ac:chgData name="Mengmeng Ge" userId="bb5bc401-97cb-4caf-9857-8ff441375414" providerId="ADAL" clId="{1543B586-BB8D-4138-8D95-385D7F830B74}" dt="2024-04-29T05:15:07.056" v="1389" actId="20577"/>
          <ac:spMkLst>
            <pc:docMk/>
            <pc:sldMk cId="2388996837" sldId="363"/>
            <ac:spMk id="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24:27.297" v="1446" actId="21"/>
          <ac:spMkLst>
            <pc:docMk/>
            <pc:sldMk cId="2388996837" sldId="363"/>
            <ac:spMk id="3" creationId="{00000000-0000-0000-0000-000000000000}"/>
          </ac:spMkLst>
        </pc:spChg>
        <pc:spChg chg="del mod">
          <ac:chgData name="Mengmeng Ge" userId="bb5bc401-97cb-4caf-9857-8ff441375414" providerId="ADAL" clId="{1543B586-BB8D-4138-8D95-385D7F830B74}" dt="2024-04-29T05:26:44.929" v="1470" actId="478"/>
          <ac:spMkLst>
            <pc:docMk/>
            <pc:sldMk cId="2388996837" sldId="363"/>
            <ac:spMk id="6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19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20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21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22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23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24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25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26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27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28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29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30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31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32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33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34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35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2.324" v="1643" actId="164"/>
          <ac:spMkLst>
            <pc:docMk/>
            <pc:sldMk cId="2388996837" sldId="363"/>
            <ac:spMk id="36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2.324" v="1643" actId="164"/>
          <ac:spMkLst>
            <pc:docMk/>
            <pc:sldMk cId="2388996837" sldId="363"/>
            <ac:spMk id="37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2.324" v="1643" actId="164"/>
          <ac:spMkLst>
            <pc:docMk/>
            <pc:sldMk cId="2388996837" sldId="363"/>
            <ac:spMk id="38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2.324" v="1643" actId="164"/>
          <ac:spMkLst>
            <pc:docMk/>
            <pc:sldMk cId="2388996837" sldId="363"/>
            <ac:spMk id="39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2.324" v="1643" actId="164"/>
          <ac:spMkLst>
            <pc:docMk/>
            <pc:sldMk cId="2388996837" sldId="363"/>
            <ac:spMk id="40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2.324" v="1643" actId="164"/>
          <ac:spMkLst>
            <pc:docMk/>
            <pc:sldMk cId="2388996837" sldId="363"/>
            <ac:spMk id="41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2.324" v="1643" actId="164"/>
          <ac:spMkLst>
            <pc:docMk/>
            <pc:sldMk cId="2388996837" sldId="363"/>
            <ac:spMk id="42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2.324" v="1643" actId="164"/>
          <ac:spMkLst>
            <pc:docMk/>
            <pc:sldMk cId="2388996837" sldId="363"/>
            <ac:spMk id="43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45" creationId="{00000000-0000-0000-0000-000000000000}"/>
          </ac:spMkLst>
        </pc:spChg>
        <pc:spChg chg="mod topLvl">
          <ac:chgData name="Mengmeng Ge" userId="bb5bc401-97cb-4caf-9857-8ff441375414" providerId="ADAL" clId="{1543B586-BB8D-4138-8D95-385D7F830B74}" dt="2024-04-29T06:02:48.362" v="1644" actId="164"/>
          <ac:spMkLst>
            <pc:docMk/>
            <pc:sldMk cId="2388996837" sldId="363"/>
            <ac:spMk id="4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1:13.031" v="1616" actId="1076"/>
          <ac:spMkLst>
            <pc:docMk/>
            <pc:sldMk cId="2388996837" sldId="363"/>
            <ac:spMk id="48" creationId="{00000000-0000-0000-0000-000000000000}"/>
          </ac:spMkLst>
        </pc:spChg>
        <pc:grpChg chg="del mod">
          <ac:chgData name="Mengmeng Ge" userId="bb5bc401-97cb-4caf-9857-8ff441375414" providerId="ADAL" clId="{1543B586-BB8D-4138-8D95-385D7F830B74}" dt="2024-04-29T05:59:45.682" v="1545" actId="165"/>
          <ac:grpSpMkLst>
            <pc:docMk/>
            <pc:sldMk cId="2388996837" sldId="363"/>
            <ac:grpSpMk id="5" creationId="{00000000-0000-0000-0000-000000000000}"/>
          </ac:grpSpMkLst>
        </pc:grpChg>
        <pc:grpChg chg="mod">
          <ac:chgData name="Mengmeng Ge" userId="bb5bc401-97cb-4caf-9857-8ff441375414" providerId="ADAL" clId="{1543B586-BB8D-4138-8D95-385D7F830B74}" dt="2024-04-29T06:02:48.362" v="1644" actId="164"/>
          <ac:grpSpMkLst>
            <pc:docMk/>
            <pc:sldMk cId="2388996837" sldId="363"/>
            <ac:grpSpMk id="7" creationId="{00000000-0000-0000-0000-000000000000}"/>
          </ac:grpSpMkLst>
        </pc:grpChg>
        <pc:grpChg chg="add mod">
          <ac:chgData name="Mengmeng Ge" userId="bb5bc401-97cb-4caf-9857-8ff441375414" providerId="ADAL" clId="{1543B586-BB8D-4138-8D95-385D7F830B74}" dt="2024-04-29T06:02:42.324" v="1643" actId="164"/>
          <ac:grpSpMkLst>
            <pc:docMk/>
            <pc:sldMk cId="2388996837" sldId="363"/>
            <ac:grpSpMk id="8" creationId="{74290B6C-ECAC-6323-08F3-69FAC1FD0B99}"/>
          </ac:grpSpMkLst>
        </pc:grpChg>
        <pc:grpChg chg="add mod">
          <ac:chgData name="Mengmeng Ge" userId="bb5bc401-97cb-4caf-9857-8ff441375414" providerId="ADAL" clId="{1543B586-BB8D-4138-8D95-385D7F830B74}" dt="2024-04-29T06:02:50.946" v="1645" actId="1076"/>
          <ac:grpSpMkLst>
            <pc:docMk/>
            <pc:sldMk cId="2388996837" sldId="363"/>
            <ac:grpSpMk id="9" creationId="{6D50B5E9-56FE-61A5-8843-F7873566D4FC}"/>
          </ac:grpSpMkLst>
        </pc:grpChg>
      </pc:sldChg>
      <pc:sldChg chg="addSp delSp modSp mod">
        <pc:chgData name="Mengmeng Ge" userId="bb5bc401-97cb-4caf-9857-8ff441375414" providerId="ADAL" clId="{1543B586-BB8D-4138-8D95-385D7F830B74}" dt="2024-04-29T06:05:50.808" v="1758"/>
        <pc:sldMkLst>
          <pc:docMk/>
          <pc:sldMk cId="2134007831" sldId="364"/>
        </pc:sldMkLst>
        <pc:spChg chg="mod">
          <ac:chgData name="Mengmeng Ge" userId="bb5bc401-97cb-4caf-9857-8ff441375414" providerId="ADAL" clId="{1543B586-BB8D-4138-8D95-385D7F830B74}" dt="2024-04-29T05:33:30.535" v="1514" actId="255"/>
          <ac:spMkLst>
            <pc:docMk/>
            <pc:sldMk cId="2134007831" sldId="364"/>
            <ac:spMk id="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5:58:14.360" v="1534" actId="478"/>
          <ac:spMkLst>
            <pc:docMk/>
            <pc:sldMk cId="2134007831" sldId="364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1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1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1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1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1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1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1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1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1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1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7.867" v="1756" actId="1035"/>
          <ac:spMkLst>
            <pc:docMk/>
            <pc:sldMk cId="2134007831" sldId="364"/>
            <ac:spMk id="21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5:02.035" v="1723" actId="478"/>
          <ac:spMkLst>
            <pc:docMk/>
            <pc:sldMk cId="2134007831" sldId="364"/>
            <ac:spMk id="2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5:02.035" v="1723" actId="478"/>
          <ac:spMkLst>
            <pc:docMk/>
            <pc:sldMk cId="2134007831" sldId="364"/>
            <ac:spMk id="23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5:02.035" v="1723" actId="478"/>
          <ac:spMkLst>
            <pc:docMk/>
            <pc:sldMk cId="2134007831" sldId="364"/>
            <ac:spMk id="24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5:03.946" v="1724" actId="478"/>
          <ac:spMkLst>
            <pc:docMk/>
            <pc:sldMk cId="2134007831" sldId="364"/>
            <ac:spMk id="25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5:06.875" v="1726" actId="478"/>
          <ac:spMkLst>
            <pc:docMk/>
            <pc:sldMk cId="2134007831" sldId="364"/>
            <ac:spMk id="26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5:05.855" v="1725" actId="478"/>
          <ac:spMkLst>
            <pc:docMk/>
            <pc:sldMk cId="2134007831" sldId="364"/>
            <ac:spMk id="27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5:09.944" v="1728" actId="478"/>
          <ac:spMkLst>
            <pc:docMk/>
            <pc:sldMk cId="2134007831" sldId="364"/>
            <ac:spMk id="28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5:08.610" v="1727" actId="478"/>
          <ac:spMkLst>
            <pc:docMk/>
            <pc:sldMk cId="2134007831" sldId="364"/>
            <ac:spMk id="2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34:16.451" v="1523" actId="14100"/>
          <ac:spMkLst>
            <pc:docMk/>
            <pc:sldMk cId="2134007831" sldId="364"/>
            <ac:spMk id="3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31.703" v="1754" actId="1037"/>
          <ac:spMkLst>
            <pc:docMk/>
            <pc:sldMk cId="2134007831" sldId="364"/>
            <ac:spMk id="3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26.595" v="1734" actId="164"/>
          <ac:spMkLst>
            <pc:docMk/>
            <pc:sldMk cId="2134007831" sldId="364"/>
            <ac:spMk id="3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50.808" v="1758"/>
          <ac:spMkLst>
            <pc:docMk/>
            <pc:sldMk cId="2134007831" sldId="364"/>
            <ac:spMk id="38" creationId="{7B616978-1572-DCF8-6CCD-B1FD30A4CB6F}"/>
          </ac:spMkLst>
        </pc:spChg>
        <pc:spChg chg="mod">
          <ac:chgData name="Mengmeng Ge" userId="bb5bc401-97cb-4caf-9857-8ff441375414" providerId="ADAL" clId="{1543B586-BB8D-4138-8D95-385D7F830B74}" dt="2024-04-29T06:05:50.808" v="1758"/>
          <ac:spMkLst>
            <pc:docMk/>
            <pc:sldMk cId="2134007831" sldId="364"/>
            <ac:spMk id="39" creationId="{EC3FA3F8-8CB7-1A2B-CCE1-A83C591CAD4B}"/>
          </ac:spMkLst>
        </pc:spChg>
        <pc:spChg chg="mod">
          <ac:chgData name="Mengmeng Ge" userId="bb5bc401-97cb-4caf-9857-8ff441375414" providerId="ADAL" clId="{1543B586-BB8D-4138-8D95-385D7F830B74}" dt="2024-04-29T06:05:50.808" v="1758"/>
          <ac:spMkLst>
            <pc:docMk/>
            <pc:sldMk cId="2134007831" sldId="364"/>
            <ac:spMk id="40" creationId="{2D008025-26DF-BF23-A269-B842CEF2D1D7}"/>
          </ac:spMkLst>
        </pc:spChg>
        <pc:spChg chg="mod">
          <ac:chgData name="Mengmeng Ge" userId="bb5bc401-97cb-4caf-9857-8ff441375414" providerId="ADAL" clId="{1543B586-BB8D-4138-8D95-385D7F830B74}" dt="2024-04-29T06:05:50.808" v="1758"/>
          <ac:spMkLst>
            <pc:docMk/>
            <pc:sldMk cId="2134007831" sldId="364"/>
            <ac:spMk id="41" creationId="{88339EFC-1653-72A0-AB5E-3187E6837223}"/>
          </ac:spMkLst>
        </pc:spChg>
        <pc:spChg chg="mod">
          <ac:chgData name="Mengmeng Ge" userId="bb5bc401-97cb-4caf-9857-8ff441375414" providerId="ADAL" clId="{1543B586-BB8D-4138-8D95-385D7F830B74}" dt="2024-04-29T06:05:50.808" v="1758"/>
          <ac:spMkLst>
            <pc:docMk/>
            <pc:sldMk cId="2134007831" sldId="364"/>
            <ac:spMk id="42" creationId="{6E315689-C731-0CBB-D9CE-BC310BB1DF30}"/>
          </ac:spMkLst>
        </pc:spChg>
        <pc:spChg chg="mod">
          <ac:chgData name="Mengmeng Ge" userId="bb5bc401-97cb-4caf-9857-8ff441375414" providerId="ADAL" clId="{1543B586-BB8D-4138-8D95-385D7F830B74}" dt="2024-04-29T06:05:50.808" v="1758"/>
          <ac:spMkLst>
            <pc:docMk/>
            <pc:sldMk cId="2134007831" sldId="364"/>
            <ac:spMk id="43" creationId="{F0B20B61-0039-1BF7-F912-E444DF512AE2}"/>
          </ac:spMkLst>
        </pc:spChg>
        <pc:spChg chg="mod">
          <ac:chgData name="Mengmeng Ge" userId="bb5bc401-97cb-4caf-9857-8ff441375414" providerId="ADAL" clId="{1543B586-BB8D-4138-8D95-385D7F830B74}" dt="2024-04-29T06:05:50.808" v="1758"/>
          <ac:spMkLst>
            <pc:docMk/>
            <pc:sldMk cId="2134007831" sldId="364"/>
            <ac:spMk id="44" creationId="{D9A0C3C3-C27A-4269-D886-BFBBA4CEE6FB}"/>
          </ac:spMkLst>
        </pc:spChg>
        <pc:spChg chg="mod">
          <ac:chgData name="Mengmeng Ge" userId="bb5bc401-97cb-4caf-9857-8ff441375414" providerId="ADAL" clId="{1543B586-BB8D-4138-8D95-385D7F830B74}" dt="2024-04-29T06:05:50.808" v="1758"/>
          <ac:spMkLst>
            <pc:docMk/>
            <pc:sldMk cId="2134007831" sldId="364"/>
            <ac:spMk id="45" creationId="{DE49707C-96C3-1346-52D5-048322180AE9}"/>
          </ac:spMkLst>
        </pc:spChg>
        <pc:grpChg chg="mod">
          <ac:chgData name="Mengmeng Ge" userId="bb5bc401-97cb-4caf-9857-8ff441375414" providerId="ADAL" clId="{1543B586-BB8D-4138-8D95-385D7F830B74}" dt="2024-04-29T06:05:31.703" v="1754" actId="1037"/>
          <ac:grpSpMkLst>
            <pc:docMk/>
            <pc:sldMk cId="2134007831" sldId="364"/>
            <ac:grpSpMk id="33" creationId="{00000000-0000-0000-0000-000000000000}"/>
          </ac:grpSpMkLst>
        </pc:grpChg>
        <pc:grpChg chg="add mod">
          <ac:chgData name="Mengmeng Ge" userId="bb5bc401-97cb-4caf-9857-8ff441375414" providerId="ADAL" clId="{1543B586-BB8D-4138-8D95-385D7F830B74}" dt="2024-04-29T06:05:35.570" v="1755" actId="1076"/>
          <ac:grpSpMkLst>
            <pc:docMk/>
            <pc:sldMk cId="2134007831" sldId="364"/>
            <ac:grpSpMk id="35" creationId="{57B3D205-BC42-0105-C07A-49C4078271E8}"/>
          </ac:grpSpMkLst>
        </pc:grpChg>
        <pc:grpChg chg="add mod">
          <ac:chgData name="Mengmeng Ge" userId="bb5bc401-97cb-4caf-9857-8ff441375414" providerId="ADAL" clId="{1543B586-BB8D-4138-8D95-385D7F830B74}" dt="2024-04-29T06:05:50.808" v="1758"/>
          <ac:grpSpMkLst>
            <pc:docMk/>
            <pc:sldMk cId="2134007831" sldId="364"/>
            <ac:grpSpMk id="37" creationId="{660AD144-2750-E0FD-4918-918A9EF1C27D}"/>
          </ac:grpSpMkLst>
        </pc:grpChg>
        <pc:cxnChg chg="mod">
          <ac:chgData name="Mengmeng Ge" userId="bb5bc401-97cb-4caf-9857-8ff441375414" providerId="ADAL" clId="{1543B586-BB8D-4138-8D95-385D7F830B74}" dt="2024-04-29T06:05:26.595" v="1734" actId="164"/>
          <ac:cxnSpMkLst>
            <pc:docMk/>
            <pc:sldMk cId="2134007831" sldId="364"/>
            <ac:cxnSpMk id="34" creationId="{00000000-0000-0000-0000-000000000000}"/>
          </ac:cxnSpMkLst>
        </pc:cxnChg>
      </pc:sldChg>
      <pc:sldChg chg="del">
        <pc:chgData name="Mengmeng Ge" userId="bb5bc401-97cb-4caf-9857-8ff441375414" providerId="ADAL" clId="{1543B586-BB8D-4138-8D95-385D7F830B74}" dt="2024-04-29T09:14:34.224" v="1965" actId="47"/>
        <pc:sldMkLst>
          <pc:docMk/>
          <pc:sldMk cId="1204826558" sldId="365"/>
        </pc:sldMkLst>
      </pc:sldChg>
      <pc:sldChg chg="modSp del mod">
        <pc:chgData name="Mengmeng Ge" userId="bb5bc401-97cb-4caf-9857-8ff441375414" providerId="ADAL" clId="{1543B586-BB8D-4138-8D95-385D7F830B74}" dt="2024-04-29T09:14:35.156" v="1966" actId="47"/>
        <pc:sldMkLst>
          <pc:docMk/>
          <pc:sldMk cId="1127168404" sldId="366"/>
        </pc:sldMkLst>
        <pc:spChg chg="mod">
          <ac:chgData name="Mengmeng Ge" userId="bb5bc401-97cb-4caf-9857-8ff441375414" providerId="ADAL" clId="{1543B586-BB8D-4138-8D95-385D7F830B74}" dt="2024-04-29T09:14:19.585" v="1963" actId="21"/>
          <ac:spMkLst>
            <pc:docMk/>
            <pc:sldMk cId="1127168404" sldId="366"/>
            <ac:spMk id="5" creationId="{DF14B740-55C4-2696-80FC-95DE626F5617}"/>
          </ac:spMkLst>
        </pc:spChg>
      </pc:sldChg>
      <pc:sldChg chg="delSp modSp mod">
        <pc:chgData name="Mengmeng Ge" userId="bb5bc401-97cb-4caf-9857-8ff441375414" providerId="ADAL" clId="{1543B586-BB8D-4138-8D95-385D7F830B74}" dt="2024-04-29T09:18:37.661" v="1984" actId="1076"/>
        <pc:sldMkLst>
          <pc:docMk/>
          <pc:sldMk cId="3183703328" sldId="367"/>
        </pc:sldMkLst>
        <pc:spChg chg="del">
          <ac:chgData name="Mengmeng Ge" userId="bb5bc401-97cb-4caf-9857-8ff441375414" providerId="ADAL" clId="{1543B586-BB8D-4138-8D95-385D7F830B74}" dt="2024-04-29T09:18:17.780" v="1968" actId="478"/>
          <ac:spMkLst>
            <pc:docMk/>
            <pc:sldMk cId="3183703328" sldId="367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6" creationId="{1DF76F74-1A1D-8694-F19D-F2B1A4FBE38A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1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1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1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1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1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1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1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1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1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1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2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2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2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2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2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2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2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2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2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2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3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3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3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3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3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3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3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3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3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3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4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4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4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4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4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4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4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4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4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4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5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8:33.453" v="1983" actId="1036"/>
          <ac:spMkLst>
            <pc:docMk/>
            <pc:sldMk cId="3183703328" sldId="367"/>
            <ac:spMk id="51" creationId="{00000000-0000-0000-0000-000000000000}"/>
          </ac:spMkLst>
        </pc:spChg>
        <pc:picChg chg="mod">
          <ac:chgData name="Mengmeng Ge" userId="bb5bc401-97cb-4caf-9857-8ff441375414" providerId="ADAL" clId="{1543B586-BB8D-4138-8D95-385D7F830B74}" dt="2024-04-29T09:18:37.661" v="1984" actId="1076"/>
          <ac:picMkLst>
            <pc:docMk/>
            <pc:sldMk cId="3183703328" sldId="367"/>
            <ac:picMk id="5" creationId="{00000000-0000-0000-0000-000000000000}"/>
          </ac:picMkLst>
        </pc:picChg>
      </pc:sldChg>
      <pc:sldChg chg="del">
        <pc:chgData name="Mengmeng Ge" userId="bb5bc401-97cb-4caf-9857-8ff441375414" providerId="ADAL" clId="{1543B586-BB8D-4138-8D95-385D7F830B74}" dt="2024-04-29T09:15:29.473" v="1967" actId="47"/>
        <pc:sldMkLst>
          <pc:docMk/>
          <pc:sldMk cId="2076059081" sldId="368"/>
        </pc:sldMkLst>
      </pc:sldChg>
      <pc:sldChg chg="modSp mod">
        <pc:chgData name="Mengmeng Ge" userId="bb5bc401-97cb-4caf-9857-8ff441375414" providerId="ADAL" clId="{1543B586-BB8D-4138-8D95-385D7F830B74}" dt="2024-04-29T06:08:28.828" v="1803" actId="1038"/>
        <pc:sldMkLst>
          <pc:docMk/>
          <pc:sldMk cId="845791759" sldId="369"/>
        </pc:sldMkLst>
        <pc:spChg chg="mod">
          <ac:chgData name="Mengmeng Ge" userId="bb5bc401-97cb-4caf-9857-8ff441375414" providerId="ADAL" clId="{1543B586-BB8D-4138-8D95-385D7F830B74}" dt="2024-04-29T06:08:08.618" v="1797" actId="14100"/>
          <ac:spMkLst>
            <pc:docMk/>
            <pc:sldMk cId="845791759" sldId="369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8:11.650" v="1798" actId="1076"/>
          <ac:spMkLst>
            <pc:docMk/>
            <pc:sldMk cId="845791759" sldId="369"/>
            <ac:spMk id="31" creationId="{00000000-0000-0000-0000-000000000000}"/>
          </ac:spMkLst>
        </pc:spChg>
        <pc:cxnChg chg="mod">
          <ac:chgData name="Mengmeng Ge" userId="bb5bc401-97cb-4caf-9857-8ff441375414" providerId="ADAL" clId="{1543B586-BB8D-4138-8D95-385D7F830B74}" dt="2024-04-29T06:08:19.310" v="1800" actId="208"/>
          <ac:cxnSpMkLst>
            <pc:docMk/>
            <pc:sldMk cId="845791759" sldId="369"/>
            <ac:cxnSpMk id="11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6:08:28.828" v="1803" actId="1038"/>
          <ac:cxnSpMkLst>
            <pc:docMk/>
            <pc:sldMk cId="845791759" sldId="369"/>
            <ac:cxnSpMk id="12" creationId="{00000000-0000-0000-0000-000000000000}"/>
          </ac:cxnSpMkLst>
        </pc:cxnChg>
      </pc:sldChg>
      <pc:sldChg chg="del">
        <pc:chgData name="Mengmeng Ge" userId="bb5bc401-97cb-4caf-9857-8ff441375414" providerId="ADAL" clId="{1543B586-BB8D-4138-8D95-385D7F830B74}" dt="2024-04-28T22:27:29.646" v="0" actId="47"/>
        <pc:sldMkLst>
          <pc:docMk/>
          <pc:sldMk cId="17567337" sldId="383"/>
        </pc:sldMkLst>
      </pc:sldChg>
      <pc:sldChg chg="del">
        <pc:chgData name="Mengmeng Ge" userId="bb5bc401-97cb-4caf-9857-8ff441375414" providerId="ADAL" clId="{1543B586-BB8D-4138-8D95-385D7F830B74}" dt="2024-04-28T22:27:31.622" v="1" actId="47"/>
        <pc:sldMkLst>
          <pc:docMk/>
          <pc:sldMk cId="15691894" sldId="384"/>
        </pc:sldMkLst>
      </pc:sldChg>
      <pc:sldChg chg="modSp mod ord">
        <pc:chgData name="Mengmeng Ge" userId="bb5bc401-97cb-4caf-9857-8ff441375414" providerId="ADAL" clId="{1543B586-BB8D-4138-8D95-385D7F830B74}" dt="2024-04-28T23:36:04.109" v="165" actId="14100"/>
        <pc:sldMkLst>
          <pc:docMk/>
          <pc:sldMk cId="3212685876" sldId="385"/>
        </pc:sldMkLst>
        <pc:spChg chg="mod">
          <ac:chgData name="Mengmeng Ge" userId="bb5bc401-97cb-4caf-9857-8ff441375414" providerId="ADAL" clId="{1543B586-BB8D-4138-8D95-385D7F830B74}" dt="2024-04-28T23:36:04.109" v="165" actId="14100"/>
          <ac:spMkLst>
            <pc:docMk/>
            <pc:sldMk cId="3212685876" sldId="385"/>
            <ac:spMk id="4" creationId="{00000000-0000-0000-0000-000000000000}"/>
          </ac:spMkLst>
        </pc:spChg>
      </pc:sldChg>
      <pc:sldChg chg="del">
        <pc:chgData name="Mengmeng Ge" userId="bb5bc401-97cb-4caf-9857-8ff441375414" providerId="ADAL" clId="{1543B586-BB8D-4138-8D95-385D7F830B74}" dt="2024-04-29T04:29:03.326" v="817" actId="47"/>
        <pc:sldMkLst>
          <pc:docMk/>
          <pc:sldMk cId="2548015484" sldId="386"/>
        </pc:sldMkLst>
      </pc:sldChg>
      <pc:sldChg chg="del">
        <pc:chgData name="Mengmeng Ge" userId="bb5bc401-97cb-4caf-9857-8ff441375414" providerId="ADAL" clId="{1543B586-BB8D-4138-8D95-385D7F830B74}" dt="2024-04-29T04:29:07.263" v="818" actId="47"/>
        <pc:sldMkLst>
          <pc:docMk/>
          <pc:sldMk cId="2464879375" sldId="387"/>
        </pc:sldMkLst>
      </pc:sldChg>
      <pc:sldChg chg="del">
        <pc:chgData name="Mengmeng Ge" userId="bb5bc401-97cb-4caf-9857-8ff441375414" providerId="ADAL" clId="{1543B586-BB8D-4138-8D95-385D7F830B74}" dt="2024-04-29T04:28:48.929" v="815" actId="47"/>
        <pc:sldMkLst>
          <pc:docMk/>
          <pc:sldMk cId="254604876" sldId="388"/>
        </pc:sldMkLst>
      </pc:sldChg>
      <pc:sldChg chg="addSp delSp modSp mod modAnim modNotesTx">
        <pc:chgData name="Mengmeng Ge" userId="bb5bc401-97cb-4caf-9857-8ff441375414" providerId="ADAL" clId="{1543B586-BB8D-4138-8D95-385D7F830B74}" dt="2024-04-29T04:42:39.132" v="931" actId="113"/>
        <pc:sldMkLst>
          <pc:docMk/>
          <pc:sldMk cId="3100833093" sldId="389"/>
        </pc:sldMkLst>
        <pc:spChg chg="mod">
          <ac:chgData name="Mengmeng Ge" userId="bb5bc401-97cb-4caf-9857-8ff441375414" providerId="ADAL" clId="{1543B586-BB8D-4138-8D95-385D7F830B74}" dt="2024-04-29T04:40:51.928" v="895" actId="20577"/>
          <ac:spMkLst>
            <pc:docMk/>
            <pc:sldMk cId="3100833093" sldId="389"/>
            <ac:spMk id="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4:40:55.405" v="896" actId="478"/>
          <ac:spMkLst>
            <pc:docMk/>
            <pc:sldMk cId="3100833093" sldId="389"/>
            <ac:spMk id="3" creationId="{00000000-0000-0000-0000-000000000000}"/>
          </ac:spMkLst>
        </pc:spChg>
        <pc:spChg chg="add mod">
          <ac:chgData name="Mengmeng Ge" userId="bb5bc401-97cb-4caf-9857-8ff441375414" providerId="ADAL" clId="{1543B586-BB8D-4138-8D95-385D7F830B74}" dt="2024-04-29T04:42:39.132" v="931" actId="113"/>
          <ac:spMkLst>
            <pc:docMk/>
            <pc:sldMk cId="3100833093" sldId="389"/>
            <ac:spMk id="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41:32.687" v="907" actId="20577"/>
          <ac:spMkLst>
            <pc:docMk/>
            <pc:sldMk cId="3100833093" sldId="389"/>
            <ac:spMk id="27" creationId="{00000000-0000-0000-0000-000000000000}"/>
          </ac:spMkLst>
        </pc:spChg>
        <pc:cxnChg chg="mod">
          <ac:chgData name="Mengmeng Ge" userId="bb5bc401-97cb-4caf-9857-8ff441375414" providerId="ADAL" clId="{1543B586-BB8D-4138-8D95-385D7F830B74}" dt="2024-04-29T04:41:03.907" v="899" actId="1037"/>
          <ac:cxnSpMkLst>
            <pc:docMk/>
            <pc:sldMk cId="3100833093" sldId="389"/>
            <ac:cxnSpMk id="15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41:11.975" v="901" actId="208"/>
          <ac:cxnSpMkLst>
            <pc:docMk/>
            <pc:sldMk cId="3100833093" sldId="389"/>
            <ac:cxnSpMk id="16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41:25.703" v="905" actId="1582"/>
          <ac:cxnSpMkLst>
            <pc:docMk/>
            <pc:sldMk cId="3100833093" sldId="389"/>
            <ac:cxnSpMk id="22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41:25.703" v="905" actId="1582"/>
          <ac:cxnSpMkLst>
            <pc:docMk/>
            <pc:sldMk cId="3100833093" sldId="389"/>
            <ac:cxnSpMk id="24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41:25.703" v="905" actId="1582"/>
          <ac:cxnSpMkLst>
            <pc:docMk/>
            <pc:sldMk cId="3100833093" sldId="389"/>
            <ac:cxnSpMk id="26" creationId="{00000000-0000-0000-0000-000000000000}"/>
          </ac:cxnSpMkLst>
        </pc:cxnChg>
      </pc:sldChg>
      <pc:sldChg chg="del">
        <pc:chgData name="Mengmeng Ge" userId="bb5bc401-97cb-4caf-9857-8ff441375414" providerId="ADAL" clId="{1543B586-BB8D-4138-8D95-385D7F830B74}" dt="2024-04-29T04:42:49.225" v="932" actId="47"/>
        <pc:sldMkLst>
          <pc:docMk/>
          <pc:sldMk cId="460319418" sldId="390"/>
        </pc:sldMkLst>
      </pc:sldChg>
      <pc:sldChg chg="del">
        <pc:chgData name="Mengmeng Ge" userId="bb5bc401-97cb-4caf-9857-8ff441375414" providerId="ADAL" clId="{1543B586-BB8D-4138-8D95-385D7F830B74}" dt="2024-04-29T04:42:55.526" v="933" actId="47"/>
        <pc:sldMkLst>
          <pc:docMk/>
          <pc:sldMk cId="3559687955" sldId="391"/>
        </pc:sldMkLst>
      </pc:sldChg>
      <pc:sldChg chg="delSp modSp mod">
        <pc:chgData name="Mengmeng Ge" userId="bb5bc401-97cb-4caf-9857-8ff441375414" providerId="ADAL" clId="{1543B586-BB8D-4138-8D95-385D7F830B74}" dt="2024-04-29T04:34:47.160" v="873" actId="14100"/>
        <pc:sldMkLst>
          <pc:docMk/>
          <pc:sldMk cId="1544317410" sldId="392"/>
        </pc:sldMkLst>
        <pc:spChg chg="del">
          <ac:chgData name="Mengmeng Ge" userId="bb5bc401-97cb-4caf-9857-8ff441375414" providerId="ADAL" clId="{1543B586-BB8D-4138-8D95-385D7F830B74}" dt="2024-04-29T04:34:16.614" v="865" actId="478"/>
          <ac:spMkLst>
            <pc:docMk/>
            <pc:sldMk cId="1544317410" sldId="392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4:40.639" v="871" actId="20577"/>
          <ac:spMkLst>
            <pc:docMk/>
            <pc:sldMk cId="1544317410" sldId="392"/>
            <ac:spMk id="1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4:47.160" v="873" actId="14100"/>
          <ac:spMkLst>
            <pc:docMk/>
            <pc:sldMk cId="1544317410" sldId="392"/>
            <ac:spMk id="22" creationId="{00000000-0000-0000-0000-000000000000}"/>
          </ac:spMkLst>
        </pc:spChg>
        <pc:cxnChg chg="mod">
          <ac:chgData name="Mengmeng Ge" userId="bb5bc401-97cb-4caf-9857-8ff441375414" providerId="ADAL" clId="{1543B586-BB8D-4138-8D95-385D7F830B74}" dt="2024-04-29T04:34:26.886" v="868" actId="208"/>
          <ac:cxnSpMkLst>
            <pc:docMk/>
            <pc:sldMk cId="1544317410" sldId="392"/>
            <ac:cxnSpMk id="15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34:37.181" v="870" actId="208"/>
          <ac:cxnSpMkLst>
            <pc:docMk/>
            <pc:sldMk cId="1544317410" sldId="392"/>
            <ac:cxnSpMk id="16" creationId="{00000000-0000-0000-0000-000000000000}"/>
          </ac:cxnSpMkLst>
        </pc:cxnChg>
      </pc:sldChg>
      <pc:sldChg chg="del">
        <pc:chgData name="Mengmeng Ge" userId="bb5bc401-97cb-4caf-9857-8ff441375414" providerId="ADAL" clId="{1543B586-BB8D-4138-8D95-385D7F830B74}" dt="2024-04-29T04:42:58.046" v="934" actId="47"/>
        <pc:sldMkLst>
          <pc:docMk/>
          <pc:sldMk cId="4001931901" sldId="393"/>
        </pc:sldMkLst>
      </pc:sldChg>
      <pc:sldChg chg="delSp del mod delAnim">
        <pc:chgData name="Mengmeng Ge" userId="bb5bc401-97cb-4caf-9857-8ff441375414" providerId="ADAL" clId="{1543B586-BB8D-4138-8D95-385D7F830B74}" dt="2024-04-29T04:42:58.672" v="935" actId="47"/>
        <pc:sldMkLst>
          <pc:docMk/>
          <pc:sldMk cId="1587475567" sldId="394"/>
        </pc:sldMkLst>
        <pc:spChg chg="del">
          <ac:chgData name="Mengmeng Ge" userId="bb5bc401-97cb-4caf-9857-8ff441375414" providerId="ADAL" clId="{1543B586-BB8D-4138-8D95-385D7F830B74}" dt="2024-04-29T04:40:21.504" v="882" actId="21"/>
          <ac:spMkLst>
            <pc:docMk/>
            <pc:sldMk cId="1587475567" sldId="394"/>
            <ac:spMk id="5" creationId="{00000000-0000-0000-0000-000000000000}"/>
          </ac:spMkLst>
        </pc:spChg>
      </pc:sldChg>
      <pc:sldChg chg="addSp delSp modSp mod">
        <pc:chgData name="Mengmeng Ge" userId="bb5bc401-97cb-4caf-9857-8ff441375414" providerId="ADAL" clId="{1543B586-BB8D-4138-8D95-385D7F830B74}" dt="2024-04-29T06:14:29.547" v="1903" actId="14100"/>
        <pc:sldMkLst>
          <pc:docMk/>
          <pc:sldMk cId="2887323412" sldId="409"/>
        </pc:sldMkLst>
        <pc:spChg chg="mod">
          <ac:chgData name="Mengmeng Ge" userId="bb5bc401-97cb-4caf-9857-8ff441375414" providerId="ADAL" clId="{1543B586-BB8D-4138-8D95-385D7F830B74}" dt="2024-04-29T06:11:24.698" v="1829" actId="20577"/>
          <ac:spMkLst>
            <pc:docMk/>
            <pc:sldMk cId="2887323412" sldId="409"/>
            <ac:spMk id="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2:15.404" v="1835" actId="478"/>
          <ac:spMkLst>
            <pc:docMk/>
            <pc:sldMk cId="2887323412" sldId="409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1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1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1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1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1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1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1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1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1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1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2:47.139" v="1845" actId="1035"/>
          <ac:spMkLst>
            <pc:docMk/>
            <pc:sldMk cId="2887323412" sldId="409"/>
            <ac:spMk id="21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2:20.973" v="1836" actId="478"/>
          <ac:spMkLst>
            <pc:docMk/>
            <pc:sldMk cId="2887323412" sldId="409"/>
            <ac:spMk id="2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2:20.973" v="1836" actId="478"/>
          <ac:spMkLst>
            <pc:docMk/>
            <pc:sldMk cId="2887323412" sldId="409"/>
            <ac:spMk id="23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2:22.812" v="1837" actId="478"/>
          <ac:spMkLst>
            <pc:docMk/>
            <pc:sldMk cId="2887323412" sldId="409"/>
            <ac:spMk id="24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2:22.812" v="1837" actId="478"/>
          <ac:spMkLst>
            <pc:docMk/>
            <pc:sldMk cId="2887323412" sldId="409"/>
            <ac:spMk id="25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2:25.797" v="1838" actId="478"/>
          <ac:spMkLst>
            <pc:docMk/>
            <pc:sldMk cId="2887323412" sldId="409"/>
            <ac:spMk id="26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2:25.797" v="1838" actId="478"/>
          <ac:spMkLst>
            <pc:docMk/>
            <pc:sldMk cId="2887323412" sldId="409"/>
            <ac:spMk id="27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2:25.797" v="1838" actId="478"/>
          <ac:spMkLst>
            <pc:docMk/>
            <pc:sldMk cId="2887323412" sldId="409"/>
            <ac:spMk id="28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2:25.797" v="1838" actId="478"/>
          <ac:spMkLst>
            <pc:docMk/>
            <pc:sldMk cId="2887323412" sldId="409"/>
            <ac:spMk id="2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2:10.905" v="1834" actId="14100"/>
          <ac:spMkLst>
            <pc:docMk/>
            <pc:sldMk cId="2887323412" sldId="409"/>
            <ac:spMk id="3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3:08.639" v="1890" actId="1035"/>
          <ac:spMkLst>
            <pc:docMk/>
            <pc:sldMk cId="2887323412" sldId="409"/>
            <ac:spMk id="31" creationId="{00000000-0000-0000-0000-000000000000}"/>
          </ac:spMkLst>
        </pc:spChg>
        <pc:spChg chg="mod ord">
          <ac:chgData name="Mengmeng Ge" userId="bb5bc401-97cb-4caf-9857-8ff441375414" providerId="ADAL" clId="{1543B586-BB8D-4138-8D95-385D7F830B74}" dt="2024-04-29T06:14:29.547" v="1903" actId="14100"/>
          <ac:spMkLst>
            <pc:docMk/>
            <pc:sldMk cId="2887323412" sldId="409"/>
            <ac:spMk id="3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2:44.524" v="1844" actId="164"/>
          <ac:spMkLst>
            <pc:docMk/>
            <pc:sldMk cId="2887323412" sldId="409"/>
            <ac:spMk id="3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14:08.578" v="1900"/>
          <ac:spMkLst>
            <pc:docMk/>
            <pc:sldMk cId="2887323412" sldId="409"/>
            <ac:spMk id="41" creationId="{4E822137-EB78-7422-72C3-6CA2E3B60B4D}"/>
          </ac:spMkLst>
        </pc:spChg>
        <pc:spChg chg="mod">
          <ac:chgData name="Mengmeng Ge" userId="bb5bc401-97cb-4caf-9857-8ff441375414" providerId="ADAL" clId="{1543B586-BB8D-4138-8D95-385D7F830B74}" dt="2024-04-29T06:14:08.578" v="1900"/>
          <ac:spMkLst>
            <pc:docMk/>
            <pc:sldMk cId="2887323412" sldId="409"/>
            <ac:spMk id="42" creationId="{4E9C1C2F-8239-86E7-EF26-4E8CC8084602}"/>
          </ac:spMkLst>
        </pc:spChg>
        <pc:spChg chg="mod">
          <ac:chgData name="Mengmeng Ge" userId="bb5bc401-97cb-4caf-9857-8ff441375414" providerId="ADAL" clId="{1543B586-BB8D-4138-8D95-385D7F830B74}" dt="2024-04-29T06:14:08.578" v="1900"/>
          <ac:spMkLst>
            <pc:docMk/>
            <pc:sldMk cId="2887323412" sldId="409"/>
            <ac:spMk id="43" creationId="{F1E87442-89D9-A113-475C-05C61F0CD8CF}"/>
          </ac:spMkLst>
        </pc:spChg>
        <pc:spChg chg="mod">
          <ac:chgData name="Mengmeng Ge" userId="bb5bc401-97cb-4caf-9857-8ff441375414" providerId="ADAL" clId="{1543B586-BB8D-4138-8D95-385D7F830B74}" dt="2024-04-29T06:14:08.578" v="1900"/>
          <ac:spMkLst>
            <pc:docMk/>
            <pc:sldMk cId="2887323412" sldId="409"/>
            <ac:spMk id="44" creationId="{D91BDCAF-C6E5-EA8A-83CF-D8011D28FEBC}"/>
          </ac:spMkLst>
        </pc:spChg>
        <pc:spChg chg="mod">
          <ac:chgData name="Mengmeng Ge" userId="bb5bc401-97cb-4caf-9857-8ff441375414" providerId="ADAL" clId="{1543B586-BB8D-4138-8D95-385D7F830B74}" dt="2024-04-29T06:14:08.578" v="1900"/>
          <ac:spMkLst>
            <pc:docMk/>
            <pc:sldMk cId="2887323412" sldId="409"/>
            <ac:spMk id="45" creationId="{B003DFA4-11A1-DFD8-7FE8-5B44C1401928}"/>
          </ac:spMkLst>
        </pc:spChg>
        <pc:spChg chg="mod">
          <ac:chgData name="Mengmeng Ge" userId="bb5bc401-97cb-4caf-9857-8ff441375414" providerId="ADAL" clId="{1543B586-BB8D-4138-8D95-385D7F830B74}" dt="2024-04-29T06:14:08.578" v="1900"/>
          <ac:spMkLst>
            <pc:docMk/>
            <pc:sldMk cId="2887323412" sldId="409"/>
            <ac:spMk id="46" creationId="{379C7B07-B3C9-B9B9-33E5-12F3EFC0EF04}"/>
          </ac:spMkLst>
        </pc:spChg>
        <pc:spChg chg="mod">
          <ac:chgData name="Mengmeng Ge" userId="bb5bc401-97cb-4caf-9857-8ff441375414" providerId="ADAL" clId="{1543B586-BB8D-4138-8D95-385D7F830B74}" dt="2024-04-29T06:14:08.578" v="1900"/>
          <ac:spMkLst>
            <pc:docMk/>
            <pc:sldMk cId="2887323412" sldId="409"/>
            <ac:spMk id="47" creationId="{8F39E377-6E6B-4F8E-7CDA-7E857F73603B}"/>
          </ac:spMkLst>
        </pc:spChg>
        <pc:spChg chg="mod">
          <ac:chgData name="Mengmeng Ge" userId="bb5bc401-97cb-4caf-9857-8ff441375414" providerId="ADAL" clId="{1543B586-BB8D-4138-8D95-385D7F830B74}" dt="2024-04-29T06:14:08.578" v="1900"/>
          <ac:spMkLst>
            <pc:docMk/>
            <pc:sldMk cId="2887323412" sldId="409"/>
            <ac:spMk id="48" creationId="{9E64C62C-1A39-C629-C16A-98FA0ED21427}"/>
          </ac:spMkLst>
        </pc:spChg>
        <pc:grpChg chg="mod">
          <ac:chgData name="Mengmeng Ge" userId="bb5bc401-97cb-4caf-9857-8ff441375414" providerId="ADAL" clId="{1543B586-BB8D-4138-8D95-385D7F830B74}" dt="2024-04-29T06:13:08.639" v="1890" actId="1035"/>
          <ac:grpSpMkLst>
            <pc:docMk/>
            <pc:sldMk cId="2887323412" sldId="409"/>
            <ac:grpSpMk id="32" creationId="{00000000-0000-0000-0000-000000000000}"/>
          </ac:grpSpMkLst>
        </pc:grpChg>
        <pc:grpChg chg="mod">
          <ac:chgData name="Mengmeng Ge" userId="bb5bc401-97cb-4caf-9857-8ff441375414" providerId="ADAL" clId="{1543B586-BB8D-4138-8D95-385D7F830B74}" dt="2024-04-29T06:13:08.639" v="1890" actId="1035"/>
          <ac:grpSpMkLst>
            <pc:docMk/>
            <pc:sldMk cId="2887323412" sldId="409"/>
            <ac:grpSpMk id="33" creationId="{00000000-0000-0000-0000-000000000000}"/>
          </ac:grpSpMkLst>
        </pc:grpChg>
        <pc:grpChg chg="add mod ord">
          <ac:chgData name="Mengmeng Ge" userId="bb5bc401-97cb-4caf-9857-8ff441375414" providerId="ADAL" clId="{1543B586-BB8D-4138-8D95-385D7F830B74}" dt="2024-04-29T06:13:44.578" v="1897" actId="167"/>
          <ac:grpSpMkLst>
            <pc:docMk/>
            <pc:sldMk cId="2887323412" sldId="409"/>
            <ac:grpSpMk id="35" creationId="{2A607C82-9E8F-71DF-EC1C-6BB3FBCF82DF}"/>
          </ac:grpSpMkLst>
        </pc:grpChg>
        <pc:grpChg chg="add mod">
          <ac:chgData name="Mengmeng Ge" userId="bb5bc401-97cb-4caf-9857-8ff441375414" providerId="ADAL" clId="{1543B586-BB8D-4138-8D95-385D7F830B74}" dt="2024-04-29T06:14:08.578" v="1900"/>
          <ac:grpSpMkLst>
            <pc:docMk/>
            <pc:sldMk cId="2887323412" sldId="409"/>
            <ac:grpSpMk id="40" creationId="{B144EB80-5776-0049-35BC-C67775389CAE}"/>
          </ac:grpSpMkLst>
        </pc:grpChg>
        <pc:cxnChg chg="mod">
          <ac:chgData name="Mengmeng Ge" userId="bb5bc401-97cb-4caf-9857-8ff441375414" providerId="ADAL" clId="{1543B586-BB8D-4138-8D95-385D7F830B74}" dt="2024-04-29T06:12:44.524" v="1844" actId="164"/>
          <ac:cxnSpMkLst>
            <pc:docMk/>
            <pc:sldMk cId="2887323412" sldId="409"/>
            <ac:cxnSpMk id="38" creationId="{00000000-0000-0000-0000-000000000000}"/>
          </ac:cxnSpMkLst>
        </pc:cxnChg>
      </pc:sldChg>
      <pc:sldChg chg="addSp delSp modSp mod addAnim delAnim">
        <pc:chgData name="Mengmeng Ge" userId="bb5bc401-97cb-4caf-9857-8ff441375414" providerId="ADAL" clId="{1543B586-BB8D-4138-8D95-385D7F830B74}" dt="2024-04-29T06:09:14.193" v="1807" actId="255"/>
        <pc:sldMkLst>
          <pc:docMk/>
          <pc:sldMk cId="1922618853" sldId="410"/>
        </pc:sldMkLst>
        <pc:spChg chg="mod">
          <ac:chgData name="Mengmeng Ge" userId="bb5bc401-97cb-4caf-9857-8ff441375414" providerId="ADAL" clId="{1543B586-BB8D-4138-8D95-385D7F830B74}" dt="2024-04-29T06:09:14.193" v="1807" actId="255"/>
          <ac:spMkLst>
            <pc:docMk/>
            <pc:sldMk cId="1922618853" sldId="410"/>
            <ac:spMk id="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5:56:55.605" v="1524" actId="478"/>
          <ac:spMkLst>
            <pc:docMk/>
            <pc:sldMk cId="1922618853" sldId="410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1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1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1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1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1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1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1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1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7:12.503" v="1791"/>
          <ac:spMkLst>
            <pc:docMk/>
            <pc:sldMk cId="1922618853" sldId="410"/>
            <ac:spMk id="19" creationId="{627B11F5-406D-638D-33C4-786B93A2127A}"/>
          </ac:spMkLst>
        </pc:spChg>
        <pc:spChg chg="mod">
          <ac:chgData name="Mengmeng Ge" userId="bb5bc401-97cb-4caf-9857-8ff441375414" providerId="ADAL" clId="{1543B586-BB8D-4138-8D95-385D7F830B74}" dt="2024-04-29T06:07:04.908" v="1790" actId="1035"/>
          <ac:spMkLst>
            <pc:docMk/>
            <pc:sldMk cId="1922618853" sldId="410"/>
            <ac:spMk id="21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6:34.306" v="1762" actId="478"/>
          <ac:spMkLst>
            <pc:docMk/>
            <pc:sldMk cId="1922618853" sldId="410"/>
            <ac:spMk id="2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6:30.928" v="1761" actId="478"/>
          <ac:spMkLst>
            <pc:docMk/>
            <pc:sldMk cId="1922618853" sldId="410"/>
            <ac:spMk id="23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6:35.922" v="1763" actId="478"/>
          <ac:spMkLst>
            <pc:docMk/>
            <pc:sldMk cId="1922618853" sldId="410"/>
            <ac:spMk id="24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6:35.922" v="1763" actId="478"/>
          <ac:spMkLst>
            <pc:docMk/>
            <pc:sldMk cId="1922618853" sldId="410"/>
            <ac:spMk id="25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6:37.371" v="1764" actId="478"/>
          <ac:spMkLst>
            <pc:docMk/>
            <pc:sldMk cId="1922618853" sldId="410"/>
            <ac:spMk id="26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6:37.371" v="1764" actId="478"/>
          <ac:spMkLst>
            <pc:docMk/>
            <pc:sldMk cId="1922618853" sldId="410"/>
            <ac:spMk id="27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6:37.371" v="1764" actId="478"/>
          <ac:spMkLst>
            <pc:docMk/>
            <pc:sldMk cId="1922618853" sldId="410"/>
            <ac:spMk id="28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06:37.371" v="1764" actId="478"/>
          <ac:spMkLst>
            <pc:docMk/>
            <pc:sldMk cId="1922618853" sldId="410"/>
            <ac:spMk id="2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5:57:05.972" v="1527" actId="14100"/>
          <ac:spMkLst>
            <pc:docMk/>
            <pc:sldMk cId="1922618853" sldId="410"/>
            <ac:spMk id="3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3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7:12.503" v="1791"/>
          <ac:spMkLst>
            <pc:docMk/>
            <pc:sldMk cId="1922618853" sldId="410"/>
            <ac:spMk id="32" creationId="{D07A52AD-97CD-53E6-84C6-D1365878705B}"/>
          </ac:spMkLst>
        </pc:spChg>
        <pc:spChg chg="mod">
          <ac:chgData name="Mengmeng Ge" userId="bb5bc401-97cb-4caf-9857-8ff441375414" providerId="ADAL" clId="{1543B586-BB8D-4138-8D95-385D7F830B74}" dt="2024-04-29T06:07:12.503" v="1791"/>
          <ac:spMkLst>
            <pc:docMk/>
            <pc:sldMk cId="1922618853" sldId="410"/>
            <ac:spMk id="34" creationId="{C70DFF0C-BE6F-8E02-DF35-6F24F5065E3D}"/>
          </ac:spMkLst>
        </pc:spChg>
        <pc:spChg chg="mod">
          <ac:chgData name="Mengmeng Ge" userId="bb5bc401-97cb-4caf-9857-8ff441375414" providerId="ADAL" clId="{1543B586-BB8D-4138-8D95-385D7F830B74}" dt="2024-04-29T06:07:12.503" v="1791"/>
          <ac:spMkLst>
            <pc:docMk/>
            <pc:sldMk cId="1922618853" sldId="410"/>
            <ac:spMk id="35" creationId="{5B3247AA-047F-4CF1-AE24-CA0D050032B5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3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3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3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8.029" v="1788" actId="1038"/>
          <ac:spMkLst>
            <pc:docMk/>
            <pc:sldMk cId="1922618853" sldId="410"/>
            <ac:spMk id="3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6:51.820" v="1769" actId="164"/>
          <ac:spMkLst>
            <pc:docMk/>
            <pc:sldMk cId="1922618853" sldId="410"/>
            <ac:spMk id="4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7:12.503" v="1791"/>
          <ac:spMkLst>
            <pc:docMk/>
            <pc:sldMk cId="1922618853" sldId="410"/>
            <ac:spMk id="42" creationId="{60031351-7226-9791-96A3-825516DA79A7}"/>
          </ac:spMkLst>
        </pc:spChg>
        <pc:spChg chg="mod">
          <ac:chgData name="Mengmeng Ge" userId="bb5bc401-97cb-4caf-9857-8ff441375414" providerId="ADAL" clId="{1543B586-BB8D-4138-8D95-385D7F830B74}" dt="2024-04-29T06:07:12.503" v="1791"/>
          <ac:spMkLst>
            <pc:docMk/>
            <pc:sldMk cId="1922618853" sldId="410"/>
            <ac:spMk id="43" creationId="{A9603354-7CE3-F1C1-4703-2E86BEC13298}"/>
          </ac:spMkLst>
        </pc:spChg>
        <pc:spChg chg="mod">
          <ac:chgData name="Mengmeng Ge" userId="bb5bc401-97cb-4caf-9857-8ff441375414" providerId="ADAL" clId="{1543B586-BB8D-4138-8D95-385D7F830B74}" dt="2024-04-29T06:07:12.503" v="1791"/>
          <ac:spMkLst>
            <pc:docMk/>
            <pc:sldMk cId="1922618853" sldId="410"/>
            <ac:spMk id="44" creationId="{87991FF7-AC9A-028A-19AC-5B88EF8E4F39}"/>
          </ac:spMkLst>
        </pc:spChg>
        <pc:spChg chg="mod">
          <ac:chgData name="Mengmeng Ge" userId="bb5bc401-97cb-4caf-9857-8ff441375414" providerId="ADAL" clId="{1543B586-BB8D-4138-8D95-385D7F830B74}" dt="2024-04-29T06:07:12.503" v="1791"/>
          <ac:spMkLst>
            <pc:docMk/>
            <pc:sldMk cId="1922618853" sldId="410"/>
            <ac:spMk id="45" creationId="{66041CB6-5B01-D2A1-8DEB-68028971687E}"/>
          </ac:spMkLst>
        </pc:spChg>
        <pc:grpChg chg="add mod">
          <ac:chgData name="Mengmeng Ge" userId="bb5bc401-97cb-4caf-9857-8ff441375414" providerId="ADAL" clId="{1543B586-BB8D-4138-8D95-385D7F830B74}" dt="2024-04-29T06:07:24.704" v="1794" actId="1035"/>
          <ac:grpSpMkLst>
            <pc:docMk/>
            <pc:sldMk cId="1922618853" sldId="410"/>
            <ac:grpSpMk id="6" creationId="{D8A4086E-BBEE-1D31-ADDC-D11EBB84352E}"/>
          </ac:grpSpMkLst>
        </pc:grpChg>
        <pc:grpChg chg="add mod">
          <ac:chgData name="Mengmeng Ge" userId="bb5bc401-97cb-4caf-9857-8ff441375414" providerId="ADAL" clId="{1543B586-BB8D-4138-8D95-385D7F830B74}" dt="2024-04-29T06:07:14.222" v="1793" actId="1036"/>
          <ac:grpSpMkLst>
            <pc:docMk/>
            <pc:sldMk cId="1922618853" sldId="410"/>
            <ac:grpSpMk id="18" creationId="{905F21CA-7032-69FC-403F-3A8BC9F35391}"/>
          </ac:grpSpMkLst>
        </pc:grpChg>
        <pc:grpChg chg="add del mod">
          <ac:chgData name="Mengmeng Ge" userId="bb5bc401-97cb-4caf-9857-8ff441375414" providerId="ADAL" clId="{1543B586-BB8D-4138-8D95-385D7F830B74}" dt="2024-04-29T06:06:58.029" v="1788" actId="1038"/>
          <ac:grpSpMkLst>
            <pc:docMk/>
            <pc:sldMk cId="1922618853" sldId="410"/>
            <ac:grpSpMk id="33" creationId="{00000000-0000-0000-0000-000000000000}"/>
          </ac:grpSpMkLst>
        </pc:grpChg>
        <pc:cxnChg chg="mod">
          <ac:chgData name="Mengmeng Ge" userId="bb5bc401-97cb-4caf-9857-8ff441375414" providerId="ADAL" clId="{1543B586-BB8D-4138-8D95-385D7F830B74}" dt="2024-04-29T06:06:51.820" v="1769" actId="164"/>
          <ac:cxnSpMkLst>
            <pc:docMk/>
            <pc:sldMk cId="1922618853" sldId="410"/>
            <ac:cxnSpMk id="40" creationId="{00000000-0000-0000-0000-000000000000}"/>
          </ac:cxnSpMkLst>
        </pc:cxnChg>
      </pc:sldChg>
      <pc:sldChg chg="modSp del mod">
        <pc:chgData name="Mengmeng Ge" userId="bb5bc401-97cb-4caf-9857-8ff441375414" providerId="ADAL" clId="{1543B586-BB8D-4138-8D95-385D7F830B74}" dt="2024-04-29T04:52:28.534" v="1024" actId="47"/>
        <pc:sldMkLst>
          <pc:docMk/>
          <pc:sldMk cId="4279394942" sldId="412"/>
        </pc:sldMkLst>
        <pc:spChg chg="mod">
          <ac:chgData name="Mengmeng Ge" userId="bb5bc401-97cb-4caf-9857-8ff441375414" providerId="ADAL" clId="{1543B586-BB8D-4138-8D95-385D7F830B74}" dt="2024-04-29T04:44:45.260" v="936" actId="21"/>
          <ac:spMkLst>
            <pc:docMk/>
            <pc:sldMk cId="4279394942" sldId="412"/>
            <ac:spMk id="14" creationId="{00000000-0000-0000-0000-000000000000}"/>
          </ac:spMkLst>
        </pc:spChg>
      </pc:sldChg>
      <pc:sldChg chg="del">
        <pc:chgData name="Mengmeng Ge" userId="bb5bc401-97cb-4caf-9857-8ff441375414" providerId="ADAL" clId="{1543B586-BB8D-4138-8D95-385D7F830B74}" dt="2024-04-29T04:54:07.703" v="1025" actId="47"/>
        <pc:sldMkLst>
          <pc:docMk/>
          <pc:sldMk cId="1282759885" sldId="413"/>
        </pc:sldMkLst>
      </pc:sldChg>
      <pc:sldChg chg="addSp delSp modSp mod modAnim">
        <pc:chgData name="Mengmeng Ge" userId="bb5bc401-97cb-4caf-9857-8ff441375414" providerId="ADAL" clId="{1543B586-BB8D-4138-8D95-385D7F830B74}" dt="2024-04-29T06:05:48.479" v="1757" actId="164"/>
        <pc:sldMkLst>
          <pc:docMk/>
          <pc:sldMk cId="3868956049" sldId="414"/>
        </pc:sldMkLst>
        <pc:spChg chg="mod">
          <ac:chgData name="Mengmeng Ge" userId="bb5bc401-97cb-4caf-9857-8ff441375414" providerId="ADAL" clId="{1543B586-BB8D-4138-8D95-385D7F830B74}" dt="2024-04-29T05:33:22.510" v="1510" actId="14100"/>
          <ac:spMkLst>
            <pc:docMk/>
            <pc:sldMk cId="3868956049" sldId="414"/>
            <ac:spMk id="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5:33:42.206" v="1515" actId="478"/>
          <ac:spMkLst>
            <pc:docMk/>
            <pc:sldMk cId="3868956049" sldId="414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34.613" v="1715" actId="164"/>
          <ac:spMkLst>
            <pc:docMk/>
            <pc:sldMk cId="3868956049" sldId="414"/>
            <ac:spMk id="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1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1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1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1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1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2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2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48.479" v="1757" actId="164"/>
          <ac:spMkLst>
            <pc:docMk/>
            <pc:sldMk cId="3868956049" sldId="414"/>
            <ac:spMk id="2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48.479" v="1757" actId="164"/>
          <ac:spMkLst>
            <pc:docMk/>
            <pc:sldMk cId="3868956049" sldId="414"/>
            <ac:spMk id="2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48.479" v="1757" actId="164"/>
          <ac:spMkLst>
            <pc:docMk/>
            <pc:sldMk cId="3868956049" sldId="414"/>
            <ac:spMk id="2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48.479" v="1757" actId="164"/>
          <ac:spMkLst>
            <pc:docMk/>
            <pc:sldMk cId="3868956049" sldId="414"/>
            <ac:spMk id="25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48.479" v="1757" actId="164"/>
          <ac:spMkLst>
            <pc:docMk/>
            <pc:sldMk cId="3868956049" sldId="414"/>
            <ac:spMk id="26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48.479" v="1757" actId="164"/>
          <ac:spMkLst>
            <pc:docMk/>
            <pc:sldMk cId="3868956049" sldId="414"/>
            <ac:spMk id="2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48.479" v="1757" actId="164"/>
          <ac:spMkLst>
            <pc:docMk/>
            <pc:sldMk cId="3868956049" sldId="414"/>
            <ac:spMk id="2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5:48.479" v="1757" actId="164"/>
          <ac:spMkLst>
            <pc:docMk/>
            <pc:sldMk cId="3868956049" sldId="414"/>
            <ac:spMk id="2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3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40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4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4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4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6:04:42.549" v="1722" actId="1038"/>
          <ac:spMkLst>
            <pc:docMk/>
            <pc:sldMk cId="3868956049" sldId="414"/>
            <ac:spMk id="44" creationId="{00000000-0000-0000-0000-000000000000}"/>
          </ac:spMkLst>
        </pc:spChg>
        <pc:grpChg chg="add mod">
          <ac:chgData name="Mengmeng Ge" userId="bb5bc401-97cb-4caf-9857-8ff441375414" providerId="ADAL" clId="{1543B586-BB8D-4138-8D95-385D7F830B74}" dt="2024-04-29T06:04:27.480" v="1714" actId="164"/>
          <ac:grpSpMkLst>
            <pc:docMk/>
            <pc:sldMk cId="3868956049" sldId="414"/>
            <ac:grpSpMk id="9" creationId="{6347E7B4-BDBE-B5DB-3242-FE3E02031226}"/>
          </ac:grpSpMkLst>
        </pc:grpChg>
        <pc:grpChg chg="add mod">
          <ac:chgData name="Mengmeng Ge" userId="bb5bc401-97cb-4caf-9857-8ff441375414" providerId="ADAL" clId="{1543B586-BB8D-4138-8D95-385D7F830B74}" dt="2024-04-29T06:04:42.549" v="1722" actId="1038"/>
          <ac:grpSpMkLst>
            <pc:docMk/>
            <pc:sldMk cId="3868956049" sldId="414"/>
            <ac:grpSpMk id="10" creationId="{C5401CD8-5848-6F82-87D5-126962918A33}"/>
          </ac:grpSpMkLst>
        </pc:grpChg>
        <pc:grpChg chg="add mod">
          <ac:chgData name="Mengmeng Ge" userId="bb5bc401-97cb-4caf-9857-8ff441375414" providerId="ADAL" clId="{1543B586-BB8D-4138-8D95-385D7F830B74}" dt="2024-04-29T06:05:48.479" v="1757" actId="164"/>
          <ac:grpSpMkLst>
            <pc:docMk/>
            <pc:sldMk cId="3868956049" sldId="414"/>
            <ac:grpSpMk id="11" creationId="{BE6E6B81-3C14-6BDB-61CB-F0F96B62838C}"/>
          </ac:grpSpMkLst>
        </pc:grpChg>
        <pc:cxnChg chg="mod">
          <ac:chgData name="Mengmeng Ge" userId="bb5bc401-97cb-4caf-9857-8ff441375414" providerId="ADAL" clId="{1543B586-BB8D-4138-8D95-385D7F830B74}" dt="2024-04-29T06:04:34.613" v="1715" actId="164"/>
          <ac:cxnSpMkLst>
            <pc:docMk/>
            <pc:sldMk cId="3868956049" sldId="414"/>
            <ac:cxnSpMk id="7" creationId="{00000000-0000-0000-0000-000000000000}"/>
          </ac:cxnSpMkLst>
        </pc:cxnChg>
      </pc:sldChg>
      <pc:sldChg chg="delSp modSp mod modNotesTx">
        <pc:chgData name="Mengmeng Ge" userId="bb5bc401-97cb-4caf-9857-8ff441375414" providerId="ADAL" clId="{1543B586-BB8D-4138-8D95-385D7F830B74}" dt="2024-04-29T09:14:23.260" v="1964"/>
        <pc:sldMkLst>
          <pc:docMk/>
          <pc:sldMk cId="743398095" sldId="416"/>
        </pc:sldMkLst>
        <pc:spChg chg="mod">
          <ac:chgData name="Mengmeng Ge" userId="bb5bc401-97cb-4caf-9857-8ff441375414" providerId="ADAL" clId="{1543B586-BB8D-4138-8D95-385D7F830B74}" dt="2024-04-29T09:08:15.030" v="1917" actId="14100"/>
          <ac:spMkLst>
            <pc:docMk/>
            <pc:sldMk cId="743398095" sldId="416"/>
            <ac:spMk id="2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4:37.665" v="1904" actId="478"/>
          <ac:spMkLst>
            <pc:docMk/>
            <pc:sldMk cId="743398095" sldId="416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09:44.659" v="1923" actId="20577"/>
          <ac:spMkLst>
            <pc:docMk/>
            <pc:sldMk cId="743398095" sldId="416"/>
            <ac:spMk id="14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0:00.915" v="1927" actId="20577"/>
          <ac:spMkLst>
            <pc:docMk/>
            <pc:sldMk cId="743398095" sldId="416"/>
            <ac:spMk id="2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0:50.088" v="1939" actId="20577"/>
          <ac:spMkLst>
            <pc:docMk/>
            <pc:sldMk cId="743398095" sldId="416"/>
            <ac:spMk id="37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1:56.990" v="1962" actId="14100"/>
          <ac:spMkLst>
            <pc:docMk/>
            <pc:sldMk cId="743398095" sldId="416"/>
            <ac:spMk id="4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9:11:45.084" v="1961"/>
          <ac:spMkLst>
            <pc:docMk/>
            <pc:sldMk cId="743398095" sldId="416"/>
            <ac:spMk id="50" creationId="{00000000-0000-0000-0000-000000000000}"/>
          </ac:spMkLst>
        </pc:spChg>
      </pc:sldChg>
      <pc:sldChg chg="delSp modSp mod">
        <pc:chgData name="Mengmeng Ge" userId="bb5bc401-97cb-4caf-9857-8ff441375414" providerId="ADAL" clId="{1543B586-BB8D-4138-8D95-385D7F830B74}" dt="2024-04-29T06:11:08.109" v="1823" actId="1076"/>
        <pc:sldMkLst>
          <pc:docMk/>
          <pc:sldMk cId="107321635" sldId="417"/>
        </pc:sldMkLst>
        <pc:spChg chg="mod">
          <ac:chgData name="Mengmeng Ge" userId="bb5bc401-97cb-4caf-9857-8ff441375414" providerId="ADAL" clId="{1543B586-BB8D-4138-8D95-385D7F830B74}" dt="2024-04-29T06:11:08.109" v="1823" actId="1076"/>
          <ac:spMkLst>
            <pc:docMk/>
            <pc:sldMk cId="107321635" sldId="417"/>
            <ac:spMk id="13" creationId="{00000000-0000-0000-0000-000000000000}"/>
          </ac:spMkLst>
        </pc:spChg>
        <pc:spChg chg="del">
          <ac:chgData name="Mengmeng Ge" userId="bb5bc401-97cb-4caf-9857-8ff441375414" providerId="ADAL" clId="{1543B586-BB8D-4138-8D95-385D7F830B74}" dt="2024-04-29T06:10:11.435" v="1808" actId="478"/>
          <ac:spMkLst>
            <pc:docMk/>
            <pc:sldMk cId="107321635" sldId="417"/>
            <ac:spMk id="14" creationId="{C5176E2C-E772-3016-7F27-63CADCA16860}"/>
          </ac:spMkLst>
        </pc:spChg>
        <pc:spChg chg="mod">
          <ac:chgData name="Mengmeng Ge" userId="bb5bc401-97cb-4caf-9857-8ff441375414" providerId="ADAL" clId="{1543B586-BB8D-4138-8D95-385D7F830B74}" dt="2024-04-29T06:11:02.893" v="1822" actId="20577"/>
          <ac:spMkLst>
            <pc:docMk/>
            <pc:sldMk cId="107321635" sldId="417"/>
            <ac:spMk id="31" creationId="{00000000-0000-0000-0000-000000000000}"/>
          </ac:spMkLst>
        </pc:spChg>
        <pc:cxnChg chg="mod">
          <ac:chgData name="Mengmeng Ge" userId="bb5bc401-97cb-4caf-9857-8ff441375414" providerId="ADAL" clId="{1543B586-BB8D-4138-8D95-385D7F830B74}" dt="2024-04-29T06:10:20.311" v="1810" actId="208"/>
          <ac:cxnSpMkLst>
            <pc:docMk/>
            <pc:sldMk cId="107321635" sldId="417"/>
            <ac:cxnSpMk id="11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6:10:33.153" v="1815" actId="1038"/>
          <ac:cxnSpMkLst>
            <pc:docMk/>
            <pc:sldMk cId="107321635" sldId="417"/>
            <ac:cxnSpMk id="12" creationId="{00000000-0000-0000-0000-000000000000}"/>
          </ac:cxnSpMkLst>
        </pc:cxnChg>
      </pc:sldChg>
      <pc:sldChg chg="modSp mod">
        <pc:chgData name="Mengmeng Ge" userId="bb5bc401-97cb-4caf-9857-8ff441375414" providerId="ADAL" clId="{1543B586-BB8D-4138-8D95-385D7F830B74}" dt="2024-04-29T04:33:20.669" v="853" actId="20577"/>
        <pc:sldMkLst>
          <pc:docMk/>
          <pc:sldMk cId="1919569660" sldId="431"/>
        </pc:sldMkLst>
        <pc:spChg chg="mod">
          <ac:chgData name="Mengmeng Ge" userId="bb5bc401-97cb-4caf-9857-8ff441375414" providerId="ADAL" clId="{1543B586-BB8D-4138-8D95-385D7F830B74}" dt="2024-04-29T04:26:52.181" v="758" actId="14100"/>
          <ac:spMkLst>
            <pc:docMk/>
            <pc:sldMk cId="1919569660" sldId="431"/>
            <ac:spMk id="2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27:01.872" v="764" actId="1076"/>
          <ac:spMkLst>
            <pc:docMk/>
            <pc:sldMk cId="1919569660" sldId="431"/>
            <ac:spMk id="3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3:20.669" v="853" actId="20577"/>
          <ac:spMkLst>
            <pc:docMk/>
            <pc:sldMk cId="1919569660" sldId="431"/>
            <ac:spMk id="18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27:49.628" v="798" actId="20577"/>
          <ac:spMkLst>
            <pc:docMk/>
            <pc:sldMk cId="1919569660" sldId="431"/>
            <ac:spMk id="29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33:18.892" v="852" actId="20577"/>
          <ac:spMkLst>
            <pc:docMk/>
            <pc:sldMk cId="1919569660" sldId="431"/>
            <ac:spMk id="31" creationId="{00000000-0000-0000-0000-000000000000}"/>
          </ac:spMkLst>
        </pc:spChg>
        <pc:spChg chg="mod">
          <ac:chgData name="Mengmeng Ge" userId="bb5bc401-97cb-4caf-9857-8ff441375414" providerId="ADAL" clId="{1543B586-BB8D-4138-8D95-385D7F830B74}" dt="2024-04-29T04:28:05.959" v="805" actId="20577"/>
          <ac:spMkLst>
            <pc:docMk/>
            <pc:sldMk cId="1919569660" sldId="431"/>
            <ac:spMk id="33" creationId="{00000000-0000-0000-0000-000000000000}"/>
          </ac:spMkLst>
        </pc:spChg>
        <pc:cxnChg chg="mod">
          <ac:chgData name="Mengmeng Ge" userId="bb5bc401-97cb-4caf-9857-8ff441375414" providerId="ADAL" clId="{1543B586-BB8D-4138-8D95-385D7F830B74}" dt="2024-04-29T04:27:36.030" v="794" actId="1582"/>
          <ac:cxnSpMkLst>
            <pc:docMk/>
            <pc:sldMk cId="1919569660" sldId="431"/>
            <ac:cxnSpMk id="36" creationId="{00000000-0000-0000-0000-000000000000}"/>
          </ac:cxnSpMkLst>
        </pc:cxnChg>
        <pc:cxnChg chg="mod">
          <ac:chgData name="Mengmeng Ge" userId="bb5bc401-97cb-4caf-9857-8ff441375414" providerId="ADAL" clId="{1543B586-BB8D-4138-8D95-385D7F830B74}" dt="2024-04-29T04:27:45.078" v="797" actId="1038"/>
          <ac:cxnSpMkLst>
            <pc:docMk/>
            <pc:sldMk cId="1919569660" sldId="431"/>
            <ac:cxnSpMk id="37" creationId="{00000000-0000-0000-0000-000000000000}"/>
          </ac:cxnSpMkLst>
        </pc:cxnChg>
      </pc:sldChg>
      <pc:sldChg chg="modSp mod">
        <pc:chgData name="Mengmeng Ge" userId="bb5bc401-97cb-4caf-9857-8ff441375414" providerId="ADAL" clId="{1543B586-BB8D-4138-8D95-385D7F830B74}" dt="2024-04-28T23:26:49.130" v="96" actId="255"/>
        <pc:sldMkLst>
          <pc:docMk/>
          <pc:sldMk cId="2852110861" sldId="457"/>
        </pc:sldMkLst>
        <pc:spChg chg="mod">
          <ac:chgData name="Mengmeng Ge" userId="bb5bc401-97cb-4caf-9857-8ff441375414" providerId="ADAL" clId="{1543B586-BB8D-4138-8D95-385D7F830B74}" dt="2024-04-28T23:26:49.130" v="96" actId="255"/>
          <ac:spMkLst>
            <pc:docMk/>
            <pc:sldMk cId="2852110861" sldId="457"/>
            <ac:spMk id="3" creationId="{00000000-0000-0000-0000-000000000000}"/>
          </ac:spMkLst>
        </pc:spChg>
      </pc:sldChg>
      <pc:sldChg chg="new del">
        <pc:chgData name="Mengmeng Ge" userId="bb5bc401-97cb-4caf-9857-8ff441375414" providerId="ADAL" clId="{1543B586-BB8D-4138-8D95-385D7F830B74}" dt="2024-04-28T23:33:27.721" v="118" actId="680"/>
        <pc:sldMkLst>
          <pc:docMk/>
          <pc:sldMk cId="2015832611" sldId="633"/>
        </pc:sldMkLst>
      </pc:sldChg>
      <pc:sldChg chg="addSp delSp modSp new mod modClrScheme chgLayout">
        <pc:chgData name="Mengmeng Ge" userId="bb5bc401-97cb-4caf-9857-8ff441375414" providerId="ADAL" clId="{1543B586-BB8D-4138-8D95-385D7F830B74}" dt="2024-04-28T23:36:31.043" v="169" actId="20577"/>
        <pc:sldMkLst>
          <pc:docMk/>
          <pc:sldMk cId="4178840939" sldId="633"/>
        </pc:sldMkLst>
        <pc:spChg chg="del mod ord">
          <ac:chgData name="Mengmeng Ge" userId="bb5bc401-97cb-4caf-9857-8ff441375414" providerId="ADAL" clId="{1543B586-BB8D-4138-8D95-385D7F830B74}" dt="2024-04-28T23:36:22.238" v="167" actId="700"/>
          <ac:spMkLst>
            <pc:docMk/>
            <pc:sldMk cId="4178840939" sldId="633"/>
            <ac:spMk id="2" creationId="{A85B7D2B-FDBF-41C1-2419-5D65F6DEE905}"/>
          </ac:spMkLst>
        </pc:spChg>
        <pc:spChg chg="del mod ord">
          <ac:chgData name="Mengmeng Ge" userId="bb5bc401-97cb-4caf-9857-8ff441375414" providerId="ADAL" clId="{1543B586-BB8D-4138-8D95-385D7F830B74}" dt="2024-04-28T23:36:22.238" v="167" actId="700"/>
          <ac:spMkLst>
            <pc:docMk/>
            <pc:sldMk cId="4178840939" sldId="633"/>
            <ac:spMk id="3" creationId="{A603706F-AB6A-4115-0050-E5C52A89007A}"/>
          </ac:spMkLst>
        </pc:spChg>
        <pc:spChg chg="mod ord">
          <ac:chgData name="Mengmeng Ge" userId="bb5bc401-97cb-4caf-9857-8ff441375414" providerId="ADAL" clId="{1543B586-BB8D-4138-8D95-385D7F830B74}" dt="2024-04-28T23:36:22.238" v="167" actId="700"/>
          <ac:spMkLst>
            <pc:docMk/>
            <pc:sldMk cId="4178840939" sldId="633"/>
            <ac:spMk id="4" creationId="{7082D813-7448-51C8-88B7-0B50B1840571}"/>
          </ac:spMkLst>
        </pc:spChg>
        <pc:spChg chg="add mod ord">
          <ac:chgData name="Mengmeng Ge" userId="bb5bc401-97cb-4caf-9857-8ff441375414" providerId="ADAL" clId="{1543B586-BB8D-4138-8D95-385D7F830B74}" dt="2024-04-28T23:36:31.043" v="169" actId="20577"/>
          <ac:spMkLst>
            <pc:docMk/>
            <pc:sldMk cId="4178840939" sldId="633"/>
            <ac:spMk id="5" creationId="{17656B8C-E260-D862-3A96-0B7B9F57DE56}"/>
          </ac:spMkLst>
        </pc:spChg>
        <pc:spChg chg="add mod ord">
          <ac:chgData name="Mengmeng Ge" userId="bb5bc401-97cb-4caf-9857-8ff441375414" providerId="ADAL" clId="{1543B586-BB8D-4138-8D95-385D7F830B74}" dt="2024-04-28T23:36:22.238" v="167" actId="700"/>
          <ac:spMkLst>
            <pc:docMk/>
            <pc:sldMk cId="4178840939" sldId="633"/>
            <ac:spMk id="6" creationId="{6146BB4E-417B-4FAE-49E3-1B9FF7996336}"/>
          </ac:spMkLst>
        </pc:spChg>
      </pc:sldChg>
      <pc:sldChg chg="addSp delSp modSp new mod modClrScheme chgLayout">
        <pc:chgData name="Mengmeng Ge" userId="bb5bc401-97cb-4caf-9857-8ff441375414" providerId="ADAL" clId="{1543B586-BB8D-4138-8D95-385D7F830B74}" dt="2024-04-28T23:41:00.010" v="266" actId="20577"/>
        <pc:sldMkLst>
          <pc:docMk/>
          <pc:sldMk cId="412212785" sldId="634"/>
        </pc:sldMkLst>
        <pc:spChg chg="del mod ord">
          <ac:chgData name="Mengmeng Ge" userId="bb5bc401-97cb-4caf-9857-8ff441375414" providerId="ADAL" clId="{1543B586-BB8D-4138-8D95-385D7F830B74}" dt="2024-04-28T23:40:44.281" v="255" actId="700"/>
          <ac:spMkLst>
            <pc:docMk/>
            <pc:sldMk cId="412212785" sldId="634"/>
            <ac:spMk id="2" creationId="{FB831544-30BA-9BEE-2B45-A570593D63B8}"/>
          </ac:spMkLst>
        </pc:spChg>
        <pc:spChg chg="del mod ord">
          <ac:chgData name="Mengmeng Ge" userId="bb5bc401-97cb-4caf-9857-8ff441375414" providerId="ADAL" clId="{1543B586-BB8D-4138-8D95-385D7F830B74}" dt="2024-04-28T23:40:44.281" v="255" actId="700"/>
          <ac:spMkLst>
            <pc:docMk/>
            <pc:sldMk cId="412212785" sldId="634"/>
            <ac:spMk id="3" creationId="{EA8C8FF7-87B3-4557-BEE3-699D67015C35}"/>
          </ac:spMkLst>
        </pc:spChg>
        <pc:spChg chg="mod ord">
          <ac:chgData name="Mengmeng Ge" userId="bb5bc401-97cb-4caf-9857-8ff441375414" providerId="ADAL" clId="{1543B586-BB8D-4138-8D95-385D7F830B74}" dt="2024-04-28T23:40:44.281" v="255" actId="700"/>
          <ac:spMkLst>
            <pc:docMk/>
            <pc:sldMk cId="412212785" sldId="634"/>
            <ac:spMk id="4" creationId="{534EA1F1-EC52-43D5-28E9-5F31047AE164}"/>
          </ac:spMkLst>
        </pc:spChg>
        <pc:spChg chg="add mod ord">
          <ac:chgData name="Mengmeng Ge" userId="bb5bc401-97cb-4caf-9857-8ff441375414" providerId="ADAL" clId="{1543B586-BB8D-4138-8D95-385D7F830B74}" dt="2024-04-28T23:41:00.010" v="266" actId="20577"/>
          <ac:spMkLst>
            <pc:docMk/>
            <pc:sldMk cId="412212785" sldId="634"/>
            <ac:spMk id="5" creationId="{BB27947D-FE8E-8689-153E-640F11BB79CF}"/>
          </ac:spMkLst>
        </pc:spChg>
        <pc:spChg chg="add mod ord">
          <ac:chgData name="Mengmeng Ge" userId="bb5bc401-97cb-4caf-9857-8ff441375414" providerId="ADAL" clId="{1543B586-BB8D-4138-8D95-385D7F830B74}" dt="2024-04-28T23:40:44.281" v="255" actId="700"/>
          <ac:spMkLst>
            <pc:docMk/>
            <pc:sldMk cId="412212785" sldId="634"/>
            <ac:spMk id="6" creationId="{D7DB7918-C4EA-74F5-07E4-F60C37EBCD15}"/>
          </ac:spMkLst>
        </pc:spChg>
      </pc:sldChg>
      <pc:sldChg chg="new del">
        <pc:chgData name="Mengmeng Ge" userId="bb5bc401-97cb-4caf-9857-8ff441375414" providerId="ADAL" clId="{1543B586-BB8D-4138-8D95-385D7F830B74}" dt="2024-04-29T03:20:33.797" v="437" actId="47"/>
        <pc:sldMkLst>
          <pc:docMk/>
          <pc:sldMk cId="1061773551" sldId="635"/>
        </pc:sldMkLst>
      </pc:sldChg>
      <pc:sldChg chg="addSp delSp modSp new mod modClrScheme chgLayout">
        <pc:chgData name="Mengmeng Ge" userId="bb5bc401-97cb-4caf-9857-8ff441375414" providerId="ADAL" clId="{1543B586-BB8D-4138-8D95-385D7F830B74}" dt="2024-04-29T04:30:02.659" v="822" actId="20577"/>
        <pc:sldMkLst>
          <pc:docMk/>
          <pc:sldMk cId="3536258341" sldId="635"/>
        </pc:sldMkLst>
        <pc:spChg chg="del mod ord">
          <ac:chgData name="Mengmeng Ge" userId="bb5bc401-97cb-4caf-9857-8ff441375414" providerId="ADAL" clId="{1543B586-BB8D-4138-8D95-385D7F830B74}" dt="2024-04-29T04:29:41.548" v="820" actId="700"/>
          <ac:spMkLst>
            <pc:docMk/>
            <pc:sldMk cId="3536258341" sldId="635"/>
            <ac:spMk id="2" creationId="{03F1522D-ECF3-0F9A-9A39-3BD09C5A9FF8}"/>
          </ac:spMkLst>
        </pc:spChg>
        <pc:spChg chg="del mod ord">
          <ac:chgData name="Mengmeng Ge" userId="bb5bc401-97cb-4caf-9857-8ff441375414" providerId="ADAL" clId="{1543B586-BB8D-4138-8D95-385D7F830B74}" dt="2024-04-29T04:29:41.548" v="820" actId="700"/>
          <ac:spMkLst>
            <pc:docMk/>
            <pc:sldMk cId="3536258341" sldId="635"/>
            <ac:spMk id="3" creationId="{B3376959-5759-FC74-BBB9-0695AD39583F}"/>
          </ac:spMkLst>
        </pc:spChg>
        <pc:spChg chg="mod ord">
          <ac:chgData name="Mengmeng Ge" userId="bb5bc401-97cb-4caf-9857-8ff441375414" providerId="ADAL" clId="{1543B586-BB8D-4138-8D95-385D7F830B74}" dt="2024-04-29T04:29:41.548" v="820" actId="700"/>
          <ac:spMkLst>
            <pc:docMk/>
            <pc:sldMk cId="3536258341" sldId="635"/>
            <ac:spMk id="4" creationId="{2FB0FEBF-EEBE-9A60-9889-897DDED978B5}"/>
          </ac:spMkLst>
        </pc:spChg>
        <pc:spChg chg="add mod ord">
          <ac:chgData name="Mengmeng Ge" userId="bb5bc401-97cb-4caf-9857-8ff441375414" providerId="ADAL" clId="{1543B586-BB8D-4138-8D95-385D7F830B74}" dt="2024-04-29T04:30:02.659" v="822" actId="20577"/>
          <ac:spMkLst>
            <pc:docMk/>
            <pc:sldMk cId="3536258341" sldId="635"/>
            <ac:spMk id="5" creationId="{835935EE-054C-B17B-536F-958BE468B7A1}"/>
          </ac:spMkLst>
        </pc:spChg>
        <pc:spChg chg="add mod ord">
          <ac:chgData name="Mengmeng Ge" userId="bb5bc401-97cb-4caf-9857-8ff441375414" providerId="ADAL" clId="{1543B586-BB8D-4138-8D95-385D7F830B74}" dt="2024-04-29T04:29:41.548" v="820" actId="700"/>
          <ac:spMkLst>
            <pc:docMk/>
            <pc:sldMk cId="3536258341" sldId="635"/>
            <ac:spMk id="6" creationId="{3B94138C-BE47-08F9-C90E-8D4C5CF1EA32}"/>
          </ac:spMkLst>
        </pc:spChg>
      </pc:sldChg>
      <pc:sldChg chg="addSp delSp modSp new mod modClrScheme chgLayout">
        <pc:chgData name="Mengmeng Ge" userId="bb5bc401-97cb-4caf-9857-8ff441375414" providerId="ADAL" clId="{1543B586-BB8D-4138-8D95-385D7F830B74}" dt="2024-04-29T04:56:43.414" v="1030" actId="20577"/>
        <pc:sldMkLst>
          <pc:docMk/>
          <pc:sldMk cId="3585637595" sldId="636"/>
        </pc:sldMkLst>
        <pc:spChg chg="del mod ord">
          <ac:chgData name="Mengmeng Ge" userId="bb5bc401-97cb-4caf-9857-8ff441375414" providerId="ADAL" clId="{1543B586-BB8D-4138-8D95-385D7F830B74}" dt="2024-04-29T04:56:29.834" v="1028" actId="700"/>
          <ac:spMkLst>
            <pc:docMk/>
            <pc:sldMk cId="3585637595" sldId="636"/>
            <ac:spMk id="2" creationId="{02D8E5C2-4BFA-BFCE-0A78-A8FEE85152F1}"/>
          </ac:spMkLst>
        </pc:spChg>
        <pc:spChg chg="del mod ord">
          <ac:chgData name="Mengmeng Ge" userId="bb5bc401-97cb-4caf-9857-8ff441375414" providerId="ADAL" clId="{1543B586-BB8D-4138-8D95-385D7F830B74}" dt="2024-04-29T04:56:29.834" v="1028" actId="700"/>
          <ac:spMkLst>
            <pc:docMk/>
            <pc:sldMk cId="3585637595" sldId="636"/>
            <ac:spMk id="3" creationId="{CD7D9824-629E-A8CD-D691-F494EBAF83AB}"/>
          </ac:spMkLst>
        </pc:spChg>
        <pc:spChg chg="mod ord">
          <ac:chgData name="Mengmeng Ge" userId="bb5bc401-97cb-4caf-9857-8ff441375414" providerId="ADAL" clId="{1543B586-BB8D-4138-8D95-385D7F830B74}" dt="2024-04-29T04:56:29.834" v="1028" actId="700"/>
          <ac:spMkLst>
            <pc:docMk/>
            <pc:sldMk cId="3585637595" sldId="636"/>
            <ac:spMk id="4" creationId="{0361C7ED-1ED3-FA59-AA8A-B83A49776443}"/>
          </ac:spMkLst>
        </pc:spChg>
        <pc:spChg chg="add mod ord">
          <ac:chgData name="Mengmeng Ge" userId="bb5bc401-97cb-4caf-9857-8ff441375414" providerId="ADAL" clId="{1543B586-BB8D-4138-8D95-385D7F830B74}" dt="2024-04-29T04:56:43.414" v="1030" actId="20577"/>
          <ac:spMkLst>
            <pc:docMk/>
            <pc:sldMk cId="3585637595" sldId="636"/>
            <ac:spMk id="5" creationId="{0FBC782A-07A8-BE8D-64FF-F6A16AA64CE6}"/>
          </ac:spMkLst>
        </pc:spChg>
        <pc:spChg chg="add mod ord">
          <ac:chgData name="Mengmeng Ge" userId="bb5bc401-97cb-4caf-9857-8ff441375414" providerId="ADAL" clId="{1543B586-BB8D-4138-8D95-385D7F830B74}" dt="2024-04-29T04:56:29.834" v="1028" actId="700"/>
          <ac:spMkLst>
            <pc:docMk/>
            <pc:sldMk cId="3585637595" sldId="636"/>
            <ac:spMk id="6" creationId="{3E1B136B-DB9E-6007-9502-44C10C8C92BD}"/>
          </ac:spMkLst>
        </pc:spChg>
      </pc:sldChg>
      <pc:sldChg chg="addSp delSp modSp new mod">
        <pc:chgData name="Mengmeng Ge" userId="bb5bc401-97cb-4caf-9857-8ff441375414" providerId="ADAL" clId="{1543B586-BB8D-4138-8D95-385D7F830B74}" dt="2024-04-29T05:19:33.556" v="1443" actId="20577"/>
        <pc:sldMkLst>
          <pc:docMk/>
          <pc:sldMk cId="3994084026" sldId="637"/>
        </pc:sldMkLst>
        <pc:spChg chg="mod">
          <ac:chgData name="Mengmeng Ge" userId="bb5bc401-97cb-4caf-9857-8ff441375414" providerId="ADAL" clId="{1543B586-BB8D-4138-8D95-385D7F830B74}" dt="2024-04-29T05:18:19.657" v="1427" actId="20577"/>
          <ac:spMkLst>
            <pc:docMk/>
            <pc:sldMk cId="3994084026" sldId="637"/>
            <ac:spMk id="2" creationId="{34DB4998-3C6C-DAFD-68CC-7E8778405A03}"/>
          </ac:spMkLst>
        </pc:spChg>
        <pc:spChg chg="del">
          <ac:chgData name="Mengmeng Ge" userId="bb5bc401-97cb-4caf-9857-8ff441375414" providerId="ADAL" clId="{1543B586-BB8D-4138-8D95-385D7F830B74}" dt="2024-04-29T05:18:34.544" v="1428" actId="478"/>
          <ac:spMkLst>
            <pc:docMk/>
            <pc:sldMk cId="3994084026" sldId="637"/>
            <ac:spMk id="3" creationId="{2D52FDF2-0F8E-F05E-4A7C-EBD16858EBF1}"/>
          </ac:spMkLst>
        </pc:spChg>
        <pc:spChg chg="add mod">
          <ac:chgData name="Mengmeng Ge" userId="bb5bc401-97cb-4caf-9857-8ff441375414" providerId="ADAL" clId="{1543B586-BB8D-4138-8D95-385D7F830B74}" dt="2024-04-29T05:19:33.556" v="1443" actId="20577"/>
          <ac:spMkLst>
            <pc:docMk/>
            <pc:sldMk cId="3994084026" sldId="637"/>
            <ac:spMk id="9" creationId="{A08DA5C8-D097-0366-7D66-6EC403339B3C}"/>
          </ac:spMkLst>
        </pc:spChg>
        <pc:picChg chg="add mod">
          <ac:chgData name="Mengmeng Ge" userId="bb5bc401-97cb-4caf-9857-8ff441375414" providerId="ADAL" clId="{1543B586-BB8D-4138-8D95-385D7F830B74}" dt="2024-04-29T05:18:47.869" v="1432" actId="1076"/>
          <ac:picMkLst>
            <pc:docMk/>
            <pc:sldMk cId="3994084026" sldId="637"/>
            <ac:picMk id="6" creationId="{8245079F-9CCE-BE8A-A3EA-B048CCA5D609}"/>
          </ac:picMkLst>
        </pc:picChg>
        <pc:picChg chg="add mod">
          <ac:chgData name="Mengmeng Ge" userId="bb5bc401-97cb-4caf-9857-8ff441375414" providerId="ADAL" clId="{1543B586-BB8D-4138-8D95-385D7F830B74}" dt="2024-04-29T05:19:10.401" v="1437" actId="1035"/>
          <ac:picMkLst>
            <pc:docMk/>
            <pc:sldMk cId="3994084026" sldId="637"/>
            <ac:picMk id="8" creationId="{099FC161-51A4-D5A2-8FB8-49CC371F3429}"/>
          </ac:picMkLst>
        </pc:picChg>
      </pc:sldChg>
    </pc:docChg>
  </pc:docChgLst>
  <pc:docChgLst>
    <pc:chgData name="Mengmeng Ge" userId="bb5bc401-97cb-4caf-9857-8ff441375414" providerId="ADAL" clId="{34BBD77A-C270-42C0-843F-7CA867396FA6}"/>
    <pc:docChg chg="undo custSel modSld">
      <pc:chgData name="Mengmeng Ge" userId="bb5bc401-97cb-4caf-9857-8ff441375414" providerId="ADAL" clId="{34BBD77A-C270-42C0-843F-7CA867396FA6}" dt="2024-08-09T23:37:31.493" v="126" actId="20577"/>
      <pc:docMkLst>
        <pc:docMk/>
      </pc:docMkLst>
      <pc:sldChg chg="modSp mod modNotesTx">
        <pc:chgData name="Mengmeng Ge" userId="bb5bc401-97cb-4caf-9857-8ff441375414" providerId="ADAL" clId="{34BBD77A-C270-42C0-843F-7CA867396FA6}" dt="2024-08-09T23:37:31.493" v="126" actId="20577"/>
        <pc:sldMkLst>
          <pc:docMk/>
          <pc:sldMk cId="887652016" sldId="275"/>
        </pc:sldMkLst>
        <pc:spChg chg="mod">
          <ac:chgData name="Mengmeng Ge" userId="bb5bc401-97cb-4caf-9857-8ff441375414" providerId="ADAL" clId="{34BBD77A-C270-42C0-843F-7CA867396FA6}" dt="2024-08-09T23:36:32.296" v="59" actId="20577"/>
          <ac:spMkLst>
            <pc:docMk/>
            <pc:sldMk cId="887652016" sldId="275"/>
            <ac:spMk id="3" creationId="{00000000-0000-0000-0000-000000000000}"/>
          </ac:spMkLst>
        </pc:spChg>
      </pc:sldChg>
      <pc:sldChg chg="modNotesTx">
        <pc:chgData name="Mengmeng Ge" userId="bb5bc401-97cb-4caf-9857-8ff441375414" providerId="ADAL" clId="{34BBD77A-C270-42C0-843F-7CA867396FA6}" dt="2024-08-09T23:33:40.055" v="46"/>
        <pc:sldMkLst>
          <pc:docMk/>
          <pc:sldMk cId="3212685876" sldId="385"/>
        </pc:sldMkLst>
      </pc:sldChg>
      <pc:sldChg chg="modNotesTx">
        <pc:chgData name="Mengmeng Ge" userId="bb5bc401-97cb-4caf-9857-8ff441375414" providerId="ADAL" clId="{34BBD77A-C270-42C0-843F-7CA867396FA6}" dt="2024-08-09T23:33:20.672" v="45" actId="20577"/>
        <pc:sldMkLst>
          <pc:docMk/>
          <pc:sldMk cId="606395498" sldId="632"/>
        </pc:sldMkLst>
      </pc:sldChg>
    </pc:docChg>
  </pc:docChgLst>
  <pc:docChgLst>
    <pc:chgData name="Mengmeng Ge" userId="bb5bc401-97cb-4caf-9857-8ff441375414" providerId="ADAL" clId="{FE226DDD-34E5-4F2F-9F06-11452BFF585C}"/>
    <pc:docChg chg="undo custSel modSld">
      <pc:chgData name="Mengmeng Ge" userId="bb5bc401-97cb-4caf-9857-8ff441375414" providerId="ADAL" clId="{FE226DDD-34E5-4F2F-9F06-11452BFF585C}" dt="2024-07-08T02:59:46.639" v="518" actId="20577"/>
      <pc:docMkLst>
        <pc:docMk/>
      </pc:docMkLst>
      <pc:sldChg chg="addSp delSp modSp mod modNotesTx">
        <pc:chgData name="Mengmeng Ge" userId="bb5bc401-97cb-4caf-9857-8ff441375414" providerId="ADAL" clId="{FE226DDD-34E5-4F2F-9F06-11452BFF585C}" dt="2024-07-08T02:54:38.038" v="455" actId="1036"/>
        <pc:sldMkLst>
          <pc:docMk/>
          <pc:sldMk cId="1258696170" sldId="337"/>
        </pc:sldMkLst>
        <pc:spChg chg="mod">
          <ac:chgData name="Mengmeng Ge" userId="bb5bc401-97cb-4caf-9857-8ff441375414" providerId="ADAL" clId="{FE226DDD-34E5-4F2F-9F06-11452BFF585C}" dt="2024-07-08T02:53:35.134" v="433" actId="20577"/>
          <ac:spMkLst>
            <pc:docMk/>
            <pc:sldMk cId="1258696170" sldId="337"/>
            <ac:spMk id="2" creationId="{00000000-0000-0000-0000-000000000000}"/>
          </ac:spMkLst>
        </pc:spChg>
        <pc:spChg chg="add del">
          <ac:chgData name="Mengmeng Ge" userId="bb5bc401-97cb-4caf-9857-8ff441375414" providerId="ADAL" clId="{FE226DDD-34E5-4F2F-9F06-11452BFF585C}" dt="2024-07-08T02:53:40.095" v="435" actId="22"/>
          <ac:spMkLst>
            <pc:docMk/>
            <pc:sldMk cId="1258696170" sldId="337"/>
            <ac:spMk id="6" creationId="{02FD1B91-52CE-40E7-73DF-F07A7FA4159A}"/>
          </ac:spMkLst>
        </pc:spChg>
        <pc:spChg chg="add mod">
          <ac:chgData name="Mengmeng Ge" userId="bb5bc401-97cb-4caf-9857-8ff441375414" providerId="ADAL" clId="{FE226DDD-34E5-4F2F-9F06-11452BFF585C}" dt="2024-07-08T02:54:38.038" v="455" actId="1036"/>
          <ac:spMkLst>
            <pc:docMk/>
            <pc:sldMk cId="1258696170" sldId="337"/>
            <ac:spMk id="7" creationId="{A16A6258-B370-5B05-63A9-AEFD263ADDB2}"/>
          </ac:spMkLst>
        </pc:spChg>
        <pc:spChg chg="mod">
          <ac:chgData name="Mengmeng Ge" userId="bb5bc401-97cb-4caf-9857-8ff441375414" providerId="ADAL" clId="{FE226DDD-34E5-4F2F-9F06-11452BFF585C}" dt="2024-07-08T02:54:30.731" v="451" actId="1076"/>
          <ac:spMkLst>
            <pc:docMk/>
            <pc:sldMk cId="1258696170" sldId="337"/>
            <ac:spMk id="9" creationId="{DCF6BA98-64BA-3DF7-20AC-1FEABED0747B}"/>
          </ac:spMkLst>
        </pc:spChg>
        <pc:picChg chg="mod">
          <ac:chgData name="Mengmeng Ge" userId="bb5bc401-97cb-4caf-9857-8ff441375414" providerId="ADAL" clId="{FE226DDD-34E5-4F2F-9F06-11452BFF585C}" dt="2024-07-08T02:54:27.162" v="450" actId="1038"/>
          <ac:picMkLst>
            <pc:docMk/>
            <pc:sldMk cId="1258696170" sldId="337"/>
            <ac:picMk id="8" creationId="{4958530A-0443-62E1-E379-77AACCB677A8}"/>
          </ac:picMkLst>
        </pc:picChg>
      </pc:sldChg>
      <pc:sldChg chg="modSp mod">
        <pc:chgData name="Mengmeng Ge" userId="bb5bc401-97cb-4caf-9857-8ff441375414" providerId="ADAL" clId="{FE226DDD-34E5-4F2F-9F06-11452BFF585C}" dt="2024-07-08T02:55:32.060" v="464" actId="20577"/>
        <pc:sldMkLst>
          <pc:docMk/>
          <pc:sldMk cId="131516605" sldId="339"/>
        </pc:sldMkLst>
        <pc:spChg chg="mod">
          <ac:chgData name="Mengmeng Ge" userId="bb5bc401-97cb-4caf-9857-8ff441375414" providerId="ADAL" clId="{FE226DDD-34E5-4F2F-9F06-11452BFF585C}" dt="2024-07-08T02:55:32.060" v="464" actId="20577"/>
          <ac:spMkLst>
            <pc:docMk/>
            <pc:sldMk cId="131516605" sldId="339"/>
            <ac:spMk id="2" creationId="{00000000-0000-0000-0000-000000000000}"/>
          </ac:spMkLst>
        </pc:spChg>
      </pc:sldChg>
      <pc:sldChg chg="modSp mod">
        <pc:chgData name="Mengmeng Ge" userId="bb5bc401-97cb-4caf-9857-8ff441375414" providerId="ADAL" clId="{FE226DDD-34E5-4F2F-9F06-11452BFF585C}" dt="2024-07-08T02:58:20.492" v="478" actId="14100"/>
        <pc:sldMkLst>
          <pc:docMk/>
          <pc:sldMk cId="3315425011" sldId="343"/>
        </pc:sldMkLst>
        <pc:spChg chg="mod">
          <ac:chgData name="Mengmeng Ge" userId="bb5bc401-97cb-4caf-9857-8ff441375414" providerId="ADAL" clId="{FE226DDD-34E5-4F2F-9F06-11452BFF585C}" dt="2024-07-08T02:58:20.492" v="478" actId="14100"/>
          <ac:spMkLst>
            <pc:docMk/>
            <pc:sldMk cId="3315425011" sldId="343"/>
            <ac:spMk id="2" creationId="{00000000-0000-0000-0000-000000000000}"/>
          </ac:spMkLst>
        </pc:spChg>
      </pc:sldChg>
      <pc:sldChg chg="modSp mod">
        <pc:chgData name="Mengmeng Ge" userId="bb5bc401-97cb-4caf-9857-8ff441375414" providerId="ADAL" clId="{FE226DDD-34E5-4F2F-9F06-11452BFF585C}" dt="2024-07-08T02:58:29.476" v="487" actId="20577"/>
        <pc:sldMkLst>
          <pc:docMk/>
          <pc:sldMk cId="3826851153" sldId="350"/>
        </pc:sldMkLst>
        <pc:spChg chg="mod">
          <ac:chgData name="Mengmeng Ge" userId="bb5bc401-97cb-4caf-9857-8ff441375414" providerId="ADAL" clId="{FE226DDD-34E5-4F2F-9F06-11452BFF585C}" dt="2024-07-08T02:58:29.476" v="487" actId="20577"/>
          <ac:spMkLst>
            <pc:docMk/>
            <pc:sldMk cId="3826851153" sldId="350"/>
            <ac:spMk id="2" creationId="{00000000-0000-0000-0000-000000000000}"/>
          </ac:spMkLst>
        </pc:spChg>
      </pc:sldChg>
      <pc:sldChg chg="modSp mod">
        <pc:chgData name="Mengmeng Ge" userId="bb5bc401-97cb-4caf-9857-8ff441375414" providerId="ADAL" clId="{FE226DDD-34E5-4F2F-9F06-11452BFF585C}" dt="2024-07-08T02:59:37.143" v="509" actId="20577"/>
        <pc:sldMkLst>
          <pc:docMk/>
          <pc:sldMk cId="1379195633" sldId="356"/>
        </pc:sldMkLst>
        <pc:spChg chg="mod">
          <ac:chgData name="Mengmeng Ge" userId="bb5bc401-97cb-4caf-9857-8ff441375414" providerId="ADAL" clId="{FE226DDD-34E5-4F2F-9F06-11452BFF585C}" dt="2024-07-08T02:59:37.143" v="509" actId="20577"/>
          <ac:spMkLst>
            <pc:docMk/>
            <pc:sldMk cId="1379195633" sldId="356"/>
            <ac:spMk id="2" creationId="{00000000-0000-0000-0000-000000000000}"/>
          </ac:spMkLst>
        </pc:spChg>
      </pc:sldChg>
      <pc:sldChg chg="modSp mod">
        <pc:chgData name="Mengmeng Ge" userId="bb5bc401-97cb-4caf-9857-8ff441375414" providerId="ADAL" clId="{FE226DDD-34E5-4F2F-9F06-11452BFF585C}" dt="2024-07-08T02:59:46.639" v="518" actId="20577"/>
        <pc:sldMkLst>
          <pc:docMk/>
          <pc:sldMk cId="1625283317" sldId="357"/>
        </pc:sldMkLst>
        <pc:spChg chg="mod">
          <ac:chgData name="Mengmeng Ge" userId="bb5bc401-97cb-4caf-9857-8ff441375414" providerId="ADAL" clId="{FE226DDD-34E5-4F2F-9F06-11452BFF585C}" dt="2024-07-08T02:59:46.639" v="518" actId="20577"/>
          <ac:spMkLst>
            <pc:docMk/>
            <pc:sldMk cId="1625283317" sldId="357"/>
            <ac:spMk id="2" creationId="{00000000-0000-0000-0000-000000000000}"/>
          </ac:spMkLst>
        </pc:spChg>
      </pc:sldChg>
      <pc:sldChg chg="modSp mod">
        <pc:chgData name="Mengmeng Ge" userId="bb5bc401-97cb-4caf-9857-8ff441375414" providerId="ADAL" clId="{FE226DDD-34E5-4F2F-9F06-11452BFF585C}" dt="2024-07-08T02:49:20.808" v="386" actId="20577"/>
        <pc:sldMkLst>
          <pc:docMk/>
          <pc:sldMk cId="3212685876" sldId="385"/>
        </pc:sldMkLst>
        <pc:spChg chg="mod">
          <ac:chgData name="Mengmeng Ge" userId="bb5bc401-97cb-4caf-9857-8ff441375414" providerId="ADAL" clId="{FE226DDD-34E5-4F2F-9F06-11452BFF585C}" dt="2024-07-08T02:49:20.808" v="386" actId="20577"/>
          <ac:spMkLst>
            <pc:docMk/>
            <pc:sldMk cId="3212685876" sldId="385"/>
            <ac:spMk id="4" creationId="{00000000-0000-0000-0000-000000000000}"/>
          </ac:spMkLst>
        </pc:spChg>
      </pc:sldChg>
      <pc:sldChg chg="modSp mod">
        <pc:chgData name="Mengmeng Ge" userId="bb5bc401-97cb-4caf-9857-8ff441375414" providerId="ADAL" clId="{FE226DDD-34E5-4F2F-9F06-11452BFF585C}" dt="2024-07-08T02:59:00.831" v="500" actId="255"/>
        <pc:sldMkLst>
          <pc:docMk/>
          <pc:sldMk cId="1919569660" sldId="431"/>
        </pc:sldMkLst>
        <pc:spChg chg="mod">
          <ac:chgData name="Mengmeng Ge" userId="bb5bc401-97cb-4caf-9857-8ff441375414" providerId="ADAL" clId="{FE226DDD-34E5-4F2F-9F06-11452BFF585C}" dt="2024-07-08T02:59:00.831" v="500" actId="255"/>
          <ac:spMkLst>
            <pc:docMk/>
            <pc:sldMk cId="1919569660" sldId="431"/>
            <ac:spMk id="2" creationId="{00000000-0000-0000-0000-000000000000}"/>
          </ac:spMkLst>
        </pc:spChg>
      </pc:sldChg>
      <pc:sldChg chg="addSp modSp mod">
        <pc:chgData name="Mengmeng Ge" userId="bb5bc401-97cb-4caf-9857-8ff441375414" providerId="ADAL" clId="{FE226DDD-34E5-4F2F-9F06-11452BFF585C}" dt="2024-07-04T05:00:40.934" v="188" actId="1076"/>
        <pc:sldMkLst>
          <pc:docMk/>
          <pc:sldMk cId="606395498" sldId="632"/>
        </pc:sldMkLst>
        <pc:spChg chg="mod">
          <ac:chgData name="Mengmeng Ge" userId="bb5bc401-97cb-4caf-9857-8ff441375414" providerId="ADAL" clId="{FE226DDD-34E5-4F2F-9F06-11452BFF585C}" dt="2024-07-04T04:54:44.927" v="0" actId="20577"/>
          <ac:spMkLst>
            <pc:docMk/>
            <pc:sldMk cId="606395498" sldId="632"/>
            <ac:spMk id="3" creationId="{00000000-0000-0000-0000-000000000000}"/>
          </ac:spMkLst>
        </pc:spChg>
        <pc:spChg chg="add mod">
          <ac:chgData name="Mengmeng Ge" userId="bb5bc401-97cb-4caf-9857-8ff441375414" providerId="ADAL" clId="{FE226DDD-34E5-4F2F-9F06-11452BFF585C}" dt="2024-07-04T05:00:40.934" v="188" actId="1076"/>
          <ac:spMkLst>
            <pc:docMk/>
            <pc:sldMk cId="606395498" sldId="632"/>
            <ac:spMk id="5" creationId="{0512A463-4B4C-418F-8B45-18D20BE86BD1}"/>
          </ac:spMkLst>
        </pc:spChg>
      </pc:sldChg>
      <pc:sldChg chg="modSp mod">
        <pc:chgData name="Mengmeng Ge" userId="bb5bc401-97cb-4caf-9857-8ff441375414" providerId="ADAL" clId="{FE226DDD-34E5-4F2F-9F06-11452BFF585C}" dt="2024-07-08T02:43:50.527" v="259" actId="20577"/>
        <pc:sldMkLst>
          <pc:docMk/>
          <pc:sldMk cId="4178840939" sldId="633"/>
        </pc:sldMkLst>
        <pc:spChg chg="mod">
          <ac:chgData name="Mengmeng Ge" userId="bb5bc401-97cb-4caf-9857-8ff441375414" providerId="ADAL" clId="{FE226DDD-34E5-4F2F-9F06-11452BFF585C}" dt="2024-07-08T02:43:50.527" v="259" actId="20577"/>
          <ac:spMkLst>
            <pc:docMk/>
            <pc:sldMk cId="4178840939" sldId="633"/>
            <ac:spMk id="5" creationId="{17656B8C-E260-D862-3A96-0B7B9F57DE56}"/>
          </ac:spMkLst>
        </pc:spChg>
      </pc:sldChg>
      <pc:sldChg chg="modSp mod">
        <pc:chgData name="Mengmeng Ge" userId="bb5bc401-97cb-4caf-9857-8ff441375414" providerId="ADAL" clId="{FE226DDD-34E5-4F2F-9F06-11452BFF585C}" dt="2024-07-08T02:43:45.253" v="258" actId="20577"/>
        <pc:sldMkLst>
          <pc:docMk/>
          <pc:sldMk cId="412212785" sldId="634"/>
        </pc:sldMkLst>
        <pc:spChg chg="mod">
          <ac:chgData name="Mengmeng Ge" userId="bb5bc401-97cb-4caf-9857-8ff441375414" providerId="ADAL" clId="{FE226DDD-34E5-4F2F-9F06-11452BFF585C}" dt="2024-07-08T02:43:45.253" v="258" actId="20577"/>
          <ac:spMkLst>
            <pc:docMk/>
            <pc:sldMk cId="412212785" sldId="634"/>
            <ac:spMk id="5" creationId="{BB27947D-FE8E-8689-153E-640F11BB79CF}"/>
          </ac:spMkLst>
        </pc:spChg>
      </pc:sldChg>
      <pc:sldChg chg="modSp mod">
        <pc:chgData name="Mengmeng Ge" userId="bb5bc401-97cb-4caf-9857-8ff441375414" providerId="ADAL" clId="{FE226DDD-34E5-4F2F-9F06-11452BFF585C}" dt="2024-07-08T02:43:34.573" v="257" actId="20577"/>
        <pc:sldMkLst>
          <pc:docMk/>
          <pc:sldMk cId="3536258341" sldId="635"/>
        </pc:sldMkLst>
        <pc:spChg chg="mod">
          <ac:chgData name="Mengmeng Ge" userId="bb5bc401-97cb-4caf-9857-8ff441375414" providerId="ADAL" clId="{FE226DDD-34E5-4F2F-9F06-11452BFF585C}" dt="2024-07-08T02:43:34.573" v="257" actId="20577"/>
          <ac:spMkLst>
            <pc:docMk/>
            <pc:sldMk cId="3536258341" sldId="635"/>
            <ac:spMk id="5" creationId="{835935EE-054C-B17B-536F-958BE468B7A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1543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0" y="1"/>
            <a:ext cx="4301543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fld id="{9171B9FB-064D-4E1A-BDB0-8DB78ADBE212}" type="datetimeFigureOut">
              <a:rPr lang="en-US" smtClean="0"/>
              <a:pPr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456613"/>
            <a:ext cx="4301543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0" y="6456613"/>
            <a:ext cx="4301543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fld id="{7D18A78B-FBFA-426E-8172-10B041FD67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49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800" y="1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3900" y="511175"/>
            <a:ext cx="3398838" cy="2547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664" y="3228896"/>
            <a:ext cx="7941310" cy="3058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613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800" y="6456613"/>
            <a:ext cx="4301543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62" tIns="47781" rIns="95562" bIns="4778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CDD86EFA-503C-41EF-9C8B-1F7E04CC09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350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74458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Consider the problem of reliable data transfer in a general context</a:t>
            </a:r>
          </a:p>
          <a:p>
            <a:endParaRPr lang="en-GB" dirty="0"/>
          </a:p>
          <a:p>
            <a:r>
              <a:rPr lang="en-GB" dirty="0"/>
              <a:t>Implementing reliable data transfer can occur at the transport layer or the data link layer.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D86EFA-503C-41EF-9C8B-1F7E04CC090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07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Lost frame: a frame fails to arrive at the other side. </a:t>
            </a:r>
          </a:p>
          <a:p>
            <a:endParaRPr lang="en-NZ" dirty="0"/>
          </a:p>
          <a:p>
            <a:r>
              <a:rPr lang="en-NZ" dirty="0"/>
              <a:t>Damaged frame: some of the bits are in error (have been altered during transmission).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8892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Common techniques for error control, such as error detection, acks, retransmissions.</a:t>
            </a:r>
          </a:p>
          <a:p>
            <a:endParaRPr lang="en-GB" dirty="0"/>
          </a:p>
          <a:p>
            <a:r>
              <a:rPr lang="en-GB" dirty="0"/>
              <a:t>Collectively, these mechanisms are all referred to as automatic repeat request (ARQ).</a:t>
            </a:r>
            <a:endParaRPr lang="en-NZ" dirty="0"/>
          </a:p>
          <a:p>
            <a:endParaRPr lang="en-NZ" dirty="0"/>
          </a:p>
          <a:p>
            <a:r>
              <a:rPr lang="en-NZ" dirty="0"/>
              <a:t>The effect of ARQ is to turn a potentially unreliable data link into a reliable one. </a:t>
            </a:r>
          </a:p>
          <a:p>
            <a:endParaRPr lang="en-NZ" dirty="0"/>
          </a:p>
          <a:p>
            <a:r>
              <a:rPr lang="en-NZ" dirty="0"/>
              <a:t>Three versions of ARQ have been standardised.</a:t>
            </a:r>
          </a:p>
        </p:txBody>
      </p:sp>
    </p:spTree>
    <p:extLst>
      <p:ext uri="{BB962C8B-B14F-4D97-AF65-F5344CB8AC3E}">
        <p14:creationId xmlns:p14="http://schemas.microsoft.com/office/powerpoint/2010/main" val="2285149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assume that all frames that are transmitted are successfully received; no frames are lost, and none arrive with errors. </a:t>
            </a:r>
          </a:p>
          <a:p>
            <a:endParaRPr lang="en-GB" dirty="0"/>
          </a:p>
          <a:p>
            <a:r>
              <a:rPr lang="en-GB" dirty="0"/>
              <a:t>Frames arrive in the same order in which they are sent. </a:t>
            </a:r>
          </a:p>
          <a:p>
            <a:r>
              <a:rPr lang="en-GB" dirty="0"/>
              <a:t>However, each transmitted frame suffers an arbitrary and variable amount of delay before reception.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4582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Bits in a packet can be corrupted. </a:t>
            </a:r>
          </a:p>
          <a:p>
            <a:endParaRPr lang="en-NZ" dirty="0"/>
          </a:p>
          <a:p>
            <a:r>
              <a:rPr lang="en-NZ" dirty="0"/>
              <a:t>We’ll continue to assume that all transmitted packets are received in the order in which they were sent.</a:t>
            </a:r>
          </a:p>
          <a:p>
            <a:endParaRPr lang="en-NZ" dirty="0"/>
          </a:p>
          <a:p>
            <a:pPr marL="228600" indent="-228600">
              <a:buAutoNum type="arabicPeriod"/>
            </a:pPr>
            <a:r>
              <a:rPr lang="en-NZ" dirty="0"/>
              <a:t>Error detection</a:t>
            </a:r>
          </a:p>
          <a:p>
            <a:pPr marL="228600" indent="-228600">
              <a:buAutoNum type="arabicPeriod"/>
            </a:pPr>
            <a:r>
              <a:rPr lang="en-NZ" dirty="0"/>
              <a:t>Receiver feedback</a:t>
            </a:r>
          </a:p>
          <a:p>
            <a:pPr marL="228600" indent="-228600">
              <a:buAutoNum type="arabicPeriod"/>
            </a:pPr>
            <a:r>
              <a:rPr lang="en-NZ" dirty="0"/>
              <a:t>Retransmissions: a packet that is received in error at the receiver will be retransmitted by the sender.</a:t>
            </a:r>
          </a:p>
        </p:txBody>
      </p:sp>
    </p:spTree>
    <p:extLst>
      <p:ext uri="{BB962C8B-B14F-4D97-AF65-F5344CB8AC3E}">
        <p14:creationId xmlns:p14="http://schemas.microsoft.com/office/powerpoint/2010/main" val="3993429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is also </a:t>
            </a:r>
            <a:r>
              <a:rPr lang="en-NZ" sz="12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known as </a:t>
            </a:r>
            <a:r>
              <a:rPr lang="en-NZ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stop-and-wait</a:t>
            </a:r>
            <a:r>
              <a:rPr lang="en-NZ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protocol because the sender waits for ACK to send data again.</a:t>
            </a:r>
            <a:endParaRPr lang="en-NZ" sz="12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4212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FSM: a computational model used to represent and control </a:t>
            </a:r>
            <a:r>
              <a:rPr lang="en-NZ" b="1" dirty="0"/>
              <a:t>the execution flow </a:t>
            </a:r>
            <a:r>
              <a:rPr lang="en-NZ" dirty="0"/>
              <a:t>of a system. </a:t>
            </a:r>
          </a:p>
          <a:p>
            <a:pPr marL="171450" indent="-171450">
              <a:buFontTx/>
              <a:buChar char="-"/>
            </a:pPr>
            <a:r>
              <a:rPr lang="en-NZ" dirty="0"/>
              <a:t>a finite number of states</a:t>
            </a:r>
          </a:p>
          <a:p>
            <a:pPr marL="171450" indent="-171450">
              <a:buFontTx/>
              <a:buChar char="-"/>
            </a:pPr>
            <a:r>
              <a:rPr lang="en-NZ" dirty="0"/>
              <a:t>transitions between those states</a:t>
            </a:r>
          </a:p>
          <a:p>
            <a:pPr marL="171450" indent="-171450">
              <a:buFontTx/>
              <a:buChar char="-"/>
            </a:pPr>
            <a:r>
              <a:rPr lang="en-NZ" dirty="0"/>
              <a:t>actions that occur based on certain inputs</a:t>
            </a:r>
          </a:p>
          <a:p>
            <a:pPr marL="171450" indent="-171450">
              <a:buFontTx/>
              <a:buChar char="-"/>
            </a:pPr>
            <a:r>
              <a:rPr lang="en-NZ" dirty="0"/>
              <a:t>input: the external information or event that triggers a transition between states</a:t>
            </a:r>
          </a:p>
          <a:p>
            <a:pPr marL="171450" indent="-171450">
              <a:buFontTx/>
              <a:buChar char="-"/>
            </a:pPr>
            <a:endParaRPr lang="en-NZ" dirty="0"/>
          </a:p>
          <a:p>
            <a:pPr marL="0" indent="0">
              <a:buFontTx/>
              <a:buNone/>
            </a:pPr>
            <a:r>
              <a:rPr lang="en-NZ" dirty="0"/>
              <a:t>Sender</a:t>
            </a:r>
          </a:p>
          <a:p>
            <a:pPr marL="171450" indent="-171450">
              <a:buFontTx/>
              <a:buChar char="-"/>
            </a:pPr>
            <a:r>
              <a:rPr lang="en-NZ" dirty="0"/>
              <a:t>the send-side protocol is waiting for data to be passed down from the upper layer. </a:t>
            </a:r>
          </a:p>
          <a:p>
            <a:pPr marL="171450" indent="-171450">
              <a:buFontTx/>
              <a:buChar char="-"/>
            </a:pPr>
            <a:r>
              <a:rPr lang="en-NZ" dirty="0"/>
              <a:t>the sender protocol is waiting for an ACK or a NAK packet from the receiver.</a:t>
            </a:r>
          </a:p>
          <a:p>
            <a:pPr marL="171450" indent="-171450">
              <a:buFontTx/>
              <a:buChar char="-"/>
            </a:pPr>
            <a:r>
              <a:rPr lang="en-NZ" dirty="0"/>
              <a:t>when the sender is in the </a:t>
            </a:r>
            <a:r>
              <a:rPr lang="en-NZ" b="1" dirty="0"/>
              <a:t>wait-for-ACK-or-NAK</a:t>
            </a:r>
            <a:r>
              <a:rPr lang="en-NZ" dirty="0"/>
              <a:t> state, it </a:t>
            </a:r>
            <a:r>
              <a:rPr lang="en-NZ" b="1" dirty="0"/>
              <a:t>cannot get more data from the upper layer</a:t>
            </a:r>
            <a:r>
              <a:rPr lang="en-NZ" b="0" dirty="0"/>
              <a:t>.</a:t>
            </a:r>
          </a:p>
          <a:p>
            <a:pPr marL="171450" indent="-171450">
              <a:buFontTx/>
              <a:buChar char="-"/>
            </a:pPr>
            <a:endParaRPr lang="en-NZ" b="0" dirty="0"/>
          </a:p>
          <a:p>
            <a:pPr marL="0" indent="0">
              <a:buFontTx/>
              <a:buNone/>
            </a:pPr>
            <a:r>
              <a:rPr lang="en-NZ" b="0" dirty="0"/>
              <a:t>Receiver</a:t>
            </a:r>
          </a:p>
          <a:p>
            <a:pPr marL="0" indent="0">
              <a:buFontTx/>
              <a:buNone/>
            </a:pPr>
            <a:r>
              <a:rPr lang="en-NZ" dirty="0"/>
              <a:t>On packet arrival, the receiver replies with either an ACK or a NAK, depending on whether or not the received packet is corrupted.</a:t>
            </a:r>
            <a:endParaRPr lang="en-NZ" b="0" dirty="0"/>
          </a:p>
        </p:txBody>
      </p:sp>
    </p:spTree>
    <p:extLst>
      <p:ext uri="{BB962C8B-B14F-4D97-AF65-F5344CB8AC3E}">
        <p14:creationId xmlns:p14="http://schemas.microsoft.com/office/powerpoint/2010/main" val="3809301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One approach: add checksum bits to ACK/NAK packets in order to detect such errors. </a:t>
            </a:r>
          </a:p>
          <a:p>
            <a:endParaRPr lang="en-NZ" dirty="0"/>
          </a:p>
          <a:p>
            <a:r>
              <a:rPr lang="en-NZ" dirty="0"/>
              <a:t>The more difficult question is how the protocol should recover from errors in ACK or NAK packets. </a:t>
            </a:r>
          </a:p>
          <a:p>
            <a:endParaRPr lang="en-NZ" dirty="0"/>
          </a:p>
          <a:p>
            <a:r>
              <a:rPr lang="en-NZ" dirty="0"/>
              <a:t>If an ACK or NAK is corrupted, the sender has no way of knowing whether or not the receiver has correctly received the last piece of transmitted data.</a:t>
            </a:r>
          </a:p>
        </p:txBody>
      </p:sp>
    </p:spTree>
    <p:extLst>
      <p:ext uri="{BB962C8B-B14F-4D97-AF65-F5344CB8AC3E}">
        <p14:creationId xmlns:p14="http://schemas.microsoft.com/office/powerpoint/2010/main" val="1882653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One approach is for the sender to simply resend the current data packet when it receives a garbled ACK or NAK packet.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92251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82902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Add a new field to the data packet and have the sender number its data packets by putting a sequence number into this field</a:t>
            </a:r>
          </a:p>
          <a:p>
            <a:endParaRPr lang="en-NZ" dirty="0"/>
          </a:p>
          <a:p>
            <a:r>
              <a:rPr lang="en-NZ" dirty="0"/>
              <a:t>A 1-bit sequence number will suffice, as it will allow the receiver to know whether the sender is resending </a:t>
            </a:r>
          </a:p>
          <a:p>
            <a:pPr marL="171450" indent="-171450">
              <a:buFontTx/>
              <a:buChar char="-"/>
            </a:pPr>
            <a:r>
              <a:rPr lang="en-NZ" dirty="0"/>
              <a:t>the previously transmitted packet (the sequence number of the received packet has the same sequence number as the most recently received packet) </a:t>
            </a:r>
          </a:p>
          <a:p>
            <a:pPr marL="171450" indent="-171450">
              <a:buFontTx/>
              <a:buChar char="-"/>
            </a:pPr>
            <a:r>
              <a:rPr lang="en-NZ" dirty="0"/>
              <a:t>or a new packet (the sequence number changes)</a:t>
            </a:r>
          </a:p>
        </p:txBody>
      </p:sp>
    </p:spTree>
    <p:extLst>
      <p:ext uri="{BB962C8B-B14F-4D97-AF65-F5344CB8AC3E}">
        <p14:creationId xmlns:p14="http://schemas.microsoft.com/office/powerpoint/2010/main" val="957318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receiver will not be confused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38404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15714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Protocol rdt2.1 uses both positive and negative acknowledgments from the receiver to the sender.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NZ" dirty="0"/>
              <a:t>When an out-of-order packet is received, the receiver sends a positive ack for the packet it has received.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NZ" dirty="0"/>
              <a:t>When a corrupted packet is received, the receiver sends a nak.</a:t>
            </a: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 sender that receives two ACKs for the same packet (i.e., receives duplicate ACKs) knows that the receiver did not correctly receive the packet following the packet that is being </a:t>
            </a:r>
            <a:r>
              <a:rPr lang="en-GB" dirty="0" err="1"/>
              <a:t>ACKed</a:t>
            </a:r>
            <a:r>
              <a:rPr lang="en-GB" dirty="0"/>
              <a:t> twice.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690296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9172386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how to detect packet loss and what to do when packet loss occurs.</a:t>
            </a:r>
          </a:p>
          <a:p>
            <a:endParaRPr lang="en-NZ" dirty="0"/>
          </a:p>
          <a:p>
            <a:r>
              <a:rPr lang="en-NZ" dirty="0"/>
              <a:t>checksum, sequence numbers, ACK packets, and retransmissions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968291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686659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From the sender’s viewpoint: retransmission</a:t>
            </a:r>
          </a:p>
          <a:p>
            <a:endParaRPr lang="en-NZ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Implementing a time-based retransmission mechanism requires a countdown timer that can interrupt the sender after a given amount of time has expired.</a:t>
            </a:r>
            <a:endParaRPr lang="en-GB" dirty="0"/>
          </a:p>
          <a:p>
            <a:endParaRPr lang="en-GB" dirty="0"/>
          </a:p>
          <a:p>
            <a:r>
              <a:rPr lang="en-NZ" dirty="0"/>
              <a:t>The sender will </a:t>
            </a:r>
          </a:p>
          <a:p>
            <a:pPr marL="228600" indent="-228600">
              <a:buAutoNum type="arabicParenBoth"/>
            </a:pPr>
            <a:r>
              <a:rPr lang="en-NZ" dirty="0"/>
              <a:t>start the timer each time a packet (either a first-time packet or a retransmission) is sent</a:t>
            </a:r>
          </a:p>
          <a:p>
            <a:pPr marL="228600" indent="-228600">
              <a:buAutoNum type="arabicParenBoth"/>
            </a:pPr>
            <a:r>
              <a:rPr lang="en-NZ" dirty="0"/>
              <a:t>respond to a timer interrupt (taking appropriate actions)</a:t>
            </a:r>
          </a:p>
          <a:p>
            <a:pPr marL="228600" indent="-228600">
              <a:buAutoNum type="arabicParenBoth"/>
            </a:pPr>
            <a:r>
              <a:rPr lang="en-NZ" dirty="0"/>
              <a:t>stop the timer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77305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08810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471202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b="1" dirty="0"/>
              <a:t>Premature timeout: </a:t>
            </a:r>
            <a:r>
              <a:rPr lang="en-NZ" b="0" dirty="0"/>
              <a:t>it occurs when a sender mistakenly assumes that the acknowledgment (ACK) for a sent data packet has been lost or delayed.</a:t>
            </a:r>
          </a:p>
          <a:p>
            <a:endParaRPr lang="en-NZ" b="0" dirty="0"/>
          </a:p>
          <a:p>
            <a:r>
              <a:rPr lang="en-NZ" b="0" dirty="0"/>
              <a:t>Network delays: leading the sender to falsely assume it has been lost.</a:t>
            </a:r>
          </a:p>
        </p:txBody>
      </p:sp>
    </p:spTree>
    <p:extLst>
      <p:ext uri="{BB962C8B-B14F-4D97-AF65-F5344CB8AC3E}">
        <p14:creationId xmlns:p14="http://schemas.microsoft.com/office/powerpoint/2010/main" val="1697191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Bit rate is the number of bits that are conveyed or processed per unit of time.</a:t>
            </a:r>
          </a:p>
          <a:p>
            <a:endParaRPr lang="en-GB" dirty="0"/>
          </a:p>
          <a:p>
            <a:r>
              <a:rPr lang="en-GB" dirty="0"/>
              <a:t>The fraction of time the sender is busy sending bits.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18706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sender is allowed to send multiple packets without waiting for acknowledgements.</a:t>
            </a:r>
          </a:p>
          <a:p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Since the many in-transit sender-to-receiver packets can be visualised as filling a pipeline, this technique is known as pipelining.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48905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Minimally, the sender will have to buffer packets that have been transmitted but not yet acknowledged.</a:t>
            </a:r>
          </a:p>
          <a:p>
            <a:endParaRPr lang="en-NZ" dirty="0"/>
          </a:p>
          <a:p>
            <a:r>
              <a:rPr lang="en-NZ" dirty="0"/>
              <a:t>The range of sequence numbers needed, and the buffering requirements will depend on the manner in which a data transfer protocol responds to lost, corrupted, and overly delayed packets. </a:t>
            </a:r>
          </a:p>
          <a:p>
            <a:endParaRPr lang="en-NZ"/>
          </a:p>
          <a:p>
            <a:r>
              <a:rPr lang="en-NZ"/>
              <a:t>Two </a:t>
            </a:r>
            <a:r>
              <a:rPr lang="en-NZ" dirty="0"/>
              <a:t>basic approaches toward pipelined error recovery can be identified: Go-Back-N and selective repeat.</a:t>
            </a:r>
          </a:p>
        </p:txBody>
      </p:sp>
    </p:spTree>
    <p:extLst>
      <p:ext uri="{BB962C8B-B14F-4D97-AF65-F5344CB8AC3E}">
        <p14:creationId xmlns:p14="http://schemas.microsoft.com/office/powerpoint/2010/main" val="27159498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sz="1200" dirty="0"/>
              <a:t>Sender cannot send too fast.</a:t>
            </a:r>
          </a:p>
          <a:p>
            <a:endParaRPr lang="en-NZ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>
                <a:ln w="0"/>
                <a:solidFill>
                  <a:schemeClr val="tx1"/>
                </a:solidFill>
              </a:rPr>
              <a:t>The window size is related to flow control and congestion control: utilisation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0834473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The sender first checks to see if the window is full – N </a:t>
            </a:r>
            <a:r>
              <a:rPr lang="en-NZ" dirty="0" err="1"/>
              <a:t>unacked</a:t>
            </a:r>
            <a:r>
              <a:rPr lang="en-NZ" dirty="0"/>
              <a:t> packets.</a:t>
            </a:r>
          </a:p>
          <a:p>
            <a:endParaRPr lang="en-NZ" dirty="0"/>
          </a:p>
          <a:p>
            <a:r>
              <a:rPr lang="en-NZ" dirty="0"/>
              <a:t>If not, create and send a packet.</a:t>
            </a:r>
          </a:p>
          <a:p>
            <a:endParaRPr lang="en-NZ" dirty="0"/>
          </a:p>
          <a:p>
            <a:r>
              <a:rPr lang="en-NZ" dirty="0"/>
              <a:t>If full, return the data back to the upper layer and an indication that the window is full.</a:t>
            </a:r>
          </a:p>
          <a:p>
            <a:endParaRPr lang="en-NZ" dirty="0"/>
          </a:p>
          <a:p>
            <a:r>
              <a:rPr lang="en-NZ" dirty="0"/>
              <a:t>In practice, the sender can buffer this data.</a:t>
            </a:r>
          </a:p>
        </p:txBody>
      </p:sp>
    </p:spTree>
    <p:extLst>
      <p:ext uri="{BB962C8B-B14F-4D97-AF65-F5344CB8AC3E}">
        <p14:creationId xmlns:p14="http://schemas.microsoft.com/office/powerpoint/2010/main" val="3353170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base: </a:t>
            </a:r>
            <a:r>
              <a:rPr lang="en-NZ" dirty="0" err="1">
                <a:ln w="0"/>
                <a:solidFill>
                  <a:schemeClr val="tx1"/>
                </a:solidFill>
              </a:rPr>
              <a:t>seq</a:t>
            </a:r>
            <a:r>
              <a:rPr lang="en-NZ" dirty="0">
                <a:ln w="0"/>
                <a:solidFill>
                  <a:schemeClr val="tx1"/>
                </a:solidFill>
              </a:rPr>
              <a:t># of the oldest </a:t>
            </a:r>
            <a:r>
              <a:rPr lang="en-NZ" dirty="0" err="1">
                <a:ln w="0"/>
                <a:solidFill>
                  <a:schemeClr val="tx1"/>
                </a:solidFill>
              </a:rPr>
              <a:t>unACK</a:t>
            </a:r>
            <a:r>
              <a:rPr lang="en-NZ" dirty="0" err="1">
                <a:solidFill>
                  <a:schemeClr val="tx1"/>
                </a:solidFill>
              </a:rPr>
              <a:t>’d</a:t>
            </a:r>
            <a:r>
              <a:rPr lang="en-NZ" dirty="0">
                <a:solidFill>
                  <a:schemeClr val="tx1"/>
                </a:solidFill>
              </a:rPr>
              <a:t> </a:t>
            </a:r>
            <a:r>
              <a:rPr lang="en-NZ" dirty="0" err="1">
                <a:solidFill>
                  <a:schemeClr val="tx1"/>
                </a:solidFill>
              </a:rPr>
              <a:t>pkt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626223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An ack for packet sequence number n</a:t>
            </a:r>
          </a:p>
          <a:p>
            <a:endParaRPr lang="en-NZ" dirty="0"/>
          </a:p>
          <a:p>
            <a:r>
              <a:rPr lang="en-NZ" dirty="0"/>
              <a:t>All packets up to and including n have been received at the receiver side</a:t>
            </a:r>
          </a:p>
        </p:txBody>
      </p:sp>
    </p:spTree>
    <p:extLst>
      <p:ext uri="{BB962C8B-B14F-4D97-AF65-F5344CB8AC3E}">
        <p14:creationId xmlns:p14="http://schemas.microsoft.com/office/powerpoint/2010/main" val="28564076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If a packet with sequence number n is received correctly and is in order, the receiver sends an ACK for packet n and delivers the data portion of the packet to the upper layer.</a:t>
            </a:r>
          </a:p>
        </p:txBody>
      </p:sp>
    </p:spTree>
    <p:extLst>
      <p:ext uri="{BB962C8B-B14F-4D97-AF65-F5344CB8AC3E}">
        <p14:creationId xmlns:p14="http://schemas.microsoft.com/office/powerpoint/2010/main" val="19542020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The receiver discards out-of-order packets.</a:t>
            </a:r>
          </a:p>
          <a:p>
            <a:endParaRPr lang="en-NZ" dirty="0"/>
          </a:p>
          <a:p>
            <a:r>
              <a:rPr lang="en-NZ" dirty="0"/>
              <a:t>The disadvantage of throwing away a correctly received packet is that the subsequent retransmission of that packet might be lost or garbled and thus even more retransmissions would be required.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1293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If a timeout occurs, the sender resends all packets that have been previously sent but that have not yet been acknowledged. </a:t>
            </a:r>
          </a:p>
          <a:p>
            <a:endParaRPr lang="en-NZ" dirty="0"/>
          </a:p>
          <a:p>
            <a:r>
              <a:rPr lang="en-NZ" dirty="0"/>
              <a:t>Our sender uses only a single timer, which can be thought of as a timer for the oldest transmitted but not yet acknowledged packet. </a:t>
            </a:r>
          </a:p>
          <a:p>
            <a:endParaRPr lang="en-NZ" dirty="0"/>
          </a:p>
          <a:p>
            <a:r>
              <a:rPr lang="en-NZ" dirty="0"/>
              <a:t>If an ACK is received but there are still additional transmitted but not yet acknowledged packets, the timer is restarted. </a:t>
            </a:r>
          </a:p>
          <a:p>
            <a:endParaRPr lang="en-NZ" dirty="0"/>
          </a:p>
          <a:p>
            <a:r>
              <a:rPr lang="en-NZ" dirty="0"/>
              <a:t>If there are no outstanding, unacknowledged packets, the timer is stopped.</a:t>
            </a:r>
          </a:p>
        </p:txBody>
      </p:sp>
    </p:spTree>
    <p:extLst>
      <p:ext uri="{BB962C8B-B14F-4D97-AF65-F5344CB8AC3E}">
        <p14:creationId xmlns:p14="http://schemas.microsoft.com/office/powerpoint/2010/main" val="32157930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Receiver protocol: </a:t>
            </a:r>
          </a:p>
          <a:p>
            <a:r>
              <a:rPr lang="en-NZ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it receives an in-order packet; sends an ACK, delivers the packet, and expects the next in-order one;</a:t>
            </a:r>
          </a:p>
          <a:p>
            <a:r>
              <a:rPr lang="en-NZ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otherwise, it discards the received packet (out-of-order/corrupted); sends an ACK.</a:t>
            </a:r>
            <a:endParaRPr lang="en-NZ" sz="12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20153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542542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A single timer for the oldest transmitted but not yet acknowledged packet</a:t>
            </a:r>
          </a:p>
          <a:p>
            <a:endParaRPr lang="en-NZ" dirty="0"/>
          </a:p>
          <a:p>
            <a:r>
              <a:rPr lang="en-NZ" b="1" dirty="0"/>
              <a:t>Timeout:</a:t>
            </a:r>
          </a:p>
          <a:p>
            <a:r>
              <a:rPr lang="en-NZ" dirty="0"/>
              <a:t>If an ACK is received but there are still additional transmitted but not yet acknowledged packets, the timer is restarted. </a:t>
            </a:r>
          </a:p>
          <a:p>
            <a:r>
              <a:rPr lang="en-NZ" dirty="0"/>
              <a:t>If there are no outstanding, unacknowledged packets, the timer is stopped.</a:t>
            </a:r>
          </a:p>
          <a:p>
            <a:endParaRPr lang="en-NZ" dirty="0"/>
          </a:p>
          <a:p>
            <a:r>
              <a:rPr lang="en-NZ" b="1" dirty="0"/>
              <a:t>Corrupted packet: </a:t>
            </a:r>
            <a:r>
              <a:rPr lang="en-NZ" b="0" dirty="0"/>
              <a:t>no explicit action; </a:t>
            </a:r>
            <a:r>
              <a:rPr lang="en-NZ" dirty="0"/>
              <a:t>the sender passively waits for either a valid ack or a timeout to trigger retransmission.</a:t>
            </a:r>
          </a:p>
        </p:txBody>
      </p:sp>
    </p:spTree>
    <p:extLst>
      <p:ext uri="{BB962C8B-B14F-4D97-AF65-F5344CB8AC3E}">
        <p14:creationId xmlns:p14="http://schemas.microsoft.com/office/powerpoint/2010/main" val="14572486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 err="1"/>
              <a:t>hasseqnum</a:t>
            </a:r>
            <a:r>
              <a:rPr lang="en-NZ" dirty="0"/>
              <a:t>(</a:t>
            </a:r>
            <a:r>
              <a:rPr lang="en-NZ" dirty="0" err="1"/>
              <a:t>rcvpkt</a:t>
            </a:r>
            <a:r>
              <a:rPr lang="en-NZ" dirty="0"/>
              <a:t>, </a:t>
            </a:r>
            <a:r>
              <a:rPr lang="en-NZ" dirty="0" err="1"/>
              <a:t>expectedseqnum</a:t>
            </a:r>
            <a:r>
              <a:rPr lang="en-NZ" dirty="0"/>
              <a:t>): check if the sequence# of the received packet matches the </a:t>
            </a:r>
            <a:r>
              <a:rPr lang="en-NZ" b="1" dirty="0"/>
              <a:t>expected sequence number.</a:t>
            </a:r>
          </a:p>
          <a:p>
            <a:r>
              <a:rPr lang="en-NZ" b="1" dirty="0" err="1"/>
              <a:t>Udt_send</a:t>
            </a:r>
            <a:r>
              <a:rPr lang="en-NZ" b="1" dirty="0"/>
              <a:t> (unreliable data transfer)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473868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Window size: 4</a:t>
            </a:r>
          </a:p>
          <a:p>
            <a:endParaRPr lang="en-NZ" dirty="0"/>
          </a:p>
          <a:p>
            <a:r>
              <a:rPr lang="en-NZ" dirty="0"/>
              <a:t>Because of this window size limitation, the sender sends packets 0 through 3 but then must wait for one or more of these packets to be acknowledged before proceeding.</a:t>
            </a:r>
          </a:p>
          <a:p>
            <a:endParaRPr lang="en-NZ" dirty="0"/>
          </a:p>
          <a:p>
            <a:r>
              <a:rPr lang="en-NZ" dirty="0"/>
              <a:t>As each successive ACK is received, the window slides forward and the sender can transmit one new packet (pkt4 and pkt5, respectively). </a:t>
            </a:r>
          </a:p>
          <a:p>
            <a:endParaRPr lang="en-NZ" dirty="0"/>
          </a:p>
          <a:p>
            <a:r>
              <a:rPr lang="en-NZ" dirty="0"/>
              <a:t>On the receiver side, packet 2 is lost and thus packets 3, 4, and 5 are found to be out of order and are discarded.</a:t>
            </a:r>
          </a:p>
          <a:p>
            <a:endParaRPr lang="en-NZ" dirty="0"/>
          </a:p>
          <a:p>
            <a:endParaRPr lang="en-NZ" dirty="0"/>
          </a:p>
          <a:p>
            <a:r>
              <a:rPr lang="en-NZ" dirty="0"/>
              <a:t>When the window size and bandwidth-delay product are both large, many packets can be in the pipeline. </a:t>
            </a:r>
          </a:p>
          <a:p>
            <a:endParaRPr lang="en-NZ" dirty="0"/>
          </a:p>
          <a:p>
            <a:r>
              <a:rPr lang="en-NZ" dirty="0"/>
              <a:t>A single packet error can thus cause GBN to retransmit a large number of packets.</a:t>
            </a:r>
          </a:p>
        </p:txBody>
      </p:sp>
    </p:spTree>
    <p:extLst>
      <p:ext uri="{BB962C8B-B14F-4D97-AF65-F5344CB8AC3E}">
        <p14:creationId xmlns:p14="http://schemas.microsoft.com/office/powerpoint/2010/main" val="14085209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 – Friday;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556272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1400" kern="0" dirty="0">
                <a:solidFill>
                  <a:srgbClr val="FF0000"/>
                </a:solidFill>
              </a:rPr>
              <a:t>ACK received with seq# in [</a:t>
            </a:r>
            <a:r>
              <a:rPr lang="en-US" altLang="en-US" sz="1400" kern="0" dirty="0" err="1">
                <a:solidFill>
                  <a:srgbClr val="FF0000"/>
                </a:solidFill>
              </a:rPr>
              <a:t>send_base</a:t>
            </a:r>
            <a:r>
              <a:rPr lang="en-US" altLang="en-US" sz="1400" kern="0" dirty="0">
                <a:solidFill>
                  <a:srgbClr val="FF0000"/>
                </a:solidFill>
              </a:rPr>
              <a:t>, send_base+N-1]</a:t>
            </a:r>
          </a:p>
          <a:p>
            <a:r>
              <a:rPr lang="en-US" altLang="en-US" sz="1200" kern="0" dirty="0"/>
              <a:t>mark the packet as received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6275829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kern="0" dirty="0"/>
              <a:t>if the seq# = </a:t>
            </a:r>
            <a:r>
              <a:rPr lang="en-US" altLang="en-US" sz="1200" kern="0" dirty="0" err="1"/>
              <a:t>send_base</a:t>
            </a:r>
            <a:r>
              <a:rPr lang="en-US" altLang="en-US" sz="1200" kern="0" dirty="0"/>
              <a:t>, advance the window base to next </a:t>
            </a:r>
            <a:r>
              <a:rPr lang="en-US" altLang="en-US" sz="1200" kern="0" dirty="0" err="1"/>
              <a:t>unACK’d</a:t>
            </a:r>
            <a:r>
              <a:rPr lang="en-US" altLang="en-US" sz="1200" kern="0" dirty="0"/>
              <a:t> seq# </a:t>
            </a:r>
            <a:endParaRPr lang="en-US" altLang="en-US" sz="1400" kern="0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7412666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200" kern="0" dirty="0"/>
              <a:t>each packet has its own timer</a:t>
            </a:r>
          </a:p>
          <a:p>
            <a:r>
              <a:rPr lang="en-US" altLang="en-US" sz="1200" kern="0" dirty="0"/>
              <a:t>resend the packet and restart the timer</a:t>
            </a:r>
          </a:p>
        </p:txBody>
      </p:sp>
    </p:spTree>
    <p:extLst>
      <p:ext uri="{BB962C8B-B14F-4D97-AF65-F5344CB8AC3E}">
        <p14:creationId xmlns:p14="http://schemas.microsoft.com/office/powerpoint/2010/main" val="738144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if seq# = </a:t>
            </a:r>
            <a:r>
              <a:rPr lang="en-US" alt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rcv_base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the packet and any buffered, in-order packets are delivered, advance the window by the number of packets delivered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257142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Arial" panose="020B0604020202020204" pitchFamily="34" charset="0"/>
              </a:rPr>
              <a:t>Sender is retransmitting the packet – it has not received ACK; resend it to make sender’s window move</a:t>
            </a:r>
            <a:endParaRPr lang="en-NZ" i="0" dirty="0"/>
          </a:p>
        </p:txBody>
      </p:sp>
    </p:spTree>
    <p:extLst>
      <p:ext uri="{BB962C8B-B14F-4D97-AF65-F5344CB8AC3E}">
        <p14:creationId xmlns:p14="http://schemas.microsoft.com/office/powerpoint/2010/main" val="380667783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Sender and receiver might have different view of what has been received correctly.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NZ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The receiver initially buffers packets 3, 4, and 5, and delivers them together with packet 2 to the upper layer when packet 2 is finally received.</a:t>
            </a:r>
            <a:endParaRPr lang="en-NZ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8751726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Suppose packets 0 through 2 are transmitted and correctly received and acknowledged at the receiver.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NZ" altLang="en-US" sz="1200" kern="0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NZ" dirty="0"/>
              <a:t>ACKs for the first three packets are lost and the sender retransmits these packets.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endParaRPr lang="en-NZ" altLang="en-US" sz="1200" kern="0" dirty="0"/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NZ" dirty="0"/>
              <a:t>ACKs for the first three packets are all delivered correctly. The sender moves its window forward and sends packets 3, 0, and 1. The packet with sequence number 3 is lost, but the packet with sequence number 0 arrives - a packet containing new data.</a:t>
            </a:r>
            <a:endParaRPr lang="en-US" altLang="en-US" sz="1200" kern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kern="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kern="0" dirty="0"/>
              <a:t>Receiver sees no difference in two scenarios!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96836133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12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use an 8-bit field for seq#, the window size should be no greater than 2^8/2 = 2^7 = 128.</a:t>
            </a:r>
          </a:p>
          <a:p>
            <a:pPr>
              <a:buFont typeface="ZapfDingbats" pitchFamily="82" charset="2"/>
              <a:buNone/>
            </a:pPr>
            <a:endParaRPr lang="en-US" altLang="en-US" sz="1200" kern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buFont typeface="ZapfDingbats" pitchFamily="82" charset="2"/>
              <a:buNone/>
            </a:pPr>
            <a:r>
              <a:rPr lang="en-US" altLang="en-US" sz="12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use a window of size 4, we should at least use a 3-bit seq# field. 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46630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By allowing multiple packets to be transmitted but not yet acknowledged, sender utilisation can be increased over a stop-and-wait mode of operation.</a:t>
            </a:r>
          </a:p>
        </p:txBody>
      </p:sp>
    </p:spTree>
    <p:extLst>
      <p:ext uri="{BB962C8B-B14F-4D97-AF65-F5344CB8AC3E}">
        <p14:creationId xmlns:p14="http://schemas.microsoft.com/office/powerpoint/2010/main" val="3250225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1676400"/>
            <a:ext cx="9144000" cy="1902346"/>
          </a:xfrm>
          <a:prstGeom prst="rect">
            <a:avLst/>
          </a:prstGeom>
          <a:noFill/>
          <a:ln>
            <a:solidFill>
              <a:srgbClr val="800000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685800" y="1882775"/>
            <a:ext cx="7772400" cy="1470025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371600" y="43434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8419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/>
          <a:lstStyle>
            <a:lvl1pPr>
              <a:defRPr sz="3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553200"/>
            <a:ext cx="24384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84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35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066800"/>
            <a:ext cx="4040188" cy="5410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066800"/>
            <a:ext cx="4041775" cy="5410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553200"/>
            <a:ext cx="24384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57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8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800"/>
            </a:lvl1pPr>
          </a:lstStyle>
          <a:p>
            <a:pPr>
              <a:defRPr/>
            </a:pPr>
            <a:endParaRPr lang="en-US" i="0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399" y="1610713"/>
            <a:ext cx="7790214" cy="4600081"/>
          </a:xfrm>
        </p:spPr>
        <p:txBody>
          <a:bodyPr/>
          <a:lstStyle>
            <a:lvl1pPr>
              <a:buFont typeface="Arial" pitchFamily="34" charset="0"/>
              <a:buNone/>
              <a:defRPr/>
            </a:lvl1pPr>
            <a:lvl2pPr>
              <a:buClr>
                <a:srgbClr val="0000FF"/>
              </a:buClr>
              <a:defRPr/>
            </a:lvl2pPr>
            <a:lvl3pPr>
              <a:buClr>
                <a:srgbClr val="0000FF"/>
              </a:buClr>
              <a:defRPr/>
            </a:lvl3pPr>
            <a:lvl4pPr>
              <a:buClr>
                <a:srgbClr val="0000FF"/>
              </a:buClr>
              <a:defRPr/>
            </a:lvl4pPr>
            <a:lvl5pPr>
              <a:buClr>
                <a:srgbClr val="0000FF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586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91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E0355-9741-7640-AC4F-CF3347F782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824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91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109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09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7EB57-2F86-E04E-ACF4-B5B9117ACB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533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8204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0"/>
            <a:ext cx="401320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371600"/>
            <a:ext cx="4013200" cy="468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1800" y="622935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2935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310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C9D1F42-29F6-4D34-AA01-7E6B59AE6DC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2455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865697"/>
          </a:xfrm>
          <a:prstGeom prst="rect">
            <a:avLst/>
          </a:prstGeom>
          <a:noFill/>
          <a:ln>
            <a:solidFill>
              <a:srgbClr val="800000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457200" y="70056"/>
            <a:ext cx="82296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457200" y="1066800"/>
            <a:ext cx="82296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76200" y="6553200"/>
            <a:ext cx="24384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8B6C9-A03E-72E6-FC20-F5B32863B6C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20350" y="6687820"/>
            <a:ext cx="5238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In-Confidence</a:t>
            </a:r>
          </a:p>
        </p:txBody>
      </p:sp>
    </p:spTree>
    <p:extLst>
      <p:ext uri="{BB962C8B-B14F-4D97-AF65-F5344CB8AC3E}">
        <p14:creationId xmlns:p14="http://schemas.microsoft.com/office/powerpoint/2010/main" val="380653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3" r:id="rId4"/>
    <p:sldLayoutId id="2147483724" r:id="rId5"/>
    <p:sldLayoutId id="2147483727" r:id="rId6"/>
    <p:sldLayoutId id="2147483728" r:id="rId7"/>
    <p:sldLayoutId id="2147483729" r:id="rId8"/>
    <p:sldLayoutId id="2147483730" r:id="rId9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B050"/>
        </a:buClr>
        <a:buChar char="•"/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o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engmeng.ge@canterbury.ac.nz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hyperlink" Target="https://users.cs.northwestern.edu/~akuzma/classes/CS340-w05/lecture_notes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696200" cy="1752600"/>
          </a:xfrm>
        </p:spPr>
        <p:txBody>
          <a:bodyPr/>
          <a:lstStyle/>
          <a:p>
            <a:r>
              <a:rPr lang="en-US" sz="2400" dirty="0">
                <a:latin typeface="+mj-lt"/>
              </a:rPr>
              <a:t>Dr Barry Wu</a:t>
            </a:r>
          </a:p>
          <a:p>
            <a:endParaRPr lang="en-US" altLang="zh-CN" sz="1800" dirty="0">
              <a:latin typeface="+mj-lt"/>
            </a:endParaRPr>
          </a:p>
          <a:p>
            <a:r>
              <a:rPr lang="en-US" altLang="zh-CN" sz="1800">
                <a:latin typeface="+mj-lt"/>
              </a:rPr>
              <a:t>WRC</a:t>
            </a:r>
            <a:endParaRPr lang="en-US" altLang="zh-CN" sz="1800" dirty="0">
              <a:latin typeface="+mj-lt"/>
            </a:endParaRPr>
          </a:p>
          <a:p>
            <a:r>
              <a:rPr lang="en-US" altLang="zh-CN" sz="1800" dirty="0">
                <a:latin typeface="+mj-lt"/>
              </a:rPr>
              <a:t>University of Canterbury</a:t>
            </a:r>
          </a:p>
          <a:p>
            <a:r>
              <a:rPr lang="en-US" sz="1600" dirty="0">
                <a:latin typeface="+mj-lt"/>
                <a:hlinkClick r:id="rId3"/>
              </a:rPr>
              <a:t>Barry.wu@canterbury.ac.nz</a:t>
            </a:r>
            <a:endParaRPr lang="en-US" sz="16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594578"/>
            <a:ext cx="739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COSC264</a:t>
            </a:r>
          </a:p>
          <a:p>
            <a:pPr algn="ctr"/>
            <a:r>
              <a:rPr lang="en-NZ" sz="2400" dirty="0">
                <a:latin typeface="+mj-lt"/>
              </a:rPr>
              <a:t>Introduction to Computer Networks and the Internet</a:t>
            </a:r>
            <a:endParaRPr lang="en-US" sz="2400" dirty="0">
              <a:latin typeface="+mj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sz="3200" dirty="0"/>
              <a:t>Reliable Data Transfer: ARQ Protocols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Learning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At the end of the lectures, you will be able to:</a:t>
            </a:r>
          </a:p>
          <a:p>
            <a:pPr lvl="1"/>
            <a:r>
              <a:rPr lang="en-NZ" altLang="en-US" dirty="0"/>
              <a:t>Understand the need for reliable data transfer</a:t>
            </a:r>
          </a:p>
          <a:p>
            <a:pPr lvl="1"/>
            <a:r>
              <a:rPr lang="en-NZ" altLang="en-US" dirty="0"/>
              <a:t>Present an overview of the basic mechanisms of stop-and-wait ARQ, go-back-N ARQ, and selective repeat/reject* ARQ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2A463-4B4C-418F-8B45-18D20BE86BD1}"/>
              </a:ext>
            </a:extLst>
          </p:cNvPr>
          <p:cNvSpPr txBox="1"/>
          <p:nvPr/>
        </p:nvSpPr>
        <p:spPr>
          <a:xfrm>
            <a:off x="381000" y="6001434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97200">
              <a:buFont typeface="Arial" panose="020B0604020202020204" pitchFamily="34" charset="0"/>
              <a:buChar char="⃰"/>
            </a:pPr>
            <a:r>
              <a:rPr lang="en-GB" sz="1200" dirty="0"/>
              <a:t>Selective reject is used in Data and Computer Communications by William Stallings</a:t>
            </a:r>
          </a:p>
          <a:p>
            <a:pPr marL="180000"/>
            <a:r>
              <a:rPr lang="en-GB" sz="1200" dirty="0"/>
              <a:t>Selective repeat is used in Computer networking: a top-down approach featuring the Internet by James F. Kurose &amp; Keith W. Ross and Computer Networks by Andrew S. Tanenbaum &amp; David J. Wetherall</a:t>
            </a:r>
          </a:p>
        </p:txBody>
      </p:sp>
    </p:spTree>
    <p:extLst>
      <p:ext uri="{BB962C8B-B14F-4D97-AF65-F5344CB8AC3E}">
        <p14:creationId xmlns:p14="http://schemas.microsoft.com/office/powerpoint/2010/main" val="60639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altLang="en-US" dirty="0"/>
              <a:t>Reliable data transfer (RDT) protocols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dirty="0" err="1"/>
              <a:t>rdt</a:t>
            </a:r>
            <a:r>
              <a:rPr lang="en-GB" dirty="0"/>
              <a:t> 1.0: over a perfectly reliable channel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dirty="0" err="1"/>
              <a:t>rdt</a:t>
            </a:r>
            <a:r>
              <a:rPr lang="en-GB" dirty="0"/>
              <a:t> 2.0: over a channel with bit errors</a:t>
            </a:r>
            <a:endParaRPr lang="en-US" altLang="en-US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dirty="0" err="1"/>
              <a:t>rdt</a:t>
            </a:r>
            <a:r>
              <a:rPr lang="en-GB" dirty="0"/>
              <a:t> 3.0: over a lossy channel with bit errors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AU" dirty="0"/>
              <a:t>Pipelined reliable data transfer protocols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685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ARQ (Automatic Repeat </a:t>
            </a:r>
            <a:r>
              <a:rPr lang="en-US" dirty="0" err="1"/>
              <a:t>reQuest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GB" dirty="0"/>
              <a:t>Reliable data transfer protocols based on retransmission are known as ARQ (Automatic Repeat </a:t>
            </a:r>
            <a:r>
              <a:rPr lang="en-GB" dirty="0" err="1"/>
              <a:t>reQuest</a:t>
            </a:r>
            <a:r>
              <a:rPr lang="en-GB" dirty="0"/>
              <a:t>) protocols.</a:t>
            </a:r>
          </a:p>
          <a:p>
            <a:pPr>
              <a:spcAft>
                <a:spcPts val="600"/>
              </a:spcAft>
            </a:pPr>
            <a:endParaRPr lang="en-NZ" dirty="0"/>
          </a:p>
          <a:p>
            <a:pPr lvl="1">
              <a:spcAft>
                <a:spcPts val="600"/>
              </a:spcAft>
            </a:pPr>
            <a:r>
              <a:rPr lang="en-NZ" dirty="0"/>
              <a:t>Stop-and-wait ARQ </a:t>
            </a:r>
          </a:p>
          <a:p>
            <a:pPr lvl="1">
              <a:spcAft>
                <a:spcPts val="600"/>
              </a:spcAft>
            </a:pPr>
            <a:r>
              <a:rPr lang="en-NZ" dirty="0"/>
              <a:t>Go-back-N ARQ </a:t>
            </a:r>
          </a:p>
          <a:p>
            <a:pPr lvl="1">
              <a:spcAft>
                <a:spcPts val="600"/>
              </a:spcAft>
            </a:pPr>
            <a:r>
              <a:rPr lang="en-NZ" dirty="0"/>
              <a:t>Selective repeat/reject ARQ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CE9E11-39C8-4E20-894F-A4A883CCF6E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65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656B8C-E260-D862-3A96-0B7B9F57D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Reliable data transfer </a:t>
            </a:r>
            <a:r>
              <a:rPr lang="en-GB" dirty="0"/>
              <a:t>over a perfectly reliable channel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146BB4E-417B-4FAE-49E3-1B9FF79963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2D813-7448-51C8-88B7-0B50B18405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84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Error-Free Transmission: </a:t>
            </a:r>
            <a:r>
              <a:rPr lang="en-NZ" dirty="0" err="1"/>
              <a:t>rdt</a:t>
            </a:r>
            <a:r>
              <a:rPr lang="en-NZ" dirty="0"/>
              <a:t> 1.0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3810000" cy="2971800"/>
          </a:xfrm>
        </p:spPr>
        <p:txBody>
          <a:bodyPr/>
          <a:lstStyle/>
          <a:p>
            <a:r>
              <a:rPr lang="en-NZ" sz="3000" dirty="0"/>
              <a:t>A perfectly reliable channel </a:t>
            </a:r>
          </a:p>
          <a:p>
            <a:pPr lvl="1"/>
            <a:r>
              <a:rPr lang="en-NZ" dirty="0"/>
              <a:t>no bit errors</a:t>
            </a:r>
          </a:p>
          <a:p>
            <a:pPr lvl="1"/>
            <a:r>
              <a:rPr lang="en-NZ" dirty="0"/>
              <a:t>no out-of-order frames</a:t>
            </a:r>
          </a:p>
          <a:p>
            <a:pPr lvl="1"/>
            <a:r>
              <a:rPr lang="en-NZ" dirty="0"/>
              <a:t>no frame loss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58530A-0443-62E1-E379-77AACCB67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886" y="995318"/>
            <a:ext cx="3164114" cy="5572396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DCF6BA98-64BA-3DF7-20AC-1FEABED0747B}"/>
              </a:ext>
            </a:extLst>
          </p:cNvPr>
          <p:cNvSpPr txBox="1"/>
          <p:nvPr/>
        </p:nvSpPr>
        <p:spPr>
          <a:xfrm>
            <a:off x="1865086" y="6136827"/>
            <a:ext cx="335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1100" dirty="0"/>
              <a:t>Source: William Stallings, Data and Computer Communications, 10</a:t>
            </a:r>
            <a:r>
              <a:rPr lang="en-GB" sz="1100" baseline="30000" dirty="0"/>
              <a:t>th</a:t>
            </a:r>
            <a:r>
              <a:rPr lang="en-GB" sz="1100" dirty="0"/>
              <a:t> edition, 2013, Figure 7.1.</a:t>
            </a:r>
            <a:endParaRPr lang="en-AU" sz="1100" dirty="0"/>
          </a:p>
        </p:txBody>
      </p:sp>
      <p:sp>
        <p:nvSpPr>
          <p:cNvPr id="7" name="Wave 6">
            <a:extLst>
              <a:ext uri="{FF2B5EF4-FFF2-40B4-BE49-F238E27FC236}">
                <a16:creationId xmlns:a16="http://schemas.microsoft.com/office/drawing/2014/main" id="{A16A6258-B370-5B05-63A9-AEFD263ADDB2}"/>
              </a:ext>
            </a:extLst>
          </p:cNvPr>
          <p:cNvSpPr/>
          <p:nvPr/>
        </p:nvSpPr>
        <p:spPr>
          <a:xfrm>
            <a:off x="344714" y="3976719"/>
            <a:ext cx="4913086" cy="1890681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sender sends data whenever data is available; the receiver receives data and delivers data to its upper-layer protocol.</a:t>
            </a:r>
          </a:p>
        </p:txBody>
      </p:sp>
    </p:spTree>
    <p:extLst>
      <p:ext uri="{BB962C8B-B14F-4D97-AF65-F5344CB8AC3E}">
        <p14:creationId xmlns:p14="http://schemas.microsoft.com/office/powerpoint/2010/main" val="1258696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27947D-FE8E-8689-153E-640F11BB7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" y="1882775"/>
            <a:ext cx="8991600" cy="1470025"/>
          </a:xfrm>
        </p:spPr>
        <p:txBody>
          <a:bodyPr/>
          <a:lstStyle/>
          <a:p>
            <a:r>
              <a:rPr lang="en-GB" dirty="0"/>
              <a:t>Reliable data transfer over a lossless channel with bit errors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7DB7918-C4EA-74F5-07E4-F60C37EBCD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EA1F1-EC52-43D5-28E9-5F31047AE1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2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 channel with only bit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Smiley Face 5"/>
          <p:cNvSpPr/>
          <p:nvPr/>
        </p:nvSpPr>
        <p:spPr>
          <a:xfrm>
            <a:off x="1905617" y="2362200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Smiley Face 6"/>
          <p:cNvSpPr/>
          <p:nvPr/>
        </p:nvSpPr>
        <p:spPr>
          <a:xfrm>
            <a:off x="6012588" y="2362200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5" name="Group 4"/>
          <p:cNvGrpSpPr/>
          <p:nvPr/>
        </p:nvGrpSpPr>
        <p:grpSpPr>
          <a:xfrm>
            <a:off x="2896217" y="2068024"/>
            <a:ext cx="2971800" cy="637076"/>
            <a:chOff x="3200400" y="2449024"/>
            <a:chExt cx="2971800" cy="637076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3200400" y="2743200"/>
              <a:ext cx="2971800" cy="3429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 rot="495813">
              <a:off x="3886200" y="2449024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Hello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896217" y="2814610"/>
            <a:ext cx="2971800" cy="538190"/>
            <a:chOff x="3200400" y="3195610"/>
            <a:chExt cx="2971800" cy="538190"/>
          </a:xfrm>
        </p:grpSpPr>
        <p:cxnSp>
          <p:nvCxnSpPr>
            <p:cNvPr id="12" name="Straight Arrow Connector 11"/>
            <p:cNvCxnSpPr/>
            <p:nvPr/>
          </p:nvCxnSpPr>
          <p:spPr>
            <a:xfrm flipH="1">
              <a:off x="3200400" y="3276600"/>
              <a:ext cx="297180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 rot="21142427">
              <a:off x="3937749" y="3195610"/>
              <a:ext cx="1253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Yes (</a:t>
              </a:r>
              <a:r>
                <a:rPr lang="en-NZ" i="1" dirty="0"/>
                <a:t>ACK</a:t>
              </a:r>
              <a:r>
                <a:rPr lang="en-NZ" dirty="0"/>
                <a:t>)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733345" y="3434221"/>
            <a:ext cx="3714478" cy="566279"/>
            <a:chOff x="3037528" y="3815221"/>
            <a:chExt cx="3714478" cy="566279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3225452" y="4038600"/>
              <a:ext cx="2971800" cy="3429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 rot="344563">
              <a:off x="3037528" y="3815221"/>
              <a:ext cx="3714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Can we meet at @#%&amp; (</a:t>
              </a:r>
              <a:r>
                <a:rPr lang="en-NZ" i="1" dirty="0"/>
                <a:t>bit errors</a:t>
              </a:r>
              <a:r>
                <a:rPr lang="en-NZ" dirty="0"/>
                <a:t>)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33690" y="4294676"/>
            <a:ext cx="3279488" cy="580036"/>
            <a:chOff x="2937873" y="4675676"/>
            <a:chExt cx="3279488" cy="580036"/>
          </a:xfrm>
        </p:grpSpPr>
        <p:cxnSp>
          <p:nvCxnSpPr>
            <p:cNvPr id="16" name="Straight Arrow Connector 15"/>
            <p:cNvCxnSpPr/>
            <p:nvPr/>
          </p:nvCxnSpPr>
          <p:spPr>
            <a:xfrm flipH="1">
              <a:off x="3227540" y="4798512"/>
              <a:ext cx="2971800" cy="4572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 rot="21082093">
              <a:off x="2937873" y="4675676"/>
              <a:ext cx="32794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Pardon? (</a:t>
              </a:r>
              <a:r>
                <a:rPr lang="en-NZ" i="1" dirty="0"/>
                <a:t>NAK, negative ACK</a:t>
              </a:r>
              <a:r>
                <a:rPr lang="en-NZ" dirty="0"/>
                <a:t>)</a:t>
              </a:r>
            </a:p>
          </p:txBody>
        </p:sp>
      </p:grpSp>
      <p:cxnSp>
        <p:nvCxnSpPr>
          <p:cNvPr id="19" name="Straight Arrow Connector 18"/>
          <p:cNvCxnSpPr/>
          <p:nvPr/>
        </p:nvCxnSpPr>
        <p:spPr>
          <a:xfrm>
            <a:off x="2857595" y="1905000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880543" y="1925878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2653462" y="5058780"/>
            <a:ext cx="4814138" cy="467714"/>
            <a:chOff x="2957645" y="5439780"/>
            <a:chExt cx="4814138" cy="467714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3247507" y="5564594"/>
              <a:ext cx="2971800" cy="3429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 rot="390985">
              <a:off x="2957645" y="5439780"/>
              <a:ext cx="48141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Can we meet at the library? (</a:t>
              </a:r>
              <a:r>
                <a:rPr lang="en-NZ" i="1" dirty="0"/>
                <a:t>retransmission</a:t>
              </a:r>
              <a:r>
                <a:rPr lang="en-NZ" dirty="0"/>
                <a:t>)</a:t>
              </a:r>
            </a:p>
          </p:txBody>
        </p:sp>
      </p:grpSp>
      <p:sp>
        <p:nvSpPr>
          <p:cNvPr id="18" name="Rectangular Callout 17"/>
          <p:cNvSpPr/>
          <p:nvPr/>
        </p:nvSpPr>
        <p:spPr>
          <a:xfrm>
            <a:off x="6704079" y="3239982"/>
            <a:ext cx="2094978" cy="772136"/>
          </a:xfrm>
          <a:prstGeom prst="wedgeRectCallout">
            <a:avLst>
              <a:gd name="adj1" fmla="val -65317"/>
              <a:gd name="adj2" fmla="val 309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</a:rPr>
              <a:t>Checksum/CRC for error detection</a:t>
            </a:r>
            <a:endParaRPr lang="en-NZ" dirty="0">
              <a:ln w="0"/>
              <a:solidFill>
                <a:schemeClr val="tx1"/>
              </a:solidFill>
            </a:endParaRPr>
          </a:p>
        </p:txBody>
      </p:sp>
      <p:sp>
        <p:nvSpPr>
          <p:cNvPr id="29" name="Rectangular Callout 17">
            <a:extLst>
              <a:ext uri="{FF2B5EF4-FFF2-40B4-BE49-F238E27FC236}">
                <a16:creationId xmlns:a16="http://schemas.microsoft.com/office/drawing/2014/main" id="{C1B6EAC0-332E-55AE-52DF-A4F0BF5D229A}"/>
              </a:ext>
            </a:extLst>
          </p:cNvPr>
          <p:cNvSpPr/>
          <p:nvPr/>
        </p:nvSpPr>
        <p:spPr>
          <a:xfrm>
            <a:off x="215604" y="3450771"/>
            <a:ext cx="2346763" cy="2002503"/>
          </a:xfrm>
          <a:prstGeom prst="wedgeRectCallout">
            <a:avLst>
              <a:gd name="adj1" fmla="val 59193"/>
              <a:gd name="adj2" fmla="val -268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Positive acknowledgements (ACKs)</a:t>
            </a:r>
          </a:p>
          <a:p>
            <a:r>
              <a:rPr lang="en-GB" dirty="0">
                <a:solidFill>
                  <a:schemeClr val="tx1"/>
                </a:solidFill>
              </a:rPr>
              <a:t>Negative acknowledgements (NAKs)</a:t>
            </a:r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70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Stop-and-Wait Protocols: </a:t>
            </a:r>
            <a:r>
              <a:rPr lang="en-NZ" dirty="0" err="1"/>
              <a:t>rdt</a:t>
            </a:r>
            <a:r>
              <a:rPr lang="en-NZ" dirty="0"/>
              <a:t> 2.0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NZ" u="sng" dirty="0"/>
              <a:t>Sender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When the packet is ready, sends it and waits for ACK/NAK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If NAK is received, retransmits the last packet and waits for ACK/NAK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If ACK is received, waits for the next packet to be ready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NZ" u="sng" dirty="0"/>
              <a:t>Receiver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If the packet is received without error, sends 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If the packet is received with error, sends NAK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1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err="1"/>
              <a:t>rdt</a:t>
            </a:r>
            <a:r>
              <a:rPr lang="en-NZ" dirty="0"/>
              <a:t> 2.0: FSM (Finite-state machine)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650160" y="1554388"/>
            <a:ext cx="1295400" cy="1295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for call from above</a:t>
            </a:r>
            <a:endParaRPr lang="en-NZ" dirty="0"/>
          </a:p>
        </p:txBody>
      </p:sp>
      <p:sp>
        <p:nvSpPr>
          <p:cNvPr id="6" name="Oval 5"/>
          <p:cNvSpPr/>
          <p:nvPr/>
        </p:nvSpPr>
        <p:spPr>
          <a:xfrm>
            <a:off x="5002960" y="1587791"/>
            <a:ext cx="1295400" cy="1295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Wait for ACK/NAK</a:t>
            </a:r>
            <a:endParaRPr lang="en-NZ" dirty="0"/>
          </a:p>
        </p:txBody>
      </p:sp>
      <p:cxnSp>
        <p:nvCxnSpPr>
          <p:cNvPr id="8" name="Curved Connector 7"/>
          <p:cNvCxnSpPr>
            <a:stCxn id="5" idx="7"/>
            <a:endCxn id="6" idx="1"/>
          </p:cNvCxnSpPr>
          <p:nvPr/>
        </p:nvCxnSpPr>
        <p:spPr>
          <a:xfrm rot="16200000" flipH="1">
            <a:off x="3957558" y="542389"/>
            <a:ext cx="33403" cy="2436814"/>
          </a:xfrm>
          <a:prstGeom prst="curvedConnector3">
            <a:avLst>
              <a:gd name="adj1" fmla="val -1252304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0725" y="969275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Sends packet</a:t>
            </a:r>
          </a:p>
        </p:txBody>
      </p:sp>
      <p:cxnSp>
        <p:nvCxnSpPr>
          <p:cNvPr id="11" name="Curved Connector 10"/>
          <p:cNvCxnSpPr>
            <a:stCxn id="6" idx="3"/>
            <a:endCxn id="5" idx="5"/>
          </p:cNvCxnSpPr>
          <p:nvPr/>
        </p:nvCxnSpPr>
        <p:spPr>
          <a:xfrm rot="5400000" flipH="1">
            <a:off x="3957558" y="1458376"/>
            <a:ext cx="33403" cy="2436814"/>
          </a:xfrm>
          <a:prstGeom prst="curvedConnector3">
            <a:avLst>
              <a:gd name="adj1" fmla="val -1252304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35476" y="2650760"/>
            <a:ext cx="1659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Receives ACK</a:t>
            </a:r>
          </a:p>
        </p:txBody>
      </p:sp>
      <p:cxnSp>
        <p:nvCxnSpPr>
          <p:cNvPr id="14" name="Curved Connector 13"/>
          <p:cNvCxnSpPr>
            <a:stCxn id="6" idx="7"/>
            <a:endCxn id="6" idx="5"/>
          </p:cNvCxnSpPr>
          <p:nvPr/>
        </p:nvCxnSpPr>
        <p:spPr>
          <a:xfrm rot="16200000" flipH="1">
            <a:off x="5650660" y="2235491"/>
            <a:ext cx="915986" cy="12700"/>
          </a:xfrm>
          <a:prstGeom prst="curvedConnector5">
            <a:avLst>
              <a:gd name="adj1" fmla="val -24957"/>
              <a:gd name="adj2" fmla="val 10506244"/>
              <a:gd name="adj3" fmla="val 12495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20930" y="2030452"/>
            <a:ext cx="1869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Receives NAK</a:t>
            </a:r>
          </a:p>
          <a:p>
            <a:r>
              <a:rPr lang="en-NZ" dirty="0"/>
              <a:t>&amp; Retransmits</a:t>
            </a:r>
          </a:p>
        </p:txBody>
      </p:sp>
      <p:cxnSp>
        <p:nvCxnSpPr>
          <p:cNvPr id="24" name="Straight Arrow Connector 23"/>
          <p:cNvCxnSpPr>
            <a:endCxn id="5" idx="2"/>
          </p:cNvCxnSpPr>
          <p:nvPr/>
        </p:nvCxnSpPr>
        <p:spPr>
          <a:xfrm>
            <a:off x="964360" y="1777498"/>
            <a:ext cx="685800" cy="42459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111956" y="4129723"/>
            <a:ext cx="8648875" cy="1737677"/>
            <a:chOff x="260334" y="4392283"/>
            <a:chExt cx="8648875" cy="1737677"/>
          </a:xfrm>
        </p:grpSpPr>
        <p:sp>
          <p:nvSpPr>
            <p:cNvPr id="26" name="Oval 25"/>
            <p:cNvSpPr/>
            <p:nvPr/>
          </p:nvSpPr>
          <p:spPr>
            <a:xfrm>
              <a:off x="3581400" y="4834560"/>
              <a:ext cx="1295400" cy="1295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Wait for call from below</a:t>
              </a:r>
              <a:endParaRPr lang="en-NZ" dirty="0"/>
            </a:p>
          </p:txBody>
        </p:sp>
        <p:cxnSp>
          <p:nvCxnSpPr>
            <p:cNvPr id="27" name="Curved Connector 26"/>
            <p:cNvCxnSpPr/>
            <p:nvPr/>
          </p:nvCxnSpPr>
          <p:spPr>
            <a:xfrm rot="16200000" flipH="1">
              <a:off x="4269690" y="5475910"/>
              <a:ext cx="915986" cy="12700"/>
            </a:xfrm>
            <a:prstGeom prst="curvedConnector5">
              <a:avLst>
                <a:gd name="adj1" fmla="val -24957"/>
                <a:gd name="adj2" fmla="val 10506244"/>
                <a:gd name="adj3" fmla="val 124957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5993026" y="5159093"/>
              <a:ext cx="29161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Receives corrupted packet</a:t>
              </a:r>
            </a:p>
            <a:p>
              <a:r>
                <a:rPr lang="en-NZ" dirty="0"/>
                <a:t>&amp; Sends NAK</a:t>
              </a:r>
            </a:p>
          </p:txBody>
        </p:sp>
        <p:cxnSp>
          <p:nvCxnSpPr>
            <p:cNvPr id="32" name="Curved Connector 31"/>
            <p:cNvCxnSpPr/>
            <p:nvPr/>
          </p:nvCxnSpPr>
          <p:spPr>
            <a:xfrm rot="16200000" flipH="1">
              <a:off x="3358357" y="5497117"/>
              <a:ext cx="915986" cy="12700"/>
            </a:xfrm>
            <a:prstGeom prst="curvedConnector5">
              <a:avLst>
                <a:gd name="adj1" fmla="val -24957"/>
                <a:gd name="adj2" fmla="val -7543071"/>
                <a:gd name="adj3" fmla="val 124957"/>
              </a:avLst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60334" y="5092575"/>
              <a:ext cx="26597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Received correct packet</a:t>
              </a:r>
            </a:p>
            <a:p>
              <a:r>
                <a:rPr lang="en-NZ" dirty="0"/>
                <a:t>&amp; Sends ACK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>
              <a:off x="3346167" y="4392283"/>
              <a:ext cx="685800" cy="424590"/>
            </a:xfrm>
            <a:prstGeom prst="straightConnector1">
              <a:avLst/>
            </a:prstGeom>
            <a:ln>
              <a:prstDash val="sysDash"/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457200" y="3733800"/>
            <a:ext cx="822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43800" y="1153941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Sender</a:t>
            </a:r>
            <a:endParaRPr lang="en-NZ" dirty="0"/>
          </a:p>
        </p:txBody>
      </p:sp>
      <p:sp>
        <p:nvSpPr>
          <p:cNvPr id="25" name="TextBox 24"/>
          <p:cNvSpPr txBox="1"/>
          <p:nvPr/>
        </p:nvSpPr>
        <p:spPr>
          <a:xfrm>
            <a:off x="7506308" y="4122645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Receiver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4659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663" y="83158"/>
            <a:ext cx="8763000" cy="723900"/>
          </a:xfrm>
        </p:spPr>
        <p:txBody>
          <a:bodyPr/>
          <a:lstStyle/>
          <a:p>
            <a:r>
              <a:rPr lang="en-NZ" dirty="0" err="1"/>
              <a:t>rdt</a:t>
            </a:r>
            <a:r>
              <a:rPr lang="en-NZ" dirty="0"/>
              <a:t> 2.0: A Fatal Flaw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26" name="Smiley Face 25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Smiley Face 26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918453" y="189086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495813">
            <a:off x="3604253" y="159668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2918453" y="2424265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1142427">
            <a:off x="3655802" y="2343275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 (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943505" y="318626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344563">
            <a:off x="2755580" y="2962886"/>
            <a:ext cx="371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Can we meet at @#%&amp; (</a:t>
            </a:r>
            <a:r>
              <a:rPr lang="en-NZ" i="1" dirty="0"/>
              <a:t>bit errors</a:t>
            </a:r>
            <a:r>
              <a:rPr lang="en-NZ" dirty="0"/>
              <a:t>)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2945593" y="3946177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21082093">
            <a:off x="3421071" y="3823341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Pardon? (</a:t>
            </a:r>
            <a:r>
              <a:rPr lang="en-NZ" i="1" dirty="0"/>
              <a:t>NAK</a:t>
            </a:r>
            <a:r>
              <a:rPr lang="en-NZ" dirty="0"/>
              <a:t>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2870548" y="1433665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918548" y="1454543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965560" y="4712259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390985">
            <a:off x="2675698" y="4587445"/>
            <a:ext cx="481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Can we meet at the library? (</a:t>
            </a:r>
            <a:r>
              <a:rPr lang="en-NZ" i="1" dirty="0"/>
              <a:t>retransmission</a:t>
            </a:r>
            <a:r>
              <a:rPr lang="en-NZ" dirty="0"/>
              <a:t>)</a:t>
            </a:r>
          </a:p>
        </p:txBody>
      </p:sp>
      <p:sp>
        <p:nvSpPr>
          <p:cNvPr id="3" name="Rectangle 2"/>
          <p:cNvSpPr/>
          <p:nvPr/>
        </p:nvSpPr>
        <p:spPr>
          <a:xfrm rot="21044808">
            <a:off x="3426741" y="2457211"/>
            <a:ext cx="1498596" cy="177044"/>
          </a:xfrm>
          <a:prstGeom prst="rect">
            <a:avLst/>
          </a:prstGeom>
          <a:solidFill>
            <a:schemeClr val="accent1"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Rectangle 19"/>
          <p:cNvSpPr/>
          <p:nvPr/>
        </p:nvSpPr>
        <p:spPr>
          <a:xfrm rot="21044808">
            <a:off x="3175089" y="3922061"/>
            <a:ext cx="2569155" cy="151272"/>
          </a:xfrm>
          <a:prstGeom prst="rect">
            <a:avLst/>
          </a:prstGeom>
          <a:solidFill>
            <a:schemeClr val="accent1"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Wave 4"/>
          <p:cNvSpPr/>
          <p:nvPr/>
        </p:nvSpPr>
        <p:spPr>
          <a:xfrm>
            <a:off x="1694237" y="5474821"/>
            <a:ext cx="5837163" cy="108130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ACK/NAK can be corrupted!</a:t>
            </a:r>
          </a:p>
        </p:txBody>
      </p:sp>
    </p:spTree>
    <p:extLst>
      <p:ext uri="{BB962C8B-B14F-4D97-AF65-F5344CB8AC3E}">
        <p14:creationId xmlns:p14="http://schemas.microsoft.com/office/powerpoint/2010/main" val="184521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err="1"/>
              <a:t>rdt</a:t>
            </a:r>
            <a:r>
              <a:rPr lang="en-NZ" dirty="0"/>
              <a:t> 2.0: Corrupted ACK/NAK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6" name="Smiley Face 25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Smiley Face 26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918453" y="189086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495813">
            <a:off x="3604253" y="159668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2918453" y="2424265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1142427">
            <a:off x="3080966" y="2343275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Y#% (corrupted 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943505" y="318626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344563">
            <a:off x="3681381" y="291279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2945593" y="3946177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21082093">
            <a:off x="3668895" y="3823341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 (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36" name="Straight Arrow Connector 35"/>
          <p:cNvCxnSpPr>
            <a:cxnSpLocks/>
          </p:cNvCxnSpPr>
          <p:nvPr/>
        </p:nvCxnSpPr>
        <p:spPr>
          <a:xfrm>
            <a:off x="2895600" y="1433665"/>
            <a:ext cx="15658" cy="481473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>
            <a:off x="5917758" y="1518238"/>
            <a:ext cx="25842" cy="479999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965560" y="4712259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390985">
            <a:off x="3166013" y="4516995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Can we meet at the library? 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2907992" y="5302210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21082093">
            <a:off x="3909255" y="517937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####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2934322" y="5941356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 rot="390985">
            <a:off x="3069024" y="5778727"/>
            <a:ext cx="3005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Can we meet at the library?</a:t>
            </a:r>
          </a:p>
        </p:txBody>
      </p:sp>
      <p:sp>
        <p:nvSpPr>
          <p:cNvPr id="46" name="Cloud Callout 45"/>
          <p:cNvSpPr/>
          <p:nvPr/>
        </p:nvSpPr>
        <p:spPr>
          <a:xfrm>
            <a:off x="6166132" y="2527941"/>
            <a:ext cx="3036909" cy="1942849"/>
          </a:xfrm>
          <a:prstGeom prst="cloudCallout">
            <a:avLst>
              <a:gd name="adj1" fmla="val -49705"/>
              <a:gd name="adj2" fmla="val 1224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receiver does not know whether the data is </a:t>
            </a:r>
            <a:r>
              <a:rPr lang="en-NZ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or a </a:t>
            </a:r>
            <a:r>
              <a:rPr lang="en-NZ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retransmission!</a:t>
            </a:r>
            <a:endParaRPr lang="en-NZ" i="1" dirty="0"/>
          </a:p>
        </p:txBody>
      </p:sp>
      <p:sp>
        <p:nvSpPr>
          <p:cNvPr id="24" name="Rectangular Callout 23"/>
          <p:cNvSpPr/>
          <p:nvPr/>
        </p:nvSpPr>
        <p:spPr>
          <a:xfrm>
            <a:off x="225892" y="2878177"/>
            <a:ext cx="2057400" cy="1202977"/>
          </a:xfrm>
          <a:prstGeom prst="wedgeRectCallout">
            <a:avLst>
              <a:gd name="adj1" fmla="val 60494"/>
              <a:gd name="adj2" fmla="val 238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Resend the data!</a:t>
            </a:r>
            <a:endParaRPr lang="en-NZ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167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6" name="Smiley Face 25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Smiley Face 26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918453" y="189086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495813">
            <a:off x="3379833" y="1596689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Zak is his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2918453" y="2424265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1142427">
            <a:off x="3299488" y="2356911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 (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943505" y="318626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344563">
            <a:off x="3681381" y="291279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great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2945593" y="3946177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21082093">
            <a:off x="3627534" y="387244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####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2965560" y="4712259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390985">
            <a:off x="3741487" y="444216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great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2907992" y="5302210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21082093">
            <a:off x="3456023" y="5179375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 (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2934322" y="5941356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 rot="390985">
            <a:off x="3687126" y="5718874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grandson</a:t>
            </a:r>
          </a:p>
        </p:txBody>
      </p:sp>
      <p:sp>
        <p:nvSpPr>
          <p:cNvPr id="23" name="Cloud Callout 22"/>
          <p:cNvSpPr/>
          <p:nvPr/>
        </p:nvSpPr>
        <p:spPr>
          <a:xfrm>
            <a:off x="6377724" y="2588872"/>
            <a:ext cx="2456977" cy="1942849"/>
          </a:xfrm>
          <a:prstGeom prst="cloudCallout">
            <a:avLst>
              <a:gd name="adj1" fmla="val -86002"/>
              <a:gd name="adj2" fmla="val 689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i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</a:t>
            </a:r>
            <a:r>
              <a:rPr lang="en-NZ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or a </a:t>
            </a:r>
            <a:r>
              <a:rPr lang="en-NZ" i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retransmission?!</a:t>
            </a:r>
            <a:endParaRPr lang="en-NZ" i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F72EE5-9325-EDE3-39FA-18F39CAB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err="1"/>
              <a:t>rdt</a:t>
            </a:r>
            <a:r>
              <a:rPr lang="en-NZ" dirty="0"/>
              <a:t> 2.0: Corrupted ACK/NAK (cont.)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8BAA7E-2EDC-1FA7-B8F3-3AAEF0870A45}"/>
              </a:ext>
            </a:extLst>
          </p:cNvPr>
          <p:cNvCxnSpPr>
            <a:cxnSpLocks/>
          </p:cNvCxnSpPr>
          <p:nvPr/>
        </p:nvCxnSpPr>
        <p:spPr>
          <a:xfrm>
            <a:off x="2895600" y="1524000"/>
            <a:ext cx="15658" cy="481473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C77B5B-D6DC-E172-8C8A-A116E45AB6B7}"/>
              </a:ext>
            </a:extLst>
          </p:cNvPr>
          <p:cNvCxnSpPr>
            <a:cxnSpLocks/>
          </p:cNvCxnSpPr>
          <p:nvPr/>
        </p:nvCxnSpPr>
        <p:spPr>
          <a:xfrm>
            <a:off x="5917758" y="1608573"/>
            <a:ext cx="25842" cy="479999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96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dirty="0"/>
              <a:t>How to handle corrupted ACK/NAK: </a:t>
            </a:r>
            <a:r>
              <a:rPr lang="en-NZ" dirty="0" err="1"/>
              <a:t>rdt</a:t>
            </a:r>
            <a:r>
              <a:rPr lang="en-NZ" dirty="0"/>
              <a:t> 2.1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8364"/>
            <a:ext cx="3367376" cy="36576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 sz="2600" dirty="0"/>
              <a:t>For this simple case of a stop-and-wait protocol, </a:t>
            </a:r>
            <a:r>
              <a:rPr lang="en-NZ" sz="2600" dirty="0"/>
              <a:t>add a new field (</a:t>
            </a:r>
            <a:r>
              <a:rPr lang="en-NZ" sz="2600" dirty="0">
                <a:solidFill>
                  <a:srgbClr val="FF0000"/>
                </a:solidFill>
              </a:rPr>
              <a:t>1-bit sequence number</a:t>
            </a:r>
            <a:r>
              <a:rPr lang="en-NZ" sz="2600" dirty="0"/>
              <a:t>)</a:t>
            </a:r>
            <a:r>
              <a:rPr lang="en-NZ" sz="2600" dirty="0">
                <a:solidFill>
                  <a:srgbClr val="FF0000"/>
                </a:solidFill>
              </a:rPr>
              <a:t>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NZ" sz="1800" dirty="0"/>
              <a:t>retransmission (same as previous)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NZ" sz="1800" dirty="0"/>
              <a:t>new (different from previous)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63C89F5C-1FBF-B301-7BAF-D98707B2CE86}"/>
              </a:ext>
            </a:extLst>
          </p:cNvPr>
          <p:cNvSpPr/>
          <p:nvPr/>
        </p:nvSpPr>
        <p:spPr>
          <a:xfrm>
            <a:off x="3915800" y="2049027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Smiley Face 6">
            <a:extLst>
              <a:ext uri="{FF2B5EF4-FFF2-40B4-BE49-F238E27FC236}">
                <a16:creationId xmlns:a16="http://schemas.microsoft.com/office/drawing/2014/main" id="{A42A6EC1-B7A7-44D5-F3D8-FF9C726F4F00}"/>
              </a:ext>
            </a:extLst>
          </p:cNvPr>
          <p:cNvSpPr/>
          <p:nvPr/>
        </p:nvSpPr>
        <p:spPr>
          <a:xfrm>
            <a:off x="8022771" y="2049027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C10B4B-D706-15E8-F528-BC82EF4CD242}"/>
              </a:ext>
            </a:extLst>
          </p:cNvPr>
          <p:cNvCxnSpPr/>
          <p:nvPr/>
        </p:nvCxnSpPr>
        <p:spPr>
          <a:xfrm>
            <a:off x="4906400" y="2049027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65054F9-CE04-6C3D-55F8-4094485A5D7B}"/>
              </a:ext>
            </a:extLst>
          </p:cNvPr>
          <p:cNvSpPr txBox="1"/>
          <p:nvPr/>
        </p:nvSpPr>
        <p:spPr>
          <a:xfrm rot="495813">
            <a:off x="5463960" y="1754851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Hello, 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FA9A02-3D9F-ADE1-E06A-BD3159DD13F1}"/>
              </a:ext>
            </a:extLst>
          </p:cNvPr>
          <p:cNvCxnSpPr/>
          <p:nvPr/>
        </p:nvCxnSpPr>
        <p:spPr>
          <a:xfrm flipH="1">
            <a:off x="4906400" y="2582427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00FDCED-87DB-58E5-91FC-1F083C1A76F7}"/>
              </a:ext>
            </a:extLst>
          </p:cNvPr>
          <p:cNvSpPr txBox="1"/>
          <p:nvPr/>
        </p:nvSpPr>
        <p:spPr>
          <a:xfrm rot="21142427">
            <a:off x="5068913" y="2501437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Y#% (corrupted 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A9961C-849D-A00D-3EE9-DCAA0A5A8BC1}"/>
              </a:ext>
            </a:extLst>
          </p:cNvPr>
          <p:cNvCxnSpPr/>
          <p:nvPr/>
        </p:nvCxnSpPr>
        <p:spPr>
          <a:xfrm>
            <a:off x="4931452" y="3344427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E80D8ED-B7CE-5094-A334-32A8EE19CB7B}"/>
              </a:ext>
            </a:extLst>
          </p:cNvPr>
          <p:cNvSpPr txBox="1"/>
          <p:nvPr/>
        </p:nvSpPr>
        <p:spPr>
          <a:xfrm rot="344563">
            <a:off x="5541088" y="307095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Hello, 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76B50A-679F-171C-7878-0452D9BA9720}"/>
              </a:ext>
            </a:extLst>
          </p:cNvPr>
          <p:cNvCxnSpPr/>
          <p:nvPr/>
        </p:nvCxnSpPr>
        <p:spPr>
          <a:xfrm flipH="1">
            <a:off x="4933540" y="4104339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8D2777-2640-95D5-A42C-1FB4424282C2}"/>
              </a:ext>
            </a:extLst>
          </p:cNvPr>
          <p:cNvSpPr txBox="1"/>
          <p:nvPr/>
        </p:nvSpPr>
        <p:spPr>
          <a:xfrm rot="21082093">
            <a:off x="5656842" y="3981503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 (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2DBB0E-588C-5CB1-737C-DB94EB19811D}"/>
              </a:ext>
            </a:extLst>
          </p:cNvPr>
          <p:cNvCxnSpPr>
            <a:cxnSpLocks/>
          </p:cNvCxnSpPr>
          <p:nvPr/>
        </p:nvCxnSpPr>
        <p:spPr>
          <a:xfrm>
            <a:off x="4883547" y="1591827"/>
            <a:ext cx="15658" cy="481473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167319-0E83-788F-4AC5-E448A24958F8}"/>
              </a:ext>
            </a:extLst>
          </p:cNvPr>
          <p:cNvCxnSpPr>
            <a:cxnSpLocks/>
          </p:cNvCxnSpPr>
          <p:nvPr/>
        </p:nvCxnSpPr>
        <p:spPr>
          <a:xfrm>
            <a:off x="7905705" y="1676400"/>
            <a:ext cx="25842" cy="479999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5D1837-C5C7-DC48-277B-8A48D6662E20}"/>
              </a:ext>
            </a:extLst>
          </p:cNvPr>
          <p:cNvCxnSpPr/>
          <p:nvPr/>
        </p:nvCxnSpPr>
        <p:spPr>
          <a:xfrm>
            <a:off x="4953507" y="4870421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5D28A7-7EF5-AFEE-F4A2-9753ADDC6912}"/>
              </a:ext>
            </a:extLst>
          </p:cNvPr>
          <p:cNvSpPr txBox="1"/>
          <p:nvPr/>
        </p:nvSpPr>
        <p:spPr>
          <a:xfrm rot="390985">
            <a:off x="4957479" y="4653194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Can we meet at the library?, 1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FC7A4A-8B8A-FD64-A76E-255C978735D8}"/>
              </a:ext>
            </a:extLst>
          </p:cNvPr>
          <p:cNvCxnSpPr/>
          <p:nvPr/>
        </p:nvCxnSpPr>
        <p:spPr>
          <a:xfrm flipH="1">
            <a:off x="4895939" y="5460372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8829D8F-D433-EC59-5D9F-F5B021F08071}"/>
              </a:ext>
            </a:extLst>
          </p:cNvPr>
          <p:cNvSpPr txBox="1"/>
          <p:nvPr/>
        </p:nvSpPr>
        <p:spPr>
          <a:xfrm rot="21082093">
            <a:off x="5897202" y="533753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####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AE404F-532F-7E79-9664-A66A31D50548}"/>
              </a:ext>
            </a:extLst>
          </p:cNvPr>
          <p:cNvCxnSpPr/>
          <p:nvPr/>
        </p:nvCxnSpPr>
        <p:spPr>
          <a:xfrm>
            <a:off x="4922269" y="6099518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BB528D4-9B72-FB05-C042-C624E58236AF}"/>
              </a:ext>
            </a:extLst>
          </p:cNvPr>
          <p:cNvSpPr txBox="1"/>
          <p:nvPr/>
        </p:nvSpPr>
        <p:spPr>
          <a:xfrm rot="390985">
            <a:off x="4928731" y="5936889"/>
            <a:ext cx="3262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Can we meet at the library?, 1</a:t>
            </a:r>
          </a:p>
        </p:txBody>
      </p:sp>
      <p:sp>
        <p:nvSpPr>
          <p:cNvPr id="24" name="Wave 23">
            <a:extLst>
              <a:ext uri="{FF2B5EF4-FFF2-40B4-BE49-F238E27FC236}">
                <a16:creationId xmlns:a16="http://schemas.microsoft.com/office/drawing/2014/main" id="{A4D2E703-AC69-7E06-DDE2-796318E16401}"/>
              </a:ext>
            </a:extLst>
          </p:cNvPr>
          <p:cNvSpPr/>
          <p:nvPr/>
        </p:nvSpPr>
        <p:spPr>
          <a:xfrm>
            <a:off x="702264" y="5359270"/>
            <a:ext cx="3884062" cy="1043663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receiver will not be confused!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31542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sz="3200" dirty="0"/>
              <a:t>How to handle corrupted ACK/NAK: </a:t>
            </a:r>
            <a:r>
              <a:rPr lang="en-NZ" sz="3200" dirty="0" err="1"/>
              <a:t>rdt</a:t>
            </a:r>
            <a:r>
              <a:rPr lang="en-NZ" sz="3200" dirty="0"/>
              <a:t> 2.1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26" name="Smiley Face 25"/>
          <p:cNvSpPr/>
          <p:nvPr/>
        </p:nvSpPr>
        <p:spPr>
          <a:xfrm>
            <a:off x="2162828" y="173053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Smiley Face 26"/>
          <p:cNvSpPr/>
          <p:nvPr/>
        </p:nvSpPr>
        <p:spPr>
          <a:xfrm>
            <a:off x="6400800" y="173053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153428" y="173053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495813">
            <a:off x="3486568" y="1436359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Zak is his, 0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3153428" y="2263935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1142427">
            <a:off x="3500829" y="2196581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 (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3178480" y="302593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344563">
            <a:off x="3820176" y="275246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great,1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3180568" y="3785847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21082093">
            <a:off x="3862509" y="371211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>
                <a:solidFill>
                  <a:srgbClr val="FF0000"/>
                </a:solidFill>
              </a:rPr>
              <a:t>####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3200535" y="4551929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390985">
            <a:off x="3805434" y="4319409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great,1 (</a:t>
            </a:r>
            <a:r>
              <a:rPr lang="en-NZ" err="1">
                <a:solidFill>
                  <a:srgbClr val="FF0000"/>
                </a:solidFill>
              </a:rPr>
              <a:t>retrans</a:t>
            </a:r>
            <a:r>
              <a:rPr lang="en-NZ">
                <a:solidFill>
                  <a:srgbClr val="FF0000"/>
                </a:solidFill>
              </a:rPr>
              <a:t>.</a:t>
            </a:r>
            <a:r>
              <a:rPr lang="en-NZ"/>
              <a:t>)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3142967" y="5141880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21082093">
            <a:off x="3690998" y="5019045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 (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3169297" y="5781026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 rot="390985">
            <a:off x="3825921" y="55585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grandson,0</a:t>
            </a:r>
          </a:p>
        </p:txBody>
      </p:sp>
      <p:sp>
        <p:nvSpPr>
          <p:cNvPr id="6" name="Wave 5"/>
          <p:cNvSpPr/>
          <p:nvPr/>
        </p:nvSpPr>
        <p:spPr>
          <a:xfrm>
            <a:off x="6258855" y="3754785"/>
            <a:ext cx="2827451" cy="1043663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Zak is his great grandson</a:t>
            </a:r>
            <a:endParaRPr lang="en-NZ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A993856-F0CA-557B-AB99-1378B17F04B4}"/>
              </a:ext>
            </a:extLst>
          </p:cNvPr>
          <p:cNvCxnSpPr>
            <a:cxnSpLocks/>
          </p:cNvCxnSpPr>
          <p:nvPr/>
        </p:nvCxnSpPr>
        <p:spPr>
          <a:xfrm>
            <a:off x="3124200" y="1524000"/>
            <a:ext cx="15658" cy="481473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5C4FC3-8327-D33C-A6E2-CFD03200335F}"/>
              </a:ext>
            </a:extLst>
          </p:cNvPr>
          <p:cNvCxnSpPr>
            <a:cxnSpLocks/>
          </p:cNvCxnSpPr>
          <p:nvPr/>
        </p:nvCxnSpPr>
        <p:spPr>
          <a:xfrm>
            <a:off x="6146358" y="1608573"/>
            <a:ext cx="25842" cy="479999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32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42" y="70056"/>
            <a:ext cx="9178700" cy="723900"/>
          </a:xfrm>
        </p:spPr>
        <p:txBody>
          <a:bodyPr/>
          <a:lstStyle/>
          <a:p>
            <a:r>
              <a:rPr lang="en-NZ" sz="3200" dirty="0"/>
              <a:t>How to handle corrupted ACK/NAK: </a:t>
            </a:r>
            <a:r>
              <a:rPr lang="en-NZ" sz="3200" dirty="0" err="1"/>
              <a:t>rdt</a:t>
            </a:r>
            <a:r>
              <a:rPr lang="en-NZ" sz="3200" dirty="0"/>
              <a:t> 2.1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26" name="Smiley Face 25"/>
          <p:cNvSpPr/>
          <p:nvPr/>
        </p:nvSpPr>
        <p:spPr>
          <a:xfrm>
            <a:off x="2162828" y="173053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Smiley Face 26"/>
          <p:cNvSpPr/>
          <p:nvPr/>
        </p:nvSpPr>
        <p:spPr>
          <a:xfrm>
            <a:off x="6269799" y="173053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153428" y="173053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495813">
            <a:off x="3486568" y="1436359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Zak is his, 0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3153428" y="2263935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1142427">
            <a:off x="3500829" y="2196581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 (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3178480" y="302593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344563">
            <a:off x="3820176" y="275246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great,1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3180568" y="3785847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rot="21082093">
            <a:off x="3584549" y="3712115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 (</a:t>
            </a:r>
            <a:r>
              <a:rPr lang="en-NZ" i="1" dirty="0"/>
              <a:t>ACK</a:t>
            </a:r>
            <a:r>
              <a:rPr lang="en-NZ" dirty="0"/>
              <a:t>)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3200535" y="4551929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390985">
            <a:off x="3984938" y="4319409"/>
            <a:ext cx="1595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great,0 (</a:t>
            </a:r>
            <a:r>
              <a:rPr lang="en-NZ">
                <a:solidFill>
                  <a:srgbClr val="FF0000"/>
                </a:solidFill>
              </a:rPr>
              <a:t>new</a:t>
            </a:r>
            <a:r>
              <a:rPr lang="en-NZ"/>
              <a:t>)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flipH="1">
            <a:off x="3142967" y="5141880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21082093">
            <a:off x="3690998" y="5019045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 (ACK)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3169297" y="5781026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 rot="390985">
            <a:off x="3825921" y="55585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grandson,1</a:t>
            </a:r>
          </a:p>
        </p:txBody>
      </p:sp>
      <p:sp>
        <p:nvSpPr>
          <p:cNvPr id="22" name="Wave 21"/>
          <p:cNvSpPr/>
          <p:nvPr/>
        </p:nvSpPr>
        <p:spPr>
          <a:xfrm>
            <a:off x="6290581" y="4120159"/>
            <a:ext cx="2807610" cy="1043663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Zak is his great </a:t>
            </a:r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great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grandson</a:t>
            </a:r>
            <a:endParaRPr lang="en-NZ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70BD2C-1434-03BC-FAF1-61464E55DE50}"/>
              </a:ext>
            </a:extLst>
          </p:cNvPr>
          <p:cNvCxnSpPr>
            <a:cxnSpLocks/>
          </p:cNvCxnSpPr>
          <p:nvPr/>
        </p:nvCxnSpPr>
        <p:spPr>
          <a:xfrm>
            <a:off x="3124200" y="1524000"/>
            <a:ext cx="15658" cy="4814735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E48F8C-C610-0E43-5DBA-0DF1FBA83047}"/>
              </a:ext>
            </a:extLst>
          </p:cNvPr>
          <p:cNvCxnSpPr>
            <a:cxnSpLocks/>
          </p:cNvCxnSpPr>
          <p:nvPr/>
        </p:nvCxnSpPr>
        <p:spPr>
          <a:xfrm>
            <a:off x="6146358" y="1608573"/>
            <a:ext cx="25842" cy="479999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21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dirty="0"/>
              <a:t>How to handle corrupted ACK/NAK: </a:t>
            </a:r>
            <a:r>
              <a:rPr lang="en-NZ" dirty="0" err="1"/>
              <a:t>rdt</a:t>
            </a:r>
            <a:r>
              <a:rPr lang="en-NZ" dirty="0"/>
              <a:t> 2.2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F2C202-603F-560A-ABEC-CD315013C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987953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NZ" sz="2600" dirty="0">
                <a:solidFill>
                  <a:schemeClr val="tx1"/>
                </a:solidFill>
              </a:rPr>
              <a:t>NAK-free data transfer: u</a:t>
            </a:r>
            <a:r>
              <a:rPr lang="en-NZ" sz="2800" dirty="0">
                <a:solidFill>
                  <a:schemeClr val="tx1"/>
                </a:solidFill>
              </a:rPr>
              <a:t>se duplicate ACKs with the seq</a:t>
            </a:r>
            <a:r>
              <a:rPr lang="en-NZ" sz="2800" dirty="0"/>
              <a:t>uence number</a:t>
            </a:r>
            <a:r>
              <a:rPr lang="en-NZ" sz="2800" dirty="0">
                <a:solidFill>
                  <a:schemeClr val="tx1"/>
                </a:solidFill>
              </a:rPr>
              <a:t> to replace NAK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NZ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26" name="Smiley Face 25"/>
          <p:cNvSpPr/>
          <p:nvPr/>
        </p:nvSpPr>
        <p:spPr>
          <a:xfrm>
            <a:off x="1984552" y="3027122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Smiley Face 26"/>
          <p:cNvSpPr/>
          <p:nvPr/>
        </p:nvSpPr>
        <p:spPr>
          <a:xfrm>
            <a:off x="6091523" y="3027122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975152" y="3027122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495813">
            <a:off x="3532712" y="2732946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Hello, 0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2975152" y="3560522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1142427">
            <a:off x="3456021" y="3479532"/>
            <a:ext cx="1766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Yes, 0 (</a:t>
            </a:r>
            <a:r>
              <a:rPr lang="en-NZ" i="1" dirty="0"/>
              <a:t>ACK, 0</a:t>
            </a:r>
            <a:r>
              <a:rPr lang="en-NZ" dirty="0"/>
              <a:t>)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3000204" y="4322522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344563">
            <a:off x="3434869" y="4178287"/>
            <a:ext cx="371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Can we meet at @#%&amp; (</a:t>
            </a:r>
            <a:r>
              <a:rPr lang="en-NZ" i="1" dirty="0"/>
              <a:t>bit errors</a:t>
            </a:r>
            <a:r>
              <a:rPr lang="en-NZ" dirty="0"/>
              <a:t>)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3002292" y="5082434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35447" y="2590800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994748" y="2590800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022259" y="5848516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390985">
            <a:off x="2604157" y="5723702"/>
            <a:ext cx="507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Can we meet at the library?, 1 (</a:t>
            </a:r>
            <a:r>
              <a:rPr lang="en-NZ" i="1" dirty="0"/>
              <a:t>retransmission</a:t>
            </a:r>
            <a:r>
              <a:rPr lang="en-NZ"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 rot="21082093">
            <a:off x="3507889" y="4907643"/>
            <a:ext cx="1766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Yes, 0 (</a:t>
            </a:r>
            <a:r>
              <a:rPr lang="en-NZ" i="1" dirty="0"/>
              <a:t>ACK</a:t>
            </a:r>
            <a:r>
              <a:rPr lang="en-NZ" dirty="0"/>
              <a:t>, 0)</a:t>
            </a:r>
          </a:p>
        </p:txBody>
      </p:sp>
    </p:spTree>
    <p:extLst>
      <p:ext uri="{BB962C8B-B14F-4D97-AF65-F5344CB8AC3E}">
        <p14:creationId xmlns:p14="http://schemas.microsoft.com/office/powerpoint/2010/main" val="382685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sz="3200" dirty="0"/>
              <a:t>How to handle corrupted ACK/NAK: </a:t>
            </a:r>
            <a:r>
              <a:rPr lang="en-NZ" sz="3200" dirty="0" err="1"/>
              <a:t>rdt</a:t>
            </a:r>
            <a:r>
              <a:rPr lang="en-NZ" sz="3200" dirty="0"/>
              <a:t> 2.2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26" name="Smiley Face 25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Smiley Face 26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918453" y="189086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 rot="495813">
            <a:off x="3476013" y="159668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Hello, 0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2918453" y="2424265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21142427">
            <a:off x="3399322" y="2343275"/>
            <a:ext cx="1766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Yes, 0 (</a:t>
            </a:r>
            <a:r>
              <a:rPr lang="en-NZ" i="1" dirty="0"/>
              <a:t>ACK, 0</a:t>
            </a:r>
            <a:r>
              <a:rPr lang="en-NZ" dirty="0"/>
              <a:t>)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2943505" y="318626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344563">
            <a:off x="2996960" y="3069852"/>
            <a:ext cx="4711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Can we meet at </a:t>
            </a:r>
            <a:r>
              <a:rPr lang="en-NZ" i="1" dirty="0"/>
              <a:t>the library?, 1 (no</a:t>
            </a:r>
            <a:r>
              <a:rPr lang="en-NZ" dirty="0"/>
              <a:t> </a:t>
            </a:r>
            <a:r>
              <a:rPr lang="en-NZ" i="1" dirty="0"/>
              <a:t>bit errors</a:t>
            </a:r>
            <a:r>
              <a:rPr lang="en-NZ" dirty="0"/>
              <a:t>)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2945593" y="3946177"/>
            <a:ext cx="297180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18453" y="1433665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5918548" y="1454543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21082093">
            <a:off x="3451190" y="3771386"/>
            <a:ext cx="1766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Yes, 1 (</a:t>
            </a:r>
            <a:r>
              <a:rPr lang="en-NZ" i="1" dirty="0"/>
              <a:t>ACK</a:t>
            </a:r>
            <a:r>
              <a:rPr lang="en-NZ" dirty="0"/>
              <a:t>, 1)</a:t>
            </a:r>
          </a:p>
        </p:txBody>
      </p:sp>
      <p:sp>
        <p:nvSpPr>
          <p:cNvPr id="3" name="Wave 2"/>
          <p:cNvSpPr/>
          <p:nvPr/>
        </p:nvSpPr>
        <p:spPr>
          <a:xfrm>
            <a:off x="1066800" y="5491904"/>
            <a:ext cx="7290102" cy="932870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2400" dirty="0">
                <a:solidFill>
                  <a:schemeClr val="tx1"/>
                </a:solidFill>
              </a:rPr>
              <a:t>The receiver uses ACKs with the sequence number.</a:t>
            </a:r>
          </a:p>
        </p:txBody>
      </p:sp>
    </p:spTree>
    <p:extLst>
      <p:ext uri="{BB962C8B-B14F-4D97-AF65-F5344CB8AC3E}">
        <p14:creationId xmlns:p14="http://schemas.microsoft.com/office/powerpoint/2010/main" val="191956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5935EE-054C-B17B-536F-958BE468B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882775"/>
            <a:ext cx="8839200" cy="1470025"/>
          </a:xfrm>
        </p:spPr>
        <p:txBody>
          <a:bodyPr/>
          <a:lstStyle/>
          <a:p>
            <a:r>
              <a:rPr lang="en-GB" dirty="0"/>
              <a:t>Reliable data transfer over a lossy channel with bit errors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B94138C-BE47-08F9-C90E-8D4C5CF1E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0FEBF-EEBE-9A60-9889-897DDED978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258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Data Loss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5" name="Smiley Face 4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Smiley Face 5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918453" y="1890865"/>
            <a:ext cx="2009861" cy="242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495813">
            <a:off x="3476013" y="159668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Hello, 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95600" y="1433665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853719" y="1454543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ultiply 19"/>
          <p:cNvSpPr/>
          <p:nvPr/>
        </p:nvSpPr>
        <p:spPr>
          <a:xfrm>
            <a:off x="4991720" y="2062945"/>
            <a:ext cx="207838" cy="26126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Rounded Rectangular Callout 27"/>
          <p:cNvSpPr/>
          <p:nvPr/>
        </p:nvSpPr>
        <p:spPr>
          <a:xfrm>
            <a:off x="381000" y="3292574"/>
            <a:ext cx="1668161" cy="762000"/>
          </a:xfrm>
          <a:prstGeom prst="wedgeRoundRectCallout">
            <a:avLst>
              <a:gd name="adj1" fmla="val 70236"/>
              <a:gd name="adj2" fmla="val -2607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 “Hello” gets lost?</a:t>
            </a:r>
          </a:p>
        </p:txBody>
      </p:sp>
    </p:spTree>
    <p:extLst>
      <p:ext uri="{BB962C8B-B14F-4D97-AF65-F5344CB8AC3E}">
        <p14:creationId xmlns:p14="http://schemas.microsoft.com/office/powerpoint/2010/main" val="371929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ACK Loss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5" name="Smiley Face 4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Smiley Face 5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918453" y="189086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495813">
            <a:off x="3476013" y="159668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Hello, 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636838" y="2424265"/>
            <a:ext cx="2253415" cy="369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21142427">
            <a:off x="3399322" y="2343275"/>
            <a:ext cx="1766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Yes, 0 (</a:t>
            </a:r>
            <a:r>
              <a:rPr lang="en-NZ" i="1" dirty="0"/>
              <a:t>ACK, 0</a:t>
            </a:r>
            <a:r>
              <a:rPr lang="en-NZ" dirty="0"/>
              <a:t>)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95600" y="1433665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918548" y="1454543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ultiply 19"/>
          <p:cNvSpPr/>
          <p:nvPr/>
        </p:nvSpPr>
        <p:spPr>
          <a:xfrm>
            <a:off x="3429000" y="2667000"/>
            <a:ext cx="207838" cy="26126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Rounded Rectangular Callout 21"/>
          <p:cNvSpPr/>
          <p:nvPr/>
        </p:nvSpPr>
        <p:spPr>
          <a:xfrm>
            <a:off x="357440" y="3429000"/>
            <a:ext cx="1668161" cy="762000"/>
          </a:xfrm>
          <a:prstGeom prst="wedgeRoundRectCallout">
            <a:avLst>
              <a:gd name="adj1" fmla="val 68496"/>
              <a:gd name="adj2" fmla="val -2321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 “Hello” gets lost?</a:t>
            </a:r>
          </a:p>
        </p:txBody>
      </p:sp>
    </p:spTree>
    <p:extLst>
      <p:ext uri="{BB962C8B-B14F-4D97-AF65-F5344CB8AC3E}">
        <p14:creationId xmlns:p14="http://schemas.microsoft.com/office/powerpoint/2010/main" val="235170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Data Delayed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5" name="Smiley Face 4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Smiley Face 5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918453" y="1890865"/>
            <a:ext cx="2935266" cy="359553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2852113">
            <a:off x="3902621" y="3174878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Hello, 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95600" y="1433665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853719" y="1454543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ular Callout 21"/>
          <p:cNvSpPr/>
          <p:nvPr/>
        </p:nvSpPr>
        <p:spPr>
          <a:xfrm>
            <a:off x="288721" y="3200400"/>
            <a:ext cx="1668161" cy="762000"/>
          </a:xfrm>
          <a:prstGeom prst="wedgeRoundRectCallout">
            <a:avLst>
              <a:gd name="adj1" fmla="val 69801"/>
              <a:gd name="adj2" fmla="val -2416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 “Hello” gets lost?</a:t>
            </a:r>
          </a:p>
        </p:txBody>
      </p:sp>
    </p:spTree>
    <p:extLst>
      <p:ext uri="{BB962C8B-B14F-4D97-AF65-F5344CB8AC3E}">
        <p14:creationId xmlns:p14="http://schemas.microsoft.com/office/powerpoint/2010/main" val="45631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ACK Delayed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5" name="Smiley Face 4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Smiley Face 5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918453" y="1890865"/>
            <a:ext cx="2935266" cy="928535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072248">
            <a:off x="3915147" y="189627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Hello, 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95600" y="1433665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853719" y="1454543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ular Callout 21"/>
          <p:cNvSpPr/>
          <p:nvPr/>
        </p:nvSpPr>
        <p:spPr>
          <a:xfrm>
            <a:off x="227035" y="3389860"/>
            <a:ext cx="1668161" cy="762000"/>
          </a:xfrm>
          <a:prstGeom prst="wedgeRoundRectCallout">
            <a:avLst>
              <a:gd name="adj1" fmla="val 67191"/>
              <a:gd name="adj2" fmla="val -2130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 “Hello” gets lost?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220812" y="2945450"/>
            <a:ext cx="2594341" cy="228551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19222009">
            <a:off x="3237870" y="3919508"/>
            <a:ext cx="1766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Yes, 0 (</a:t>
            </a:r>
            <a:r>
              <a:rPr lang="en-NZ" i="1" dirty="0"/>
              <a:t>ACK, 0</a:t>
            </a:r>
            <a:r>
              <a:rPr lang="en-NZ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431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How to detect the packet loss?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NZ" dirty="0"/>
              <a:t>Wait, wait and wait!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NZ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NZ" dirty="0"/>
              <a:t>How long should the sender wait?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NZ" dirty="0"/>
              <a:t>Too short </a:t>
            </a:r>
            <a:r>
              <a:rPr lang="en-NZ" dirty="0">
                <a:sym typeface="Wingdings" panose="05000000000000000000" pitchFamily="2" charset="2"/>
              </a:rPr>
              <a:t> duplicate data packets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NZ" dirty="0">
                <a:sym typeface="Wingdings" panose="05000000000000000000" pitchFamily="2" charset="2"/>
              </a:rPr>
              <a:t>Too long  decreased performance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NZ" dirty="0">
                <a:sym typeface="Wingdings" panose="05000000000000000000" pitchFamily="2" charset="2"/>
              </a:rPr>
              <a:t>The solution: to judiciously choose a time value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30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Example: Data Loss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5" name="Smiley Face 4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Smiley Face 5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918453" y="1890865"/>
            <a:ext cx="2009861" cy="242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495813">
            <a:off x="3476013" y="159668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Hello, 0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18453" y="3977969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344563">
            <a:off x="4048276" y="381248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Hello, 0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95600" y="1433665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853719" y="1454543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ultiply 19"/>
          <p:cNvSpPr/>
          <p:nvPr/>
        </p:nvSpPr>
        <p:spPr>
          <a:xfrm>
            <a:off x="4991720" y="2062945"/>
            <a:ext cx="207838" cy="26126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1447800" y="1890865"/>
            <a:ext cx="1394453" cy="0"/>
          </a:xfrm>
          <a:prstGeom prst="line">
            <a:avLst/>
          </a:prstGeom>
          <a:ln w="127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447800" y="1890865"/>
            <a:ext cx="0" cy="2106283"/>
          </a:xfrm>
          <a:prstGeom prst="line">
            <a:avLst/>
          </a:prstGeom>
          <a:ln w="127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447800" y="3997148"/>
            <a:ext cx="1394453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502142" y="2849199"/>
            <a:ext cx="100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Timeout</a:t>
            </a:r>
          </a:p>
        </p:txBody>
      </p:sp>
      <p:sp>
        <p:nvSpPr>
          <p:cNvPr id="9" name="Wave 8"/>
          <p:cNvSpPr/>
          <p:nvPr/>
        </p:nvSpPr>
        <p:spPr>
          <a:xfrm>
            <a:off x="1066800" y="5217603"/>
            <a:ext cx="7186863" cy="1548569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2600" dirty="0">
                <a:solidFill>
                  <a:schemeClr val="tx1"/>
                </a:solidFill>
              </a:rPr>
              <a:t>Use </a:t>
            </a:r>
            <a:r>
              <a:rPr lang="en-NZ" sz="2600" b="1" dirty="0">
                <a:solidFill>
                  <a:schemeClr val="tx1"/>
                </a:solidFill>
              </a:rPr>
              <a:t>timeout</a:t>
            </a:r>
            <a:r>
              <a:rPr lang="en-NZ" sz="2600" dirty="0">
                <a:solidFill>
                  <a:schemeClr val="tx1"/>
                </a:solidFill>
              </a:rPr>
              <a:t> to detect packet loss</a:t>
            </a:r>
          </a:p>
          <a:p>
            <a:r>
              <a:rPr lang="en-NZ" sz="2600" dirty="0">
                <a:solidFill>
                  <a:schemeClr val="tx1"/>
                </a:solidFill>
              </a:rPr>
              <a:t>Use </a:t>
            </a:r>
            <a:r>
              <a:rPr lang="en-NZ" sz="2600" b="1" dirty="0">
                <a:solidFill>
                  <a:schemeClr val="tx1"/>
                </a:solidFill>
              </a:rPr>
              <a:t>retransmission</a:t>
            </a:r>
            <a:r>
              <a:rPr lang="en-NZ" sz="2600" dirty="0">
                <a:solidFill>
                  <a:schemeClr val="tx1"/>
                </a:solidFill>
              </a:rPr>
              <a:t> to recover from packet loss </a:t>
            </a:r>
          </a:p>
        </p:txBody>
      </p:sp>
    </p:spTree>
    <p:extLst>
      <p:ext uri="{BB962C8B-B14F-4D97-AF65-F5344CB8AC3E}">
        <p14:creationId xmlns:p14="http://schemas.microsoft.com/office/powerpoint/2010/main" val="310083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Example: ACK Loss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Smiley Face 4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Smiley Face 5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918453" y="1890865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495813">
            <a:off x="3476013" y="1596689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Hello, 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636838" y="2424265"/>
            <a:ext cx="2253415" cy="369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21142427">
            <a:off x="3431382" y="2343275"/>
            <a:ext cx="1702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Yes, 0 (</a:t>
            </a:r>
            <a:r>
              <a:rPr lang="en-NZ" i="1"/>
              <a:t>ACK 0</a:t>
            </a:r>
            <a:r>
              <a:rPr lang="en-NZ"/>
              <a:t>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18453" y="3977969"/>
            <a:ext cx="297180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344563">
            <a:off x="3732313" y="3770868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Hello, 0</a:t>
            </a:r>
          </a:p>
        </p:txBody>
      </p:sp>
      <p:sp>
        <p:nvSpPr>
          <p:cNvPr id="20" name="Multiply 19"/>
          <p:cNvSpPr/>
          <p:nvPr/>
        </p:nvSpPr>
        <p:spPr>
          <a:xfrm>
            <a:off x="3429000" y="2667000"/>
            <a:ext cx="207838" cy="261268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1524000" y="1890865"/>
            <a:ext cx="1394453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524000" y="1890865"/>
            <a:ext cx="0" cy="210628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524000" y="3997148"/>
            <a:ext cx="1394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02142" y="2849199"/>
            <a:ext cx="100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Timeout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6BBC46-1150-A9D5-89B9-A66D8710AC5E}"/>
              </a:ext>
            </a:extLst>
          </p:cNvPr>
          <p:cNvCxnSpPr/>
          <p:nvPr/>
        </p:nvCxnSpPr>
        <p:spPr>
          <a:xfrm>
            <a:off x="2895600" y="1433665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0540E4-9282-D288-9001-A7FF7DFD73FB}"/>
              </a:ext>
            </a:extLst>
          </p:cNvPr>
          <p:cNvCxnSpPr/>
          <p:nvPr/>
        </p:nvCxnSpPr>
        <p:spPr>
          <a:xfrm>
            <a:off x="5853719" y="1454543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319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Example: Data Delayed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Smiley Face 4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Smiley Face 5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918453" y="1890865"/>
            <a:ext cx="2935266" cy="245253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2852113">
            <a:off x="3688535" y="2520420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Hello, 0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2918453" y="3977969"/>
            <a:ext cx="2796547" cy="1737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2176379">
            <a:off x="3897003" y="4513250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Hello, 0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H="1">
            <a:off x="1524000" y="1890865"/>
            <a:ext cx="1394453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524000" y="1890865"/>
            <a:ext cx="0" cy="210628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524000" y="3997148"/>
            <a:ext cx="1394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02142" y="2849199"/>
            <a:ext cx="100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Timeout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A30C6D-288A-0E0C-6EDA-4EB658F1E25B}"/>
              </a:ext>
            </a:extLst>
          </p:cNvPr>
          <p:cNvCxnSpPr/>
          <p:nvPr/>
        </p:nvCxnSpPr>
        <p:spPr>
          <a:xfrm>
            <a:off x="2895600" y="1433665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2976B9-043C-8763-4EBC-F885AB07B036}"/>
              </a:ext>
            </a:extLst>
          </p:cNvPr>
          <p:cNvCxnSpPr/>
          <p:nvPr/>
        </p:nvCxnSpPr>
        <p:spPr>
          <a:xfrm>
            <a:off x="5853719" y="1454543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687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Example: ACK Delayed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Smiley Face 4"/>
          <p:cNvSpPr/>
          <p:nvPr/>
        </p:nvSpPr>
        <p:spPr>
          <a:xfrm>
            <a:off x="1927853" y="1890865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Smiley Face 5"/>
          <p:cNvSpPr/>
          <p:nvPr/>
        </p:nvSpPr>
        <p:spPr>
          <a:xfrm>
            <a:off x="6034824" y="1890865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918453" y="1890865"/>
            <a:ext cx="2935266" cy="928535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072248">
            <a:off x="3998579" y="1896277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Hello, 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220812" y="2945450"/>
            <a:ext cx="2594341" cy="2285515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 rot="19222009">
            <a:off x="3269930" y="3919508"/>
            <a:ext cx="1702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Yes, 0 (</a:t>
            </a:r>
            <a:r>
              <a:rPr lang="en-NZ" i="1"/>
              <a:t>ACK 0</a:t>
            </a:r>
            <a:r>
              <a:rPr lang="en-NZ"/>
              <a:t>)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1524000" y="1890865"/>
            <a:ext cx="1394453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524000" y="1890865"/>
            <a:ext cx="0" cy="210628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524000" y="3997148"/>
            <a:ext cx="1394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02142" y="2849199"/>
            <a:ext cx="100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Timeout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918453" y="3977969"/>
            <a:ext cx="2896700" cy="1127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 rot="1072248">
            <a:off x="4483289" y="4328214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/>
              <a:t>Hello, 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58FF55-096B-8262-628E-4FEFD0CB54CB}"/>
              </a:ext>
            </a:extLst>
          </p:cNvPr>
          <p:cNvCxnSpPr/>
          <p:nvPr/>
        </p:nvCxnSpPr>
        <p:spPr>
          <a:xfrm>
            <a:off x="2895600" y="1433665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1EA262-C0DB-4038-9591-599CA1FD8BB6}"/>
              </a:ext>
            </a:extLst>
          </p:cNvPr>
          <p:cNvCxnSpPr/>
          <p:nvPr/>
        </p:nvCxnSpPr>
        <p:spPr>
          <a:xfrm>
            <a:off x="5853719" y="1454543"/>
            <a:ext cx="25052" cy="3810000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931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How to detect the packet loss?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Wave 4"/>
          <p:cNvSpPr/>
          <p:nvPr/>
        </p:nvSpPr>
        <p:spPr>
          <a:xfrm>
            <a:off x="308769" y="1905000"/>
            <a:ext cx="8526462" cy="3701844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2800" dirty="0">
                <a:solidFill>
                  <a:schemeClr val="tx1"/>
                </a:solidFill>
              </a:rPr>
              <a:t>Use timeout to detect packet loss (</a:t>
            </a:r>
            <a:r>
              <a:rPr lang="en-NZ" sz="2800" i="1" dirty="0">
                <a:solidFill>
                  <a:schemeClr val="tx1"/>
                </a:solidFill>
              </a:rPr>
              <a:t>choose a time value wisely</a:t>
            </a:r>
            <a:r>
              <a:rPr lang="en-NZ" sz="2800" dirty="0">
                <a:solidFill>
                  <a:schemeClr val="tx1"/>
                </a:solidFill>
              </a:rPr>
              <a:t>)</a:t>
            </a:r>
          </a:p>
          <a:p>
            <a:r>
              <a:rPr lang="en-NZ" sz="2800" dirty="0">
                <a:solidFill>
                  <a:schemeClr val="tx1"/>
                </a:solidFill>
              </a:rPr>
              <a:t>Use retransmission to recover from packet loss (</a:t>
            </a:r>
            <a:r>
              <a:rPr lang="en-NZ" sz="2800" i="1" dirty="0">
                <a:solidFill>
                  <a:schemeClr val="tx1"/>
                </a:solidFill>
              </a:rPr>
              <a:t>duplicate data packets – use </a:t>
            </a:r>
            <a:r>
              <a:rPr lang="en-NZ" sz="2800" i="1" dirty="0" err="1">
                <a:solidFill>
                  <a:schemeClr val="tx1"/>
                </a:solidFill>
              </a:rPr>
              <a:t>seq</a:t>
            </a:r>
            <a:r>
              <a:rPr lang="en-NZ" sz="2800" i="1" dirty="0">
                <a:solidFill>
                  <a:schemeClr val="tx1"/>
                </a:solidFill>
              </a:rPr>
              <a:t>#</a:t>
            </a:r>
            <a:r>
              <a:rPr lang="en-NZ" sz="28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8747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0181F4-CE8E-55DA-031E-D850B0658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448256"/>
            <a:ext cx="3629025" cy="4229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n w="0"/>
              </a:rPr>
              <a:t>A</a:t>
            </a:r>
            <a:r>
              <a:rPr lang="en-NZ" sz="3600" dirty="0">
                <a:ln w="0"/>
              </a:rPr>
              <a:t>lternating Bit Protocols: </a:t>
            </a:r>
            <a:r>
              <a:rPr lang="en-NZ" sz="3600" dirty="0" err="1">
                <a:ln w="0"/>
              </a:rPr>
              <a:t>rdt</a:t>
            </a:r>
            <a:r>
              <a:rPr lang="en-NZ" sz="3600" dirty="0">
                <a:ln w="0"/>
              </a:rPr>
              <a:t> 3.0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724400" y="2590800"/>
            <a:ext cx="1371600" cy="13335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2BA438-E4ED-F49C-749B-BEFB31DF76EF}"/>
              </a:ext>
            </a:extLst>
          </p:cNvPr>
          <p:cNvSpPr txBox="1"/>
          <p:nvPr/>
        </p:nvSpPr>
        <p:spPr>
          <a:xfrm>
            <a:off x="2168071" y="6331657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/>
              <a:t>Source: James F. Kurose &amp; Keith W. Ross, Computer networking: a top-down approach featuring the Internet, 3</a:t>
            </a:r>
            <a:r>
              <a:rPr lang="en-GB" sz="1100" baseline="30000" dirty="0"/>
              <a:t>rd</a:t>
            </a:r>
            <a:r>
              <a:rPr lang="en-GB" sz="1100" dirty="0"/>
              <a:t> edition, 2005, Figure 3.16.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50DB5C-E59A-3881-9676-D71D9A1B3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17" y="1514931"/>
            <a:ext cx="36576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9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85F61B-B631-A394-C619-A3B152388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75" y="1365288"/>
            <a:ext cx="3746526" cy="47307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>
                <a:ln w="0"/>
              </a:rPr>
              <a:t>A</a:t>
            </a:r>
            <a:r>
              <a:rPr lang="en-NZ" sz="3600" dirty="0">
                <a:ln w="0"/>
              </a:rPr>
              <a:t>lternating Bit Protocols: </a:t>
            </a:r>
            <a:r>
              <a:rPr lang="en-NZ" sz="3600" dirty="0" err="1">
                <a:ln w="0"/>
              </a:rPr>
              <a:t>rdt</a:t>
            </a:r>
            <a:r>
              <a:rPr lang="en-NZ" sz="3600">
                <a:ln w="0"/>
              </a:rPr>
              <a:t> 3.0 </a:t>
            </a:r>
            <a:r>
              <a:rPr lang="en-NZ" sz="3600" dirty="0">
                <a:ln w="0"/>
              </a:rPr>
              <a:t>(cont.)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6C289-59AA-3192-CCE4-03B5B6049199}"/>
              </a:ext>
            </a:extLst>
          </p:cNvPr>
          <p:cNvSpPr txBox="1"/>
          <p:nvPr/>
        </p:nvSpPr>
        <p:spPr>
          <a:xfrm>
            <a:off x="2168071" y="6331657"/>
            <a:ext cx="480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/>
              <a:t>Source: James F. Kurose &amp; Keith W. Ross, Computer networking: a top-down approach featuring the Internet, 3</a:t>
            </a:r>
            <a:r>
              <a:rPr lang="en-GB" sz="1100" baseline="30000" dirty="0"/>
              <a:t>rd</a:t>
            </a:r>
            <a:r>
              <a:rPr lang="en-GB" sz="1100" dirty="0"/>
              <a:t> edition, 2005, Figure 3.16.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0126408C-CD37-4115-4794-DEC34E205744}"/>
              </a:ext>
            </a:extLst>
          </p:cNvPr>
          <p:cNvSpPr/>
          <p:nvPr/>
        </p:nvSpPr>
        <p:spPr>
          <a:xfrm>
            <a:off x="2819400" y="3886200"/>
            <a:ext cx="1192694" cy="914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72B149-45F2-5FB1-378B-2C7A9DC4F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200" y="1365288"/>
            <a:ext cx="4722485" cy="473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8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sz="2800" dirty="0"/>
              <a:t>The Performance Problem of </a:t>
            </a:r>
            <a:r>
              <a:rPr lang="en-NZ" sz="2800" dirty="0">
                <a:ln w="0"/>
              </a:rPr>
              <a:t>Alternating Bit Protocols </a:t>
            </a:r>
            <a:endParaRPr lang="en-NZ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It is essentially a stop-and-wait protocol.</a:t>
            </a:r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50" name="Line 3"/>
          <p:cNvSpPr>
            <a:spLocks noChangeShapeType="1"/>
          </p:cNvSpPr>
          <p:nvPr/>
        </p:nvSpPr>
        <p:spPr bwMode="auto">
          <a:xfrm>
            <a:off x="4154488" y="2287593"/>
            <a:ext cx="2227262" cy="9223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47626" y="1848963"/>
            <a:ext cx="3255962" cy="6514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en-US" dirty="0">
                <a:latin typeface="Arial" panose="020B0604020202020204" pitchFamily="34" charset="0"/>
              </a:rPr>
              <a:t>The first bit of the first packet </a:t>
            </a:r>
          </a:p>
          <a:p>
            <a:pPr algn="r"/>
            <a:r>
              <a:rPr lang="en-US" altLang="en-US" dirty="0">
                <a:latin typeface="Arial" panose="020B0604020202020204" pitchFamily="34" charset="0"/>
              </a:rPr>
              <a:t>is transmitted, t = 0</a:t>
            </a:r>
          </a:p>
        </p:txBody>
      </p:sp>
      <p:sp>
        <p:nvSpPr>
          <p:cNvPr id="52" name="Line 5"/>
          <p:cNvSpPr>
            <a:spLocks noChangeShapeType="1"/>
          </p:cNvSpPr>
          <p:nvPr/>
        </p:nvSpPr>
        <p:spPr bwMode="auto">
          <a:xfrm>
            <a:off x="4143375" y="2068518"/>
            <a:ext cx="23813" cy="2913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53" name="Line 6"/>
          <p:cNvSpPr>
            <a:spLocks noChangeShapeType="1"/>
          </p:cNvSpPr>
          <p:nvPr/>
        </p:nvSpPr>
        <p:spPr bwMode="auto">
          <a:xfrm>
            <a:off x="6370638" y="2081218"/>
            <a:ext cx="22225" cy="2890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3614738" y="1731968"/>
            <a:ext cx="1143767" cy="39528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en-US" dirty="0">
                <a:latin typeface="Arial" panose="020B0604020202020204" pitchFamily="34" charset="0"/>
              </a:rPr>
              <a:t>Sender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55" name="Text Box 8"/>
          <p:cNvSpPr txBox="1">
            <a:spLocks noChangeArrowheads="1"/>
          </p:cNvSpPr>
          <p:nvPr/>
        </p:nvSpPr>
        <p:spPr bwMode="auto">
          <a:xfrm>
            <a:off x="5792787" y="1731968"/>
            <a:ext cx="1268413" cy="37306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en-US" dirty="0">
                <a:latin typeface="Arial" panose="020B0604020202020204" pitchFamily="34" charset="0"/>
              </a:rPr>
              <a:t>Receiver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56" name="Line 9"/>
          <p:cNvSpPr>
            <a:spLocks noChangeShapeType="1"/>
          </p:cNvSpPr>
          <p:nvPr/>
        </p:nvSpPr>
        <p:spPr bwMode="auto">
          <a:xfrm>
            <a:off x="4167188" y="2282830"/>
            <a:ext cx="2190750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57" name="Line 10"/>
          <p:cNvSpPr>
            <a:spLocks noChangeShapeType="1"/>
          </p:cNvSpPr>
          <p:nvPr/>
        </p:nvSpPr>
        <p:spPr bwMode="auto">
          <a:xfrm>
            <a:off x="4171950" y="4394205"/>
            <a:ext cx="219233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58" name="Line 11"/>
          <p:cNvSpPr>
            <a:spLocks noChangeShapeType="1"/>
          </p:cNvSpPr>
          <p:nvPr/>
        </p:nvSpPr>
        <p:spPr bwMode="auto">
          <a:xfrm flipV="1">
            <a:off x="4171950" y="3451230"/>
            <a:ext cx="2209800" cy="922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59" name="Freeform 12"/>
          <p:cNvSpPr>
            <a:spLocks/>
          </p:cNvSpPr>
          <p:nvPr/>
        </p:nvSpPr>
        <p:spPr bwMode="auto">
          <a:xfrm>
            <a:off x="4149725" y="2281243"/>
            <a:ext cx="2232025" cy="1155700"/>
          </a:xfrm>
          <a:custGeom>
            <a:avLst/>
            <a:gdLst>
              <a:gd name="T0" fmla="*/ 0 w 2902"/>
              <a:gd name="T1" fmla="*/ 0 h 1185"/>
              <a:gd name="T2" fmla="*/ 2895 w 2902"/>
              <a:gd name="T3" fmla="*/ 937 h 1185"/>
              <a:gd name="T4" fmla="*/ 2902 w 2902"/>
              <a:gd name="T5" fmla="*/ 1185 h 1185"/>
              <a:gd name="T6" fmla="*/ 0 w 2902"/>
              <a:gd name="T7" fmla="*/ 247 h 1185"/>
              <a:gd name="T8" fmla="*/ 0 w 2902"/>
              <a:gd name="T9" fmla="*/ 0 h 1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NZ"/>
          </a:p>
        </p:txBody>
      </p:sp>
      <p:sp>
        <p:nvSpPr>
          <p:cNvPr id="60" name="Line 13"/>
          <p:cNvSpPr>
            <a:spLocks noChangeShapeType="1"/>
          </p:cNvSpPr>
          <p:nvPr/>
        </p:nvSpPr>
        <p:spPr bwMode="auto">
          <a:xfrm flipH="1">
            <a:off x="4005263" y="2281243"/>
            <a:ext cx="1317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1" name="Line 14"/>
          <p:cNvSpPr>
            <a:spLocks noChangeShapeType="1"/>
          </p:cNvSpPr>
          <p:nvPr/>
        </p:nvSpPr>
        <p:spPr bwMode="auto">
          <a:xfrm flipH="1">
            <a:off x="4005263" y="2522543"/>
            <a:ext cx="1317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2" name="Line 15"/>
          <p:cNvSpPr>
            <a:spLocks noChangeShapeType="1"/>
          </p:cNvSpPr>
          <p:nvPr/>
        </p:nvSpPr>
        <p:spPr bwMode="auto">
          <a:xfrm flipH="1">
            <a:off x="4016375" y="4381505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3" name="Text Box 16"/>
          <p:cNvSpPr txBox="1">
            <a:spLocks noChangeArrowheads="1"/>
          </p:cNvSpPr>
          <p:nvPr/>
        </p:nvSpPr>
        <p:spPr bwMode="auto">
          <a:xfrm>
            <a:off x="3352800" y="3254380"/>
            <a:ext cx="847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RTT</a:t>
            </a:r>
            <a:r>
              <a:rPr lang="en-US" altLang="en-US" sz="1000">
                <a:latin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4" name="Line 17"/>
          <p:cNvSpPr>
            <a:spLocks noChangeShapeType="1"/>
          </p:cNvSpPr>
          <p:nvPr/>
        </p:nvSpPr>
        <p:spPr bwMode="auto">
          <a:xfrm>
            <a:off x="4040188" y="3562355"/>
            <a:ext cx="11112" cy="811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5" name="Line 18"/>
          <p:cNvSpPr>
            <a:spLocks noChangeShapeType="1"/>
          </p:cNvSpPr>
          <p:nvPr/>
        </p:nvSpPr>
        <p:spPr bwMode="auto">
          <a:xfrm flipV="1">
            <a:off x="4044950" y="2544768"/>
            <a:ext cx="3175" cy="768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6" name="Line 20"/>
          <p:cNvSpPr>
            <a:spLocks noChangeShapeType="1"/>
          </p:cNvSpPr>
          <p:nvPr/>
        </p:nvSpPr>
        <p:spPr bwMode="auto">
          <a:xfrm flipH="1">
            <a:off x="6357938" y="3195643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7" name="Text Box 21"/>
          <p:cNvSpPr txBox="1">
            <a:spLocks noChangeArrowheads="1"/>
          </p:cNvSpPr>
          <p:nvPr/>
        </p:nvSpPr>
        <p:spPr bwMode="auto">
          <a:xfrm>
            <a:off x="6491288" y="2996513"/>
            <a:ext cx="2574552" cy="35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600" dirty="0">
                <a:latin typeface="Arial" panose="020B0604020202020204" pitchFamily="34" charset="0"/>
              </a:rPr>
              <a:t>The first packet bit arrives</a:t>
            </a:r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68" name="Line 22"/>
          <p:cNvSpPr>
            <a:spLocks noChangeShapeType="1"/>
          </p:cNvSpPr>
          <p:nvPr/>
        </p:nvSpPr>
        <p:spPr bwMode="auto">
          <a:xfrm>
            <a:off x="6381750" y="3444880"/>
            <a:ext cx="127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9" name="Text Box 24"/>
          <p:cNvSpPr txBox="1">
            <a:spLocks noChangeArrowheads="1"/>
          </p:cNvSpPr>
          <p:nvPr/>
        </p:nvSpPr>
        <p:spPr bwMode="auto">
          <a:xfrm>
            <a:off x="1319213" y="4054480"/>
            <a:ext cx="2789237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en-US">
                <a:latin typeface="Arial" panose="020B0604020202020204" pitchFamily="34" charset="0"/>
              </a:rPr>
              <a:t>ACK arrives, next </a:t>
            </a:r>
            <a:r>
              <a:rPr lang="en-US" altLang="en-US" dirty="0">
                <a:latin typeface="Arial" panose="020B0604020202020204" pitchFamily="34" charset="0"/>
              </a:rPr>
              <a:t>packet </a:t>
            </a:r>
            <a:endParaRPr lang="en-US" altLang="en-US">
              <a:latin typeface="Arial" panose="020B0604020202020204" pitchFamily="34" charset="0"/>
            </a:endParaRPr>
          </a:p>
          <a:p>
            <a:pPr algn="r"/>
            <a:r>
              <a:rPr lang="en-US" altLang="en-US" dirty="0">
                <a:latin typeface="Arial" panose="020B0604020202020204" pitchFamily="34" charset="0"/>
              </a:rPr>
              <a:t>Is sent</a:t>
            </a:r>
            <a:r>
              <a:rPr lang="en-US" altLang="en-US">
                <a:latin typeface="Arial" panose="020B0604020202020204" pitchFamily="34" charset="0"/>
              </a:rPr>
              <a:t>,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t = RTT + L / R</a:t>
            </a:r>
            <a:endParaRPr lang="en-US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Freeform 25"/>
          <p:cNvSpPr>
            <a:spLocks/>
          </p:cNvSpPr>
          <p:nvPr/>
        </p:nvSpPr>
        <p:spPr bwMode="auto">
          <a:xfrm>
            <a:off x="4167188" y="4389443"/>
            <a:ext cx="1419225" cy="577850"/>
          </a:xfrm>
          <a:custGeom>
            <a:avLst/>
            <a:gdLst>
              <a:gd name="T0" fmla="*/ 0 w 1845"/>
              <a:gd name="T1" fmla="*/ 0 h 592"/>
              <a:gd name="T2" fmla="*/ 1845 w 1845"/>
              <a:gd name="T3" fmla="*/ 592 h 592"/>
              <a:gd name="T4" fmla="*/ 1095 w 1845"/>
              <a:gd name="T5" fmla="*/ 592 h 592"/>
              <a:gd name="T6" fmla="*/ 0 w 1845"/>
              <a:gd name="T7" fmla="*/ 247 h 592"/>
              <a:gd name="T8" fmla="*/ 0 w 1845"/>
              <a:gd name="T9" fmla="*/ 0 h 5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45" h="592">
                <a:moveTo>
                  <a:pt x="0" y="0"/>
                </a:moveTo>
                <a:lnTo>
                  <a:pt x="1845" y="592"/>
                </a:lnTo>
                <a:lnTo>
                  <a:pt x="1095" y="592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NZ"/>
          </a:p>
        </p:txBody>
      </p:sp>
      <p:grpSp>
        <p:nvGrpSpPr>
          <p:cNvPr id="71" name="Group 26"/>
          <p:cNvGrpSpPr>
            <a:grpSpLocks/>
          </p:cNvGrpSpPr>
          <p:nvPr/>
        </p:nvGrpSpPr>
        <p:grpSpPr bwMode="auto">
          <a:xfrm>
            <a:off x="4160838" y="4381505"/>
            <a:ext cx="1281112" cy="534988"/>
            <a:chOff x="12315" y="13225"/>
            <a:chExt cx="2775" cy="913"/>
          </a:xfrm>
        </p:grpSpPr>
        <p:sp>
          <p:nvSpPr>
            <p:cNvPr id="72" name="Line 27"/>
            <p:cNvSpPr>
              <a:spLocks noChangeShapeType="1"/>
            </p:cNvSpPr>
            <p:nvPr/>
          </p:nvSpPr>
          <p:spPr bwMode="auto">
            <a:xfrm>
              <a:off x="12315" y="13225"/>
              <a:ext cx="1587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3" name="Line 28"/>
            <p:cNvSpPr>
              <a:spLocks noChangeShapeType="1"/>
            </p:cNvSpPr>
            <p:nvPr/>
          </p:nvSpPr>
          <p:spPr bwMode="auto">
            <a:xfrm>
              <a:off x="13915" y="13737"/>
              <a:ext cx="1175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</p:grpSp>
      <p:sp>
        <p:nvSpPr>
          <p:cNvPr id="74" name="Line 29"/>
          <p:cNvSpPr>
            <a:spLocks noChangeShapeType="1"/>
          </p:cNvSpPr>
          <p:nvPr/>
        </p:nvSpPr>
        <p:spPr bwMode="auto">
          <a:xfrm>
            <a:off x="4160838" y="4622805"/>
            <a:ext cx="317500" cy="123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75" name="Line 30"/>
          <p:cNvSpPr>
            <a:spLocks noChangeShapeType="1"/>
          </p:cNvSpPr>
          <p:nvPr/>
        </p:nvSpPr>
        <p:spPr bwMode="auto">
          <a:xfrm>
            <a:off x="4484688" y="4746630"/>
            <a:ext cx="541337" cy="2349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76" name="TextBox 75"/>
          <p:cNvSpPr txBox="1"/>
          <p:nvPr/>
        </p:nvSpPr>
        <p:spPr>
          <a:xfrm>
            <a:off x="6648451" y="4625879"/>
            <a:ext cx="25745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RTT – Round Trip Time</a:t>
            </a:r>
          </a:p>
          <a:p>
            <a:r>
              <a:rPr lang="en-NZ" dirty="0"/>
              <a:t>L – Packet Size</a:t>
            </a:r>
          </a:p>
          <a:p>
            <a:r>
              <a:rPr lang="en-NZ" dirty="0"/>
              <a:t>R – Transmission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2025722" y="5970218"/>
                <a:ext cx="4656403" cy="5305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NZ" dirty="0"/>
                  <a:t>Utilisation of the sender: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𝑠𝑒𝑛𝑑𝑒𝑟</m:t>
                        </m:r>
                      </m:sub>
                    </m:sSub>
                    <m:r>
                      <a:rPr lang="en-GB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𝑅𝑇𝑇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NZ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5722" y="5970218"/>
                <a:ext cx="4656403" cy="530594"/>
              </a:xfrm>
              <a:prstGeom prst="rect">
                <a:avLst/>
              </a:prstGeom>
              <a:blipFill>
                <a:blip r:embed="rId3"/>
                <a:stretch>
                  <a:fillRect l="-1047" b="-689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 Box 4"/>
          <p:cNvSpPr txBox="1">
            <a:spLocks noChangeArrowheads="1"/>
          </p:cNvSpPr>
          <p:nvPr/>
        </p:nvSpPr>
        <p:spPr bwMode="auto">
          <a:xfrm>
            <a:off x="187587" y="2727446"/>
            <a:ext cx="3131055" cy="14177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r>
              <a:rPr lang="en-US" altLang="en-US" dirty="0">
                <a:latin typeface="Arial" panose="020B0604020202020204" pitchFamily="34" charset="0"/>
              </a:rPr>
              <a:t>The last bit of the first packet  </a:t>
            </a:r>
          </a:p>
          <a:p>
            <a:pPr algn="r"/>
            <a:r>
              <a:rPr lang="en-US" altLang="en-US" dirty="0">
                <a:latin typeface="Arial" panose="020B0604020202020204" pitchFamily="34" charset="0"/>
              </a:rPr>
              <a:t>is transmitted, t = L/R</a:t>
            </a:r>
          </a:p>
        </p:txBody>
      </p:sp>
      <p:cxnSp>
        <p:nvCxnSpPr>
          <p:cNvPr id="6" name="Straight Arrow Connector 5"/>
          <p:cNvCxnSpPr>
            <a:stCxn id="51" idx="3"/>
          </p:cNvCxnSpPr>
          <p:nvPr/>
        </p:nvCxnSpPr>
        <p:spPr>
          <a:xfrm>
            <a:off x="3303588" y="2174701"/>
            <a:ext cx="701675" cy="1065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4" idx="3"/>
          </p:cNvCxnSpPr>
          <p:nvPr/>
        </p:nvCxnSpPr>
        <p:spPr>
          <a:xfrm flipV="1">
            <a:off x="3318642" y="2529008"/>
            <a:ext cx="646933" cy="269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ext Box 21">
            <a:extLst>
              <a:ext uri="{FF2B5EF4-FFF2-40B4-BE49-F238E27FC236}">
                <a16:creationId xmlns:a16="http://schemas.microsoft.com/office/drawing/2014/main" id="{E6C9DDE2-F215-FA8B-989E-0FE8D4A2D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1288" y="3307555"/>
            <a:ext cx="2574552" cy="350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600" dirty="0">
                <a:latin typeface="Arial" panose="020B0604020202020204" pitchFamily="34" charset="0"/>
              </a:rPr>
              <a:t>The last packet bit arrives</a:t>
            </a:r>
            <a:endParaRPr lang="en-US" altLang="en-US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230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sz="2600" dirty="0"/>
              <a:t>The Performance Problem of </a:t>
            </a:r>
            <a:r>
              <a:rPr lang="en-NZ" sz="2600" dirty="0">
                <a:ln w="0"/>
              </a:rPr>
              <a:t>Alternating Bit Protocols (cont.)</a:t>
            </a:r>
            <a:endParaRPr lang="en-NZ" sz="2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119222"/>
          </a:xfrm>
        </p:spPr>
        <p:txBody>
          <a:bodyPr/>
          <a:lstStyle/>
          <a:p>
            <a:r>
              <a:rPr lang="en-US" altLang="en-US" sz="2800" dirty="0"/>
              <a:t>An example: transmission rate of 1 Gbps, RTT of 30 milliseconds , packet size of 1KB</a:t>
            </a:r>
          </a:p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14" name="Wave 13"/>
          <p:cNvSpPr/>
          <p:nvPr/>
        </p:nvSpPr>
        <p:spPr>
          <a:xfrm>
            <a:off x="535387" y="4214275"/>
            <a:ext cx="8191500" cy="2415125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sender is idle in most time – very low utilisation! </a:t>
            </a:r>
          </a:p>
          <a:p>
            <a:r>
              <a:rPr lang="en-NZ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 to mention we have neglected the lower layer protocol processing time at the sender and receiver, and processing and queuing delays at intermediate routers.</a:t>
            </a:r>
            <a:endParaRPr lang="en-NZ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4404C2-8B96-850A-6D1B-28BD74B6B707}"/>
                  </a:ext>
                </a:extLst>
              </p:cNvPr>
              <p:cNvSpPr txBox="1"/>
              <p:nvPr/>
            </p:nvSpPr>
            <p:spPr>
              <a:xfrm>
                <a:off x="1981200" y="3320685"/>
                <a:ext cx="4651828" cy="664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NZ" i="1">
                              <a:latin typeface="Cambria Math" panose="02040503050406030204" pitchFamily="18" charset="0"/>
                            </a:rPr>
                            <m:t>𝑠𝑒𝑛𝑑𝑒𝑟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𝑅𝑇𝑇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NZ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.008</m:t>
                          </m:r>
                        </m:num>
                        <m:den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30.008</m:t>
                          </m:r>
                        </m:den>
                      </m:f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=0.00027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4404C2-8B96-850A-6D1B-28BD74B6B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320685"/>
                <a:ext cx="4651828" cy="6649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B4909E-8305-5520-274E-F53989B23DBA}"/>
                  </a:ext>
                </a:extLst>
              </p:cNvPr>
              <p:cNvSpPr txBox="1"/>
              <p:nvPr/>
            </p:nvSpPr>
            <p:spPr>
              <a:xfrm>
                <a:off x="2246086" y="2429060"/>
                <a:ext cx="4651512" cy="5305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𝑡𝑟𝑎𝑛𝑠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𝑘𝑏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𝑝𝑘𝑡</m:t>
                        </m:r>
                      </m:num>
                      <m:den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NZ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𝑏𝑖𝑡𝑠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NZ" b="0" i="1" smtClean="0">
                            <a:latin typeface="Cambria Math" panose="02040503050406030204" pitchFamily="18" charset="0"/>
                          </a:rPr>
                          <m:t>𝑠𝑒𝑐</m:t>
                        </m:r>
                      </m:den>
                    </m:f>
                    <m:r>
                      <a:rPr lang="en-NZ" b="0" i="1" smtClean="0">
                        <a:latin typeface="Cambria Math" panose="02040503050406030204" pitchFamily="18" charset="0"/>
                      </a:rPr>
                      <m:t>=8 </m:t>
                    </m:r>
                    <m:r>
                      <a:rPr lang="en-NZ" b="0" i="1" smtClean="0">
                        <a:latin typeface="Cambria Math" panose="02040503050406030204" pitchFamily="18" charset="0"/>
                      </a:rPr>
                      <m:t>𝑚𝑖𝑐𝑟𝑜𝑠𝑒𝑐𝑜𝑛𝑑𝑠</m:t>
                    </m:r>
                  </m:oMath>
                </a14:m>
                <a:r>
                  <a:rPr lang="en-AU" dirty="0"/>
                  <a:t> </a:t>
                </a:r>
                <a:endParaRPr lang="en-NZ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5B4909E-8305-5520-274E-F53989B23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086" y="2429060"/>
                <a:ext cx="4651512" cy="530594"/>
              </a:xfrm>
              <a:prstGeom prst="rect">
                <a:avLst/>
              </a:prstGeom>
              <a:blipFill>
                <a:blip r:embed="rId3"/>
                <a:stretch>
                  <a:fillRect b="-568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05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BC782A-07A8-BE8D-64FF-F6A16AA64C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Pipelined reliable data transfer protocols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E1B136B-DB9E-6007-9502-44C10C8C9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1C7ED-1ED3-FA59-AA8A-B83A497764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6375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Pipelining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676400" y="4142797"/>
            <a:ext cx="5448300" cy="1876042"/>
            <a:chOff x="1676400" y="4142797"/>
            <a:chExt cx="5448300" cy="1876042"/>
          </a:xfrm>
        </p:grpSpPr>
        <p:sp>
          <p:nvSpPr>
            <p:cNvPr id="18" name="Rectangle 17"/>
            <p:cNvSpPr/>
            <p:nvPr/>
          </p:nvSpPr>
          <p:spPr>
            <a:xfrm>
              <a:off x="1676400" y="4666907"/>
              <a:ext cx="3048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19900" y="4666907"/>
              <a:ext cx="3048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0" name="Curved Down Arrow 19"/>
            <p:cNvSpPr/>
            <p:nvPr/>
          </p:nvSpPr>
          <p:spPr>
            <a:xfrm>
              <a:off x="1981200" y="4514507"/>
              <a:ext cx="4991100" cy="533400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671698" y="4146413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2" name="Curved Up Arrow 21"/>
            <p:cNvSpPr/>
            <p:nvPr/>
          </p:nvSpPr>
          <p:spPr>
            <a:xfrm rot="10800000" flipV="1">
              <a:off x="1828800" y="5244551"/>
              <a:ext cx="4991100" cy="774288"/>
            </a:xfrm>
            <a:prstGeom prst="curvedUp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048000" y="4146413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424302" y="4146413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800604" y="4146413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195698" y="4142797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199343" y="5400806"/>
              <a:ext cx="76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970744" y="5400806"/>
              <a:ext cx="76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470218" y="5394461"/>
              <a:ext cx="76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831386" y="5400806"/>
              <a:ext cx="76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057901" y="5398718"/>
              <a:ext cx="76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FB59696-14C4-E1BC-35D4-7A54C28011D0}"/>
              </a:ext>
            </a:extLst>
          </p:cNvPr>
          <p:cNvGrpSpPr/>
          <p:nvPr/>
        </p:nvGrpSpPr>
        <p:grpSpPr>
          <a:xfrm>
            <a:off x="1676400" y="1008345"/>
            <a:ext cx="5448300" cy="2319535"/>
            <a:chOff x="1676400" y="1008345"/>
            <a:chExt cx="5448300" cy="2319535"/>
          </a:xfrm>
        </p:grpSpPr>
        <p:sp>
          <p:nvSpPr>
            <p:cNvPr id="6" name="Rectangle 5"/>
            <p:cNvSpPr/>
            <p:nvPr/>
          </p:nvSpPr>
          <p:spPr>
            <a:xfrm>
              <a:off x="1676400" y="1600200"/>
              <a:ext cx="3048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6819900" y="1600200"/>
              <a:ext cx="3048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15" name="Curved Down Arrow 14"/>
            <p:cNvSpPr/>
            <p:nvPr/>
          </p:nvSpPr>
          <p:spPr>
            <a:xfrm>
              <a:off x="1981200" y="1447800"/>
              <a:ext cx="4991100" cy="533400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810000" y="1008345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7" name="Curved Up Arrow 16"/>
            <p:cNvSpPr/>
            <p:nvPr/>
          </p:nvSpPr>
          <p:spPr>
            <a:xfrm rot="10800000" flipV="1">
              <a:off x="1828800" y="2177844"/>
              <a:ext cx="4991100" cy="774288"/>
            </a:xfrm>
            <a:prstGeom prst="curvedUp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910730" y="3023080"/>
              <a:ext cx="76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</p:spTree>
    <p:extLst>
      <p:ext uri="{BB962C8B-B14F-4D97-AF65-F5344CB8AC3E}">
        <p14:creationId xmlns:p14="http://schemas.microsoft.com/office/powerpoint/2010/main" val="14792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Pipelining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643568"/>
                <a:ext cx="8229600" cy="2376232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NZ" sz="2800" dirty="0"/>
                  <a:t>Using a sequence number of [0,1] is insufficient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NZ" sz="2000" dirty="0">
                    <a:ln w="0"/>
                    <a:effectLst/>
                  </a:rPr>
                  <a:t>In practice, a sequence number is k bits, ranging from 0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sz="200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sz="2000" b="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NZ" sz="2000" b="0" i="1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NZ" sz="2000" dirty="0">
                    <a:ln w="0"/>
                  </a:rPr>
                  <a:t> - 1 (</a:t>
                </a:r>
                <a:r>
                  <a:rPr lang="en-NZ" sz="2000" dirty="0">
                    <a:ln w="0"/>
                    <a:effectLst/>
                  </a:rPr>
                  <a:t>TCP uses 32 bits)</a:t>
                </a:r>
                <a:endParaRPr lang="en-NZ" sz="2000" dirty="0">
                  <a:effectLst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NZ" sz="2800" dirty="0"/>
                  <a:t>Sender and receiver may have to buffer more than one packet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643568"/>
                <a:ext cx="8229600" cy="2376232"/>
              </a:xfrm>
              <a:blipFill>
                <a:blip r:embed="rId3"/>
                <a:stretch>
                  <a:fillRect l="-1259" t="-2821" r="-667" b="-359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FCD389-FE7B-47B6-AFCE-3CC808BB1A14}"/>
              </a:ext>
            </a:extLst>
          </p:cNvPr>
          <p:cNvGrpSpPr/>
          <p:nvPr/>
        </p:nvGrpSpPr>
        <p:grpSpPr>
          <a:xfrm>
            <a:off x="1676400" y="1248157"/>
            <a:ext cx="5448300" cy="1876042"/>
            <a:chOff x="1676400" y="1248157"/>
            <a:chExt cx="5448300" cy="1876042"/>
          </a:xfrm>
        </p:grpSpPr>
        <p:sp>
          <p:nvSpPr>
            <p:cNvPr id="18" name="Rectangle 17"/>
            <p:cNvSpPr/>
            <p:nvPr/>
          </p:nvSpPr>
          <p:spPr>
            <a:xfrm>
              <a:off x="1676400" y="1772267"/>
              <a:ext cx="3048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19900" y="1772267"/>
              <a:ext cx="30480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20" name="Curved Down Arrow 19"/>
            <p:cNvSpPr/>
            <p:nvPr/>
          </p:nvSpPr>
          <p:spPr>
            <a:xfrm>
              <a:off x="1981200" y="1619867"/>
              <a:ext cx="4991100" cy="533400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671698" y="1251773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2" name="Curved Up Arrow 21"/>
            <p:cNvSpPr/>
            <p:nvPr/>
          </p:nvSpPr>
          <p:spPr>
            <a:xfrm rot="10800000" flipV="1">
              <a:off x="1828800" y="2349911"/>
              <a:ext cx="4991100" cy="774288"/>
            </a:xfrm>
            <a:prstGeom prst="curvedUp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048000" y="1251773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424302" y="1251773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800604" y="1251773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1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195698" y="1248157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199342" y="2499821"/>
              <a:ext cx="172759" cy="3111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1</a:t>
              </a:r>
            </a:p>
          </p:txBody>
        </p:sp>
        <p:sp>
          <p:nvSpPr>
            <p:cNvPr id="28" name="Rectangle 27"/>
            <p:cNvSpPr/>
            <p:nvPr/>
          </p:nvSpPr>
          <p:spPr>
            <a:xfrm flipH="1">
              <a:off x="4784419" y="2499821"/>
              <a:ext cx="186325" cy="3111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0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470217" y="2499821"/>
              <a:ext cx="186325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753100" y="2499821"/>
              <a:ext cx="190499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057900" y="2499821"/>
              <a:ext cx="190501" cy="3090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</p:spTree>
    <p:extLst>
      <p:ext uri="{BB962C8B-B14F-4D97-AF65-F5344CB8AC3E}">
        <p14:creationId xmlns:p14="http://schemas.microsoft.com/office/powerpoint/2010/main" val="13397239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70056"/>
            <a:ext cx="9121804" cy="723900"/>
          </a:xfrm>
        </p:spPr>
        <p:txBody>
          <a:bodyPr/>
          <a:lstStyle/>
          <a:p>
            <a:r>
              <a:rPr lang="en-NZ" dirty="0"/>
              <a:t>Go-Back-N Protocol </a:t>
            </a:r>
            <a:r>
              <a:rPr lang="en-NZ" sz="3000" dirty="0"/>
              <a:t>(Sliding-Window Protocol)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683159"/>
          </a:xfrm>
        </p:spPr>
        <p:txBody>
          <a:bodyPr/>
          <a:lstStyle/>
          <a:p>
            <a:r>
              <a:rPr lang="en-NZ" sz="2400" dirty="0"/>
              <a:t>The sender is allowed to send multiple packets without waiting for an acknowledgement but is constrained to have </a:t>
            </a:r>
            <a:r>
              <a:rPr lang="en-NZ" sz="2400" i="1" dirty="0"/>
              <a:t>no more than N unacknowledged packets </a:t>
            </a:r>
            <a:r>
              <a:rPr lang="en-NZ" sz="2400" dirty="0"/>
              <a:t>in the pipeline.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290B6C-ECAC-6323-08F3-69FAC1FD0B99}"/>
              </a:ext>
            </a:extLst>
          </p:cNvPr>
          <p:cNvGrpSpPr/>
          <p:nvPr/>
        </p:nvGrpSpPr>
        <p:grpSpPr>
          <a:xfrm>
            <a:off x="6172200" y="2895600"/>
            <a:ext cx="2949603" cy="2918604"/>
            <a:chOff x="6172200" y="2895600"/>
            <a:chExt cx="2949603" cy="2918604"/>
          </a:xfrm>
        </p:grpSpPr>
        <p:sp>
          <p:nvSpPr>
            <p:cNvPr id="36" name="Rectangle 35"/>
            <p:cNvSpPr/>
            <p:nvPr/>
          </p:nvSpPr>
          <p:spPr>
            <a:xfrm>
              <a:off x="6172200" y="2901173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333860" y="2895600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172200" y="3755699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333860" y="3755140"/>
              <a:ext cx="2749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Sent </a:t>
              </a:r>
              <a:r>
                <a:rPr lang="en-NZ" dirty="0" err="1"/>
                <a:t>seq</a:t>
              </a:r>
              <a:r>
                <a:rPr lang="en-NZ" dirty="0"/>
                <a:t>#, not yet </a:t>
              </a:r>
              <a:r>
                <a:rPr lang="en-NZ" dirty="0" err="1"/>
                <a:t>ACK’d</a:t>
              </a:r>
              <a:endParaRPr lang="en-NZ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172200" y="4566919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333860" y="4540487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Usable </a:t>
              </a:r>
              <a:r>
                <a:rPr lang="en-NZ" dirty="0" err="1"/>
                <a:t>seq</a:t>
              </a:r>
              <a:r>
                <a:rPr lang="en-NZ" dirty="0"/>
                <a:t>#, not yet sent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172200" y="5458088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333860" y="5444872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50B5E9-56FE-61A5-8843-F7873566D4FC}"/>
              </a:ext>
            </a:extLst>
          </p:cNvPr>
          <p:cNvGrpSpPr/>
          <p:nvPr/>
        </p:nvGrpSpPr>
        <p:grpSpPr>
          <a:xfrm>
            <a:off x="304800" y="2899229"/>
            <a:ext cx="5562001" cy="3117348"/>
            <a:chOff x="304800" y="3048000"/>
            <a:chExt cx="5562001" cy="3117348"/>
          </a:xfrm>
        </p:grpSpPr>
        <p:sp>
          <p:nvSpPr>
            <p:cNvPr id="19" name="Rectangle 18"/>
            <p:cNvSpPr/>
            <p:nvPr/>
          </p:nvSpPr>
          <p:spPr>
            <a:xfrm>
              <a:off x="2231905" y="4097327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608207" y="4097327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984509" y="4097327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360811" y="4097327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755905" y="4093711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1603" y="4093711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07905" y="4093711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84207" y="4093711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460509" y="4093711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855603" y="4090095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41341" y="4090095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517643" y="4090095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893945" y="4090095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270247" y="4090095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665341" y="4086479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4" name="Right Brace 33"/>
            <p:cNvSpPr/>
            <p:nvPr/>
          </p:nvSpPr>
          <p:spPr>
            <a:xfrm rot="5400000">
              <a:off x="2942482" y="3555390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314629" y="5198084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45" name="Rectangular Callout 44"/>
            <p:cNvSpPr/>
            <p:nvPr/>
          </p:nvSpPr>
          <p:spPr>
            <a:xfrm>
              <a:off x="304800" y="3048000"/>
              <a:ext cx="2284321" cy="759631"/>
            </a:xfrm>
            <a:prstGeom prst="wedgeRectCallout">
              <a:avLst>
                <a:gd name="adj1" fmla="val 20146"/>
                <a:gd name="adj2" fmla="val 7457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ln w="0"/>
                  <a:solidFill>
                    <a:schemeClr val="tx1"/>
                  </a:solidFill>
                </a:rPr>
                <a:t>base: </a:t>
              </a:r>
              <a:r>
                <a:rPr lang="en-NZ" dirty="0" err="1">
                  <a:ln w="0"/>
                  <a:solidFill>
                    <a:schemeClr val="tx1"/>
                  </a:solidFill>
                </a:rPr>
                <a:t>seq</a:t>
              </a:r>
              <a:r>
                <a:rPr lang="en-NZ" dirty="0">
                  <a:ln w="0"/>
                  <a:solidFill>
                    <a:schemeClr val="tx1"/>
                  </a:solidFill>
                </a:rPr>
                <a:t># of the oldest </a:t>
              </a:r>
              <a:r>
                <a:rPr lang="en-NZ" dirty="0" err="1">
                  <a:ln w="0"/>
                  <a:solidFill>
                    <a:schemeClr val="tx1"/>
                  </a:solidFill>
                </a:rPr>
                <a:t>unACK</a:t>
              </a:r>
              <a:r>
                <a:rPr lang="en-NZ" dirty="0" err="1">
                  <a:solidFill>
                    <a:schemeClr val="tx1"/>
                  </a:solidFill>
                </a:rPr>
                <a:t>’d</a:t>
              </a:r>
              <a:r>
                <a:rPr lang="en-NZ" dirty="0">
                  <a:solidFill>
                    <a:schemeClr val="tx1"/>
                  </a:solidFill>
                </a:rPr>
                <a:t> </a:t>
              </a:r>
              <a:r>
                <a:rPr lang="en-NZ" dirty="0" err="1">
                  <a:solidFill>
                    <a:schemeClr val="tx1"/>
                  </a:solidFill>
                </a:rPr>
                <a:t>pkt</a:t>
              </a:r>
              <a:endParaRPr lang="en-NZ" dirty="0">
                <a:ln w="0"/>
                <a:solidFill>
                  <a:schemeClr val="tx1"/>
                </a:solidFill>
              </a:endParaRPr>
            </a:p>
          </p:txBody>
        </p:sp>
        <p:sp>
          <p:nvSpPr>
            <p:cNvPr id="46" name="Rectangular Callout 45"/>
            <p:cNvSpPr/>
            <p:nvPr/>
          </p:nvSpPr>
          <p:spPr>
            <a:xfrm>
              <a:off x="3138589" y="3124294"/>
              <a:ext cx="2627482" cy="689945"/>
            </a:xfrm>
            <a:prstGeom prst="wedgeRectCallout">
              <a:avLst>
                <a:gd name="adj1" fmla="val -22093"/>
                <a:gd name="adj2" fmla="val 7757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ln w="0"/>
                  <a:solidFill>
                    <a:schemeClr val="tx1"/>
                  </a:solidFill>
                </a:rPr>
                <a:t>nextseqnum: the smallest unused </a:t>
              </a:r>
              <a:r>
                <a:rPr lang="en-NZ" dirty="0" err="1">
                  <a:ln w="0"/>
                  <a:solidFill>
                    <a:schemeClr val="tx1"/>
                  </a:solidFill>
                </a:rPr>
                <a:t>seq</a:t>
              </a:r>
              <a:r>
                <a:rPr lang="en-NZ" dirty="0">
                  <a:ln w="0"/>
                  <a:solidFill>
                    <a:schemeClr val="tx1"/>
                  </a:solidFill>
                </a:rPr>
                <a:t>#</a:t>
              </a:r>
              <a:endParaRPr lang="en-NZ" dirty="0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304800" y="5753939"/>
              <a:ext cx="5562001" cy="411409"/>
              <a:chOff x="1006259" y="6457940"/>
              <a:chExt cx="6842341" cy="411409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 flipH="1">
                <a:off x="1006259" y="6457940"/>
                <a:ext cx="6842341" cy="0"/>
              </a:xfrm>
              <a:prstGeom prst="straightConnector1">
                <a:avLst/>
              </a:prstGeom>
              <a:ln>
                <a:solidFill>
                  <a:schemeClr val="accent4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/>
              <p:cNvSpPr txBox="1"/>
              <p:nvPr/>
            </p:nvSpPr>
            <p:spPr>
              <a:xfrm>
                <a:off x="3287708" y="6500017"/>
                <a:ext cx="22780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dirty="0"/>
                  <a:t>Older packets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89968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" y="70056"/>
            <a:ext cx="8907463" cy="723900"/>
          </a:xfrm>
        </p:spPr>
        <p:txBody>
          <a:bodyPr/>
          <a:lstStyle/>
          <a:p>
            <a:r>
              <a:rPr lang="en-NZ" sz="3200" dirty="0"/>
              <a:t>Go-Back-N: Invocation from Above (Sender)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702019" y="175621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5078321" y="175621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5437701" y="175837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 17"/>
          <p:cNvSpPr/>
          <p:nvPr/>
        </p:nvSpPr>
        <p:spPr>
          <a:xfrm>
            <a:off x="5830925" y="175621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Rectangle 18"/>
          <p:cNvSpPr/>
          <p:nvPr/>
        </p:nvSpPr>
        <p:spPr>
          <a:xfrm>
            <a:off x="6226019" y="175260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6E6B81-3C14-6BDB-61CB-F0F96B62838C}"/>
              </a:ext>
            </a:extLst>
          </p:cNvPr>
          <p:cNvGrpSpPr/>
          <p:nvPr/>
        </p:nvGrpSpPr>
        <p:grpSpPr>
          <a:xfrm>
            <a:off x="962177" y="4855460"/>
            <a:ext cx="7549371" cy="1316740"/>
            <a:chOff x="962177" y="4855460"/>
            <a:chExt cx="7549371" cy="1316740"/>
          </a:xfrm>
        </p:grpSpPr>
        <p:sp>
          <p:nvSpPr>
            <p:cNvPr id="22" name="Rectangle 21"/>
            <p:cNvSpPr/>
            <p:nvPr/>
          </p:nvSpPr>
          <p:spPr>
            <a:xfrm>
              <a:off x="962177" y="4855460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12865" y="4855460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75005" y="5802868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12865" y="5802868"/>
              <a:ext cx="2749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Sent </a:t>
              </a:r>
              <a:r>
                <a:rPr lang="en-NZ" dirty="0" err="1"/>
                <a:t>seq</a:t>
              </a:r>
              <a:r>
                <a:rPr lang="en-NZ" dirty="0"/>
                <a:t>#, not yet </a:t>
              </a:r>
              <a:r>
                <a:rPr lang="en-NZ" dirty="0" err="1"/>
                <a:t>ACK’d</a:t>
              </a:r>
              <a:endParaRPr lang="en-NZ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6400" y="4855460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723605" y="4855460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Usable </a:t>
              </a:r>
              <a:r>
                <a:rPr lang="en-NZ" dirty="0" err="1"/>
                <a:t>seq</a:t>
              </a:r>
              <a:r>
                <a:rPr lang="en-NZ" dirty="0"/>
                <a:t>#, not yet sent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522145" y="5802868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791200" y="5802868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  <p:sp>
        <p:nvSpPr>
          <p:cNvPr id="20" name="Right Brace 19"/>
          <p:cNvSpPr/>
          <p:nvPr/>
        </p:nvSpPr>
        <p:spPr>
          <a:xfrm rot="5400000">
            <a:off x="3496909" y="1173962"/>
            <a:ext cx="685800" cy="259340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21" name="TextBox 20"/>
          <p:cNvSpPr txBox="1"/>
          <p:nvPr/>
        </p:nvSpPr>
        <p:spPr>
          <a:xfrm>
            <a:off x="2893313" y="2971800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Window of size </a:t>
            </a:r>
            <a:r>
              <a:rPr lang="en-NZ" i="1" dirty="0"/>
              <a:t>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5385" y="177107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0" name="Rectangle 39"/>
          <p:cNvSpPr/>
          <p:nvPr/>
        </p:nvSpPr>
        <p:spPr>
          <a:xfrm>
            <a:off x="2828583" y="177107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1" name="Rectangle 40"/>
          <p:cNvSpPr/>
          <p:nvPr/>
        </p:nvSpPr>
        <p:spPr>
          <a:xfrm>
            <a:off x="3223064" y="177107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Rectangle 41"/>
          <p:cNvSpPr/>
          <p:nvPr/>
        </p:nvSpPr>
        <p:spPr>
          <a:xfrm>
            <a:off x="3580895" y="177107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3" name="Rectangle 42"/>
          <p:cNvSpPr/>
          <p:nvPr/>
        </p:nvSpPr>
        <p:spPr>
          <a:xfrm>
            <a:off x="3936134" y="177107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4" name="Rectangle 43"/>
          <p:cNvSpPr/>
          <p:nvPr/>
        </p:nvSpPr>
        <p:spPr>
          <a:xfrm>
            <a:off x="4329608" y="177107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5401CD8-5848-6F82-87D5-126962918A33}"/>
              </a:ext>
            </a:extLst>
          </p:cNvPr>
          <p:cNvGrpSpPr/>
          <p:nvPr/>
        </p:nvGrpSpPr>
        <p:grpSpPr>
          <a:xfrm>
            <a:off x="2435385" y="3657600"/>
            <a:ext cx="4041615" cy="481505"/>
            <a:chOff x="2282985" y="3962400"/>
            <a:chExt cx="4041615" cy="481505"/>
          </a:xfrm>
        </p:grpSpPr>
        <p:cxnSp>
          <p:nvCxnSpPr>
            <p:cNvPr id="7" name="Straight Arrow Connector 6"/>
            <p:cNvCxnSpPr>
              <a:cxnSpLocks/>
            </p:cNvCxnSpPr>
            <p:nvPr/>
          </p:nvCxnSpPr>
          <p:spPr>
            <a:xfrm flipH="1">
              <a:off x="2282985" y="3962400"/>
              <a:ext cx="4041615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473871" y="4074573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95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3200" dirty="0"/>
              <a:t>Go-Back-N: Receipt of an ACK (Sender)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29102" y="206626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Rectangle 5"/>
          <p:cNvSpPr/>
          <p:nvPr/>
        </p:nvSpPr>
        <p:spPr>
          <a:xfrm>
            <a:off x="4105404" y="206626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Rectangle 6"/>
          <p:cNvSpPr/>
          <p:nvPr/>
        </p:nvSpPr>
        <p:spPr>
          <a:xfrm>
            <a:off x="4481706" y="206626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4858008" y="206626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5253102" y="206264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1828800" y="20626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205102" y="20626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2581404" y="20626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2957706" y="20626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3352800" y="2059030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5638538" y="2059030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6014840" y="2059030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6391142" y="205903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 17"/>
          <p:cNvSpPr/>
          <p:nvPr/>
        </p:nvSpPr>
        <p:spPr>
          <a:xfrm>
            <a:off x="6767444" y="205903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Rectangle 18"/>
          <p:cNvSpPr/>
          <p:nvPr/>
        </p:nvSpPr>
        <p:spPr>
          <a:xfrm>
            <a:off x="7162538" y="2055414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33" name="Group 32"/>
          <p:cNvGrpSpPr/>
          <p:nvPr/>
        </p:nvGrpSpPr>
        <p:grpSpPr>
          <a:xfrm>
            <a:off x="2853027" y="1322162"/>
            <a:ext cx="3233576" cy="2323770"/>
            <a:chOff x="1783245" y="2051763"/>
            <a:chExt cx="3233576" cy="2323770"/>
          </a:xfrm>
        </p:grpSpPr>
        <p:sp>
          <p:nvSpPr>
            <p:cNvPr id="20" name="Right Brace 19"/>
            <p:cNvSpPr/>
            <p:nvPr/>
          </p:nvSpPr>
          <p:spPr>
            <a:xfrm rot="5400000">
              <a:off x="3377217" y="2207438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60050" y="4006201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30" name="Rectangular Callout 29"/>
            <p:cNvSpPr/>
            <p:nvPr/>
          </p:nvSpPr>
          <p:spPr>
            <a:xfrm>
              <a:off x="1783245" y="2051763"/>
              <a:ext cx="872126" cy="425215"/>
            </a:xfrm>
            <a:prstGeom prst="wedgeRectCallout">
              <a:avLst>
                <a:gd name="adj1" fmla="val 16334"/>
                <a:gd name="adj2" fmla="val 976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ln w="0"/>
                  <a:solidFill>
                    <a:schemeClr val="tx1"/>
                  </a:solidFill>
                </a:rPr>
                <a:t>base</a:t>
              </a:r>
              <a:endParaRPr lang="en-NZ" dirty="0"/>
            </a:p>
          </p:txBody>
        </p:sp>
      </p:grpSp>
      <p:sp>
        <p:nvSpPr>
          <p:cNvPr id="31" name="Rectangular Callout 30"/>
          <p:cNvSpPr/>
          <p:nvPr/>
        </p:nvSpPr>
        <p:spPr>
          <a:xfrm>
            <a:off x="4827476" y="1295400"/>
            <a:ext cx="1563665" cy="434449"/>
          </a:xfrm>
          <a:prstGeom prst="wedgeRectCallout">
            <a:avLst>
              <a:gd name="adj1" fmla="val -11635"/>
              <a:gd name="adj2" fmla="val 1065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nextseqnum</a:t>
            </a:r>
            <a:endParaRPr lang="en-NZ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7B3D205-BC42-0105-C07A-49C4078271E8}"/>
              </a:ext>
            </a:extLst>
          </p:cNvPr>
          <p:cNvGrpSpPr/>
          <p:nvPr/>
        </p:nvGrpSpPr>
        <p:grpSpPr>
          <a:xfrm>
            <a:off x="1871595" y="3901833"/>
            <a:ext cx="5623141" cy="445532"/>
            <a:chOff x="838200" y="4876800"/>
            <a:chExt cx="5623141" cy="445532"/>
          </a:xfrm>
        </p:grpSpPr>
        <p:cxnSp>
          <p:nvCxnSpPr>
            <p:cNvPr id="34" name="Straight Arrow Connector 33"/>
            <p:cNvCxnSpPr>
              <a:cxnSpLocks/>
            </p:cNvCxnSpPr>
            <p:nvPr/>
          </p:nvCxnSpPr>
          <p:spPr>
            <a:xfrm flipH="1">
              <a:off x="838200" y="4876800"/>
              <a:ext cx="5623141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752540" y="4953000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60AD144-2750-E0FD-4918-918A9EF1C27D}"/>
              </a:ext>
            </a:extLst>
          </p:cNvPr>
          <p:cNvGrpSpPr/>
          <p:nvPr/>
        </p:nvGrpSpPr>
        <p:grpSpPr>
          <a:xfrm>
            <a:off x="962177" y="4855460"/>
            <a:ext cx="7549371" cy="1316740"/>
            <a:chOff x="962177" y="4855460"/>
            <a:chExt cx="7549371" cy="131674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B616978-1572-DCF8-6CCD-B1FD30A4CB6F}"/>
                </a:ext>
              </a:extLst>
            </p:cNvPr>
            <p:cNvSpPr/>
            <p:nvPr/>
          </p:nvSpPr>
          <p:spPr>
            <a:xfrm>
              <a:off x="962177" y="4855460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C3FA3F8-8CB7-1A2B-CCE1-A83C591CAD4B}"/>
                </a:ext>
              </a:extLst>
            </p:cNvPr>
            <p:cNvSpPr txBox="1"/>
            <p:nvPr/>
          </p:nvSpPr>
          <p:spPr>
            <a:xfrm>
              <a:off x="1212865" y="4855460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D008025-26DF-BF23-A269-B842CEF2D1D7}"/>
                </a:ext>
              </a:extLst>
            </p:cNvPr>
            <p:cNvSpPr/>
            <p:nvPr/>
          </p:nvSpPr>
          <p:spPr>
            <a:xfrm>
              <a:off x="975005" y="5802868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8339EFC-1653-72A0-AB5E-3187E6837223}"/>
                </a:ext>
              </a:extLst>
            </p:cNvPr>
            <p:cNvSpPr txBox="1"/>
            <p:nvPr/>
          </p:nvSpPr>
          <p:spPr>
            <a:xfrm>
              <a:off x="1212865" y="5802868"/>
              <a:ext cx="2749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Sent </a:t>
              </a:r>
              <a:r>
                <a:rPr lang="en-NZ" dirty="0" err="1"/>
                <a:t>seq</a:t>
              </a:r>
              <a:r>
                <a:rPr lang="en-NZ" dirty="0"/>
                <a:t>#, not yet </a:t>
              </a:r>
              <a:r>
                <a:rPr lang="en-NZ" dirty="0" err="1"/>
                <a:t>ACK’d</a:t>
              </a:r>
              <a:endParaRPr lang="en-NZ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E315689-C731-0CBB-D9CE-BC310BB1DF30}"/>
                </a:ext>
              </a:extLst>
            </p:cNvPr>
            <p:cNvSpPr/>
            <p:nvPr/>
          </p:nvSpPr>
          <p:spPr>
            <a:xfrm>
              <a:off x="5486400" y="4855460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0B20B61-0039-1BF7-F912-E444DF512AE2}"/>
                </a:ext>
              </a:extLst>
            </p:cNvPr>
            <p:cNvSpPr txBox="1"/>
            <p:nvPr/>
          </p:nvSpPr>
          <p:spPr>
            <a:xfrm>
              <a:off x="5723605" y="4855460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Usable </a:t>
              </a:r>
              <a:r>
                <a:rPr lang="en-NZ" dirty="0" err="1"/>
                <a:t>seq</a:t>
              </a:r>
              <a:r>
                <a:rPr lang="en-NZ" dirty="0"/>
                <a:t>#, not yet sent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9A0C3C3-C27A-4269-D886-BFBBA4CEE6FB}"/>
                </a:ext>
              </a:extLst>
            </p:cNvPr>
            <p:cNvSpPr/>
            <p:nvPr/>
          </p:nvSpPr>
          <p:spPr>
            <a:xfrm>
              <a:off x="5522145" y="5802868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E49707C-96C3-1346-52D5-048322180AE9}"/>
                </a:ext>
              </a:extLst>
            </p:cNvPr>
            <p:cNvSpPr txBox="1"/>
            <p:nvPr/>
          </p:nvSpPr>
          <p:spPr>
            <a:xfrm>
              <a:off x="5791200" y="5802868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400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99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99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0926 L 0.03819 -0.00324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0" y="-625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70056"/>
            <a:ext cx="9137736" cy="723900"/>
          </a:xfrm>
        </p:spPr>
        <p:txBody>
          <a:bodyPr/>
          <a:lstStyle/>
          <a:p>
            <a:r>
              <a:rPr lang="en-NZ" dirty="0"/>
              <a:t>Go-Back-N: Cumulative ACK (Sender)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222296" y="2245074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4598598" y="2245074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4993692" y="2241458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1569390" y="2241458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1945692" y="2241458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2321994" y="2241458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2698296" y="2241458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3859957" y="2249178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5379128" y="223784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5755430" y="223784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6131732" y="223784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33" name="Group 32"/>
          <p:cNvGrpSpPr/>
          <p:nvPr/>
        </p:nvGrpSpPr>
        <p:grpSpPr>
          <a:xfrm>
            <a:off x="2667000" y="1483446"/>
            <a:ext cx="3160193" cy="2314886"/>
            <a:chOff x="1856628" y="2034235"/>
            <a:chExt cx="3160193" cy="2314886"/>
          </a:xfrm>
        </p:grpSpPr>
        <p:sp>
          <p:nvSpPr>
            <p:cNvPr id="20" name="Right Brace 19"/>
            <p:cNvSpPr/>
            <p:nvPr/>
          </p:nvSpPr>
          <p:spPr>
            <a:xfrm rot="5400000">
              <a:off x="3377217" y="2207438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60050" y="3979789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30" name="Rectangular Callout 29"/>
            <p:cNvSpPr/>
            <p:nvPr/>
          </p:nvSpPr>
          <p:spPr>
            <a:xfrm>
              <a:off x="1856628" y="2034235"/>
              <a:ext cx="771396" cy="425215"/>
            </a:xfrm>
            <a:prstGeom prst="wedgeRectCallout">
              <a:avLst>
                <a:gd name="adj1" fmla="val 23651"/>
                <a:gd name="adj2" fmla="val 11207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ln w="0"/>
                  <a:solidFill>
                    <a:schemeClr val="tx1"/>
                  </a:solidFill>
                </a:rPr>
                <a:t>base</a:t>
              </a:r>
              <a:endParaRPr lang="en-NZ" dirty="0"/>
            </a:p>
          </p:txBody>
        </p:sp>
      </p:grpSp>
      <p:sp>
        <p:nvSpPr>
          <p:cNvPr id="31" name="Rectangular Callout 30"/>
          <p:cNvSpPr/>
          <p:nvPr/>
        </p:nvSpPr>
        <p:spPr>
          <a:xfrm>
            <a:off x="4848972" y="1447800"/>
            <a:ext cx="1533134" cy="434449"/>
          </a:xfrm>
          <a:prstGeom prst="wedgeRectCallout">
            <a:avLst>
              <a:gd name="adj1" fmla="val -31664"/>
              <a:gd name="adj2" fmla="val 1098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nextseqnum</a:t>
            </a:r>
            <a:endParaRPr lang="en-NZ" dirty="0"/>
          </a:p>
        </p:txBody>
      </p:sp>
      <p:sp>
        <p:nvSpPr>
          <p:cNvPr id="36" name="Rectangle 35"/>
          <p:cNvSpPr/>
          <p:nvPr/>
        </p:nvSpPr>
        <p:spPr>
          <a:xfrm>
            <a:off x="3463365" y="2249178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7" name="Rectangle 36"/>
          <p:cNvSpPr/>
          <p:nvPr/>
        </p:nvSpPr>
        <p:spPr>
          <a:xfrm>
            <a:off x="3095780" y="2249178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Rectangle 37"/>
          <p:cNvSpPr/>
          <p:nvPr/>
        </p:nvSpPr>
        <p:spPr>
          <a:xfrm>
            <a:off x="6502864" y="223784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9" name="Rectangle 38"/>
          <p:cNvSpPr/>
          <p:nvPr/>
        </p:nvSpPr>
        <p:spPr>
          <a:xfrm>
            <a:off x="6885140" y="223784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8A4086E-BBEE-1D31-ADDC-D11EBB84352E}"/>
              </a:ext>
            </a:extLst>
          </p:cNvPr>
          <p:cNvGrpSpPr/>
          <p:nvPr/>
        </p:nvGrpSpPr>
        <p:grpSpPr>
          <a:xfrm>
            <a:off x="1563873" y="4191000"/>
            <a:ext cx="5555384" cy="433864"/>
            <a:chOff x="838200" y="5193268"/>
            <a:chExt cx="5555384" cy="433864"/>
          </a:xfrm>
        </p:grpSpPr>
        <p:cxnSp>
          <p:nvCxnSpPr>
            <p:cNvPr id="40" name="Straight Arrow Connector 39"/>
            <p:cNvCxnSpPr>
              <a:cxnSpLocks/>
            </p:cNvCxnSpPr>
            <p:nvPr/>
          </p:nvCxnSpPr>
          <p:spPr>
            <a:xfrm flipH="1">
              <a:off x="838200" y="5193268"/>
              <a:ext cx="5555384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2854453" y="5257800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5F21CA-7032-69FC-403F-3A8BC9F35391}"/>
              </a:ext>
            </a:extLst>
          </p:cNvPr>
          <p:cNvGrpSpPr/>
          <p:nvPr/>
        </p:nvGrpSpPr>
        <p:grpSpPr>
          <a:xfrm>
            <a:off x="962177" y="5007860"/>
            <a:ext cx="7549371" cy="1316740"/>
            <a:chOff x="962177" y="4855460"/>
            <a:chExt cx="7549371" cy="131674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7B11F5-406D-638D-33C4-786B93A2127A}"/>
                </a:ext>
              </a:extLst>
            </p:cNvPr>
            <p:cNvSpPr/>
            <p:nvPr/>
          </p:nvSpPr>
          <p:spPr>
            <a:xfrm>
              <a:off x="962177" y="4855460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07A52AD-97CD-53E6-84C6-D1365878705B}"/>
                </a:ext>
              </a:extLst>
            </p:cNvPr>
            <p:cNvSpPr txBox="1"/>
            <p:nvPr/>
          </p:nvSpPr>
          <p:spPr>
            <a:xfrm>
              <a:off x="1212865" y="4855460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70DFF0C-BE6F-8E02-DF35-6F24F5065E3D}"/>
                </a:ext>
              </a:extLst>
            </p:cNvPr>
            <p:cNvSpPr/>
            <p:nvPr/>
          </p:nvSpPr>
          <p:spPr>
            <a:xfrm>
              <a:off x="975005" y="5802868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B3247AA-047F-4CF1-AE24-CA0D050032B5}"/>
                </a:ext>
              </a:extLst>
            </p:cNvPr>
            <p:cNvSpPr txBox="1"/>
            <p:nvPr/>
          </p:nvSpPr>
          <p:spPr>
            <a:xfrm>
              <a:off x="1212865" y="5802868"/>
              <a:ext cx="2749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Sent </a:t>
              </a:r>
              <a:r>
                <a:rPr lang="en-NZ" dirty="0" err="1"/>
                <a:t>seq</a:t>
              </a:r>
              <a:r>
                <a:rPr lang="en-NZ" dirty="0"/>
                <a:t>#, not yet </a:t>
              </a:r>
              <a:r>
                <a:rPr lang="en-NZ" dirty="0" err="1"/>
                <a:t>ACK’d</a:t>
              </a:r>
              <a:endParaRPr lang="en-NZ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0031351-7226-9791-96A3-825516DA79A7}"/>
                </a:ext>
              </a:extLst>
            </p:cNvPr>
            <p:cNvSpPr/>
            <p:nvPr/>
          </p:nvSpPr>
          <p:spPr>
            <a:xfrm>
              <a:off x="5486400" y="4855460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9603354-7CE3-F1C1-4703-2E86BEC13298}"/>
                </a:ext>
              </a:extLst>
            </p:cNvPr>
            <p:cNvSpPr txBox="1"/>
            <p:nvPr/>
          </p:nvSpPr>
          <p:spPr>
            <a:xfrm>
              <a:off x="5723605" y="4855460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Usable </a:t>
              </a:r>
              <a:r>
                <a:rPr lang="en-NZ" dirty="0" err="1"/>
                <a:t>seq</a:t>
              </a:r>
              <a:r>
                <a:rPr lang="en-NZ" dirty="0"/>
                <a:t>#, not yet sent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7991FF7-AC9A-028A-19AC-5B88EF8E4F39}"/>
                </a:ext>
              </a:extLst>
            </p:cNvPr>
            <p:cNvSpPr/>
            <p:nvPr/>
          </p:nvSpPr>
          <p:spPr>
            <a:xfrm>
              <a:off x="5522145" y="5802868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6041CB6-5B01-D2A1-8DEB-68028971687E}"/>
                </a:ext>
              </a:extLst>
            </p:cNvPr>
            <p:cNvSpPr txBox="1"/>
            <p:nvPr/>
          </p:nvSpPr>
          <p:spPr>
            <a:xfrm>
              <a:off x="5791200" y="5802868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261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99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99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99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99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3399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33399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0.00926 L 0.12257 0.00787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8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7" y="70056"/>
            <a:ext cx="9135823" cy="723900"/>
          </a:xfrm>
        </p:spPr>
        <p:txBody>
          <a:bodyPr/>
          <a:lstStyle/>
          <a:p>
            <a:r>
              <a:rPr lang="en-NZ" sz="3200" dirty="0"/>
              <a:t>Go-Back-N: Cumulative ACK (Sender)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229600" cy="1537370"/>
          </a:xfrm>
        </p:spPr>
        <p:txBody>
          <a:bodyPr/>
          <a:lstStyle/>
          <a:p>
            <a:r>
              <a:rPr lang="en-NZ" sz="2800" dirty="0"/>
              <a:t>An ACK with </a:t>
            </a:r>
            <a:r>
              <a:rPr lang="en-NZ" sz="2800" dirty="0" err="1"/>
              <a:t>seq</a:t>
            </a:r>
            <a:r>
              <a:rPr lang="en-NZ" sz="2800" dirty="0"/>
              <a:t># </a:t>
            </a:r>
            <a:r>
              <a:rPr lang="en-NZ" sz="2800" i="1" dirty="0"/>
              <a:t>n</a:t>
            </a:r>
            <a:r>
              <a:rPr lang="en-NZ" sz="2800" dirty="0"/>
              <a:t> means that all packets with a </a:t>
            </a:r>
            <a:r>
              <a:rPr lang="en-NZ" sz="2800" dirty="0" err="1"/>
              <a:t>seq</a:t>
            </a:r>
            <a:r>
              <a:rPr lang="en-NZ" sz="2800" dirty="0"/>
              <a:t># up to (and including) </a:t>
            </a:r>
            <a:r>
              <a:rPr lang="en-NZ" sz="2800" i="1" dirty="0"/>
              <a:t>n</a:t>
            </a:r>
            <a:r>
              <a:rPr lang="en-NZ" sz="2800" dirty="0"/>
              <a:t> have been correctly received at the receiver.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5" name="Smiley Face 4"/>
          <p:cNvSpPr/>
          <p:nvPr/>
        </p:nvSpPr>
        <p:spPr>
          <a:xfrm>
            <a:off x="1941906" y="3133996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Smiley Face 5"/>
          <p:cNvSpPr/>
          <p:nvPr/>
        </p:nvSpPr>
        <p:spPr>
          <a:xfrm>
            <a:off x="6048877" y="3133996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961733" y="2711246"/>
            <a:ext cx="2945704" cy="790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344563">
            <a:off x="4236171" y="2756077"/>
            <a:ext cx="91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Data 1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932506" y="2676796"/>
            <a:ext cx="11131" cy="418120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883901" y="2697674"/>
            <a:ext cx="59699" cy="413379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4764065" y="3608616"/>
            <a:ext cx="1143372" cy="426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rot="20359259">
            <a:off x="4640313" y="3404747"/>
            <a:ext cx="1161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ACK 1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975303" y="3906273"/>
            <a:ext cx="2945704" cy="790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 rot="344563">
            <a:off x="4249741" y="3951104"/>
            <a:ext cx="91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Data 2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4752583" y="4766065"/>
            <a:ext cx="1143372" cy="426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20359259">
            <a:off x="4653883" y="4599774"/>
            <a:ext cx="1161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ACK 2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975153" y="5253989"/>
            <a:ext cx="2945704" cy="790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 rot="344563">
            <a:off x="4249591" y="5298820"/>
            <a:ext cx="91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Data 3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2957558" y="6151359"/>
            <a:ext cx="2963299" cy="470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 rot="20359259">
            <a:off x="4183221" y="5910878"/>
            <a:ext cx="1161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ACK 3</a:t>
            </a:r>
          </a:p>
        </p:txBody>
      </p:sp>
      <p:sp>
        <p:nvSpPr>
          <p:cNvPr id="29" name="Multiply 28"/>
          <p:cNvSpPr/>
          <p:nvPr/>
        </p:nvSpPr>
        <p:spPr>
          <a:xfrm>
            <a:off x="5166991" y="3775120"/>
            <a:ext cx="212549" cy="19217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0" name="Multiply 29"/>
          <p:cNvSpPr/>
          <p:nvPr/>
        </p:nvSpPr>
        <p:spPr>
          <a:xfrm>
            <a:off x="5345595" y="4829976"/>
            <a:ext cx="212549" cy="19217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1" name="Cloud Callout 30"/>
          <p:cNvSpPr/>
          <p:nvPr/>
        </p:nvSpPr>
        <p:spPr>
          <a:xfrm>
            <a:off x="8177" y="4926064"/>
            <a:ext cx="2570023" cy="1438350"/>
          </a:xfrm>
          <a:prstGeom prst="cloudCallout">
            <a:avLst>
              <a:gd name="adj1" fmla="val 56377"/>
              <a:gd name="adj2" fmla="val 598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 know </a:t>
            </a:r>
            <a:r>
              <a:rPr lang="en-NZ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1, 2, and 3 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are all received correctly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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84579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sz="3200" dirty="0"/>
              <a:t>Go-Back-N: Cumulative ACK (Receiver)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5" name="Smiley Face 4"/>
          <p:cNvSpPr/>
          <p:nvPr/>
        </p:nvSpPr>
        <p:spPr>
          <a:xfrm>
            <a:off x="1855284" y="1420091"/>
            <a:ext cx="685800" cy="6858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Smiley Face 5"/>
          <p:cNvSpPr/>
          <p:nvPr/>
        </p:nvSpPr>
        <p:spPr>
          <a:xfrm>
            <a:off x="5962255" y="1420091"/>
            <a:ext cx="685800" cy="685800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875111" y="997341"/>
            <a:ext cx="2945704" cy="790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344563">
            <a:off x="4149549" y="1042172"/>
            <a:ext cx="91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Data 1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845884" y="962891"/>
            <a:ext cx="11131" cy="4181204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807701" y="983769"/>
            <a:ext cx="59699" cy="4133799"/>
          </a:xfrm>
          <a:prstGeom prst="straightConnector1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>
            <a:off x="2888681" y="2192368"/>
            <a:ext cx="2388661" cy="660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 rot="344563">
            <a:off x="4163119" y="2237199"/>
            <a:ext cx="91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Data 2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2888531" y="3540084"/>
            <a:ext cx="2945704" cy="790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 rot="344563">
            <a:off x="4162969" y="3584915"/>
            <a:ext cx="91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Data 3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2888531" y="4384172"/>
            <a:ext cx="2945706" cy="3753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 rot="21152555">
            <a:off x="4096599" y="4196973"/>
            <a:ext cx="1161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ACK 1</a:t>
            </a:r>
          </a:p>
        </p:txBody>
      </p:sp>
      <p:sp>
        <p:nvSpPr>
          <p:cNvPr id="31" name="Cloud Callout 30"/>
          <p:cNvSpPr/>
          <p:nvPr/>
        </p:nvSpPr>
        <p:spPr>
          <a:xfrm>
            <a:off x="6235701" y="3429000"/>
            <a:ext cx="2832099" cy="1589939"/>
          </a:xfrm>
          <a:prstGeom prst="cloudCallout">
            <a:avLst>
              <a:gd name="adj1" fmla="val -58374"/>
              <a:gd name="adj2" fmla="val -422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 am expecting Data 2 and will discard Data 3 and still ACK 1. </a:t>
            </a:r>
            <a:endParaRPr lang="en-NZ" dirty="0"/>
          </a:p>
        </p:txBody>
      </p:sp>
      <p:sp>
        <p:nvSpPr>
          <p:cNvPr id="26" name="Multiply 25"/>
          <p:cNvSpPr/>
          <p:nvPr/>
        </p:nvSpPr>
        <p:spPr>
          <a:xfrm>
            <a:off x="4585939" y="2623752"/>
            <a:ext cx="212549" cy="192177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Wave 12"/>
          <p:cNvSpPr/>
          <p:nvPr/>
        </p:nvSpPr>
        <p:spPr>
          <a:xfrm>
            <a:off x="1076374" y="5223194"/>
            <a:ext cx="7087825" cy="1524000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Rule for Receiver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I’m always expecting the next in-order </a:t>
            </a:r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pkt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 if unexpected </a:t>
            </a:r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pkt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comes, I always discard them and resend an ACK for the latest correctly received in-order pkt.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2866F7-2E67-DFDB-C4AC-AF558E4E580F}"/>
              </a:ext>
            </a:extLst>
          </p:cNvPr>
          <p:cNvCxnSpPr>
            <a:cxnSpLocks/>
          </p:cNvCxnSpPr>
          <p:nvPr/>
        </p:nvCxnSpPr>
        <p:spPr>
          <a:xfrm flipH="1">
            <a:off x="2857015" y="1848311"/>
            <a:ext cx="2875276" cy="1004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549CEF-4BF8-F285-7EEF-5D1AF79C93FC}"/>
              </a:ext>
            </a:extLst>
          </p:cNvPr>
          <p:cNvSpPr txBox="1"/>
          <p:nvPr/>
        </p:nvSpPr>
        <p:spPr>
          <a:xfrm rot="20359259">
            <a:off x="4481710" y="1694396"/>
            <a:ext cx="1161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ACK 1</a:t>
            </a:r>
          </a:p>
        </p:txBody>
      </p:sp>
    </p:spTree>
    <p:extLst>
      <p:ext uri="{BB962C8B-B14F-4D97-AF65-F5344CB8AC3E}">
        <p14:creationId xmlns:p14="http://schemas.microsoft.com/office/powerpoint/2010/main" val="10732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2A607C82-9E8F-71DF-EC1C-6BB3FBCF82DF}"/>
              </a:ext>
            </a:extLst>
          </p:cNvPr>
          <p:cNvGrpSpPr/>
          <p:nvPr/>
        </p:nvGrpSpPr>
        <p:grpSpPr>
          <a:xfrm>
            <a:off x="1741577" y="4102018"/>
            <a:ext cx="5620278" cy="457200"/>
            <a:chOff x="661584" y="5181600"/>
            <a:chExt cx="5620278" cy="457200"/>
          </a:xfrm>
        </p:grpSpPr>
        <p:cxnSp>
          <p:nvCxnSpPr>
            <p:cNvPr id="38" name="Straight Arrow Connector 37"/>
            <p:cNvCxnSpPr>
              <a:cxnSpLocks/>
            </p:cNvCxnSpPr>
            <p:nvPr/>
          </p:nvCxnSpPr>
          <p:spPr>
            <a:xfrm flipH="1">
              <a:off x="661584" y="5181600"/>
              <a:ext cx="5620278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2575187" y="5269468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Go-Back-N: Timeout (Sender)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680304" y="2195331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Rectangle 5"/>
          <p:cNvSpPr/>
          <p:nvPr/>
        </p:nvSpPr>
        <p:spPr>
          <a:xfrm>
            <a:off x="4056606" y="2195331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Rectangle 6"/>
          <p:cNvSpPr/>
          <p:nvPr/>
        </p:nvSpPr>
        <p:spPr>
          <a:xfrm>
            <a:off x="4432908" y="2195331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4809210" y="2195331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5204304" y="2191715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1780002" y="2191715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156304" y="2191715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2532606" y="2191715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2908908" y="2191715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3304002" y="2188099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5589740" y="2188099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5966042" y="2188099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6342344" y="2188099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 17"/>
          <p:cNvSpPr/>
          <p:nvPr/>
        </p:nvSpPr>
        <p:spPr>
          <a:xfrm>
            <a:off x="6718646" y="2188099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Rectangle 18"/>
          <p:cNvSpPr/>
          <p:nvPr/>
        </p:nvSpPr>
        <p:spPr>
          <a:xfrm>
            <a:off x="7113740" y="2184483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33" name="Group 32"/>
          <p:cNvGrpSpPr/>
          <p:nvPr/>
        </p:nvGrpSpPr>
        <p:grpSpPr>
          <a:xfrm>
            <a:off x="2819400" y="1433703"/>
            <a:ext cx="3218405" cy="2297497"/>
            <a:chOff x="1798416" y="2034235"/>
            <a:chExt cx="3218405" cy="2297497"/>
          </a:xfrm>
        </p:grpSpPr>
        <p:sp>
          <p:nvSpPr>
            <p:cNvPr id="20" name="Right Brace 19"/>
            <p:cNvSpPr/>
            <p:nvPr/>
          </p:nvSpPr>
          <p:spPr>
            <a:xfrm rot="5400000">
              <a:off x="3377217" y="2207438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60050" y="3962400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30" name="Rectangular Callout 29"/>
            <p:cNvSpPr/>
            <p:nvPr/>
          </p:nvSpPr>
          <p:spPr>
            <a:xfrm>
              <a:off x="1798416" y="2034235"/>
              <a:ext cx="860904" cy="425215"/>
            </a:xfrm>
            <a:prstGeom prst="wedgeRectCallout">
              <a:avLst>
                <a:gd name="adj1" fmla="val 18621"/>
                <a:gd name="adj2" fmla="val 10614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ln w="0"/>
                  <a:solidFill>
                    <a:schemeClr val="tx1"/>
                  </a:solidFill>
                </a:rPr>
                <a:t>base</a:t>
              </a:r>
              <a:endParaRPr lang="en-NZ" dirty="0"/>
            </a:p>
          </p:txBody>
        </p:sp>
      </p:grpSp>
      <p:sp>
        <p:nvSpPr>
          <p:cNvPr id="31" name="Rectangular Callout 30"/>
          <p:cNvSpPr/>
          <p:nvPr/>
        </p:nvSpPr>
        <p:spPr>
          <a:xfrm>
            <a:off x="4990440" y="1424470"/>
            <a:ext cx="1466330" cy="434449"/>
          </a:xfrm>
          <a:prstGeom prst="wedgeRectCallout">
            <a:avLst>
              <a:gd name="adj1" fmla="val -27097"/>
              <a:gd name="adj2" fmla="val 1065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nextseqnum</a:t>
            </a:r>
            <a:endParaRPr lang="en-NZ" dirty="0"/>
          </a:p>
        </p:txBody>
      </p:sp>
      <p:grpSp>
        <p:nvGrpSpPr>
          <p:cNvPr id="32" name="Group 31"/>
          <p:cNvGrpSpPr/>
          <p:nvPr/>
        </p:nvGrpSpPr>
        <p:grpSpPr>
          <a:xfrm>
            <a:off x="257629" y="2055562"/>
            <a:ext cx="4881173" cy="1895413"/>
            <a:chOff x="-763355" y="2656094"/>
            <a:chExt cx="4881173" cy="1895413"/>
          </a:xfrm>
        </p:grpSpPr>
        <p:sp>
          <p:nvSpPr>
            <p:cNvPr id="36" name="Rectangle 35"/>
            <p:cNvSpPr/>
            <p:nvPr/>
          </p:nvSpPr>
          <p:spPr>
            <a:xfrm>
              <a:off x="2191029" y="2656094"/>
              <a:ext cx="1926789" cy="56369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7" name="Oval Callout 36"/>
            <p:cNvSpPr/>
            <p:nvPr/>
          </p:nvSpPr>
          <p:spPr>
            <a:xfrm>
              <a:off x="-763355" y="3516663"/>
              <a:ext cx="3397551" cy="1034844"/>
            </a:xfrm>
            <a:prstGeom prst="wedgeEllipseCallout">
              <a:avLst>
                <a:gd name="adj1" fmla="val 29371"/>
                <a:gd name="adj2" fmla="val -6671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ln w="0"/>
                  <a:solidFill>
                    <a:schemeClr val="tx1"/>
                  </a:solidFill>
                </a:rPr>
                <a:t>When there is a timeout: resend all not yet </a:t>
              </a:r>
              <a:r>
                <a:rPr lang="en-NZ" dirty="0" err="1">
                  <a:ln w="0"/>
                  <a:solidFill>
                    <a:schemeClr val="tx1"/>
                  </a:solidFill>
                </a:rPr>
                <a:t>ACK’d</a:t>
              </a:r>
              <a:r>
                <a:rPr lang="en-NZ" dirty="0">
                  <a:ln w="0"/>
                  <a:solidFill>
                    <a:schemeClr val="tx1"/>
                  </a:solidFill>
                </a:rPr>
                <a:t> </a:t>
              </a:r>
              <a:r>
                <a:rPr lang="en-NZ" dirty="0" err="1">
                  <a:ln w="0"/>
                  <a:solidFill>
                    <a:schemeClr val="tx1"/>
                  </a:solidFill>
                </a:rPr>
                <a:t>pkts</a:t>
              </a:r>
              <a:r>
                <a:rPr lang="en-NZ" dirty="0">
                  <a:ln w="0"/>
                  <a:solidFill>
                    <a:schemeClr val="tx1"/>
                  </a:solidFill>
                </a:rPr>
                <a:t>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144EB80-5776-0049-35BC-C67775389CAE}"/>
              </a:ext>
            </a:extLst>
          </p:cNvPr>
          <p:cNvGrpSpPr/>
          <p:nvPr/>
        </p:nvGrpSpPr>
        <p:grpSpPr>
          <a:xfrm>
            <a:off x="962177" y="5007860"/>
            <a:ext cx="7549371" cy="1316740"/>
            <a:chOff x="962177" y="4855460"/>
            <a:chExt cx="7549371" cy="131674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E822137-EB78-7422-72C3-6CA2E3B60B4D}"/>
                </a:ext>
              </a:extLst>
            </p:cNvPr>
            <p:cNvSpPr/>
            <p:nvPr/>
          </p:nvSpPr>
          <p:spPr>
            <a:xfrm>
              <a:off x="962177" y="4855460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E9C1C2F-8239-86E7-EF26-4E8CC8084602}"/>
                </a:ext>
              </a:extLst>
            </p:cNvPr>
            <p:cNvSpPr txBox="1"/>
            <p:nvPr/>
          </p:nvSpPr>
          <p:spPr>
            <a:xfrm>
              <a:off x="1136665" y="4855460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1E87442-89D9-A113-475C-05C61F0CD8CF}"/>
                </a:ext>
              </a:extLst>
            </p:cNvPr>
            <p:cNvSpPr/>
            <p:nvPr/>
          </p:nvSpPr>
          <p:spPr>
            <a:xfrm>
              <a:off x="975005" y="5802868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91BDCAF-C6E5-EA8A-83CF-D8011D28FEBC}"/>
                </a:ext>
              </a:extLst>
            </p:cNvPr>
            <p:cNvSpPr txBox="1"/>
            <p:nvPr/>
          </p:nvSpPr>
          <p:spPr>
            <a:xfrm>
              <a:off x="1136665" y="5802868"/>
              <a:ext cx="2749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Sent </a:t>
              </a:r>
              <a:r>
                <a:rPr lang="en-NZ" dirty="0" err="1"/>
                <a:t>seq</a:t>
              </a:r>
              <a:r>
                <a:rPr lang="en-NZ" dirty="0"/>
                <a:t>#, not yet </a:t>
              </a:r>
              <a:r>
                <a:rPr lang="en-NZ" dirty="0" err="1"/>
                <a:t>ACK’d</a:t>
              </a:r>
              <a:endParaRPr lang="en-NZ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003DFA4-11A1-DFD8-7FE8-5B44C1401928}"/>
                </a:ext>
              </a:extLst>
            </p:cNvPr>
            <p:cNvSpPr/>
            <p:nvPr/>
          </p:nvSpPr>
          <p:spPr>
            <a:xfrm>
              <a:off x="5486400" y="4855460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79C7B07-B3C9-B9B9-33E5-12F3EFC0EF04}"/>
                </a:ext>
              </a:extLst>
            </p:cNvPr>
            <p:cNvSpPr txBox="1"/>
            <p:nvPr/>
          </p:nvSpPr>
          <p:spPr>
            <a:xfrm>
              <a:off x="5723605" y="4855460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Usable </a:t>
              </a:r>
              <a:r>
                <a:rPr lang="en-NZ" dirty="0" err="1"/>
                <a:t>seq</a:t>
              </a:r>
              <a:r>
                <a:rPr lang="en-NZ" dirty="0"/>
                <a:t>#, not yet sent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F39E377-6E6B-4F8E-7CDA-7E857F73603B}"/>
                </a:ext>
              </a:extLst>
            </p:cNvPr>
            <p:cNvSpPr/>
            <p:nvPr/>
          </p:nvSpPr>
          <p:spPr>
            <a:xfrm>
              <a:off x="5522145" y="5802868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E64C62C-1A39-C629-C16A-98FA0ED21427}"/>
                </a:ext>
              </a:extLst>
            </p:cNvPr>
            <p:cNvSpPr txBox="1"/>
            <p:nvPr/>
          </p:nvSpPr>
          <p:spPr>
            <a:xfrm>
              <a:off x="5804508" y="5802868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732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dirty="0"/>
              <a:t>Go-Back-N: Rules for the Receiver 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grpSp>
        <p:nvGrpSpPr>
          <p:cNvPr id="45" name="Group 44"/>
          <p:cNvGrpSpPr/>
          <p:nvPr/>
        </p:nvGrpSpPr>
        <p:grpSpPr>
          <a:xfrm>
            <a:off x="945017" y="1143000"/>
            <a:ext cx="7342455" cy="609600"/>
            <a:chOff x="945017" y="1295400"/>
            <a:chExt cx="7342455" cy="609600"/>
          </a:xfrm>
        </p:grpSpPr>
        <p:sp>
          <p:nvSpPr>
            <p:cNvPr id="5" name="Rectangle 4"/>
            <p:cNvSpPr/>
            <p:nvPr/>
          </p:nvSpPr>
          <p:spPr>
            <a:xfrm>
              <a:off x="7068272" y="12954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020272" y="1295400"/>
              <a:ext cx="609600" cy="6096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629872" y="12954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239472" y="12954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849072" y="12954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58672" y="12954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677872" y="12954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2^k -1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45017" y="1415534"/>
              <a:ext cx="2924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Initially, expecting packet 0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218859" y="1905000"/>
            <a:ext cx="8068613" cy="1200329"/>
            <a:chOff x="218859" y="2161906"/>
            <a:chExt cx="8068613" cy="1200329"/>
          </a:xfrm>
        </p:grpSpPr>
        <p:sp>
          <p:nvSpPr>
            <p:cNvPr id="14" name="TextBox 13"/>
            <p:cNvSpPr txBox="1"/>
            <p:nvPr/>
          </p:nvSpPr>
          <p:spPr>
            <a:xfrm>
              <a:off x="218859" y="2161906"/>
              <a:ext cx="38395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When packet 0 arrives uncorrupted:</a:t>
              </a:r>
            </a:p>
            <a:p>
              <a:r>
                <a:rPr lang="en-NZ" dirty="0"/>
                <a:t>Deliver data to above; </a:t>
              </a:r>
            </a:p>
            <a:p>
              <a:r>
                <a:rPr lang="en-NZ" dirty="0"/>
                <a:t>Send ACK 0;</a:t>
              </a:r>
            </a:p>
            <a:p>
              <a:r>
                <a:rPr lang="en-NZ" dirty="0"/>
                <a:t>Now expecting packet 1.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77872" y="25146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020272" y="2514600"/>
              <a:ext cx="609600" cy="6096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629872" y="25146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39472" y="25146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849072" y="25146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458672" y="25146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068272" y="2514600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2^k -1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31559" y="3200400"/>
            <a:ext cx="8055913" cy="1754326"/>
            <a:chOff x="231559" y="3557657"/>
            <a:chExt cx="8055913" cy="1754326"/>
          </a:xfrm>
        </p:grpSpPr>
        <p:sp>
          <p:nvSpPr>
            <p:cNvPr id="22" name="TextBox 21"/>
            <p:cNvSpPr txBox="1"/>
            <p:nvPr/>
          </p:nvSpPr>
          <p:spPr>
            <a:xfrm>
              <a:off x="231559" y="3557657"/>
              <a:ext cx="368896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Then packet 2 (</a:t>
              </a:r>
              <a:r>
                <a:rPr lang="en-NZ" i="1" dirty="0"/>
                <a:t>out-of-order</a:t>
              </a:r>
              <a:r>
                <a:rPr lang="en-NZ" dirty="0"/>
                <a:t>)</a:t>
              </a:r>
            </a:p>
            <a:p>
              <a:r>
                <a:rPr lang="en-NZ" dirty="0"/>
                <a:t>arrives uncorrupted or a corrupted packet arrives:</a:t>
              </a:r>
            </a:p>
            <a:p>
              <a:r>
                <a:rPr lang="en-NZ" i="1" dirty="0"/>
                <a:t>Discard it; </a:t>
              </a:r>
            </a:p>
            <a:p>
              <a:r>
                <a:rPr lang="en-NZ" i="1" dirty="0"/>
                <a:t>Still</a:t>
              </a:r>
              <a:r>
                <a:rPr lang="en-NZ" dirty="0"/>
                <a:t> send ACK 0;</a:t>
              </a:r>
            </a:p>
            <a:p>
              <a:r>
                <a:rPr lang="en-NZ" i="1" dirty="0"/>
                <a:t>Still</a:t>
              </a:r>
              <a:r>
                <a:rPr lang="en-NZ" dirty="0"/>
                <a:t> expecting packet 1.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677872" y="3876405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020272" y="3876405"/>
              <a:ext cx="609600" cy="6096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629872" y="3876405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239472" y="3876405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849072" y="3876405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458672" y="3876405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068272" y="3876405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2^k -1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231559" y="5181600"/>
            <a:ext cx="8085716" cy="1200329"/>
            <a:chOff x="191365" y="5124271"/>
            <a:chExt cx="8085716" cy="1200329"/>
          </a:xfrm>
        </p:grpSpPr>
        <p:sp>
          <p:nvSpPr>
            <p:cNvPr id="37" name="TextBox 36"/>
            <p:cNvSpPr txBox="1"/>
            <p:nvPr/>
          </p:nvSpPr>
          <p:spPr>
            <a:xfrm>
              <a:off x="191365" y="5124271"/>
              <a:ext cx="376256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Then packet 1 arrives uncorrupted:</a:t>
              </a:r>
            </a:p>
            <a:p>
              <a:r>
                <a:rPr lang="en-NZ" dirty="0"/>
                <a:t>Deliver data to above; </a:t>
              </a:r>
            </a:p>
            <a:p>
              <a:r>
                <a:rPr lang="en-NZ" dirty="0"/>
                <a:t>Send ACK 1;</a:t>
              </a:r>
            </a:p>
            <a:p>
              <a:r>
                <a:rPr lang="en-NZ" dirty="0"/>
                <a:t>Now expecting packet 2.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057881" y="5419636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009881" y="5422547"/>
              <a:ext cx="609600" cy="6096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4619481" y="5422547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229081" y="5422547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838681" y="5422547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667481" y="5419636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448281" y="5419636"/>
              <a:ext cx="6096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>
                  <a:solidFill>
                    <a:schemeClr val="tx1"/>
                  </a:solidFill>
                </a:rPr>
                <a:t>2^k -1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9" name="Oval Callout 48"/>
          <p:cNvSpPr/>
          <p:nvPr/>
        </p:nvSpPr>
        <p:spPr>
          <a:xfrm>
            <a:off x="3124200" y="6235316"/>
            <a:ext cx="5381481" cy="527070"/>
          </a:xfrm>
          <a:prstGeom prst="wedgeEllipseCallout">
            <a:avLst>
              <a:gd name="adj1" fmla="val -21423"/>
              <a:gd name="adj2" fmla="val -756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The receiver only needs to keep track of the </a:t>
            </a:r>
            <a:r>
              <a:rPr lang="en-NZ" dirty="0" err="1">
                <a:ln w="0"/>
                <a:solidFill>
                  <a:schemeClr val="tx1"/>
                </a:solidFill>
              </a:rPr>
              <a:t>expectedseqnum</a:t>
            </a:r>
            <a:r>
              <a:rPr lang="en-NZ" dirty="0">
                <a:ln w="0"/>
                <a:solidFill>
                  <a:schemeClr val="tx1"/>
                </a:solidFill>
              </a:rPr>
              <a:t>.</a:t>
            </a:r>
            <a:endParaRPr lang="en-NZ" dirty="0"/>
          </a:p>
        </p:txBody>
      </p:sp>
      <p:sp>
        <p:nvSpPr>
          <p:cNvPr id="50" name="Oval Callout 49"/>
          <p:cNvSpPr/>
          <p:nvPr/>
        </p:nvSpPr>
        <p:spPr>
          <a:xfrm>
            <a:off x="3048000" y="4191000"/>
            <a:ext cx="5791200" cy="1115539"/>
          </a:xfrm>
          <a:prstGeom prst="wedgeEllipseCallout">
            <a:avLst>
              <a:gd name="adj1" fmla="val -43442"/>
              <a:gd name="adj2" fmla="val -5294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The receiver could have buffered </a:t>
            </a:r>
            <a:r>
              <a:rPr lang="en-NZ" dirty="0" err="1">
                <a:ln w="0"/>
                <a:solidFill>
                  <a:schemeClr val="tx1"/>
                </a:solidFill>
              </a:rPr>
              <a:t>pkt</a:t>
            </a:r>
            <a:r>
              <a:rPr lang="en-NZ" dirty="0">
                <a:ln w="0"/>
                <a:solidFill>
                  <a:schemeClr val="tx1"/>
                </a:solidFill>
              </a:rPr>
              <a:t> 2 for later delivery; but if </a:t>
            </a:r>
            <a:r>
              <a:rPr lang="en-NZ" dirty="0" err="1">
                <a:ln w="0"/>
                <a:solidFill>
                  <a:schemeClr val="tx1"/>
                </a:solidFill>
              </a:rPr>
              <a:t>pkt</a:t>
            </a:r>
            <a:r>
              <a:rPr lang="en-NZ" dirty="0">
                <a:ln w="0"/>
                <a:solidFill>
                  <a:schemeClr val="tx1"/>
                </a:solidFill>
              </a:rPr>
              <a:t> 1 is lost, </a:t>
            </a:r>
            <a:r>
              <a:rPr lang="en-NZ" dirty="0" err="1">
                <a:ln w="0"/>
                <a:solidFill>
                  <a:schemeClr val="tx1"/>
                </a:solidFill>
              </a:rPr>
              <a:t>pkts</a:t>
            </a:r>
            <a:r>
              <a:rPr lang="en-NZ" dirty="0">
                <a:ln w="0"/>
                <a:solidFill>
                  <a:schemeClr val="tx1"/>
                </a:solidFill>
              </a:rPr>
              <a:t> 1 &amp; 2 will be retransmitted later. For simplicity!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43398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D0A9-C971-DDD3-6DFE-5D4CFE3C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70056"/>
            <a:ext cx="8831263" cy="723900"/>
          </a:xfrm>
        </p:spPr>
        <p:txBody>
          <a:bodyPr/>
          <a:lstStyle/>
          <a:p>
            <a:r>
              <a:rPr lang="en-NZ" dirty="0"/>
              <a:t>Go-Back-N: Extended FSM​ Descriptions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E7688E8-1AE4-E243-E77F-D0A1A4656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81200"/>
            <a:ext cx="7620000" cy="31242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NZ" dirty="0"/>
              <a:t>Extended FSM of the sender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NZ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NZ" dirty="0"/>
              <a:t>Extended FSM of the receiver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9D220-EA6A-FC7D-5D89-41DFA86C8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819EEB-ED76-3087-7CF6-679C841ABA6B}"/>
              </a:ext>
            </a:extLst>
          </p:cNvPr>
          <p:cNvSpPr txBox="1"/>
          <p:nvPr/>
        </p:nvSpPr>
        <p:spPr>
          <a:xfrm>
            <a:off x="1980576" y="6238289"/>
            <a:ext cx="5182848" cy="44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/>
              <a:t>Source: James F. Kurose &amp; Keith W. Ross, Computer networking: a top-down approach featuring the Internet, 3</a:t>
            </a:r>
            <a:r>
              <a:rPr lang="en-GB" sz="1100" baseline="30000" dirty="0"/>
              <a:t>rd</a:t>
            </a:r>
            <a:r>
              <a:rPr lang="en-GB" sz="1100" dirty="0"/>
              <a:t> edition, 2005, Figure 3.20 &amp; 3.21.</a:t>
            </a:r>
          </a:p>
        </p:txBody>
      </p:sp>
    </p:spTree>
    <p:extLst>
      <p:ext uri="{BB962C8B-B14F-4D97-AF65-F5344CB8AC3E}">
        <p14:creationId xmlns:p14="http://schemas.microsoft.com/office/powerpoint/2010/main" val="21685134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Go-Back-N: Extended FSM​ of Sender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3619501" y="3743325"/>
            <a:ext cx="800100" cy="657225"/>
            <a:chOff x="1992" y="2515"/>
            <a:chExt cx="504" cy="414"/>
          </a:xfrm>
        </p:grpSpPr>
        <p:sp>
          <p:nvSpPr>
            <p:cNvPr id="6" name="Oval 4"/>
            <p:cNvSpPr>
              <a:spLocks noChangeArrowheads="1"/>
            </p:cNvSpPr>
            <p:nvPr/>
          </p:nvSpPr>
          <p:spPr bwMode="auto">
            <a:xfrm>
              <a:off x="2004" y="2515"/>
              <a:ext cx="420" cy="41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NZ"/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1992" y="2611"/>
              <a:ext cx="504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en-US" dirty="0">
                  <a:latin typeface="Arial" panose="020B0604020202020204" pitchFamily="34" charset="0"/>
                </a:rPr>
                <a:t>Wait</a:t>
              </a:r>
              <a:endParaRPr lang="en-US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2028825" y="2830513"/>
            <a:ext cx="1624013" cy="1069975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4751387" y="3810000"/>
            <a:ext cx="4178733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1400" dirty="0">
                <a:latin typeface="Arial" panose="020B0604020202020204" pitchFamily="34" charset="0"/>
              </a:rPr>
              <a:t>(re)</a:t>
            </a:r>
            <a:r>
              <a:rPr lang="en-US" altLang="en-US" sz="1400" dirty="0" err="1">
                <a:latin typeface="Arial" panose="020B0604020202020204" pitchFamily="34" charset="0"/>
              </a:rPr>
              <a:t>start_timer</a:t>
            </a:r>
            <a:endParaRPr lang="en-US" altLang="en-US" sz="1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algn="l"/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/*Resend all previously sent </a:t>
            </a:r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unACK’ed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packets*/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udt_send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sndpkt</a:t>
            </a:r>
            <a:r>
              <a:rPr lang="en-US" altLang="en-US" sz="1400" dirty="0">
                <a:latin typeface="Arial" panose="020B0604020202020204" pitchFamily="34" charset="0"/>
              </a:rPr>
              <a:t>[base])</a:t>
            </a:r>
          </a:p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udt_send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sndpkt</a:t>
            </a:r>
            <a:r>
              <a:rPr lang="en-US" altLang="en-US" sz="1400" dirty="0">
                <a:latin typeface="Arial" panose="020B0604020202020204" pitchFamily="34" charset="0"/>
              </a:rPr>
              <a:t>[base+1])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…</a:t>
            </a:r>
          </a:p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udt_send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sndpkt</a:t>
            </a:r>
            <a:r>
              <a:rPr lang="en-US" altLang="en-US" sz="1400" dirty="0">
                <a:latin typeface="Arial" panose="020B0604020202020204" pitchFamily="34" charset="0"/>
              </a:rPr>
              <a:t>[nextseqnum-1])</a:t>
            </a:r>
          </a:p>
          <a:p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773613" y="3575050"/>
            <a:ext cx="11001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timeout</a:t>
            </a:r>
            <a:endParaRPr lang="en-US" altLang="en-US" sz="14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4857750" y="3851275"/>
            <a:ext cx="1619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>
            <a:off x="4360863" y="3498850"/>
            <a:ext cx="393700" cy="1152525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971800" y="914400"/>
            <a:ext cx="2333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rdt_send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(data)</a:t>
            </a:r>
            <a:r>
              <a:rPr lang="en-US" altLang="en-US" sz="10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3079750" y="1233488"/>
            <a:ext cx="19145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2971800" y="1303610"/>
            <a:ext cx="60198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if (</a:t>
            </a:r>
            <a:r>
              <a:rPr lang="en-US" altLang="en-US" sz="1400" dirty="0" err="1">
                <a:latin typeface="Arial" panose="020B0604020202020204" pitchFamily="34" charset="0"/>
              </a:rPr>
              <a:t>nextseqnum</a:t>
            </a:r>
            <a:r>
              <a:rPr lang="en-US" altLang="en-US" sz="1400" dirty="0">
                <a:latin typeface="Arial" panose="020B0604020202020204" pitchFamily="34" charset="0"/>
              </a:rPr>
              <a:t> &lt; </a:t>
            </a:r>
            <a:r>
              <a:rPr lang="en-US" altLang="en-US" sz="1400" dirty="0" err="1">
                <a:latin typeface="Arial" panose="020B0604020202020204" pitchFamily="34" charset="0"/>
              </a:rPr>
              <a:t>base+N</a:t>
            </a:r>
            <a:r>
              <a:rPr lang="en-US" altLang="en-US" sz="1400" dirty="0">
                <a:latin typeface="Arial" panose="020B0604020202020204" pitchFamily="34" charset="0"/>
              </a:rPr>
              <a:t>) {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/*If we are allowed to send packets*/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  </a:t>
            </a:r>
            <a:r>
              <a:rPr lang="en-US" altLang="en-US" sz="1400" dirty="0" err="1">
                <a:latin typeface="Arial" panose="020B0604020202020204" pitchFamily="34" charset="0"/>
              </a:rPr>
              <a:t>sndpkt</a:t>
            </a:r>
            <a:r>
              <a:rPr lang="en-US" altLang="en-US" sz="1400" dirty="0">
                <a:latin typeface="Arial" panose="020B0604020202020204" pitchFamily="34" charset="0"/>
              </a:rPr>
              <a:t>[</a:t>
            </a:r>
            <a:r>
              <a:rPr lang="en-US" altLang="en-US" sz="1400" dirty="0" err="1">
                <a:latin typeface="Arial" panose="020B0604020202020204" pitchFamily="34" charset="0"/>
              </a:rPr>
              <a:t>nextseqnum</a:t>
            </a:r>
            <a:r>
              <a:rPr lang="en-US" altLang="en-US" sz="1400" dirty="0">
                <a:latin typeface="Arial" panose="020B0604020202020204" pitchFamily="34" charset="0"/>
              </a:rPr>
              <a:t>] = </a:t>
            </a:r>
            <a:r>
              <a:rPr lang="en-US" altLang="en-US" sz="1400" dirty="0" err="1">
                <a:latin typeface="Arial" panose="020B0604020202020204" pitchFamily="34" charset="0"/>
              </a:rPr>
              <a:t>make_pkt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nextseqnum,data,chksum</a:t>
            </a:r>
            <a:r>
              <a:rPr lang="en-US" altLang="en-US" sz="1400" dirty="0">
                <a:latin typeface="Arial" panose="020B0604020202020204" pitchFamily="34" charset="0"/>
              </a:rPr>
              <a:t>)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  </a:t>
            </a:r>
            <a:r>
              <a:rPr lang="en-US" altLang="en-US" sz="1400" dirty="0" err="1">
                <a:latin typeface="Arial" panose="020B0604020202020204" pitchFamily="34" charset="0"/>
              </a:rPr>
              <a:t>udt_send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sndpkt</a:t>
            </a:r>
            <a:r>
              <a:rPr lang="en-US" altLang="en-US" sz="1400" dirty="0">
                <a:latin typeface="Arial" panose="020B0604020202020204" pitchFamily="34" charset="0"/>
              </a:rPr>
              <a:t>[</a:t>
            </a:r>
            <a:r>
              <a:rPr lang="en-US" altLang="en-US" sz="1400" dirty="0" err="1">
                <a:latin typeface="Arial" panose="020B0604020202020204" pitchFamily="34" charset="0"/>
              </a:rPr>
              <a:t>nextseqnum</a:t>
            </a:r>
            <a:r>
              <a:rPr lang="en-US" altLang="en-US" sz="1400" dirty="0">
                <a:latin typeface="Arial" panose="020B0604020202020204" pitchFamily="34" charset="0"/>
              </a:rPr>
              <a:t>])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  if (base == </a:t>
            </a:r>
            <a:r>
              <a:rPr lang="en-US" altLang="en-US" sz="1400" dirty="0" err="1">
                <a:latin typeface="Arial" panose="020B0604020202020204" pitchFamily="34" charset="0"/>
              </a:rPr>
              <a:t>nextseqnum</a:t>
            </a:r>
            <a:r>
              <a:rPr lang="en-US" altLang="en-US" sz="1400" dirty="0">
                <a:latin typeface="Arial" panose="020B0604020202020204" pitchFamily="34" charset="0"/>
              </a:rPr>
              <a:t>)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/*If there are no previous packets in flight*/</a:t>
            </a:r>
          </a:p>
          <a:p>
            <a:r>
              <a:rPr lang="en-US" altLang="en-US" sz="1400" dirty="0">
                <a:latin typeface="Arial" panose="020B0604020202020204" pitchFamily="34" charset="0"/>
              </a:rPr>
              <a:t>       </a:t>
            </a:r>
            <a:r>
              <a:rPr lang="en-US" altLang="en-US" sz="1400" dirty="0" err="1">
                <a:latin typeface="Arial" panose="020B0604020202020204" pitchFamily="34" charset="0"/>
              </a:rPr>
              <a:t>start_timer</a:t>
            </a:r>
            <a:r>
              <a:rPr lang="en-US" altLang="en-US" sz="1400" dirty="0">
                <a:latin typeface="Arial" panose="020B0604020202020204" pitchFamily="34" charset="0"/>
              </a:rPr>
              <a:t>    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/*Start timer for the just-sent packet*/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  </a:t>
            </a:r>
            <a:r>
              <a:rPr lang="en-US" altLang="en-US" sz="1400" dirty="0" err="1">
                <a:latin typeface="Arial" panose="020B0604020202020204" pitchFamily="34" charset="0"/>
              </a:rPr>
              <a:t>nextseqnum</a:t>
            </a:r>
            <a:r>
              <a:rPr lang="en-US" altLang="en-US" sz="1400" dirty="0">
                <a:latin typeface="Arial" panose="020B0604020202020204" pitchFamily="34" charset="0"/>
              </a:rPr>
              <a:t>++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/*Move to the next smallest unused sequence#*/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  }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else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</a:t>
            </a:r>
            <a:r>
              <a:rPr lang="en-US" altLang="en-US" sz="1400" dirty="0" err="1">
                <a:latin typeface="Arial" panose="020B0604020202020204" pitchFamily="34" charset="0"/>
              </a:rPr>
              <a:t>refuse_data</a:t>
            </a:r>
            <a:r>
              <a:rPr lang="en-US" altLang="en-US" sz="1400" dirty="0">
                <a:latin typeface="Arial" panose="020B0604020202020204" pitchFamily="34" charset="0"/>
              </a:rPr>
              <a:t>(data)</a:t>
            </a:r>
          </a:p>
        </p:txBody>
      </p:sp>
      <p:sp>
        <p:nvSpPr>
          <p:cNvPr id="16" name="Freeform 14"/>
          <p:cNvSpPr>
            <a:spLocks/>
          </p:cNvSpPr>
          <p:nvPr/>
        </p:nvSpPr>
        <p:spPr bwMode="auto">
          <a:xfrm rot="5142103" flipH="1">
            <a:off x="3787776" y="2933700"/>
            <a:ext cx="393700" cy="1152525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2895600" y="5486400"/>
            <a:ext cx="6400800" cy="1242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base = </a:t>
            </a:r>
            <a:r>
              <a:rPr lang="en-US" altLang="en-US" sz="1400" dirty="0" err="1">
                <a:latin typeface="Arial" panose="020B0604020202020204" pitchFamily="34" charset="0"/>
              </a:rPr>
              <a:t>getacknum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rcvpkt</a:t>
            </a:r>
            <a:r>
              <a:rPr lang="en-US" altLang="en-US" sz="1400" dirty="0">
                <a:latin typeface="Arial" panose="020B0604020202020204" pitchFamily="34" charset="0"/>
              </a:rPr>
              <a:t>)+1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/*Slide the window to its right*/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If (base == </a:t>
            </a:r>
            <a:r>
              <a:rPr lang="en-US" altLang="en-US" sz="1400" dirty="0" err="1">
                <a:latin typeface="Arial" panose="020B0604020202020204" pitchFamily="34" charset="0"/>
              </a:rPr>
              <a:t>nextseqnum</a:t>
            </a:r>
            <a:r>
              <a:rPr lang="en-US" altLang="en-US" sz="1400" dirty="0">
                <a:latin typeface="Arial" panose="020B0604020202020204" pitchFamily="34" charset="0"/>
              </a:rPr>
              <a:t>)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/*If there are no packets in flight*/</a:t>
            </a:r>
            <a:endParaRPr lang="en-US" altLang="en-US" sz="1400" dirty="0">
              <a:latin typeface="Arial" panose="020B0604020202020204" pitchFamily="34" charset="0"/>
            </a:endParaRPr>
          </a:p>
          <a:p>
            <a:r>
              <a:rPr lang="en-US" altLang="en-US" sz="1400" dirty="0">
                <a:latin typeface="Arial" panose="020B0604020202020204" pitchFamily="34" charset="0"/>
              </a:rPr>
              <a:t>    </a:t>
            </a:r>
            <a:r>
              <a:rPr lang="en-US" altLang="en-US" sz="1400" dirty="0" err="1">
                <a:latin typeface="Arial" panose="020B0604020202020204" pitchFamily="34" charset="0"/>
              </a:rPr>
              <a:t>stop_timer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 Stop timer because there are not outstanding packet*/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else</a:t>
            </a:r>
          </a:p>
          <a:p>
            <a:r>
              <a:rPr lang="en-US" altLang="en-US" sz="1400" dirty="0">
                <a:latin typeface="Arial" panose="020B0604020202020204" pitchFamily="34" charset="0"/>
              </a:rPr>
              <a:t>    (re)</a:t>
            </a:r>
            <a:r>
              <a:rPr lang="en-US" altLang="en-US" sz="1400" dirty="0" err="1">
                <a:latin typeface="Arial" panose="020B0604020202020204" pitchFamily="34" charset="0"/>
              </a:rPr>
              <a:t>start_timer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/*Start timer for the oldest transmitted but not </a:t>
            </a:r>
            <a:r>
              <a:rPr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ACKed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packet*/</a:t>
            </a:r>
          </a:p>
          <a:p>
            <a:pPr algn="l"/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2895600" y="4953000"/>
            <a:ext cx="283368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rdt_rcv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rcvpkt</a:t>
            </a:r>
            <a:r>
              <a:rPr lang="en-US" altLang="en-US" sz="1400" dirty="0">
                <a:latin typeface="Arial" panose="020B0604020202020204" pitchFamily="34" charset="0"/>
              </a:rPr>
              <a:t>) &amp;&amp; 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 </a:t>
            </a:r>
            <a:r>
              <a:rPr lang="en-US" altLang="en-US" sz="1400" dirty="0" err="1">
                <a:latin typeface="Arial" panose="020B0604020202020204" pitchFamily="34" charset="0"/>
              </a:rPr>
              <a:t>notcorrupt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rcvpkt</a:t>
            </a:r>
            <a:r>
              <a:rPr lang="en-US" altLang="en-US" sz="1400" dirty="0">
                <a:latin typeface="Arial" panose="020B0604020202020204" pitchFamily="34" charset="0"/>
              </a:rPr>
              <a:t>) </a:t>
            </a:r>
          </a:p>
          <a:p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2971800" y="5486400"/>
            <a:ext cx="1619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0" name="Freeform 18"/>
          <p:cNvSpPr>
            <a:spLocks/>
          </p:cNvSpPr>
          <p:nvPr/>
        </p:nvSpPr>
        <p:spPr bwMode="auto">
          <a:xfrm>
            <a:off x="3505200" y="4446588"/>
            <a:ext cx="1054100" cy="674687"/>
          </a:xfrm>
          <a:custGeom>
            <a:avLst/>
            <a:gdLst>
              <a:gd name="T0" fmla="*/ 241 w 664"/>
              <a:gd name="T1" fmla="*/ 20 h 425"/>
              <a:gd name="T2" fmla="*/ 388 w 664"/>
              <a:gd name="T3" fmla="*/ 0 h 4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4" h="425">
                <a:moveTo>
                  <a:pt x="241" y="20"/>
                </a:moveTo>
                <a:cubicBezTo>
                  <a:pt x="0" y="393"/>
                  <a:pt x="664" y="425"/>
                  <a:pt x="388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1614488" y="3257550"/>
            <a:ext cx="8032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1600200" y="3227388"/>
            <a:ext cx="1373188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>
                <a:latin typeface="Arial" panose="020B0604020202020204" pitchFamily="34" charset="0"/>
              </a:rPr>
              <a:t>base=1</a:t>
            </a:r>
          </a:p>
          <a:p>
            <a:pPr algn="l"/>
            <a:r>
              <a:rPr lang="en-US" altLang="en-US" sz="1400" err="1">
                <a:latin typeface="Arial" panose="020B0604020202020204" pitchFamily="34" charset="0"/>
              </a:rPr>
              <a:t>nextseqnum</a:t>
            </a:r>
            <a:r>
              <a:rPr lang="en-US" altLang="en-US" sz="1400">
                <a:latin typeface="Arial" panose="020B0604020202020204" pitchFamily="34" charset="0"/>
              </a:rPr>
              <a:t>=1</a:t>
            </a:r>
          </a:p>
          <a:p>
            <a:pPr algn="l"/>
            <a:endParaRPr lang="en-US" altLang="en-US" sz="1400">
              <a:latin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1250950" y="4289425"/>
            <a:ext cx="20478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rdt_rcv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rcvpkt</a:t>
            </a:r>
            <a:r>
              <a:rPr lang="en-US" altLang="en-US" sz="1400" dirty="0">
                <a:latin typeface="Arial" panose="020B0604020202020204" pitchFamily="34" charset="0"/>
              </a:rPr>
              <a:t>) 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 &amp;&amp; corrupt(</a:t>
            </a:r>
            <a:r>
              <a:rPr lang="en-US" altLang="en-US" sz="1400" dirty="0" err="1">
                <a:latin typeface="Arial" panose="020B0604020202020204" pitchFamily="34" charset="0"/>
              </a:rPr>
              <a:t>rcvpkt</a:t>
            </a:r>
            <a:r>
              <a:rPr lang="en-US" altLang="en-US" sz="1400" dirty="0">
                <a:latin typeface="Arial" panose="020B0604020202020204" pitchFamily="34" charset="0"/>
              </a:rPr>
              <a:t>)</a:t>
            </a:r>
            <a:r>
              <a:rPr lang="en-US" altLang="en-US" sz="1000" dirty="0">
                <a:latin typeface="Arial" panose="020B0604020202020204" pitchFamily="34" charset="0"/>
              </a:rPr>
              <a:t> </a:t>
            </a:r>
          </a:p>
          <a:p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 flipV="1">
            <a:off x="1343025" y="4787900"/>
            <a:ext cx="15208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5" name="Freeform 23"/>
          <p:cNvSpPr>
            <a:spLocks/>
          </p:cNvSpPr>
          <p:nvPr/>
        </p:nvSpPr>
        <p:spPr bwMode="auto">
          <a:xfrm>
            <a:off x="2898775" y="4221163"/>
            <a:ext cx="695325" cy="638175"/>
          </a:xfrm>
          <a:custGeom>
            <a:avLst/>
            <a:gdLst>
              <a:gd name="T0" fmla="*/ 1005 w 1095"/>
              <a:gd name="T1" fmla="*/ 0 h 1005"/>
              <a:gd name="T2" fmla="*/ 1095 w 1095"/>
              <a:gd name="T3" fmla="*/ 165 h 100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95" h="1005">
                <a:moveTo>
                  <a:pt x="1005" y="0"/>
                </a:moveTo>
                <a:cubicBezTo>
                  <a:pt x="0" y="30"/>
                  <a:pt x="645" y="1005"/>
                  <a:pt x="1095" y="16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1530350" y="2927350"/>
            <a:ext cx="323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27" name="Text Box 25"/>
          <p:cNvSpPr txBox="1">
            <a:spLocks noChangeArrowheads="1"/>
          </p:cNvSpPr>
          <p:nvPr/>
        </p:nvSpPr>
        <p:spPr bwMode="auto">
          <a:xfrm>
            <a:off x="1828800" y="4800600"/>
            <a:ext cx="323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latin typeface="Symbol" panose="05050102010706020507" pitchFamily="18" charset="2"/>
              </a:rPr>
              <a:t>L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7459733" y="4420507"/>
            <a:ext cx="1259724" cy="695325"/>
            <a:chOff x="7607300" y="4602097"/>
            <a:chExt cx="1259724" cy="695325"/>
          </a:xfrm>
        </p:grpSpPr>
        <p:sp>
          <p:nvSpPr>
            <p:cNvPr id="29" name="Right Brace 28"/>
            <p:cNvSpPr/>
            <p:nvPr/>
          </p:nvSpPr>
          <p:spPr>
            <a:xfrm>
              <a:off x="7607300" y="4602097"/>
              <a:ext cx="165100" cy="695325"/>
            </a:xfrm>
            <a:prstGeom prst="rightBrac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823148" y="4751943"/>
              <a:ext cx="10438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i="1" dirty="0"/>
                <a:t>Go back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BD35331-EE5A-B5AE-642D-A8CC0ACF76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94"/>
          <a:stretch/>
        </p:blipFill>
        <p:spPr>
          <a:xfrm>
            <a:off x="80168" y="5213350"/>
            <a:ext cx="2341563" cy="155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26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Go-Back-N: Extended FSM​ of Receiver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18" name="Oval 4"/>
          <p:cNvSpPr>
            <a:spLocks noChangeArrowheads="1"/>
          </p:cNvSpPr>
          <p:nvPr/>
        </p:nvSpPr>
        <p:spPr bwMode="auto">
          <a:xfrm>
            <a:off x="3159125" y="2041525"/>
            <a:ext cx="666750" cy="6572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3162300" y="2209800"/>
            <a:ext cx="8001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Wait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>
            <a:off x="844550" y="1881188"/>
            <a:ext cx="2298700" cy="47466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2557463" y="1468438"/>
            <a:ext cx="161766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2553827" y="1129660"/>
            <a:ext cx="5251450" cy="563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default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/*Other cases other than receiving in-order packets*/</a:t>
            </a:r>
          </a:p>
          <a:p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>
            <a:off x="2613025" y="1447800"/>
            <a:ext cx="8159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4" name="Freeform 10"/>
          <p:cNvSpPr>
            <a:spLocks/>
          </p:cNvSpPr>
          <p:nvPr/>
        </p:nvSpPr>
        <p:spPr bwMode="auto">
          <a:xfrm>
            <a:off x="3832225" y="1784350"/>
            <a:ext cx="828675" cy="1152525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4563932" y="1804683"/>
            <a:ext cx="4665662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rdt_rcv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rcvpkt</a:t>
            </a:r>
            <a:r>
              <a:rPr lang="en-US" altLang="en-US" sz="1400" dirty="0">
                <a:latin typeface="Arial" panose="020B0604020202020204" pitchFamily="34" charset="0"/>
              </a:rPr>
              <a:t>) </a:t>
            </a:r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/*Receive in-order packets*/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&amp;&amp; </a:t>
            </a:r>
            <a:r>
              <a:rPr lang="en-US" altLang="en-US" sz="1400" dirty="0" err="1">
                <a:latin typeface="Arial" panose="020B0604020202020204" pitchFamily="34" charset="0"/>
              </a:rPr>
              <a:t>notcurrupt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rcvpkt</a:t>
            </a:r>
            <a:r>
              <a:rPr lang="en-US" altLang="en-US" sz="1400" dirty="0">
                <a:latin typeface="Arial" panose="020B0604020202020204" pitchFamily="34" charset="0"/>
              </a:rPr>
              <a:t>)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&amp;&amp; </a:t>
            </a:r>
            <a:r>
              <a:rPr lang="en-US" altLang="en-US" sz="1400" dirty="0" err="1">
                <a:latin typeface="Arial" panose="020B0604020202020204" pitchFamily="34" charset="0"/>
              </a:rPr>
              <a:t>hasseqnum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rcvpkt,expectedseqnum</a:t>
            </a:r>
            <a:r>
              <a:rPr lang="en-US" altLang="en-US" sz="1400" dirty="0">
                <a:latin typeface="Arial" panose="020B0604020202020204" pitchFamily="34" charset="0"/>
              </a:rPr>
              <a:t>) </a:t>
            </a:r>
          </a:p>
        </p:txBody>
      </p:sp>
      <p:sp>
        <p:nvSpPr>
          <p:cNvPr id="26" name="Line 12"/>
          <p:cNvSpPr>
            <a:spLocks noChangeShapeType="1"/>
          </p:cNvSpPr>
          <p:nvPr/>
        </p:nvSpPr>
        <p:spPr bwMode="auto">
          <a:xfrm>
            <a:off x="4633782" y="2509359"/>
            <a:ext cx="31750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7" name="Text Box 13"/>
          <p:cNvSpPr txBox="1">
            <a:spLocks noChangeArrowheads="1"/>
          </p:cNvSpPr>
          <p:nvPr/>
        </p:nvSpPr>
        <p:spPr bwMode="auto">
          <a:xfrm>
            <a:off x="4568694" y="2539695"/>
            <a:ext cx="4575306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extract(</a:t>
            </a:r>
            <a:r>
              <a:rPr lang="en-US" altLang="en-US" sz="1400" dirty="0" err="1">
                <a:latin typeface="Arial" panose="020B0604020202020204" pitchFamily="34" charset="0"/>
              </a:rPr>
              <a:t>rcvpkt,data</a:t>
            </a:r>
            <a:r>
              <a:rPr lang="en-US" altLang="en-US" sz="1400" dirty="0">
                <a:latin typeface="Arial" panose="020B0604020202020204" pitchFamily="34" charset="0"/>
              </a:rPr>
              <a:t>)</a:t>
            </a:r>
          </a:p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deliver_data</a:t>
            </a:r>
            <a:r>
              <a:rPr lang="en-US" altLang="en-US" sz="1400" dirty="0">
                <a:latin typeface="Arial" panose="020B0604020202020204" pitchFamily="34" charset="0"/>
              </a:rPr>
              <a:t>(data)</a:t>
            </a:r>
          </a:p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sndpkt</a:t>
            </a:r>
            <a:r>
              <a:rPr lang="en-US" altLang="en-US" sz="1400" dirty="0">
                <a:latin typeface="Arial" panose="020B0604020202020204" pitchFamily="34" charset="0"/>
              </a:rPr>
              <a:t> = </a:t>
            </a:r>
            <a:r>
              <a:rPr lang="en-US" altLang="en-US" sz="1400" dirty="0" err="1">
                <a:latin typeface="Arial" panose="020B0604020202020204" pitchFamily="34" charset="0"/>
              </a:rPr>
              <a:t>make_pkt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expectedseqnum,</a:t>
            </a:r>
            <a:r>
              <a:rPr lang="en-US" altLang="en-US" sz="1400" b="1" dirty="0" err="1">
                <a:latin typeface="Arial" panose="020B0604020202020204" pitchFamily="34" charset="0"/>
              </a:rPr>
              <a:t>ACK</a:t>
            </a:r>
            <a:r>
              <a:rPr lang="en-US" altLang="en-US" sz="1400" dirty="0" err="1">
                <a:latin typeface="Arial" panose="020B0604020202020204" pitchFamily="34" charset="0"/>
              </a:rPr>
              <a:t>,checksum</a:t>
            </a:r>
            <a:r>
              <a:rPr lang="en-US" altLang="en-US" sz="1400" dirty="0">
                <a:latin typeface="Arial" panose="020B0604020202020204" pitchFamily="34" charset="0"/>
              </a:rPr>
              <a:t>)</a:t>
            </a:r>
          </a:p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udt_send</a:t>
            </a:r>
            <a:r>
              <a:rPr lang="en-US" altLang="en-US" sz="1400" dirty="0">
                <a:latin typeface="Arial" panose="020B0604020202020204" pitchFamily="34" charset="0"/>
              </a:rPr>
              <a:t>(</a:t>
            </a:r>
            <a:r>
              <a:rPr lang="en-US" altLang="en-US" sz="1400" dirty="0" err="1">
                <a:latin typeface="Arial" panose="020B0604020202020204" pitchFamily="34" charset="0"/>
              </a:rPr>
              <a:t>sndpkt</a:t>
            </a:r>
            <a:r>
              <a:rPr lang="en-US" altLang="en-US" sz="1400" dirty="0">
                <a:latin typeface="Arial" panose="020B0604020202020204" pitchFamily="34" charset="0"/>
              </a:rPr>
              <a:t>)</a:t>
            </a:r>
          </a:p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expectedseqnum</a:t>
            </a:r>
            <a:r>
              <a:rPr lang="en-US" altLang="en-US" sz="1400" dirty="0">
                <a:latin typeface="Arial" panose="020B0604020202020204" pitchFamily="34" charset="0"/>
              </a:rPr>
              <a:t>++</a:t>
            </a:r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28" name="Freeform 14"/>
          <p:cNvSpPr>
            <a:spLocks/>
          </p:cNvSpPr>
          <p:nvPr/>
        </p:nvSpPr>
        <p:spPr bwMode="auto">
          <a:xfrm rot="5142103" flipH="1">
            <a:off x="3305176" y="1260475"/>
            <a:ext cx="393700" cy="1152525"/>
          </a:xfrm>
          <a:custGeom>
            <a:avLst/>
            <a:gdLst>
              <a:gd name="T0" fmla="*/ 39 w 619"/>
              <a:gd name="T1" fmla="*/ 1136 h 1815"/>
              <a:gd name="T2" fmla="*/ 0 w 619"/>
              <a:gd name="T3" fmla="*/ 773 h 18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9" name="Line 15"/>
          <p:cNvSpPr>
            <a:spLocks noChangeShapeType="1"/>
          </p:cNvSpPr>
          <p:nvPr/>
        </p:nvSpPr>
        <p:spPr bwMode="auto">
          <a:xfrm>
            <a:off x="784225" y="2293938"/>
            <a:ext cx="1238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30" name="Text Box 16"/>
          <p:cNvSpPr txBox="1">
            <a:spLocks noChangeArrowheads="1"/>
          </p:cNvSpPr>
          <p:nvPr/>
        </p:nvSpPr>
        <p:spPr bwMode="auto">
          <a:xfrm>
            <a:off x="693738" y="2314575"/>
            <a:ext cx="36417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expectedseqnum</a:t>
            </a:r>
            <a:r>
              <a:rPr lang="en-US" altLang="en-US" sz="1400" dirty="0">
                <a:latin typeface="Arial" panose="020B0604020202020204" pitchFamily="34" charset="0"/>
              </a:rPr>
              <a:t>=1</a:t>
            </a:r>
          </a:p>
          <a:p>
            <a:pPr algn="l"/>
            <a:r>
              <a:rPr lang="en-US" altLang="en-US" sz="1400" dirty="0" err="1">
                <a:latin typeface="Arial" panose="020B0604020202020204" pitchFamily="34" charset="0"/>
              </a:rPr>
              <a:t>sndpkt</a:t>
            </a:r>
            <a:r>
              <a:rPr lang="en-US" altLang="en-US" sz="1400" dirty="0">
                <a:latin typeface="Arial" panose="020B0604020202020204" pitchFamily="34" charset="0"/>
              </a:rPr>
              <a:t> =    </a:t>
            </a:r>
          </a:p>
          <a:p>
            <a:pPr algn="l"/>
            <a:r>
              <a:rPr lang="en-US" altLang="en-US" sz="1400" dirty="0">
                <a:latin typeface="Arial" panose="020B0604020202020204" pitchFamily="34" charset="0"/>
              </a:rPr>
              <a:t>  </a:t>
            </a:r>
            <a:r>
              <a:rPr lang="en-US" altLang="en-US" sz="1400" dirty="0" err="1">
                <a:latin typeface="Arial" panose="020B0604020202020204" pitchFamily="34" charset="0"/>
              </a:rPr>
              <a:t>make_pkt</a:t>
            </a:r>
            <a:r>
              <a:rPr lang="en-US" altLang="en-US" sz="1400" dirty="0">
                <a:latin typeface="Arial" panose="020B0604020202020204" pitchFamily="34" charset="0"/>
              </a:rPr>
              <a:t>(0,</a:t>
            </a:r>
            <a:r>
              <a:rPr lang="en-US" altLang="en-US" sz="1400" b="1" dirty="0">
                <a:latin typeface="Arial" panose="020B0604020202020204" pitchFamily="34" charset="0"/>
              </a:rPr>
              <a:t>ACK</a:t>
            </a:r>
            <a:r>
              <a:rPr lang="en-US" altLang="en-US" sz="1400" dirty="0">
                <a:latin typeface="Arial" panose="020B0604020202020204" pitchFamily="34" charset="0"/>
              </a:rPr>
              <a:t>,checksum)</a:t>
            </a:r>
          </a:p>
          <a:p>
            <a:pPr algn="l"/>
            <a:endParaRPr lang="en-US" altLang="en-US" sz="1400" dirty="0">
              <a:latin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1" name="Text Box 17"/>
          <p:cNvSpPr txBox="1">
            <a:spLocks noChangeArrowheads="1"/>
          </p:cNvSpPr>
          <p:nvPr/>
        </p:nvSpPr>
        <p:spPr bwMode="auto">
          <a:xfrm>
            <a:off x="730250" y="1990725"/>
            <a:ext cx="323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3978144" y="1489075"/>
            <a:ext cx="5251450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/*Send an ACK for the most recently received in-order packet*/</a:t>
            </a:r>
          </a:p>
        </p:txBody>
      </p:sp>
      <p:sp>
        <p:nvSpPr>
          <p:cNvPr id="5" name="Wave 4">
            <a:extLst>
              <a:ext uri="{FF2B5EF4-FFF2-40B4-BE49-F238E27FC236}">
                <a16:creationId xmlns:a16="http://schemas.microsoft.com/office/drawing/2014/main" id="{DF14B740-55C4-2696-80FC-95DE626F5617}"/>
              </a:ext>
            </a:extLst>
          </p:cNvPr>
          <p:cNvSpPr/>
          <p:nvPr/>
        </p:nvSpPr>
        <p:spPr>
          <a:xfrm>
            <a:off x="495300" y="3752704"/>
            <a:ext cx="8191500" cy="2876696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Receiver protocol: </a:t>
            </a:r>
          </a:p>
          <a:p>
            <a:r>
              <a:rPr lang="en-NZ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it receives an in-order packet; sends an ACK, delivers the packet, and expects the next in-order one;</a:t>
            </a:r>
          </a:p>
          <a:p>
            <a:r>
              <a:rPr lang="en-NZ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otherwise, it discards the received packet (out-of-order/corrupted); sends an ACK.</a:t>
            </a:r>
            <a:endParaRPr lang="en-NZ" sz="2400" dirty="0"/>
          </a:p>
        </p:txBody>
      </p:sp>
    </p:spTree>
    <p:extLst>
      <p:ext uri="{BB962C8B-B14F-4D97-AF65-F5344CB8AC3E}">
        <p14:creationId xmlns:p14="http://schemas.microsoft.com/office/powerpoint/2010/main" val="112716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Go-Back-N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F53F4CB-CDB6-94B1-B0F1-32B35DFA3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267273"/>
            <a:ext cx="3733455" cy="475297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0C3CD3A-983E-85AC-8FDC-BF1522C1CEF3}"/>
              </a:ext>
            </a:extLst>
          </p:cNvPr>
          <p:cNvSpPr txBox="1"/>
          <p:nvPr/>
        </p:nvSpPr>
        <p:spPr>
          <a:xfrm>
            <a:off x="933277" y="6330553"/>
            <a:ext cx="47625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/>
              <a:t>Source: James F. Kurose &amp; Keith W. Ross, Computer networking: a top-down approach featuring the Internet, 3</a:t>
            </a:r>
            <a:r>
              <a:rPr lang="en-GB" sz="1100" baseline="30000" dirty="0"/>
              <a:t>rd</a:t>
            </a:r>
            <a:r>
              <a:rPr lang="en-GB" sz="1100" dirty="0"/>
              <a:t> edition, 2005, Figure 3.22.</a:t>
            </a:r>
          </a:p>
        </p:txBody>
      </p:sp>
      <p:sp>
        <p:nvSpPr>
          <p:cNvPr id="55" name="Oval Callout 33"/>
          <p:cNvSpPr/>
          <p:nvPr/>
        </p:nvSpPr>
        <p:spPr>
          <a:xfrm>
            <a:off x="5250207" y="2516858"/>
            <a:ext cx="3733456" cy="2090793"/>
          </a:xfrm>
          <a:prstGeom prst="wedgeEllipseCallout">
            <a:avLst>
              <a:gd name="adj1" fmla="val -36117"/>
              <a:gd name="adj2" fmla="val 50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When there is a time-out caused by a single packet error, all unacknowledged packets will be </a:t>
            </a:r>
            <a:r>
              <a:rPr lang="en-NZ" i="1" dirty="0">
                <a:ln w="0"/>
                <a:solidFill>
                  <a:srgbClr val="FF0000"/>
                </a:solidFill>
              </a:rPr>
              <a:t>resent!</a:t>
            </a:r>
            <a:endParaRPr lang="en-NZ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70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Selective Repeat/Reject (SR)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receiver </a:t>
            </a:r>
            <a:r>
              <a:rPr lang="en-US" altLang="en-US" sz="2400" i="1" dirty="0"/>
              <a:t>individually</a:t>
            </a:r>
            <a:r>
              <a:rPr lang="en-US" altLang="en-US" sz="2400" dirty="0"/>
              <a:t> acknowledges all correctly received </a:t>
            </a:r>
            <a:r>
              <a:rPr lang="en-US" altLang="en-US" sz="2400" dirty="0" err="1"/>
              <a:t>pkts</a:t>
            </a:r>
            <a:endParaRPr lang="en-US" altLang="en-US" sz="2400" dirty="0"/>
          </a:p>
          <a:p>
            <a:pPr lvl="1"/>
            <a:r>
              <a:rPr lang="en-US" altLang="en-US" sz="2000" dirty="0"/>
              <a:t>buffers </a:t>
            </a:r>
            <a:r>
              <a:rPr lang="en-US" altLang="en-US" sz="2000" dirty="0" err="1"/>
              <a:t>pkts</a:t>
            </a:r>
            <a:r>
              <a:rPr lang="en-US" altLang="en-US" sz="2000" dirty="0"/>
              <a:t>, as needed, for eventual in-order delivery to upper layer</a:t>
            </a:r>
          </a:p>
          <a:p>
            <a:r>
              <a:rPr lang="en-US" altLang="en-US" sz="2400" dirty="0"/>
              <a:t>sender only resends </a:t>
            </a:r>
            <a:r>
              <a:rPr lang="en-US" altLang="en-US" sz="2400" dirty="0" err="1"/>
              <a:t>pkts</a:t>
            </a:r>
            <a:r>
              <a:rPr lang="en-US" altLang="en-US" sz="2400" dirty="0"/>
              <a:t> for which ACK not received</a:t>
            </a:r>
          </a:p>
          <a:p>
            <a:pPr lvl="1"/>
            <a:r>
              <a:rPr lang="en-US" altLang="en-US" sz="2000" dirty="0"/>
              <a:t>sender has timer for each </a:t>
            </a:r>
            <a:r>
              <a:rPr lang="en-US" altLang="en-US" sz="2000" dirty="0" err="1"/>
              <a:t>unACKed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pkt</a:t>
            </a:r>
            <a:endParaRPr lang="en-US" altLang="en-US" sz="2000" dirty="0"/>
          </a:p>
          <a:p>
            <a:r>
              <a:rPr lang="en-US" altLang="en-US" sz="2400" dirty="0"/>
              <a:t>sender window</a:t>
            </a:r>
          </a:p>
          <a:p>
            <a:pPr lvl="1"/>
            <a:r>
              <a:rPr lang="en-US" altLang="en-US" sz="2000" dirty="0"/>
              <a:t>N consecutive </a:t>
            </a:r>
            <a:r>
              <a:rPr lang="en-US" altLang="en-US" sz="2000" dirty="0" err="1"/>
              <a:t>seq</a:t>
            </a:r>
            <a:r>
              <a:rPr lang="en-US" altLang="en-US" sz="2000" dirty="0"/>
              <a:t> #’s</a:t>
            </a:r>
          </a:p>
          <a:p>
            <a:pPr lvl="1"/>
            <a:r>
              <a:rPr lang="en-US" altLang="en-US" sz="2000" dirty="0"/>
              <a:t>again limits seq #s of sent, </a:t>
            </a:r>
            <a:r>
              <a:rPr lang="en-US" altLang="en-US" sz="2000" dirty="0" err="1"/>
              <a:t>unACKed</a:t>
            </a:r>
            <a:r>
              <a:rPr lang="en-US" altLang="en-US" sz="2000" dirty="0"/>
              <a:t> pkts</a:t>
            </a:r>
          </a:p>
          <a:p>
            <a:r>
              <a:rPr lang="en-US" altLang="en-US" sz="2500" dirty="0"/>
              <a:t>Receiver window</a:t>
            </a:r>
          </a:p>
          <a:p>
            <a:pPr lvl="1"/>
            <a:r>
              <a:rPr lang="en-US" altLang="en-US" sz="2000" dirty="0"/>
              <a:t>N consecutive seq #’s</a:t>
            </a:r>
          </a:p>
          <a:p>
            <a:pPr lvl="1"/>
            <a:r>
              <a:rPr lang="en-NZ" sz="2000" dirty="0"/>
              <a:t>defines the range of sequence numbers that the receiver is currently willing to accept and buffer.</a:t>
            </a:r>
            <a:endParaRPr lang="en-US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5847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SR: Sender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64639" y="261909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4840941" y="261909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5236035" y="261547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1811733" y="261547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188035" y="261547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2564337" y="261547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2940639" y="261547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3335733" y="2611860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5621471" y="2611860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5997773" y="2611860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6374075" y="261186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 17"/>
          <p:cNvSpPr/>
          <p:nvPr/>
        </p:nvSpPr>
        <p:spPr>
          <a:xfrm>
            <a:off x="6750377" y="261186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Rectangle 18"/>
          <p:cNvSpPr/>
          <p:nvPr/>
        </p:nvSpPr>
        <p:spPr>
          <a:xfrm>
            <a:off x="7145471" y="2608244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Right Brace 19"/>
          <p:cNvSpPr/>
          <p:nvPr/>
        </p:nvSpPr>
        <p:spPr>
          <a:xfrm rot="5400000">
            <a:off x="4429932" y="2030667"/>
            <a:ext cx="685800" cy="259340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21" name="TextBox 20"/>
          <p:cNvSpPr txBox="1"/>
          <p:nvPr/>
        </p:nvSpPr>
        <p:spPr>
          <a:xfrm>
            <a:off x="3812765" y="3866916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Window of size </a:t>
            </a:r>
            <a:r>
              <a:rPr lang="en-NZ" i="1" dirty="0"/>
              <a:t>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59" y="3494702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3" name="TextBox 22"/>
          <p:cNvSpPr txBox="1"/>
          <p:nvPr/>
        </p:nvSpPr>
        <p:spPr>
          <a:xfrm>
            <a:off x="659147" y="3489129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 err="1"/>
              <a:t>ACK’d</a:t>
            </a:r>
            <a:r>
              <a:rPr lang="en-NZ" dirty="0"/>
              <a:t> </a:t>
            </a:r>
            <a:r>
              <a:rPr lang="en-NZ" dirty="0" err="1"/>
              <a:t>seq</a:t>
            </a:r>
            <a:r>
              <a:rPr lang="en-NZ" dirty="0"/>
              <a:t>#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487" y="4437096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TextBox 24"/>
          <p:cNvSpPr txBox="1"/>
          <p:nvPr/>
        </p:nvSpPr>
        <p:spPr>
          <a:xfrm>
            <a:off x="659147" y="4436537"/>
            <a:ext cx="2749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Sent </a:t>
            </a:r>
            <a:r>
              <a:rPr lang="en-NZ" dirty="0" err="1"/>
              <a:t>seq</a:t>
            </a:r>
            <a:r>
              <a:rPr lang="en-NZ" dirty="0"/>
              <a:t>#, not yet </a:t>
            </a:r>
            <a:r>
              <a:rPr lang="en-NZ" dirty="0" err="1"/>
              <a:t>ACK’d</a:t>
            </a:r>
            <a:endParaRPr lang="en-NZ" dirty="0"/>
          </a:p>
        </p:txBody>
      </p:sp>
      <p:sp>
        <p:nvSpPr>
          <p:cNvPr id="26" name="Rectangle 25"/>
          <p:cNvSpPr/>
          <p:nvPr/>
        </p:nvSpPr>
        <p:spPr>
          <a:xfrm>
            <a:off x="5957140" y="349470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TextBox 26"/>
          <p:cNvSpPr txBox="1"/>
          <p:nvPr/>
        </p:nvSpPr>
        <p:spPr>
          <a:xfrm>
            <a:off x="6194345" y="3468270"/>
            <a:ext cx="2787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Usable </a:t>
            </a:r>
            <a:r>
              <a:rPr lang="en-NZ" dirty="0" err="1"/>
              <a:t>seq</a:t>
            </a:r>
            <a:r>
              <a:rPr lang="en-NZ" dirty="0"/>
              <a:t>#, not yet sent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92885" y="4385871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TextBox 28"/>
          <p:cNvSpPr txBox="1"/>
          <p:nvPr/>
        </p:nvSpPr>
        <p:spPr>
          <a:xfrm>
            <a:off x="6275248" y="4372655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Not usable </a:t>
            </a:r>
            <a:r>
              <a:rPr lang="en-NZ" dirty="0" err="1"/>
              <a:t>seq</a:t>
            </a:r>
            <a:r>
              <a:rPr lang="en-NZ" dirty="0"/>
              <a:t>#</a:t>
            </a:r>
          </a:p>
        </p:txBody>
      </p:sp>
      <p:sp>
        <p:nvSpPr>
          <p:cNvPr id="30" name="Rectangular Callout 29"/>
          <p:cNvSpPr/>
          <p:nvPr/>
        </p:nvSpPr>
        <p:spPr>
          <a:xfrm>
            <a:off x="2161048" y="1818367"/>
            <a:ext cx="1507617" cy="425215"/>
          </a:xfrm>
          <a:prstGeom prst="wedgeRectCallout">
            <a:avLst>
              <a:gd name="adj1" fmla="val 35255"/>
              <a:gd name="adj2" fmla="val 1301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send_base</a:t>
            </a:r>
            <a:endParaRPr lang="en-NZ" dirty="0"/>
          </a:p>
        </p:txBody>
      </p:sp>
      <p:sp>
        <p:nvSpPr>
          <p:cNvPr id="31" name="Rectangular Callout 30"/>
          <p:cNvSpPr/>
          <p:nvPr/>
        </p:nvSpPr>
        <p:spPr>
          <a:xfrm>
            <a:off x="4473773" y="1848230"/>
            <a:ext cx="1900302" cy="434449"/>
          </a:xfrm>
          <a:prstGeom prst="wedgeRectCallout">
            <a:avLst>
              <a:gd name="adj1" fmla="val -4209"/>
              <a:gd name="adj2" fmla="val 11820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nextseqnum</a:t>
            </a:r>
            <a:endParaRPr lang="en-NZ" dirty="0"/>
          </a:p>
        </p:txBody>
      </p:sp>
      <p:sp>
        <p:nvSpPr>
          <p:cNvPr id="32" name="Rectangle 31"/>
          <p:cNvSpPr/>
          <p:nvPr/>
        </p:nvSpPr>
        <p:spPr>
          <a:xfrm>
            <a:off x="4071954" y="2620129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3" name="Rectangle 32"/>
          <p:cNvSpPr/>
          <p:nvPr/>
        </p:nvSpPr>
        <p:spPr>
          <a:xfrm>
            <a:off x="3707175" y="2620129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1009122" y="5204916"/>
            <a:ext cx="6842341" cy="0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070208" y="5281116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Older packets</a:t>
            </a:r>
          </a:p>
        </p:txBody>
      </p:sp>
    </p:spTree>
    <p:extLst>
      <p:ext uri="{BB962C8B-B14F-4D97-AF65-F5344CB8AC3E}">
        <p14:creationId xmlns:p14="http://schemas.microsoft.com/office/powerpoint/2010/main" val="1565125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SR: Receiver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53364" y="2849055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1829062" y="2849055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2205364" y="2849055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2581666" y="2849055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957968" y="2849055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3353062" y="2845439"/>
            <a:ext cx="201460" cy="3429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5638800" y="2845439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6015102" y="2845439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6391404" y="2845439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6767706" y="2845439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7162800" y="2841823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ight Brace 17"/>
          <p:cNvSpPr/>
          <p:nvPr/>
        </p:nvSpPr>
        <p:spPr>
          <a:xfrm rot="5400000">
            <a:off x="4447261" y="2264246"/>
            <a:ext cx="685800" cy="2593409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9" name="TextBox 18"/>
          <p:cNvSpPr txBox="1"/>
          <p:nvPr/>
        </p:nvSpPr>
        <p:spPr>
          <a:xfrm>
            <a:off x="3825234" y="3937755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Window of size </a:t>
            </a:r>
            <a:r>
              <a:rPr lang="en-NZ" i="1" dirty="0"/>
              <a:t>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72" y="3699071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" name="TextBox 20"/>
          <p:cNvSpPr txBox="1"/>
          <p:nvPr/>
        </p:nvSpPr>
        <p:spPr>
          <a:xfrm>
            <a:off x="707960" y="3693498"/>
            <a:ext cx="2736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 err="1"/>
              <a:t>ACK’d</a:t>
            </a:r>
            <a:r>
              <a:rPr lang="en-NZ" dirty="0"/>
              <a:t> </a:t>
            </a:r>
            <a:r>
              <a:rPr lang="en-NZ" dirty="0" err="1"/>
              <a:t>seq</a:t>
            </a:r>
            <a:r>
              <a:rPr lang="en-NZ" dirty="0"/>
              <a:t>#; out-of-order</a:t>
            </a:r>
          </a:p>
          <a:p>
            <a:r>
              <a:rPr lang="en-NZ" dirty="0"/>
              <a:t>Buffered;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300" y="4537032"/>
            <a:ext cx="201460" cy="3429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3" name="TextBox 22"/>
          <p:cNvSpPr txBox="1"/>
          <p:nvPr/>
        </p:nvSpPr>
        <p:spPr>
          <a:xfrm>
            <a:off x="707960" y="4536473"/>
            <a:ext cx="344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Expected </a:t>
            </a:r>
            <a:r>
              <a:rPr lang="en-NZ" dirty="0" err="1"/>
              <a:t>seq</a:t>
            </a:r>
            <a:r>
              <a:rPr lang="en-NZ" dirty="0"/>
              <a:t>#, not yet received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659" y="3728281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TextBox 24"/>
          <p:cNvSpPr txBox="1"/>
          <p:nvPr/>
        </p:nvSpPr>
        <p:spPr>
          <a:xfrm>
            <a:off x="6592864" y="3701849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Acceptable </a:t>
            </a:r>
            <a:r>
              <a:rPr lang="en-NZ" dirty="0" err="1"/>
              <a:t>seq</a:t>
            </a:r>
            <a:r>
              <a:rPr lang="en-NZ" dirty="0"/>
              <a:t>#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182" y="4312997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TextBox 26"/>
          <p:cNvSpPr txBox="1"/>
          <p:nvPr/>
        </p:nvSpPr>
        <p:spPr>
          <a:xfrm>
            <a:off x="6637545" y="4299781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Not usable </a:t>
            </a:r>
            <a:r>
              <a:rPr lang="en-NZ" dirty="0" err="1"/>
              <a:t>seq</a:t>
            </a:r>
            <a:r>
              <a:rPr lang="en-NZ" dirty="0"/>
              <a:t>#</a:t>
            </a:r>
          </a:p>
        </p:txBody>
      </p:sp>
      <p:sp>
        <p:nvSpPr>
          <p:cNvPr id="28" name="Rectangular Callout 27"/>
          <p:cNvSpPr/>
          <p:nvPr/>
        </p:nvSpPr>
        <p:spPr>
          <a:xfrm>
            <a:off x="2205363" y="2091043"/>
            <a:ext cx="1883919" cy="425215"/>
          </a:xfrm>
          <a:prstGeom prst="wedgeRectCallout">
            <a:avLst>
              <a:gd name="adj1" fmla="val 16937"/>
              <a:gd name="adj2" fmla="val 1178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Rcv_base</a:t>
            </a:r>
            <a:endParaRPr lang="en-NZ" dirty="0"/>
          </a:p>
        </p:txBody>
      </p:sp>
      <p:sp>
        <p:nvSpPr>
          <p:cNvPr id="30" name="Rectangle 29"/>
          <p:cNvSpPr/>
          <p:nvPr/>
        </p:nvSpPr>
        <p:spPr>
          <a:xfrm>
            <a:off x="4089283" y="2853708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1" name="Rectangle 30"/>
          <p:cNvSpPr/>
          <p:nvPr/>
        </p:nvSpPr>
        <p:spPr>
          <a:xfrm>
            <a:off x="3724504" y="2853708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3" name="Rectangular Callout 32"/>
          <p:cNvSpPr/>
          <p:nvPr/>
        </p:nvSpPr>
        <p:spPr>
          <a:xfrm>
            <a:off x="4883787" y="2047520"/>
            <a:ext cx="1883919" cy="425215"/>
          </a:xfrm>
          <a:prstGeom prst="wedgeRectCallout">
            <a:avLst>
              <a:gd name="adj1" fmla="val 16937"/>
              <a:gd name="adj2" fmla="val 1178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Rcv_base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 N-1</a:t>
            </a:r>
            <a:endParaRPr lang="en-NZ" dirty="0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1009122" y="5204916"/>
            <a:ext cx="6842341" cy="0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070208" y="5281116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Older packets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65585" y="2860295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Rectangle 37"/>
          <p:cNvSpPr/>
          <p:nvPr/>
        </p:nvSpPr>
        <p:spPr>
          <a:xfrm>
            <a:off x="4865152" y="2845501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403190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23218" cy="723900"/>
          </a:xfrm>
        </p:spPr>
        <p:txBody>
          <a:bodyPr/>
          <a:lstStyle/>
          <a:p>
            <a:r>
              <a:rPr lang="en-NZ" dirty="0"/>
              <a:t>SR: Sender Window – Receipt of an 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64639" y="206626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4840941" y="206626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5236035" y="206264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1811733" y="20626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188035" y="20626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2564337" y="20626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2940639" y="20626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3335733" y="2059030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5621471" y="2059030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5997773" y="2059030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6374075" y="205903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 17"/>
          <p:cNvSpPr/>
          <p:nvPr/>
        </p:nvSpPr>
        <p:spPr>
          <a:xfrm>
            <a:off x="6750377" y="205903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Rectangle 18"/>
          <p:cNvSpPr/>
          <p:nvPr/>
        </p:nvSpPr>
        <p:spPr>
          <a:xfrm>
            <a:off x="7145471" y="2055414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5" name="Group 4"/>
          <p:cNvGrpSpPr/>
          <p:nvPr/>
        </p:nvGrpSpPr>
        <p:grpSpPr>
          <a:xfrm>
            <a:off x="2564337" y="1304634"/>
            <a:ext cx="3505199" cy="2378784"/>
            <a:chOff x="2564337" y="1857464"/>
            <a:chExt cx="3505199" cy="2378784"/>
          </a:xfrm>
        </p:grpSpPr>
        <p:sp>
          <p:nvSpPr>
            <p:cNvPr id="20" name="Right Brace 19"/>
            <p:cNvSpPr/>
            <p:nvPr/>
          </p:nvSpPr>
          <p:spPr>
            <a:xfrm rot="5400000">
              <a:off x="4429932" y="2030667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12765" y="3866916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30" name="Rectangular Callout 29"/>
            <p:cNvSpPr/>
            <p:nvPr/>
          </p:nvSpPr>
          <p:spPr>
            <a:xfrm>
              <a:off x="2564337" y="1857464"/>
              <a:ext cx="1248428" cy="425215"/>
            </a:xfrm>
            <a:prstGeom prst="wedgeRectCallout">
              <a:avLst>
                <a:gd name="adj1" fmla="val 20139"/>
                <a:gd name="adj2" fmla="val 9983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 err="1">
                  <a:ln w="0"/>
                  <a:solidFill>
                    <a:schemeClr val="tx1"/>
                  </a:solidFill>
                </a:rPr>
                <a:t>send_base</a:t>
              </a:r>
              <a:r>
                <a:rPr lang="en-NZ" dirty="0">
                  <a:ln w="0"/>
                  <a:solidFill>
                    <a:schemeClr val="tx1"/>
                  </a:solidFill>
                </a:rPr>
                <a:t> </a:t>
              </a:r>
              <a:endParaRPr lang="en-NZ" dirty="0"/>
            </a:p>
          </p:txBody>
        </p:sp>
      </p:grpSp>
      <p:sp>
        <p:nvSpPr>
          <p:cNvPr id="31" name="Rectangular Callout 30"/>
          <p:cNvSpPr/>
          <p:nvPr/>
        </p:nvSpPr>
        <p:spPr>
          <a:xfrm>
            <a:off x="4952999" y="1286232"/>
            <a:ext cx="1595917" cy="434449"/>
          </a:xfrm>
          <a:prstGeom prst="wedgeRectCallout">
            <a:avLst>
              <a:gd name="adj1" fmla="val -24393"/>
              <a:gd name="adj2" fmla="val 10447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nextseqnum</a:t>
            </a:r>
            <a:endParaRPr lang="en-NZ" dirty="0"/>
          </a:p>
        </p:txBody>
      </p:sp>
      <p:sp>
        <p:nvSpPr>
          <p:cNvPr id="6" name="Oval Callout 5"/>
          <p:cNvSpPr/>
          <p:nvPr/>
        </p:nvSpPr>
        <p:spPr>
          <a:xfrm>
            <a:off x="2288765" y="2787766"/>
            <a:ext cx="1393586" cy="735552"/>
          </a:xfrm>
          <a:prstGeom prst="wedgeEllipseCallout">
            <a:avLst>
              <a:gd name="adj1" fmla="val 85043"/>
              <a:gd name="adj2" fmla="val -915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err="1">
                <a:ln w="0"/>
                <a:solidFill>
                  <a:schemeClr val="tx1"/>
                </a:solidFill>
              </a:rPr>
              <a:t>ACK’d</a:t>
            </a:r>
            <a:endParaRPr lang="en-NZ" dirty="0"/>
          </a:p>
        </p:txBody>
      </p:sp>
      <p:sp>
        <p:nvSpPr>
          <p:cNvPr id="34" name="Rectangle 33"/>
          <p:cNvSpPr/>
          <p:nvPr/>
        </p:nvSpPr>
        <p:spPr>
          <a:xfrm>
            <a:off x="3712035" y="2068424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Rectangle 34"/>
          <p:cNvSpPr/>
          <p:nvPr/>
        </p:nvSpPr>
        <p:spPr>
          <a:xfrm>
            <a:off x="4088337" y="2068424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ABC576A-E4BB-6657-317E-206B5BE804F2}"/>
              </a:ext>
            </a:extLst>
          </p:cNvPr>
          <p:cNvGrpSpPr/>
          <p:nvPr/>
        </p:nvGrpSpPr>
        <p:grpSpPr>
          <a:xfrm>
            <a:off x="1650949" y="4000628"/>
            <a:ext cx="5816651" cy="445532"/>
            <a:chOff x="1650949" y="4000628"/>
            <a:chExt cx="5816651" cy="445532"/>
          </a:xfrm>
        </p:grpSpPr>
        <p:cxnSp>
          <p:nvCxnSpPr>
            <p:cNvPr id="36" name="Straight Arrow Connector 35"/>
            <p:cNvCxnSpPr>
              <a:cxnSpLocks/>
            </p:cNvCxnSpPr>
            <p:nvPr/>
          </p:nvCxnSpPr>
          <p:spPr>
            <a:xfrm flipH="1">
              <a:off x="1650949" y="4000628"/>
              <a:ext cx="5816651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712035" y="4076828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420070F-2715-19A5-2F50-09A293E73F11}"/>
              </a:ext>
            </a:extLst>
          </p:cNvPr>
          <p:cNvGrpSpPr/>
          <p:nvPr/>
        </p:nvGrpSpPr>
        <p:grpSpPr>
          <a:xfrm>
            <a:off x="891413" y="5011643"/>
            <a:ext cx="7549371" cy="1316740"/>
            <a:chOff x="962177" y="4855460"/>
            <a:chExt cx="7549371" cy="131674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19EB5F8-6F7E-4744-398E-E47E998E8570}"/>
                </a:ext>
              </a:extLst>
            </p:cNvPr>
            <p:cNvSpPr/>
            <p:nvPr/>
          </p:nvSpPr>
          <p:spPr>
            <a:xfrm>
              <a:off x="962177" y="4855460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387914B-B3ED-3C08-9CE7-4C07AC9D2B5C}"/>
                </a:ext>
              </a:extLst>
            </p:cNvPr>
            <p:cNvSpPr txBox="1"/>
            <p:nvPr/>
          </p:nvSpPr>
          <p:spPr>
            <a:xfrm>
              <a:off x="1136665" y="4855460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5C235F6-F7AD-E74E-3218-C02E0A5A4774}"/>
                </a:ext>
              </a:extLst>
            </p:cNvPr>
            <p:cNvSpPr/>
            <p:nvPr/>
          </p:nvSpPr>
          <p:spPr>
            <a:xfrm>
              <a:off x="975005" y="5802868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C89E967-0BCD-8A70-14FD-A8BD810F6C39}"/>
                </a:ext>
              </a:extLst>
            </p:cNvPr>
            <p:cNvSpPr txBox="1"/>
            <p:nvPr/>
          </p:nvSpPr>
          <p:spPr>
            <a:xfrm>
              <a:off x="1136665" y="5802868"/>
              <a:ext cx="2749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Sent </a:t>
              </a:r>
              <a:r>
                <a:rPr lang="en-NZ" dirty="0" err="1"/>
                <a:t>seq</a:t>
              </a:r>
              <a:r>
                <a:rPr lang="en-NZ" dirty="0"/>
                <a:t>#, not yet </a:t>
              </a:r>
              <a:r>
                <a:rPr lang="en-NZ" dirty="0" err="1"/>
                <a:t>ACK’d</a:t>
              </a:r>
              <a:endParaRPr lang="en-NZ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2291A16-A62E-C836-6666-178BDA3E9BAD}"/>
                </a:ext>
              </a:extLst>
            </p:cNvPr>
            <p:cNvSpPr/>
            <p:nvPr/>
          </p:nvSpPr>
          <p:spPr>
            <a:xfrm>
              <a:off x="5486400" y="4855460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0469E24-DBB0-8EF6-AB8F-B7CB0DEEE987}"/>
                </a:ext>
              </a:extLst>
            </p:cNvPr>
            <p:cNvSpPr txBox="1"/>
            <p:nvPr/>
          </p:nvSpPr>
          <p:spPr>
            <a:xfrm>
              <a:off x="5723605" y="4855460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Usable </a:t>
              </a:r>
              <a:r>
                <a:rPr lang="en-NZ" dirty="0" err="1"/>
                <a:t>seq</a:t>
              </a:r>
              <a:r>
                <a:rPr lang="en-NZ" dirty="0"/>
                <a:t>#, not yet sent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C4B83C4-B86C-FF90-DD20-2189146657E4}"/>
                </a:ext>
              </a:extLst>
            </p:cNvPr>
            <p:cNvSpPr/>
            <p:nvPr/>
          </p:nvSpPr>
          <p:spPr>
            <a:xfrm>
              <a:off x="5522145" y="5802868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981AE0F-8185-D423-4A06-9BDA0DCF6A15}"/>
                </a:ext>
              </a:extLst>
            </p:cNvPr>
            <p:cNvSpPr txBox="1"/>
            <p:nvPr/>
          </p:nvSpPr>
          <p:spPr>
            <a:xfrm>
              <a:off x="5804508" y="5802868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85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sz="3200" dirty="0"/>
              <a:t>SR: Sender Window – Receipt of an ACK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64639" y="2076594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4840941" y="2076594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5236035" y="2072978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1811733" y="2072978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188035" y="2072978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2564337" y="2072978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2940639" y="2072978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3335733" y="206936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5621471" y="206936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5997773" y="206936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6374075" y="206936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 17"/>
          <p:cNvSpPr/>
          <p:nvPr/>
        </p:nvSpPr>
        <p:spPr>
          <a:xfrm>
            <a:off x="6750377" y="206936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Rectangle 18"/>
          <p:cNvSpPr/>
          <p:nvPr/>
        </p:nvSpPr>
        <p:spPr>
          <a:xfrm>
            <a:off x="7145471" y="206574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5" name="Group 4"/>
          <p:cNvGrpSpPr/>
          <p:nvPr/>
        </p:nvGrpSpPr>
        <p:grpSpPr>
          <a:xfrm>
            <a:off x="2476368" y="1305732"/>
            <a:ext cx="3593168" cy="2388018"/>
            <a:chOff x="2476368" y="1848230"/>
            <a:chExt cx="3593168" cy="2388018"/>
          </a:xfrm>
        </p:grpSpPr>
        <p:sp>
          <p:nvSpPr>
            <p:cNvPr id="20" name="Right Brace 19"/>
            <p:cNvSpPr/>
            <p:nvPr/>
          </p:nvSpPr>
          <p:spPr>
            <a:xfrm rot="5400000">
              <a:off x="4429932" y="2030667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12765" y="3866916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30" name="Rectangular Callout 29"/>
            <p:cNvSpPr/>
            <p:nvPr/>
          </p:nvSpPr>
          <p:spPr>
            <a:xfrm>
              <a:off x="2476368" y="1848230"/>
              <a:ext cx="1331537" cy="446868"/>
            </a:xfrm>
            <a:prstGeom prst="wedgeRectCallout">
              <a:avLst>
                <a:gd name="adj1" fmla="val 22235"/>
                <a:gd name="adj2" fmla="val 9104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 err="1">
                  <a:ln w="0"/>
                  <a:solidFill>
                    <a:schemeClr val="tx1"/>
                  </a:solidFill>
                </a:rPr>
                <a:t>send_base</a:t>
              </a:r>
              <a:r>
                <a:rPr lang="en-NZ" dirty="0">
                  <a:ln w="0"/>
                  <a:solidFill>
                    <a:schemeClr val="tx1"/>
                  </a:solidFill>
                </a:rPr>
                <a:t> </a:t>
              </a:r>
              <a:endParaRPr lang="en-NZ" dirty="0"/>
            </a:p>
          </p:txBody>
        </p:sp>
      </p:grpSp>
      <p:sp>
        <p:nvSpPr>
          <p:cNvPr id="31" name="Rectangular Callout 30"/>
          <p:cNvSpPr/>
          <p:nvPr/>
        </p:nvSpPr>
        <p:spPr>
          <a:xfrm>
            <a:off x="4952999" y="1305732"/>
            <a:ext cx="1622535" cy="434449"/>
          </a:xfrm>
          <a:prstGeom prst="wedgeRectCallout">
            <a:avLst>
              <a:gd name="adj1" fmla="val -25518"/>
              <a:gd name="adj2" fmla="val 104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nextseqnum</a:t>
            </a:r>
            <a:endParaRPr lang="en-NZ" dirty="0"/>
          </a:p>
        </p:txBody>
      </p:sp>
      <p:sp>
        <p:nvSpPr>
          <p:cNvPr id="32" name="Rectangle 31"/>
          <p:cNvSpPr/>
          <p:nvPr/>
        </p:nvSpPr>
        <p:spPr>
          <a:xfrm>
            <a:off x="4071954" y="2077631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3" name="Rectangle 32"/>
          <p:cNvSpPr/>
          <p:nvPr/>
        </p:nvSpPr>
        <p:spPr>
          <a:xfrm>
            <a:off x="3707175" y="2077631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Callout 5"/>
          <p:cNvSpPr/>
          <p:nvPr/>
        </p:nvSpPr>
        <p:spPr>
          <a:xfrm>
            <a:off x="1627905" y="2706154"/>
            <a:ext cx="1393586" cy="735552"/>
          </a:xfrm>
          <a:prstGeom prst="wedgeEllipseCallout">
            <a:avLst>
              <a:gd name="adj1" fmla="val 72919"/>
              <a:gd name="adj2" fmla="val -780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err="1">
                <a:ln w="0"/>
                <a:solidFill>
                  <a:schemeClr val="tx1"/>
                </a:solidFill>
              </a:rPr>
              <a:t>ACK’d</a:t>
            </a:r>
            <a:endParaRPr lang="en-NZ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869C542-7C82-A2EF-BD58-0AD232D807FC}"/>
              </a:ext>
            </a:extLst>
          </p:cNvPr>
          <p:cNvGrpSpPr/>
          <p:nvPr/>
        </p:nvGrpSpPr>
        <p:grpSpPr>
          <a:xfrm>
            <a:off x="1811733" y="3910539"/>
            <a:ext cx="5535198" cy="585261"/>
            <a:chOff x="1811733" y="3886200"/>
            <a:chExt cx="5535198" cy="585261"/>
          </a:xfrm>
        </p:grpSpPr>
        <p:cxnSp>
          <p:nvCxnSpPr>
            <p:cNvPr id="34" name="Straight Arrow Connector 33"/>
            <p:cNvCxnSpPr>
              <a:cxnSpLocks/>
            </p:cNvCxnSpPr>
            <p:nvPr/>
          </p:nvCxnSpPr>
          <p:spPr>
            <a:xfrm flipH="1">
              <a:off x="1811733" y="3886200"/>
              <a:ext cx="5535198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3894719" y="4102129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181FBA2-FBEE-4624-A98A-0250E9E9E5F9}"/>
              </a:ext>
            </a:extLst>
          </p:cNvPr>
          <p:cNvGrpSpPr/>
          <p:nvPr/>
        </p:nvGrpSpPr>
        <p:grpSpPr>
          <a:xfrm>
            <a:off x="891413" y="5011643"/>
            <a:ext cx="7549371" cy="1316740"/>
            <a:chOff x="962177" y="4855460"/>
            <a:chExt cx="7549371" cy="131674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6DF4F1D-8A52-3721-6458-7ED2AA9E427D}"/>
                </a:ext>
              </a:extLst>
            </p:cNvPr>
            <p:cNvSpPr/>
            <p:nvPr/>
          </p:nvSpPr>
          <p:spPr>
            <a:xfrm>
              <a:off x="962177" y="4855460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158610C-AEB1-8029-1471-CC0E1E3C3DA0}"/>
                </a:ext>
              </a:extLst>
            </p:cNvPr>
            <p:cNvSpPr txBox="1"/>
            <p:nvPr/>
          </p:nvSpPr>
          <p:spPr>
            <a:xfrm>
              <a:off x="1136665" y="4855460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D3D34E6-F1A4-5350-F58B-258257454E87}"/>
                </a:ext>
              </a:extLst>
            </p:cNvPr>
            <p:cNvSpPr/>
            <p:nvPr/>
          </p:nvSpPr>
          <p:spPr>
            <a:xfrm>
              <a:off x="975005" y="5802868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4FC4E08-E9CF-E489-B90D-C4F47AEEA813}"/>
                </a:ext>
              </a:extLst>
            </p:cNvPr>
            <p:cNvSpPr txBox="1"/>
            <p:nvPr/>
          </p:nvSpPr>
          <p:spPr>
            <a:xfrm>
              <a:off x="1136665" y="5802868"/>
              <a:ext cx="2749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Sent </a:t>
              </a:r>
              <a:r>
                <a:rPr lang="en-NZ" dirty="0" err="1"/>
                <a:t>seq</a:t>
              </a:r>
              <a:r>
                <a:rPr lang="en-NZ" dirty="0"/>
                <a:t>#, not yet </a:t>
              </a:r>
              <a:r>
                <a:rPr lang="en-NZ" dirty="0" err="1"/>
                <a:t>ACK’d</a:t>
              </a:r>
              <a:endParaRPr lang="en-NZ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1F0F4F1-969D-C883-71AA-3A5F3614C453}"/>
                </a:ext>
              </a:extLst>
            </p:cNvPr>
            <p:cNvSpPr/>
            <p:nvPr/>
          </p:nvSpPr>
          <p:spPr>
            <a:xfrm>
              <a:off x="5486400" y="4855460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461CAFB-7B93-DDB7-BC76-8523B2D41604}"/>
                </a:ext>
              </a:extLst>
            </p:cNvPr>
            <p:cNvSpPr txBox="1"/>
            <p:nvPr/>
          </p:nvSpPr>
          <p:spPr>
            <a:xfrm>
              <a:off x="5723605" y="4855460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Usable </a:t>
              </a:r>
              <a:r>
                <a:rPr lang="en-NZ" dirty="0" err="1"/>
                <a:t>seq</a:t>
              </a:r>
              <a:r>
                <a:rPr lang="en-NZ" dirty="0"/>
                <a:t>#, not yet sent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403EE7-D0B3-6852-9659-6A03CF01954F}"/>
                </a:ext>
              </a:extLst>
            </p:cNvPr>
            <p:cNvSpPr/>
            <p:nvPr/>
          </p:nvSpPr>
          <p:spPr>
            <a:xfrm>
              <a:off x="5522145" y="5802868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7298489-24B0-D4F0-3CE1-DEB919EFFAAC}"/>
                </a:ext>
              </a:extLst>
            </p:cNvPr>
            <p:cNvSpPr txBox="1"/>
            <p:nvPr/>
          </p:nvSpPr>
          <p:spPr>
            <a:xfrm>
              <a:off x="5804508" y="5802868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3106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96296E-6 L 0.12257 0.0157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28" y="787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19" grpId="0" animBg="1"/>
      <p:bldP spid="6" grpId="0" animBg="1"/>
      <p:bldP spid="6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SR: Sender Window – Timeout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464639" y="199006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4840941" y="1990062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5236035" y="198644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1811733" y="19864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188035" y="19864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2564337" y="19864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2940639" y="1986446"/>
            <a:ext cx="201460" cy="3429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3335733" y="1982830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5621471" y="1982830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5997773" y="1982830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6374075" y="198283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Rectangle 17"/>
          <p:cNvSpPr/>
          <p:nvPr/>
        </p:nvSpPr>
        <p:spPr>
          <a:xfrm>
            <a:off x="6750377" y="198283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Rectangle 18"/>
          <p:cNvSpPr/>
          <p:nvPr/>
        </p:nvSpPr>
        <p:spPr>
          <a:xfrm>
            <a:off x="7145471" y="1979214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5" name="Group 4"/>
          <p:cNvGrpSpPr/>
          <p:nvPr/>
        </p:nvGrpSpPr>
        <p:grpSpPr>
          <a:xfrm>
            <a:off x="2564337" y="1228434"/>
            <a:ext cx="3505199" cy="2132556"/>
            <a:chOff x="2564337" y="1857464"/>
            <a:chExt cx="3505199" cy="2132556"/>
          </a:xfrm>
        </p:grpSpPr>
        <p:sp>
          <p:nvSpPr>
            <p:cNvPr id="20" name="Right Brace 19"/>
            <p:cNvSpPr/>
            <p:nvPr/>
          </p:nvSpPr>
          <p:spPr>
            <a:xfrm rot="5400000">
              <a:off x="4429932" y="2030667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45335" y="3620688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30" name="Rectangular Callout 29"/>
            <p:cNvSpPr/>
            <p:nvPr/>
          </p:nvSpPr>
          <p:spPr>
            <a:xfrm>
              <a:off x="2564337" y="1857464"/>
              <a:ext cx="1280998" cy="425215"/>
            </a:xfrm>
            <a:prstGeom prst="wedgeRectCallout">
              <a:avLst>
                <a:gd name="adj1" fmla="val 17157"/>
                <a:gd name="adj2" fmla="val 10684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 err="1">
                  <a:ln w="0"/>
                  <a:solidFill>
                    <a:schemeClr val="tx1"/>
                  </a:solidFill>
                </a:rPr>
                <a:t>send_base</a:t>
              </a:r>
              <a:endParaRPr lang="en-NZ" dirty="0"/>
            </a:p>
          </p:txBody>
        </p:sp>
      </p:grpSp>
      <p:sp>
        <p:nvSpPr>
          <p:cNvPr id="31" name="Rectangular Callout 30"/>
          <p:cNvSpPr/>
          <p:nvPr/>
        </p:nvSpPr>
        <p:spPr>
          <a:xfrm>
            <a:off x="4906392" y="1219200"/>
            <a:ext cx="1533134" cy="434449"/>
          </a:xfrm>
          <a:prstGeom prst="wedgeRectCallout">
            <a:avLst>
              <a:gd name="adj1" fmla="val -22361"/>
              <a:gd name="adj2" fmla="val 1090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nextseqnum</a:t>
            </a:r>
            <a:endParaRPr lang="en-NZ" dirty="0"/>
          </a:p>
        </p:txBody>
      </p:sp>
      <p:sp>
        <p:nvSpPr>
          <p:cNvPr id="34" name="Rectangle 33"/>
          <p:cNvSpPr/>
          <p:nvPr/>
        </p:nvSpPr>
        <p:spPr>
          <a:xfrm>
            <a:off x="3712035" y="1992224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Rectangle 34"/>
          <p:cNvSpPr/>
          <p:nvPr/>
        </p:nvSpPr>
        <p:spPr>
          <a:xfrm>
            <a:off x="4088337" y="1992224"/>
            <a:ext cx="201460" cy="3429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0E389B1-8AEF-B910-E998-D589CF441374}"/>
              </a:ext>
            </a:extLst>
          </p:cNvPr>
          <p:cNvGrpSpPr/>
          <p:nvPr/>
        </p:nvGrpSpPr>
        <p:grpSpPr>
          <a:xfrm>
            <a:off x="1762828" y="3601049"/>
            <a:ext cx="5830376" cy="445532"/>
            <a:chOff x="1055774" y="5987528"/>
            <a:chExt cx="5830376" cy="445532"/>
          </a:xfrm>
        </p:grpSpPr>
        <p:cxnSp>
          <p:nvCxnSpPr>
            <p:cNvPr id="36" name="Straight Arrow Connector 35"/>
            <p:cNvCxnSpPr>
              <a:cxnSpLocks/>
            </p:cNvCxnSpPr>
            <p:nvPr/>
          </p:nvCxnSpPr>
          <p:spPr>
            <a:xfrm flipH="1">
              <a:off x="1055774" y="5987528"/>
              <a:ext cx="5830376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116860" y="6063728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01B5B34-0990-7F99-1124-7610126EBF70}"/>
              </a:ext>
            </a:extLst>
          </p:cNvPr>
          <p:cNvGrpSpPr/>
          <p:nvPr/>
        </p:nvGrpSpPr>
        <p:grpSpPr>
          <a:xfrm>
            <a:off x="891413" y="5011643"/>
            <a:ext cx="7549371" cy="1316740"/>
            <a:chOff x="962177" y="4855460"/>
            <a:chExt cx="7549371" cy="131674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F72412A-FE2E-1F8F-C122-92757460C134}"/>
                </a:ext>
              </a:extLst>
            </p:cNvPr>
            <p:cNvSpPr/>
            <p:nvPr/>
          </p:nvSpPr>
          <p:spPr>
            <a:xfrm>
              <a:off x="962177" y="4855460"/>
              <a:ext cx="201460" cy="3429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F7BDE0B-D4BC-996C-91DE-BEA42FE77619}"/>
                </a:ext>
              </a:extLst>
            </p:cNvPr>
            <p:cNvSpPr txBox="1"/>
            <p:nvPr/>
          </p:nvSpPr>
          <p:spPr>
            <a:xfrm>
              <a:off x="1136665" y="4855460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D9D5ACB-BE1E-62F5-2FBC-7640B5443154}"/>
                </a:ext>
              </a:extLst>
            </p:cNvPr>
            <p:cNvSpPr/>
            <p:nvPr/>
          </p:nvSpPr>
          <p:spPr>
            <a:xfrm>
              <a:off x="975005" y="5802868"/>
              <a:ext cx="201460" cy="342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F6D671-BAE6-F36A-2496-2A74D872CBAB}"/>
                </a:ext>
              </a:extLst>
            </p:cNvPr>
            <p:cNvSpPr txBox="1"/>
            <p:nvPr/>
          </p:nvSpPr>
          <p:spPr>
            <a:xfrm>
              <a:off x="1136665" y="5802868"/>
              <a:ext cx="2749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Sent </a:t>
              </a:r>
              <a:r>
                <a:rPr lang="en-NZ" dirty="0" err="1"/>
                <a:t>seq</a:t>
              </a:r>
              <a:r>
                <a:rPr lang="en-NZ" dirty="0"/>
                <a:t>#, not yet </a:t>
              </a:r>
              <a:r>
                <a:rPr lang="en-NZ" dirty="0" err="1"/>
                <a:t>ACK’d</a:t>
              </a:r>
              <a:endParaRPr lang="en-NZ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D9B9C22-95B9-386B-4B03-6C1B5BBF7748}"/>
                </a:ext>
              </a:extLst>
            </p:cNvPr>
            <p:cNvSpPr/>
            <p:nvPr/>
          </p:nvSpPr>
          <p:spPr>
            <a:xfrm>
              <a:off x="5486400" y="4855460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658D63F-DD4F-FC06-BFBF-256935E1B911}"/>
                </a:ext>
              </a:extLst>
            </p:cNvPr>
            <p:cNvSpPr txBox="1"/>
            <p:nvPr/>
          </p:nvSpPr>
          <p:spPr>
            <a:xfrm>
              <a:off x="5723605" y="4855460"/>
              <a:ext cx="2787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Usable </a:t>
              </a:r>
              <a:r>
                <a:rPr lang="en-NZ" dirty="0" err="1"/>
                <a:t>seq</a:t>
              </a:r>
              <a:r>
                <a:rPr lang="en-NZ" dirty="0"/>
                <a:t>#, not yet sent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5909C4A-1F9E-B3CA-6FE0-DD6129166DD9}"/>
                </a:ext>
              </a:extLst>
            </p:cNvPr>
            <p:cNvSpPr/>
            <p:nvPr/>
          </p:nvSpPr>
          <p:spPr>
            <a:xfrm>
              <a:off x="5522145" y="5802868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86AD104-5F73-21F6-1400-16A0BD1B5CB2}"/>
                </a:ext>
              </a:extLst>
            </p:cNvPr>
            <p:cNvSpPr txBox="1"/>
            <p:nvPr/>
          </p:nvSpPr>
          <p:spPr>
            <a:xfrm>
              <a:off x="5804508" y="5802868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  <p:sp>
        <p:nvSpPr>
          <p:cNvPr id="6" name="Oval Callout 5"/>
          <p:cNvSpPr/>
          <p:nvPr/>
        </p:nvSpPr>
        <p:spPr>
          <a:xfrm>
            <a:off x="380999" y="2579580"/>
            <a:ext cx="3055463" cy="1432063"/>
          </a:xfrm>
          <a:prstGeom prst="wedgeEllipseCallout">
            <a:avLst>
              <a:gd name="adj1" fmla="val 45436"/>
              <a:gd name="adj2" fmla="val -433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Timeout for </a:t>
            </a:r>
            <a:r>
              <a:rPr lang="en-NZ" dirty="0" err="1">
                <a:ln w="0"/>
                <a:solidFill>
                  <a:schemeClr val="tx1"/>
                </a:solidFill>
              </a:rPr>
              <a:t>pkt</a:t>
            </a:r>
            <a:r>
              <a:rPr lang="en-NZ" dirty="0">
                <a:ln w="0"/>
                <a:solidFill>
                  <a:schemeClr val="tx1"/>
                </a:solidFill>
              </a:rPr>
              <a:t> with this </a:t>
            </a:r>
            <a:r>
              <a:rPr lang="en-NZ" dirty="0" err="1">
                <a:ln w="0"/>
                <a:solidFill>
                  <a:schemeClr val="tx1"/>
                </a:solidFill>
              </a:rPr>
              <a:t>seq</a:t>
            </a:r>
            <a:r>
              <a:rPr lang="en-NZ" dirty="0">
                <a:ln w="0"/>
                <a:solidFill>
                  <a:schemeClr val="tx1"/>
                </a:solidFill>
              </a:rPr>
              <a:t>#; resend this </a:t>
            </a:r>
            <a:r>
              <a:rPr lang="en-NZ" dirty="0" err="1">
                <a:ln w="0"/>
                <a:solidFill>
                  <a:schemeClr val="tx1"/>
                </a:solidFill>
              </a:rPr>
              <a:t>pkt</a:t>
            </a:r>
            <a:r>
              <a:rPr lang="en-NZ" dirty="0">
                <a:ln w="0"/>
                <a:solidFill>
                  <a:schemeClr val="tx1"/>
                </a:solidFill>
              </a:rPr>
              <a:t> </a:t>
            </a:r>
            <a:r>
              <a:rPr lang="en-NZ" i="1" u="sng" dirty="0">
                <a:ln w="0"/>
                <a:solidFill>
                  <a:schemeClr val="tx1"/>
                </a:solidFill>
              </a:rPr>
              <a:t>only</a:t>
            </a:r>
            <a:r>
              <a:rPr lang="en-NZ" dirty="0">
                <a:ln w="0"/>
                <a:solidFill>
                  <a:schemeClr val="tx1"/>
                </a:solidFill>
              </a:rPr>
              <a:t> and restart timer.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2646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SR: Sender 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010400" y="6499596"/>
            <a:ext cx="2011363" cy="27827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89708" y="1665439"/>
            <a:ext cx="7602684" cy="3511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2300" kern="0" dirty="0">
                <a:solidFill>
                  <a:srgbClr val="FF0000"/>
                </a:solidFill>
              </a:rPr>
              <a:t>Data received from above</a:t>
            </a:r>
            <a:endParaRPr lang="en-US" altLang="en-US" sz="2300" kern="0" dirty="0"/>
          </a:p>
          <a:p>
            <a:r>
              <a:rPr lang="en-US" altLang="en-US" sz="2000" kern="0" dirty="0"/>
              <a:t>if the next available seq# is in the window, send the packet</a:t>
            </a:r>
          </a:p>
          <a:p>
            <a:pPr>
              <a:buFont typeface="ZapfDingbats" pitchFamily="82" charset="2"/>
              <a:buNone/>
            </a:pPr>
            <a:r>
              <a:rPr lang="en-US" altLang="en-US" sz="2300" kern="0" dirty="0">
                <a:solidFill>
                  <a:srgbClr val="FF0000"/>
                </a:solidFill>
              </a:rPr>
              <a:t>Timeout</a:t>
            </a:r>
            <a:endParaRPr lang="en-US" altLang="en-US" sz="2300" kern="0" dirty="0"/>
          </a:p>
          <a:p>
            <a:r>
              <a:rPr lang="en-US" altLang="en-US" sz="2000" kern="0" dirty="0"/>
              <a:t>each packet has its own timer</a:t>
            </a:r>
          </a:p>
          <a:p>
            <a:r>
              <a:rPr lang="en-US" altLang="en-US" sz="2000" kern="0" dirty="0"/>
              <a:t>resend the packet and restart the timer</a:t>
            </a:r>
          </a:p>
          <a:p>
            <a:pPr>
              <a:buFont typeface="ZapfDingbats" pitchFamily="82" charset="2"/>
              <a:buNone/>
            </a:pPr>
            <a:r>
              <a:rPr lang="en-US" altLang="en-US" sz="2300" kern="0" dirty="0">
                <a:solidFill>
                  <a:srgbClr val="FF0000"/>
                </a:solidFill>
              </a:rPr>
              <a:t>ACK received with seq# in [</a:t>
            </a:r>
            <a:r>
              <a:rPr lang="en-US" altLang="en-US" sz="2300" kern="0" dirty="0" err="1">
                <a:solidFill>
                  <a:srgbClr val="FF0000"/>
                </a:solidFill>
              </a:rPr>
              <a:t>send_base</a:t>
            </a:r>
            <a:r>
              <a:rPr lang="en-US" altLang="en-US" sz="2300" kern="0" dirty="0">
                <a:solidFill>
                  <a:srgbClr val="FF0000"/>
                </a:solidFill>
              </a:rPr>
              <a:t>, send_base+N-1]</a:t>
            </a:r>
          </a:p>
          <a:p>
            <a:r>
              <a:rPr lang="en-US" altLang="en-US" sz="2000" kern="0" dirty="0"/>
              <a:t>mark the packet as received</a:t>
            </a:r>
          </a:p>
          <a:p>
            <a:r>
              <a:rPr lang="en-US" altLang="en-US" sz="2000" kern="0" dirty="0"/>
              <a:t>if the seq# = </a:t>
            </a:r>
            <a:r>
              <a:rPr lang="en-US" altLang="en-US" sz="2000" kern="0" dirty="0" err="1"/>
              <a:t>send_base</a:t>
            </a:r>
            <a:r>
              <a:rPr lang="en-US" altLang="en-US" sz="2000" kern="0" dirty="0"/>
              <a:t>, advance the window base to next </a:t>
            </a:r>
            <a:r>
              <a:rPr lang="en-US" altLang="en-US" sz="2000" kern="0" dirty="0" err="1"/>
              <a:t>unACK’d</a:t>
            </a:r>
            <a:r>
              <a:rPr lang="en-US" altLang="en-US" sz="2000" kern="0" dirty="0"/>
              <a:t> seq# </a:t>
            </a:r>
            <a:endParaRPr lang="en-US" altLang="en-US" sz="2400" kern="0" dirty="0"/>
          </a:p>
          <a:p>
            <a:endParaRPr lang="en-US" altLang="en-US" sz="2400" kern="0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51608" y="1398732"/>
            <a:ext cx="7782792" cy="3917661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959571" y="1149502"/>
            <a:ext cx="1174749" cy="461963"/>
            <a:chOff x="1103" y="3929"/>
            <a:chExt cx="740" cy="291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146" y="3984"/>
              <a:ext cx="612" cy="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103" y="3929"/>
              <a:ext cx="7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en-US" sz="2400" dirty="0">
                  <a:solidFill>
                    <a:schemeClr val="accent2"/>
                  </a:solidFill>
                </a:rPr>
                <a:t>Sender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" name="Oval Callout 14"/>
          <p:cNvSpPr/>
          <p:nvPr/>
        </p:nvSpPr>
        <p:spPr>
          <a:xfrm>
            <a:off x="3048000" y="5459268"/>
            <a:ext cx="2819400" cy="1244463"/>
          </a:xfrm>
          <a:prstGeom prst="wedgeEllipseCallout">
            <a:avLst>
              <a:gd name="adj1" fmla="val -10850"/>
              <a:gd name="adj2" fmla="val -877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only case when the sender window moves.</a:t>
            </a:r>
          </a:p>
        </p:txBody>
      </p:sp>
    </p:spTree>
    <p:extLst>
      <p:ext uri="{BB962C8B-B14F-4D97-AF65-F5344CB8AC3E}">
        <p14:creationId xmlns:p14="http://schemas.microsoft.com/office/powerpoint/2010/main" val="34841792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dirty="0"/>
              <a:t>SR: Receiver Window – Expected Packet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53364" y="226366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1829062" y="226366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2205364" y="226366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2581666" y="226366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957968" y="226366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3353062" y="2260050"/>
            <a:ext cx="201460" cy="3429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5638800" y="2260050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6015102" y="2260050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6391404" y="226005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6767706" y="226005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7162800" y="2256434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6" name="Group 5"/>
          <p:cNvGrpSpPr/>
          <p:nvPr/>
        </p:nvGrpSpPr>
        <p:grpSpPr>
          <a:xfrm>
            <a:off x="2538223" y="1494025"/>
            <a:ext cx="3548642" cy="2227673"/>
            <a:chOff x="2538223" y="2079414"/>
            <a:chExt cx="3548642" cy="2227673"/>
          </a:xfrm>
        </p:grpSpPr>
        <p:sp>
          <p:nvSpPr>
            <p:cNvPr id="18" name="Right Brace 17"/>
            <p:cNvSpPr/>
            <p:nvPr/>
          </p:nvSpPr>
          <p:spPr>
            <a:xfrm rot="5400000">
              <a:off x="4447261" y="2264246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25234" y="3937755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28" name="Rectangular Callout 27"/>
            <p:cNvSpPr/>
            <p:nvPr/>
          </p:nvSpPr>
          <p:spPr>
            <a:xfrm>
              <a:off x="2538223" y="2079414"/>
              <a:ext cx="1340171" cy="425215"/>
            </a:xfrm>
            <a:prstGeom prst="wedgeRectCallout">
              <a:avLst>
                <a:gd name="adj1" fmla="val 19162"/>
                <a:gd name="adj2" fmla="val 9912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 err="1">
                  <a:ln w="0"/>
                  <a:solidFill>
                    <a:schemeClr val="tx1"/>
                  </a:solidFill>
                </a:rPr>
                <a:t>rcv_base</a:t>
              </a:r>
              <a:endParaRPr lang="en-NZ" dirty="0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4089283" y="2268319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Rectangle 31"/>
          <p:cNvSpPr/>
          <p:nvPr/>
        </p:nvSpPr>
        <p:spPr>
          <a:xfrm>
            <a:off x="4842937" y="2268960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Oval Callout 28"/>
          <p:cNvSpPr/>
          <p:nvPr/>
        </p:nvSpPr>
        <p:spPr>
          <a:xfrm>
            <a:off x="204001" y="2903375"/>
            <a:ext cx="3182318" cy="1000009"/>
          </a:xfrm>
          <a:prstGeom prst="wedgeEllipseCallout">
            <a:avLst>
              <a:gd name="adj1" fmla="val 47964"/>
              <a:gd name="adj2" fmla="val -759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This packet is delivered to the upper layer!</a:t>
            </a:r>
            <a:endParaRPr lang="en-NZ" dirty="0"/>
          </a:p>
        </p:txBody>
      </p:sp>
      <p:sp>
        <p:nvSpPr>
          <p:cNvPr id="33" name="Rectangle 32"/>
          <p:cNvSpPr/>
          <p:nvPr/>
        </p:nvSpPr>
        <p:spPr>
          <a:xfrm>
            <a:off x="4481675" y="2274057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Rectangle 34"/>
          <p:cNvSpPr/>
          <p:nvPr/>
        </p:nvSpPr>
        <p:spPr>
          <a:xfrm>
            <a:off x="3720377" y="226366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7696AAD-F26D-1618-210F-B8171C37CC3A}"/>
              </a:ext>
            </a:extLst>
          </p:cNvPr>
          <p:cNvGrpSpPr/>
          <p:nvPr/>
        </p:nvGrpSpPr>
        <p:grpSpPr>
          <a:xfrm>
            <a:off x="533472" y="5096155"/>
            <a:ext cx="7949653" cy="1076045"/>
            <a:chOff x="533472" y="5017552"/>
            <a:chExt cx="7949653" cy="107604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595DAF5-023E-1B67-70A1-5F2B35D06465}"/>
                </a:ext>
              </a:extLst>
            </p:cNvPr>
            <p:cNvSpPr/>
            <p:nvPr/>
          </p:nvSpPr>
          <p:spPr>
            <a:xfrm>
              <a:off x="533472" y="5017552"/>
              <a:ext cx="201460" cy="342900"/>
            </a:xfrm>
            <a:prstGeom prst="rect">
              <a:avLst/>
            </a:prstGeom>
            <a:solidFill>
              <a:srgbClr val="99663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A94C527-2E22-F0E3-FE90-D1E25F71911B}"/>
                </a:ext>
              </a:extLst>
            </p:cNvPr>
            <p:cNvSpPr txBox="1"/>
            <p:nvPr/>
          </p:nvSpPr>
          <p:spPr>
            <a:xfrm>
              <a:off x="762000" y="5017552"/>
              <a:ext cx="4092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Out-of-order buffered but </a:t>
              </a:r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B9F276F-EF5E-A4F3-7F6C-3CA46E250D82}"/>
                </a:ext>
              </a:extLst>
            </p:cNvPr>
            <p:cNvSpPr/>
            <p:nvPr/>
          </p:nvSpPr>
          <p:spPr>
            <a:xfrm>
              <a:off x="546300" y="5724265"/>
              <a:ext cx="201460" cy="3429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7DAA46C-7DDF-5E42-E394-ACD6062BD5AB}"/>
                </a:ext>
              </a:extLst>
            </p:cNvPr>
            <p:cNvSpPr txBox="1"/>
            <p:nvPr/>
          </p:nvSpPr>
          <p:spPr>
            <a:xfrm>
              <a:off x="749032" y="5724265"/>
              <a:ext cx="3531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Expected not yet received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37DC45C-B4AD-0B61-1758-63156EA8BF4C}"/>
                </a:ext>
              </a:extLst>
            </p:cNvPr>
            <p:cNvSpPr/>
            <p:nvPr/>
          </p:nvSpPr>
          <p:spPr>
            <a:xfrm>
              <a:off x="6355659" y="5017552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DE0B345-24FE-B00F-CE0A-A37C2AFECBF0}"/>
                </a:ext>
              </a:extLst>
            </p:cNvPr>
            <p:cNvSpPr txBox="1"/>
            <p:nvPr/>
          </p:nvSpPr>
          <p:spPr>
            <a:xfrm>
              <a:off x="6592864" y="5017552"/>
              <a:ext cx="1890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Acceptable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4756DF-71D3-1063-AA5B-C61E2704AE00}"/>
                </a:ext>
              </a:extLst>
            </p:cNvPr>
            <p:cNvSpPr/>
            <p:nvPr/>
          </p:nvSpPr>
          <p:spPr>
            <a:xfrm>
              <a:off x="6355182" y="5724265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60F87CE-9976-9C34-55E7-DE8F1CF1FD04}"/>
                </a:ext>
              </a:extLst>
            </p:cNvPr>
            <p:cNvSpPr txBox="1"/>
            <p:nvPr/>
          </p:nvSpPr>
          <p:spPr>
            <a:xfrm>
              <a:off x="6553200" y="5724265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5D5571-0AB3-8C20-4962-5E7DBEA22770}"/>
              </a:ext>
            </a:extLst>
          </p:cNvPr>
          <p:cNvGrpSpPr/>
          <p:nvPr/>
        </p:nvGrpSpPr>
        <p:grpSpPr>
          <a:xfrm>
            <a:off x="1780002" y="4267200"/>
            <a:ext cx="5535198" cy="463042"/>
            <a:chOff x="1829062" y="3733800"/>
            <a:chExt cx="5535198" cy="463042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7B1FA97-14B1-34B9-A193-3E2A95653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9062" y="3733800"/>
              <a:ext cx="5535198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2185B0D-DD59-CED2-05B1-BA594D50BBDD}"/>
                </a:ext>
              </a:extLst>
            </p:cNvPr>
            <p:cNvSpPr txBox="1"/>
            <p:nvPr/>
          </p:nvSpPr>
          <p:spPr>
            <a:xfrm>
              <a:off x="3862978" y="3827510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339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59259E-6 L 0.0342 0.0113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1" y="5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29" grpId="0" animBg="1"/>
      <p:bldP spid="3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sz="3200" dirty="0"/>
              <a:t>SR: Receiver Window – Expected Packet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53364" y="258681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1829062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2205364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2581666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957968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3353062" y="2583196"/>
            <a:ext cx="201460" cy="3429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5638800" y="258319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6015102" y="258319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6391404" y="258319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6767706" y="258319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7162800" y="257958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6" name="Group 5"/>
          <p:cNvGrpSpPr/>
          <p:nvPr/>
        </p:nvGrpSpPr>
        <p:grpSpPr>
          <a:xfrm>
            <a:off x="2514600" y="1828800"/>
            <a:ext cx="3572265" cy="2216044"/>
            <a:chOff x="2514600" y="2091043"/>
            <a:chExt cx="3572265" cy="2216044"/>
          </a:xfrm>
        </p:grpSpPr>
        <p:sp>
          <p:nvSpPr>
            <p:cNvPr id="18" name="Right Brace 17"/>
            <p:cNvSpPr/>
            <p:nvPr/>
          </p:nvSpPr>
          <p:spPr>
            <a:xfrm rot="5400000">
              <a:off x="4447261" y="2264246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25234" y="3937755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28" name="Rectangular Callout 27"/>
            <p:cNvSpPr/>
            <p:nvPr/>
          </p:nvSpPr>
          <p:spPr>
            <a:xfrm>
              <a:off x="2514600" y="2091043"/>
              <a:ext cx="1344298" cy="425215"/>
            </a:xfrm>
            <a:prstGeom prst="wedgeRectCallout">
              <a:avLst>
                <a:gd name="adj1" fmla="val 20856"/>
                <a:gd name="adj2" fmla="val 10380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 err="1">
                  <a:ln w="0"/>
                  <a:solidFill>
                    <a:schemeClr val="tx1"/>
                  </a:solidFill>
                </a:rPr>
                <a:t>rcv_base</a:t>
              </a:r>
              <a:endParaRPr lang="en-NZ" dirty="0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4089283" y="2591465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1" name="Rectangle 30"/>
          <p:cNvSpPr/>
          <p:nvPr/>
        </p:nvSpPr>
        <p:spPr>
          <a:xfrm>
            <a:off x="3724504" y="2591465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Rectangle 31"/>
          <p:cNvSpPr/>
          <p:nvPr/>
        </p:nvSpPr>
        <p:spPr>
          <a:xfrm>
            <a:off x="4842937" y="2592106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Oval Callout 28"/>
          <p:cNvSpPr/>
          <p:nvPr/>
        </p:nvSpPr>
        <p:spPr>
          <a:xfrm>
            <a:off x="53741" y="3166288"/>
            <a:ext cx="3441967" cy="878555"/>
          </a:xfrm>
          <a:prstGeom prst="wedgeEllipseCallout">
            <a:avLst>
              <a:gd name="adj1" fmla="val 38092"/>
              <a:gd name="adj2" fmla="val -589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These 3 will be delivered to the upper layer!</a:t>
            </a:r>
            <a:endParaRPr lang="en-NZ" dirty="0"/>
          </a:p>
        </p:txBody>
      </p:sp>
      <p:sp>
        <p:nvSpPr>
          <p:cNvPr id="33" name="Rectangle 32"/>
          <p:cNvSpPr/>
          <p:nvPr/>
        </p:nvSpPr>
        <p:spPr>
          <a:xfrm>
            <a:off x="4481675" y="2597203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Rectangle 33"/>
          <p:cNvSpPr/>
          <p:nvPr/>
        </p:nvSpPr>
        <p:spPr>
          <a:xfrm>
            <a:off x="3258774" y="2491562"/>
            <a:ext cx="1143000" cy="5334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Oval Callout 34"/>
          <p:cNvSpPr/>
          <p:nvPr/>
        </p:nvSpPr>
        <p:spPr>
          <a:xfrm>
            <a:off x="4089283" y="605130"/>
            <a:ext cx="4845750" cy="1676399"/>
          </a:xfrm>
          <a:prstGeom prst="wedgeEllipseCallout">
            <a:avLst>
              <a:gd name="adj1" fmla="val -39762"/>
              <a:gd name="adj2" fmla="val 505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Receiver receives an expected packet; it will send a </a:t>
            </a:r>
            <a:r>
              <a:rPr lang="en-NZ" i="1" dirty="0">
                <a:ln w="0"/>
                <a:solidFill>
                  <a:schemeClr val="tx1"/>
                </a:solidFill>
              </a:rPr>
              <a:t>selective</a:t>
            </a:r>
            <a:r>
              <a:rPr lang="en-NZ" dirty="0">
                <a:ln w="0"/>
                <a:solidFill>
                  <a:schemeClr val="tx1"/>
                </a:solidFill>
              </a:rPr>
              <a:t> ACK; deliver buffered and consecutively numbered packets to above.</a:t>
            </a:r>
            <a:endParaRPr lang="en-NZ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6A0338-5BB8-9ED1-4EE9-AD1C11F453E2}"/>
              </a:ext>
            </a:extLst>
          </p:cNvPr>
          <p:cNvGrpSpPr/>
          <p:nvPr/>
        </p:nvGrpSpPr>
        <p:grpSpPr>
          <a:xfrm>
            <a:off x="533472" y="5096155"/>
            <a:ext cx="7949653" cy="1076045"/>
            <a:chOff x="533472" y="5017552"/>
            <a:chExt cx="7949653" cy="107604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0E391B2-8965-26C1-5A8E-049537652760}"/>
                </a:ext>
              </a:extLst>
            </p:cNvPr>
            <p:cNvSpPr/>
            <p:nvPr/>
          </p:nvSpPr>
          <p:spPr>
            <a:xfrm>
              <a:off x="533472" y="5017552"/>
              <a:ext cx="201460" cy="342900"/>
            </a:xfrm>
            <a:prstGeom prst="rect">
              <a:avLst/>
            </a:prstGeom>
            <a:solidFill>
              <a:srgbClr val="99663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08BA610-45C2-137C-4789-B80C6E226223}"/>
                </a:ext>
              </a:extLst>
            </p:cNvPr>
            <p:cNvSpPr txBox="1"/>
            <p:nvPr/>
          </p:nvSpPr>
          <p:spPr>
            <a:xfrm>
              <a:off x="762000" y="5017552"/>
              <a:ext cx="4092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Out-of-order buffered but </a:t>
              </a:r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9B0444E-9DDC-812E-96CE-101A35416C48}"/>
                </a:ext>
              </a:extLst>
            </p:cNvPr>
            <p:cNvSpPr/>
            <p:nvPr/>
          </p:nvSpPr>
          <p:spPr>
            <a:xfrm>
              <a:off x="546300" y="5724265"/>
              <a:ext cx="201460" cy="3429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36E354C-295A-F69A-B277-82DF883184A9}"/>
                </a:ext>
              </a:extLst>
            </p:cNvPr>
            <p:cNvSpPr txBox="1"/>
            <p:nvPr/>
          </p:nvSpPr>
          <p:spPr>
            <a:xfrm>
              <a:off x="749032" y="5724265"/>
              <a:ext cx="3531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Expected not yet received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1498096-4DAF-A19D-639D-EA23BD9A55F3}"/>
                </a:ext>
              </a:extLst>
            </p:cNvPr>
            <p:cNvSpPr/>
            <p:nvPr/>
          </p:nvSpPr>
          <p:spPr>
            <a:xfrm>
              <a:off x="6355659" y="5017552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30BC85-7604-58C2-7D21-44BCE29CED1E}"/>
                </a:ext>
              </a:extLst>
            </p:cNvPr>
            <p:cNvSpPr txBox="1"/>
            <p:nvPr/>
          </p:nvSpPr>
          <p:spPr>
            <a:xfrm>
              <a:off x="6592864" y="5017552"/>
              <a:ext cx="1890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Acceptable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9F4E8B6-3A73-D346-2EBE-DDA2240D3C23}"/>
                </a:ext>
              </a:extLst>
            </p:cNvPr>
            <p:cNvSpPr/>
            <p:nvPr/>
          </p:nvSpPr>
          <p:spPr>
            <a:xfrm>
              <a:off x="6355182" y="5724265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16ACDB3-B7C2-A29E-BF20-E8883C666B62}"/>
                </a:ext>
              </a:extLst>
            </p:cNvPr>
            <p:cNvSpPr txBox="1"/>
            <p:nvPr/>
          </p:nvSpPr>
          <p:spPr>
            <a:xfrm>
              <a:off x="6553200" y="5724265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B04383E-01B2-A8DF-03A3-B1AFCD43C2FC}"/>
              </a:ext>
            </a:extLst>
          </p:cNvPr>
          <p:cNvGrpSpPr/>
          <p:nvPr/>
        </p:nvGrpSpPr>
        <p:grpSpPr>
          <a:xfrm>
            <a:off x="1780002" y="4267200"/>
            <a:ext cx="5535198" cy="463042"/>
            <a:chOff x="1829062" y="3733800"/>
            <a:chExt cx="5535198" cy="46304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E1F9B46-3ECF-EACF-D34D-8C61EF7686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9062" y="3733800"/>
              <a:ext cx="5535198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7055A49-777F-2D4E-F25A-97696EE34DE7}"/>
                </a:ext>
              </a:extLst>
            </p:cNvPr>
            <p:cNvSpPr txBox="1"/>
            <p:nvPr/>
          </p:nvSpPr>
          <p:spPr>
            <a:xfrm>
              <a:off x="3862978" y="3827510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813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7.40741E-7 L 0.12014 0.004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7" y="2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2D05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30" grpId="0" animBg="1"/>
      <p:bldP spid="31" grpId="0" animBg="1"/>
      <p:bldP spid="29" grpId="0" animBg="1"/>
      <p:bldP spid="33" grpId="0" animBg="1"/>
      <p:bldP spid="34" grpId="0" animBg="1"/>
      <p:bldP spid="3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sz="3000" dirty="0"/>
              <a:t>SR: Receiver Window – New Out-of-Order Packet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28104" y="258681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1703802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2080104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2456406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832708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3227802" y="2583196"/>
            <a:ext cx="201460" cy="3429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5513540" y="258319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5889842" y="258319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6266144" y="258319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6642446" y="258319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7037540" y="257958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6" name="Group 5"/>
          <p:cNvGrpSpPr/>
          <p:nvPr/>
        </p:nvGrpSpPr>
        <p:grpSpPr>
          <a:xfrm>
            <a:off x="2281564" y="1828800"/>
            <a:ext cx="3680041" cy="2216044"/>
            <a:chOff x="2406824" y="2091043"/>
            <a:chExt cx="3680041" cy="2216044"/>
          </a:xfrm>
        </p:grpSpPr>
        <p:sp>
          <p:nvSpPr>
            <p:cNvPr id="18" name="Right Brace 17"/>
            <p:cNvSpPr/>
            <p:nvPr/>
          </p:nvSpPr>
          <p:spPr>
            <a:xfrm rot="5400000">
              <a:off x="4447261" y="2264246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25234" y="3937755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28" name="Rectangular Callout 27"/>
            <p:cNvSpPr/>
            <p:nvPr/>
          </p:nvSpPr>
          <p:spPr>
            <a:xfrm>
              <a:off x="2406824" y="2091043"/>
              <a:ext cx="1535237" cy="425215"/>
            </a:xfrm>
            <a:prstGeom prst="wedgeRectCallout">
              <a:avLst>
                <a:gd name="adj1" fmla="val 18709"/>
                <a:gd name="adj2" fmla="val 10614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 err="1">
                  <a:ln w="0"/>
                  <a:solidFill>
                    <a:schemeClr val="tx1"/>
                  </a:solidFill>
                </a:rPr>
                <a:t>rcv_base</a:t>
              </a:r>
              <a:endParaRPr lang="en-NZ" dirty="0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3964023" y="2591465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Rectangle 31"/>
          <p:cNvSpPr/>
          <p:nvPr/>
        </p:nvSpPr>
        <p:spPr>
          <a:xfrm>
            <a:off x="3615341" y="2584233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Oval Callout 28"/>
          <p:cNvSpPr/>
          <p:nvPr/>
        </p:nvSpPr>
        <p:spPr>
          <a:xfrm>
            <a:off x="4165483" y="1026337"/>
            <a:ext cx="3709864" cy="1283823"/>
          </a:xfrm>
          <a:prstGeom prst="wedgeEllipseCallout">
            <a:avLst>
              <a:gd name="adj1" fmla="val -31010"/>
              <a:gd name="adj2" fmla="val 6215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Receiver receives a new packet; buffer it and send a </a:t>
            </a:r>
            <a:r>
              <a:rPr lang="en-NZ" i="1" dirty="0">
                <a:ln w="0"/>
                <a:solidFill>
                  <a:schemeClr val="tx1"/>
                </a:solidFill>
              </a:rPr>
              <a:t>selective</a:t>
            </a:r>
            <a:r>
              <a:rPr lang="en-NZ" dirty="0">
                <a:ln w="0"/>
                <a:solidFill>
                  <a:schemeClr val="tx1"/>
                </a:solidFill>
              </a:rPr>
              <a:t> ACK.</a:t>
            </a:r>
            <a:endParaRPr lang="en-NZ" dirty="0"/>
          </a:p>
        </p:txBody>
      </p:sp>
      <p:sp>
        <p:nvSpPr>
          <p:cNvPr id="34" name="Rectangle 33"/>
          <p:cNvSpPr/>
          <p:nvPr/>
        </p:nvSpPr>
        <p:spPr>
          <a:xfrm>
            <a:off x="4759103" y="258681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Rectangle 34"/>
          <p:cNvSpPr/>
          <p:nvPr/>
        </p:nvSpPr>
        <p:spPr>
          <a:xfrm>
            <a:off x="4361562" y="2595955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47014F-5F60-CBEF-6501-755C2A637132}"/>
              </a:ext>
            </a:extLst>
          </p:cNvPr>
          <p:cNvGrpSpPr/>
          <p:nvPr/>
        </p:nvGrpSpPr>
        <p:grpSpPr>
          <a:xfrm>
            <a:off x="533472" y="5096155"/>
            <a:ext cx="7949653" cy="1076045"/>
            <a:chOff x="533472" y="5017552"/>
            <a:chExt cx="7949653" cy="107604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FBEA2FB-DC7B-94C8-8E46-87B14D020B5B}"/>
                </a:ext>
              </a:extLst>
            </p:cNvPr>
            <p:cNvSpPr/>
            <p:nvPr/>
          </p:nvSpPr>
          <p:spPr>
            <a:xfrm>
              <a:off x="533472" y="5017552"/>
              <a:ext cx="201460" cy="342900"/>
            </a:xfrm>
            <a:prstGeom prst="rect">
              <a:avLst/>
            </a:prstGeom>
            <a:solidFill>
              <a:srgbClr val="99663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74C59E0-B7B2-1ED0-AE36-ACF8F7A30F73}"/>
                </a:ext>
              </a:extLst>
            </p:cNvPr>
            <p:cNvSpPr txBox="1"/>
            <p:nvPr/>
          </p:nvSpPr>
          <p:spPr>
            <a:xfrm>
              <a:off x="762000" y="5017552"/>
              <a:ext cx="4092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Out-of-order buffered but </a:t>
              </a:r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6280B3B-A86C-4139-ABD8-31FF1B899608}"/>
                </a:ext>
              </a:extLst>
            </p:cNvPr>
            <p:cNvSpPr/>
            <p:nvPr/>
          </p:nvSpPr>
          <p:spPr>
            <a:xfrm>
              <a:off x="546300" y="5724265"/>
              <a:ext cx="201460" cy="3429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44227BB-F8E7-B124-1A66-00C1C2254D97}"/>
                </a:ext>
              </a:extLst>
            </p:cNvPr>
            <p:cNvSpPr txBox="1"/>
            <p:nvPr/>
          </p:nvSpPr>
          <p:spPr>
            <a:xfrm>
              <a:off x="749032" y="5724265"/>
              <a:ext cx="3531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Expected not yet received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637624C-F9A9-7C87-73ED-02905E49041E}"/>
                </a:ext>
              </a:extLst>
            </p:cNvPr>
            <p:cNvSpPr/>
            <p:nvPr/>
          </p:nvSpPr>
          <p:spPr>
            <a:xfrm>
              <a:off x="6355659" y="5017552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550B8F2-D90E-D581-A5B7-30B2297C90BA}"/>
                </a:ext>
              </a:extLst>
            </p:cNvPr>
            <p:cNvSpPr txBox="1"/>
            <p:nvPr/>
          </p:nvSpPr>
          <p:spPr>
            <a:xfrm>
              <a:off x="6592864" y="5017552"/>
              <a:ext cx="1890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Acceptable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17E711E-3E20-D6AB-6B3C-0330D63A8607}"/>
                </a:ext>
              </a:extLst>
            </p:cNvPr>
            <p:cNvSpPr/>
            <p:nvPr/>
          </p:nvSpPr>
          <p:spPr>
            <a:xfrm>
              <a:off x="6355182" y="5724265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9B61393-D367-4EAF-DF41-F4B9BE1279ED}"/>
                </a:ext>
              </a:extLst>
            </p:cNvPr>
            <p:cNvSpPr txBox="1"/>
            <p:nvPr/>
          </p:nvSpPr>
          <p:spPr>
            <a:xfrm>
              <a:off x="6553200" y="5724265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8C67D3A-1C2F-7E3D-211A-0B42CD62A875}"/>
              </a:ext>
            </a:extLst>
          </p:cNvPr>
          <p:cNvGrpSpPr/>
          <p:nvPr/>
        </p:nvGrpSpPr>
        <p:grpSpPr>
          <a:xfrm>
            <a:off x="1780002" y="4267200"/>
            <a:ext cx="5535198" cy="463042"/>
            <a:chOff x="1829062" y="3733800"/>
            <a:chExt cx="5535198" cy="463042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0752A3F-0325-DDBA-FC6F-FA55E2F762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9062" y="3733800"/>
              <a:ext cx="5535198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56F69C2-24FB-CDE2-3008-0F511EEDAEBB}"/>
                </a:ext>
              </a:extLst>
            </p:cNvPr>
            <p:cNvSpPr txBox="1"/>
            <p:nvPr/>
          </p:nvSpPr>
          <p:spPr>
            <a:xfrm>
              <a:off x="3862978" y="3827510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210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6633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996633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SR: Receiver Window – Old Packet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53364" y="258681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1829062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2205364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2581666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957968" y="2586812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3353062" y="2583196"/>
            <a:ext cx="201460" cy="3429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5638800" y="258319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6015102" y="258319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6391404" y="258319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6767706" y="2583196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7162800" y="2579580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6" name="Group 5"/>
          <p:cNvGrpSpPr/>
          <p:nvPr/>
        </p:nvGrpSpPr>
        <p:grpSpPr>
          <a:xfrm>
            <a:off x="2406824" y="1828800"/>
            <a:ext cx="3680041" cy="2216044"/>
            <a:chOff x="2406824" y="2091043"/>
            <a:chExt cx="3680041" cy="2216044"/>
          </a:xfrm>
        </p:grpSpPr>
        <p:sp>
          <p:nvSpPr>
            <p:cNvPr id="18" name="Right Brace 17"/>
            <p:cNvSpPr/>
            <p:nvPr/>
          </p:nvSpPr>
          <p:spPr>
            <a:xfrm rot="5400000">
              <a:off x="4447261" y="2264246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25234" y="3937755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28" name="Rectangular Callout 27"/>
            <p:cNvSpPr/>
            <p:nvPr/>
          </p:nvSpPr>
          <p:spPr>
            <a:xfrm>
              <a:off x="2406824" y="2091043"/>
              <a:ext cx="1535237" cy="425215"/>
            </a:xfrm>
            <a:prstGeom prst="wedgeRectCallout">
              <a:avLst>
                <a:gd name="adj1" fmla="val 17584"/>
                <a:gd name="adj2" fmla="val 10847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 err="1">
                  <a:ln w="0"/>
                  <a:solidFill>
                    <a:schemeClr val="tx1"/>
                  </a:solidFill>
                </a:rPr>
                <a:t>rcv_base</a:t>
              </a:r>
              <a:endParaRPr lang="en-NZ" dirty="0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4089283" y="2591465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Rectangle 31"/>
          <p:cNvSpPr/>
          <p:nvPr/>
        </p:nvSpPr>
        <p:spPr>
          <a:xfrm>
            <a:off x="3740601" y="2584233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Oval Callout 28"/>
          <p:cNvSpPr/>
          <p:nvPr/>
        </p:nvSpPr>
        <p:spPr>
          <a:xfrm>
            <a:off x="4089282" y="891900"/>
            <a:ext cx="4089280" cy="1283823"/>
          </a:xfrm>
          <a:prstGeom prst="wedgeEllipseCallout">
            <a:avLst>
              <a:gd name="adj1" fmla="val -42941"/>
              <a:gd name="adj2" fmla="val 753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</a:rPr>
              <a:t>Receiver receives an old packet (retransmission); ignore it and send a </a:t>
            </a:r>
            <a:r>
              <a:rPr lang="en-NZ" i="1" dirty="0">
                <a:ln w="0"/>
                <a:solidFill>
                  <a:schemeClr val="tx1"/>
                </a:solidFill>
              </a:rPr>
              <a:t>selective</a:t>
            </a:r>
            <a:r>
              <a:rPr lang="en-NZ" dirty="0">
                <a:ln w="0"/>
                <a:solidFill>
                  <a:schemeClr val="tx1"/>
                </a:solidFill>
              </a:rPr>
              <a:t> ACK again.</a:t>
            </a:r>
            <a:endParaRPr lang="en-NZ" dirty="0"/>
          </a:p>
        </p:txBody>
      </p:sp>
      <p:sp>
        <p:nvSpPr>
          <p:cNvPr id="34" name="Rectangle 33"/>
          <p:cNvSpPr/>
          <p:nvPr/>
        </p:nvSpPr>
        <p:spPr>
          <a:xfrm>
            <a:off x="4884363" y="2586812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Rectangle 34"/>
          <p:cNvSpPr/>
          <p:nvPr/>
        </p:nvSpPr>
        <p:spPr>
          <a:xfrm>
            <a:off x="4486822" y="2595955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CCF3C77-FE79-D853-15F4-67DB30145F63}"/>
              </a:ext>
            </a:extLst>
          </p:cNvPr>
          <p:cNvGrpSpPr/>
          <p:nvPr/>
        </p:nvGrpSpPr>
        <p:grpSpPr>
          <a:xfrm>
            <a:off x="533472" y="5096155"/>
            <a:ext cx="7949653" cy="1076045"/>
            <a:chOff x="533472" y="5017552"/>
            <a:chExt cx="7949653" cy="107604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1A1D1A7-10B8-DC5A-4F11-F87F8E5A8A5A}"/>
                </a:ext>
              </a:extLst>
            </p:cNvPr>
            <p:cNvSpPr/>
            <p:nvPr/>
          </p:nvSpPr>
          <p:spPr>
            <a:xfrm>
              <a:off x="533472" y="5017552"/>
              <a:ext cx="201460" cy="342900"/>
            </a:xfrm>
            <a:prstGeom prst="rect">
              <a:avLst/>
            </a:prstGeom>
            <a:solidFill>
              <a:srgbClr val="996633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0E62A4A-ADD6-A4CD-2612-3B83032C6137}"/>
                </a:ext>
              </a:extLst>
            </p:cNvPr>
            <p:cNvSpPr txBox="1"/>
            <p:nvPr/>
          </p:nvSpPr>
          <p:spPr>
            <a:xfrm>
              <a:off x="762000" y="5017552"/>
              <a:ext cx="4092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Out-of-order buffered but </a:t>
              </a:r>
              <a:r>
                <a:rPr lang="en-NZ" dirty="0" err="1"/>
                <a:t>ACK’d</a:t>
              </a:r>
              <a:r>
                <a:rPr lang="en-NZ" dirty="0"/>
                <a:t>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C7F02E9-EDE6-2BFC-DDC5-178B51E220F2}"/>
                </a:ext>
              </a:extLst>
            </p:cNvPr>
            <p:cNvSpPr/>
            <p:nvPr/>
          </p:nvSpPr>
          <p:spPr>
            <a:xfrm>
              <a:off x="546300" y="5724265"/>
              <a:ext cx="201460" cy="3429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6B08B35-5C4F-E2AE-C278-EF99A0BDFFF5}"/>
                </a:ext>
              </a:extLst>
            </p:cNvPr>
            <p:cNvSpPr txBox="1"/>
            <p:nvPr/>
          </p:nvSpPr>
          <p:spPr>
            <a:xfrm>
              <a:off x="749032" y="5724265"/>
              <a:ext cx="35317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Expected not yet received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F55CF63-72E0-9517-BB73-60336D852F05}"/>
                </a:ext>
              </a:extLst>
            </p:cNvPr>
            <p:cNvSpPr/>
            <p:nvPr/>
          </p:nvSpPr>
          <p:spPr>
            <a:xfrm>
              <a:off x="6355659" y="5017552"/>
              <a:ext cx="201460" cy="3429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351E82F-96FC-0723-1E21-CD1827168DEC}"/>
                </a:ext>
              </a:extLst>
            </p:cNvPr>
            <p:cNvSpPr txBox="1"/>
            <p:nvPr/>
          </p:nvSpPr>
          <p:spPr>
            <a:xfrm>
              <a:off x="6592864" y="5017552"/>
              <a:ext cx="1890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Acceptable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439FDDC-736C-217E-A4AD-E850EA471BCA}"/>
                </a:ext>
              </a:extLst>
            </p:cNvPr>
            <p:cNvSpPr/>
            <p:nvPr/>
          </p:nvSpPr>
          <p:spPr>
            <a:xfrm>
              <a:off x="6355182" y="5724265"/>
              <a:ext cx="201460" cy="3429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B1EFF54-06DE-61ED-34DD-1643C9F787AA}"/>
                </a:ext>
              </a:extLst>
            </p:cNvPr>
            <p:cNvSpPr txBox="1"/>
            <p:nvPr/>
          </p:nvSpPr>
          <p:spPr>
            <a:xfrm>
              <a:off x="6553200" y="5724265"/>
              <a:ext cx="1851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Not usable </a:t>
              </a:r>
              <a:r>
                <a:rPr lang="en-NZ" dirty="0" err="1"/>
                <a:t>seq</a:t>
              </a:r>
              <a:r>
                <a:rPr lang="en-NZ" dirty="0"/>
                <a:t>#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14E2D86-3EDF-F44B-C4B4-539422BBC67D}"/>
              </a:ext>
            </a:extLst>
          </p:cNvPr>
          <p:cNvGrpSpPr/>
          <p:nvPr/>
        </p:nvGrpSpPr>
        <p:grpSpPr>
          <a:xfrm>
            <a:off x="1780002" y="4267200"/>
            <a:ext cx="5535198" cy="463042"/>
            <a:chOff x="1829062" y="3733800"/>
            <a:chExt cx="5535198" cy="463042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468DE71-7414-6F9A-10D4-3343C2F011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9062" y="3733800"/>
              <a:ext cx="5535198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621C4BC-EFB1-C467-E6A7-15A21BAC7152}"/>
                </a:ext>
              </a:extLst>
            </p:cNvPr>
            <p:cNvSpPr txBox="1"/>
            <p:nvPr/>
          </p:nvSpPr>
          <p:spPr>
            <a:xfrm>
              <a:off x="3862978" y="3827510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Older packets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521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SR: Receiver window – a delivered </a:t>
            </a:r>
            <a:r>
              <a:rPr lang="en-NZ" dirty="0" err="1"/>
              <a:t>pkt</a:t>
            </a:r>
            <a:r>
              <a:rPr lang="en-NZ" dirty="0"/>
              <a:t> - </a:t>
            </a:r>
            <a:r>
              <a:rPr lang="en-NZ" dirty="0" err="1"/>
              <a:t>seq</a:t>
            </a:r>
            <a:r>
              <a:rPr lang="en-NZ" dirty="0"/>
              <a:t># in [</a:t>
            </a:r>
            <a:r>
              <a:rPr lang="en-NZ" dirty="0" err="1"/>
              <a:t>rcv_base</a:t>
            </a:r>
            <a:r>
              <a:rPr lang="en-NZ" dirty="0"/>
              <a:t>-N, rcvbase-1]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53364" y="2849055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/>
          <p:cNvSpPr/>
          <p:nvPr/>
        </p:nvSpPr>
        <p:spPr>
          <a:xfrm>
            <a:off x="1829062" y="2849055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/>
          <p:cNvSpPr/>
          <p:nvPr/>
        </p:nvSpPr>
        <p:spPr>
          <a:xfrm>
            <a:off x="2205364" y="2849055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Rectangle 9"/>
          <p:cNvSpPr/>
          <p:nvPr/>
        </p:nvSpPr>
        <p:spPr>
          <a:xfrm>
            <a:off x="2581666" y="2849055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Rectangle 10"/>
          <p:cNvSpPr/>
          <p:nvPr/>
        </p:nvSpPr>
        <p:spPr>
          <a:xfrm>
            <a:off x="2957968" y="2849055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 11"/>
          <p:cNvSpPr/>
          <p:nvPr/>
        </p:nvSpPr>
        <p:spPr>
          <a:xfrm>
            <a:off x="3353062" y="2845439"/>
            <a:ext cx="201460" cy="3429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/>
          <p:cNvSpPr/>
          <p:nvPr/>
        </p:nvSpPr>
        <p:spPr>
          <a:xfrm>
            <a:off x="5638800" y="2845439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/>
          <p:cNvSpPr/>
          <p:nvPr/>
        </p:nvSpPr>
        <p:spPr>
          <a:xfrm>
            <a:off x="6015102" y="2845439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 14"/>
          <p:cNvSpPr/>
          <p:nvPr/>
        </p:nvSpPr>
        <p:spPr>
          <a:xfrm>
            <a:off x="6391404" y="2845439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Rectangle 15"/>
          <p:cNvSpPr/>
          <p:nvPr/>
        </p:nvSpPr>
        <p:spPr>
          <a:xfrm>
            <a:off x="6767706" y="2845439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Rectangle 16"/>
          <p:cNvSpPr/>
          <p:nvPr/>
        </p:nvSpPr>
        <p:spPr>
          <a:xfrm>
            <a:off x="7162800" y="2841823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Rectangle 19"/>
          <p:cNvSpPr/>
          <p:nvPr/>
        </p:nvSpPr>
        <p:spPr>
          <a:xfrm>
            <a:off x="475184" y="5097791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" name="TextBox 20"/>
          <p:cNvSpPr txBox="1"/>
          <p:nvPr/>
        </p:nvSpPr>
        <p:spPr>
          <a:xfrm>
            <a:off x="649672" y="5092218"/>
            <a:ext cx="2736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 err="1"/>
              <a:t>ACK’d</a:t>
            </a:r>
            <a:r>
              <a:rPr lang="en-NZ" dirty="0"/>
              <a:t> </a:t>
            </a:r>
            <a:r>
              <a:rPr lang="en-NZ" dirty="0" err="1"/>
              <a:t>seq</a:t>
            </a:r>
            <a:r>
              <a:rPr lang="en-NZ" dirty="0"/>
              <a:t>#; out-of-order</a:t>
            </a:r>
          </a:p>
          <a:p>
            <a:r>
              <a:rPr lang="en-NZ" dirty="0"/>
              <a:t>Buffered;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8012" y="5935752"/>
            <a:ext cx="201460" cy="3429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3" name="TextBox 22"/>
          <p:cNvSpPr txBox="1"/>
          <p:nvPr/>
        </p:nvSpPr>
        <p:spPr>
          <a:xfrm>
            <a:off x="649672" y="5935193"/>
            <a:ext cx="344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expected </a:t>
            </a:r>
            <a:r>
              <a:rPr lang="en-NZ" dirty="0" err="1"/>
              <a:t>seq</a:t>
            </a:r>
            <a:r>
              <a:rPr lang="en-NZ" dirty="0"/>
              <a:t>#, not yet received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7371" y="5127001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TextBox 24"/>
          <p:cNvSpPr txBox="1"/>
          <p:nvPr/>
        </p:nvSpPr>
        <p:spPr>
          <a:xfrm>
            <a:off x="6534576" y="5100569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acceptable </a:t>
            </a:r>
            <a:r>
              <a:rPr lang="en-NZ" dirty="0" err="1"/>
              <a:t>seq</a:t>
            </a:r>
            <a:r>
              <a:rPr lang="en-NZ" dirty="0"/>
              <a:t>#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6894" y="5711717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7" name="TextBox 26"/>
          <p:cNvSpPr txBox="1"/>
          <p:nvPr/>
        </p:nvSpPr>
        <p:spPr>
          <a:xfrm>
            <a:off x="6579257" y="5698501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Not usable </a:t>
            </a:r>
            <a:r>
              <a:rPr lang="en-NZ" dirty="0" err="1"/>
              <a:t>seq</a:t>
            </a:r>
            <a:r>
              <a:rPr lang="en-NZ" dirty="0"/>
              <a:t>#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205363" y="2091043"/>
            <a:ext cx="3881502" cy="2216044"/>
            <a:chOff x="2205363" y="2091043"/>
            <a:chExt cx="3881502" cy="2216044"/>
          </a:xfrm>
        </p:grpSpPr>
        <p:sp>
          <p:nvSpPr>
            <p:cNvPr id="18" name="Right Brace 17"/>
            <p:cNvSpPr/>
            <p:nvPr/>
          </p:nvSpPr>
          <p:spPr>
            <a:xfrm rot="5400000">
              <a:off x="4447261" y="2264246"/>
              <a:ext cx="685800" cy="2593409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25234" y="3937755"/>
              <a:ext cx="1967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Window of size </a:t>
              </a:r>
              <a:r>
                <a:rPr lang="en-NZ" i="1" dirty="0"/>
                <a:t>N</a:t>
              </a:r>
            </a:p>
          </p:txBody>
        </p:sp>
        <p:sp>
          <p:nvSpPr>
            <p:cNvPr id="28" name="Rectangular Callout 27"/>
            <p:cNvSpPr/>
            <p:nvPr/>
          </p:nvSpPr>
          <p:spPr>
            <a:xfrm>
              <a:off x="2205363" y="2091043"/>
              <a:ext cx="1883919" cy="425215"/>
            </a:xfrm>
            <a:prstGeom prst="wedgeRectCallout">
              <a:avLst>
                <a:gd name="adj1" fmla="val 16937"/>
                <a:gd name="adj2" fmla="val 11782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Rcv_base</a:t>
              </a:r>
              <a:endParaRPr lang="en-NZ" dirty="0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4089283" y="2853708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Rectangle 31"/>
          <p:cNvSpPr/>
          <p:nvPr/>
        </p:nvSpPr>
        <p:spPr>
          <a:xfrm>
            <a:off x="4842937" y="2854349"/>
            <a:ext cx="201460" cy="342900"/>
          </a:xfrm>
          <a:prstGeom prst="rect">
            <a:avLst/>
          </a:prstGeom>
          <a:solidFill>
            <a:srgbClr val="99663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9" name="Oval Callout 28"/>
          <p:cNvSpPr/>
          <p:nvPr/>
        </p:nvSpPr>
        <p:spPr>
          <a:xfrm>
            <a:off x="-105314" y="3446308"/>
            <a:ext cx="3825691" cy="1348051"/>
          </a:xfrm>
          <a:prstGeom prst="wedgeEllipseCallout">
            <a:avLst>
              <a:gd name="adj1" fmla="val 21051"/>
              <a:gd name="adj2" fmla="val -668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Receiver receives a delivered </a:t>
            </a:r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pkt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 it will send an ACK (sender might be waiting for this ACK).</a:t>
            </a:r>
            <a:endParaRPr lang="en-NZ" dirty="0"/>
          </a:p>
        </p:txBody>
      </p:sp>
      <p:sp>
        <p:nvSpPr>
          <p:cNvPr id="33" name="Rectangle 32"/>
          <p:cNvSpPr/>
          <p:nvPr/>
        </p:nvSpPr>
        <p:spPr>
          <a:xfrm>
            <a:off x="4481675" y="2859446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Rectangle 34"/>
          <p:cNvSpPr/>
          <p:nvPr/>
        </p:nvSpPr>
        <p:spPr>
          <a:xfrm>
            <a:off x="3720377" y="2849055"/>
            <a:ext cx="201460" cy="3429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Rectangle 33"/>
          <p:cNvSpPr/>
          <p:nvPr/>
        </p:nvSpPr>
        <p:spPr>
          <a:xfrm>
            <a:off x="2587365" y="2843678"/>
            <a:ext cx="201460" cy="342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39" name="Group 38"/>
          <p:cNvGrpSpPr/>
          <p:nvPr/>
        </p:nvGrpSpPr>
        <p:grpSpPr>
          <a:xfrm>
            <a:off x="4321919" y="1416726"/>
            <a:ext cx="4885619" cy="400059"/>
            <a:chOff x="4321919" y="1416726"/>
            <a:chExt cx="4885619" cy="400059"/>
          </a:xfrm>
        </p:grpSpPr>
        <p:sp>
          <p:nvSpPr>
            <p:cNvPr id="31" name="TextBox 30"/>
            <p:cNvSpPr txBox="1"/>
            <p:nvPr/>
          </p:nvSpPr>
          <p:spPr>
            <a:xfrm>
              <a:off x="4321919" y="1430501"/>
              <a:ext cx="2326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S: 0 1 2 3 4 5 6 7 8 9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868436" y="1425929"/>
              <a:ext cx="2339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R: 0 1 2 3 4 5 6 7 8 9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680169" y="1447453"/>
              <a:ext cx="771689" cy="369332"/>
            </a:xfrm>
            <a:prstGeom prst="rect">
              <a:avLst/>
            </a:prstGeom>
            <a:solidFill>
              <a:schemeClr val="bg1">
                <a:lumMod val="85000"/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977981" y="1416726"/>
              <a:ext cx="771689" cy="369332"/>
            </a:xfrm>
            <a:prstGeom prst="rect">
              <a:avLst/>
            </a:prstGeom>
            <a:solidFill>
              <a:srgbClr val="92D05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</p:spTree>
    <p:extLst>
      <p:ext uri="{BB962C8B-B14F-4D97-AF65-F5344CB8AC3E}">
        <p14:creationId xmlns:p14="http://schemas.microsoft.com/office/powerpoint/2010/main" val="177662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SR: Receiver 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010400" y="6499596"/>
            <a:ext cx="2011363" cy="27827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257300" y="1452565"/>
            <a:ext cx="6819900" cy="4262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algn="l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Packet with seq# in [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rcv_base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rcv_base+N-1]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a selective ACK</a:t>
            </a: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out-of-order: the packet is buffered</a:t>
            </a: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seq# =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rcv_base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the packet and any buffered, in-order packets are delivered, advance the window by the number of packets delivered</a:t>
            </a:r>
          </a:p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Packet with seq# in [</a:t>
            </a:r>
            <a:r>
              <a:rPr lang="en-US" alt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rcv_base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-N, rcv_base-1]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send ACK even if the receiver has previously acknowledged</a:t>
            </a:r>
          </a:p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Otherwise</a:t>
            </a:r>
            <a:endParaRPr lang="en-US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ignore the packet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219200" y="1133475"/>
            <a:ext cx="6934200" cy="473392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12" name="Group 10"/>
          <p:cNvGrpSpPr>
            <a:grpSpLocks/>
          </p:cNvGrpSpPr>
          <p:nvPr/>
        </p:nvGrpSpPr>
        <p:grpSpPr bwMode="auto">
          <a:xfrm>
            <a:off x="1443038" y="874714"/>
            <a:ext cx="1401762" cy="461963"/>
            <a:chOff x="3339" y="191"/>
            <a:chExt cx="883" cy="291"/>
          </a:xfrm>
        </p:grpSpPr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360" y="264"/>
              <a:ext cx="822" cy="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3339" y="191"/>
              <a:ext cx="8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>
                  <a:solidFill>
                    <a:schemeClr val="accent2"/>
                  </a:solidFill>
                </a:rPr>
                <a:t>Receiver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87283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SR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5315BB8-7A05-611E-4443-A52AFC95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24974"/>
            <a:ext cx="5898656" cy="556736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E2D8683-6F92-4E17-044E-4113707701D4}"/>
              </a:ext>
            </a:extLst>
          </p:cNvPr>
          <p:cNvSpPr txBox="1"/>
          <p:nvPr/>
        </p:nvSpPr>
        <p:spPr>
          <a:xfrm>
            <a:off x="6858000" y="5562600"/>
            <a:ext cx="2179983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/>
              <a:t>Source: James F. Kurose &amp; Keith W. Ross, Computer networking: a top-down approach featuring the Internet, 3</a:t>
            </a:r>
            <a:r>
              <a:rPr lang="en-GB" sz="1100" baseline="30000" dirty="0"/>
              <a:t>rd</a:t>
            </a:r>
            <a:r>
              <a:rPr lang="en-GB" sz="1100" dirty="0"/>
              <a:t> edition, 2005, Figure 3.26.</a:t>
            </a:r>
          </a:p>
        </p:txBody>
      </p:sp>
    </p:spTree>
    <p:extLst>
      <p:ext uri="{BB962C8B-B14F-4D97-AF65-F5344CB8AC3E}">
        <p14:creationId xmlns:p14="http://schemas.microsoft.com/office/powerpoint/2010/main" val="24487626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NZ" sz="3200" dirty="0"/>
              <a:t>SR: Receiver Dilemma with Too Large Windows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02906" y="1092667"/>
            <a:ext cx="3276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2400" kern="0" dirty="0"/>
              <a:t>Example: </a:t>
            </a:r>
          </a:p>
          <a:p>
            <a:r>
              <a:rPr lang="en-US" altLang="en-US" sz="2000" kern="0" dirty="0"/>
              <a:t>seq#: 0, 1, 2, 3</a:t>
            </a:r>
          </a:p>
          <a:p>
            <a:r>
              <a:rPr lang="en-US" altLang="en-US" sz="2000" kern="0" dirty="0"/>
              <a:t>window size = 3</a:t>
            </a:r>
            <a:endParaRPr lang="en-US" altLang="en-US" sz="2400" kern="0" dirty="0"/>
          </a:p>
          <a:p>
            <a:endParaRPr lang="en-US" altLang="en-US" sz="2400" kern="0" dirty="0"/>
          </a:p>
          <a:p>
            <a:pPr marL="0" indent="0">
              <a:buNone/>
            </a:pPr>
            <a:endParaRPr lang="en-US" altLang="en-US" sz="2000" kern="0" dirty="0"/>
          </a:p>
        </p:txBody>
      </p:sp>
      <p:sp>
        <p:nvSpPr>
          <p:cNvPr id="8" name="Oval Callout 7"/>
          <p:cNvSpPr/>
          <p:nvPr/>
        </p:nvSpPr>
        <p:spPr>
          <a:xfrm>
            <a:off x="822143" y="2622309"/>
            <a:ext cx="2860676" cy="685800"/>
          </a:xfrm>
          <a:prstGeom prst="wedgeEllipseCallout">
            <a:avLst>
              <a:gd name="adj1" fmla="val 63280"/>
              <a:gd name="adj2" fmla="val -286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retransmission with </a:t>
            </a:r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# 0</a:t>
            </a:r>
            <a:endParaRPr lang="en-NZ" dirty="0"/>
          </a:p>
        </p:txBody>
      </p:sp>
      <p:sp>
        <p:nvSpPr>
          <p:cNvPr id="9" name="Oval Callout 8"/>
          <p:cNvSpPr/>
          <p:nvPr/>
        </p:nvSpPr>
        <p:spPr>
          <a:xfrm>
            <a:off x="685800" y="4793562"/>
            <a:ext cx="3228975" cy="685800"/>
          </a:xfrm>
          <a:prstGeom prst="wedgeEllipseCallout">
            <a:avLst>
              <a:gd name="adj1" fmla="val 51085"/>
              <a:gd name="adj2" fmla="val -434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new transmission with </a:t>
            </a:r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# 0</a:t>
            </a:r>
            <a:endParaRPr lang="en-NZ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39FC2C-BED6-6EA0-C193-81E33AA26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87" y="1012329"/>
            <a:ext cx="4169164" cy="2793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1F20DE-CCE8-0BB5-9CC4-35331A688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870266"/>
            <a:ext cx="4169164" cy="27591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47FA84-4D22-18D5-2AD0-F31B3A9AF16C}"/>
              </a:ext>
            </a:extLst>
          </p:cNvPr>
          <p:cNvSpPr txBox="1"/>
          <p:nvPr/>
        </p:nvSpPr>
        <p:spPr>
          <a:xfrm>
            <a:off x="649357" y="6272025"/>
            <a:ext cx="461138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/>
              <a:t>Source: James F. Kurose &amp; Keith W. Ross, Computer networking: a top-down approach featuring the Internet, 3</a:t>
            </a:r>
            <a:r>
              <a:rPr lang="en-GB" sz="1100" baseline="30000" dirty="0"/>
              <a:t>rd</a:t>
            </a:r>
            <a:r>
              <a:rPr lang="en-GB" sz="1100" dirty="0"/>
              <a:t> edition, 2005, Figure 3.26.</a:t>
            </a:r>
          </a:p>
        </p:txBody>
      </p:sp>
    </p:spTree>
    <p:extLst>
      <p:ext uri="{BB962C8B-B14F-4D97-AF65-F5344CB8AC3E}">
        <p14:creationId xmlns:p14="http://schemas.microsoft.com/office/powerpoint/2010/main" val="177538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sz="3200" dirty="0"/>
              <a:t>What is the relationship between the window size and </a:t>
            </a:r>
            <a:r>
              <a:rPr lang="en-NZ" sz="3200" dirty="0" err="1"/>
              <a:t>seq</a:t>
            </a:r>
            <a:r>
              <a:rPr lang="en-NZ" sz="3200" dirty="0"/>
              <a:t># space?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4">
                <a:extLst>
                  <a:ext uri="{FF2B5EF4-FFF2-40B4-BE49-F238E27FC236}">
                    <a16:creationId xmlns:a16="http://schemas.microsoft.com/office/drawing/2014/main" id="{55A5AAF8-6442-D585-9B01-8945DADE1BB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371600" y="4343400"/>
                <a:ext cx="6400800" cy="990600"/>
              </a:xfrm>
            </p:spPr>
            <p:txBody>
              <a:bodyPr/>
              <a:lstStyle/>
              <a:p>
                <a:pPr>
                  <a:buFont typeface="ZapfDingbats" pitchFamily="82" charset="2"/>
                  <a:buNone/>
                </a:pPr>
                <a:r>
                  <a:rPr lang="en-US" altLang="en-US" kern="0" dirty="0">
                    <a:ln w="0"/>
                    <a:solidFill>
                      <a:schemeClr val="tx1"/>
                    </a:solidFill>
                    <a:effectLst/>
                  </a:rPr>
                  <a:t>window size </a:t>
                </a:r>
                <a14:m>
                  <m:oMath xmlns:m="http://schemas.openxmlformats.org/officeDocument/2006/math">
                    <m:r>
                      <a:rPr lang="en-NZ" altLang="en-US" b="0" i="0" kern="0" smtClean="0">
                        <a:ln w="0"/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≤ </m:t>
                    </m:r>
                    <m:f>
                      <m:fPr>
                        <m:ctrlPr>
                          <a:rPr lang="en-NZ" altLang="en-US" b="0" i="1" kern="0" smtClean="0">
                            <a:ln w="0"/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NZ" altLang="en-US" b="0" i="0" kern="0" smtClean="0">
                            <a:ln w="0"/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NZ" altLang="en-US" b="0" i="0" kern="0" smtClean="0">
                            <a:ln w="0"/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NZ" altLang="en-US" b="0" i="0" kern="0" smtClean="0">
                        <a:ln w="0"/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kern="0" dirty="0">
                    <a:ln w="0"/>
                    <a:solidFill>
                      <a:schemeClr val="tx1"/>
                    </a:solidFill>
                    <a:effectLst/>
                  </a:rPr>
                  <a:t> (size of seq# space)</a:t>
                </a:r>
              </a:p>
            </p:txBody>
          </p:sp>
        </mc:Choice>
        <mc:Fallback xmlns="">
          <p:sp>
            <p:nvSpPr>
              <p:cNvPr id="5" name="Subtitle 4">
                <a:extLst>
                  <a:ext uri="{FF2B5EF4-FFF2-40B4-BE49-F238E27FC236}">
                    <a16:creationId xmlns:a16="http://schemas.microsoft.com/office/drawing/2014/main" id="{55A5AAF8-6442-D585-9B01-8945DADE1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371600" y="4343400"/>
                <a:ext cx="6400800" cy="9906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9654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Summary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0916914"/>
              </p:ext>
            </p:extLst>
          </p:nvPr>
        </p:nvGraphicFramePr>
        <p:xfrm>
          <a:off x="457200" y="1143000"/>
          <a:ext cx="8229600" cy="4953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519">
                <a:tc>
                  <a:txBody>
                    <a:bodyPr/>
                    <a:lstStyle/>
                    <a:p>
                      <a:r>
                        <a:rPr lang="en-NZ" sz="2000" dirty="0">
                          <a:solidFill>
                            <a:schemeClr val="tx1"/>
                          </a:solidFill>
                        </a:rPr>
                        <a:t>Mechanism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Z" sz="2000" dirty="0">
                          <a:solidFill>
                            <a:schemeClr val="tx1"/>
                          </a:solidFill>
                        </a:rPr>
                        <a:t>Use,</a:t>
                      </a:r>
                      <a:r>
                        <a:rPr lang="en-NZ" sz="2000" baseline="0" dirty="0">
                          <a:solidFill>
                            <a:schemeClr val="tx1"/>
                          </a:solidFill>
                        </a:rPr>
                        <a:t> Comments</a:t>
                      </a:r>
                      <a:endParaRPr lang="en-NZ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519">
                <a:tc>
                  <a:txBody>
                    <a:bodyPr/>
                    <a:lstStyle/>
                    <a:p>
                      <a:r>
                        <a:rPr lang="en-NZ" sz="2000" dirty="0"/>
                        <a:t>Checksum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Z" sz="2000" dirty="0"/>
                        <a:t>To detect bit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611">
                <a:tc>
                  <a:txBody>
                    <a:bodyPr/>
                    <a:lstStyle/>
                    <a:p>
                      <a:r>
                        <a:rPr lang="en-NZ" sz="2000" dirty="0"/>
                        <a:t>Timer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Z" sz="2000" dirty="0"/>
                        <a:t>To timeout/retransmit a packet (lost/premature packet)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611">
                <a:tc>
                  <a:txBody>
                    <a:bodyPr/>
                    <a:lstStyle/>
                    <a:p>
                      <a:r>
                        <a:rPr lang="en-NZ" sz="2000" dirty="0"/>
                        <a:t>Sequence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Z" sz="2000" dirty="0"/>
                        <a:t>To detect a lost packet (gap</a:t>
                      </a:r>
                      <a:r>
                        <a:rPr lang="en-NZ" sz="2000" baseline="0" dirty="0"/>
                        <a:t> in </a:t>
                      </a:r>
                      <a:r>
                        <a:rPr lang="en-NZ" sz="2000" baseline="0" dirty="0" err="1"/>
                        <a:t>seq</a:t>
                      </a:r>
                      <a:r>
                        <a:rPr lang="en-NZ" sz="2000" baseline="0" dirty="0"/>
                        <a:t>#)</a:t>
                      </a:r>
                    </a:p>
                    <a:p>
                      <a:r>
                        <a:rPr lang="en-NZ" sz="2000" baseline="0" dirty="0"/>
                        <a:t>To detect a duplicate packet (duplicate </a:t>
                      </a:r>
                      <a:r>
                        <a:rPr lang="en-NZ" sz="2000" baseline="0" dirty="0" err="1"/>
                        <a:t>seq</a:t>
                      </a:r>
                      <a:r>
                        <a:rPr lang="en-NZ" sz="2000" baseline="0" dirty="0"/>
                        <a:t>#)</a:t>
                      </a:r>
                      <a:endParaRPr lang="en-NZ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611">
                <a:tc>
                  <a:txBody>
                    <a:bodyPr/>
                    <a:lstStyle/>
                    <a:p>
                      <a:r>
                        <a:rPr lang="en-NZ" sz="2000" dirty="0"/>
                        <a:t>Acknowledgement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Z" sz="2000" dirty="0"/>
                        <a:t>To notify</a:t>
                      </a:r>
                      <a:r>
                        <a:rPr lang="en-NZ" sz="2000" baseline="0" dirty="0"/>
                        <a:t> the successful receipt of packets (individual/cumulative)</a:t>
                      </a:r>
                      <a:endParaRPr lang="en-NZ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519">
                <a:tc>
                  <a:txBody>
                    <a:bodyPr/>
                    <a:lstStyle/>
                    <a:p>
                      <a:r>
                        <a:rPr lang="en-NZ" sz="2000" dirty="0"/>
                        <a:t>Negative 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Z" sz="2000" dirty="0"/>
                        <a:t>To notify</a:t>
                      </a:r>
                      <a:r>
                        <a:rPr lang="en-NZ" sz="2000" baseline="0" dirty="0"/>
                        <a:t> the unsuccessful receipt of packets </a:t>
                      </a:r>
                      <a:endParaRPr lang="en-NZ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9611">
                <a:tc>
                  <a:txBody>
                    <a:bodyPr/>
                    <a:lstStyle/>
                    <a:p>
                      <a:r>
                        <a:rPr lang="en-NZ" sz="2000" dirty="0"/>
                        <a:t>Window, pipelining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NZ" sz="2000" dirty="0"/>
                        <a:t>To</a:t>
                      </a:r>
                      <a:r>
                        <a:rPr lang="en-NZ" sz="2000" baseline="0" dirty="0"/>
                        <a:t> improve sender utilisation</a:t>
                      </a:r>
                      <a:endParaRPr lang="en-NZ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4248A1-9F04-C0EF-3C25-2E38F8073AC4}"/>
              </a:ext>
            </a:extLst>
          </p:cNvPr>
          <p:cNvSpPr txBox="1"/>
          <p:nvPr/>
        </p:nvSpPr>
        <p:spPr>
          <a:xfrm>
            <a:off x="1685838" y="6350913"/>
            <a:ext cx="57723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1100" dirty="0"/>
              <a:t>Source: James F. Kurose &amp; Keith W. Ross, Computer networking: a top-down approach featuring the Internet, 3</a:t>
            </a:r>
            <a:r>
              <a:rPr lang="en-GB" sz="1100" baseline="30000" dirty="0"/>
              <a:t>rd</a:t>
            </a:r>
            <a:r>
              <a:rPr lang="en-GB" sz="1100" dirty="0"/>
              <a:t> edition, 2005, Table 3.1.</a:t>
            </a:r>
          </a:p>
        </p:txBody>
      </p:sp>
    </p:spTree>
    <p:extLst>
      <p:ext uri="{BB962C8B-B14F-4D97-AF65-F5344CB8AC3E}">
        <p14:creationId xmlns:p14="http://schemas.microsoft.com/office/powerpoint/2010/main" val="26456133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James F. Kurose &amp; Keith W. Ross, Computer networking: a top-down approach featuring the Internet, Addison Wesley, 3</a:t>
            </a:r>
            <a:r>
              <a:rPr lang="en-GB" sz="2600" baseline="30000" dirty="0"/>
              <a:t>rd</a:t>
            </a:r>
            <a:r>
              <a:rPr lang="en-GB" sz="2600" dirty="0"/>
              <a:t> edition, 2005. 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100" dirty="0"/>
              <a:t>Chapter 3 Transport Layer (3.4)</a:t>
            </a:r>
            <a:endParaRPr lang="en-GB" sz="2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William Stallings, Data and Computer Communications, Pearson, 10</a:t>
            </a:r>
            <a:r>
              <a:rPr lang="en-GB" sz="2600" baseline="30000" dirty="0"/>
              <a:t>th</a:t>
            </a:r>
            <a:r>
              <a:rPr lang="en-GB" sz="2600" dirty="0"/>
              <a:t> edition, 2013.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100" dirty="0"/>
              <a:t>Chapter 7 Data Link Control Protocols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Andrew S. Tanenbaum &amp; David J. Wetherall, Computer Networks, Prentice Hall, 5</a:t>
            </a:r>
            <a:r>
              <a:rPr lang="en-GB" sz="2600" baseline="30000" dirty="0"/>
              <a:t>th</a:t>
            </a:r>
            <a:r>
              <a:rPr lang="en-GB" sz="2600" dirty="0"/>
              <a:t> edition, 2010.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100" dirty="0"/>
              <a:t>Chapter 3 The Data Link Layer (3.3, 3.4)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1108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NZ" sz="3000" dirty="0"/>
              <a:t>Lecture notes are developed based on slides from the following three sources: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Dr </a:t>
            </a:r>
            <a:r>
              <a:rPr lang="en-NZ" dirty="0" err="1"/>
              <a:t>Mengmeng</a:t>
            </a:r>
            <a:r>
              <a:rPr lang="en-NZ"/>
              <a:t> Ge’s </a:t>
            </a:r>
            <a:r>
              <a:rPr lang="en-NZ" dirty="0"/>
              <a:t>lecture notes for COSC264, University of Canterbury</a:t>
            </a:r>
            <a:r>
              <a:rPr lang="en-NZ"/>
              <a:t>, 2024</a:t>
            </a:r>
            <a:endParaRPr lang="en-NZ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Assoc Prof Dan Kim’s lecture notes for COSC264, University of Canterbury, 2017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Prof Aleksandar Kuzmanovic’s lecture notes for CS340, Northwestern University, 2005, </a:t>
            </a:r>
            <a:r>
              <a:rPr lang="en-NZ" dirty="0">
                <a:hlinkClick r:id="rId2"/>
              </a:rPr>
              <a:t>https://users.cs.northwestern.edu/~akuzma/classes/CS340-w05/lecture_notes.htm</a:t>
            </a:r>
            <a:endParaRPr lang="en-NZ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39117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Palatino Linotype"/>
        <a:ea typeface=""/>
        <a:cs typeface="Arial"/>
      </a:majorFont>
      <a:minorFont>
        <a:latin typeface="Palatino Linotyp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20390</TotalTime>
  <Words>5315</Words>
  <Application>Microsoft Macintosh PowerPoint</Application>
  <PresentationFormat>On-screen Show (4:3)</PresentationFormat>
  <Paragraphs>770</Paragraphs>
  <Slides>67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6" baseType="lpstr">
      <vt:lpstr>ZapfDingbats</vt:lpstr>
      <vt:lpstr>Arial</vt:lpstr>
      <vt:lpstr>Calibri</vt:lpstr>
      <vt:lpstr>Cambria Math</vt:lpstr>
      <vt:lpstr>Palatino Linotype</vt:lpstr>
      <vt:lpstr>Symbol</vt:lpstr>
      <vt:lpstr>Times New Roman</vt:lpstr>
      <vt:lpstr>Wingdings</vt:lpstr>
      <vt:lpstr>1_Default Design</vt:lpstr>
      <vt:lpstr>Reliable Data Transfer: ARQ Protocols</vt:lpstr>
      <vt:lpstr>Learning Objectives</vt:lpstr>
      <vt:lpstr>Outline</vt:lpstr>
      <vt:lpstr>ARQ (Automatic Repeat reQuest)</vt:lpstr>
      <vt:lpstr>Reliable data transfer over a perfectly reliable channel</vt:lpstr>
      <vt:lpstr>Error-Free Transmission: rdt 1.0</vt:lpstr>
      <vt:lpstr>Reliable data transfer over a lossless channel with bit errors</vt:lpstr>
      <vt:lpstr>A channel with only bit errors</vt:lpstr>
      <vt:lpstr>Stop-and-Wait Protocols: rdt 2.0</vt:lpstr>
      <vt:lpstr>rdt 2.0: FSM (Finite-state machine)</vt:lpstr>
      <vt:lpstr>rdt 2.0: A Fatal Flaw</vt:lpstr>
      <vt:lpstr>rdt 2.0: Corrupted ACK/NAK</vt:lpstr>
      <vt:lpstr>rdt 2.0: Corrupted ACK/NAK (cont.)</vt:lpstr>
      <vt:lpstr>How to handle corrupted ACK/NAK: rdt 2.1</vt:lpstr>
      <vt:lpstr>How to handle corrupted ACK/NAK: rdt 2.1 (cont.)</vt:lpstr>
      <vt:lpstr>How to handle corrupted ACK/NAK: rdt 2.1 (cont.)</vt:lpstr>
      <vt:lpstr>How to handle corrupted ACK/NAK: rdt 2.2</vt:lpstr>
      <vt:lpstr>How to handle corrupted ACK/NAK: rdt 2.2 (cont.)</vt:lpstr>
      <vt:lpstr>Reliable data transfer over a lossy channel with bit errors</vt:lpstr>
      <vt:lpstr>Data Loss</vt:lpstr>
      <vt:lpstr>ACK Loss</vt:lpstr>
      <vt:lpstr>Data Delayed</vt:lpstr>
      <vt:lpstr>ACK Delayed</vt:lpstr>
      <vt:lpstr>How to detect the packet loss?</vt:lpstr>
      <vt:lpstr>Example: Data Loss</vt:lpstr>
      <vt:lpstr>Example: ACK Loss</vt:lpstr>
      <vt:lpstr>Example: Data Delayed</vt:lpstr>
      <vt:lpstr>Example: ACK Delayed</vt:lpstr>
      <vt:lpstr>How to detect the packet loss? (cont.)</vt:lpstr>
      <vt:lpstr>Alternating Bit Protocols: rdt 3.0</vt:lpstr>
      <vt:lpstr>Alternating Bit Protocols: rdt 3.0 (cont.)</vt:lpstr>
      <vt:lpstr>The Performance Problem of Alternating Bit Protocols </vt:lpstr>
      <vt:lpstr>The Performance Problem of Alternating Bit Protocols (cont.)</vt:lpstr>
      <vt:lpstr>Pipelined reliable data transfer protocols</vt:lpstr>
      <vt:lpstr>Pipelining</vt:lpstr>
      <vt:lpstr>Pipelining (cont.)</vt:lpstr>
      <vt:lpstr>Go-Back-N Protocol (Sliding-Window Protocol)</vt:lpstr>
      <vt:lpstr>Go-Back-N: Invocation from Above (Sender)</vt:lpstr>
      <vt:lpstr>Go-Back-N: Receipt of an ACK (Sender)</vt:lpstr>
      <vt:lpstr>Go-Back-N: Cumulative ACK (Sender)</vt:lpstr>
      <vt:lpstr>Go-Back-N: Cumulative ACK (Sender) (cont.)</vt:lpstr>
      <vt:lpstr>Go-Back-N: Cumulative ACK (Receiver)</vt:lpstr>
      <vt:lpstr>Go-Back-N: Timeout (Sender)</vt:lpstr>
      <vt:lpstr>Go-Back-N: Rules for the Receiver Side</vt:lpstr>
      <vt:lpstr>Go-Back-N: Extended FSM​ Descriptions</vt:lpstr>
      <vt:lpstr>Go-Back-N: Extended FSM​ of Sender</vt:lpstr>
      <vt:lpstr>Go-Back-N: Extended FSM​ of Receiver</vt:lpstr>
      <vt:lpstr>Go-Back-N Operation</vt:lpstr>
      <vt:lpstr>Selective Repeat/Reject (SR)</vt:lpstr>
      <vt:lpstr>SR: Sender window</vt:lpstr>
      <vt:lpstr>SR: Receiver window</vt:lpstr>
      <vt:lpstr>SR: Sender Window – Receipt of an ACK</vt:lpstr>
      <vt:lpstr>SR: Sender Window – Receipt of an ACK (cont.)</vt:lpstr>
      <vt:lpstr>SR: Sender Window – Timeout</vt:lpstr>
      <vt:lpstr>SR: Sender Side</vt:lpstr>
      <vt:lpstr>SR: Receiver Window – Expected Packet</vt:lpstr>
      <vt:lpstr>SR: Receiver Window – Expected Packet (cont.)</vt:lpstr>
      <vt:lpstr>SR: Receiver Window – New Out-of-Order Packet</vt:lpstr>
      <vt:lpstr>SR: Receiver Window – Old Packet</vt:lpstr>
      <vt:lpstr>SR: Receiver window – a delivered pkt - seq# in [rcv_base-N, rcvbase-1]</vt:lpstr>
      <vt:lpstr>SR: Receiver Side</vt:lpstr>
      <vt:lpstr>SR Operation</vt:lpstr>
      <vt:lpstr>SR: Receiver Dilemma with Too Large Windows</vt:lpstr>
      <vt:lpstr>What is the relationship between the window size and seq# space?</vt:lpstr>
      <vt:lpstr>Summary</vt:lpstr>
      <vt:lpstr>References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ds</dc:creator>
  <cp:lastModifiedBy>Barry Wu</cp:lastModifiedBy>
  <cp:revision>748</cp:revision>
  <cp:lastPrinted>2021-10-03T20:04:42Z</cp:lastPrinted>
  <dcterms:created xsi:type="dcterms:W3CDTF">1601-01-01T00:00:00Z</dcterms:created>
  <dcterms:modified xsi:type="dcterms:W3CDTF">2025-10-01T21:05:15Z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d2b2326c-f811-4ccc-abcb-1b955c303c2e_Enabled">
    <vt:lpwstr>true</vt:lpwstr>
  </property>
  <property fmtid="{D5CDD505-2E9C-101B-9397-08002B2CF9AE}" pid="4" name="MSIP_Label_d2b2326c-f811-4ccc-abcb-1b955c303c2e_SetDate">
    <vt:lpwstr>2025-06-12T02:10:50Z</vt:lpwstr>
  </property>
  <property fmtid="{D5CDD505-2E9C-101B-9397-08002B2CF9AE}" pid="5" name="MSIP_Label_d2b2326c-f811-4ccc-abcb-1b955c303c2e_Method">
    <vt:lpwstr>Standard</vt:lpwstr>
  </property>
  <property fmtid="{D5CDD505-2E9C-101B-9397-08002B2CF9AE}" pid="6" name="MSIP_Label_d2b2326c-f811-4ccc-abcb-1b955c303c2e_Name">
    <vt:lpwstr>In-Confidence</vt:lpwstr>
  </property>
  <property fmtid="{D5CDD505-2E9C-101B-9397-08002B2CF9AE}" pid="7" name="MSIP_Label_d2b2326c-f811-4ccc-abcb-1b955c303c2e_SiteId">
    <vt:lpwstr>dc781727-710e-4855-bc4c-690266a1b551</vt:lpwstr>
  </property>
  <property fmtid="{D5CDD505-2E9C-101B-9397-08002B2CF9AE}" pid="8" name="MSIP_Label_d2b2326c-f811-4ccc-abcb-1b955c303c2e_ActionId">
    <vt:lpwstr>21c72203-2550-4c46-8f0d-ae570f311c0f</vt:lpwstr>
  </property>
  <property fmtid="{D5CDD505-2E9C-101B-9397-08002B2CF9AE}" pid="9" name="MSIP_Label_d2b2326c-f811-4ccc-abcb-1b955c303c2e_ContentBits">
    <vt:lpwstr>2</vt:lpwstr>
  </property>
  <property fmtid="{D5CDD505-2E9C-101B-9397-08002B2CF9AE}" pid="10" name="MSIP_Label_d2b2326c-f811-4ccc-abcb-1b955c303c2e_Tag">
    <vt:lpwstr>50, 3, 0, 1</vt:lpwstr>
  </property>
  <property fmtid="{D5CDD505-2E9C-101B-9397-08002B2CF9AE}" pid="11" name="ClassificationContentMarkingFooterLocations">
    <vt:lpwstr>1_Default Design:3</vt:lpwstr>
  </property>
  <property fmtid="{D5CDD505-2E9C-101B-9397-08002B2CF9AE}" pid="12" name="ClassificationContentMarkingFooterText">
    <vt:lpwstr>In-Confidence</vt:lpwstr>
  </property>
</Properties>
</file>