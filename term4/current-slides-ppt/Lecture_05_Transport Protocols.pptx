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8" r:id="rId1"/>
  </p:sldMasterIdLst>
  <p:notesMasterIdLst>
    <p:notesMasterId r:id="rId71"/>
  </p:notesMasterIdLst>
  <p:handoutMasterIdLst>
    <p:handoutMasterId r:id="rId72"/>
  </p:handoutMasterIdLst>
  <p:sldIdLst>
    <p:sldId id="525" r:id="rId2"/>
    <p:sldId id="632" r:id="rId3"/>
    <p:sldId id="275" r:id="rId4"/>
    <p:sldId id="637" r:id="rId5"/>
    <p:sldId id="636" r:id="rId6"/>
    <p:sldId id="634" r:id="rId7"/>
    <p:sldId id="646" r:id="rId8"/>
    <p:sldId id="379" r:id="rId9"/>
    <p:sldId id="328" r:id="rId10"/>
    <p:sldId id="325" r:id="rId11"/>
    <p:sldId id="640" r:id="rId12"/>
    <p:sldId id="641" r:id="rId13"/>
    <p:sldId id="642" r:id="rId14"/>
    <p:sldId id="643" r:id="rId15"/>
    <p:sldId id="638" r:id="rId16"/>
    <p:sldId id="644" r:id="rId17"/>
    <p:sldId id="645" r:id="rId18"/>
    <p:sldId id="385" r:id="rId19"/>
    <p:sldId id="635" r:id="rId20"/>
    <p:sldId id="639" r:id="rId21"/>
    <p:sldId id="664" r:id="rId22"/>
    <p:sldId id="388" r:id="rId23"/>
    <p:sldId id="665" r:id="rId24"/>
    <p:sldId id="666" r:id="rId25"/>
    <p:sldId id="658" r:id="rId26"/>
    <p:sldId id="418" r:id="rId27"/>
    <p:sldId id="481" r:id="rId28"/>
    <p:sldId id="471" r:id="rId29"/>
    <p:sldId id="662" r:id="rId30"/>
    <p:sldId id="478" r:id="rId31"/>
    <p:sldId id="474" r:id="rId32"/>
    <p:sldId id="399" r:id="rId33"/>
    <p:sldId id="398" r:id="rId34"/>
    <p:sldId id="648" r:id="rId35"/>
    <p:sldId id="459" r:id="rId36"/>
    <p:sldId id="401" r:id="rId37"/>
    <p:sldId id="667" r:id="rId38"/>
    <p:sldId id="482" r:id="rId39"/>
    <p:sldId id="462" r:id="rId40"/>
    <p:sldId id="668" r:id="rId41"/>
    <p:sldId id="651" r:id="rId42"/>
    <p:sldId id="435" r:id="rId43"/>
    <p:sldId id="669" r:id="rId44"/>
    <p:sldId id="436" r:id="rId45"/>
    <p:sldId id="437" r:id="rId46"/>
    <p:sldId id="438" r:id="rId47"/>
    <p:sldId id="663" r:id="rId48"/>
    <p:sldId id="336" r:id="rId49"/>
    <p:sldId id="337" r:id="rId50"/>
    <p:sldId id="338" r:id="rId51"/>
    <p:sldId id="653" r:id="rId52"/>
    <p:sldId id="340" r:id="rId53"/>
    <p:sldId id="366" r:id="rId54"/>
    <p:sldId id="346" r:id="rId55"/>
    <p:sldId id="360" r:id="rId56"/>
    <p:sldId id="347" r:id="rId57"/>
    <p:sldId id="277" r:id="rId58"/>
    <p:sldId id="654" r:id="rId59"/>
    <p:sldId id="310" r:id="rId60"/>
    <p:sldId id="313" r:id="rId61"/>
    <p:sldId id="312" r:id="rId62"/>
    <p:sldId id="279" r:id="rId63"/>
    <p:sldId id="278" r:id="rId64"/>
    <p:sldId id="657" r:id="rId65"/>
    <p:sldId id="315" r:id="rId66"/>
    <p:sldId id="281" r:id="rId67"/>
    <p:sldId id="282" r:id="rId68"/>
    <p:sldId id="457" r:id="rId69"/>
    <p:sldId id="524" r:id="rId70"/>
  </p:sldIdLst>
  <p:sldSz cx="9144000" cy="6858000" type="screen4x3"/>
  <p:notesSz cx="10234613" cy="70993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3333CC"/>
    <a:srgbClr val="FF3399"/>
    <a:srgbClr val="008080"/>
    <a:srgbClr val="99CCFF"/>
    <a:srgbClr val="FF0066"/>
    <a:srgbClr val="800000"/>
    <a:srgbClr val="CC0000"/>
    <a:srgbClr val="FF00FF"/>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F9A89C2-EC3A-4B93-B669-0366577FB1B9}" v="20" dt="2024-09-24T23:58:59.4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395" autoAdjust="0"/>
    <p:restoredTop sz="65504" autoAdjust="0"/>
  </p:normalViewPr>
  <p:slideViewPr>
    <p:cSldViewPr snapToGrid="0">
      <p:cViewPr varScale="1">
        <p:scale>
          <a:sx n="55" d="100"/>
          <a:sy n="55" d="100"/>
        </p:scale>
        <p:origin x="2784" y="1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78"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ngmeng Ge" userId="bb5bc401-97cb-4caf-9857-8ff441375414" providerId="ADAL" clId="{0122FD33-ADBD-474F-A30A-532269BC06AD}"/>
    <pc:docChg chg="undo custSel addSld delSld modSld">
      <pc:chgData name="Mengmeng Ge" userId="bb5bc401-97cb-4caf-9857-8ff441375414" providerId="ADAL" clId="{0122FD33-ADBD-474F-A30A-532269BC06AD}" dt="2024-08-29T03:59:14.979" v="1926" actId="207"/>
      <pc:docMkLst>
        <pc:docMk/>
      </pc:docMkLst>
      <pc:sldChg chg="modNotesTx">
        <pc:chgData name="Mengmeng Ge" userId="bb5bc401-97cb-4caf-9857-8ff441375414" providerId="ADAL" clId="{0122FD33-ADBD-474F-A30A-532269BC06AD}" dt="2024-08-28T04:46:57.390" v="1072" actId="20577"/>
        <pc:sldMkLst>
          <pc:docMk/>
          <pc:sldMk cId="3712507860" sldId="325"/>
        </pc:sldMkLst>
      </pc:sldChg>
      <pc:sldChg chg="modNotesTx">
        <pc:chgData name="Mengmeng Ge" userId="bb5bc401-97cb-4caf-9857-8ff441375414" providerId="ADAL" clId="{0122FD33-ADBD-474F-A30A-532269BC06AD}" dt="2024-08-28T04:42:24.103" v="1014" actId="20577"/>
        <pc:sldMkLst>
          <pc:docMk/>
          <pc:sldMk cId="2659933708" sldId="328"/>
        </pc:sldMkLst>
      </pc:sldChg>
      <pc:sldChg chg="modSp mod modNotesTx">
        <pc:chgData name="Mengmeng Ge" userId="bb5bc401-97cb-4caf-9857-8ff441375414" providerId="ADAL" clId="{0122FD33-ADBD-474F-A30A-532269BC06AD}" dt="2024-08-29T03:59:14.979" v="1926" actId="207"/>
        <pc:sldMkLst>
          <pc:docMk/>
          <pc:sldMk cId="3813477398" sldId="387"/>
        </pc:sldMkLst>
        <pc:spChg chg="mod">
          <ac:chgData name="Mengmeng Ge" userId="bb5bc401-97cb-4caf-9857-8ff441375414" providerId="ADAL" clId="{0122FD33-ADBD-474F-A30A-532269BC06AD}" dt="2024-08-29T01:28:26.833" v="1857" actId="1076"/>
          <ac:spMkLst>
            <pc:docMk/>
            <pc:sldMk cId="3813477398" sldId="387"/>
            <ac:spMk id="4" creationId="{412BA438-E4ED-F49C-749B-BEFB31DF76EF}"/>
          </ac:spMkLst>
        </pc:spChg>
        <pc:spChg chg="mod">
          <ac:chgData name="Mengmeng Ge" userId="bb5bc401-97cb-4caf-9857-8ff441375414" providerId="ADAL" clId="{0122FD33-ADBD-474F-A30A-532269BC06AD}" dt="2024-08-29T01:10:08.921" v="1743" actId="14100"/>
          <ac:spMkLst>
            <pc:docMk/>
            <pc:sldMk cId="3813477398" sldId="387"/>
            <ac:spMk id="355330" creationId="{00000000-0000-0000-0000-000000000000}"/>
          </ac:spMkLst>
        </pc:spChg>
        <pc:spChg chg="mod">
          <ac:chgData name="Mengmeng Ge" userId="bb5bc401-97cb-4caf-9857-8ff441375414" providerId="ADAL" clId="{0122FD33-ADBD-474F-A30A-532269BC06AD}" dt="2024-08-29T03:59:14.979" v="1926" actId="207"/>
          <ac:spMkLst>
            <pc:docMk/>
            <pc:sldMk cId="3813477398" sldId="387"/>
            <ac:spMk id="355331" creationId="{00000000-0000-0000-0000-000000000000}"/>
          </ac:spMkLst>
        </pc:spChg>
        <pc:picChg chg="mod">
          <ac:chgData name="Mengmeng Ge" userId="bb5bc401-97cb-4caf-9857-8ff441375414" providerId="ADAL" clId="{0122FD33-ADBD-474F-A30A-532269BC06AD}" dt="2024-08-29T01:28:26.833" v="1857" actId="1076"/>
          <ac:picMkLst>
            <pc:docMk/>
            <pc:sldMk cId="3813477398" sldId="387"/>
            <ac:picMk id="3" creationId="{98869A50-E1C5-AED7-D974-FFAAF6DBA02F}"/>
          </ac:picMkLst>
        </pc:picChg>
      </pc:sldChg>
      <pc:sldChg chg="modSp mod">
        <pc:chgData name="Mengmeng Ge" userId="bb5bc401-97cb-4caf-9857-8ff441375414" providerId="ADAL" clId="{0122FD33-ADBD-474F-A30A-532269BC06AD}" dt="2024-08-28T04:13:56.319" v="601" actId="20577"/>
        <pc:sldMkLst>
          <pc:docMk/>
          <pc:sldMk cId="606395498" sldId="632"/>
        </pc:sldMkLst>
        <pc:spChg chg="mod">
          <ac:chgData name="Mengmeng Ge" userId="bb5bc401-97cb-4caf-9857-8ff441375414" providerId="ADAL" clId="{0122FD33-ADBD-474F-A30A-532269BC06AD}" dt="2024-08-28T04:13:56.319" v="601" actId="20577"/>
          <ac:spMkLst>
            <pc:docMk/>
            <pc:sldMk cId="606395498" sldId="632"/>
            <ac:spMk id="3" creationId="{00000000-0000-0000-0000-000000000000}"/>
          </ac:spMkLst>
        </pc:spChg>
      </pc:sldChg>
      <pc:sldChg chg="modSp mod modNotesTx">
        <pc:chgData name="Mengmeng Ge" userId="bb5bc401-97cb-4caf-9857-8ff441375414" providerId="ADAL" clId="{0122FD33-ADBD-474F-A30A-532269BC06AD}" dt="2024-08-29T03:48:40.447" v="1923" actId="14100"/>
        <pc:sldMkLst>
          <pc:docMk/>
          <pc:sldMk cId="2730542511" sldId="634"/>
        </pc:sldMkLst>
        <pc:spChg chg="mod">
          <ac:chgData name="Mengmeng Ge" userId="bb5bc401-97cb-4caf-9857-8ff441375414" providerId="ADAL" clId="{0122FD33-ADBD-474F-A30A-532269BC06AD}" dt="2024-08-29T03:48:40.447" v="1923" actId="14100"/>
          <ac:spMkLst>
            <pc:docMk/>
            <pc:sldMk cId="2730542511" sldId="634"/>
            <ac:spMk id="3" creationId="{00000000-0000-0000-0000-000000000000}"/>
          </ac:spMkLst>
        </pc:spChg>
      </pc:sldChg>
      <pc:sldChg chg="addSp delSp modSp mod modNotesTx">
        <pc:chgData name="Mengmeng Ge" userId="bb5bc401-97cb-4caf-9857-8ff441375414" providerId="ADAL" clId="{0122FD33-ADBD-474F-A30A-532269BC06AD}" dt="2024-08-29T00:48:29.450" v="1685" actId="20577"/>
        <pc:sldMkLst>
          <pc:docMk/>
          <pc:sldMk cId="1444722521" sldId="635"/>
        </pc:sldMkLst>
        <pc:spChg chg="add del mod">
          <ac:chgData name="Mengmeng Ge" userId="bb5bc401-97cb-4caf-9857-8ff441375414" providerId="ADAL" clId="{0122FD33-ADBD-474F-A30A-532269BC06AD}" dt="2024-08-28T05:01:29.995" v="1333" actId="12084"/>
          <ac:spMkLst>
            <pc:docMk/>
            <pc:sldMk cId="1444722521" sldId="635"/>
            <ac:spMk id="3" creationId="{5C7D92B8-9122-06CB-7CF4-7A884F852CFA}"/>
          </ac:spMkLst>
        </pc:spChg>
        <pc:graphicFrameChg chg="del">
          <ac:chgData name="Mengmeng Ge" userId="bb5bc401-97cb-4caf-9857-8ff441375414" providerId="ADAL" clId="{0122FD33-ADBD-474F-A30A-532269BC06AD}" dt="2024-08-28T05:01:05.674" v="1332" actId="11529"/>
          <ac:graphicFrameMkLst>
            <pc:docMk/>
            <pc:sldMk cId="1444722521" sldId="635"/>
            <ac:graphicFrameMk id="4" creationId="{A7D0214B-147D-FD0A-90EE-579AD46BEFB5}"/>
          </ac:graphicFrameMkLst>
        </pc:graphicFrameChg>
        <pc:graphicFrameChg chg="add mod modGraphic">
          <ac:chgData name="Mengmeng Ge" userId="bb5bc401-97cb-4caf-9857-8ff441375414" providerId="ADAL" clId="{0122FD33-ADBD-474F-A30A-532269BC06AD}" dt="2024-08-28T05:02:20.628" v="1347" actId="14100"/>
          <ac:graphicFrameMkLst>
            <pc:docMk/>
            <pc:sldMk cId="1444722521" sldId="635"/>
            <ac:graphicFrameMk id="6" creationId="{63B65868-D00E-1AE9-18BE-B6E24DCE1EED}"/>
          </ac:graphicFrameMkLst>
        </pc:graphicFrameChg>
      </pc:sldChg>
      <pc:sldChg chg="modSp mod modNotesTx">
        <pc:chgData name="Mengmeng Ge" userId="bb5bc401-97cb-4caf-9857-8ff441375414" providerId="ADAL" clId="{0122FD33-ADBD-474F-A30A-532269BC06AD}" dt="2024-08-28T04:07:50.393" v="510" actId="20577"/>
        <pc:sldMkLst>
          <pc:docMk/>
          <pc:sldMk cId="1717719348" sldId="636"/>
        </pc:sldMkLst>
        <pc:spChg chg="mod">
          <ac:chgData name="Mengmeng Ge" userId="bb5bc401-97cb-4caf-9857-8ff441375414" providerId="ADAL" clId="{0122FD33-ADBD-474F-A30A-532269BC06AD}" dt="2024-08-28T04:06:49.425" v="418" actId="114"/>
          <ac:spMkLst>
            <pc:docMk/>
            <pc:sldMk cId="1717719348" sldId="636"/>
            <ac:spMk id="3" creationId="{E157608F-5869-6445-7B35-1AE5C683E3FE}"/>
          </ac:spMkLst>
        </pc:spChg>
      </pc:sldChg>
      <pc:sldChg chg="modNotesTx">
        <pc:chgData name="Mengmeng Ge" userId="bb5bc401-97cb-4caf-9857-8ff441375414" providerId="ADAL" clId="{0122FD33-ADBD-474F-A30A-532269BC06AD}" dt="2024-08-28T04:52:19.499" v="1099" actId="20577"/>
        <pc:sldMkLst>
          <pc:docMk/>
          <pc:sldMk cId="1025140228" sldId="640"/>
        </pc:sldMkLst>
      </pc:sldChg>
      <pc:sldChg chg="modAnim">
        <pc:chgData name="Mengmeng Ge" userId="bb5bc401-97cb-4caf-9857-8ff441375414" providerId="ADAL" clId="{0122FD33-ADBD-474F-A30A-532269BC06AD}" dt="2024-08-28T04:55:21.384" v="1102"/>
        <pc:sldMkLst>
          <pc:docMk/>
          <pc:sldMk cId="1534104977" sldId="641"/>
        </pc:sldMkLst>
      </pc:sldChg>
      <pc:sldChg chg="modSp mod">
        <pc:chgData name="Mengmeng Ge" userId="bb5bc401-97cb-4caf-9857-8ff441375414" providerId="ADAL" clId="{0122FD33-ADBD-474F-A30A-532269BC06AD}" dt="2024-08-28T04:56:45.529" v="1158" actId="20577"/>
        <pc:sldMkLst>
          <pc:docMk/>
          <pc:sldMk cId="2564110188" sldId="642"/>
        </pc:sldMkLst>
        <pc:spChg chg="mod">
          <ac:chgData name="Mengmeng Ge" userId="bb5bc401-97cb-4caf-9857-8ff441375414" providerId="ADAL" clId="{0122FD33-ADBD-474F-A30A-532269BC06AD}" dt="2024-08-28T04:56:45.529" v="1158" actId="20577"/>
          <ac:spMkLst>
            <pc:docMk/>
            <pc:sldMk cId="2564110188" sldId="642"/>
            <ac:spMk id="3" creationId="{94F1F720-25AD-E7DA-E3BF-7715D90A36B9}"/>
          </ac:spMkLst>
        </pc:spChg>
      </pc:sldChg>
      <pc:sldChg chg="modAnim modNotesTx">
        <pc:chgData name="Mengmeng Ge" userId="bb5bc401-97cb-4caf-9857-8ff441375414" providerId="ADAL" clId="{0122FD33-ADBD-474F-A30A-532269BC06AD}" dt="2024-08-28T04:58:44.906" v="1331" actId="20577"/>
        <pc:sldMkLst>
          <pc:docMk/>
          <pc:sldMk cId="1498734450" sldId="643"/>
        </pc:sldMkLst>
      </pc:sldChg>
      <pc:sldChg chg="modSp mod modAnim modNotesTx">
        <pc:chgData name="Mengmeng Ge" userId="bb5bc401-97cb-4caf-9857-8ff441375414" providerId="ADAL" clId="{0122FD33-ADBD-474F-A30A-532269BC06AD}" dt="2024-08-29T00:37:46.354" v="1573" actId="6549"/>
        <pc:sldMkLst>
          <pc:docMk/>
          <pc:sldMk cId="3541511352" sldId="644"/>
        </pc:sldMkLst>
        <pc:spChg chg="mod">
          <ac:chgData name="Mengmeng Ge" userId="bb5bc401-97cb-4caf-9857-8ff441375414" providerId="ADAL" clId="{0122FD33-ADBD-474F-A30A-532269BC06AD}" dt="2024-08-29T00:28:16.965" v="1402" actId="14100"/>
          <ac:spMkLst>
            <pc:docMk/>
            <pc:sldMk cId="3541511352" sldId="644"/>
            <ac:spMk id="2" creationId="{46E0EDAE-4416-F48B-D1FA-A25F62EC25FC}"/>
          </ac:spMkLst>
        </pc:spChg>
        <pc:spChg chg="mod">
          <ac:chgData name="Mengmeng Ge" userId="bb5bc401-97cb-4caf-9857-8ff441375414" providerId="ADAL" clId="{0122FD33-ADBD-474F-A30A-532269BC06AD}" dt="2024-08-29T00:35:38.855" v="1546" actId="20577"/>
          <ac:spMkLst>
            <pc:docMk/>
            <pc:sldMk cId="3541511352" sldId="644"/>
            <ac:spMk id="3" creationId="{1FDD7B35-658C-960B-2C5A-7408DB36CB46}"/>
          </ac:spMkLst>
        </pc:spChg>
      </pc:sldChg>
      <pc:sldChg chg="modSp mod modNotesTx">
        <pc:chgData name="Mengmeng Ge" userId="bb5bc401-97cb-4caf-9857-8ff441375414" providerId="ADAL" clId="{0122FD33-ADBD-474F-A30A-532269BC06AD}" dt="2024-08-29T00:43:39.052" v="1661" actId="20577"/>
        <pc:sldMkLst>
          <pc:docMk/>
          <pc:sldMk cId="4289352370" sldId="645"/>
        </pc:sldMkLst>
        <pc:spChg chg="mod">
          <ac:chgData name="Mengmeng Ge" userId="bb5bc401-97cb-4caf-9857-8ff441375414" providerId="ADAL" clId="{0122FD33-ADBD-474F-A30A-532269BC06AD}" dt="2024-08-29T00:42:30.543" v="1639" actId="20577"/>
          <ac:spMkLst>
            <pc:docMk/>
            <pc:sldMk cId="4289352370" sldId="645"/>
            <ac:spMk id="24" creationId="{63604A8A-B08D-388F-8C38-398AE8DB81E3}"/>
          </ac:spMkLst>
        </pc:spChg>
      </pc:sldChg>
      <pc:sldChg chg="modSp mod modNotesTx">
        <pc:chgData name="Mengmeng Ge" userId="bb5bc401-97cb-4caf-9857-8ff441375414" providerId="ADAL" clId="{0122FD33-ADBD-474F-A30A-532269BC06AD}" dt="2024-08-29T03:32:06.405" v="1903" actId="20577"/>
        <pc:sldMkLst>
          <pc:docMk/>
          <pc:sldMk cId="4133771633" sldId="646"/>
        </pc:sldMkLst>
        <pc:graphicFrameChg chg="mod modGraphic">
          <ac:chgData name="Mengmeng Ge" userId="bb5bc401-97cb-4caf-9857-8ff441375414" providerId="ADAL" clId="{0122FD33-ADBD-474F-A30A-532269BC06AD}" dt="2024-08-29T03:31:56.270" v="1902" actId="207"/>
          <ac:graphicFrameMkLst>
            <pc:docMk/>
            <pc:sldMk cId="4133771633" sldId="646"/>
            <ac:graphicFrameMk id="5" creationId="{401198B7-6E95-9788-11C0-B0A57632C9E2}"/>
          </ac:graphicFrameMkLst>
        </pc:graphicFrameChg>
      </pc:sldChg>
      <pc:sldChg chg="modSp mod">
        <pc:chgData name="Mengmeng Ge" userId="bb5bc401-97cb-4caf-9857-8ff441375414" providerId="ADAL" clId="{0122FD33-ADBD-474F-A30A-532269BC06AD}" dt="2024-08-29T01:11:10.973" v="1750" actId="20577"/>
        <pc:sldMkLst>
          <pc:docMk/>
          <pc:sldMk cId="3846269534" sldId="647"/>
        </pc:sldMkLst>
        <pc:spChg chg="mod">
          <ac:chgData name="Mengmeng Ge" userId="bb5bc401-97cb-4caf-9857-8ff441375414" providerId="ADAL" clId="{0122FD33-ADBD-474F-A30A-532269BC06AD}" dt="2024-08-29T01:11:10.973" v="1750" actId="20577"/>
          <ac:spMkLst>
            <pc:docMk/>
            <pc:sldMk cId="3846269534" sldId="647"/>
            <ac:spMk id="2" creationId="{2EB189E8-45A0-BD71-C87D-5999BD77DA14}"/>
          </ac:spMkLst>
        </pc:spChg>
      </pc:sldChg>
      <pc:sldChg chg="modSp new del mod">
        <pc:chgData name="Mengmeng Ge" userId="bb5bc401-97cb-4caf-9857-8ff441375414" providerId="ADAL" clId="{0122FD33-ADBD-474F-A30A-532269BC06AD}" dt="2024-08-29T00:36:52.980" v="1565" actId="47"/>
        <pc:sldMkLst>
          <pc:docMk/>
          <pc:sldMk cId="2146476032" sldId="658"/>
        </pc:sldMkLst>
        <pc:spChg chg="mod">
          <ac:chgData name="Mengmeng Ge" userId="bb5bc401-97cb-4caf-9857-8ff441375414" providerId="ADAL" clId="{0122FD33-ADBD-474F-A30A-532269BC06AD}" dt="2024-08-29T00:36:34.920" v="1564" actId="20577"/>
          <ac:spMkLst>
            <pc:docMk/>
            <pc:sldMk cId="2146476032" sldId="658"/>
            <ac:spMk id="2" creationId="{0FEA3AC3-AC68-AE6A-E2B3-A187E915CA03}"/>
          </ac:spMkLst>
        </pc:spChg>
      </pc:sldChg>
    </pc:docChg>
  </pc:docChgLst>
  <pc:docChgLst>
    <pc:chgData name="Mengmeng Ge" userId="bb5bc401-97cb-4caf-9857-8ff441375414" providerId="ADAL" clId="{918CD3B9-57C8-44EA-8F5B-13D8007B23C5}"/>
    <pc:docChg chg="undo redo custSel addSld delSld modSld sldOrd">
      <pc:chgData name="Mengmeng Ge" userId="bb5bc401-97cb-4caf-9857-8ff441375414" providerId="ADAL" clId="{918CD3B9-57C8-44EA-8F5B-13D8007B23C5}" dt="2024-05-13T21:37:06.693" v="5591" actId="20577"/>
      <pc:docMkLst>
        <pc:docMk/>
      </pc:docMkLst>
      <pc:sldChg chg="modSp del mod">
        <pc:chgData name="Mengmeng Ge" userId="bb5bc401-97cb-4caf-9857-8ff441375414" providerId="ADAL" clId="{918CD3B9-57C8-44EA-8F5B-13D8007B23C5}" dt="2024-04-24T03:05:09.269" v="34" actId="47"/>
        <pc:sldMkLst>
          <pc:docMk/>
          <pc:sldMk cId="0" sldId="263"/>
        </pc:sldMkLst>
        <pc:spChg chg="mod">
          <ac:chgData name="Mengmeng Ge" userId="bb5bc401-97cb-4caf-9857-8ff441375414" providerId="ADAL" clId="{918CD3B9-57C8-44EA-8F5B-13D8007B23C5}" dt="2024-04-24T03:02:43.881" v="0" actId="20577"/>
          <ac:spMkLst>
            <pc:docMk/>
            <pc:sldMk cId="0" sldId="263"/>
            <ac:spMk id="5" creationId="{00000000-0000-0000-0000-000000000000}"/>
          </ac:spMkLst>
        </pc:spChg>
      </pc:sldChg>
      <pc:sldChg chg="modSp mod">
        <pc:chgData name="Mengmeng Ge" userId="bb5bc401-97cb-4caf-9857-8ff441375414" providerId="ADAL" clId="{918CD3B9-57C8-44EA-8F5B-13D8007B23C5}" dt="2024-04-24T03:05:01.146" v="32"/>
        <pc:sldMkLst>
          <pc:docMk/>
          <pc:sldMk cId="887652016" sldId="275"/>
        </pc:sldMkLst>
        <pc:spChg chg="mod">
          <ac:chgData name="Mengmeng Ge" userId="bb5bc401-97cb-4caf-9857-8ff441375414" providerId="ADAL" clId="{918CD3B9-57C8-44EA-8F5B-13D8007B23C5}" dt="2024-04-24T03:05:01.146" v="32"/>
          <ac:spMkLst>
            <pc:docMk/>
            <pc:sldMk cId="887652016" sldId="275"/>
            <ac:spMk id="3" creationId="{00000000-0000-0000-0000-000000000000}"/>
          </ac:spMkLst>
        </pc:spChg>
      </pc:sldChg>
      <pc:sldChg chg="addSp delSp modSp mod modClrScheme chgLayout modNotesTx">
        <pc:chgData name="Mengmeng Ge" userId="bb5bc401-97cb-4caf-9857-8ff441375414" providerId="ADAL" clId="{918CD3B9-57C8-44EA-8F5B-13D8007B23C5}" dt="2024-05-09T03:56:24.812" v="5554" actId="14100"/>
        <pc:sldMkLst>
          <pc:docMk/>
          <pc:sldMk cId="453621256" sldId="277"/>
        </pc:sldMkLst>
        <pc:spChg chg="del">
          <ac:chgData name="Mengmeng Ge" userId="bb5bc401-97cb-4caf-9857-8ff441375414" providerId="ADAL" clId="{918CD3B9-57C8-44EA-8F5B-13D8007B23C5}" dt="2024-05-09T03:34:07.326" v="5244" actId="478"/>
          <ac:spMkLst>
            <pc:docMk/>
            <pc:sldMk cId="453621256" sldId="277"/>
            <ac:spMk id="3" creationId="{00000000-0000-0000-0000-000000000000}"/>
          </ac:spMkLst>
        </pc:spChg>
        <pc:spChg chg="del">
          <ac:chgData name="Mengmeng Ge" userId="bb5bc401-97cb-4caf-9857-8ff441375414" providerId="ADAL" clId="{918CD3B9-57C8-44EA-8F5B-13D8007B23C5}" dt="2024-05-09T03:42:57.635" v="5413" actId="478"/>
          <ac:spMkLst>
            <pc:docMk/>
            <pc:sldMk cId="453621256" sldId="277"/>
            <ac:spMk id="4" creationId="{00000000-0000-0000-0000-000000000000}"/>
          </ac:spMkLst>
        </pc:spChg>
        <pc:spChg chg="del">
          <ac:chgData name="Mengmeng Ge" userId="bb5bc401-97cb-4caf-9857-8ff441375414" providerId="ADAL" clId="{918CD3B9-57C8-44EA-8F5B-13D8007B23C5}" dt="2024-05-09T03:43:00.010" v="5414" actId="478"/>
          <ac:spMkLst>
            <pc:docMk/>
            <pc:sldMk cId="453621256" sldId="277"/>
            <ac:spMk id="5" creationId="{00000000-0000-0000-0000-000000000000}"/>
          </ac:spMkLst>
        </pc:spChg>
        <pc:spChg chg="del mod">
          <ac:chgData name="Mengmeng Ge" userId="bb5bc401-97cb-4caf-9857-8ff441375414" providerId="ADAL" clId="{918CD3B9-57C8-44EA-8F5B-13D8007B23C5}" dt="2024-05-09T03:54:48.636" v="5511" actId="478"/>
          <ac:spMkLst>
            <pc:docMk/>
            <pc:sldMk cId="453621256" sldId="277"/>
            <ac:spMk id="6" creationId="{00000000-0000-0000-0000-000000000000}"/>
          </ac:spMkLst>
        </pc:spChg>
        <pc:spChg chg="mod">
          <ac:chgData name="Mengmeng Ge" userId="bb5bc401-97cb-4caf-9857-8ff441375414" providerId="ADAL" clId="{918CD3B9-57C8-44EA-8F5B-13D8007B23C5}" dt="2024-05-09T03:51:38.128" v="5500" actId="1076"/>
          <ac:spMkLst>
            <pc:docMk/>
            <pc:sldMk cId="453621256" sldId="277"/>
            <ac:spMk id="7" creationId="{00000000-0000-0000-0000-000000000000}"/>
          </ac:spMkLst>
        </pc:spChg>
        <pc:spChg chg="mod">
          <ac:chgData name="Mengmeng Ge" userId="bb5bc401-97cb-4caf-9857-8ff441375414" providerId="ADAL" clId="{918CD3B9-57C8-44EA-8F5B-13D8007B23C5}" dt="2024-05-09T03:51:38.128" v="5500" actId="1076"/>
          <ac:spMkLst>
            <pc:docMk/>
            <pc:sldMk cId="453621256" sldId="277"/>
            <ac:spMk id="8" creationId="{00000000-0000-0000-0000-000000000000}"/>
          </ac:spMkLst>
        </pc:spChg>
        <pc:spChg chg="mod">
          <ac:chgData name="Mengmeng Ge" userId="bb5bc401-97cb-4caf-9857-8ff441375414" providerId="ADAL" clId="{918CD3B9-57C8-44EA-8F5B-13D8007B23C5}" dt="2024-05-09T03:51:38.128" v="5500" actId="1076"/>
          <ac:spMkLst>
            <pc:docMk/>
            <pc:sldMk cId="453621256" sldId="277"/>
            <ac:spMk id="9" creationId="{00000000-0000-0000-0000-000000000000}"/>
          </ac:spMkLst>
        </pc:spChg>
        <pc:spChg chg="mod">
          <ac:chgData name="Mengmeng Ge" userId="bb5bc401-97cb-4caf-9857-8ff441375414" providerId="ADAL" clId="{918CD3B9-57C8-44EA-8F5B-13D8007B23C5}" dt="2024-05-09T03:51:38.128" v="5500" actId="1076"/>
          <ac:spMkLst>
            <pc:docMk/>
            <pc:sldMk cId="453621256" sldId="277"/>
            <ac:spMk id="10" creationId="{00000000-0000-0000-0000-000000000000}"/>
          </ac:spMkLst>
        </pc:spChg>
        <pc:spChg chg="mod">
          <ac:chgData name="Mengmeng Ge" userId="bb5bc401-97cb-4caf-9857-8ff441375414" providerId="ADAL" clId="{918CD3B9-57C8-44EA-8F5B-13D8007B23C5}" dt="2024-05-09T03:51:38.128" v="5500" actId="1076"/>
          <ac:spMkLst>
            <pc:docMk/>
            <pc:sldMk cId="453621256" sldId="277"/>
            <ac:spMk id="11" creationId="{00000000-0000-0000-0000-000000000000}"/>
          </ac:spMkLst>
        </pc:spChg>
        <pc:spChg chg="mod">
          <ac:chgData name="Mengmeng Ge" userId="bb5bc401-97cb-4caf-9857-8ff441375414" providerId="ADAL" clId="{918CD3B9-57C8-44EA-8F5B-13D8007B23C5}" dt="2024-05-09T03:51:38.128" v="5500" actId="1076"/>
          <ac:spMkLst>
            <pc:docMk/>
            <pc:sldMk cId="453621256" sldId="277"/>
            <ac:spMk id="12" creationId="{00000000-0000-0000-0000-000000000000}"/>
          </ac:spMkLst>
        </pc:spChg>
        <pc:spChg chg="del">
          <ac:chgData name="Mengmeng Ge" userId="bb5bc401-97cb-4caf-9857-8ff441375414" providerId="ADAL" clId="{918CD3B9-57C8-44EA-8F5B-13D8007B23C5}" dt="2024-05-09T03:43:00.010" v="5414" actId="478"/>
          <ac:spMkLst>
            <pc:docMk/>
            <pc:sldMk cId="453621256" sldId="277"/>
            <ac:spMk id="20" creationId="{00000000-0000-0000-0000-000000000000}"/>
          </ac:spMkLst>
        </pc:spChg>
        <pc:spChg chg="del">
          <ac:chgData name="Mengmeng Ge" userId="bb5bc401-97cb-4caf-9857-8ff441375414" providerId="ADAL" clId="{918CD3B9-57C8-44EA-8F5B-13D8007B23C5}" dt="2024-05-09T03:43:00.010" v="5414" actId="478"/>
          <ac:spMkLst>
            <pc:docMk/>
            <pc:sldMk cId="453621256" sldId="277"/>
            <ac:spMk id="106" creationId="{00000000-0000-0000-0000-000000000000}"/>
          </ac:spMkLst>
        </pc:spChg>
        <pc:spChg chg="mod ord">
          <ac:chgData name="Mengmeng Ge" userId="bb5bc401-97cb-4caf-9857-8ff441375414" providerId="ADAL" clId="{918CD3B9-57C8-44EA-8F5B-13D8007B23C5}" dt="2024-05-09T03:33:51.451" v="5242" actId="700"/>
          <ac:spMkLst>
            <pc:docMk/>
            <pc:sldMk cId="453621256" sldId="277"/>
            <ac:spMk id="107" creationId="{00000000-0000-0000-0000-000000000000}"/>
          </ac:spMkLst>
        </pc:spChg>
        <pc:spChg chg="mod ord">
          <ac:chgData name="Mengmeng Ge" userId="bb5bc401-97cb-4caf-9857-8ff441375414" providerId="ADAL" clId="{918CD3B9-57C8-44EA-8F5B-13D8007B23C5}" dt="2024-05-09T03:33:51.451" v="5242" actId="700"/>
          <ac:spMkLst>
            <pc:docMk/>
            <pc:sldMk cId="453621256" sldId="277"/>
            <ac:spMk id="267266" creationId="{00000000-0000-0000-0000-000000000000}"/>
          </ac:spMkLst>
        </pc:spChg>
        <pc:spChg chg="mod ord">
          <ac:chgData name="Mengmeng Ge" userId="bb5bc401-97cb-4caf-9857-8ff441375414" providerId="ADAL" clId="{918CD3B9-57C8-44EA-8F5B-13D8007B23C5}" dt="2024-05-09T03:56:24.812" v="5554" actId="14100"/>
          <ac:spMkLst>
            <pc:docMk/>
            <pc:sldMk cId="453621256" sldId="277"/>
            <ac:spMk id="267267" creationId="{00000000-0000-0000-0000-000000000000}"/>
          </ac:spMkLst>
        </pc:spChg>
        <pc:grpChg chg="add del mod">
          <ac:chgData name="Mengmeng Ge" userId="bb5bc401-97cb-4caf-9857-8ff441375414" providerId="ADAL" clId="{918CD3B9-57C8-44EA-8F5B-13D8007B23C5}" dt="2024-05-09T03:54:49.838" v="5512" actId="478"/>
          <ac:grpSpMkLst>
            <pc:docMk/>
            <pc:sldMk cId="453621256" sldId="277"/>
            <ac:grpSpMk id="2" creationId="{00000000-0000-0000-0000-000000000000}"/>
          </ac:grpSpMkLst>
        </pc:grpChg>
        <pc:grpChg chg="del">
          <ac:chgData name="Mengmeng Ge" userId="bb5bc401-97cb-4caf-9857-8ff441375414" providerId="ADAL" clId="{918CD3B9-57C8-44EA-8F5B-13D8007B23C5}" dt="2024-05-09T03:43:00.010" v="5414" actId="478"/>
          <ac:grpSpMkLst>
            <pc:docMk/>
            <pc:sldMk cId="453621256" sldId="277"/>
            <ac:grpSpMk id="18" creationId="{00000000-0000-0000-0000-000000000000}"/>
          </ac:grpSpMkLst>
        </pc:grpChg>
        <pc:grpChg chg="del">
          <ac:chgData name="Mengmeng Ge" userId="bb5bc401-97cb-4caf-9857-8ff441375414" providerId="ADAL" clId="{918CD3B9-57C8-44EA-8F5B-13D8007B23C5}" dt="2024-05-09T03:43:00.010" v="5414" actId="478"/>
          <ac:grpSpMkLst>
            <pc:docMk/>
            <pc:sldMk cId="453621256" sldId="277"/>
            <ac:grpSpMk id="66" creationId="{00000000-0000-0000-0000-000000000000}"/>
          </ac:grpSpMkLst>
        </pc:grpChg>
      </pc:sldChg>
      <pc:sldChg chg="addSp modSp mod">
        <pc:chgData name="Mengmeng Ge" userId="bb5bc401-97cb-4caf-9857-8ff441375414" providerId="ADAL" clId="{918CD3B9-57C8-44EA-8F5B-13D8007B23C5}" dt="2024-05-13T21:37:06.693" v="5591" actId="20577"/>
        <pc:sldMkLst>
          <pc:docMk/>
          <pc:sldMk cId="3155197061" sldId="278"/>
        </pc:sldMkLst>
        <pc:spChg chg="mod">
          <ac:chgData name="Mengmeng Ge" userId="bb5bc401-97cb-4caf-9857-8ff441375414" providerId="ADAL" clId="{918CD3B9-57C8-44EA-8F5B-13D8007B23C5}" dt="2024-05-13T21:36:58.789" v="5586" actId="1035"/>
          <ac:spMkLst>
            <pc:docMk/>
            <pc:sldMk cId="3155197061" sldId="278"/>
            <ac:spMk id="2" creationId="{00000000-0000-0000-0000-000000000000}"/>
          </ac:spMkLst>
        </pc:spChg>
        <pc:spChg chg="mod">
          <ac:chgData name="Mengmeng Ge" userId="bb5bc401-97cb-4caf-9857-8ff441375414" providerId="ADAL" clId="{918CD3B9-57C8-44EA-8F5B-13D8007B23C5}" dt="2024-05-13T21:36:58.789" v="5586" actId="1035"/>
          <ac:spMkLst>
            <pc:docMk/>
            <pc:sldMk cId="3155197061" sldId="278"/>
            <ac:spMk id="3" creationId="{00000000-0000-0000-0000-000000000000}"/>
          </ac:spMkLst>
        </pc:spChg>
        <pc:spChg chg="mod">
          <ac:chgData name="Mengmeng Ge" userId="bb5bc401-97cb-4caf-9857-8ff441375414" providerId="ADAL" clId="{918CD3B9-57C8-44EA-8F5B-13D8007B23C5}" dt="2024-05-13T21:36:58.789" v="5586" actId="1035"/>
          <ac:spMkLst>
            <pc:docMk/>
            <pc:sldMk cId="3155197061" sldId="278"/>
            <ac:spMk id="4" creationId="{00000000-0000-0000-0000-000000000000}"/>
          </ac:spMkLst>
        </pc:spChg>
        <pc:spChg chg="add mod">
          <ac:chgData name="Mengmeng Ge" userId="bb5bc401-97cb-4caf-9857-8ff441375414" providerId="ADAL" clId="{918CD3B9-57C8-44EA-8F5B-13D8007B23C5}" dt="2024-05-13T21:37:06.693" v="5591" actId="20577"/>
          <ac:spMkLst>
            <pc:docMk/>
            <pc:sldMk cId="3155197061" sldId="278"/>
            <ac:spMk id="7" creationId="{002CA8B3-05DE-F8C9-A930-8FF27A0DCC8E}"/>
          </ac:spMkLst>
        </pc:spChg>
        <pc:spChg chg="mod">
          <ac:chgData name="Mengmeng Ge" userId="bb5bc401-97cb-4caf-9857-8ff441375414" providerId="ADAL" clId="{918CD3B9-57C8-44EA-8F5B-13D8007B23C5}" dt="2024-05-13T21:36:58.789" v="5586" actId="1035"/>
          <ac:spMkLst>
            <pc:docMk/>
            <pc:sldMk cId="3155197061" sldId="278"/>
            <ac:spMk id="13" creationId="{00000000-0000-0000-0000-000000000000}"/>
          </ac:spMkLst>
        </pc:spChg>
        <pc:spChg chg="mod">
          <ac:chgData name="Mengmeng Ge" userId="bb5bc401-97cb-4caf-9857-8ff441375414" providerId="ADAL" clId="{918CD3B9-57C8-44EA-8F5B-13D8007B23C5}" dt="2024-05-13T21:36:58.789" v="5586" actId="1035"/>
          <ac:spMkLst>
            <pc:docMk/>
            <pc:sldMk cId="3155197061" sldId="278"/>
            <ac:spMk id="14" creationId="{00000000-0000-0000-0000-000000000000}"/>
          </ac:spMkLst>
        </pc:spChg>
        <pc:spChg chg="mod">
          <ac:chgData name="Mengmeng Ge" userId="bb5bc401-97cb-4caf-9857-8ff441375414" providerId="ADAL" clId="{918CD3B9-57C8-44EA-8F5B-13D8007B23C5}" dt="2024-05-13T21:36:58.789" v="5586" actId="1035"/>
          <ac:spMkLst>
            <pc:docMk/>
            <pc:sldMk cId="3155197061" sldId="278"/>
            <ac:spMk id="18" creationId="{00000000-0000-0000-0000-000000000000}"/>
          </ac:spMkLst>
        </pc:spChg>
        <pc:spChg chg="mod">
          <ac:chgData name="Mengmeng Ge" userId="bb5bc401-97cb-4caf-9857-8ff441375414" providerId="ADAL" clId="{918CD3B9-57C8-44EA-8F5B-13D8007B23C5}" dt="2024-05-13T21:36:58.789" v="5586" actId="1035"/>
          <ac:spMkLst>
            <pc:docMk/>
            <pc:sldMk cId="3155197061" sldId="278"/>
            <ac:spMk id="19" creationId="{00000000-0000-0000-0000-000000000000}"/>
          </ac:spMkLst>
        </pc:spChg>
        <pc:spChg chg="mod">
          <ac:chgData name="Mengmeng Ge" userId="bb5bc401-97cb-4caf-9857-8ff441375414" providerId="ADAL" clId="{918CD3B9-57C8-44EA-8F5B-13D8007B23C5}" dt="2024-05-13T21:36:58.789" v="5586" actId="1035"/>
          <ac:spMkLst>
            <pc:docMk/>
            <pc:sldMk cId="3155197061" sldId="278"/>
            <ac:spMk id="21" creationId="{00000000-0000-0000-0000-000000000000}"/>
          </ac:spMkLst>
        </pc:spChg>
        <pc:spChg chg="mod">
          <ac:chgData name="Mengmeng Ge" userId="bb5bc401-97cb-4caf-9857-8ff441375414" providerId="ADAL" clId="{918CD3B9-57C8-44EA-8F5B-13D8007B23C5}" dt="2024-05-13T21:36:58.789" v="5586" actId="1035"/>
          <ac:spMkLst>
            <pc:docMk/>
            <pc:sldMk cId="3155197061" sldId="278"/>
            <ac:spMk id="22" creationId="{00000000-0000-0000-0000-000000000000}"/>
          </ac:spMkLst>
        </pc:spChg>
        <pc:spChg chg="mod">
          <ac:chgData name="Mengmeng Ge" userId="bb5bc401-97cb-4caf-9857-8ff441375414" providerId="ADAL" clId="{918CD3B9-57C8-44EA-8F5B-13D8007B23C5}" dt="2024-05-13T21:36:58.789" v="5586" actId="1035"/>
          <ac:spMkLst>
            <pc:docMk/>
            <pc:sldMk cId="3155197061" sldId="278"/>
            <ac:spMk id="268297" creationId="{00000000-0000-0000-0000-000000000000}"/>
          </ac:spMkLst>
        </pc:spChg>
        <pc:grpChg chg="mod">
          <ac:chgData name="Mengmeng Ge" userId="bb5bc401-97cb-4caf-9857-8ff441375414" providerId="ADAL" clId="{918CD3B9-57C8-44EA-8F5B-13D8007B23C5}" dt="2024-05-13T21:36:58.789" v="5586" actId="1035"/>
          <ac:grpSpMkLst>
            <pc:docMk/>
            <pc:sldMk cId="3155197061" sldId="278"/>
            <ac:grpSpMk id="5" creationId="{00000000-0000-0000-0000-000000000000}"/>
          </ac:grpSpMkLst>
        </pc:grpChg>
        <pc:grpChg chg="mod">
          <ac:chgData name="Mengmeng Ge" userId="bb5bc401-97cb-4caf-9857-8ff441375414" providerId="ADAL" clId="{918CD3B9-57C8-44EA-8F5B-13D8007B23C5}" dt="2024-05-13T21:36:58.789" v="5586" actId="1035"/>
          <ac:grpSpMkLst>
            <pc:docMk/>
            <pc:sldMk cId="3155197061" sldId="278"/>
            <ac:grpSpMk id="6" creationId="{00000000-0000-0000-0000-000000000000}"/>
          </ac:grpSpMkLst>
        </pc:grpChg>
        <pc:grpChg chg="mod">
          <ac:chgData name="Mengmeng Ge" userId="bb5bc401-97cb-4caf-9857-8ff441375414" providerId="ADAL" clId="{918CD3B9-57C8-44EA-8F5B-13D8007B23C5}" dt="2024-05-13T21:36:58.789" v="5586" actId="1035"/>
          <ac:grpSpMkLst>
            <pc:docMk/>
            <pc:sldMk cId="3155197061" sldId="278"/>
            <ac:grpSpMk id="16" creationId="{00000000-0000-0000-0000-000000000000}"/>
          </ac:grpSpMkLst>
        </pc:grpChg>
        <pc:grpChg chg="mod">
          <ac:chgData name="Mengmeng Ge" userId="bb5bc401-97cb-4caf-9857-8ff441375414" providerId="ADAL" clId="{918CD3B9-57C8-44EA-8F5B-13D8007B23C5}" dt="2024-05-13T21:36:58.789" v="5586" actId="1035"/>
          <ac:grpSpMkLst>
            <pc:docMk/>
            <pc:sldMk cId="3155197061" sldId="278"/>
            <ac:grpSpMk id="20" creationId="{00000000-0000-0000-0000-000000000000}"/>
          </ac:grpSpMkLst>
        </pc:grpChg>
        <pc:graphicFrameChg chg="mod">
          <ac:chgData name="Mengmeng Ge" userId="bb5bc401-97cb-4caf-9857-8ff441375414" providerId="ADAL" clId="{918CD3B9-57C8-44EA-8F5B-13D8007B23C5}" dt="2024-05-13T21:36:58.789" v="5586" actId="1035"/>
          <ac:graphicFrameMkLst>
            <pc:docMk/>
            <pc:sldMk cId="3155197061" sldId="278"/>
            <ac:graphicFrameMk id="268293" creationId="{00000000-0000-0000-0000-000000000000}"/>
          </ac:graphicFrameMkLst>
        </pc:graphicFrameChg>
      </pc:sldChg>
      <pc:sldChg chg="addSp modSp mod">
        <pc:chgData name="Mengmeng Ge" userId="bb5bc401-97cb-4caf-9857-8ff441375414" providerId="ADAL" clId="{918CD3B9-57C8-44EA-8F5B-13D8007B23C5}" dt="2024-05-13T21:35:59.417" v="5559" actId="20577"/>
        <pc:sldMkLst>
          <pc:docMk/>
          <pc:sldMk cId="1715828519" sldId="282"/>
        </pc:sldMkLst>
        <pc:spChg chg="add mod">
          <ac:chgData name="Mengmeng Ge" userId="bb5bc401-97cb-4caf-9857-8ff441375414" providerId="ADAL" clId="{918CD3B9-57C8-44EA-8F5B-13D8007B23C5}" dt="2024-05-13T21:35:59.417" v="5559" actId="20577"/>
          <ac:spMkLst>
            <pc:docMk/>
            <pc:sldMk cId="1715828519" sldId="282"/>
            <ac:spMk id="2" creationId="{373D5B8F-5C92-4AF4-475D-C4AB94F39043}"/>
          </ac:spMkLst>
        </pc:spChg>
      </pc:sldChg>
      <pc:sldChg chg="delSp modSp del mod">
        <pc:chgData name="Mengmeng Ge" userId="bb5bc401-97cb-4caf-9857-8ff441375414" providerId="ADAL" clId="{918CD3B9-57C8-44EA-8F5B-13D8007B23C5}" dt="2024-05-09T03:52:04.232" v="5501" actId="47"/>
        <pc:sldMkLst>
          <pc:docMk/>
          <pc:sldMk cId="1735102662" sldId="311"/>
        </pc:sldMkLst>
        <pc:spChg chg="mod">
          <ac:chgData name="Mengmeng Ge" userId="bb5bc401-97cb-4caf-9857-8ff441375414" providerId="ADAL" clId="{918CD3B9-57C8-44EA-8F5B-13D8007B23C5}" dt="2024-05-09T03:51:06.166" v="5488" actId="21"/>
          <ac:spMkLst>
            <pc:docMk/>
            <pc:sldMk cId="1735102662" sldId="311"/>
            <ac:spMk id="3" creationId="{00000000-0000-0000-0000-000000000000}"/>
          </ac:spMkLst>
        </pc:spChg>
        <pc:spChg chg="mod">
          <ac:chgData name="Mengmeng Ge" userId="bb5bc401-97cb-4caf-9857-8ff441375414" providerId="ADAL" clId="{918CD3B9-57C8-44EA-8F5B-13D8007B23C5}" dt="2024-05-09T03:50:14.254" v="5478" actId="1076"/>
          <ac:spMkLst>
            <pc:docMk/>
            <pc:sldMk cId="1735102662" sldId="311"/>
            <ac:spMk id="7" creationId="{00000000-0000-0000-0000-000000000000}"/>
          </ac:spMkLst>
        </pc:spChg>
        <pc:spChg chg="mod">
          <ac:chgData name="Mengmeng Ge" userId="bb5bc401-97cb-4caf-9857-8ff441375414" providerId="ADAL" clId="{918CD3B9-57C8-44EA-8F5B-13D8007B23C5}" dt="2024-05-09T03:50:14.254" v="5478" actId="1076"/>
          <ac:spMkLst>
            <pc:docMk/>
            <pc:sldMk cId="1735102662" sldId="311"/>
            <ac:spMk id="8" creationId="{00000000-0000-0000-0000-000000000000}"/>
          </ac:spMkLst>
        </pc:spChg>
        <pc:spChg chg="mod">
          <ac:chgData name="Mengmeng Ge" userId="bb5bc401-97cb-4caf-9857-8ff441375414" providerId="ADAL" clId="{918CD3B9-57C8-44EA-8F5B-13D8007B23C5}" dt="2024-05-09T03:50:14.254" v="5478" actId="1076"/>
          <ac:spMkLst>
            <pc:docMk/>
            <pc:sldMk cId="1735102662" sldId="311"/>
            <ac:spMk id="9" creationId="{00000000-0000-0000-0000-000000000000}"/>
          </ac:spMkLst>
        </pc:spChg>
        <pc:spChg chg="mod">
          <ac:chgData name="Mengmeng Ge" userId="bb5bc401-97cb-4caf-9857-8ff441375414" providerId="ADAL" clId="{918CD3B9-57C8-44EA-8F5B-13D8007B23C5}" dt="2024-05-09T03:50:22.395" v="5482" actId="20577"/>
          <ac:spMkLst>
            <pc:docMk/>
            <pc:sldMk cId="1735102662" sldId="311"/>
            <ac:spMk id="10" creationId="{00000000-0000-0000-0000-000000000000}"/>
          </ac:spMkLst>
        </pc:spChg>
        <pc:spChg chg="mod">
          <ac:chgData name="Mengmeng Ge" userId="bb5bc401-97cb-4caf-9857-8ff441375414" providerId="ADAL" clId="{918CD3B9-57C8-44EA-8F5B-13D8007B23C5}" dt="2024-05-09T03:50:14.254" v="5478" actId="1076"/>
          <ac:spMkLst>
            <pc:docMk/>
            <pc:sldMk cId="1735102662" sldId="311"/>
            <ac:spMk id="11" creationId="{00000000-0000-0000-0000-000000000000}"/>
          </ac:spMkLst>
        </pc:spChg>
        <pc:spChg chg="mod">
          <ac:chgData name="Mengmeng Ge" userId="bb5bc401-97cb-4caf-9857-8ff441375414" providerId="ADAL" clId="{918CD3B9-57C8-44EA-8F5B-13D8007B23C5}" dt="2024-05-09T03:50:14.254" v="5478" actId="1076"/>
          <ac:spMkLst>
            <pc:docMk/>
            <pc:sldMk cId="1735102662" sldId="311"/>
            <ac:spMk id="12" creationId="{00000000-0000-0000-0000-000000000000}"/>
          </ac:spMkLst>
        </pc:spChg>
        <pc:grpChg chg="del mod">
          <ac:chgData name="Mengmeng Ge" userId="bb5bc401-97cb-4caf-9857-8ff441375414" providerId="ADAL" clId="{918CD3B9-57C8-44EA-8F5B-13D8007B23C5}" dt="2024-05-09T03:50:24.469" v="5483" actId="21"/>
          <ac:grpSpMkLst>
            <pc:docMk/>
            <pc:sldMk cId="1735102662" sldId="311"/>
            <ac:grpSpMk id="6" creationId="{00000000-0000-0000-0000-000000000000}"/>
          </ac:grpSpMkLst>
        </pc:grpChg>
      </pc:sldChg>
      <pc:sldChg chg="del">
        <pc:chgData name="Mengmeng Ge" userId="bb5bc401-97cb-4caf-9857-8ff441375414" providerId="ADAL" clId="{918CD3B9-57C8-44EA-8F5B-13D8007B23C5}" dt="2024-04-24T03:03:17.425" v="1" actId="47"/>
        <pc:sldMkLst>
          <pc:docMk/>
          <pc:sldMk cId="2087961042" sldId="317"/>
        </pc:sldMkLst>
      </pc:sldChg>
      <pc:sldChg chg="del">
        <pc:chgData name="Mengmeng Ge" userId="bb5bc401-97cb-4caf-9857-8ff441375414" providerId="ADAL" clId="{918CD3B9-57C8-44EA-8F5B-13D8007B23C5}" dt="2024-04-24T03:03:18.666" v="2" actId="47"/>
        <pc:sldMkLst>
          <pc:docMk/>
          <pc:sldMk cId="4040803333" sldId="318"/>
        </pc:sldMkLst>
      </pc:sldChg>
      <pc:sldChg chg="del">
        <pc:chgData name="Mengmeng Ge" userId="bb5bc401-97cb-4caf-9857-8ff441375414" providerId="ADAL" clId="{918CD3B9-57C8-44EA-8F5B-13D8007B23C5}" dt="2024-05-08T00:49:31.619" v="1724" actId="47"/>
        <pc:sldMkLst>
          <pc:docMk/>
          <pc:sldMk cId="1329905917" sldId="332"/>
        </pc:sldMkLst>
      </pc:sldChg>
      <pc:sldChg chg="del ord">
        <pc:chgData name="Mengmeng Ge" userId="bb5bc401-97cb-4caf-9857-8ff441375414" providerId="ADAL" clId="{918CD3B9-57C8-44EA-8F5B-13D8007B23C5}" dt="2024-05-09T01:22:24.689" v="4317" actId="47"/>
        <pc:sldMkLst>
          <pc:docMk/>
          <pc:sldMk cId="2645857609" sldId="334"/>
        </pc:sldMkLst>
      </pc:sldChg>
      <pc:sldChg chg="del">
        <pc:chgData name="Mengmeng Ge" userId="bb5bc401-97cb-4caf-9857-8ff441375414" providerId="ADAL" clId="{918CD3B9-57C8-44EA-8F5B-13D8007B23C5}" dt="2024-05-09T01:22:27.497" v="4318" actId="47"/>
        <pc:sldMkLst>
          <pc:docMk/>
          <pc:sldMk cId="3688109086" sldId="335"/>
        </pc:sldMkLst>
      </pc:sldChg>
      <pc:sldChg chg="addSp delSp modSp mod modNotesTx">
        <pc:chgData name="Mengmeng Ge" userId="bb5bc401-97cb-4caf-9857-8ff441375414" providerId="ADAL" clId="{918CD3B9-57C8-44EA-8F5B-13D8007B23C5}" dt="2024-05-09T01:29:01.257" v="4374" actId="14100"/>
        <pc:sldMkLst>
          <pc:docMk/>
          <pc:sldMk cId="2566952035" sldId="336"/>
        </pc:sldMkLst>
        <pc:spChg chg="mod">
          <ac:chgData name="Mengmeng Ge" userId="bb5bc401-97cb-4caf-9857-8ff441375414" providerId="ADAL" clId="{918CD3B9-57C8-44EA-8F5B-13D8007B23C5}" dt="2024-05-09T01:22:33.113" v="4328" actId="20577"/>
          <ac:spMkLst>
            <pc:docMk/>
            <pc:sldMk cId="2566952035" sldId="336"/>
            <ac:spMk id="2" creationId="{00000000-0000-0000-0000-000000000000}"/>
          </ac:spMkLst>
        </pc:spChg>
        <pc:spChg chg="mod">
          <ac:chgData name="Mengmeng Ge" userId="bb5bc401-97cb-4caf-9857-8ff441375414" providerId="ADAL" clId="{918CD3B9-57C8-44EA-8F5B-13D8007B23C5}" dt="2024-05-09T01:29:01.257" v="4374" actId="14100"/>
          <ac:spMkLst>
            <pc:docMk/>
            <pc:sldMk cId="2566952035" sldId="336"/>
            <ac:spMk id="3" creationId="{00000000-0000-0000-0000-000000000000}"/>
          </ac:spMkLst>
        </pc:spChg>
        <pc:spChg chg="add mod">
          <ac:chgData name="Mengmeng Ge" userId="bb5bc401-97cb-4caf-9857-8ff441375414" providerId="ADAL" clId="{918CD3B9-57C8-44EA-8F5B-13D8007B23C5}" dt="2024-05-09T01:28:54.405" v="4372" actId="1076"/>
          <ac:spMkLst>
            <pc:docMk/>
            <pc:sldMk cId="2566952035" sldId="336"/>
            <ac:spMk id="6" creationId="{4A3E4EA6-185E-AA1C-3999-42BE8E0F94FE}"/>
          </ac:spMkLst>
        </pc:spChg>
        <pc:spChg chg="add mod">
          <ac:chgData name="Mengmeng Ge" userId="bb5bc401-97cb-4caf-9857-8ff441375414" providerId="ADAL" clId="{918CD3B9-57C8-44EA-8F5B-13D8007B23C5}" dt="2024-05-09T01:25:14.626" v="4350" actId="1036"/>
          <ac:spMkLst>
            <pc:docMk/>
            <pc:sldMk cId="2566952035" sldId="336"/>
            <ac:spMk id="8" creationId="{356403B0-7115-696D-4A39-4C682577955D}"/>
          </ac:spMkLst>
        </pc:spChg>
        <pc:graphicFrameChg chg="del">
          <ac:chgData name="Mengmeng Ge" userId="bb5bc401-97cb-4caf-9857-8ff441375414" providerId="ADAL" clId="{918CD3B9-57C8-44EA-8F5B-13D8007B23C5}" dt="2024-05-09T01:24:52.999" v="4335" actId="478"/>
          <ac:graphicFrameMkLst>
            <pc:docMk/>
            <pc:sldMk cId="2566952035" sldId="336"/>
            <ac:graphicFrameMk id="26" creationId="{00000000-0000-0000-0000-000000000000}"/>
          </ac:graphicFrameMkLst>
        </pc:graphicFrameChg>
        <pc:picChg chg="add mod">
          <ac:chgData name="Mengmeng Ge" userId="bb5bc401-97cb-4caf-9857-8ff441375414" providerId="ADAL" clId="{918CD3B9-57C8-44EA-8F5B-13D8007B23C5}" dt="2024-05-09T01:25:14.626" v="4350" actId="1036"/>
          <ac:picMkLst>
            <pc:docMk/>
            <pc:sldMk cId="2566952035" sldId="336"/>
            <ac:picMk id="7" creationId="{A6B167FA-F6BB-646A-8DBB-5B0626D1FC75}"/>
          </ac:picMkLst>
        </pc:picChg>
      </pc:sldChg>
      <pc:sldChg chg="modSp mod modNotesTx">
        <pc:chgData name="Mengmeng Ge" userId="bb5bc401-97cb-4caf-9857-8ff441375414" providerId="ADAL" clId="{918CD3B9-57C8-44EA-8F5B-13D8007B23C5}" dt="2024-05-09T02:10:52.311" v="4442" actId="1076"/>
        <pc:sldMkLst>
          <pc:docMk/>
          <pc:sldMk cId="1760238824" sldId="337"/>
        </pc:sldMkLst>
        <pc:spChg chg="mod">
          <ac:chgData name="Mengmeng Ge" userId="bb5bc401-97cb-4caf-9857-8ff441375414" providerId="ADAL" clId="{918CD3B9-57C8-44EA-8F5B-13D8007B23C5}" dt="2024-05-09T02:10:52.311" v="4442" actId="1076"/>
          <ac:spMkLst>
            <pc:docMk/>
            <pc:sldMk cId="1760238824" sldId="337"/>
            <ac:spMk id="3" creationId="{00000000-0000-0000-0000-000000000000}"/>
          </ac:spMkLst>
        </pc:spChg>
        <pc:spChg chg="mod">
          <ac:chgData name="Mengmeng Ge" userId="bb5bc401-97cb-4caf-9857-8ff441375414" providerId="ADAL" clId="{918CD3B9-57C8-44EA-8F5B-13D8007B23C5}" dt="2024-05-09T01:29:44.040" v="4377" actId="20577"/>
          <ac:spMkLst>
            <pc:docMk/>
            <pc:sldMk cId="1760238824" sldId="337"/>
            <ac:spMk id="263170" creationId="{00000000-0000-0000-0000-000000000000}"/>
          </ac:spMkLst>
        </pc:spChg>
        <pc:spChg chg="mod">
          <ac:chgData name="Mengmeng Ge" userId="bb5bc401-97cb-4caf-9857-8ff441375414" providerId="ADAL" clId="{918CD3B9-57C8-44EA-8F5B-13D8007B23C5}" dt="2024-05-09T02:05:48.856" v="4421" actId="20577"/>
          <ac:spMkLst>
            <pc:docMk/>
            <pc:sldMk cId="1760238824" sldId="337"/>
            <ac:spMk id="263171" creationId="{00000000-0000-0000-0000-000000000000}"/>
          </ac:spMkLst>
        </pc:spChg>
      </pc:sldChg>
      <pc:sldChg chg="del">
        <pc:chgData name="Mengmeng Ge" userId="bb5bc401-97cb-4caf-9857-8ff441375414" providerId="ADAL" clId="{918CD3B9-57C8-44EA-8F5B-13D8007B23C5}" dt="2024-05-09T01:29:37.668" v="4375" actId="47"/>
        <pc:sldMkLst>
          <pc:docMk/>
          <pc:sldMk cId="2584648614" sldId="338"/>
        </pc:sldMkLst>
      </pc:sldChg>
      <pc:sldChg chg="addSp delSp modSp mod modNotesTx">
        <pc:chgData name="Mengmeng Ge" userId="bb5bc401-97cb-4caf-9857-8ff441375414" providerId="ADAL" clId="{918CD3B9-57C8-44EA-8F5B-13D8007B23C5}" dt="2024-05-09T02:32:12.454" v="4685" actId="1076"/>
        <pc:sldMkLst>
          <pc:docMk/>
          <pc:sldMk cId="947354050" sldId="340"/>
        </pc:sldMkLst>
        <pc:spChg chg="mod">
          <ac:chgData name="Mengmeng Ge" userId="bb5bc401-97cb-4caf-9857-8ff441375414" providerId="ADAL" clId="{918CD3B9-57C8-44EA-8F5B-13D8007B23C5}" dt="2024-05-09T02:30:51.083" v="4649"/>
          <ac:spMkLst>
            <pc:docMk/>
            <pc:sldMk cId="947354050" sldId="340"/>
            <ac:spMk id="2" creationId="{00000000-0000-0000-0000-000000000000}"/>
          </ac:spMkLst>
        </pc:spChg>
        <pc:spChg chg="add mod">
          <ac:chgData name="Mengmeng Ge" userId="bb5bc401-97cb-4caf-9857-8ff441375414" providerId="ADAL" clId="{918CD3B9-57C8-44EA-8F5B-13D8007B23C5}" dt="2024-05-09T02:32:06.944" v="4683" actId="1035"/>
          <ac:spMkLst>
            <pc:docMk/>
            <pc:sldMk cId="947354050" sldId="340"/>
            <ac:spMk id="4" creationId="{299EAE70-69F8-3747-D3E4-5C854C9301C6}"/>
          </ac:spMkLst>
        </pc:spChg>
        <pc:spChg chg="add mod">
          <ac:chgData name="Mengmeng Ge" userId="bb5bc401-97cb-4caf-9857-8ff441375414" providerId="ADAL" clId="{918CD3B9-57C8-44EA-8F5B-13D8007B23C5}" dt="2024-05-09T02:32:12.454" v="4685" actId="1076"/>
          <ac:spMkLst>
            <pc:docMk/>
            <pc:sldMk cId="947354050" sldId="340"/>
            <ac:spMk id="7" creationId="{C8D0BEB8-7A68-7111-FE4C-09AA2E5FCFBF}"/>
          </ac:spMkLst>
        </pc:spChg>
        <pc:spChg chg="mod">
          <ac:chgData name="Mengmeng Ge" userId="bb5bc401-97cb-4caf-9857-8ff441375414" providerId="ADAL" clId="{918CD3B9-57C8-44EA-8F5B-13D8007B23C5}" dt="2024-05-09T02:32:01.625" v="4672" actId="1036"/>
          <ac:spMkLst>
            <pc:docMk/>
            <pc:sldMk cId="947354050" sldId="340"/>
            <ac:spMk id="10" creationId="{00000000-0000-0000-0000-000000000000}"/>
          </ac:spMkLst>
        </pc:spChg>
        <pc:spChg chg="mod">
          <ac:chgData name="Mengmeng Ge" userId="bb5bc401-97cb-4caf-9857-8ff441375414" providerId="ADAL" clId="{918CD3B9-57C8-44EA-8F5B-13D8007B23C5}" dt="2024-05-09T02:32:01.625" v="4672" actId="1036"/>
          <ac:spMkLst>
            <pc:docMk/>
            <pc:sldMk cId="947354050" sldId="340"/>
            <ac:spMk id="17" creationId="{00000000-0000-0000-0000-000000000000}"/>
          </ac:spMkLst>
        </pc:spChg>
        <pc:spChg chg="mod">
          <ac:chgData name="Mengmeng Ge" userId="bb5bc401-97cb-4caf-9857-8ff441375414" providerId="ADAL" clId="{918CD3B9-57C8-44EA-8F5B-13D8007B23C5}" dt="2024-05-09T02:32:01.625" v="4672" actId="1036"/>
          <ac:spMkLst>
            <pc:docMk/>
            <pc:sldMk cId="947354050" sldId="340"/>
            <ac:spMk id="21" creationId="{00000000-0000-0000-0000-000000000000}"/>
          </ac:spMkLst>
        </pc:spChg>
        <pc:spChg chg="mod">
          <ac:chgData name="Mengmeng Ge" userId="bb5bc401-97cb-4caf-9857-8ff441375414" providerId="ADAL" clId="{918CD3B9-57C8-44EA-8F5B-13D8007B23C5}" dt="2024-05-09T02:32:01.625" v="4672" actId="1036"/>
          <ac:spMkLst>
            <pc:docMk/>
            <pc:sldMk cId="947354050" sldId="340"/>
            <ac:spMk id="22" creationId="{00000000-0000-0000-0000-000000000000}"/>
          </ac:spMkLst>
        </pc:spChg>
        <pc:spChg chg="del">
          <ac:chgData name="Mengmeng Ge" userId="bb5bc401-97cb-4caf-9857-8ff441375414" providerId="ADAL" clId="{918CD3B9-57C8-44EA-8F5B-13D8007B23C5}" dt="2024-05-09T02:30:31.487" v="4647" actId="478"/>
          <ac:spMkLst>
            <pc:docMk/>
            <pc:sldMk cId="947354050" sldId="340"/>
            <ac:spMk id="27" creationId="{00000000-0000-0000-0000-000000000000}"/>
          </ac:spMkLst>
        </pc:spChg>
        <pc:spChg chg="mod">
          <ac:chgData name="Mengmeng Ge" userId="bb5bc401-97cb-4caf-9857-8ff441375414" providerId="ADAL" clId="{918CD3B9-57C8-44EA-8F5B-13D8007B23C5}" dt="2024-05-09T02:32:01.625" v="4672" actId="1036"/>
          <ac:spMkLst>
            <pc:docMk/>
            <pc:sldMk cId="947354050" sldId="340"/>
            <ac:spMk id="29" creationId="{00000000-0000-0000-0000-000000000000}"/>
          </ac:spMkLst>
        </pc:spChg>
        <pc:spChg chg="mod">
          <ac:chgData name="Mengmeng Ge" userId="bb5bc401-97cb-4caf-9857-8ff441375414" providerId="ADAL" clId="{918CD3B9-57C8-44EA-8F5B-13D8007B23C5}" dt="2024-05-09T02:32:01.625" v="4672" actId="1036"/>
          <ac:spMkLst>
            <pc:docMk/>
            <pc:sldMk cId="947354050" sldId="340"/>
            <ac:spMk id="30" creationId="{00000000-0000-0000-0000-000000000000}"/>
          </ac:spMkLst>
        </pc:spChg>
        <pc:spChg chg="mod">
          <ac:chgData name="Mengmeng Ge" userId="bb5bc401-97cb-4caf-9857-8ff441375414" providerId="ADAL" clId="{918CD3B9-57C8-44EA-8F5B-13D8007B23C5}" dt="2024-05-09T02:32:06.944" v="4683" actId="1035"/>
          <ac:spMkLst>
            <pc:docMk/>
            <pc:sldMk cId="947354050" sldId="340"/>
            <ac:spMk id="31" creationId="{00000000-0000-0000-0000-000000000000}"/>
          </ac:spMkLst>
        </pc:spChg>
        <pc:spChg chg="mod">
          <ac:chgData name="Mengmeng Ge" userId="bb5bc401-97cb-4caf-9857-8ff441375414" providerId="ADAL" clId="{918CD3B9-57C8-44EA-8F5B-13D8007B23C5}" dt="2024-05-09T02:32:09.736" v="4684" actId="1076"/>
          <ac:spMkLst>
            <pc:docMk/>
            <pc:sldMk cId="947354050" sldId="340"/>
            <ac:spMk id="32" creationId="{00000000-0000-0000-0000-000000000000}"/>
          </ac:spMkLst>
        </pc:spChg>
        <pc:grpChg chg="add mod">
          <ac:chgData name="Mengmeng Ge" userId="bb5bc401-97cb-4caf-9857-8ff441375414" providerId="ADAL" clId="{918CD3B9-57C8-44EA-8F5B-13D8007B23C5}" dt="2024-05-09T02:32:01.625" v="4672" actId="1036"/>
          <ac:grpSpMkLst>
            <pc:docMk/>
            <pc:sldMk cId="947354050" sldId="340"/>
            <ac:grpSpMk id="8" creationId="{AA206179-2839-EF5C-C2C9-4E83ACF0980B}"/>
          </ac:grpSpMkLst>
        </pc:grpChg>
        <pc:graphicFrameChg chg="mod">
          <ac:chgData name="Mengmeng Ge" userId="bb5bc401-97cb-4caf-9857-8ff441375414" providerId="ADAL" clId="{918CD3B9-57C8-44EA-8F5B-13D8007B23C5}" dt="2024-05-09T02:32:01.625" v="4672" actId="1036"/>
          <ac:graphicFrameMkLst>
            <pc:docMk/>
            <pc:sldMk cId="947354050" sldId="340"/>
            <ac:graphicFrameMk id="9" creationId="{00000000-0000-0000-0000-000000000000}"/>
          </ac:graphicFrameMkLst>
        </pc:graphicFrameChg>
        <pc:graphicFrameChg chg="mod">
          <ac:chgData name="Mengmeng Ge" userId="bb5bc401-97cb-4caf-9857-8ff441375414" providerId="ADAL" clId="{918CD3B9-57C8-44EA-8F5B-13D8007B23C5}" dt="2024-05-09T02:32:01.625" v="4672" actId="1036"/>
          <ac:graphicFrameMkLst>
            <pc:docMk/>
            <pc:sldMk cId="947354050" sldId="340"/>
            <ac:graphicFrameMk id="16" creationId="{00000000-0000-0000-0000-000000000000}"/>
          </ac:graphicFrameMkLst>
        </pc:graphicFrameChg>
      </pc:sldChg>
      <pc:sldChg chg="del">
        <pc:chgData name="Mengmeng Ge" userId="bb5bc401-97cb-4caf-9857-8ff441375414" providerId="ADAL" clId="{918CD3B9-57C8-44EA-8F5B-13D8007B23C5}" dt="2024-05-09T01:54:20.837" v="4378" actId="47"/>
        <pc:sldMkLst>
          <pc:docMk/>
          <pc:sldMk cId="4059621800" sldId="342"/>
        </pc:sldMkLst>
      </pc:sldChg>
      <pc:sldChg chg="modSp del mod">
        <pc:chgData name="Mengmeng Ge" userId="bb5bc401-97cb-4caf-9857-8ff441375414" providerId="ADAL" clId="{918CD3B9-57C8-44EA-8F5B-13D8007B23C5}" dt="2024-05-09T03:15:14.664" v="4940" actId="47"/>
        <pc:sldMkLst>
          <pc:docMk/>
          <pc:sldMk cId="3752574576" sldId="343"/>
        </pc:sldMkLst>
        <pc:spChg chg="mod">
          <ac:chgData name="Mengmeng Ge" userId="bb5bc401-97cb-4caf-9857-8ff441375414" providerId="ADAL" clId="{918CD3B9-57C8-44EA-8F5B-13D8007B23C5}" dt="2024-05-09T03:12:12.039" v="4905" actId="21"/>
          <ac:spMkLst>
            <pc:docMk/>
            <pc:sldMk cId="3752574576" sldId="343"/>
            <ac:spMk id="5" creationId="{00000000-0000-0000-0000-000000000000}"/>
          </ac:spMkLst>
        </pc:spChg>
      </pc:sldChg>
      <pc:sldChg chg="del">
        <pc:chgData name="Mengmeng Ge" userId="bb5bc401-97cb-4caf-9857-8ff441375414" providerId="ADAL" clId="{918CD3B9-57C8-44EA-8F5B-13D8007B23C5}" dt="2024-05-08T00:46:31.963" v="1718" actId="47"/>
        <pc:sldMkLst>
          <pc:docMk/>
          <pc:sldMk cId="2552870182" sldId="344"/>
        </pc:sldMkLst>
      </pc:sldChg>
      <pc:sldChg chg="addSp delSp modSp mod delAnim">
        <pc:chgData name="Mengmeng Ge" userId="bb5bc401-97cb-4caf-9857-8ff441375414" providerId="ADAL" clId="{918CD3B9-57C8-44EA-8F5B-13D8007B23C5}" dt="2024-05-09T02:51:56.708" v="4893" actId="14100"/>
        <pc:sldMkLst>
          <pc:docMk/>
          <pc:sldMk cId="2363242869" sldId="346"/>
        </pc:sldMkLst>
        <pc:spChg chg="mod">
          <ac:chgData name="Mengmeng Ge" userId="bb5bc401-97cb-4caf-9857-8ff441375414" providerId="ADAL" clId="{918CD3B9-57C8-44EA-8F5B-13D8007B23C5}" dt="2024-05-09T02:37:53.499" v="4717" actId="20577"/>
          <ac:spMkLst>
            <pc:docMk/>
            <pc:sldMk cId="2363242869" sldId="346"/>
            <ac:spMk id="2" creationId="{00000000-0000-0000-0000-000000000000}"/>
          </ac:spMkLst>
        </pc:spChg>
        <pc:spChg chg="add mod">
          <ac:chgData name="Mengmeng Ge" userId="bb5bc401-97cb-4caf-9857-8ff441375414" providerId="ADAL" clId="{918CD3B9-57C8-44EA-8F5B-13D8007B23C5}" dt="2024-05-09T02:38:06.307" v="4719"/>
          <ac:spMkLst>
            <pc:docMk/>
            <pc:sldMk cId="2363242869" sldId="346"/>
            <ac:spMk id="3" creationId="{ABED8003-F38E-1BFF-0425-6EFBC8F0C025}"/>
          </ac:spMkLst>
        </pc:spChg>
        <pc:spChg chg="add mod">
          <ac:chgData name="Mengmeng Ge" userId="bb5bc401-97cb-4caf-9857-8ff441375414" providerId="ADAL" clId="{918CD3B9-57C8-44EA-8F5B-13D8007B23C5}" dt="2024-05-09T02:43:43.697" v="4723" actId="20577"/>
          <ac:spMkLst>
            <pc:docMk/>
            <pc:sldMk cId="2363242869" sldId="346"/>
            <ac:spMk id="4" creationId="{B2B571C0-F2C2-59BB-46B6-7A7D01D76B57}"/>
          </ac:spMkLst>
        </pc:spChg>
        <pc:spChg chg="add mod">
          <ac:chgData name="Mengmeng Ge" userId="bb5bc401-97cb-4caf-9857-8ff441375414" providerId="ADAL" clId="{918CD3B9-57C8-44EA-8F5B-13D8007B23C5}" dt="2024-05-09T02:44:08.252" v="4730" actId="1076"/>
          <ac:spMkLst>
            <pc:docMk/>
            <pc:sldMk cId="2363242869" sldId="346"/>
            <ac:spMk id="5" creationId="{D953CFA1-A149-5C00-17D8-1D61CC6E264F}"/>
          </ac:spMkLst>
        </pc:spChg>
        <pc:spChg chg="mod">
          <ac:chgData name="Mengmeng Ge" userId="bb5bc401-97cb-4caf-9857-8ff441375414" providerId="ADAL" clId="{918CD3B9-57C8-44EA-8F5B-13D8007B23C5}" dt="2024-05-09T02:48:37.831" v="4813" actId="1076"/>
          <ac:spMkLst>
            <pc:docMk/>
            <pc:sldMk cId="2363242869" sldId="346"/>
            <ac:spMk id="8"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9"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0"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1"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2"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3" creationId="{00000000-0000-0000-0000-000000000000}"/>
          </ac:spMkLst>
        </pc:spChg>
        <pc:spChg chg="mod">
          <ac:chgData name="Mengmeng Ge" userId="bb5bc401-97cb-4caf-9857-8ff441375414" providerId="ADAL" clId="{918CD3B9-57C8-44EA-8F5B-13D8007B23C5}" dt="2024-05-09T02:50:16.928" v="4879" actId="255"/>
          <ac:spMkLst>
            <pc:docMk/>
            <pc:sldMk cId="2363242869" sldId="346"/>
            <ac:spMk id="16"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7"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8"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1"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3"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4"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5"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6"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7"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32"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33"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34" creationId="{00000000-0000-0000-0000-000000000000}"/>
          </ac:spMkLst>
        </pc:spChg>
        <pc:spChg chg="mod">
          <ac:chgData name="Mengmeng Ge" userId="bb5bc401-97cb-4caf-9857-8ff441375414" providerId="ADAL" clId="{918CD3B9-57C8-44EA-8F5B-13D8007B23C5}" dt="2024-05-09T02:48:43.395" v="4815" actId="14100"/>
          <ac:spMkLst>
            <pc:docMk/>
            <pc:sldMk cId="2363242869" sldId="346"/>
            <ac:spMk id="37"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39"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40"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41"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42"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43"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44"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45"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46"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47"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48"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49"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50"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51"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52"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53"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54"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55"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56"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57"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58"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59"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60"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61"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62"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63"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64"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65"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66"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67"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68"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69"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70"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71"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72"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73"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74"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75"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76"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77"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78"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79"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80"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81"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82"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83"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84"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85"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86"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87"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88"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89"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90"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91"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92"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93"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94"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95"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96"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97"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98"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99"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00"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01"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02"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03"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04"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05"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06"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07"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08"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09"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10"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11"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12"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13"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14"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15"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16"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17"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18"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19"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20"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21"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22"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23"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24"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25"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26"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27"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28"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29"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30"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31"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32"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33"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34"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35"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36"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37"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38"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39"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40"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41"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44"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45"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46"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47"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48"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49"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50"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51"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52"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53"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54"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55"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56"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57"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58"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59"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60"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61"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62"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63"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64"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65"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66"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67"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68"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69"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70"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71"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72"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73"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74"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75"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76"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77"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78"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79"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80"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81"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82"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83"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84"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85"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86"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87"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88"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89"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92"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93"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94"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95"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96"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97"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98"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199"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00"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01"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02"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03"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04"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05"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06"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07"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08"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09"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10"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11"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12"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13"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14"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15"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16"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17"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18"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19"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20"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21"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22"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23"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24"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25"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26"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27"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28"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29"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30"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31"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32"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33"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34"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35"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36"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37"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38"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39"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40"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41"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42" creationId="{00000000-0000-0000-0000-000000000000}"/>
          </ac:spMkLst>
        </pc:spChg>
        <pc:spChg chg="mod">
          <ac:chgData name="Mengmeng Ge" userId="bb5bc401-97cb-4caf-9857-8ff441375414" providerId="ADAL" clId="{918CD3B9-57C8-44EA-8F5B-13D8007B23C5}" dt="2024-05-09T02:48:37.831" v="4813" actId="1076"/>
          <ac:spMkLst>
            <pc:docMk/>
            <pc:sldMk cId="2363242869" sldId="346"/>
            <ac:spMk id="243" creationId="{00000000-0000-0000-0000-000000000000}"/>
          </ac:spMkLst>
        </pc:spChg>
        <pc:spChg chg="mod">
          <ac:chgData name="Mengmeng Ge" userId="bb5bc401-97cb-4caf-9857-8ff441375414" providerId="ADAL" clId="{918CD3B9-57C8-44EA-8F5B-13D8007B23C5}" dt="2024-05-09T02:50:13.133" v="4878" actId="255"/>
          <ac:spMkLst>
            <pc:docMk/>
            <pc:sldMk cId="2363242869" sldId="346"/>
            <ac:spMk id="246" creationId="{00000000-0000-0000-0000-000000000000}"/>
          </ac:spMkLst>
        </pc:spChg>
        <pc:spChg chg="mod">
          <ac:chgData name="Mengmeng Ge" userId="bb5bc401-97cb-4caf-9857-8ff441375414" providerId="ADAL" clId="{918CD3B9-57C8-44EA-8F5B-13D8007B23C5}" dt="2024-05-09T02:51:56.708" v="4893" actId="14100"/>
          <ac:spMkLst>
            <pc:docMk/>
            <pc:sldMk cId="2363242869" sldId="346"/>
            <ac:spMk id="252" creationId="{00000000-0000-0000-0000-000000000000}"/>
          </ac:spMkLst>
        </pc:spChg>
        <pc:spChg chg="mod">
          <ac:chgData name="Mengmeng Ge" userId="bb5bc401-97cb-4caf-9857-8ff441375414" providerId="ADAL" clId="{918CD3B9-57C8-44EA-8F5B-13D8007B23C5}" dt="2024-05-09T02:51:43.281" v="4891" actId="14100"/>
          <ac:spMkLst>
            <pc:docMk/>
            <pc:sldMk cId="2363242869" sldId="346"/>
            <ac:spMk id="253" creationId="{00000000-0000-0000-0000-000000000000}"/>
          </ac:spMkLst>
        </pc:spChg>
        <pc:spChg chg="del">
          <ac:chgData name="Mengmeng Ge" userId="bb5bc401-97cb-4caf-9857-8ff441375414" providerId="ADAL" clId="{918CD3B9-57C8-44EA-8F5B-13D8007B23C5}" dt="2024-05-09T02:38:02.452" v="4718" actId="478"/>
          <ac:spMkLst>
            <pc:docMk/>
            <pc:sldMk cId="2363242869" sldId="346"/>
            <ac:spMk id="256" creationId="{00000000-0000-0000-0000-000000000000}"/>
          </ac:spMkLst>
        </pc:spChg>
        <pc:spChg chg="del">
          <ac:chgData name="Mengmeng Ge" userId="bb5bc401-97cb-4caf-9857-8ff441375414" providerId="ADAL" clId="{918CD3B9-57C8-44EA-8F5B-13D8007B23C5}" dt="2024-05-09T02:51:23.836" v="4884" actId="478"/>
          <ac:spMkLst>
            <pc:docMk/>
            <pc:sldMk cId="2363242869" sldId="346"/>
            <ac:spMk id="257" creationId="{00000000-0000-0000-0000-000000000000}"/>
          </ac:spMkLst>
        </pc:spChg>
        <pc:grpChg chg="mod">
          <ac:chgData name="Mengmeng Ge" userId="bb5bc401-97cb-4caf-9857-8ff441375414" providerId="ADAL" clId="{918CD3B9-57C8-44EA-8F5B-13D8007B23C5}" dt="2024-05-09T02:48:37.831" v="4813" actId="1076"/>
          <ac:grpSpMkLst>
            <pc:docMk/>
            <pc:sldMk cId="2363242869" sldId="346"/>
            <ac:grpSpMk id="7" creationId="{00000000-0000-0000-0000-000000000000}"/>
          </ac:grpSpMkLst>
        </pc:grpChg>
        <pc:grpChg chg="mod">
          <ac:chgData name="Mengmeng Ge" userId="bb5bc401-97cb-4caf-9857-8ff441375414" providerId="ADAL" clId="{918CD3B9-57C8-44EA-8F5B-13D8007B23C5}" dt="2024-05-09T02:48:37.831" v="4813" actId="1076"/>
          <ac:grpSpMkLst>
            <pc:docMk/>
            <pc:sldMk cId="2363242869" sldId="346"/>
            <ac:grpSpMk id="14" creationId="{00000000-0000-0000-0000-000000000000}"/>
          </ac:grpSpMkLst>
        </pc:grpChg>
        <pc:grpChg chg="mod">
          <ac:chgData name="Mengmeng Ge" userId="bb5bc401-97cb-4caf-9857-8ff441375414" providerId="ADAL" clId="{918CD3B9-57C8-44EA-8F5B-13D8007B23C5}" dt="2024-05-09T02:48:37.831" v="4813" actId="1076"/>
          <ac:grpSpMkLst>
            <pc:docMk/>
            <pc:sldMk cId="2363242869" sldId="346"/>
            <ac:grpSpMk id="15" creationId="{00000000-0000-0000-0000-000000000000}"/>
          </ac:grpSpMkLst>
        </pc:grpChg>
        <pc:grpChg chg="mod">
          <ac:chgData name="Mengmeng Ge" userId="bb5bc401-97cb-4caf-9857-8ff441375414" providerId="ADAL" clId="{918CD3B9-57C8-44EA-8F5B-13D8007B23C5}" dt="2024-05-09T02:48:37.831" v="4813" actId="1076"/>
          <ac:grpSpMkLst>
            <pc:docMk/>
            <pc:sldMk cId="2363242869" sldId="346"/>
            <ac:grpSpMk id="19" creationId="{00000000-0000-0000-0000-000000000000}"/>
          </ac:grpSpMkLst>
        </pc:grpChg>
        <pc:grpChg chg="mod">
          <ac:chgData name="Mengmeng Ge" userId="bb5bc401-97cb-4caf-9857-8ff441375414" providerId="ADAL" clId="{918CD3B9-57C8-44EA-8F5B-13D8007B23C5}" dt="2024-05-09T02:48:37.831" v="4813" actId="1076"/>
          <ac:grpSpMkLst>
            <pc:docMk/>
            <pc:sldMk cId="2363242869" sldId="346"/>
            <ac:grpSpMk id="22" creationId="{00000000-0000-0000-0000-000000000000}"/>
          </ac:grpSpMkLst>
        </pc:grpChg>
        <pc:grpChg chg="mod">
          <ac:chgData name="Mengmeng Ge" userId="bb5bc401-97cb-4caf-9857-8ff441375414" providerId="ADAL" clId="{918CD3B9-57C8-44EA-8F5B-13D8007B23C5}" dt="2024-05-09T02:48:37.831" v="4813" actId="1076"/>
          <ac:grpSpMkLst>
            <pc:docMk/>
            <pc:sldMk cId="2363242869" sldId="346"/>
            <ac:grpSpMk id="28" creationId="{00000000-0000-0000-0000-000000000000}"/>
          </ac:grpSpMkLst>
        </pc:grpChg>
        <pc:grpChg chg="mod">
          <ac:chgData name="Mengmeng Ge" userId="bb5bc401-97cb-4caf-9857-8ff441375414" providerId="ADAL" clId="{918CD3B9-57C8-44EA-8F5B-13D8007B23C5}" dt="2024-05-09T02:48:37.831" v="4813" actId="1076"/>
          <ac:grpSpMkLst>
            <pc:docMk/>
            <pc:sldMk cId="2363242869" sldId="346"/>
            <ac:grpSpMk id="29" creationId="{00000000-0000-0000-0000-000000000000}"/>
          </ac:grpSpMkLst>
        </pc:grpChg>
        <pc:grpChg chg="mod">
          <ac:chgData name="Mengmeng Ge" userId="bb5bc401-97cb-4caf-9857-8ff441375414" providerId="ADAL" clId="{918CD3B9-57C8-44EA-8F5B-13D8007B23C5}" dt="2024-05-09T02:48:37.831" v="4813" actId="1076"/>
          <ac:grpSpMkLst>
            <pc:docMk/>
            <pc:sldMk cId="2363242869" sldId="346"/>
            <ac:grpSpMk id="30" creationId="{00000000-0000-0000-0000-000000000000}"/>
          </ac:grpSpMkLst>
        </pc:grpChg>
        <pc:grpChg chg="mod">
          <ac:chgData name="Mengmeng Ge" userId="bb5bc401-97cb-4caf-9857-8ff441375414" providerId="ADAL" clId="{918CD3B9-57C8-44EA-8F5B-13D8007B23C5}" dt="2024-05-09T02:48:37.831" v="4813" actId="1076"/>
          <ac:grpSpMkLst>
            <pc:docMk/>
            <pc:sldMk cId="2363242869" sldId="346"/>
            <ac:grpSpMk id="31" creationId="{00000000-0000-0000-0000-000000000000}"/>
          </ac:grpSpMkLst>
        </pc:grpChg>
        <pc:grpChg chg="mod">
          <ac:chgData name="Mengmeng Ge" userId="bb5bc401-97cb-4caf-9857-8ff441375414" providerId="ADAL" clId="{918CD3B9-57C8-44EA-8F5B-13D8007B23C5}" dt="2024-05-09T02:48:37.831" v="4813" actId="1076"/>
          <ac:grpSpMkLst>
            <pc:docMk/>
            <pc:sldMk cId="2363242869" sldId="346"/>
            <ac:grpSpMk id="38" creationId="{00000000-0000-0000-0000-000000000000}"/>
          </ac:grpSpMkLst>
        </pc:grpChg>
        <pc:grpChg chg="mod">
          <ac:chgData name="Mengmeng Ge" userId="bb5bc401-97cb-4caf-9857-8ff441375414" providerId="ADAL" clId="{918CD3B9-57C8-44EA-8F5B-13D8007B23C5}" dt="2024-05-09T02:48:37.831" v="4813" actId="1076"/>
          <ac:grpSpMkLst>
            <pc:docMk/>
            <pc:sldMk cId="2363242869" sldId="346"/>
            <ac:grpSpMk id="142" creationId="{00000000-0000-0000-0000-000000000000}"/>
          </ac:grpSpMkLst>
        </pc:grpChg>
        <pc:grpChg chg="mod">
          <ac:chgData name="Mengmeng Ge" userId="bb5bc401-97cb-4caf-9857-8ff441375414" providerId="ADAL" clId="{918CD3B9-57C8-44EA-8F5B-13D8007B23C5}" dt="2024-05-09T02:48:37.831" v="4813" actId="1076"/>
          <ac:grpSpMkLst>
            <pc:docMk/>
            <pc:sldMk cId="2363242869" sldId="346"/>
            <ac:grpSpMk id="143" creationId="{00000000-0000-0000-0000-000000000000}"/>
          </ac:grpSpMkLst>
        </pc:grpChg>
        <pc:grpChg chg="mod">
          <ac:chgData name="Mengmeng Ge" userId="bb5bc401-97cb-4caf-9857-8ff441375414" providerId="ADAL" clId="{918CD3B9-57C8-44EA-8F5B-13D8007B23C5}" dt="2024-05-09T02:48:37.831" v="4813" actId="1076"/>
          <ac:grpSpMkLst>
            <pc:docMk/>
            <pc:sldMk cId="2363242869" sldId="346"/>
            <ac:grpSpMk id="190" creationId="{00000000-0000-0000-0000-000000000000}"/>
          </ac:grpSpMkLst>
        </pc:grpChg>
        <pc:grpChg chg="mod">
          <ac:chgData name="Mengmeng Ge" userId="bb5bc401-97cb-4caf-9857-8ff441375414" providerId="ADAL" clId="{918CD3B9-57C8-44EA-8F5B-13D8007B23C5}" dt="2024-05-09T02:48:37.831" v="4813" actId="1076"/>
          <ac:grpSpMkLst>
            <pc:docMk/>
            <pc:sldMk cId="2363242869" sldId="346"/>
            <ac:grpSpMk id="191" creationId="{00000000-0000-0000-0000-000000000000}"/>
          </ac:grpSpMkLst>
        </pc:grpChg>
        <pc:grpChg chg="mod">
          <ac:chgData name="Mengmeng Ge" userId="bb5bc401-97cb-4caf-9857-8ff441375414" providerId="ADAL" clId="{918CD3B9-57C8-44EA-8F5B-13D8007B23C5}" dt="2024-05-09T02:44:00.773" v="4727" actId="1076"/>
          <ac:grpSpMkLst>
            <pc:docMk/>
            <pc:sldMk cId="2363242869" sldId="346"/>
            <ac:grpSpMk id="254" creationId="{00000000-0000-0000-0000-000000000000}"/>
          </ac:grpSpMkLst>
        </pc:grpChg>
        <pc:grpChg chg="mod">
          <ac:chgData name="Mengmeng Ge" userId="bb5bc401-97cb-4caf-9857-8ff441375414" providerId="ADAL" clId="{918CD3B9-57C8-44EA-8F5B-13D8007B23C5}" dt="2024-05-09T02:50:28.223" v="4883" actId="1036"/>
          <ac:grpSpMkLst>
            <pc:docMk/>
            <pc:sldMk cId="2363242869" sldId="346"/>
            <ac:grpSpMk id="255" creationId="{00000000-0000-0000-0000-000000000000}"/>
          </ac:grpSpMkLst>
        </pc:grpChg>
        <pc:cxnChg chg="mod">
          <ac:chgData name="Mengmeng Ge" userId="bb5bc401-97cb-4caf-9857-8ff441375414" providerId="ADAL" clId="{918CD3B9-57C8-44EA-8F5B-13D8007B23C5}" dt="2024-05-09T02:48:01.311" v="4771" actId="1076"/>
          <ac:cxnSpMkLst>
            <pc:docMk/>
            <pc:sldMk cId="2363242869" sldId="346"/>
            <ac:cxnSpMk id="244" creationId="{00000000-0000-0000-0000-000000000000}"/>
          </ac:cxnSpMkLst>
        </pc:cxnChg>
      </pc:sldChg>
      <pc:sldChg chg="addSp delSp modSp mod modClrScheme delAnim chgLayout">
        <pc:chgData name="Mengmeng Ge" userId="bb5bc401-97cb-4caf-9857-8ff441375414" providerId="ADAL" clId="{918CD3B9-57C8-44EA-8F5B-13D8007B23C5}" dt="2024-05-09T03:48:57.329" v="5468" actId="20577"/>
        <pc:sldMkLst>
          <pc:docMk/>
          <pc:sldMk cId="1887368034" sldId="347"/>
        </pc:sldMkLst>
        <pc:spChg chg="mod ord">
          <ac:chgData name="Mengmeng Ge" userId="bb5bc401-97cb-4caf-9857-8ff441375414" providerId="ADAL" clId="{918CD3B9-57C8-44EA-8F5B-13D8007B23C5}" dt="2024-05-09T03:15:32.060" v="4942" actId="700"/>
          <ac:spMkLst>
            <pc:docMk/>
            <pc:sldMk cId="1887368034" sldId="347"/>
            <ac:spMk id="8" creationId="{00000000-0000-0000-0000-000000000000}"/>
          </ac:spMkLst>
        </pc:spChg>
        <pc:spChg chg="mod ord">
          <ac:chgData name="Mengmeng Ge" userId="bb5bc401-97cb-4caf-9857-8ff441375414" providerId="ADAL" clId="{918CD3B9-57C8-44EA-8F5B-13D8007B23C5}" dt="2024-05-09T03:15:32.060" v="4942" actId="700"/>
          <ac:spMkLst>
            <pc:docMk/>
            <pc:sldMk cId="1887368034" sldId="347"/>
            <ac:spMk id="206850" creationId="{00000000-0000-0000-0000-000000000000}"/>
          </ac:spMkLst>
        </pc:spChg>
        <pc:spChg chg="del mod ord">
          <ac:chgData name="Mengmeng Ge" userId="bb5bc401-97cb-4caf-9857-8ff441375414" providerId="ADAL" clId="{918CD3B9-57C8-44EA-8F5B-13D8007B23C5}" dt="2024-05-09T03:16:11.932" v="4948" actId="478"/>
          <ac:spMkLst>
            <pc:docMk/>
            <pc:sldMk cId="1887368034" sldId="347"/>
            <ac:spMk id="206851" creationId="{00000000-0000-0000-0000-000000000000}"/>
          </ac:spMkLst>
        </pc:spChg>
        <pc:spChg chg="del mod ord">
          <ac:chgData name="Mengmeng Ge" userId="bb5bc401-97cb-4caf-9857-8ff441375414" providerId="ADAL" clId="{918CD3B9-57C8-44EA-8F5B-13D8007B23C5}" dt="2024-05-09T03:21:06.333" v="5181" actId="12084"/>
          <ac:spMkLst>
            <pc:docMk/>
            <pc:sldMk cId="1887368034" sldId="347"/>
            <ac:spMk id="206852" creationId="{00000000-0000-0000-0000-000000000000}"/>
          </ac:spMkLst>
        </pc:spChg>
        <pc:spChg chg="del mod">
          <ac:chgData name="Mengmeng Ge" userId="bb5bc401-97cb-4caf-9857-8ff441375414" providerId="ADAL" clId="{918CD3B9-57C8-44EA-8F5B-13D8007B23C5}" dt="2024-05-09T03:21:35.338" v="5187" actId="478"/>
          <ac:spMkLst>
            <pc:docMk/>
            <pc:sldMk cId="1887368034" sldId="347"/>
            <ac:spMk id="206853" creationId="{00000000-0000-0000-0000-000000000000}"/>
          </ac:spMkLst>
        </pc:spChg>
        <pc:grpChg chg="del">
          <ac:chgData name="Mengmeng Ge" userId="bb5bc401-97cb-4caf-9857-8ff441375414" providerId="ADAL" clId="{918CD3B9-57C8-44EA-8F5B-13D8007B23C5}" dt="2024-05-09T02:52:54.921" v="4894" actId="478"/>
          <ac:grpSpMkLst>
            <pc:docMk/>
            <pc:sldMk cId="1887368034" sldId="347"/>
            <ac:grpSpMk id="3" creationId="{00000000-0000-0000-0000-000000000000}"/>
          </ac:grpSpMkLst>
        </pc:grpChg>
        <pc:graphicFrameChg chg="add mod modGraphic">
          <ac:chgData name="Mengmeng Ge" userId="bb5bc401-97cb-4caf-9857-8ff441375414" providerId="ADAL" clId="{918CD3B9-57C8-44EA-8F5B-13D8007B23C5}" dt="2024-05-09T03:48:57.329" v="5468" actId="20577"/>
          <ac:graphicFrameMkLst>
            <pc:docMk/>
            <pc:sldMk cId="1887368034" sldId="347"/>
            <ac:graphicFrameMk id="2" creationId="{B9B46CCC-0DFF-3604-396E-1ACFC0C73767}"/>
          </ac:graphicFrameMkLst>
        </pc:graphicFrameChg>
        <pc:cxnChg chg="mod">
          <ac:chgData name="Mengmeng Ge" userId="bb5bc401-97cb-4caf-9857-8ff441375414" providerId="ADAL" clId="{918CD3B9-57C8-44EA-8F5B-13D8007B23C5}" dt="2024-05-09T02:52:54.921" v="4894" actId="478"/>
          <ac:cxnSpMkLst>
            <pc:docMk/>
            <pc:sldMk cId="1887368034" sldId="347"/>
            <ac:cxnSpMk id="18" creationId="{00000000-0000-0000-0000-000000000000}"/>
          </ac:cxnSpMkLst>
        </pc:cxnChg>
        <pc:cxnChg chg="mod">
          <ac:chgData name="Mengmeng Ge" userId="bb5bc401-97cb-4caf-9857-8ff441375414" providerId="ADAL" clId="{918CD3B9-57C8-44EA-8F5B-13D8007B23C5}" dt="2024-05-09T02:52:54.921" v="4894" actId="478"/>
          <ac:cxnSpMkLst>
            <pc:docMk/>
            <pc:sldMk cId="1887368034" sldId="347"/>
            <ac:cxnSpMk id="19" creationId="{00000000-0000-0000-0000-000000000000}"/>
          </ac:cxnSpMkLst>
        </pc:cxnChg>
        <pc:cxnChg chg="mod">
          <ac:chgData name="Mengmeng Ge" userId="bb5bc401-97cb-4caf-9857-8ff441375414" providerId="ADAL" clId="{918CD3B9-57C8-44EA-8F5B-13D8007B23C5}" dt="2024-05-09T02:52:54.921" v="4894" actId="478"/>
          <ac:cxnSpMkLst>
            <pc:docMk/>
            <pc:sldMk cId="1887368034" sldId="347"/>
            <ac:cxnSpMk id="22" creationId="{00000000-0000-0000-0000-000000000000}"/>
          </ac:cxnSpMkLst>
        </pc:cxnChg>
      </pc:sldChg>
      <pc:sldChg chg="del">
        <pc:chgData name="Mengmeng Ge" userId="bb5bc401-97cb-4caf-9857-8ff441375414" providerId="ADAL" clId="{918CD3B9-57C8-44EA-8F5B-13D8007B23C5}" dt="2024-05-08T00:46:42.737" v="1721" actId="47"/>
        <pc:sldMkLst>
          <pc:docMk/>
          <pc:sldMk cId="4102936496" sldId="353"/>
        </pc:sldMkLst>
      </pc:sldChg>
      <pc:sldChg chg="modSp">
        <pc:chgData name="Mengmeng Ge" userId="bb5bc401-97cb-4caf-9857-8ff441375414" providerId="ADAL" clId="{918CD3B9-57C8-44EA-8F5B-13D8007B23C5}" dt="2024-05-09T00:09:06.593" v="3946" actId="20577"/>
        <pc:sldMkLst>
          <pc:docMk/>
          <pc:sldMk cId="1431283065" sldId="356"/>
        </pc:sldMkLst>
        <pc:graphicFrameChg chg="mod">
          <ac:chgData name="Mengmeng Ge" userId="bb5bc401-97cb-4caf-9857-8ff441375414" providerId="ADAL" clId="{918CD3B9-57C8-44EA-8F5B-13D8007B23C5}" dt="2024-05-09T00:09:06.593" v="3946" actId="20577"/>
          <ac:graphicFrameMkLst>
            <pc:docMk/>
            <pc:sldMk cId="1431283065" sldId="356"/>
            <ac:graphicFrameMk id="2" creationId="{6CEFD962-ED9B-4662-5ECE-B4EB70DD3218}"/>
          </ac:graphicFrameMkLst>
        </pc:graphicFrameChg>
      </pc:sldChg>
      <pc:sldChg chg="modSp mod modClrScheme chgLayout modNotesTx">
        <pc:chgData name="Mengmeng Ge" userId="bb5bc401-97cb-4caf-9857-8ff441375414" providerId="ADAL" clId="{918CD3B9-57C8-44EA-8F5B-13D8007B23C5}" dt="2024-05-09T03:14:53.275" v="4939" actId="700"/>
        <pc:sldMkLst>
          <pc:docMk/>
          <pc:sldMk cId="3071533705" sldId="360"/>
        </pc:sldMkLst>
        <pc:spChg chg="mod ord">
          <ac:chgData name="Mengmeng Ge" userId="bb5bc401-97cb-4caf-9857-8ff441375414" providerId="ADAL" clId="{918CD3B9-57C8-44EA-8F5B-13D8007B23C5}" dt="2024-05-09T03:14:53.275" v="4939" actId="700"/>
          <ac:spMkLst>
            <pc:docMk/>
            <pc:sldMk cId="3071533705" sldId="360"/>
            <ac:spMk id="6" creationId="{00000000-0000-0000-0000-000000000000}"/>
          </ac:spMkLst>
        </pc:spChg>
        <pc:spChg chg="mod ord">
          <ac:chgData name="Mengmeng Ge" userId="bb5bc401-97cb-4caf-9857-8ff441375414" providerId="ADAL" clId="{918CD3B9-57C8-44EA-8F5B-13D8007B23C5}" dt="2024-05-09T03:14:53.275" v="4939" actId="700"/>
          <ac:spMkLst>
            <pc:docMk/>
            <pc:sldMk cId="3071533705" sldId="360"/>
            <ac:spMk id="200706" creationId="{00000000-0000-0000-0000-000000000000}"/>
          </ac:spMkLst>
        </pc:spChg>
        <pc:spChg chg="mod ord">
          <ac:chgData name="Mengmeng Ge" userId="bb5bc401-97cb-4caf-9857-8ff441375414" providerId="ADAL" clId="{918CD3B9-57C8-44EA-8F5B-13D8007B23C5}" dt="2024-05-09T03:14:53.275" v="4939" actId="700"/>
          <ac:spMkLst>
            <pc:docMk/>
            <pc:sldMk cId="3071533705" sldId="360"/>
            <ac:spMk id="200707" creationId="{00000000-0000-0000-0000-000000000000}"/>
          </ac:spMkLst>
        </pc:spChg>
      </pc:sldChg>
      <pc:sldChg chg="modSp del mod">
        <pc:chgData name="Mengmeng Ge" userId="bb5bc401-97cb-4caf-9857-8ff441375414" providerId="ADAL" clId="{918CD3B9-57C8-44EA-8F5B-13D8007B23C5}" dt="2024-05-09T03:33:00.794" v="5226" actId="47"/>
        <pc:sldMkLst>
          <pc:docMk/>
          <pc:sldMk cId="3073097902" sldId="364"/>
        </pc:sldMkLst>
        <pc:spChg chg="mod">
          <ac:chgData name="Mengmeng Ge" userId="bb5bc401-97cb-4caf-9857-8ff441375414" providerId="ADAL" clId="{918CD3B9-57C8-44EA-8F5B-13D8007B23C5}" dt="2024-05-08T00:46:40.964" v="1720" actId="20577"/>
          <ac:spMkLst>
            <pc:docMk/>
            <pc:sldMk cId="3073097902" sldId="364"/>
            <ac:spMk id="2" creationId="{00000000-0000-0000-0000-000000000000}"/>
          </ac:spMkLst>
        </pc:spChg>
      </pc:sldChg>
      <pc:sldChg chg="addSp delSp modSp mod modNotesTx">
        <pc:chgData name="Mengmeng Ge" userId="bb5bc401-97cb-4caf-9857-8ff441375414" providerId="ADAL" clId="{918CD3B9-57C8-44EA-8F5B-13D8007B23C5}" dt="2024-05-09T02:34:17.728" v="4713" actId="20577"/>
        <pc:sldMkLst>
          <pc:docMk/>
          <pc:sldMk cId="1280693217" sldId="366"/>
        </pc:sldMkLst>
        <pc:spChg chg="mod">
          <ac:chgData name="Mengmeng Ge" userId="bb5bc401-97cb-4caf-9857-8ff441375414" providerId="ADAL" clId="{918CD3B9-57C8-44EA-8F5B-13D8007B23C5}" dt="2024-05-09T02:32:19.642" v="4686"/>
          <ac:spMkLst>
            <pc:docMk/>
            <pc:sldMk cId="1280693217" sldId="366"/>
            <ac:spMk id="2" creationId="{00000000-0000-0000-0000-000000000000}"/>
          </ac:spMkLst>
        </pc:spChg>
        <pc:spChg chg="add mod">
          <ac:chgData name="Mengmeng Ge" userId="bb5bc401-97cb-4caf-9857-8ff441375414" providerId="ADAL" clId="{918CD3B9-57C8-44EA-8F5B-13D8007B23C5}" dt="2024-05-09T02:33:06.010" v="4697" actId="14100"/>
          <ac:spMkLst>
            <pc:docMk/>
            <pc:sldMk cId="1280693217" sldId="366"/>
            <ac:spMk id="3" creationId="{AD43790B-92D1-D47A-25F4-61CF86C54EAD}"/>
          </ac:spMkLst>
        </pc:spChg>
        <pc:spChg chg="mod topLvl">
          <ac:chgData name="Mengmeng Ge" userId="bb5bc401-97cb-4caf-9857-8ff441375414" providerId="ADAL" clId="{918CD3B9-57C8-44EA-8F5B-13D8007B23C5}" dt="2024-05-09T02:33:59.857" v="4710" actId="165"/>
          <ac:spMkLst>
            <pc:docMk/>
            <pc:sldMk cId="1280693217" sldId="366"/>
            <ac:spMk id="7" creationId="{5AC85B83-AA2F-7EB7-02E6-9D705F1B0344}"/>
          </ac:spMkLst>
        </pc:spChg>
        <pc:spChg chg="del">
          <ac:chgData name="Mengmeng Ge" userId="bb5bc401-97cb-4caf-9857-8ff441375414" providerId="ADAL" clId="{918CD3B9-57C8-44EA-8F5B-13D8007B23C5}" dt="2024-05-09T02:33:23.514" v="4701" actId="478"/>
          <ac:spMkLst>
            <pc:docMk/>
            <pc:sldMk cId="1280693217" sldId="366"/>
            <ac:spMk id="10" creationId="{00000000-0000-0000-0000-000000000000}"/>
          </ac:spMkLst>
        </pc:spChg>
        <pc:spChg chg="mod topLvl">
          <ac:chgData name="Mengmeng Ge" userId="bb5bc401-97cb-4caf-9857-8ff441375414" providerId="ADAL" clId="{918CD3B9-57C8-44EA-8F5B-13D8007B23C5}" dt="2024-05-09T02:33:59.857" v="4710" actId="165"/>
          <ac:spMkLst>
            <pc:docMk/>
            <pc:sldMk cId="1280693217" sldId="366"/>
            <ac:spMk id="11" creationId="{CABE9F22-E13D-9CB1-86FA-B93AD3F2C079}"/>
          </ac:spMkLst>
        </pc:spChg>
        <pc:spChg chg="mod topLvl">
          <ac:chgData name="Mengmeng Ge" userId="bb5bc401-97cb-4caf-9857-8ff441375414" providerId="ADAL" clId="{918CD3B9-57C8-44EA-8F5B-13D8007B23C5}" dt="2024-05-09T02:33:59.857" v="4710" actId="165"/>
          <ac:spMkLst>
            <pc:docMk/>
            <pc:sldMk cId="1280693217" sldId="366"/>
            <ac:spMk id="12" creationId="{69AA5BD2-1F09-7AF7-2BDB-9F5A1C3DAEE6}"/>
          </ac:spMkLst>
        </pc:spChg>
        <pc:spChg chg="mod topLvl">
          <ac:chgData name="Mengmeng Ge" userId="bb5bc401-97cb-4caf-9857-8ff441375414" providerId="ADAL" clId="{918CD3B9-57C8-44EA-8F5B-13D8007B23C5}" dt="2024-05-09T02:33:59.857" v="4710" actId="165"/>
          <ac:spMkLst>
            <pc:docMk/>
            <pc:sldMk cId="1280693217" sldId="366"/>
            <ac:spMk id="13" creationId="{C68C28DB-F58E-B86A-DB37-E8385B39E2A5}"/>
          </ac:spMkLst>
        </pc:spChg>
        <pc:spChg chg="mod topLvl">
          <ac:chgData name="Mengmeng Ge" userId="bb5bc401-97cb-4caf-9857-8ff441375414" providerId="ADAL" clId="{918CD3B9-57C8-44EA-8F5B-13D8007B23C5}" dt="2024-05-09T02:33:59.857" v="4710" actId="165"/>
          <ac:spMkLst>
            <pc:docMk/>
            <pc:sldMk cId="1280693217" sldId="366"/>
            <ac:spMk id="14" creationId="{B544C86D-CC8B-C1A1-2C38-55CEEACCC205}"/>
          </ac:spMkLst>
        </pc:spChg>
        <pc:spChg chg="mod topLvl">
          <ac:chgData name="Mengmeng Ge" userId="bb5bc401-97cb-4caf-9857-8ff441375414" providerId="ADAL" clId="{918CD3B9-57C8-44EA-8F5B-13D8007B23C5}" dt="2024-05-09T02:33:59.857" v="4710" actId="165"/>
          <ac:spMkLst>
            <pc:docMk/>
            <pc:sldMk cId="1280693217" sldId="366"/>
            <ac:spMk id="15" creationId="{E85BBFC5-A147-0C0E-A756-7255F4D47791}"/>
          </ac:spMkLst>
        </pc:spChg>
        <pc:spChg chg="del">
          <ac:chgData name="Mengmeng Ge" userId="bb5bc401-97cb-4caf-9857-8ff441375414" providerId="ADAL" clId="{918CD3B9-57C8-44EA-8F5B-13D8007B23C5}" dt="2024-05-09T02:33:24.919" v="4702" actId="478"/>
          <ac:spMkLst>
            <pc:docMk/>
            <pc:sldMk cId="1280693217" sldId="366"/>
            <ac:spMk id="17" creationId="{00000000-0000-0000-0000-000000000000}"/>
          </ac:spMkLst>
        </pc:spChg>
        <pc:spChg chg="mod">
          <ac:chgData name="Mengmeng Ge" userId="bb5bc401-97cb-4caf-9857-8ff441375414" providerId="ADAL" clId="{918CD3B9-57C8-44EA-8F5B-13D8007B23C5}" dt="2024-05-09T02:33:49.210" v="4709" actId="14100"/>
          <ac:spMkLst>
            <pc:docMk/>
            <pc:sldMk cId="1280693217" sldId="366"/>
            <ac:spMk id="19" creationId="{00000000-0000-0000-0000-000000000000}"/>
          </ac:spMkLst>
        </pc:spChg>
        <pc:spChg chg="mod">
          <ac:chgData name="Mengmeng Ge" userId="bb5bc401-97cb-4caf-9857-8ff441375414" providerId="ADAL" clId="{918CD3B9-57C8-44EA-8F5B-13D8007B23C5}" dt="2024-05-09T02:33:49.210" v="4709" actId="14100"/>
          <ac:spMkLst>
            <pc:docMk/>
            <pc:sldMk cId="1280693217" sldId="366"/>
            <ac:spMk id="20" creationId="{00000000-0000-0000-0000-000000000000}"/>
          </ac:spMkLst>
        </pc:spChg>
        <pc:spChg chg="del">
          <ac:chgData name="Mengmeng Ge" userId="bb5bc401-97cb-4caf-9857-8ff441375414" providerId="ADAL" clId="{918CD3B9-57C8-44EA-8F5B-13D8007B23C5}" dt="2024-05-09T02:33:30.470" v="4705" actId="478"/>
          <ac:spMkLst>
            <pc:docMk/>
            <pc:sldMk cId="1280693217" sldId="366"/>
            <ac:spMk id="21" creationId="{00000000-0000-0000-0000-000000000000}"/>
          </ac:spMkLst>
        </pc:spChg>
        <pc:spChg chg="del">
          <ac:chgData name="Mengmeng Ge" userId="bb5bc401-97cb-4caf-9857-8ff441375414" providerId="ADAL" clId="{918CD3B9-57C8-44EA-8F5B-13D8007B23C5}" dt="2024-05-09T02:33:31.295" v="4706" actId="478"/>
          <ac:spMkLst>
            <pc:docMk/>
            <pc:sldMk cId="1280693217" sldId="366"/>
            <ac:spMk id="22" creationId="{00000000-0000-0000-0000-000000000000}"/>
          </ac:spMkLst>
        </pc:spChg>
        <pc:spChg chg="del">
          <ac:chgData name="Mengmeng Ge" userId="bb5bc401-97cb-4caf-9857-8ff441375414" providerId="ADAL" clId="{918CD3B9-57C8-44EA-8F5B-13D8007B23C5}" dt="2024-05-09T02:33:33.076" v="4707" actId="478"/>
          <ac:spMkLst>
            <pc:docMk/>
            <pc:sldMk cId="1280693217" sldId="366"/>
            <ac:spMk id="27" creationId="{00000000-0000-0000-0000-000000000000}"/>
          </ac:spMkLst>
        </pc:spChg>
        <pc:spChg chg="del">
          <ac:chgData name="Mengmeng Ge" userId="bb5bc401-97cb-4caf-9857-8ff441375414" providerId="ADAL" clId="{918CD3B9-57C8-44EA-8F5B-13D8007B23C5}" dt="2024-05-09T02:33:29.251" v="4704" actId="478"/>
          <ac:spMkLst>
            <pc:docMk/>
            <pc:sldMk cId="1280693217" sldId="366"/>
            <ac:spMk id="29" creationId="{00000000-0000-0000-0000-000000000000}"/>
          </ac:spMkLst>
        </pc:spChg>
        <pc:spChg chg="del">
          <ac:chgData name="Mengmeng Ge" userId="bb5bc401-97cb-4caf-9857-8ff441375414" providerId="ADAL" clId="{918CD3B9-57C8-44EA-8F5B-13D8007B23C5}" dt="2024-05-09T02:33:29.251" v="4704" actId="478"/>
          <ac:spMkLst>
            <pc:docMk/>
            <pc:sldMk cId="1280693217" sldId="366"/>
            <ac:spMk id="30" creationId="{00000000-0000-0000-0000-000000000000}"/>
          </ac:spMkLst>
        </pc:spChg>
        <pc:spChg chg="mod">
          <ac:chgData name="Mengmeng Ge" userId="bb5bc401-97cb-4caf-9857-8ff441375414" providerId="ADAL" clId="{918CD3B9-57C8-44EA-8F5B-13D8007B23C5}" dt="2024-05-09T02:34:17.728" v="4713" actId="20577"/>
          <ac:spMkLst>
            <pc:docMk/>
            <pc:sldMk cId="1280693217" sldId="366"/>
            <ac:spMk id="31" creationId="{00000000-0000-0000-0000-000000000000}"/>
          </ac:spMkLst>
        </pc:spChg>
        <pc:grpChg chg="add del mod">
          <ac:chgData name="Mengmeng Ge" userId="bb5bc401-97cb-4caf-9857-8ff441375414" providerId="ADAL" clId="{918CD3B9-57C8-44EA-8F5B-13D8007B23C5}" dt="2024-05-09T02:33:59.857" v="4710" actId="165"/>
          <ac:grpSpMkLst>
            <pc:docMk/>
            <pc:sldMk cId="1280693217" sldId="366"/>
            <ac:grpSpMk id="4" creationId="{E10EC4FB-D8A9-E4CF-0B30-FC137792975E}"/>
          </ac:grpSpMkLst>
        </pc:grpChg>
        <pc:grpChg chg="mod">
          <ac:chgData name="Mengmeng Ge" userId="bb5bc401-97cb-4caf-9857-8ff441375414" providerId="ADAL" clId="{918CD3B9-57C8-44EA-8F5B-13D8007B23C5}" dt="2024-05-09T02:33:49.210" v="4709" actId="14100"/>
          <ac:grpSpMkLst>
            <pc:docMk/>
            <pc:sldMk cId="1280693217" sldId="366"/>
            <ac:grpSpMk id="34" creationId="{00000000-0000-0000-0000-000000000000}"/>
          </ac:grpSpMkLst>
        </pc:grpChg>
        <pc:graphicFrameChg chg="mod topLvl">
          <ac:chgData name="Mengmeng Ge" userId="bb5bc401-97cb-4caf-9857-8ff441375414" providerId="ADAL" clId="{918CD3B9-57C8-44EA-8F5B-13D8007B23C5}" dt="2024-05-09T02:33:59.857" v="4710" actId="165"/>
          <ac:graphicFrameMkLst>
            <pc:docMk/>
            <pc:sldMk cId="1280693217" sldId="366"/>
            <ac:graphicFrameMk id="6" creationId="{47DA5EA4-250B-EB3B-E68A-4F499045D7F3}"/>
          </ac:graphicFrameMkLst>
        </pc:graphicFrameChg>
        <pc:graphicFrameChg chg="mod topLvl">
          <ac:chgData name="Mengmeng Ge" userId="bb5bc401-97cb-4caf-9857-8ff441375414" providerId="ADAL" clId="{918CD3B9-57C8-44EA-8F5B-13D8007B23C5}" dt="2024-05-09T02:33:59.857" v="4710" actId="165"/>
          <ac:graphicFrameMkLst>
            <pc:docMk/>
            <pc:sldMk cId="1280693217" sldId="366"/>
            <ac:graphicFrameMk id="8" creationId="{B9F0503F-98FE-8423-08E1-06DD3C223F45}"/>
          </ac:graphicFrameMkLst>
        </pc:graphicFrameChg>
        <pc:graphicFrameChg chg="del">
          <ac:chgData name="Mengmeng Ge" userId="bb5bc401-97cb-4caf-9857-8ff441375414" providerId="ADAL" clId="{918CD3B9-57C8-44EA-8F5B-13D8007B23C5}" dt="2024-05-09T02:33:21.810" v="4700" actId="478"/>
          <ac:graphicFrameMkLst>
            <pc:docMk/>
            <pc:sldMk cId="1280693217" sldId="366"/>
            <ac:graphicFrameMk id="9" creationId="{00000000-0000-0000-0000-000000000000}"/>
          </ac:graphicFrameMkLst>
        </pc:graphicFrameChg>
        <pc:graphicFrameChg chg="del">
          <ac:chgData name="Mengmeng Ge" userId="bb5bc401-97cb-4caf-9857-8ff441375414" providerId="ADAL" clId="{918CD3B9-57C8-44EA-8F5B-13D8007B23C5}" dt="2024-05-09T02:33:25.838" v="4703" actId="478"/>
          <ac:graphicFrameMkLst>
            <pc:docMk/>
            <pc:sldMk cId="1280693217" sldId="366"/>
            <ac:graphicFrameMk id="16" creationId="{00000000-0000-0000-0000-000000000000}"/>
          </ac:graphicFrameMkLst>
        </pc:graphicFrameChg>
      </pc:sldChg>
      <pc:sldChg chg="del">
        <pc:chgData name="Mengmeng Ge" userId="bb5bc401-97cb-4caf-9857-8ff441375414" providerId="ADAL" clId="{918CD3B9-57C8-44EA-8F5B-13D8007B23C5}" dt="2024-05-09T03:33:57.799" v="5243" actId="47"/>
        <pc:sldMkLst>
          <pc:docMk/>
          <pc:sldMk cId="4012994016" sldId="367"/>
        </pc:sldMkLst>
      </pc:sldChg>
      <pc:sldChg chg="addSp delSp modSp mod modClrScheme chgLayout modNotesTx">
        <pc:chgData name="Mengmeng Ge" userId="bb5bc401-97cb-4caf-9857-8ff441375414" providerId="ADAL" clId="{918CD3B9-57C8-44EA-8F5B-13D8007B23C5}" dt="2024-05-09T01:26:55.060" v="4356" actId="20577"/>
        <pc:sldMkLst>
          <pc:docMk/>
          <pc:sldMk cId="3813477398" sldId="387"/>
        </pc:sldMkLst>
        <pc:spChg chg="add mod">
          <ac:chgData name="Mengmeng Ge" userId="bb5bc401-97cb-4caf-9857-8ff441375414" providerId="ADAL" clId="{918CD3B9-57C8-44EA-8F5B-13D8007B23C5}" dt="2024-05-07T02:50:03.588" v="975" actId="1076"/>
          <ac:spMkLst>
            <pc:docMk/>
            <pc:sldMk cId="3813477398" sldId="387"/>
            <ac:spMk id="4" creationId="{412BA438-E4ED-F49C-749B-BEFB31DF76EF}"/>
          </ac:spMkLst>
        </pc:spChg>
        <pc:spChg chg="mod ord">
          <ac:chgData name="Mengmeng Ge" userId="bb5bc401-97cb-4caf-9857-8ff441375414" providerId="ADAL" clId="{918CD3B9-57C8-44EA-8F5B-13D8007B23C5}" dt="2024-05-06T22:21:49.882" v="137" actId="700"/>
          <ac:spMkLst>
            <pc:docMk/>
            <pc:sldMk cId="3813477398" sldId="387"/>
            <ac:spMk id="7" creationId="{00000000-0000-0000-0000-000000000000}"/>
          </ac:spMkLst>
        </pc:spChg>
        <pc:spChg chg="mod ord">
          <ac:chgData name="Mengmeng Ge" userId="bb5bc401-97cb-4caf-9857-8ff441375414" providerId="ADAL" clId="{918CD3B9-57C8-44EA-8F5B-13D8007B23C5}" dt="2024-05-07T23:50:41.989" v="1545" actId="255"/>
          <ac:spMkLst>
            <pc:docMk/>
            <pc:sldMk cId="3813477398" sldId="387"/>
            <ac:spMk id="355330" creationId="{00000000-0000-0000-0000-000000000000}"/>
          </ac:spMkLst>
        </pc:spChg>
        <pc:spChg chg="mod ord">
          <ac:chgData name="Mengmeng Ge" userId="bb5bc401-97cb-4caf-9857-8ff441375414" providerId="ADAL" clId="{918CD3B9-57C8-44EA-8F5B-13D8007B23C5}" dt="2024-05-07T02:49:53.961" v="973" actId="20577"/>
          <ac:spMkLst>
            <pc:docMk/>
            <pc:sldMk cId="3813477398" sldId="387"/>
            <ac:spMk id="355331" creationId="{00000000-0000-0000-0000-000000000000}"/>
          </ac:spMkLst>
        </pc:spChg>
        <pc:spChg chg="del mod ord">
          <ac:chgData name="Mengmeng Ge" userId="bb5bc401-97cb-4caf-9857-8ff441375414" providerId="ADAL" clId="{918CD3B9-57C8-44EA-8F5B-13D8007B23C5}" dt="2024-05-06T22:22:00.246" v="140" actId="478"/>
          <ac:spMkLst>
            <pc:docMk/>
            <pc:sldMk cId="3813477398" sldId="387"/>
            <ac:spMk id="355332" creationId="{00000000-0000-0000-0000-000000000000}"/>
          </ac:spMkLst>
        </pc:spChg>
        <pc:graphicFrameChg chg="del mod">
          <ac:chgData name="Mengmeng Ge" userId="bb5bc401-97cb-4caf-9857-8ff441375414" providerId="ADAL" clId="{918CD3B9-57C8-44EA-8F5B-13D8007B23C5}" dt="2024-05-06T22:25:03.063" v="167" actId="478"/>
          <ac:graphicFrameMkLst>
            <pc:docMk/>
            <pc:sldMk cId="3813477398" sldId="387"/>
            <ac:graphicFrameMk id="355333" creationId="{00000000-0000-0000-0000-000000000000}"/>
          </ac:graphicFrameMkLst>
        </pc:graphicFrameChg>
        <pc:picChg chg="add mod">
          <ac:chgData name="Mengmeng Ge" userId="bb5bc401-97cb-4caf-9857-8ff441375414" providerId="ADAL" clId="{918CD3B9-57C8-44EA-8F5B-13D8007B23C5}" dt="2024-05-07T02:49:59.847" v="974" actId="1076"/>
          <ac:picMkLst>
            <pc:docMk/>
            <pc:sldMk cId="3813477398" sldId="387"/>
            <ac:picMk id="3" creationId="{98869A50-E1C5-AED7-D974-FFAAF6DBA02F}"/>
          </ac:picMkLst>
        </pc:picChg>
      </pc:sldChg>
      <pc:sldChg chg="addSp delSp modSp del mod modClrScheme chgLayout">
        <pc:chgData name="Mengmeng Ge" userId="bb5bc401-97cb-4caf-9857-8ff441375414" providerId="ADAL" clId="{918CD3B9-57C8-44EA-8F5B-13D8007B23C5}" dt="2024-05-07T02:40:36.891" v="855" actId="47"/>
        <pc:sldMkLst>
          <pc:docMk/>
          <pc:sldMk cId="2199545015" sldId="388"/>
        </pc:sldMkLst>
        <pc:spChg chg="add del mod ord">
          <ac:chgData name="Mengmeng Ge" userId="bb5bc401-97cb-4caf-9857-8ff441375414" providerId="ADAL" clId="{918CD3B9-57C8-44EA-8F5B-13D8007B23C5}" dt="2024-05-06T22:48:13.129" v="433" actId="478"/>
          <ac:spMkLst>
            <pc:docMk/>
            <pc:sldMk cId="2199545015" sldId="388"/>
            <ac:spMk id="2" creationId="{D58EF5C0-216F-6E46-BF74-27831E472E04}"/>
          </ac:spMkLst>
        </pc:spChg>
        <pc:spChg chg="mod ord">
          <ac:chgData name="Mengmeng Ge" userId="bb5bc401-97cb-4caf-9857-8ff441375414" providerId="ADAL" clId="{918CD3B9-57C8-44EA-8F5B-13D8007B23C5}" dt="2024-05-06T22:48:05.857" v="428" actId="700"/>
          <ac:spMkLst>
            <pc:docMk/>
            <pc:sldMk cId="2199545015" sldId="388"/>
            <ac:spMk id="57" creationId="{00000000-0000-0000-0000-000000000000}"/>
          </ac:spMkLst>
        </pc:spChg>
        <pc:spChg chg="mod ord">
          <ac:chgData name="Mengmeng Ge" userId="bb5bc401-97cb-4caf-9857-8ff441375414" providerId="ADAL" clId="{918CD3B9-57C8-44EA-8F5B-13D8007B23C5}" dt="2024-05-06T22:48:10.121" v="432" actId="20577"/>
          <ac:spMkLst>
            <pc:docMk/>
            <pc:sldMk cId="2199545015" sldId="388"/>
            <ac:spMk id="356354" creationId="{00000000-0000-0000-0000-000000000000}"/>
          </ac:spMkLst>
        </pc:spChg>
      </pc:sldChg>
      <pc:sldChg chg="addSp delSp modSp mod modClrScheme modAnim chgLayout modNotesTx">
        <pc:chgData name="Mengmeng Ge" userId="bb5bc401-97cb-4caf-9857-8ff441375414" providerId="ADAL" clId="{918CD3B9-57C8-44EA-8F5B-13D8007B23C5}" dt="2024-05-08T22:57:14.883" v="3852" actId="20577"/>
        <pc:sldMkLst>
          <pc:docMk/>
          <pc:sldMk cId="1624450455" sldId="398"/>
        </pc:sldMkLst>
        <pc:spChg chg="mod">
          <ac:chgData name="Mengmeng Ge" userId="bb5bc401-97cb-4caf-9857-8ff441375414" providerId="ADAL" clId="{918CD3B9-57C8-44EA-8F5B-13D8007B23C5}" dt="2024-05-08T22:55:34.855" v="3844" actId="1076"/>
          <ac:spMkLst>
            <pc:docMk/>
            <pc:sldMk cId="1624450455" sldId="398"/>
            <ac:spMk id="2" creationId="{00000000-0000-0000-0000-000000000000}"/>
          </ac:spMkLst>
        </pc:spChg>
        <pc:spChg chg="del">
          <ac:chgData name="Mengmeng Ge" userId="bb5bc401-97cb-4caf-9857-8ff441375414" providerId="ADAL" clId="{918CD3B9-57C8-44EA-8F5B-13D8007B23C5}" dt="2024-05-08T01:42:31.099" v="1953" actId="478"/>
          <ac:spMkLst>
            <pc:docMk/>
            <pc:sldMk cId="1624450455" sldId="398"/>
            <ac:spMk id="3" creationId="{00000000-0000-0000-0000-000000000000}"/>
          </ac:spMkLst>
        </pc:spChg>
        <pc:spChg chg="add mod">
          <ac:chgData name="Mengmeng Ge" userId="bb5bc401-97cb-4caf-9857-8ff441375414" providerId="ADAL" clId="{918CD3B9-57C8-44EA-8F5B-13D8007B23C5}" dt="2024-05-08T22:57:14.883" v="3852" actId="20577"/>
          <ac:spMkLst>
            <pc:docMk/>
            <pc:sldMk cId="1624450455" sldId="398"/>
            <ac:spMk id="3" creationId="{829C0A8E-E163-0268-D8FC-DB7A7889E79F}"/>
          </ac:spMkLst>
        </pc:spChg>
        <pc:spChg chg="add del mod ord">
          <ac:chgData name="Mengmeng Ge" userId="bb5bc401-97cb-4caf-9857-8ff441375414" providerId="ADAL" clId="{918CD3B9-57C8-44EA-8F5B-13D8007B23C5}" dt="2024-05-08T01:42:28.412" v="1952" actId="478"/>
          <ac:spMkLst>
            <pc:docMk/>
            <pc:sldMk cId="1624450455" sldId="398"/>
            <ac:spMk id="4" creationId="{5817BE12-044F-F9D6-42D3-E8885B45D8B8}"/>
          </ac:spMkLst>
        </pc:spChg>
        <pc:spChg chg="add del mod">
          <ac:chgData name="Mengmeng Ge" userId="bb5bc401-97cb-4caf-9857-8ff441375414" providerId="ADAL" clId="{918CD3B9-57C8-44EA-8F5B-13D8007B23C5}" dt="2024-05-08T01:43:36.172" v="1968" actId="478"/>
          <ac:spMkLst>
            <pc:docMk/>
            <pc:sldMk cId="1624450455" sldId="398"/>
            <ac:spMk id="7" creationId="{BADAD968-9735-017E-96BB-44BA09EC93B1}"/>
          </ac:spMkLst>
        </pc:spChg>
        <pc:spChg chg="mod">
          <ac:chgData name="Mengmeng Ge" userId="bb5bc401-97cb-4caf-9857-8ff441375414" providerId="ADAL" clId="{918CD3B9-57C8-44EA-8F5B-13D8007B23C5}" dt="2024-05-08T22:54:06.342" v="3828" actId="1038"/>
          <ac:spMkLst>
            <pc:docMk/>
            <pc:sldMk cId="1624450455" sldId="398"/>
            <ac:spMk id="11" creationId="{A4B9A0D4-88D7-53A6-69A3-72558BD35243}"/>
          </ac:spMkLst>
        </pc:spChg>
        <pc:spChg chg="del mod">
          <ac:chgData name="Mengmeng Ge" userId="bb5bc401-97cb-4caf-9857-8ff441375414" providerId="ADAL" clId="{918CD3B9-57C8-44EA-8F5B-13D8007B23C5}" dt="2024-05-08T02:02:19.634" v="2276" actId="478"/>
          <ac:spMkLst>
            <pc:docMk/>
            <pc:sldMk cId="1624450455" sldId="398"/>
            <ac:spMk id="12" creationId="{BBE0A8C6-8846-C990-4E94-96F952081947}"/>
          </ac:spMkLst>
        </pc:spChg>
        <pc:spChg chg="mod">
          <ac:chgData name="Mengmeng Ge" userId="bb5bc401-97cb-4caf-9857-8ff441375414" providerId="ADAL" clId="{918CD3B9-57C8-44EA-8F5B-13D8007B23C5}" dt="2024-05-08T22:54:06.342" v="3828" actId="1038"/>
          <ac:spMkLst>
            <pc:docMk/>
            <pc:sldMk cId="1624450455" sldId="398"/>
            <ac:spMk id="13" creationId="{926955D6-CE68-2E2F-AAE7-9B68692D70E8}"/>
          </ac:spMkLst>
        </pc:spChg>
        <pc:spChg chg="mod">
          <ac:chgData name="Mengmeng Ge" userId="bb5bc401-97cb-4caf-9857-8ff441375414" providerId="ADAL" clId="{918CD3B9-57C8-44EA-8F5B-13D8007B23C5}" dt="2024-05-08T22:54:06.342" v="3828" actId="1038"/>
          <ac:spMkLst>
            <pc:docMk/>
            <pc:sldMk cId="1624450455" sldId="398"/>
            <ac:spMk id="14" creationId="{6A0D813E-B25E-C92C-1779-6AB29E165BCE}"/>
          </ac:spMkLst>
        </pc:spChg>
        <pc:spChg chg="mod">
          <ac:chgData name="Mengmeng Ge" userId="bb5bc401-97cb-4caf-9857-8ff441375414" providerId="ADAL" clId="{918CD3B9-57C8-44EA-8F5B-13D8007B23C5}" dt="2024-05-08T22:54:06.342" v="3828" actId="1038"/>
          <ac:spMkLst>
            <pc:docMk/>
            <pc:sldMk cId="1624450455" sldId="398"/>
            <ac:spMk id="15" creationId="{89271E3C-D7D7-B9A3-D208-33E914DAE20A}"/>
          </ac:spMkLst>
        </pc:spChg>
        <pc:spChg chg="mod ord">
          <ac:chgData name="Mengmeng Ge" userId="bb5bc401-97cb-4caf-9857-8ff441375414" providerId="ADAL" clId="{918CD3B9-57C8-44EA-8F5B-13D8007B23C5}" dt="2024-05-08T01:42:06.138" v="1934" actId="700"/>
          <ac:spMkLst>
            <pc:docMk/>
            <pc:sldMk cId="1624450455" sldId="398"/>
            <ac:spMk id="66" creationId="{00000000-0000-0000-0000-000000000000}"/>
          </ac:spMkLst>
        </pc:spChg>
        <pc:spChg chg="del mod topLvl">
          <ac:chgData name="Mengmeng Ge" userId="bb5bc401-97cb-4caf-9857-8ff441375414" providerId="ADAL" clId="{918CD3B9-57C8-44EA-8F5B-13D8007B23C5}" dt="2024-05-08T02:02:12.612" v="2273" actId="478"/>
          <ac:spMkLst>
            <pc:docMk/>
            <pc:sldMk cId="1624450455" sldId="398"/>
            <ac:spMk id="67" creationId="{00000000-0000-0000-0000-000000000000}"/>
          </ac:spMkLst>
        </pc:spChg>
        <pc:spChg chg="del mod topLvl">
          <ac:chgData name="Mengmeng Ge" userId="bb5bc401-97cb-4caf-9857-8ff441375414" providerId="ADAL" clId="{918CD3B9-57C8-44EA-8F5B-13D8007B23C5}" dt="2024-05-08T02:02:09.485" v="2271" actId="478"/>
          <ac:spMkLst>
            <pc:docMk/>
            <pc:sldMk cId="1624450455" sldId="398"/>
            <ac:spMk id="68" creationId="{00000000-0000-0000-0000-000000000000}"/>
          </ac:spMkLst>
        </pc:spChg>
        <pc:spChg chg="del">
          <ac:chgData name="Mengmeng Ge" userId="bb5bc401-97cb-4caf-9857-8ff441375414" providerId="ADAL" clId="{918CD3B9-57C8-44EA-8F5B-13D8007B23C5}" dt="2024-05-08T01:42:34.947" v="1954" actId="478"/>
          <ac:spMkLst>
            <pc:docMk/>
            <pc:sldMk cId="1624450455" sldId="398"/>
            <ac:spMk id="191490" creationId="{00000000-0000-0000-0000-000000000000}"/>
          </ac:spMkLst>
        </pc:spChg>
        <pc:spChg chg="del">
          <ac:chgData name="Mengmeng Ge" userId="bb5bc401-97cb-4caf-9857-8ff441375414" providerId="ADAL" clId="{918CD3B9-57C8-44EA-8F5B-13D8007B23C5}" dt="2024-05-08T01:42:34.947" v="1954" actId="478"/>
          <ac:spMkLst>
            <pc:docMk/>
            <pc:sldMk cId="1624450455" sldId="398"/>
            <ac:spMk id="191493" creationId="{00000000-0000-0000-0000-000000000000}"/>
          </ac:spMkLst>
        </pc:spChg>
        <pc:spChg chg="del">
          <ac:chgData name="Mengmeng Ge" userId="bb5bc401-97cb-4caf-9857-8ff441375414" providerId="ADAL" clId="{918CD3B9-57C8-44EA-8F5B-13D8007B23C5}" dt="2024-05-08T01:42:34.947" v="1954" actId="478"/>
          <ac:spMkLst>
            <pc:docMk/>
            <pc:sldMk cId="1624450455" sldId="398"/>
            <ac:spMk id="191494" creationId="{00000000-0000-0000-0000-000000000000}"/>
          </ac:spMkLst>
        </pc:spChg>
        <pc:spChg chg="mod ord">
          <ac:chgData name="Mengmeng Ge" userId="bb5bc401-97cb-4caf-9857-8ff441375414" providerId="ADAL" clId="{918CD3B9-57C8-44EA-8F5B-13D8007B23C5}" dt="2024-05-08T03:07:34.202" v="2632" actId="20577"/>
          <ac:spMkLst>
            <pc:docMk/>
            <pc:sldMk cId="1624450455" sldId="398"/>
            <ac:spMk id="191495" creationId="{00000000-0000-0000-0000-000000000000}"/>
          </ac:spMkLst>
        </pc:spChg>
        <pc:spChg chg="mod">
          <ac:chgData name="Mengmeng Ge" userId="bb5bc401-97cb-4caf-9857-8ff441375414" providerId="ADAL" clId="{918CD3B9-57C8-44EA-8F5B-13D8007B23C5}" dt="2024-05-08T22:54:00.138" v="3801" actId="1038"/>
          <ac:spMkLst>
            <pc:docMk/>
            <pc:sldMk cId="1624450455" sldId="398"/>
            <ac:spMk id="191497" creationId="{00000000-0000-0000-0000-000000000000}"/>
          </ac:spMkLst>
        </pc:spChg>
        <pc:spChg chg="mod">
          <ac:chgData name="Mengmeng Ge" userId="bb5bc401-97cb-4caf-9857-8ff441375414" providerId="ADAL" clId="{918CD3B9-57C8-44EA-8F5B-13D8007B23C5}" dt="2024-05-08T22:54:00.138" v="3801" actId="1038"/>
          <ac:spMkLst>
            <pc:docMk/>
            <pc:sldMk cId="1624450455" sldId="398"/>
            <ac:spMk id="191498" creationId="{00000000-0000-0000-0000-000000000000}"/>
          </ac:spMkLst>
        </pc:spChg>
        <pc:spChg chg="mod">
          <ac:chgData name="Mengmeng Ge" userId="bb5bc401-97cb-4caf-9857-8ff441375414" providerId="ADAL" clId="{918CD3B9-57C8-44EA-8F5B-13D8007B23C5}" dt="2024-05-08T22:54:00.138" v="3801" actId="1038"/>
          <ac:spMkLst>
            <pc:docMk/>
            <pc:sldMk cId="1624450455" sldId="398"/>
            <ac:spMk id="191500" creationId="{00000000-0000-0000-0000-000000000000}"/>
          </ac:spMkLst>
        </pc:spChg>
        <pc:spChg chg="mod">
          <ac:chgData name="Mengmeng Ge" userId="bb5bc401-97cb-4caf-9857-8ff441375414" providerId="ADAL" clId="{918CD3B9-57C8-44EA-8F5B-13D8007B23C5}" dt="2024-05-08T22:54:00.138" v="3801" actId="1038"/>
          <ac:spMkLst>
            <pc:docMk/>
            <pc:sldMk cId="1624450455" sldId="398"/>
            <ac:spMk id="191501" creationId="{00000000-0000-0000-0000-000000000000}"/>
          </ac:spMkLst>
        </pc:spChg>
        <pc:spChg chg="mod">
          <ac:chgData name="Mengmeng Ge" userId="bb5bc401-97cb-4caf-9857-8ff441375414" providerId="ADAL" clId="{918CD3B9-57C8-44EA-8F5B-13D8007B23C5}" dt="2024-05-08T22:54:00.138" v="3801" actId="1038"/>
          <ac:spMkLst>
            <pc:docMk/>
            <pc:sldMk cId="1624450455" sldId="398"/>
            <ac:spMk id="191502" creationId="{00000000-0000-0000-0000-000000000000}"/>
          </ac:spMkLst>
        </pc:spChg>
        <pc:spChg chg="mod">
          <ac:chgData name="Mengmeng Ge" userId="bb5bc401-97cb-4caf-9857-8ff441375414" providerId="ADAL" clId="{918CD3B9-57C8-44EA-8F5B-13D8007B23C5}" dt="2024-05-08T22:54:00.138" v="3801" actId="1038"/>
          <ac:spMkLst>
            <pc:docMk/>
            <pc:sldMk cId="1624450455" sldId="398"/>
            <ac:spMk id="191503" creationId="{00000000-0000-0000-0000-000000000000}"/>
          </ac:spMkLst>
        </pc:spChg>
        <pc:spChg chg="del mod">
          <ac:chgData name="Mengmeng Ge" userId="bb5bc401-97cb-4caf-9857-8ff441375414" providerId="ADAL" clId="{918CD3B9-57C8-44EA-8F5B-13D8007B23C5}" dt="2024-05-08T02:02:05.657" v="2269" actId="478"/>
          <ac:spMkLst>
            <pc:docMk/>
            <pc:sldMk cId="1624450455" sldId="398"/>
            <ac:spMk id="191504" creationId="{00000000-0000-0000-0000-000000000000}"/>
          </ac:spMkLst>
        </pc:spChg>
        <pc:spChg chg="mod">
          <ac:chgData name="Mengmeng Ge" userId="bb5bc401-97cb-4caf-9857-8ff441375414" providerId="ADAL" clId="{918CD3B9-57C8-44EA-8F5B-13D8007B23C5}" dt="2024-05-08T22:54:00.138" v="3801" actId="1038"/>
          <ac:spMkLst>
            <pc:docMk/>
            <pc:sldMk cId="1624450455" sldId="398"/>
            <ac:spMk id="191509" creationId="{00000000-0000-0000-0000-000000000000}"/>
          </ac:spMkLst>
        </pc:spChg>
        <pc:spChg chg="mod">
          <ac:chgData name="Mengmeng Ge" userId="bb5bc401-97cb-4caf-9857-8ff441375414" providerId="ADAL" clId="{918CD3B9-57C8-44EA-8F5B-13D8007B23C5}" dt="2024-05-08T22:54:00.138" v="3801" actId="1038"/>
          <ac:spMkLst>
            <pc:docMk/>
            <pc:sldMk cId="1624450455" sldId="398"/>
            <ac:spMk id="191511" creationId="{00000000-0000-0000-0000-000000000000}"/>
          </ac:spMkLst>
        </pc:spChg>
        <pc:spChg chg="mod">
          <ac:chgData name="Mengmeng Ge" userId="bb5bc401-97cb-4caf-9857-8ff441375414" providerId="ADAL" clId="{918CD3B9-57C8-44EA-8F5B-13D8007B23C5}" dt="2024-05-08T22:54:00.138" v="3801" actId="1038"/>
          <ac:spMkLst>
            <pc:docMk/>
            <pc:sldMk cId="1624450455" sldId="398"/>
            <ac:spMk id="191512" creationId="{00000000-0000-0000-0000-000000000000}"/>
          </ac:spMkLst>
        </pc:spChg>
        <pc:spChg chg="mod">
          <ac:chgData name="Mengmeng Ge" userId="bb5bc401-97cb-4caf-9857-8ff441375414" providerId="ADAL" clId="{918CD3B9-57C8-44EA-8F5B-13D8007B23C5}" dt="2024-05-08T22:54:00.138" v="3801" actId="1038"/>
          <ac:spMkLst>
            <pc:docMk/>
            <pc:sldMk cId="1624450455" sldId="398"/>
            <ac:spMk id="191513" creationId="{00000000-0000-0000-0000-000000000000}"/>
          </ac:spMkLst>
        </pc:spChg>
        <pc:spChg chg="mod">
          <ac:chgData name="Mengmeng Ge" userId="bb5bc401-97cb-4caf-9857-8ff441375414" providerId="ADAL" clId="{918CD3B9-57C8-44EA-8F5B-13D8007B23C5}" dt="2024-05-08T22:54:00.138" v="3801" actId="1038"/>
          <ac:spMkLst>
            <pc:docMk/>
            <pc:sldMk cId="1624450455" sldId="398"/>
            <ac:spMk id="191514" creationId="{00000000-0000-0000-0000-000000000000}"/>
          </ac:spMkLst>
        </pc:spChg>
        <pc:spChg chg="mod">
          <ac:chgData name="Mengmeng Ge" userId="bb5bc401-97cb-4caf-9857-8ff441375414" providerId="ADAL" clId="{918CD3B9-57C8-44EA-8F5B-13D8007B23C5}" dt="2024-05-08T22:54:00.138" v="3801" actId="1038"/>
          <ac:spMkLst>
            <pc:docMk/>
            <pc:sldMk cId="1624450455" sldId="398"/>
            <ac:spMk id="191515" creationId="{00000000-0000-0000-0000-000000000000}"/>
          </ac:spMkLst>
        </pc:spChg>
        <pc:spChg chg="mod">
          <ac:chgData name="Mengmeng Ge" userId="bb5bc401-97cb-4caf-9857-8ff441375414" providerId="ADAL" clId="{918CD3B9-57C8-44EA-8F5B-13D8007B23C5}" dt="2024-05-08T22:54:00.138" v="3801" actId="1038"/>
          <ac:spMkLst>
            <pc:docMk/>
            <pc:sldMk cId="1624450455" sldId="398"/>
            <ac:spMk id="191516" creationId="{00000000-0000-0000-0000-000000000000}"/>
          </ac:spMkLst>
        </pc:spChg>
        <pc:spChg chg="mod">
          <ac:chgData name="Mengmeng Ge" userId="bb5bc401-97cb-4caf-9857-8ff441375414" providerId="ADAL" clId="{918CD3B9-57C8-44EA-8F5B-13D8007B23C5}" dt="2024-05-08T22:54:00.138" v="3801" actId="1038"/>
          <ac:spMkLst>
            <pc:docMk/>
            <pc:sldMk cId="1624450455" sldId="398"/>
            <ac:spMk id="191517" creationId="{00000000-0000-0000-0000-000000000000}"/>
          </ac:spMkLst>
        </pc:spChg>
        <pc:spChg chg="mod">
          <ac:chgData name="Mengmeng Ge" userId="bb5bc401-97cb-4caf-9857-8ff441375414" providerId="ADAL" clId="{918CD3B9-57C8-44EA-8F5B-13D8007B23C5}" dt="2024-05-08T22:54:00.138" v="3801" actId="1038"/>
          <ac:spMkLst>
            <pc:docMk/>
            <pc:sldMk cId="1624450455" sldId="398"/>
            <ac:spMk id="191518" creationId="{00000000-0000-0000-0000-000000000000}"/>
          </ac:spMkLst>
        </pc:spChg>
        <pc:spChg chg="del mod">
          <ac:chgData name="Mengmeng Ge" userId="bb5bc401-97cb-4caf-9857-8ff441375414" providerId="ADAL" clId="{918CD3B9-57C8-44EA-8F5B-13D8007B23C5}" dt="2024-05-08T02:02:07.711" v="2270" actId="478"/>
          <ac:spMkLst>
            <pc:docMk/>
            <pc:sldMk cId="1624450455" sldId="398"/>
            <ac:spMk id="191519" creationId="{00000000-0000-0000-0000-000000000000}"/>
          </ac:spMkLst>
        </pc:spChg>
        <pc:spChg chg="del mod">
          <ac:chgData name="Mengmeng Ge" userId="bb5bc401-97cb-4caf-9857-8ff441375414" providerId="ADAL" clId="{918CD3B9-57C8-44EA-8F5B-13D8007B23C5}" dt="2024-05-08T02:02:11.006" v="2272" actId="478"/>
          <ac:spMkLst>
            <pc:docMk/>
            <pc:sldMk cId="1624450455" sldId="398"/>
            <ac:spMk id="191520" creationId="{00000000-0000-0000-0000-000000000000}"/>
          </ac:spMkLst>
        </pc:spChg>
        <pc:spChg chg="del">
          <ac:chgData name="Mengmeng Ge" userId="bb5bc401-97cb-4caf-9857-8ff441375414" providerId="ADAL" clId="{918CD3B9-57C8-44EA-8F5B-13D8007B23C5}" dt="2024-05-08T01:42:34.947" v="1954" actId="478"/>
          <ac:spMkLst>
            <pc:docMk/>
            <pc:sldMk cId="1624450455" sldId="398"/>
            <ac:spMk id="191521" creationId="{00000000-0000-0000-0000-000000000000}"/>
          </ac:spMkLst>
        </pc:spChg>
        <pc:spChg chg="del">
          <ac:chgData name="Mengmeng Ge" userId="bb5bc401-97cb-4caf-9857-8ff441375414" providerId="ADAL" clId="{918CD3B9-57C8-44EA-8F5B-13D8007B23C5}" dt="2024-05-08T01:42:34.947" v="1954" actId="478"/>
          <ac:spMkLst>
            <pc:docMk/>
            <pc:sldMk cId="1624450455" sldId="398"/>
            <ac:spMk id="191523" creationId="{00000000-0000-0000-0000-000000000000}"/>
          </ac:spMkLst>
        </pc:spChg>
        <pc:spChg chg="del">
          <ac:chgData name="Mengmeng Ge" userId="bb5bc401-97cb-4caf-9857-8ff441375414" providerId="ADAL" clId="{918CD3B9-57C8-44EA-8F5B-13D8007B23C5}" dt="2024-05-08T01:42:34.947" v="1954" actId="478"/>
          <ac:spMkLst>
            <pc:docMk/>
            <pc:sldMk cId="1624450455" sldId="398"/>
            <ac:spMk id="191524" creationId="{00000000-0000-0000-0000-000000000000}"/>
          </ac:spMkLst>
        </pc:spChg>
        <pc:spChg chg="del">
          <ac:chgData name="Mengmeng Ge" userId="bb5bc401-97cb-4caf-9857-8ff441375414" providerId="ADAL" clId="{918CD3B9-57C8-44EA-8F5B-13D8007B23C5}" dt="2024-05-08T01:42:34.947" v="1954" actId="478"/>
          <ac:spMkLst>
            <pc:docMk/>
            <pc:sldMk cId="1624450455" sldId="398"/>
            <ac:spMk id="191525" creationId="{00000000-0000-0000-0000-000000000000}"/>
          </ac:spMkLst>
        </pc:spChg>
        <pc:spChg chg="mod">
          <ac:chgData name="Mengmeng Ge" userId="bb5bc401-97cb-4caf-9857-8ff441375414" providerId="ADAL" clId="{918CD3B9-57C8-44EA-8F5B-13D8007B23C5}" dt="2024-05-08T01:42:40.176" v="1958" actId="478"/>
          <ac:spMkLst>
            <pc:docMk/>
            <pc:sldMk cId="1624450455" sldId="398"/>
            <ac:spMk id="191528" creationId="{00000000-0000-0000-0000-000000000000}"/>
          </ac:spMkLst>
        </pc:spChg>
        <pc:spChg chg="del">
          <ac:chgData name="Mengmeng Ge" userId="bb5bc401-97cb-4caf-9857-8ff441375414" providerId="ADAL" clId="{918CD3B9-57C8-44EA-8F5B-13D8007B23C5}" dt="2024-05-08T01:42:40.176" v="1958" actId="478"/>
          <ac:spMkLst>
            <pc:docMk/>
            <pc:sldMk cId="1624450455" sldId="398"/>
            <ac:spMk id="191529" creationId="{00000000-0000-0000-0000-000000000000}"/>
          </ac:spMkLst>
        </pc:spChg>
        <pc:spChg chg="del">
          <ac:chgData name="Mengmeng Ge" userId="bb5bc401-97cb-4caf-9857-8ff441375414" providerId="ADAL" clId="{918CD3B9-57C8-44EA-8F5B-13D8007B23C5}" dt="2024-05-08T01:42:34.947" v="1954" actId="478"/>
          <ac:spMkLst>
            <pc:docMk/>
            <pc:sldMk cId="1624450455" sldId="398"/>
            <ac:spMk id="191532" creationId="{00000000-0000-0000-0000-000000000000}"/>
          </ac:spMkLst>
        </pc:spChg>
        <pc:spChg chg="del">
          <ac:chgData name="Mengmeng Ge" userId="bb5bc401-97cb-4caf-9857-8ff441375414" providerId="ADAL" clId="{918CD3B9-57C8-44EA-8F5B-13D8007B23C5}" dt="2024-05-08T01:42:34.947" v="1954" actId="478"/>
          <ac:spMkLst>
            <pc:docMk/>
            <pc:sldMk cId="1624450455" sldId="398"/>
            <ac:spMk id="191533" creationId="{00000000-0000-0000-0000-000000000000}"/>
          </ac:spMkLst>
        </pc:spChg>
        <pc:spChg chg="del">
          <ac:chgData name="Mengmeng Ge" userId="bb5bc401-97cb-4caf-9857-8ff441375414" providerId="ADAL" clId="{918CD3B9-57C8-44EA-8F5B-13D8007B23C5}" dt="2024-05-08T01:42:34.947" v="1954" actId="478"/>
          <ac:spMkLst>
            <pc:docMk/>
            <pc:sldMk cId="1624450455" sldId="398"/>
            <ac:spMk id="191534" creationId="{00000000-0000-0000-0000-000000000000}"/>
          </ac:spMkLst>
        </pc:spChg>
        <pc:spChg chg="del">
          <ac:chgData name="Mengmeng Ge" userId="bb5bc401-97cb-4caf-9857-8ff441375414" providerId="ADAL" clId="{918CD3B9-57C8-44EA-8F5B-13D8007B23C5}" dt="2024-05-08T01:42:37.653" v="1956" actId="478"/>
          <ac:spMkLst>
            <pc:docMk/>
            <pc:sldMk cId="1624450455" sldId="398"/>
            <ac:spMk id="191535" creationId="{00000000-0000-0000-0000-000000000000}"/>
          </ac:spMkLst>
        </pc:spChg>
        <pc:spChg chg="del">
          <ac:chgData name="Mengmeng Ge" userId="bb5bc401-97cb-4caf-9857-8ff441375414" providerId="ADAL" clId="{918CD3B9-57C8-44EA-8F5B-13D8007B23C5}" dt="2024-05-08T01:42:34.947" v="1954" actId="478"/>
          <ac:spMkLst>
            <pc:docMk/>
            <pc:sldMk cId="1624450455" sldId="398"/>
            <ac:spMk id="191536" creationId="{00000000-0000-0000-0000-000000000000}"/>
          </ac:spMkLst>
        </pc:spChg>
        <pc:spChg chg="del">
          <ac:chgData name="Mengmeng Ge" userId="bb5bc401-97cb-4caf-9857-8ff441375414" providerId="ADAL" clId="{918CD3B9-57C8-44EA-8F5B-13D8007B23C5}" dt="2024-05-08T01:42:34.947" v="1954" actId="478"/>
          <ac:spMkLst>
            <pc:docMk/>
            <pc:sldMk cId="1624450455" sldId="398"/>
            <ac:spMk id="191537" creationId="{00000000-0000-0000-0000-000000000000}"/>
          </ac:spMkLst>
        </pc:spChg>
        <pc:spChg chg="del">
          <ac:chgData name="Mengmeng Ge" userId="bb5bc401-97cb-4caf-9857-8ff441375414" providerId="ADAL" clId="{918CD3B9-57C8-44EA-8F5B-13D8007B23C5}" dt="2024-05-08T01:42:34.947" v="1954" actId="478"/>
          <ac:spMkLst>
            <pc:docMk/>
            <pc:sldMk cId="1624450455" sldId="398"/>
            <ac:spMk id="191540" creationId="{00000000-0000-0000-0000-000000000000}"/>
          </ac:spMkLst>
        </pc:spChg>
        <pc:spChg chg="del">
          <ac:chgData name="Mengmeng Ge" userId="bb5bc401-97cb-4caf-9857-8ff441375414" providerId="ADAL" clId="{918CD3B9-57C8-44EA-8F5B-13D8007B23C5}" dt="2024-05-08T01:42:34.947" v="1954" actId="478"/>
          <ac:spMkLst>
            <pc:docMk/>
            <pc:sldMk cId="1624450455" sldId="398"/>
            <ac:spMk id="191541" creationId="{00000000-0000-0000-0000-000000000000}"/>
          </ac:spMkLst>
        </pc:spChg>
        <pc:spChg chg="del">
          <ac:chgData name="Mengmeng Ge" userId="bb5bc401-97cb-4caf-9857-8ff441375414" providerId="ADAL" clId="{918CD3B9-57C8-44EA-8F5B-13D8007B23C5}" dt="2024-05-08T01:42:36.751" v="1955" actId="478"/>
          <ac:spMkLst>
            <pc:docMk/>
            <pc:sldMk cId="1624450455" sldId="398"/>
            <ac:spMk id="191548" creationId="{00000000-0000-0000-0000-000000000000}"/>
          </ac:spMkLst>
        </pc:spChg>
        <pc:spChg chg="del">
          <ac:chgData name="Mengmeng Ge" userId="bb5bc401-97cb-4caf-9857-8ff441375414" providerId="ADAL" clId="{918CD3B9-57C8-44EA-8F5B-13D8007B23C5}" dt="2024-05-08T01:42:34.947" v="1954" actId="478"/>
          <ac:spMkLst>
            <pc:docMk/>
            <pc:sldMk cId="1624450455" sldId="398"/>
            <ac:spMk id="191549" creationId="{00000000-0000-0000-0000-000000000000}"/>
          </ac:spMkLst>
        </pc:spChg>
        <pc:spChg chg="del mod">
          <ac:chgData name="Mengmeng Ge" userId="bb5bc401-97cb-4caf-9857-8ff441375414" providerId="ADAL" clId="{918CD3B9-57C8-44EA-8F5B-13D8007B23C5}" dt="2024-05-08T01:46:03.705" v="2024" actId="478"/>
          <ac:spMkLst>
            <pc:docMk/>
            <pc:sldMk cId="1624450455" sldId="398"/>
            <ac:spMk id="191550" creationId="{00000000-0000-0000-0000-000000000000}"/>
          </ac:spMkLst>
        </pc:spChg>
        <pc:spChg chg="del">
          <ac:chgData name="Mengmeng Ge" userId="bb5bc401-97cb-4caf-9857-8ff441375414" providerId="ADAL" clId="{918CD3B9-57C8-44EA-8F5B-13D8007B23C5}" dt="2024-05-08T01:42:34.947" v="1954" actId="478"/>
          <ac:spMkLst>
            <pc:docMk/>
            <pc:sldMk cId="1624450455" sldId="398"/>
            <ac:spMk id="191553" creationId="{00000000-0000-0000-0000-000000000000}"/>
          </ac:spMkLst>
        </pc:spChg>
        <pc:spChg chg="del">
          <ac:chgData name="Mengmeng Ge" userId="bb5bc401-97cb-4caf-9857-8ff441375414" providerId="ADAL" clId="{918CD3B9-57C8-44EA-8F5B-13D8007B23C5}" dt="2024-05-08T01:42:34.947" v="1954" actId="478"/>
          <ac:spMkLst>
            <pc:docMk/>
            <pc:sldMk cId="1624450455" sldId="398"/>
            <ac:spMk id="191554" creationId="{00000000-0000-0000-0000-000000000000}"/>
          </ac:spMkLst>
        </pc:spChg>
        <pc:spChg chg="del">
          <ac:chgData name="Mengmeng Ge" userId="bb5bc401-97cb-4caf-9857-8ff441375414" providerId="ADAL" clId="{918CD3B9-57C8-44EA-8F5B-13D8007B23C5}" dt="2024-05-08T01:42:34.947" v="1954" actId="478"/>
          <ac:spMkLst>
            <pc:docMk/>
            <pc:sldMk cId="1624450455" sldId="398"/>
            <ac:spMk id="191555" creationId="{00000000-0000-0000-0000-000000000000}"/>
          </ac:spMkLst>
        </pc:spChg>
        <pc:spChg chg="del">
          <ac:chgData name="Mengmeng Ge" userId="bb5bc401-97cb-4caf-9857-8ff441375414" providerId="ADAL" clId="{918CD3B9-57C8-44EA-8F5B-13D8007B23C5}" dt="2024-05-08T01:42:41.247" v="1959" actId="478"/>
          <ac:spMkLst>
            <pc:docMk/>
            <pc:sldMk cId="1624450455" sldId="398"/>
            <ac:spMk id="191556" creationId="{00000000-0000-0000-0000-000000000000}"/>
          </ac:spMkLst>
        </pc:spChg>
        <pc:spChg chg="del">
          <ac:chgData name="Mengmeng Ge" userId="bb5bc401-97cb-4caf-9857-8ff441375414" providerId="ADAL" clId="{918CD3B9-57C8-44EA-8F5B-13D8007B23C5}" dt="2024-05-08T01:42:38.456" v="1957" actId="478"/>
          <ac:spMkLst>
            <pc:docMk/>
            <pc:sldMk cId="1624450455" sldId="398"/>
            <ac:spMk id="191557" creationId="{00000000-0000-0000-0000-000000000000}"/>
          </ac:spMkLst>
        </pc:spChg>
        <pc:spChg chg="del">
          <ac:chgData name="Mengmeng Ge" userId="bb5bc401-97cb-4caf-9857-8ff441375414" providerId="ADAL" clId="{918CD3B9-57C8-44EA-8F5B-13D8007B23C5}" dt="2024-05-08T01:42:34.947" v="1954" actId="478"/>
          <ac:spMkLst>
            <pc:docMk/>
            <pc:sldMk cId="1624450455" sldId="398"/>
            <ac:spMk id="191558" creationId="{00000000-0000-0000-0000-000000000000}"/>
          </ac:spMkLst>
        </pc:spChg>
        <pc:grpChg chg="add del mod">
          <ac:chgData name="Mengmeng Ge" userId="bb5bc401-97cb-4caf-9857-8ff441375414" providerId="ADAL" clId="{918CD3B9-57C8-44EA-8F5B-13D8007B23C5}" dt="2024-05-08T01:46:36.913" v="2032" actId="165"/>
          <ac:grpSpMkLst>
            <pc:docMk/>
            <pc:sldMk cId="1624450455" sldId="398"/>
            <ac:grpSpMk id="8" creationId="{7A00B4CF-BC38-0B5B-1BC3-9D5FA496FE8F}"/>
          </ac:grpSpMkLst>
        </pc:grpChg>
        <pc:grpChg chg="add del mod">
          <ac:chgData name="Mengmeng Ge" userId="bb5bc401-97cb-4caf-9857-8ff441375414" providerId="ADAL" clId="{918CD3B9-57C8-44EA-8F5B-13D8007B23C5}" dt="2024-05-08T02:02:12.612" v="2273" actId="478"/>
          <ac:grpSpMkLst>
            <pc:docMk/>
            <pc:sldMk cId="1624450455" sldId="398"/>
            <ac:grpSpMk id="9" creationId="{00CC86C5-8CAF-40D2-B31C-78B2D8F9A3D7}"/>
          </ac:grpSpMkLst>
        </pc:grpChg>
        <pc:grpChg chg="add mod">
          <ac:chgData name="Mengmeng Ge" userId="bb5bc401-97cb-4caf-9857-8ff441375414" providerId="ADAL" clId="{918CD3B9-57C8-44EA-8F5B-13D8007B23C5}" dt="2024-05-08T22:54:06.342" v="3828" actId="1038"/>
          <ac:grpSpMkLst>
            <pc:docMk/>
            <pc:sldMk cId="1624450455" sldId="398"/>
            <ac:grpSpMk id="10" creationId="{1D54C6F3-1204-AF6D-A862-301E588DE216}"/>
          </ac:grpSpMkLst>
        </pc:grpChg>
        <pc:grpChg chg="del mod">
          <ac:chgData name="Mengmeng Ge" userId="bb5bc401-97cb-4caf-9857-8ff441375414" providerId="ADAL" clId="{918CD3B9-57C8-44EA-8F5B-13D8007B23C5}" dt="2024-05-08T01:42:40.176" v="1958" actId="478"/>
          <ac:grpSpMkLst>
            <pc:docMk/>
            <pc:sldMk cId="1624450455" sldId="398"/>
            <ac:grpSpMk id="191527" creationId="{00000000-0000-0000-0000-000000000000}"/>
          </ac:grpSpMkLst>
        </pc:grpChg>
        <pc:grpChg chg="del">
          <ac:chgData name="Mengmeng Ge" userId="bb5bc401-97cb-4caf-9857-8ff441375414" providerId="ADAL" clId="{918CD3B9-57C8-44EA-8F5B-13D8007B23C5}" dt="2024-05-08T01:42:34.947" v="1954" actId="478"/>
          <ac:grpSpMkLst>
            <pc:docMk/>
            <pc:sldMk cId="1624450455" sldId="398"/>
            <ac:grpSpMk id="191551" creationId="{00000000-0000-0000-0000-000000000000}"/>
          </ac:grpSpMkLst>
        </pc:grpChg>
        <pc:grpChg chg="mod">
          <ac:chgData name="Mengmeng Ge" userId="bb5bc401-97cb-4caf-9857-8ff441375414" providerId="ADAL" clId="{918CD3B9-57C8-44EA-8F5B-13D8007B23C5}" dt="2024-05-08T22:54:00.138" v="3801" actId="1038"/>
          <ac:grpSpMkLst>
            <pc:docMk/>
            <pc:sldMk cId="1624450455" sldId="398"/>
            <ac:grpSpMk id="191560" creationId="{00000000-0000-0000-0000-000000000000}"/>
          </ac:grpSpMkLst>
        </pc:grpChg>
        <pc:graphicFrameChg chg="mod">
          <ac:chgData name="Mengmeng Ge" userId="bb5bc401-97cb-4caf-9857-8ff441375414" providerId="ADAL" clId="{918CD3B9-57C8-44EA-8F5B-13D8007B23C5}" dt="2024-05-08T22:54:00.138" v="3801" actId="1038"/>
          <ac:graphicFrameMkLst>
            <pc:docMk/>
            <pc:sldMk cId="1624450455" sldId="398"/>
            <ac:graphicFrameMk id="191499" creationId="{00000000-0000-0000-0000-000000000000}"/>
          </ac:graphicFrameMkLst>
        </pc:graphicFrameChg>
        <pc:graphicFrameChg chg="mod">
          <ac:chgData name="Mengmeng Ge" userId="bb5bc401-97cb-4caf-9857-8ff441375414" providerId="ADAL" clId="{918CD3B9-57C8-44EA-8F5B-13D8007B23C5}" dt="2024-05-08T22:54:00.138" v="3801" actId="1038"/>
          <ac:graphicFrameMkLst>
            <pc:docMk/>
            <pc:sldMk cId="1624450455" sldId="398"/>
            <ac:graphicFrameMk id="191510" creationId="{00000000-0000-0000-0000-000000000000}"/>
          </ac:graphicFrameMkLst>
        </pc:graphicFrameChg>
        <pc:graphicFrameChg chg="del">
          <ac:chgData name="Mengmeng Ge" userId="bb5bc401-97cb-4caf-9857-8ff441375414" providerId="ADAL" clId="{918CD3B9-57C8-44EA-8F5B-13D8007B23C5}" dt="2024-05-08T01:42:34.947" v="1954" actId="478"/>
          <ac:graphicFrameMkLst>
            <pc:docMk/>
            <pc:sldMk cId="1624450455" sldId="398"/>
            <ac:graphicFrameMk id="191522" creationId="{00000000-0000-0000-0000-000000000000}"/>
          </ac:graphicFrameMkLst>
        </pc:graphicFrameChg>
        <pc:graphicFrameChg chg="del">
          <ac:chgData name="Mengmeng Ge" userId="bb5bc401-97cb-4caf-9857-8ff441375414" providerId="ADAL" clId="{918CD3B9-57C8-44EA-8F5B-13D8007B23C5}" dt="2024-05-08T01:42:34.947" v="1954" actId="478"/>
          <ac:graphicFrameMkLst>
            <pc:docMk/>
            <pc:sldMk cId="1624450455" sldId="398"/>
            <ac:graphicFrameMk id="191531" creationId="{00000000-0000-0000-0000-000000000000}"/>
          </ac:graphicFrameMkLst>
        </pc:graphicFrameChg>
        <pc:cxnChg chg="del">
          <ac:chgData name="Mengmeng Ge" userId="bb5bc401-97cb-4caf-9857-8ff441375414" providerId="ADAL" clId="{918CD3B9-57C8-44EA-8F5B-13D8007B23C5}" dt="2024-05-08T01:42:34.947" v="1954" actId="478"/>
          <ac:cxnSpMkLst>
            <pc:docMk/>
            <pc:sldMk cId="1624450455" sldId="398"/>
            <ac:cxnSpMk id="5" creationId="{00000000-0000-0000-0000-000000000000}"/>
          </ac:cxnSpMkLst>
        </pc:cxnChg>
      </pc:sldChg>
      <pc:sldChg chg="addSp delSp modSp mod modClrScheme chgLayout modNotesTx">
        <pc:chgData name="Mengmeng Ge" userId="bb5bc401-97cb-4caf-9857-8ff441375414" providerId="ADAL" clId="{918CD3B9-57C8-44EA-8F5B-13D8007B23C5}" dt="2024-05-09T00:26:46.779" v="4063" actId="20577"/>
        <pc:sldMkLst>
          <pc:docMk/>
          <pc:sldMk cId="3722579950" sldId="399"/>
        </pc:sldMkLst>
        <pc:spChg chg="add del mod ord">
          <ac:chgData name="Mengmeng Ge" userId="bb5bc401-97cb-4caf-9857-8ff441375414" providerId="ADAL" clId="{918CD3B9-57C8-44EA-8F5B-13D8007B23C5}" dt="2024-05-08T01:57:11.938" v="2221" actId="478"/>
          <ac:spMkLst>
            <pc:docMk/>
            <pc:sldMk cId="3722579950" sldId="399"/>
            <ac:spMk id="2" creationId="{9246F0F2-626C-6189-CEBC-92C9B05DCEE3}"/>
          </ac:spMkLst>
        </pc:spChg>
        <pc:spChg chg="mod">
          <ac:chgData name="Mengmeng Ge" userId="bb5bc401-97cb-4caf-9857-8ff441375414" providerId="ADAL" clId="{918CD3B9-57C8-44EA-8F5B-13D8007B23C5}" dt="2024-05-08T02:11:41.015" v="2477" actId="1036"/>
          <ac:spMkLst>
            <pc:docMk/>
            <pc:sldMk cId="3722579950" sldId="399"/>
            <ac:spMk id="4" creationId="{CB3277B8-811C-E27C-9B74-CB46B6088195}"/>
          </ac:spMkLst>
        </pc:spChg>
        <pc:spChg chg="mod">
          <ac:chgData name="Mengmeng Ge" userId="bb5bc401-97cb-4caf-9857-8ff441375414" providerId="ADAL" clId="{918CD3B9-57C8-44EA-8F5B-13D8007B23C5}" dt="2024-05-08T02:11:41.015" v="2477" actId="1036"/>
          <ac:spMkLst>
            <pc:docMk/>
            <pc:sldMk cId="3722579950" sldId="399"/>
            <ac:spMk id="5" creationId="{72526EB6-0B4D-D23B-5AAB-CAE30F20D9EB}"/>
          </ac:spMkLst>
        </pc:spChg>
        <pc:spChg chg="mod">
          <ac:chgData name="Mengmeng Ge" userId="bb5bc401-97cb-4caf-9857-8ff441375414" providerId="ADAL" clId="{918CD3B9-57C8-44EA-8F5B-13D8007B23C5}" dt="2024-05-08T02:11:41.015" v="2477" actId="1036"/>
          <ac:spMkLst>
            <pc:docMk/>
            <pc:sldMk cId="3722579950" sldId="399"/>
            <ac:spMk id="6" creationId="{6FCC7F95-0E15-EA6B-FB9B-721DDC9C4571}"/>
          </ac:spMkLst>
        </pc:spChg>
        <pc:spChg chg="mod">
          <ac:chgData name="Mengmeng Ge" userId="bb5bc401-97cb-4caf-9857-8ff441375414" providerId="ADAL" clId="{918CD3B9-57C8-44EA-8F5B-13D8007B23C5}" dt="2024-05-09T00:11:19.811" v="3998" actId="20577"/>
          <ac:spMkLst>
            <pc:docMk/>
            <pc:sldMk cId="3722579950" sldId="399"/>
            <ac:spMk id="7" creationId="{3CA450FD-029C-415D-AE0F-0255F67CAE71}"/>
          </ac:spMkLst>
        </pc:spChg>
        <pc:spChg chg="add mod">
          <ac:chgData name="Mengmeng Ge" userId="bb5bc401-97cb-4caf-9857-8ff441375414" providerId="ADAL" clId="{918CD3B9-57C8-44EA-8F5B-13D8007B23C5}" dt="2024-05-09T00:26:46.779" v="4063" actId="20577"/>
          <ac:spMkLst>
            <pc:docMk/>
            <pc:sldMk cId="3722579950" sldId="399"/>
            <ac:spMk id="9" creationId="{52DC316F-D03C-D905-5D2E-D50C2C54A42A}"/>
          </ac:spMkLst>
        </pc:spChg>
        <pc:spChg chg="mod ord">
          <ac:chgData name="Mengmeng Ge" userId="bb5bc401-97cb-4caf-9857-8ff441375414" providerId="ADAL" clId="{918CD3B9-57C8-44EA-8F5B-13D8007B23C5}" dt="2024-05-08T01:56:46.761" v="2195" actId="700"/>
          <ac:spMkLst>
            <pc:docMk/>
            <pc:sldMk cId="3722579950" sldId="399"/>
            <ac:spMk id="28" creationId="{00000000-0000-0000-0000-000000000000}"/>
          </ac:spMkLst>
        </pc:spChg>
        <pc:spChg chg="del">
          <ac:chgData name="Mengmeng Ge" userId="bb5bc401-97cb-4caf-9857-8ff441375414" providerId="ADAL" clId="{918CD3B9-57C8-44EA-8F5B-13D8007B23C5}" dt="2024-05-08T02:04:15.494" v="2330" actId="478"/>
          <ac:spMkLst>
            <pc:docMk/>
            <pc:sldMk cId="3722579950" sldId="399"/>
            <ac:spMk id="29" creationId="{00000000-0000-0000-0000-000000000000}"/>
          </ac:spMkLst>
        </pc:spChg>
        <pc:spChg chg="del">
          <ac:chgData name="Mengmeng Ge" userId="bb5bc401-97cb-4caf-9857-8ff441375414" providerId="ADAL" clId="{918CD3B9-57C8-44EA-8F5B-13D8007B23C5}" dt="2024-05-08T02:04:13.866" v="2329" actId="478"/>
          <ac:spMkLst>
            <pc:docMk/>
            <pc:sldMk cId="3722579950" sldId="399"/>
            <ac:spMk id="30" creationId="{00000000-0000-0000-0000-000000000000}"/>
          </ac:spMkLst>
        </pc:spChg>
        <pc:spChg chg="mod ord">
          <ac:chgData name="Mengmeng Ge" userId="bb5bc401-97cb-4caf-9857-8ff441375414" providerId="ADAL" clId="{918CD3B9-57C8-44EA-8F5B-13D8007B23C5}" dt="2024-05-08T03:14:16.622" v="2665" actId="255"/>
          <ac:spMkLst>
            <pc:docMk/>
            <pc:sldMk cId="3722579950" sldId="399"/>
            <ac:spMk id="258050" creationId="{00000000-0000-0000-0000-000000000000}"/>
          </ac:spMkLst>
        </pc:spChg>
        <pc:spChg chg="mod topLvl">
          <ac:chgData name="Mengmeng Ge" userId="bb5bc401-97cb-4caf-9857-8ff441375414" providerId="ADAL" clId="{918CD3B9-57C8-44EA-8F5B-13D8007B23C5}" dt="2024-05-08T02:11:41.015" v="2477" actId="1036"/>
          <ac:spMkLst>
            <pc:docMk/>
            <pc:sldMk cId="3722579950" sldId="399"/>
            <ac:spMk id="258052" creationId="{00000000-0000-0000-0000-000000000000}"/>
          </ac:spMkLst>
        </pc:spChg>
        <pc:spChg chg="mod topLvl">
          <ac:chgData name="Mengmeng Ge" userId="bb5bc401-97cb-4caf-9857-8ff441375414" providerId="ADAL" clId="{918CD3B9-57C8-44EA-8F5B-13D8007B23C5}" dt="2024-05-08T02:11:41.015" v="2477" actId="1036"/>
          <ac:spMkLst>
            <pc:docMk/>
            <pc:sldMk cId="3722579950" sldId="399"/>
            <ac:spMk id="258053" creationId="{00000000-0000-0000-0000-000000000000}"/>
          </ac:spMkLst>
        </pc:spChg>
        <pc:spChg chg="mod topLvl">
          <ac:chgData name="Mengmeng Ge" userId="bb5bc401-97cb-4caf-9857-8ff441375414" providerId="ADAL" clId="{918CD3B9-57C8-44EA-8F5B-13D8007B23C5}" dt="2024-05-08T02:11:41.015" v="2477" actId="1036"/>
          <ac:spMkLst>
            <pc:docMk/>
            <pc:sldMk cId="3722579950" sldId="399"/>
            <ac:spMk id="258055" creationId="{00000000-0000-0000-0000-000000000000}"/>
          </ac:spMkLst>
        </pc:spChg>
        <pc:spChg chg="mod topLvl">
          <ac:chgData name="Mengmeng Ge" userId="bb5bc401-97cb-4caf-9857-8ff441375414" providerId="ADAL" clId="{918CD3B9-57C8-44EA-8F5B-13D8007B23C5}" dt="2024-05-08T02:11:41.015" v="2477" actId="1036"/>
          <ac:spMkLst>
            <pc:docMk/>
            <pc:sldMk cId="3722579950" sldId="399"/>
            <ac:spMk id="258056" creationId="{00000000-0000-0000-0000-000000000000}"/>
          </ac:spMkLst>
        </pc:spChg>
        <pc:spChg chg="mod topLvl">
          <ac:chgData name="Mengmeng Ge" userId="bb5bc401-97cb-4caf-9857-8ff441375414" providerId="ADAL" clId="{918CD3B9-57C8-44EA-8F5B-13D8007B23C5}" dt="2024-05-08T02:11:41.015" v="2477" actId="1036"/>
          <ac:spMkLst>
            <pc:docMk/>
            <pc:sldMk cId="3722579950" sldId="399"/>
            <ac:spMk id="258057" creationId="{00000000-0000-0000-0000-000000000000}"/>
          </ac:spMkLst>
        </pc:spChg>
        <pc:spChg chg="mod topLvl">
          <ac:chgData name="Mengmeng Ge" userId="bb5bc401-97cb-4caf-9857-8ff441375414" providerId="ADAL" clId="{918CD3B9-57C8-44EA-8F5B-13D8007B23C5}" dt="2024-05-08T02:11:41.015" v="2477" actId="1036"/>
          <ac:spMkLst>
            <pc:docMk/>
            <pc:sldMk cId="3722579950" sldId="399"/>
            <ac:spMk id="258058" creationId="{00000000-0000-0000-0000-000000000000}"/>
          </ac:spMkLst>
        </pc:spChg>
        <pc:spChg chg="del mod topLvl">
          <ac:chgData name="Mengmeng Ge" userId="bb5bc401-97cb-4caf-9857-8ff441375414" providerId="ADAL" clId="{918CD3B9-57C8-44EA-8F5B-13D8007B23C5}" dt="2024-05-08T02:04:12.600" v="2328" actId="478"/>
          <ac:spMkLst>
            <pc:docMk/>
            <pc:sldMk cId="3722579950" sldId="399"/>
            <ac:spMk id="258059" creationId="{00000000-0000-0000-0000-000000000000}"/>
          </ac:spMkLst>
        </pc:spChg>
        <pc:spChg chg="mod topLvl">
          <ac:chgData name="Mengmeng Ge" userId="bb5bc401-97cb-4caf-9857-8ff441375414" providerId="ADAL" clId="{918CD3B9-57C8-44EA-8F5B-13D8007B23C5}" dt="2024-05-08T01:57:43.335" v="2224" actId="165"/>
          <ac:spMkLst>
            <pc:docMk/>
            <pc:sldMk cId="3722579950" sldId="399"/>
            <ac:spMk id="258060" creationId="{00000000-0000-0000-0000-000000000000}"/>
          </ac:spMkLst>
        </pc:spChg>
        <pc:spChg chg="mod topLvl">
          <ac:chgData name="Mengmeng Ge" userId="bb5bc401-97cb-4caf-9857-8ff441375414" providerId="ADAL" clId="{918CD3B9-57C8-44EA-8F5B-13D8007B23C5}" dt="2024-05-08T02:11:41.015" v="2477" actId="1036"/>
          <ac:spMkLst>
            <pc:docMk/>
            <pc:sldMk cId="3722579950" sldId="399"/>
            <ac:spMk id="258062" creationId="{00000000-0000-0000-0000-000000000000}"/>
          </ac:spMkLst>
        </pc:spChg>
        <pc:spChg chg="mod topLvl">
          <ac:chgData name="Mengmeng Ge" userId="bb5bc401-97cb-4caf-9857-8ff441375414" providerId="ADAL" clId="{918CD3B9-57C8-44EA-8F5B-13D8007B23C5}" dt="2024-05-08T02:11:41.015" v="2477" actId="1036"/>
          <ac:spMkLst>
            <pc:docMk/>
            <pc:sldMk cId="3722579950" sldId="399"/>
            <ac:spMk id="258063" creationId="{00000000-0000-0000-0000-000000000000}"/>
          </ac:spMkLst>
        </pc:spChg>
        <pc:spChg chg="mod topLvl">
          <ac:chgData name="Mengmeng Ge" userId="bb5bc401-97cb-4caf-9857-8ff441375414" providerId="ADAL" clId="{918CD3B9-57C8-44EA-8F5B-13D8007B23C5}" dt="2024-05-08T02:11:41.015" v="2477" actId="1036"/>
          <ac:spMkLst>
            <pc:docMk/>
            <pc:sldMk cId="3722579950" sldId="399"/>
            <ac:spMk id="258064" creationId="{00000000-0000-0000-0000-000000000000}"/>
          </ac:spMkLst>
        </pc:spChg>
        <pc:spChg chg="mod topLvl">
          <ac:chgData name="Mengmeng Ge" userId="bb5bc401-97cb-4caf-9857-8ff441375414" providerId="ADAL" clId="{918CD3B9-57C8-44EA-8F5B-13D8007B23C5}" dt="2024-05-08T02:11:41.015" v="2477" actId="1036"/>
          <ac:spMkLst>
            <pc:docMk/>
            <pc:sldMk cId="3722579950" sldId="399"/>
            <ac:spMk id="258065" creationId="{00000000-0000-0000-0000-000000000000}"/>
          </ac:spMkLst>
        </pc:spChg>
        <pc:spChg chg="mod topLvl">
          <ac:chgData name="Mengmeng Ge" userId="bb5bc401-97cb-4caf-9857-8ff441375414" providerId="ADAL" clId="{918CD3B9-57C8-44EA-8F5B-13D8007B23C5}" dt="2024-05-08T02:11:41.015" v="2477" actId="1036"/>
          <ac:spMkLst>
            <pc:docMk/>
            <pc:sldMk cId="3722579950" sldId="399"/>
            <ac:spMk id="258066" creationId="{00000000-0000-0000-0000-000000000000}"/>
          </ac:spMkLst>
        </pc:spChg>
        <pc:spChg chg="mod topLvl">
          <ac:chgData name="Mengmeng Ge" userId="bb5bc401-97cb-4caf-9857-8ff441375414" providerId="ADAL" clId="{918CD3B9-57C8-44EA-8F5B-13D8007B23C5}" dt="2024-05-08T02:11:41.015" v="2477" actId="1036"/>
          <ac:spMkLst>
            <pc:docMk/>
            <pc:sldMk cId="3722579950" sldId="399"/>
            <ac:spMk id="258067" creationId="{00000000-0000-0000-0000-000000000000}"/>
          </ac:spMkLst>
        </pc:spChg>
        <pc:spChg chg="mod topLvl">
          <ac:chgData name="Mengmeng Ge" userId="bb5bc401-97cb-4caf-9857-8ff441375414" providerId="ADAL" clId="{918CD3B9-57C8-44EA-8F5B-13D8007B23C5}" dt="2024-05-08T02:11:41.015" v="2477" actId="1036"/>
          <ac:spMkLst>
            <pc:docMk/>
            <pc:sldMk cId="3722579950" sldId="399"/>
            <ac:spMk id="258068" creationId="{00000000-0000-0000-0000-000000000000}"/>
          </ac:spMkLst>
        </pc:spChg>
        <pc:spChg chg="mod topLvl">
          <ac:chgData name="Mengmeng Ge" userId="bb5bc401-97cb-4caf-9857-8ff441375414" providerId="ADAL" clId="{918CD3B9-57C8-44EA-8F5B-13D8007B23C5}" dt="2024-05-08T02:11:41.015" v="2477" actId="1036"/>
          <ac:spMkLst>
            <pc:docMk/>
            <pc:sldMk cId="3722579950" sldId="399"/>
            <ac:spMk id="258069" creationId="{00000000-0000-0000-0000-000000000000}"/>
          </ac:spMkLst>
        </pc:spChg>
        <pc:spChg chg="del mod topLvl">
          <ac:chgData name="Mengmeng Ge" userId="bb5bc401-97cb-4caf-9857-8ff441375414" providerId="ADAL" clId="{918CD3B9-57C8-44EA-8F5B-13D8007B23C5}" dt="2024-05-08T02:04:09.920" v="2327" actId="478"/>
          <ac:spMkLst>
            <pc:docMk/>
            <pc:sldMk cId="3722579950" sldId="399"/>
            <ac:spMk id="258070" creationId="{00000000-0000-0000-0000-000000000000}"/>
          </ac:spMkLst>
        </pc:spChg>
        <pc:spChg chg="del mod topLvl">
          <ac:chgData name="Mengmeng Ge" userId="bb5bc401-97cb-4caf-9857-8ff441375414" providerId="ADAL" clId="{918CD3B9-57C8-44EA-8F5B-13D8007B23C5}" dt="2024-05-08T02:04:09.920" v="2327" actId="478"/>
          <ac:spMkLst>
            <pc:docMk/>
            <pc:sldMk cId="3722579950" sldId="399"/>
            <ac:spMk id="258071" creationId="{00000000-0000-0000-0000-000000000000}"/>
          </ac:spMkLst>
        </pc:spChg>
        <pc:spChg chg="del mod topLvl">
          <ac:chgData name="Mengmeng Ge" userId="bb5bc401-97cb-4caf-9857-8ff441375414" providerId="ADAL" clId="{918CD3B9-57C8-44EA-8F5B-13D8007B23C5}" dt="2024-05-08T01:57:59.947" v="2229" actId="478"/>
          <ac:spMkLst>
            <pc:docMk/>
            <pc:sldMk cId="3722579950" sldId="399"/>
            <ac:spMk id="258072" creationId="{00000000-0000-0000-0000-000000000000}"/>
          </ac:spMkLst>
        </pc:spChg>
        <pc:grpChg chg="add mod">
          <ac:chgData name="Mengmeng Ge" userId="bb5bc401-97cb-4caf-9857-8ff441375414" providerId="ADAL" clId="{918CD3B9-57C8-44EA-8F5B-13D8007B23C5}" dt="2024-05-08T02:11:41.015" v="2477" actId="1036"/>
          <ac:grpSpMkLst>
            <pc:docMk/>
            <pc:sldMk cId="3722579950" sldId="399"/>
            <ac:grpSpMk id="3" creationId="{BF79F599-47E5-6211-7058-82ADE9ABEBB5}"/>
          </ac:grpSpMkLst>
        </pc:grpChg>
        <pc:grpChg chg="add mod">
          <ac:chgData name="Mengmeng Ge" userId="bb5bc401-97cb-4caf-9857-8ff441375414" providerId="ADAL" clId="{918CD3B9-57C8-44EA-8F5B-13D8007B23C5}" dt="2024-05-08T02:11:41.015" v="2477" actId="1036"/>
          <ac:grpSpMkLst>
            <pc:docMk/>
            <pc:sldMk cId="3722579950" sldId="399"/>
            <ac:grpSpMk id="8" creationId="{52FE0E1D-731A-0F00-83C2-581B6873CE21}"/>
          </ac:grpSpMkLst>
        </pc:grpChg>
        <pc:grpChg chg="del mod">
          <ac:chgData name="Mengmeng Ge" userId="bb5bc401-97cb-4caf-9857-8ff441375414" providerId="ADAL" clId="{918CD3B9-57C8-44EA-8F5B-13D8007B23C5}" dt="2024-05-08T01:57:43.335" v="2224" actId="165"/>
          <ac:grpSpMkLst>
            <pc:docMk/>
            <pc:sldMk cId="3722579950" sldId="399"/>
            <ac:grpSpMk id="258073" creationId="{00000000-0000-0000-0000-000000000000}"/>
          </ac:grpSpMkLst>
        </pc:grpChg>
        <pc:graphicFrameChg chg="mod topLvl">
          <ac:chgData name="Mengmeng Ge" userId="bb5bc401-97cb-4caf-9857-8ff441375414" providerId="ADAL" clId="{918CD3B9-57C8-44EA-8F5B-13D8007B23C5}" dt="2024-05-08T02:11:41.015" v="2477" actId="1036"/>
          <ac:graphicFrameMkLst>
            <pc:docMk/>
            <pc:sldMk cId="3722579950" sldId="399"/>
            <ac:graphicFrameMk id="258054" creationId="{00000000-0000-0000-0000-000000000000}"/>
          </ac:graphicFrameMkLst>
        </pc:graphicFrameChg>
        <pc:graphicFrameChg chg="mod topLvl">
          <ac:chgData name="Mengmeng Ge" userId="bb5bc401-97cb-4caf-9857-8ff441375414" providerId="ADAL" clId="{918CD3B9-57C8-44EA-8F5B-13D8007B23C5}" dt="2024-05-08T02:11:41.015" v="2477" actId="1036"/>
          <ac:graphicFrameMkLst>
            <pc:docMk/>
            <pc:sldMk cId="3722579950" sldId="399"/>
            <ac:graphicFrameMk id="258061" creationId="{00000000-0000-0000-0000-000000000000}"/>
          </ac:graphicFrameMkLst>
        </pc:graphicFrameChg>
      </pc:sldChg>
      <pc:sldChg chg="addSp delSp modSp mod ord modClrScheme chgLayout">
        <pc:chgData name="Mengmeng Ge" userId="bb5bc401-97cb-4caf-9857-8ff441375414" providerId="ADAL" clId="{918CD3B9-57C8-44EA-8F5B-13D8007B23C5}" dt="2024-05-09T02:09:49.800" v="4422" actId="27107"/>
        <pc:sldMkLst>
          <pc:docMk/>
          <pc:sldMk cId="2620387281" sldId="400"/>
        </pc:sldMkLst>
        <pc:spChg chg="add del mod ord">
          <ac:chgData name="Mengmeng Ge" userId="bb5bc401-97cb-4caf-9857-8ff441375414" providerId="ADAL" clId="{918CD3B9-57C8-44EA-8F5B-13D8007B23C5}" dt="2024-05-09T01:00:11.506" v="4196" actId="478"/>
          <ac:spMkLst>
            <pc:docMk/>
            <pc:sldMk cId="2620387281" sldId="400"/>
            <ac:spMk id="2" creationId="{E54214EA-2B54-34FE-3252-DDC7FE1878F3}"/>
          </ac:spMkLst>
        </pc:spChg>
        <pc:spChg chg="mod ord">
          <ac:chgData name="Mengmeng Ge" userId="bb5bc401-97cb-4caf-9857-8ff441375414" providerId="ADAL" clId="{918CD3B9-57C8-44EA-8F5B-13D8007B23C5}" dt="2024-05-09T01:00:04.405" v="4195" actId="700"/>
          <ac:spMkLst>
            <pc:docMk/>
            <pc:sldMk cId="2620387281" sldId="400"/>
            <ac:spMk id="11" creationId="{00000000-0000-0000-0000-000000000000}"/>
          </ac:spMkLst>
        </pc:spChg>
        <pc:spChg chg="mod ord">
          <ac:chgData name="Mengmeng Ge" userId="bb5bc401-97cb-4caf-9857-8ff441375414" providerId="ADAL" clId="{918CD3B9-57C8-44EA-8F5B-13D8007B23C5}" dt="2024-05-09T01:00:04.405" v="4195" actId="700"/>
          <ac:spMkLst>
            <pc:docMk/>
            <pc:sldMk cId="2620387281" sldId="400"/>
            <ac:spMk id="190466" creationId="{00000000-0000-0000-0000-000000000000}"/>
          </ac:spMkLst>
        </pc:spChg>
        <pc:spChg chg="mod">
          <ac:chgData name="Mengmeng Ge" userId="bb5bc401-97cb-4caf-9857-8ff441375414" providerId="ADAL" clId="{918CD3B9-57C8-44EA-8F5B-13D8007B23C5}" dt="2024-05-09T01:09:49.165" v="4299" actId="1037"/>
          <ac:spMkLst>
            <pc:docMk/>
            <pc:sldMk cId="2620387281" sldId="400"/>
            <ac:spMk id="190467" creationId="{00000000-0000-0000-0000-000000000000}"/>
          </ac:spMkLst>
        </pc:spChg>
        <pc:spChg chg="mod">
          <ac:chgData name="Mengmeng Ge" userId="bb5bc401-97cb-4caf-9857-8ff441375414" providerId="ADAL" clId="{918CD3B9-57C8-44EA-8F5B-13D8007B23C5}" dt="2024-05-09T02:09:49.800" v="4422" actId="27107"/>
          <ac:spMkLst>
            <pc:docMk/>
            <pc:sldMk cId="2620387281" sldId="400"/>
            <ac:spMk id="190468" creationId="{00000000-0000-0000-0000-000000000000}"/>
          </ac:spMkLst>
        </pc:spChg>
        <pc:spChg chg="mod">
          <ac:chgData name="Mengmeng Ge" userId="bb5bc401-97cb-4caf-9857-8ff441375414" providerId="ADAL" clId="{918CD3B9-57C8-44EA-8F5B-13D8007B23C5}" dt="2024-05-09T01:09:49.165" v="4299" actId="1037"/>
          <ac:spMkLst>
            <pc:docMk/>
            <pc:sldMk cId="2620387281" sldId="400"/>
            <ac:spMk id="190469" creationId="{00000000-0000-0000-0000-000000000000}"/>
          </ac:spMkLst>
        </pc:spChg>
        <pc:spChg chg="mod">
          <ac:chgData name="Mengmeng Ge" userId="bb5bc401-97cb-4caf-9857-8ff441375414" providerId="ADAL" clId="{918CD3B9-57C8-44EA-8F5B-13D8007B23C5}" dt="2024-05-09T01:09:49.165" v="4299" actId="1037"/>
          <ac:spMkLst>
            <pc:docMk/>
            <pc:sldMk cId="2620387281" sldId="400"/>
            <ac:spMk id="190470" creationId="{00000000-0000-0000-0000-000000000000}"/>
          </ac:spMkLst>
        </pc:spChg>
        <pc:spChg chg="mod">
          <ac:chgData name="Mengmeng Ge" userId="bb5bc401-97cb-4caf-9857-8ff441375414" providerId="ADAL" clId="{918CD3B9-57C8-44EA-8F5B-13D8007B23C5}" dt="2024-05-09T01:09:49.165" v="4299" actId="1037"/>
          <ac:spMkLst>
            <pc:docMk/>
            <pc:sldMk cId="2620387281" sldId="400"/>
            <ac:spMk id="190471" creationId="{00000000-0000-0000-0000-000000000000}"/>
          </ac:spMkLst>
        </pc:spChg>
        <pc:spChg chg="mod">
          <ac:chgData name="Mengmeng Ge" userId="bb5bc401-97cb-4caf-9857-8ff441375414" providerId="ADAL" clId="{918CD3B9-57C8-44EA-8F5B-13D8007B23C5}" dt="2024-05-09T01:10:14.168" v="4301" actId="14100"/>
          <ac:spMkLst>
            <pc:docMk/>
            <pc:sldMk cId="2620387281" sldId="400"/>
            <ac:spMk id="190472" creationId="{00000000-0000-0000-0000-000000000000}"/>
          </ac:spMkLst>
        </pc:spChg>
        <pc:spChg chg="mod">
          <ac:chgData name="Mengmeng Ge" userId="bb5bc401-97cb-4caf-9857-8ff441375414" providerId="ADAL" clId="{918CD3B9-57C8-44EA-8F5B-13D8007B23C5}" dt="2024-05-09T01:09:49.165" v="4299" actId="1037"/>
          <ac:spMkLst>
            <pc:docMk/>
            <pc:sldMk cId="2620387281" sldId="400"/>
            <ac:spMk id="190473" creationId="{00000000-0000-0000-0000-000000000000}"/>
          </ac:spMkLst>
        </pc:spChg>
      </pc:sldChg>
      <pc:sldChg chg="modSp del mod ord modClrScheme chgLayout modNotesTx">
        <pc:chgData name="Mengmeng Ge" userId="bb5bc401-97cb-4caf-9857-8ff441375414" providerId="ADAL" clId="{918CD3B9-57C8-44EA-8F5B-13D8007B23C5}" dt="2024-05-09T01:04:40.711" v="4229" actId="47"/>
        <pc:sldMkLst>
          <pc:docMk/>
          <pc:sldMk cId="524580156" sldId="401"/>
        </pc:sldMkLst>
        <pc:spChg chg="mod ord">
          <ac:chgData name="Mengmeng Ge" userId="bb5bc401-97cb-4caf-9857-8ff441375414" providerId="ADAL" clId="{918CD3B9-57C8-44EA-8F5B-13D8007B23C5}" dt="2024-05-08T04:11:00.872" v="3069" actId="700"/>
          <ac:spMkLst>
            <pc:docMk/>
            <pc:sldMk cId="524580156" sldId="401"/>
            <ac:spMk id="6" creationId="{00000000-0000-0000-0000-000000000000}"/>
          </ac:spMkLst>
        </pc:spChg>
        <pc:spChg chg="mod ord">
          <ac:chgData name="Mengmeng Ge" userId="bb5bc401-97cb-4caf-9857-8ff441375414" providerId="ADAL" clId="{918CD3B9-57C8-44EA-8F5B-13D8007B23C5}" dt="2024-05-09T00:29:49.299" v="4082" actId="21"/>
          <ac:spMkLst>
            <pc:docMk/>
            <pc:sldMk cId="524580156" sldId="401"/>
            <ac:spMk id="259074" creationId="{00000000-0000-0000-0000-000000000000}"/>
          </ac:spMkLst>
        </pc:spChg>
        <pc:spChg chg="mod ord">
          <ac:chgData name="Mengmeng Ge" userId="bb5bc401-97cb-4caf-9857-8ff441375414" providerId="ADAL" clId="{918CD3B9-57C8-44EA-8F5B-13D8007B23C5}" dt="2024-05-08T22:26:05.991" v="3290" actId="20577"/>
          <ac:spMkLst>
            <pc:docMk/>
            <pc:sldMk cId="524580156" sldId="401"/>
            <ac:spMk id="259076" creationId="{00000000-0000-0000-0000-000000000000}"/>
          </ac:spMkLst>
        </pc:spChg>
      </pc:sldChg>
      <pc:sldChg chg="modSp add del mod">
        <pc:chgData name="Mengmeng Ge" userId="bb5bc401-97cb-4caf-9857-8ff441375414" providerId="ADAL" clId="{918CD3B9-57C8-44EA-8F5B-13D8007B23C5}" dt="2024-05-09T00:59:47.997" v="4193" actId="47"/>
        <pc:sldMkLst>
          <pc:docMk/>
          <pc:sldMk cId="3821355040" sldId="402"/>
        </pc:sldMkLst>
        <pc:spChg chg="mod">
          <ac:chgData name="Mengmeng Ge" userId="bb5bc401-97cb-4caf-9857-8ff441375414" providerId="ADAL" clId="{918CD3B9-57C8-44EA-8F5B-13D8007B23C5}" dt="2024-05-09T00:59:39.023" v="4186" actId="21"/>
          <ac:spMkLst>
            <pc:docMk/>
            <pc:sldMk cId="3821355040" sldId="402"/>
            <ac:spMk id="10" creationId="{00000000-0000-0000-0000-000000000000}"/>
          </ac:spMkLst>
        </pc:spChg>
      </pc:sldChg>
      <pc:sldChg chg="del">
        <pc:chgData name="Mengmeng Ge" userId="bb5bc401-97cb-4caf-9857-8ff441375414" providerId="ADAL" clId="{918CD3B9-57C8-44EA-8F5B-13D8007B23C5}" dt="2024-05-07T22:21:16.867" v="1231" actId="47"/>
        <pc:sldMkLst>
          <pc:docMk/>
          <pc:sldMk cId="2733733349" sldId="411"/>
        </pc:sldMkLst>
      </pc:sldChg>
      <pc:sldChg chg="addSp modSp add del mod modClrScheme chgLayout modNotesTx">
        <pc:chgData name="Mengmeng Ge" userId="bb5bc401-97cb-4caf-9857-8ff441375414" providerId="ADAL" clId="{918CD3B9-57C8-44EA-8F5B-13D8007B23C5}" dt="2024-05-08T00:30:59.064" v="1656" actId="20577"/>
        <pc:sldMkLst>
          <pc:docMk/>
          <pc:sldMk cId="4026823090" sldId="417"/>
        </pc:sldMkLst>
        <pc:spChg chg="add mod">
          <ac:chgData name="Mengmeng Ge" userId="bb5bc401-97cb-4caf-9857-8ff441375414" providerId="ADAL" clId="{918CD3B9-57C8-44EA-8F5B-13D8007B23C5}" dt="2024-05-08T00:30:59.064" v="1656" actId="20577"/>
          <ac:spMkLst>
            <pc:docMk/>
            <pc:sldMk cId="4026823090" sldId="417"/>
            <ac:spMk id="5" creationId="{4C831557-E267-4445-3995-31D7C247C1E8}"/>
          </ac:spMkLst>
        </pc:spChg>
        <pc:spChg chg="mod ord">
          <ac:chgData name="Mengmeng Ge" userId="bb5bc401-97cb-4caf-9857-8ff441375414" providerId="ADAL" clId="{918CD3B9-57C8-44EA-8F5B-13D8007B23C5}" dt="2024-05-07T03:05:33.741" v="1036" actId="700"/>
          <ac:spMkLst>
            <pc:docMk/>
            <pc:sldMk cId="4026823090" sldId="417"/>
            <ac:spMk id="6" creationId="{00000000-0000-0000-0000-000000000000}"/>
          </ac:spMkLst>
        </pc:spChg>
        <pc:spChg chg="mod ord">
          <ac:chgData name="Mengmeng Ge" userId="bb5bc401-97cb-4caf-9857-8ff441375414" providerId="ADAL" clId="{918CD3B9-57C8-44EA-8F5B-13D8007B23C5}" dt="2024-05-07T22:17:33.208" v="1148" actId="255"/>
          <ac:spMkLst>
            <pc:docMk/>
            <pc:sldMk cId="4026823090" sldId="417"/>
            <ac:spMk id="196610" creationId="{00000000-0000-0000-0000-000000000000}"/>
          </ac:spMkLst>
        </pc:spChg>
        <pc:spChg chg="mod ord">
          <ac:chgData name="Mengmeng Ge" userId="bb5bc401-97cb-4caf-9857-8ff441375414" providerId="ADAL" clId="{918CD3B9-57C8-44EA-8F5B-13D8007B23C5}" dt="2024-05-07T22:11:15.445" v="1044" actId="21"/>
          <ac:spMkLst>
            <pc:docMk/>
            <pc:sldMk cId="4026823090" sldId="417"/>
            <ac:spMk id="196612" creationId="{00000000-0000-0000-0000-000000000000}"/>
          </ac:spMkLst>
        </pc:spChg>
        <pc:picChg chg="add mod">
          <ac:chgData name="Mengmeng Ge" userId="bb5bc401-97cb-4caf-9857-8ff441375414" providerId="ADAL" clId="{918CD3B9-57C8-44EA-8F5B-13D8007B23C5}" dt="2024-05-08T00:30:42.376" v="1649" actId="1076"/>
          <ac:picMkLst>
            <pc:docMk/>
            <pc:sldMk cId="4026823090" sldId="417"/>
            <ac:picMk id="3" creationId="{43930913-0EAB-1F26-BE24-AEBF2378BFAC}"/>
          </ac:picMkLst>
        </pc:picChg>
      </pc:sldChg>
      <pc:sldChg chg="addSp delSp modSp mod modNotesTx">
        <pc:chgData name="Mengmeng Ge" userId="bb5bc401-97cb-4caf-9857-8ff441375414" providerId="ADAL" clId="{918CD3B9-57C8-44EA-8F5B-13D8007B23C5}" dt="2024-05-08T02:28:05.847" v="2492" actId="20577"/>
        <pc:sldMkLst>
          <pc:docMk/>
          <pc:sldMk cId="84756613" sldId="418"/>
        </pc:sldMkLst>
        <pc:spChg chg="add del mod">
          <ac:chgData name="Mengmeng Ge" userId="bb5bc401-97cb-4caf-9857-8ff441375414" providerId="ADAL" clId="{918CD3B9-57C8-44EA-8F5B-13D8007B23C5}" dt="2024-05-07T22:21:23.223" v="1236" actId="478"/>
          <ac:spMkLst>
            <pc:docMk/>
            <pc:sldMk cId="84756613" sldId="418"/>
            <ac:spMk id="3" creationId="{9CFDB577-BB6E-FC2D-5FA1-F80E166768C3}"/>
          </ac:spMkLst>
        </pc:spChg>
        <pc:spChg chg="add del mod">
          <ac:chgData name="Mengmeng Ge" userId="bb5bc401-97cb-4caf-9857-8ff441375414" providerId="ADAL" clId="{918CD3B9-57C8-44EA-8F5B-13D8007B23C5}" dt="2024-05-07T23:38:39.467" v="1405" actId="478"/>
          <ac:spMkLst>
            <pc:docMk/>
            <pc:sldMk cId="84756613" sldId="418"/>
            <ac:spMk id="4" creationId="{4F790209-DA66-F966-C1D4-B1775A76AFDE}"/>
          </ac:spMkLst>
        </pc:spChg>
        <pc:spChg chg="add del mod">
          <ac:chgData name="Mengmeng Ge" userId="bb5bc401-97cb-4caf-9857-8ff441375414" providerId="ADAL" clId="{918CD3B9-57C8-44EA-8F5B-13D8007B23C5}" dt="2024-05-07T23:38:38.133" v="1404" actId="478"/>
          <ac:spMkLst>
            <pc:docMk/>
            <pc:sldMk cId="84756613" sldId="418"/>
            <ac:spMk id="5" creationId="{48B150F5-6528-23E2-0474-F5ACA90FDDBB}"/>
          </ac:spMkLst>
        </pc:spChg>
        <pc:spChg chg="add del mod">
          <ac:chgData name="Mengmeng Ge" userId="bb5bc401-97cb-4caf-9857-8ff441375414" providerId="ADAL" clId="{918CD3B9-57C8-44EA-8F5B-13D8007B23C5}" dt="2024-05-07T23:38:41.154" v="1406" actId="478"/>
          <ac:spMkLst>
            <pc:docMk/>
            <pc:sldMk cId="84756613" sldId="418"/>
            <ac:spMk id="6" creationId="{BDC5D8A4-C325-903F-886A-FA4D00C611E3}"/>
          </ac:spMkLst>
        </pc:spChg>
        <pc:spChg chg="del mod">
          <ac:chgData name="Mengmeng Ge" userId="bb5bc401-97cb-4caf-9857-8ff441375414" providerId="ADAL" clId="{918CD3B9-57C8-44EA-8F5B-13D8007B23C5}" dt="2024-05-07T23:08:43.064" v="1303" actId="478"/>
          <ac:spMkLst>
            <pc:docMk/>
            <pc:sldMk cId="84756613" sldId="418"/>
            <ac:spMk id="28" creationId="{00000000-0000-0000-0000-000000000000}"/>
          </ac:spMkLst>
        </pc:spChg>
        <pc:spChg chg="add del mod">
          <ac:chgData name="Mengmeng Ge" userId="bb5bc401-97cb-4caf-9857-8ff441375414" providerId="ADAL" clId="{918CD3B9-57C8-44EA-8F5B-13D8007B23C5}" dt="2024-05-07T22:21:36.860" v="1263" actId="14100"/>
          <ac:spMkLst>
            <pc:docMk/>
            <pc:sldMk cId="84756613" sldId="418"/>
            <ac:spMk id="197634" creationId="{00000000-0000-0000-0000-000000000000}"/>
          </ac:spMkLst>
        </pc:spChg>
        <pc:spChg chg="mod">
          <ac:chgData name="Mengmeng Ge" userId="bb5bc401-97cb-4caf-9857-8ff441375414" providerId="ADAL" clId="{918CD3B9-57C8-44EA-8F5B-13D8007B23C5}" dt="2024-05-08T00:01:09.372" v="1551" actId="1076"/>
          <ac:spMkLst>
            <pc:docMk/>
            <pc:sldMk cId="84756613" sldId="418"/>
            <ac:spMk id="197635" creationId="{00000000-0000-0000-0000-000000000000}"/>
          </ac:spMkLst>
        </pc:spChg>
        <pc:spChg chg="mod topLvl">
          <ac:chgData name="Mengmeng Ge" userId="bb5bc401-97cb-4caf-9857-8ff441375414" providerId="ADAL" clId="{918CD3B9-57C8-44EA-8F5B-13D8007B23C5}" dt="2024-05-08T00:02:32.396" v="1573" actId="164"/>
          <ac:spMkLst>
            <pc:docMk/>
            <pc:sldMk cId="84756613" sldId="418"/>
            <ac:spMk id="197637" creationId="{00000000-0000-0000-0000-000000000000}"/>
          </ac:spMkLst>
        </pc:spChg>
        <pc:spChg chg="mod topLvl">
          <ac:chgData name="Mengmeng Ge" userId="bb5bc401-97cb-4caf-9857-8ff441375414" providerId="ADAL" clId="{918CD3B9-57C8-44EA-8F5B-13D8007B23C5}" dt="2024-05-08T00:02:32.396" v="1573" actId="164"/>
          <ac:spMkLst>
            <pc:docMk/>
            <pc:sldMk cId="84756613" sldId="418"/>
            <ac:spMk id="197639" creationId="{00000000-0000-0000-0000-000000000000}"/>
          </ac:spMkLst>
        </pc:spChg>
        <pc:spChg chg="mod topLvl">
          <ac:chgData name="Mengmeng Ge" userId="bb5bc401-97cb-4caf-9857-8ff441375414" providerId="ADAL" clId="{918CD3B9-57C8-44EA-8F5B-13D8007B23C5}" dt="2024-05-08T00:02:32.396" v="1573" actId="164"/>
          <ac:spMkLst>
            <pc:docMk/>
            <pc:sldMk cId="84756613" sldId="418"/>
            <ac:spMk id="197640" creationId="{00000000-0000-0000-0000-000000000000}"/>
          </ac:spMkLst>
        </pc:spChg>
        <pc:spChg chg="mod topLvl">
          <ac:chgData name="Mengmeng Ge" userId="bb5bc401-97cb-4caf-9857-8ff441375414" providerId="ADAL" clId="{918CD3B9-57C8-44EA-8F5B-13D8007B23C5}" dt="2024-05-08T00:02:32.396" v="1573" actId="164"/>
          <ac:spMkLst>
            <pc:docMk/>
            <pc:sldMk cId="84756613" sldId="418"/>
            <ac:spMk id="197642" creationId="{00000000-0000-0000-0000-000000000000}"/>
          </ac:spMkLst>
        </pc:spChg>
        <pc:spChg chg="mod topLvl">
          <ac:chgData name="Mengmeng Ge" userId="bb5bc401-97cb-4caf-9857-8ff441375414" providerId="ADAL" clId="{918CD3B9-57C8-44EA-8F5B-13D8007B23C5}" dt="2024-05-08T00:02:32.396" v="1573" actId="164"/>
          <ac:spMkLst>
            <pc:docMk/>
            <pc:sldMk cId="84756613" sldId="418"/>
            <ac:spMk id="197643" creationId="{00000000-0000-0000-0000-000000000000}"/>
          </ac:spMkLst>
        </pc:spChg>
        <pc:spChg chg="mod topLvl">
          <ac:chgData name="Mengmeng Ge" userId="bb5bc401-97cb-4caf-9857-8ff441375414" providerId="ADAL" clId="{918CD3B9-57C8-44EA-8F5B-13D8007B23C5}" dt="2024-05-08T00:01:44.186" v="1568" actId="1036"/>
          <ac:spMkLst>
            <pc:docMk/>
            <pc:sldMk cId="84756613" sldId="418"/>
            <ac:spMk id="197644" creationId="{00000000-0000-0000-0000-000000000000}"/>
          </ac:spMkLst>
        </pc:spChg>
        <pc:spChg chg="mod topLvl">
          <ac:chgData name="Mengmeng Ge" userId="bb5bc401-97cb-4caf-9857-8ff441375414" providerId="ADAL" clId="{918CD3B9-57C8-44EA-8F5B-13D8007B23C5}" dt="2024-05-08T00:02:32.396" v="1573" actId="164"/>
          <ac:spMkLst>
            <pc:docMk/>
            <pc:sldMk cId="84756613" sldId="418"/>
            <ac:spMk id="197645" creationId="{00000000-0000-0000-0000-000000000000}"/>
          </ac:spMkLst>
        </pc:spChg>
        <pc:spChg chg="mod topLvl">
          <ac:chgData name="Mengmeng Ge" userId="bb5bc401-97cb-4caf-9857-8ff441375414" providerId="ADAL" clId="{918CD3B9-57C8-44EA-8F5B-13D8007B23C5}" dt="2024-05-08T00:02:32.396" v="1573" actId="164"/>
          <ac:spMkLst>
            <pc:docMk/>
            <pc:sldMk cId="84756613" sldId="418"/>
            <ac:spMk id="197646" creationId="{00000000-0000-0000-0000-000000000000}"/>
          </ac:spMkLst>
        </pc:spChg>
        <pc:spChg chg="mod topLvl">
          <ac:chgData name="Mengmeng Ge" userId="bb5bc401-97cb-4caf-9857-8ff441375414" providerId="ADAL" clId="{918CD3B9-57C8-44EA-8F5B-13D8007B23C5}" dt="2024-05-08T00:02:32.396" v="1573" actId="164"/>
          <ac:spMkLst>
            <pc:docMk/>
            <pc:sldMk cId="84756613" sldId="418"/>
            <ac:spMk id="197647" creationId="{00000000-0000-0000-0000-000000000000}"/>
          </ac:spMkLst>
        </pc:spChg>
        <pc:spChg chg="mod topLvl">
          <ac:chgData name="Mengmeng Ge" userId="bb5bc401-97cb-4caf-9857-8ff441375414" providerId="ADAL" clId="{918CD3B9-57C8-44EA-8F5B-13D8007B23C5}" dt="2024-05-08T00:02:32.396" v="1573" actId="164"/>
          <ac:spMkLst>
            <pc:docMk/>
            <pc:sldMk cId="84756613" sldId="418"/>
            <ac:spMk id="197648" creationId="{00000000-0000-0000-0000-000000000000}"/>
          </ac:spMkLst>
        </pc:spChg>
        <pc:spChg chg="mod topLvl">
          <ac:chgData name="Mengmeng Ge" userId="bb5bc401-97cb-4caf-9857-8ff441375414" providerId="ADAL" clId="{918CD3B9-57C8-44EA-8F5B-13D8007B23C5}" dt="2024-05-08T00:02:32.396" v="1573" actId="164"/>
          <ac:spMkLst>
            <pc:docMk/>
            <pc:sldMk cId="84756613" sldId="418"/>
            <ac:spMk id="197649" creationId="{00000000-0000-0000-0000-000000000000}"/>
          </ac:spMkLst>
        </pc:spChg>
        <pc:spChg chg="mod topLvl">
          <ac:chgData name="Mengmeng Ge" userId="bb5bc401-97cb-4caf-9857-8ff441375414" providerId="ADAL" clId="{918CD3B9-57C8-44EA-8F5B-13D8007B23C5}" dt="2024-05-08T00:02:32.396" v="1573" actId="164"/>
          <ac:spMkLst>
            <pc:docMk/>
            <pc:sldMk cId="84756613" sldId="418"/>
            <ac:spMk id="197650" creationId="{00000000-0000-0000-0000-000000000000}"/>
          </ac:spMkLst>
        </pc:spChg>
        <pc:spChg chg="mod topLvl">
          <ac:chgData name="Mengmeng Ge" userId="bb5bc401-97cb-4caf-9857-8ff441375414" providerId="ADAL" clId="{918CD3B9-57C8-44EA-8F5B-13D8007B23C5}" dt="2024-05-08T00:02:32.396" v="1573" actId="164"/>
          <ac:spMkLst>
            <pc:docMk/>
            <pc:sldMk cId="84756613" sldId="418"/>
            <ac:spMk id="197651" creationId="{00000000-0000-0000-0000-000000000000}"/>
          </ac:spMkLst>
        </pc:spChg>
        <pc:spChg chg="mod topLvl">
          <ac:chgData name="Mengmeng Ge" userId="bb5bc401-97cb-4caf-9857-8ff441375414" providerId="ADAL" clId="{918CD3B9-57C8-44EA-8F5B-13D8007B23C5}" dt="2024-05-08T00:02:32.396" v="1573" actId="164"/>
          <ac:spMkLst>
            <pc:docMk/>
            <pc:sldMk cId="84756613" sldId="418"/>
            <ac:spMk id="197652" creationId="{00000000-0000-0000-0000-000000000000}"/>
          </ac:spMkLst>
        </pc:spChg>
        <pc:spChg chg="mod topLvl">
          <ac:chgData name="Mengmeng Ge" userId="bb5bc401-97cb-4caf-9857-8ff441375414" providerId="ADAL" clId="{918CD3B9-57C8-44EA-8F5B-13D8007B23C5}" dt="2024-05-08T00:02:32.396" v="1573" actId="164"/>
          <ac:spMkLst>
            <pc:docMk/>
            <pc:sldMk cId="84756613" sldId="418"/>
            <ac:spMk id="197653" creationId="{00000000-0000-0000-0000-000000000000}"/>
          </ac:spMkLst>
        </pc:spChg>
        <pc:spChg chg="mod topLvl">
          <ac:chgData name="Mengmeng Ge" userId="bb5bc401-97cb-4caf-9857-8ff441375414" providerId="ADAL" clId="{918CD3B9-57C8-44EA-8F5B-13D8007B23C5}" dt="2024-05-08T00:01:44.186" v="1568" actId="1036"/>
          <ac:spMkLst>
            <pc:docMk/>
            <pc:sldMk cId="84756613" sldId="418"/>
            <ac:spMk id="197654" creationId="{00000000-0000-0000-0000-000000000000}"/>
          </ac:spMkLst>
        </pc:spChg>
        <pc:spChg chg="mod topLvl">
          <ac:chgData name="Mengmeng Ge" userId="bb5bc401-97cb-4caf-9857-8ff441375414" providerId="ADAL" clId="{918CD3B9-57C8-44EA-8F5B-13D8007B23C5}" dt="2024-05-08T00:01:44.186" v="1568" actId="1036"/>
          <ac:spMkLst>
            <pc:docMk/>
            <pc:sldMk cId="84756613" sldId="418"/>
            <ac:spMk id="197655" creationId="{00000000-0000-0000-0000-000000000000}"/>
          </ac:spMkLst>
        </pc:spChg>
        <pc:spChg chg="mod topLvl">
          <ac:chgData name="Mengmeng Ge" userId="bb5bc401-97cb-4caf-9857-8ff441375414" providerId="ADAL" clId="{918CD3B9-57C8-44EA-8F5B-13D8007B23C5}" dt="2024-05-08T00:01:44.186" v="1568" actId="1036"/>
          <ac:spMkLst>
            <pc:docMk/>
            <pc:sldMk cId="84756613" sldId="418"/>
            <ac:spMk id="197656" creationId="{00000000-0000-0000-0000-000000000000}"/>
          </ac:spMkLst>
        </pc:spChg>
        <pc:spChg chg="mod topLvl">
          <ac:chgData name="Mengmeng Ge" userId="bb5bc401-97cb-4caf-9857-8ff441375414" providerId="ADAL" clId="{918CD3B9-57C8-44EA-8F5B-13D8007B23C5}" dt="2024-05-08T02:28:05.847" v="2492" actId="20577"/>
          <ac:spMkLst>
            <pc:docMk/>
            <pc:sldMk cId="84756613" sldId="418"/>
            <ac:spMk id="197657" creationId="{00000000-0000-0000-0000-000000000000}"/>
          </ac:spMkLst>
        </pc:spChg>
        <pc:grpChg chg="add mod">
          <ac:chgData name="Mengmeng Ge" userId="bb5bc401-97cb-4caf-9857-8ff441375414" providerId="ADAL" clId="{918CD3B9-57C8-44EA-8F5B-13D8007B23C5}" dt="2024-05-08T00:01:44.186" v="1568" actId="1036"/>
          <ac:grpSpMkLst>
            <pc:docMk/>
            <pc:sldMk cId="84756613" sldId="418"/>
            <ac:grpSpMk id="7" creationId="{24815945-84E4-09CF-7060-01BBBC352E44}"/>
          </ac:grpSpMkLst>
        </pc:grpChg>
        <pc:grpChg chg="add mod">
          <ac:chgData name="Mengmeng Ge" userId="bb5bc401-97cb-4caf-9857-8ff441375414" providerId="ADAL" clId="{918CD3B9-57C8-44EA-8F5B-13D8007B23C5}" dt="2024-05-08T00:02:32.396" v="1573" actId="164"/>
          <ac:grpSpMkLst>
            <pc:docMk/>
            <pc:sldMk cId="84756613" sldId="418"/>
            <ac:grpSpMk id="8" creationId="{F5C11F27-AB44-A12E-61BE-84ABE782D85B}"/>
          </ac:grpSpMkLst>
        </pc:grpChg>
        <pc:grpChg chg="del mod">
          <ac:chgData name="Mengmeng Ge" userId="bb5bc401-97cb-4caf-9857-8ff441375414" providerId="ADAL" clId="{918CD3B9-57C8-44EA-8F5B-13D8007B23C5}" dt="2024-05-07T23:34:03.217" v="1392" actId="165"/>
          <ac:grpSpMkLst>
            <pc:docMk/>
            <pc:sldMk cId="84756613" sldId="418"/>
            <ac:grpSpMk id="197636" creationId="{00000000-0000-0000-0000-000000000000}"/>
          </ac:grpSpMkLst>
        </pc:grpChg>
        <pc:graphicFrameChg chg="mod topLvl">
          <ac:chgData name="Mengmeng Ge" userId="bb5bc401-97cb-4caf-9857-8ff441375414" providerId="ADAL" clId="{918CD3B9-57C8-44EA-8F5B-13D8007B23C5}" dt="2024-05-08T00:02:32.396" v="1573" actId="164"/>
          <ac:graphicFrameMkLst>
            <pc:docMk/>
            <pc:sldMk cId="84756613" sldId="418"/>
            <ac:graphicFrameMk id="197638" creationId="{00000000-0000-0000-0000-000000000000}"/>
          </ac:graphicFrameMkLst>
        </pc:graphicFrameChg>
        <pc:graphicFrameChg chg="mod topLvl">
          <ac:chgData name="Mengmeng Ge" userId="bb5bc401-97cb-4caf-9857-8ff441375414" providerId="ADAL" clId="{918CD3B9-57C8-44EA-8F5B-13D8007B23C5}" dt="2024-05-08T00:02:32.396" v="1573" actId="164"/>
          <ac:graphicFrameMkLst>
            <pc:docMk/>
            <pc:sldMk cId="84756613" sldId="418"/>
            <ac:graphicFrameMk id="197641" creationId="{00000000-0000-0000-0000-000000000000}"/>
          </ac:graphicFrameMkLst>
        </pc:graphicFrameChg>
      </pc:sldChg>
      <pc:sldChg chg="addSp delSp modSp del mod modClrScheme chgLayout">
        <pc:chgData name="Mengmeng Ge" userId="bb5bc401-97cb-4caf-9857-8ff441375414" providerId="ADAL" clId="{918CD3B9-57C8-44EA-8F5B-13D8007B23C5}" dt="2024-05-07T23:51:07.254" v="1546" actId="47"/>
        <pc:sldMkLst>
          <pc:docMk/>
          <pc:sldMk cId="3771529959" sldId="420"/>
        </pc:sldMkLst>
        <pc:spChg chg="add del mod ord">
          <ac:chgData name="Mengmeng Ge" userId="bb5bc401-97cb-4caf-9857-8ff441375414" providerId="ADAL" clId="{918CD3B9-57C8-44EA-8F5B-13D8007B23C5}" dt="2024-05-07T23:42:13.362" v="1484" actId="478"/>
          <ac:spMkLst>
            <pc:docMk/>
            <pc:sldMk cId="3771529959" sldId="420"/>
            <ac:spMk id="3" creationId="{E024E973-72E1-AEA9-CE39-7E3B4812FACE}"/>
          </ac:spMkLst>
        </pc:spChg>
        <pc:spChg chg="mod ord">
          <ac:chgData name="Mengmeng Ge" userId="bb5bc401-97cb-4caf-9857-8ff441375414" providerId="ADAL" clId="{918CD3B9-57C8-44EA-8F5B-13D8007B23C5}" dt="2024-05-07T23:42:11.241" v="1483" actId="700"/>
          <ac:spMkLst>
            <pc:docMk/>
            <pc:sldMk cId="3771529959" sldId="420"/>
            <ac:spMk id="8" creationId="{00000000-0000-0000-0000-000000000000}"/>
          </ac:spMkLst>
        </pc:spChg>
        <pc:spChg chg="mod ord">
          <ac:chgData name="Mengmeng Ge" userId="bb5bc401-97cb-4caf-9857-8ff441375414" providerId="ADAL" clId="{918CD3B9-57C8-44EA-8F5B-13D8007B23C5}" dt="2024-05-07T23:42:24.047" v="1487" actId="255"/>
          <ac:spMkLst>
            <pc:docMk/>
            <pc:sldMk cId="3771529959" sldId="420"/>
            <ac:spMk id="199682" creationId="{00000000-0000-0000-0000-000000000000}"/>
          </ac:spMkLst>
        </pc:spChg>
        <pc:spChg chg="mod">
          <ac:chgData name="Mengmeng Ge" userId="bb5bc401-97cb-4caf-9857-8ff441375414" providerId="ADAL" clId="{918CD3B9-57C8-44EA-8F5B-13D8007B23C5}" dt="2024-05-07T23:43:10.461" v="1509" actId="1076"/>
          <ac:spMkLst>
            <pc:docMk/>
            <pc:sldMk cId="3771529959" sldId="420"/>
            <ac:spMk id="199685" creationId="{00000000-0000-0000-0000-000000000000}"/>
          </ac:spMkLst>
        </pc:spChg>
        <pc:picChg chg="mod">
          <ac:chgData name="Mengmeng Ge" userId="bb5bc401-97cb-4caf-9857-8ff441375414" providerId="ADAL" clId="{918CD3B9-57C8-44EA-8F5B-13D8007B23C5}" dt="2024-05-07T23:43:07.408" v="1508" actId="1076"/>
          <ac:picMkLst>
            <pc:docMk/>
            <pc:sldMk cId="3771529959" sldId="420"/>
            <ac:picMk id="199683" creationId="{00000000-0000-0000-0000-000000000000}"/>
          </ac:picMkLst>
        </pc:picChg>
      </pc:sldChg>
      <pc:sldChg chg="addSp delSp modSp mod modNotesTx">
        <pc:chgData name="Mengmeng Ge" userId="bb5bc401-97cb-4caf-9857-8ff441375414" providerId="ADAL" clId="{918CD3B9-57C8-44EA-8F5B-13D8007B23C5}" dt="2024-05-07T23:02:43.530" v="1291" actId="1076"/>
        <pc:sldMkLst>
          <pc:docMk/>
          <pc:sldMk cId="434855414" sldId="421"/>
        </pc:sldMkLst>
        <pc:spChg chg="mod">
          <ac:chgData name="Mengmeng Ge" userId="bb5bc401-97cb-4caf-9857-8ff441375414" providerId="ADAL" clId="{918CD3B9-57C8-44EA-8F5B-13D8007B23C5}" dt="2024-05-07T22:17:49.585" v="1152" actId="20577"/>
          <ac:spMkLst>
            <pc:docMk/>
            <pc:sldMk cId="434855414" sldId="421"/>
            <ac:spMk id="2" creationId="{00000000-0000-0000-0000-000000000000}"/>
          </ac:spMkLst>
        </pc:spChg>
        <pc:spChg chg="add mod">
          <ac:chgData name="Mengmeng Ge" userId="bb5bc401-97cb-4caf-9857-8ff441375414" providerId="ADAL" clId="{918CD3B9-57C8-44EA-8F5B-13D8007B23C5}" dt="2024-05-07T03:03:18.943" v="1011" actId="20577"/>
          <ac:spMkLst>
            <pc:docMk/>
            <pc:sldMk cId="434855414" sldId="421"/>
            <ac:spMk id="3" creationId="{0C8022F4-D69C-07F9-3572-2B8E8718DAA7}"/>
          </ac:spMkLst>
        </pc:spChg>
        <pc:spChg chg="add mod">
          <ac:chgData name="Mengmeng Ge" userId="bb5bc401-97cb-4caf-9857-8ff441375414" providerId="ADAL" clId="{918CD3B9-57C8-44EA-8F5B-13D8007B23C5}" dt="2024-05-07T03:09:44.980" v="1039" actId="1076"/>
          <ac:spMkLst>
            <pc:docMk/>
            <pc:sldMk cId="434855414" sldId="421"/>
            <ac:spMk id="4" creationId="{684C5C4C-DFB7-B054-6CA6-42EC12063B50}"/>
          </ac:spMkLst>
        </pc:spChg>
        <pc:spChg chg="mod">
          <ac:chgData name="Mengmeng Ge" userId="bb5bc401-97cb-4caf-9857-8ff441375414" providerId="ADAL" clId="{918CD3B9-57C8-44EA-8F5B-13D8007B23C5}" dt="2024-05-07T23:02:43.530" v="1291" actId="1076"/>
          <ac:spMkLst>
            <pc:docMk/>
            <pc:sldMk cId="434855414" sldId="421"/>
            <ac:spMk id="10" creationId="{00000000-0000-0000-0000-000000000000}"/>
          </ac:spMkLst>
        </pc:spChg>
        <pc:spChg chg="mod">
          <ac:chgData name="Mengmeng Ge" userId="bb5bc401-97cb-4caf-9857-8ff441375414" providerId="ADAL" clId="{918CD3B9-57C8-44EA-8F5B-13D8007B23C5}" dt="2024-05-07T23:01:57.610" v="1266" actId="1076"/>
          <ac:spMkLst>
            <pc:docMk/>
            <pc:sldMk cId="434855414" sldId="421"/>
            <ac:spMk id="11" creationId="{00000000-0000-0000-0000-000000000000}"/>
          </ac:spMkLst>
        </pc:spChg>
        <pc:spChg chg="mod">
          <ac:chgData name="Mengmeng Ge" userId="bb5bc401-97cb-4caf-9857-8ff441375414" providerId="ADAL" clId="{918CD3B9-57C8-44EA-8F5B-13D8007B23C5}" dt="2024-05-07T03:10:27.725" v="1041" actId="20577"/>
          <ac:spMkLst>
            <pc:docMk/>
            <pc:sldMk cId="434855414" sldId="421"/>
            <ac:spMk id="13" creationId="{00000000-0000-0000-0000-000000000000}"/>
          </ac:spMkLst>
        </pc:spChg>
        <pc:spChg chg="mod">
          <ac:chgData name="Mengmeng Ge" userId="bb5bc401-97cb-4caf-9857-8ff441375414" providerId="ADAL" clId="{918CD3B9-57C8-44EA-8F5B-13D8007B23C5}" dt="2024-05-07T03:10:30.006" v="1043" actId="20577"/>
          <ac:spMkLst>
            <pc:docMk/>
            <pc:sldMk cId="434855414" sldId="421"/>
            <ac:spMk id="14" creationId="{00000000-0000-0000-0000-000000000000}"/>
          </ac:spMkLst>
        </pc:spChg>
        <pc:spChg chg="mod">
          <ac:chgData name="Mengmeng Ge" userId="bb5bc401-97cb-4caf-9857-8ff441375414" providerId="ADAL" clId="{918CD3B9-57C8-44EA-8F5B-13D8007B23C5}" dt="2024-05-07T03:03:07.573" v="1006" actId="20577"/>
          <ac:spMkLst>
            <pc:docMk/>
            <pc:sldMk cId="434855414" sldId="421"/>
            <ac:spMk id="15" creationId="{00000000-0000-0000-0000-000000000000}"/>
          </ac:spMkLst>
        </pc:spChg>
        <pc:spChg chg="mod">
          <ac:chgData name="Mengmeng Ge" userId="bb5bc401-97cb-4caf-9857-8ff441375414" providerId="ADAL" clId="{918CD3B9-57C8-44EA-8F5B-13D8007B23C5}" dt="2024-05-07T03:03:39.113" v="1018" actId="1076"/>
          <ac:spMkLst>
            <pc:docMk/>
            <pc:sldMk cId="434855414" sldId="421"/>
            <ac:spMk id="16" creationId="{00000000-0000-0000-0000-000000000000}"/>
          </ac:spMkLst>
        </pc:spChg>
        <pc:spChg chg="mod">
          <ac:chgData name="Mengmeng Ge" userId="bb5bc401-97cb-4caf-9857-8ff441375414" providerId="ADAL" clId="{918CD3B9-57C8-44EA-8F5B-13D8007B23C5}" dt="2024-05-07T03:04:06.570" v="1034" actId="20577"/>
          <ac:spMkLst>
            <pc:docMk/>
            <pc:sldMk cId="434855414" sldId="421"/>
            <ac:spMk id="17" creationId="{00000000-0000-0000-0000-000000000000}"/>
          </ac:spMkLst>
        </pc:spChg>
        <pc:spChg chg="del">
          <ac:chgData name="Mengmeng Ge" userId="bb5bc401-97cb-4caf-9857-8ff441375414" providerId="ADAL" clId="{918CD3B9-57C8-44EA-8F5B-13D8007B23C5}" dt="2024-05-07T03:02:46.136" v="991" actId="478"/>
          <ac:spMkLst>
            <pc:docMk/>
            <pc:sldMk cId="434855414" sldId="421"/>
            <ac:spMk id="29" creationId="{00000000-0000-0000-0000-000000000000}"/>
          </ac:spMkLst>
        </pc:spChg>
      </pc:sldChg>
      <pc:sldChg chg="modSp del mod">
        <pc:chgData name="Mengmeng Ge" userId="bb5bc401-97cb-4caf-9857-8ff441375414" providerId="ADAL" clId="{918CD3B9-57C8-44EA-8F5B-13D8007B23C5}" dt="2024-04-24T03:05:03.515" v="33" actId="47"/>
        <pc:sldMkLst>
          <pc:docMk/>
          <pc:sldMk cId="966691478" sldId="423"/>
        </pc:sldMkLst>
        <pc:spChg chg="mod">
          <ac:chgData name="Mengmeng Ge" userId="bb5bc401-97cb-4caf-9857-8ff441375414" providerId="ADAL" clId="{918CD3B9-57C8-44EA-8F5B-13D8007B23C5}" dt="2024-04-24T03:04:59.040" v="30" actId="21"/>
          <ac:spMkLst>
            <pc:docMk/>
            <pc:sldMk cId="966691478" sldId="423"/>
            <ac:spMk id="353283" creationId="{00000000-0000-0000-0000-000000000000}"/>
          </ac:spMkLst>
        </pc:spChg>
      </pc:sldChg>
      <pc:sldChg chg="del">
        <pc:chgData name="Mengmeng Ge" userId="bb5bc401-97cb-4caf-9857-8ff441375414" providerId="ADAL" clId="{918CD3B9-57C8-44EA-8F5B-13D8007B23C5}" dt="2024-05-07T23:41:23.197" v="1430" actId="47"/>
        <pc:sldMkLst>
          <pc:docMk/>
          <pc:sldMk cId="3285738984" sldId="424"/>
        </pc:sldMkLst>
      </pc:sldChg>
      <pc:sldChg chg="addSp delSp modSp mod ord modClrScheme chgLayout">
        <pc:chgData name="Mengmeng Ge" userId="bb5bc401-97cb-4caf-9857-8ff441375414" providerId="ADAL" clId="{918CD3B9-57C8-44EA-8F5B-13D8007B23C5}" dt="2024-05-08T03:20:58.639" v="2769" actId="20577"/>
        <pc:sldMkLst>
          <pc:docMk/>
          <pc:sldMk cId="3067610504" sldId="435"/>
        </pc:sldMkLst>
        <pc:spChg chg="add del mod">
          <ac:chgData name="Mengmeng Ge" userId="bb5bc401-97cb-4caf-9857-8ff441375414" providerId="ADAL" clId="{918CD3B9-57C8-44EA-8F5B-13D8007B23C5}" dt="2024-05-08T03:20:55.094" v="2766" actId="22"/>
          <ac:spMkLst>
            <pc:docMk/>
            <pc:sldMk cId="3067610504" sldId="435"/>
            <ac:spMk id="3" creationId="{528CB857-7A81-8267-377A-6DCA9EC5A17F}"/>
          </ac:spMkLst>
        </pc:spChg>
        <pc:spChg chg="mod ord">
          <ac:chgData name="Mengmeng Ge" userId="bb5bc401-97cb-4caf-9857-8ff441375414" providerId="ADAL" clId="{918CD3B9-57C8-44EA-8F5B-13D8007B23C5}" dt="2024-05-08T03:06:12.036" v="2626" actId="700"/>
          <ac:spMkLst>
            <pc:docMk/>
            <pc:sldMk cId="3067610504" sldId="435"/>
            <ac:spMk id="6" creationId="{00000000-0000-0000-0000-000000000000}"/>
          </ac:spMkLst>
        </pc:spChg>
        <pc:spChg chg="mod ord">
          <ac:chgData name="Mengmeng Ge" userId="bb5bc401-97cb-4caf-9857-8ff441375414" providerId="ADAL" clId="{918CD3B9-57C8-44EA-8F5B-13D8007B23C5}" dt="2024-05-08T03:13:53.946" v="2657" actId="20577"/>
          <ac:spMkLst>
            <pc:docMk/>
            <pc:sldMk cId="3067610504" sldId="435"/>
            <ac:spMk id="359426" creationId="{00000000-0000-0000-0000-000000000000}"/>
          </ac:spMkLst>
        </pc:spChg>
        <pc:spChg chg="mod ord">
          <ac:chgData name="Mengmeng Ge" userId="bb5bc401-97cb-4caf-9857-8ff441375414" providerId="ADAL" clId="{918CD3B9-57C8-44EA-8F5B-13D8007B23C5}" dt="2024-05-08T03:20:58.639" v="2769" actId="20577"/>
          <ac:spMkLst>
            <pc:docMk/>
            <pc:sldMk cId="3067610504" sldId="435"/>
            <ac:spMk id="359427" creationId="{00000000-0000-0000-0000-000000000000}"/>
          </ac:spMkLst>
        </pc:spChg>
      </pc:sldChg>
      <pc:sldChg chg="addSp delSp modSp mod ord modClrScheme addAnim delAnim modAnim chgLayout">
        <pc:chgData name="Mengmeng Ge" userId="bb5bc401-97cb-4caf-9857-8ff441375414" providerId="ADAL" clId="{918CD3B9-57C8-44EA-8F5B-13D8007B23C5}" dt="2024-05-08T03:41:33.421" v="2951" actId="12"/>
        <pc:sldMkLst>
          <pc:docMk/>
          <pc:sldMk cId="3902851859" sldId="436"/>
        </pc:sldMkLst>
        <pc:spChg chg="add del mod ord">
          <ac:chgData name="Mengmeng Ge" userId="bb5bc401-97cb-4caf-9857-8ff441375414" providerId="ADAL" clId="{918CD3B9-57C8-44EA-8F5B-13D8007B23C5}" dt="2024-05-08T03:35:03.301" v="2885" actId="478"/>
          <ac:spMkLst>
            <pc:docMk/>
            <pc:sldMk cId="3902851859" sldId="436"/>
            <ac:spMk id="2" creationId="{08204210-2705-1455-1FF7-E04E7D380C70}"/>
          </ac:spMkLst>
        </pc:spChg>
        <pc:spChg chg="add del">
          <ac:chgData name="Mengmeng Ge" userId="bb5bc401-97cb-4caf-9857-8ff441375414" providerId="ADAL" clId="{918CD3B9-57C8-44EA-8F5B-13D8007B23C5}" dt="2024-05-08T03:39:40.578" v="2911" actId="22"/>
          <ac:spMkLst>
            <pc:docMk/>
            <pc:sldMk cId="3902851859" sldId="436"/>
            <ac:spMk id="4" creationId="{1399CEA5-2481-D7A1-272D-74EA49F69AC1}"/>
          </ac:spMkLst>
        </pc:spChg>
        <pc:spChg chg="mod ord">
          <ac:chgData name="Mengmeng Ge" userId="bb5bc401-97cb-4caf-9857-8ff441375414" providerId="ADAL" clId="{918CD3B9-57C8-44EA-8F5B-13D8007B23C5}" dt="2024-05-08T03:34:29.943" v="2859" actId="700"/>
          <ac:spMkLst>
            <pc:docMk/>
            <pc:sldMk cId="3902851859" sldId="436"/>
            <ac:spMk id="6" creationId="{00000000-0000-0000-0000-000000000000}"/>
          </ac:spMkLst>
        </pc:spChg>
        <pc:spChg chg="del mod">
          <ac:chgData name="Mengmeng Ge" userId="bb5bc401-97cb-4caf-9857-8ff441375414" providerId="ADAL" clId="{918CD3B9-57C8-44EA-8F5B-13D8007B23C5}" dt="2024-05-08T03:37:59.414" v="2891" actId="478"/>
          <ac:spMkLst>
            <pc:docMk/>
            <pc:sldMk cId="3902851859" sldId="436"/>
            <ac:spMk id="7" creationId="{00000000-0000-0000-0000-000000000000}"/>
          </ac:spMkLst>
        </pc:spChg>
        <pc:spChg chg="mod ord">
          <ac:chgData name="Mengmeng Ge" userId="bb5bc401-97cb-4caf-9857-8ff441375414" providerId="ADAL" clId="{918CD3B9-57C8-44EA-8F5B-13D8007B23C5}" dt="2024-05-08T03:34:56.282" v="2883" actId="20577"/>
          <ac:spMkLst>
            <pc:docMk/>
            <pc:sldMk cId="3902851859" sldId="436"/>
            <ac:spMk id="360450" creationId="{00000000-0000-0000-0000-000000000000}"/>
          </ac:spMkLst>
        </pc:spChg>
        <pc:spChg chg="mod">
          <ac:chgData name="Mengmeng Ge" userId="bb5bc401-97cb-4caf-9857-8ff441375414" providerId="ADAL" clId="{918CD3B9-57C8-44EA-8F5B-13D8007B23C5}" dt="2024-05-08T03:40:19.255" v="2922" actId="1076"/>
          <ac:spMkLst>
            <pc:docMk/>
            <pc:sldMk cId="3902851859" sldId="436"/>
            <ac:spMk id="360451" creationId="{00000000-0000-0000-0000-000000000000}"/>
          </ac:spMkLst>
        </pc:spChg>
        <pc:spChg chg="mod">
          <ac:chgData name="Mengmeng Ge" userId="bb5bc401-97cb-4caf-9857-8ff441375414" providerId="ADAL" clId="{918CD3B9-57C8-44EA-8F5B-13D8007B23C5}" dt="2024-05-08T03:41:33.421" v="2951" actId="12"/>
          <ac:spMkLst>
            <pc:docMk/>
            <pc:sldMk cId="3902851859" sldId="436"/>
            <ac:spMk id="360452" creationId="{00000000-0000-0000-0000-000000000000}"/>
          </ac:spMkLst>
        </pc:spChg>
      </pc:sldChg>
      <pc:sldChg chg="addSp delSp modSp mod ord">
        <pc:chgData name="Mengmeng Ge" userId="bb5bc401-97cb-4caf-9857-8ff441375414" providerId="ADAL" clId="{918CD3B9-57C8-44EA-8F5B-13D8007B23C5}" dt="2024-05-08T03:42:38.606" v="2987" actId="1036"/>
        <pc:sldMkLst>
          <pc:docMk/>
          <pc:sldMk cId="3928279683" sldId="437"/>
        </pc:sldMkLst>
        <pc:spChg chg="add mod">
          <ac:chgData name="Mengmeng Ge" userId="bb5bc401-97cb-4caf-9857-8ff441375414" providerId="ADAL" clId="{918CD3B9-57C8-44EA-8F5B-13D8007B23C5}" dt="2024-05-08T03:41:53.366" v="2958" actId="20577"/>
          <ac:spMkLst>
            <pc:docMk/>
            <pc:sldMk cId="3928279683" sldId="437"/>
            <ac:spMk id="4" creationId="{19FAA595-F713-DBDE-BDB1-81D5F9E75294}"/>
          </ac:spMkLst>
        </pc:spChg>
        <pc:spChg chg="add del">
          <ac:chgData name="Mengmeng Ge" userId="bb5bc401-97cb-4caf-9857-8ff441375414" providerId="ADAL" clId="{918CD3B9-57C8-44EA-8F5B-13D8007B23C5}" dt="2024-05-08T03:42:35.140" v="2977" actId="478"/>
          <ac:spMkLst>
            <pc:docMk/>
            <pc:sldMk cId="3928279683" sldId="437"/>
            <ac:spMk id="7" creationId="{F16863F3-085C-8930-4CEB-923001CF0966}"/>
          </ac:spMkLst>
        </pc:spChg>
        <pc:spChg chg="mod">
          <ac:chgData name="Mengmeng Ge" userId="bb5bc401-97cb-4caf-9857-8ff441375414" providerId="ADAL" clId="{918CD3B9-57C8-44EA-8F5B-13D8007B23C5}" dt="2024-05-08T03:42:12.255" v="2962" actId="14100"/>
          <ac:spMkLst>
            <pc:docMk/>
            <pc:sldMk cId="3928279683" sldId="437"/>
            <ac:spMk id="361474" creationId="{00000000-0000-0000-0000-000000000000}"/>
          </ac:spMkLst>
        </pc:spChg>
        <pc:picChg chg="add mod">
          <ac:chgData name="Mengmeng Ge" userId="bb5bc401-97cb-4caf-9857-8ff441375414" providerId="ADAL" clId="{918CD3B9-57C8-44EA-8F5B-13D8007B23C5}" dt="2024-05-08T03:42:38.606" v="2987" actId="1036"/>
          <ac:picMkLst>
            <pc:docMk/>
            <pc:sldMk cId="3928279683" sldId="437"/>
            <ac:picMk id="3" creationId="{28C0E806-E579-35AE-E24C-1A590A5C8832}"/>
          </ac:picMkLst>
        </pc:picChg>
        <pc:picChg chg="del">
          <ac:chgData name="Mengmeng Ge" userId="bb5bc401-97cb-4caf-9857-8ff441375414" providerId="ADAL" clId="{918CD3B9-57C8-44EA-8F5B-13D8007B23C5}" dt="2024-05-08T03:36:50.475" v="2887" actId="478"/>
          <ac:picMkLst>
            <pc:docMk/>
            <pc:sldMk cId="3928279683" sldId="437"/>
            <ac:picMk id="361475" creationId="{00000000-0000-0000-0000-000000000000}"/>
          </ac:picMkLst>
        </pc:picChg>
      </pc:sldChg>
      <pc:sldChg chg="delSp modSp mod ord modClrScheme chgLayout">
        <pc:chgData name="Mengmeng Ge" userId="bb5bc401-97cb-4caf-9857-8ff441375414" providerId="ADAL" clId="{918CD3B9-57C8-44EA-8F5B-13D8007B23C5}" dt="2024-05-08T03:44:54.720" v="3020" actId="20577"/>
        <pc:sldMkLst>
          <pc:docMk/>
          <pc:sldMk cId="1768951320" sldId="438"/>
        </pc:sldMkLst>
        <pc:spChg chg="mod ord">
          <ac:chgData name="Mengmeng Ge" userId="bb5bc401-97cb-4caf-9857-8ff441375414" providerId="ADAL" clId="{918CD3B9-57C8-44EA-8F5B-13D8007B23C5}" dt="2024-05-08T03:42:17.825" v="2963" actId="700"/>
          <ac:spMkLst>
            <pc:docMk/>
            <pc:sldMk cId="1768951320" sldId="438"/>
            <ac:spMk id="8" creationId="{00000000-0000-0000-0000-000000000000}"/>
          </ac:spMkLst>
        </pc:spChg>
        <pc:spChg chg="mod ord">
          <ac:chgData name="Mengmeng Ge" userId="bb5bc401-97cb-4caf-9857-8ff441375414" providerId="ADAL" clId="{918CD3B9-57C8-44EA-8F5B-13D8007B23C5}" dt="2024-05-08T03:42:28.356" v="2975" actId="14100"/>
          <ac:spMkLst>
            <pc:docMk/>
            <pc:sldMk cId="1768951320" sldId="438"/>
            <ac:spMk id="362498" creationId="{00000000-0000-0000-0000-000000000000}"/>
          </ac:spMkLst>
        </pc:spChg>
        <pc:spChg chg="mod ord">
          <ac:chgData name="Mengmeng Ge" userId="bb5bc401-97cb-4caf-9857-8ff441375414" providerId="ADAL" clId="{918CD3B9-57C8-44EA-8F5B-13D8007B23C5}" dt="2024-05-08T03:44:35.441" v="3016" actId="14100"/>
          <ac:spMkLst>
            <pc:docMk/>
            <pc:sldMk cId="1768951320" sldId="438"/>
            <ac:spMk id="362499" creationId="{00000000-0000-0000-0000-000000000000}"/>
          </ac:spMkLst>
        </pc:spChg>
        <pc:spChg chg="mod">
          <ac:chgData name="Mengmeng Ge" userId="bb5bc401-97cb-4caf-9857-8ff441375414" providerId="ADAL" clId="{918CD3B9-57C8-44EA-8F5B-13D8007B23C5}" dt="2024-05-08T03:44:54.720" v="3020" actId="20577"/>
          <ac:spMkLst>
            <pc:docMk/>
            <pc:sldMk cId="1768951320" sldId="438"/>
            <ac:spMk id="362500" creationId="{00000000-0000-0000-0000-000000000000}"/>
          </ac:spMkLst>
        </pc:spChg>
        <pc:spChg chg="mod">
          <ac:chgData name="Mengmeng Ge" userId="bb5bc401-97cb-4caf-9857-8ff441375414" providerId="ADAL" clId="{918CD3B9-57C8-44EA-8F5B-13D8007B23C5}" dt="2024-05-08T03:44:17.129" v="3013" actId="20577"/>
          <ac:spMkLst>
            <pc:docMk/>
            <pc:sldMk cId="1768951320" sldId="438"/>
            <ac:spMk id="362501" creationId="{00000000-0000-0000-0000-000000000000}"/>
          </ac:spMkLst>
        </pc:spChg>
        <pc:spChg chg="del">
          <ac:chgData name="Mengmeng Ge" userId="bb5bc401-97cb-4caf-9857-8ff441375414" providerId="ADAL" clId="{918CD3B9-57C8-44EA-8F5B-13D8007B23C5}" dt="2024-05-08T03:44:44.862" v="3017" actId="478"/>
          <ac:spMkLst>
            <pc:docMk/>
            <pc:sldMk cId="1768951320" sldId="438"/>
            <ac:spMk id="362502" creationId="{00000000-0000-0000-0000-000000000000}"/>
          </ac:spMkLst>
        </pc:spChg>
      </pc:sldChg>
      <pc:sldChg chg="del">
        <pc:chgData name="Mengmeng Ge" userId="bb5bc401-97cb-4caf-9857-8ff441375414" providerId="ADAL" clId="{918CD3B9-57C8-44EA-8F5B-13D8007B23C5}" dt="2024-05-07T23:41:24.316" v="1431" actId="47"/>
        <pc:sldMkLst>
          <pc:docMk/>
          <pc:sldMk cId="330615190" sldId="439"/>
        </pc:sldMkLst>
      </pc:sldChg>
      <pc:sldChg chg="del">
        <pc:chgData name="Mengmeng Ge" userId="bb5bc401-97cb-4caf-9857-8ff441375414" providerId="ADAL" clId="{918CD3B9-57C8-44EA-8F5B-13D8007B23C5}" dt="2024-05-08T04:13:32.347" v="3070" actId="47"/>
        <pc:sldMkLst>
          <pc:docMk/>
          <pc:sldMk cId="336003631" sldId="441"/>
        </pc:sldMkLst>
      </pc:sldChg>
      <pc:sldChg chg="del">
        <pc:chgData name="Mengmeng Ge" userId="bb5bc401-97cb-4caf-9857-8ff441375414" providerId="ADAL" clId="{918CD3B9-57C8-44EA-8F5B-13D8007B23C5}" dt="2024-05-07T22:22:07.937" v="1264" actId="47"/>
        <pc:sldMkLst>
          <pc:docMk/>
          <pc:sldMk cId="3502616397" sldId="451"/>
        </pc:sldMkLst>
      </pc:sldChg>
      <pc:sldChg chg="modSp mod">
        <pc:chgData name="Mengmeng Ge" userId="bb5bc401-97cb-4caf-9857-8ff441375414" providerId="ADAL" clId="{918CD3B9-57C8-44EA-8F5B-13D8007B23C5}" dt="2024-05-09T03:38:41.963" v="5290" actId="20577"/>
        <pc:sldMkLst>
          <pc:docMk/>
          <pc:sldMk cId="2852110861" sldId="457"/>
        </pc:sldMkLst>
        <pc:spChg chg="mod">
          <ac:chgData name="Mengmeng Ge" userId="bb5bc401-97cb-4caf-9857-8ff441375414" providerId="ADAL" clId="{918CD3B9-57C8-44EA-8F5B-13D8007B23C5}" dt="2024-05-09T03:38:41.963" v="5290" actId="20577"/>
          <ac:spMkLst>
            <pc:docMk/>
            <pc:sldMk cId="2852110861" sldId="457"/>
            <ac:spMk id="3" creationId="{00000000-0000-0000-0000-000000000000}"/>
          </ac:spMkLst>
        </pc:spChg>
      </pc:sldChg>
      <pc:sldChg chg="addSp delSp modSp mod ord modClrScheme chgLayout modNotesTx">
        <pc:chgData name="Mengmeng Ge" userId="bb5bc401-97cb-4caf-9857-8ff441375414" providerId="ADAL" clId="{918CD3B9-57C8-44EA-8F5B-13D8007B23C5}" dt="2024-05-08T04:16:53.717" v="3100" actId="948"/>
        <pc:sldMkLst>
          <pc:docMk/>
          <pc:sldMk cId="1457094878" sldId="462"/>
        </pc:sldMkLst>
        <pc:spChg chg="mod ord">
          <ac:chgData name="Mengmeng Ge" userId="bb5bc401-97cb-4caf-9857-8ff441375414" providerId="ADAL" clId="{918CD3B9-57C8-44EA-8F5B-13D8007B23C5}" dt="2024-05-08T04:00:06.033" v="3055" actId="700"/>
          <ac:spMkLst>
            <pc:docMk/>
            <pc:sldMk cId="1457094878" sldId="462"/>
            <ac:spMk id="2" creationId="{00000000-0000-0000-0000-000000000000}"/>
          </ac:spMkLst>
        </pc:spChg>
        <pc:spChg chg="mod ord">
          <ac:chgData name="Mengmeng Ge" userId="bb5bc401-97cb-4caf-9857-8ff441375414" providerId="ADAL" clId="{918CD3B9-57C8-44EA-8F5B-13D8007B23C5}" dt="2024-05-08T04:00:06.033" v="3055" actId="700"/>
          <ac:spMkLst>
            <pc:docMk/>
            <pc:sldMk cId="1457094878" sldId="462"/>
            <ac:spMk id="3" creationId="{00000000-0000-0000-0000-000000000000}"/>
          </ac:spMkLst>
        </pc:spChg>
        <pc:spChg chg="add mod ord">
          <ac:chgData name="Mengmeng Ge" userId="bb5bc401-97cb-4caf-9857-8ff441375414" providerId="ADAL" clId="{918CD3B9-57C8-44EA-8F5B-13D8007B23C5}" dt="2024-05-08T04:16:53.717" v="3100" actId="948"/>
          <ac:spMkLst>
            <pc:docMk/>
            <pc:sldMk cId="1457094878" sldId="462"/>
            <ac:spMk id="4" creationId="{39B6B155-16C3-65CA-7198-15A2578B201A}"/>
          </ac:spMkLst>
        </pc:spChg>
        <pc:spChg chg="del mod">
          <ac:chgData name="Mengmeng Ge" userId="bb5bc401-97cb-4caf-9857-8ff441375414" providerId="ADAL" clId="{918CD3B9-57C8-44EA-8F5B-13D8007B23C5}" dt="2024-05-08T04:00:10.214" v="3057" actId="478"/>
          <ac:spMkLst>
            <pc:docMk/>
            <pc:sldMk cId="1457094878" sldId="462"/>
            <ac:spMk id="5" creationId="{00000000-0000-0000-0000-000000000000}"/>
          </ac:spMkLst>
        </pc:spChg>
      </pc:sldChg>
      <pc:sldChg chg="modSp mod ord modClrScheme chgLayout modNotesTx">
        <pc:chgData name="Mengmeng Ge" userId="bb5bc401-97cb-4caf-9857-8ff441375414" providerId="ADAL" clId="{918CD3B9-57C8-44EA-8F5B-13D8007B23C5}" dt="2024-05-08T03:34:44.313" v="2873" actId="14100"/>
        <pc:sldMkLst>
          <pc:docMk/>
          <pc:sldMk cId="1395937331" sldId="463"/>
        </pc:sldMkLst>
        <pc:spChg chg="mod ord">
          <ac:chgData name="Mengmeng Ge" userId="bb5bc401-97cb-4caf-9857-8ff441375414" providerId="ADAL" clId="{918CD3B9-57C8-44EA-8F5B-13D8007B23C5}" dt="2024-05-08T03:21:06.288" v="2770" actId="700"/>
          <ac:spMkLst>
            <pc:docMk/>
            <pc:sldMk cId="1395937331" sldId="463"/>
            <ac:spMk id="6" creationId="{00000000-0000-0000-0000-000000000000}"/>
          </ac:spMkLst>
        </pc:spChg>
        <pc:spChg chg="mod ord">
          <ac:chgData name="Mengmeng Ge" userId="bb5bc401-97cb-4caf-9857-8ff441375414" providerId="ADAL" clId="{918CD3B9-57C8-44EA-8F5B-13D8007B23C5}" dt="2024-05-08T03:34:44.313" v="2873" actId="14100"/>
          <ac:spMkLst>
            <pc:docMk/>
            <pc:sldMk cId="1395937331" sldId="463"/>
            <ac:spMk id="359426" creationId="{00000000-0000-0000-0000-000000000000}"/>
          </ac:spMkLst>
        </pc:spChg>
        <pc:spChg chg="mod ord">
          <ac:chgData name="Mengmeng Ge" userId="bb5bc401-97cb-4caf-9857-8ff441375414" providerId="ADAL" clId="{918CD3B9-57C8-44EA-8F5B-13D8007B23C5}" dt="2024-05-08T03:34:15.632" v="2858" actId="113"/>
          <ac:spMkLst>
            <pc:docMk/>
            <pc:sldMk cId="1395937331" sldId="463"/>
            <ac:spMk id="359428" creationId="{00000000-0000-0000-0000-000000000000}"/>
          </ac:spMkLst>
        </pc:spChg>
      </pc:sldChg>
      <pc:sldChg chg="del">
        <pc:chgData name="Mengmeng Ge" userId="bb5bc401-97cb-4caf-9857-8ff441375414" providerId="ADAL" clId="{918CD3B9-57C8-44EA-8F5B-13D8007B23C5}" dt="2024-05-08T02:12:16.660" v="2479" actId="47"/>
        <pc:sldMkLst>
          <pc:docMk/>
          <pc:sldMk cId="167059822" sldId="470"/>
        </pc:sldMkLst>
      </pc:sldChg>
      <pc:sldChg chg="modSp mod modNotesTx">
        <pc:chgData name="Mengmeng Ge" userId="bb5bc401-97cb-4caf-9857-8ff441375414" providerId="ADAL" clId="{918CD3B9-57C8-44EA-8F5B-13D8007B23C5}" dt="2024-05-08T03:07:01.669" v="2630" actId="255"/>
        <pc:sldMkLst>
          <pc:docMk/>
          <pc:sldMk cId="33890517" sldId="471"/>
        </pc:sldMkLst>
        <pc:spChg chg="mod">
          <ac:chgData name="Mengmeng Ge" userId="bb5bc401-97cb-4caf-9857-8ff441375414" providerId="ADAL" clId="{918CD3B9-57C8-44EA-8F5B-13D8007B23C5}" dt="2024-05-08T03:07:01.669" v="2630" actId="255"/>
          <ac:spMkLst>
            <pc:docMk/>
            <pc:sldMk cId="33890517" sldId="471"/>
            <ac:spMk id="2" creationId="{00000000-0000-0000-0000-000000000000}"/>
          </ac:spMkLst>
        </pc:spChg>
        <pc:spChg chg="mod">
          <ac:chgData name="Mengmeng Ge" userId="bb5bc401-97cb-4caf-9857-8ff441375414" providerId="ADAL" clId="{918CD3B9-57C8-44EA-8F5B-13D8007B23C5}" dt="2024-05-08T00:42:00.459" v="1702" actId="1037"/>
          <ac:spMkLst>
            <pc:docMk/>
            <pc:sldMk cId="33890517" sldId="471"/>
            <ac:spMk id="4" creationId="{00000000-0000-0000-0000-000000000000}"/>
          </ac:spMkLst>
        </pc:spChg>
        <pc:spChg chg="mod">
          <ac:chgData name="Mengmeng Ge" userId="bb5bc401-97cb-4caf-9857-8ff441375414" providerId="ADAL" clId="{918CD3B9-57C8-44EA-8F5B-13D8007B23C5}" dt="2024-05-08T00:42:00.459" v="1702" actId="1037"/>
          <ac:spMkLst>
            <pc:docMk/>
            <pc:sldMk cId="33890517" sldId="471"/>
            <ac:spMk id="5" creationId="{00000000-0000-0000-0000-000000000000}"/>
          </ac:spMkLst>
        </pc:spChg>
        <pc:spChg chg="mod">
          <ac:chgData name="Mengmeng Ge" userId="bb5bc401-97cb-4caf-9857-8ff441375414" providerId="ADAL" clId="{918CD3B9-57C8-44EA-8F5B-13D8007B23C5}" dt="2024-05-08T00:42:00.459" v="1702" actId="1037"/>
          <ac:spMkLst>
            <pc:docMk/>
            <pc:sldMk cId="33890517" sldId="471"/>
            <ac:spMk id="6" creationId="{00000000-0000-0000-0000-000000000000}"/>
          </ac:spMkLst>
        </pc:spChg>
        <pc:spChg chg="mod">
          <ac:chgData name="Mengmeng Ge" userId="bb5bc401-97cb-4caf-9857-8ff441375414" providerId="ADAL" clId="{918CD3B9-57C8-44EA-8F5B-13D8007B23C5}" dt="2024-05-08T00:42:00.459" v="1702" actId="1037"/>
          <ac:spMkLst>
            <pc:docMk/>
            <pc:sldMk cId="33890517" sldId="471"/>
            <ac:spMk id="7" creationId="{00000000-0000-0000-0000-000000000000}"/>
          </ac:spMkLst>
        </pc:spChg>
        <pc:spChg chg="mod">
          <ac:chgData name="Mengmeng Ge" userId="bb5bc401-97cb-4caf-9857-8ff441375414" providerId="ADAL" clId="{918CD3B9-57C8-44EA-8F5B-13D8007B23C5}" dt="2024-05-08T00:42:00.459" v="1702" actId="1037"/>
          <ac:spMkLst>
            <pc:docMk/>
            <pc:sldMk cId="33890517" sldId="471"/>
            <ac:spMk id="8" creationId="{00000000-0000-0000-0000-000000000000}"/>
          </ac:spMkLst>
        </pc:spChg>
        <pc:spChg chg="mod">
          <ac:chgData name="Mengmeng Ge" userId="bb5bc401-97cb-4caf-9857-8ff441375414" providerId="ADAL" clId="{918CD3B9-57C8-44EA-8F5B-13D8007B23C5}" dt="2024-05-08T00:42:00.459" v="1702" actId="1037"/>
          <ac:spMkLst>
            <pc:docMk/>
            <pc:sldMk cId="33890517" sldId="471"/>
            <ac:spMk id="9" creationId="{00000000-0000-0000-0000-000000000000}"/>
          </ac:spMkLst>
        </pc:spChg>
        <pc:spChg chg="mod">
          <ac:chgData name="Mengmeng Ge" userId="bb5bc401-97cb-4caf-9857-8ff441375414" providerId="ADAL" clId="{918CD3B9-57C8-44EA-8F5B-13D8007B23C5}" dt="2024-05-08T00:42:00.459" v="1702" actId="1037"/>
          <ac:spMkLst>
            <pc:docMk/>
            <pc:sldMk cId="33890517" sldId="471"/>
            <ac:spMk id="28" creationId="{00000000-0000-0000-0000-000000000000}"/>
          </ac:spMkLst>
        </pc:spChg>
        <pc:spChg chg="mod">
          <ac:chgData name="Mengmeng Ge" userId="bb5bc401-97cb-4caf-9857-8ff441375414" providerId="ADAL" clId="{918CD3B9-57C8-44EA-8F5B-13D8007B23C5}" dt="2024-05-08T00:42:00.459" v="1702" actId="1037"/>
          <ac:spMkLst>
            <pc:docMk/>
            <pc:sldMk cId="33890517" sldId="471"/>
            <ac:spMk id="29" creationId="{00000000-0000-0000-0000-000000000000}"/>
          </ac:spMkLst>
        </pc:spChg>
        <pc:spChg chg="mod">
          <ac:chgData name="Mengmeng Ge" userId="bb5bc401-97cb-4caf-9857-8ff441375414" providerId="ADAL" clId="{918CD3B9-57C8-44EA-8F5B-13D8007B23C5}" dt="2024-05-08T00:42:00.459" v="1702" actId="1037"/>
          <ac:spMkLst>
            <pc:docMk/>
            <pc:sldMk cId="33890517" sldId="471"/>
            <ac:spMk id="30" creationId="{00000000-0000-0000-0000-000000000000}"/>
          </ac:spMkLst>
        </pc:spChg>
        <pc:spChg chg="mod">
          <ac:chgData name="Mengmeng Ge" userId="bb5bc401-97cb-4caf-9857-8ff441375414" providerId="ADAL" clId="{918CD3B9-57C8-44EA-8F5B-13D8007B23C5}" dt="2024-05-08T00:41:17.690" v="1672" actId="14100"/>
          <ac:spMkLst>
            <pc:docMk/>
            <pc:sldMk cId="33890517" sldId="471"/>
            <ac:spMk id="35" creationId="{00000000-0000-0000-0000-000000000000}"/>
          </ac:spMkLst>
        </pc:spChg>
        <pc:grpChg chg="mod">
          <ac:chgData name="Mengmeng Ge" userId="bb5bc401-97cb-4caf-9857-8ff441375414" providerId="ADAL" clId="{918CD3B9-57C8-44EA-8F5B-13D8007B23C5}" dt="2024-05-08T00:42:00.459" v="1702" actId="1037"/>
          <ac:grpSpMkLst>
            <pc:docMk/>
            <pc:sldMk cId="33890517" sldId="471"/>
            <ac:grpSpMk id="32" creationId="{00000000-0000-0000-0000-000000000000}"/>
          </ac:grpSpMkLst>
        </pc:grpChg>
        <pc:grpChg chg="mod">
          <ac:chgData name="Mengmeng Ge" userId="bb5bc401-97cb-4caf-9857-8ff441375414" providerId="ADAL" clId="{918CD3B9-57C8-44EA-8F5B-13D8007B23C5}" dt="2024-05-08T00:42:00.459" v="1702" actId="1037"/>
          <ac:grpSpMkLst>
            <pc:docMk/>
            <pc:sldMk cId="33890517" sldId="471"/>
            <ac:grpSpMk id="33" creationId="{00000000-0000-0000-0000-000000000000}"/>
          </ac:grpSpMkLst>
        </pc:grpChg>
        <pc:cxnChg chg="mod">
          <ac:chgData name="Mengmeng Ge" userId="bb5bc401-97cb-4caf-9857-8ff441375414" providerId="ADAL" clId="{918CD3B9-57C8-44EA-8F5B-13D8007B23C5}" dt="2024-05-08T00:42:00.459" v="1702" actId="1037"/>
          <ac:cxnSpMkLst>
            <pc:docMk/>
            <pc:sldMk cId="33890517" sldId="471"/>
            <ac:cxnSpMk id="13" creationId="{00000000-0000-0000-0000-000000000000}"/>
          </ac:cxnSpMkLst>
        </pc:cxnChg>
        <pc:cxnChg chg="mod">
          <ac:chgData name="Mengmeng Ge" userId="bb5bc401-97cb-4caf-9857-8ff441375414" providerId="ADAL" clId="{918CD3B9-57C8-44EA-8F5B-13D8007B23C5}" dt="2024-05-08T00:42:00.459" v="1702" actId="1037"/>
          <ac:cxnSpMkLst>
            <pc:docMk/>
            <pc:sldMk cId="33890517" sldId="471"/>
            <ac:cxnSpMk id="14" creationId="{00000000-0000-0000-0000-000000000000}"/>
          </ac:cxnSpMkLst>
        </pc:cxnChg>
        <pc:cxnChg chg="mod">
          <ac:chgData name="Mengmeng Ge" userId="bb5bc401-97cb-4caf-9857-8ff441375414" providerId="ADAL" clId="{918CD3B9-57C8-44EA-8F5B-13D8007B23C5}" dt="2024-05-08T00:42:00.459" v="1702" actId="1037"/>
          <ac:cxnSpMkLst>
            <pc:docMk/>
            <pc:sldMk cId="33890517" sldId="471"/>
            <ac:cxnSpMk id="15" creationId="{00000000-0000-0000-0000-000000000000}"/>
          </ac:cxnSpMkLst>
        </pc:cxnChg>
        <pc:cxnChg chg="mod">
          <ac:chgData name="Mengmeng Ge" userId="bb5bc401-97cb-4caf-9857-8ff441375414" providerId="ADAL" clId="{918CD3B9-57C8-44EA-8F5B-13D8007B23C5}" dt="2024-05-08T00:42:00.459" v="1702" actId="1037"/>
          <ac:cxnSpMkLst>
            <pc:docMk/>
            <pc:sldMk cId="33890517" sldId="471"/>
            <ac:cxnSpMk id="16" creationId="{00000000-0000-0000-0000-000000000000}"/>
          </ac:cxnSpMkLst>
        </pc:cxnChg>
        <pc:cxnChg chg="mod">
          <ac:chgData name="Mengmeng Ge" userId="bb5bc401-97cb-4caf-9857-8ff441375414" providerId="ADAL" clId="{918CD3B9-57C8-44EA-8F5B-13D8007B23C5}" dt="2024-05-08T00:42:00.459" v="1702" actId="1037"/>
          <ac:cxnSpMkLst>
            <pc:docMk/>
            <pc:sldMk cId="33890517" sldId="471"/>
            <ac:cxnSpMk id="17" creationId="{00000000-0000-0000-0000-000000000000}"/>
          </ac:cxnSpMkLst>
        </pc:cxnChg>
        <pc:cxnChg chg="mod">
          <ac:chgData name="Mengmeng Ge" userId="bb5bc401-97cb-4caf-9857-8ff441375414" providerId="ADAL" clId="{918CD3B9-57C8-44EA-8F5B-13D8007B23C5}" dt="2024-05-08T00:42:00.459" v="1702" actId="1037"/>
          <ac:cxnSpMkLst>
            <pc:docMk/>
            <pc:sldMk cId="33890517" sldId="471"/>
            <ac:cxnSpMk id="19" creationId="{00000000-0000-0000-0000-000000000000}"/>
          </ac:cxnSpMkLst>
        </pc:cxnChg>
      </pc:sldChg>
      <pc:sldChg chg="del">
        <pc:chgData name="Mengmeng Ge" userId="bb5bc401-97cb-4caf-9857-8ff441375414" providerId="ADAL" clId="{918CD3B9-57C8-44EA-8F5B-13D8007B23C5}" dt="2024-05-08T00:29:25.429" v="1602" actId="47"/>
        <pc:sldMkLst>
          <pc:docMk/>
          <pc:sldMk cId="72758883" sldId="473"/>
        </pc:sldMkLst>
      </pc:sldChg>
      <pc:sldChg chg="add del">
        <pc:chgData name="Mengmeng Ge" userId="bb5bc401-97cb-4caf-9857-8ff441375414" providerId="ADAL" clId="{918CD3B9-57C8-44EA-8F5B-13D8007B23C5}" dt="2024-05-08T02:33:32.959" v="2542" actId="47"/>
        <pc:sldMkLst>
          <pc:docMk/>
          <pc:sldMk cId="2653228177" sldId="474"/>
        </pc:sldMkLst>
      </pc:sldChg>
      <pc:sldChg chg="add del">
        <pc:chgData name="Mengmeng Ge" userId="bb5bc401-97cb-4caf-9857-8ff441375414" providerId="ADAL" clId="{918CD3B9-57C8-44EA-8F5B-13D8007B23C5}" dt="2024-05-08T02:33:31.390" v="2541" actId="47"/>
        <pc:sldMkLst>
          <pc:docMk/>
          <pc:sldMk cId="300676496" sldId="475"/>
        </pc:sldMkLst>
      </pc:sldChg>
      <pc:sldChg chg="addSp delSp modSp mod ord modNotesTx">
        <pc:chgData name="Mengmeng Ge" userId="bb5bc401-97cb-4caf-9857-8ff441375414" providerId="ADAL" clId="{918CD3B9-57C8-44EA-8F5B-13D8007B23C5}" dt="2024-05-09T01:04:36.759" v="4228" actId="20577"/>
        <pc:sldMkLst>
          <pc:docMk/>
          <pc:sldMk cId="1687700516" sldId="477"/>
        </pc:sldMkLst>
        <pc:spChg chg="mod">
          <ac:chgData name="Mengmeng Ge" userId="bb5bc401-97cb-4caf-9857-8ff441375414" providerId="ADAL" clId="{918CD3B9-57C8-44EA-8F5B-13D8007B23C5}" dt="2024-05-08T22:38:12.852" v="3617" actId="20577"/>
          <ac:spMkLst>
            <pc:docMk/>
            <pc:sldMk cId="1687700516" sldId="477"/>
            <ac:spMk id="2" creationId="{00000000-0000-0000-0000-000000000000}"/>
          </ac:spMkLst>
        </pc:spChg>
        <pc:spChg chg="add mod">
          <ac:chgData name="Mengmeng Ge" userId="bb5bc401-97cb-4caf-9857-8ff441375414" providerId="ADAL" clId="{918CD3B9-57C8-44EA-8F5B-13D8007B23C5}" dt="2024-05-08T22:29:42.415" v="3335" actId="1582"/>
          <ac:spMkLst>
            <pc:docMk/>
            <pc:sldMk cId="1687700516" sldId="477"/>
            <ac:spMk id="4" creationId="{6A91D5B9-A300-4DC0-5BFF-F60C81486F2E}"/>
          </ac:spMkLst>
        </pc:spChg>
        <pc:spChg chg="mod">
          <ac:chgData name="Mengmeng Ge" userId="bb5bc401-97cb-4caf-9857-8ff441375414" providerId="ADAL" clId="{918CD3B9-57C8-44EA-8F5B-13D8007B23C5}" dt="2024-05-08T22:45:27.909" v="3708" actId="14100"/>
          <ac:spMkLst>
            <pc:docMk/>
            <pc:sldMk cId="1687700516" sldId="477"/>
            <ac:spMk id="5" creationId="{00000000-0000-0000-0000-000000000000}"/>
          </ac:spMkLst>
        </pc:spChg>
        <pc:spChg chg="add mod">
          <ac:chgData name="Mengmeng Ge" userId="bb5bc401-97cb-4caf-9857-8ff441375414" providerId="ADAL" clId="{918CD3B9-57C8-44EA-8F5B-13D8007B23C5}" dt="2024-05-08T22:59:38.961" v="3933" actId="14100"/>
          <ac:spMkLst>
            <pc:docMk/>
            <pc:sldMk cId="1687700516" sldId="477"/>
            <ac:spMk id="6" creationId="{D0A20E0C-0662-0F9F-3CCC-98B153AD561D}"/>
          </ac:spMkLst>
        </pc:spChg>
        <pc:spChg chg="mod">
          <ac:chgData name="Mengmeng Ge" userId="bb5bc401-97cb-4caf-9857-8ff441375414" providerId="ADAL" clId="{918CD3B9-57C8-44EA-8F5B-13D8007B23C5}" dt="2024-05-08T22:32:30.264" v="3448" actId="1036"/>
          <ac:spMkLst>
            <pc:docMk/>
            <pc:sldMk cId="1687700516" sldId="477"/>
            <ac:spMk id="7" creationId="{00000000-0000-0000-0000-000000000000}"/>
          </ac:spMkLst>
        </pc:spChg>
        <pc:spChg chg="mod">
          <ac:chgData name="Mengmeng Ge" userId="bb5bc401-97cb-4caf-9857-8ff441375414" providerId="ADAL" clId="{918CD3B9-57C8-44EA-8F5B-13D8007B23C5}" dt="2024-05-08T22:30:12.006" v="3369" actId="1076"/>
          <ac:spMkLst>
            <pc:docMk/>
            <pc:sldMk cId="1687700516" sldId="477"/>
            <ac:spMk id="9" creationId="{00000000-0000-0000-0000-000000000000}"/>
          </ac:spMkLst>
        </pc:spChg>
        <pc:spChg chg="mod">
          <ac:chgData name="Mengmeng Ge" userId="bb5bc401-97cb-4caf-9857-8ff441375414" providerId="ADAL" clId="{918CD3B9-57C8-44EA-8F5B-13D8007B23C5}" dt="2024-05-08T22:33:36.894" v="3495" actId="1036"/>
          <ac:spMkLst>
            <pc:docMk/>
            <pc:sldMk cId="1687700516" sldId="477"/>
            <ac:spMk id="10" creationId="{00000000-0000-0000-0000-000000000000}"/>
          </ac:spMkLst>
        </pc:spChg>
        <pc:spChg chg="mod">
          <ac:chgData name="Mengmeng Ge" userId="bb5bc401-97cb-4caf-9857-8ff441375414" providerId="ADAL" clId="{918CD3B9-57C8-44EA-8F5B-13D8007B23C5}" dt="2024-05-08T22:45:03.407" v="3692" actId="1035"/>
          <ac:spMkLst>
            <pc:docMk/>
            <pc:sldMk cId="1687700516" sldId="477"/>
            <ac:spMk id="11" creationId="{00000000-0000-0000-0000-000000000000}"/>
          </ac:spMkLst>
        </pc:spChg>
        <pc:spChg chg="mod">
          <ac:chgData name="Mengmeng Ge" userId="bb5bc401-97cb-4caf-9857-8ff441375414" providerId="ADAL" clId="{918CD3B9-57C8-44EA-8F5B-13D8007B23C5}" dt="2024-05-08T22:27:22.754" v="3316" actId="1036"/>
          <ac:spMkLst>
            <pc:docMk/>
            <pc:sldMk cId="1687700516" sldId="477"/>
            <ac:spMk id="13" creationId="{00000000-0000-0000-0000-000000000000}"/>
          </ac:spMkLst>
        </pc:spChg>
        <pc:spChg chg="mod">
          <ac:chgData name="Mengmeng Ge" userId="bb5bc401-97cb-4caf-9857-8ff441375414" providerId="ADAL" clId="{918CD3B9-57C8-44EA-8F5B-13D8007B23C5}" dt="2024-05-09T00:28:16.117" v="4064"/>
          <ac:spMkLst>
            <pc:docMk/>
            <pc:sldMk cId="1687700516" sldId="477"/>
            <ac:spMk id="13" creationId="{B37152AB-8BDE-25D6-C966-F3009A43B463}"/>
          </ac:spMkLst>
        </pc:spChg>
        <pc:spChg chg="mod">
          <ac:chgData name="Mengmeng Ge" userId="bb5bc401-97cb-4caf-9857-8ff441375414" providerId="ADAL" clId="{918CD3B9-57C8-44EA-8F5B-13D8007B23C5}" dt="2024-05-08T22:27:22.754" v="3316" actId="1036"/>
          <ac:spMkLst>
            <pc:docMk/>
            <pc:sldMk cId="1687700516" sldId="477"/>
            <ac:spMk id="14" creationId="{00000000-0000-0000-0000-000000000000}"/>
          </ac:spMkLst>
        </pc:spChg>
        <pc:spChg chg="mod">
          <ac:chgData name="Mengmeng Ge" userId="bb5bc401-97cb-4caf-9857-8ff441375414" providerId="ADAL" clId="{918CD3B9-57C8-44EA-8F5B-13D8007B23C5}" dt="2024-05-09T00:28:16.117" v="4064"/>
          <ac:spMkLst>
            <pc:docMk/>
            <pc:sldMk cId="1687700516" sldId="477"/>
            <ac:spMk id="14" creationId="{AEA4008D-65ED-8E2D-123B-1D2A3774AE69}"/>
          </ac:spMkLst>
        </pc:spChg>
        <pc:spChg chg="mod">
          <ac:chgData name="Mengmeng Ge" userId="bb5bc401-97cb-4caf-9857-8ff441375414" providerId="ADAL" clId="{918CD3B9-57C8-44EA-8F5B-13D8007B23C5}" dt="2024-05-08T22:27:36.336" v="3319" actId="1076"/>
          <ac:spMkLst>
            <pc:docMk/>
            <pc:sldMk cId="1687700516" sldId="477"/>
            <ac:spMk id="16" creationId="{00000000-0000-0000-0000-000000000000}"/>
          </ac:spMkLst>
        </pc:spChg>
        <pc:spChg chg="add mod">
          <ac:chgData name="Mengmeng Ge" userId="bb5bc401-97cb-4caf-9857-8ff441375414" providerId="ADAL" clId="{918CD3B9-57C8-44EA-8F5B-13D8007B23C5}" dt="2024-05-08T22:59:38.961" v="3933" actId="14100"/>
          <ac:spMkLst>
            <pc:docMk/>
            <pc:sldMk cId="1687700516" sldId="477"/>
            <ac:spMk id="17" creationId="{48653467-9B75-CE95-5D87-4180B2CB526D}"/>
          </ac:spMkLst>
        </pc:spChg>
        <pc:spChg chg="add mod">
          <ac:chgData name="Mengmeng Ge" userId="bb5bc401-97cb-4caf-9857-8ff441375414" providerId="ADAL" clId="{918CD3B9-57C8-44EA-8F5B-13D8007B23C5}" dt="2024-05-08T22:59:38.961" v="3933" actId="14100"/>
          <ac:spMkLst>
            <pc:docMk/>
            <pc:sldMk cId="1687700516" sldId="477"/>
            <ac:spMk id="18" creationId="{4148FBA5-1B48-A27F-27E7-69C64BA52D80}"/>
          </ac:spMkLst>
        </pc:spChg>
        <pc:spChg chg="mod">
          <ac:chgData name="Mengmeng Ge" userId="bb5bc401-97cb-4caf-9857-8ff441375414" providerId="ADAL" clId="{918CD3B9-57C8-44EA-8F5B-13D8007B23C5}" dt="2024-05-08T22:29:34.748" v="3334" actId="1582"/>
          <ac:spMkLst>
            <pc:docMk/>
            <pc:sldMk cId="1687700516" sldId="477"/>
            <ac:spMk id="19" creationId="{00000000-0000-0000-0000-000000000000}"/>
          </ac:spMkLst>
        </pc:spChg>
        <pc:spChg chg="del mod">
          <ac:chgData name="Mengmeng Ge" userId="bb5bc401-97cb-4caf-9857-8ff441375414" providerId="ADAL" clId="{918CD3B9-57C8-44EA-8F5B-13D8007B23C5}" dt="2024-05-08T22:28:16.861" v="3326" actId="478"/>
          <ac:spMkLst>
            <pc:docMk/>
            <pc:sldMk cId="1687700516" sldId="477"/>
            <ac:spMk id="20" creationId="{00000000-0000-0000-0000-000000000000}"/>
          </ac:spMkLst>
        </pc:spChg>
        <pc:spChg chg="mod">
          <ac:chgData name="Mengmeng Ge" userId="bb5bc401-97cb-4caf-9857-8ff441375414" providerId="ADAL" clId="{918CD3B9-57C8-44EA-8F5B-13D8007B23C5}" dt="2024-05-09T00:28:16.117" v="4064"/>
          <ac:spMkLst>
            <pc:docMk/>
            <pc:sldMk cId="1687700516" sldId="477"/>
            <ac:spMk id="20" creationId="{FB5E4806-D652-D27D-E9B7-EA9974B7FA9D}"/>
          </ac:spMkLst>
        </pc:spChg>
        <pc:spChg chg="add mod">
          <ac:chgData name="Mengmeng Ge" userId="bb5bc401-97cb-4caf-9857-8ff441375414" providerId="ADAL" clId="{918CD3B9-57C8-44EA-8F5B-13D8007B23C5}" dt="2024-05-09T00:28:36.498" v="4080" actId="20577"/>
          <ac:spMkLst>
            <pc:docMk/>
            <pc:sldMk cId="1687700516" sldId="477"/>
            <ac:spMk id="21" creationId="{200960F5-A5B6-C8AB-1222-75C6C862F619}"/>
          </ac:spMkLst>
        </pc:spChg>
        <pc:spChg chg="mod">
          <ac:chgData name="Mengmeng Ge" userId="bb5bc401-97cb-4caf-9857-8ff441375414" providerId="ADAL" clId="{918CD3B9-57C8-44EA-8F5B-13D8007B23C5}" dt="2024-05-08T22:33:33.814" v="3494" actId="1036"/>
          <ac:spMkLst>
            <pc:docMk/>
            <pc:sldMk cId="1687700516" sldId="477"/>
            <ac:spMk id="22" creationId="{00000000-0000-0000-0000-000000000000}"/>
          </ac:spMkLst>
        </pc:spChg>
        <pc:spChg chg="mod">
          <ac:chgData name="Mengmeng Ge" userId="bb5bc401-97cb-4caf-9857-8ff441375414" providerId="ADAL" clId="{918CD3B9-57C8-44EA-8F5B-13D8007B23C5}" dt="2024-05-08T22:33:26.611" v="3487" actId="688"/>
          <ac:spMkLst>
            <pc:docMk/>
            <pc:sldMk cId="1687700516" sldId="477"/>
            <ac:spMk id="23" creationId="{00000000-0000-0000-0000-000000000000}"/>
          </ac:spMkLst>
        </pc:spChg>
        <pc:spChg chg="mod">
          <ac:chgData name="Mengmeng Ge" userId="bb5bc401-97cb-4caf-9857-8ff441375414" providerId="ADAL" clId="{918CD3B9-57C8-44EA-8F5B-13D8007B23C5}" dt="2024-05-09T00:28:16.117" v="4064"/>
          <ac:spMkLst>
            <pc:docMk/>
            <pc:sldMk cId="1687700516" sldId="477"/>
            <ac:spMk id="25" creationId="{B088868F-CF71-873B-C98D-D50DA828C82C}"/>
          </ac:spMkLst>
        </pc:spChg>
        <pc:spChg chg="add del mod">
          <ac:chgData name="Mengmeng Ge" userId="bb5bc401-97cb-4caf-9857-8ff441375414" providerId="ADAL" clId="{918CD3B9-57C8-44EA-8F5B-13D8007B23C5}" dt="2024-05-08T22:39:35.223" v="3629" actId="478"/>
          <ac:spMkLst>
            <pc:docMk/>
            <pc:sldMk cId="1687700516" sldId="477"/>
            <ac:spMk id="26" creationId="{F9D02D80-C037-DBAA-865F-B280792115F0}"/>
          </ac:spMkLst>
        </pc:spChg>
        <pc:spChg chg="add mod">
          <ac:chgData name="Mengmeng Ge" userId="bb5bc401-97cb-4caf-9857-8ff441375414" providerId="ADAL" clId="{918CD3B9-57C8-44EA-8F5B-13D8007B23C5}" dt="2024-05-08T22:59:44.964" v="3935" actId="14100"/>
          <ac:spMkLst>
            <pc:docMk/>
            <pc:sldMk cId="1687700516" sldId="477"/>
            <ac:spMk id="27" creationId="{1ED0BDF6-17A0-715B-2B31-F7E5153E0971}"/>
          </ac:spMkLst>
        </pc:spChg>
        <pc:spChg chg="add mod">
          <ac:chgData name="Mengmeng Ge" userId="bb5bc401-97cb-4caf-9857-8ff441375414" providerId="ADAL" clId="{918CD3B9-57C8-44EA-8F5B-13D8007B23C5}" dt="2024-05-08T22:47:07.465" v="3751" actId="1037"/>
          <ac:spMkLst>
            <pc:docMk/>
            <pc:sldMk cId="1687700516" sldId="477"/>
            <ac:spMk id="28" creationId="{D2E39522-E83D-2FDC-F346-89E31D25DE29}"/>
          </ac:spMkLst>
        </pc:spChg>
        <pc:spChg chg="add mod">
          <ac:chgData name="Mengmeng Ge" userId="bb5bc401-97cb-4caf-9857-8ff441375414" providerId="ADAL" clId="{918CD3B9-57C8-44EA-8F5B-13D8007B23C5}" dt="2024-05-08T22:44:27.889" v="3671" actId="1036"/>
          <ac:spMkLst>
            <pc:docMk/>
            <pc:sldMk cId="1687700516" sldId="477"/>
            <ac:spMk id="29" creationId="{AC03C26E-FCFD-6AB6-563B-5C6CD9D4AAA8}"/>
          </ac:spMkLst>
        </pc:spChg>
        <pc:spChg chg="mod">
          <ac:chgData name="Mengmeng Ge" userId="bb5bc401-97cb-4caf-9857-8ff441375414" providerId="ADAL" clId="{918CD3B9-57C8-44EA-8F5B-13D8007B23C5}" dt="2024-05-09T00:28:20.531" v="4065"/>
          <ac:spMkLst>
            <pc:docMk/>
            <pc:sldMk cId="1687700516" sldId="477"/>
            <ac:spMk id="30" creationId="{04608DC5-94B0-9475-389E-D77D78D13413}"/>
          </ac:spMkLst>
        </pc:spChg>
        <pc:spChg chg="mod">
          <ac:chgData name="Mengmeng Ge" userId="bb5bc401-97cb-4caf-9857-8ff441375414" providerId="ADAL" clId="{918CD3B9-57C8-44EA-8F5B-13D8007B23C5}" dt="2024-05-09T00:28:20.531" v="4065"/>
          <ac:spMkLst>
            <pc:docMk/>
            <pc:sldMk cId="1687700516" sldId="477"/>
            <ac:spMk id="31" creationId="{02AAA547-77F5-04B2-C026-F9DB51DD1E57}"/>
          </ac:spMkLst>
        </pc:spChg>
        <pc:spChg chg="mod">
          <ac:chgData name="Mengmeng Ge" userId="bb5bc401-97cb-4caf-9857-8ff441375414" providerId="ADAL" clId="{918CD3B9-57C8-44EA-8F5B-13D8007B23C5}" dt="2024-05-09T00:28:20.531" v="4065"/>
          <ac:spMkLst>
            <pc:docMk/>
            <pc:sldMk cId="1687700516" sldId="477"/>
            <ac:spMk id="32" creationId="{116D36CB-E183-69CD-577C-C6C1108E8709}"/>
          </ac:spMkLst>
        </pc:spChg>
        <pc:spChg chg="del mod">
          <ac:chgData name="Mengmeng Ge" userId="bb5bc401-97cb-4caf-9857-8ff441375414" providerId="ADAL" clId="{918CD3B9-57C8-44EA-8F5B-13D8007B23C5}" dt="2024-05-08T22:29:04.384" v="3330" actId="478"/>
          <ac:spMkLst>
            <pc:docMk/>
            <pc:sldMk cId="1687700516" sldId="477"/>
            <ac:spMk id="33" creationId="{00000000-0000-0000-0000-000000000000}"/>
          </ac:spMkLst>
        </pc:spChg>
        <pc:spChg chg="mod">
          <ac:chgData name="Mengmeng Ge" userId="bb5bc401-97cb-4caf-9857-8ff441375414" providerId="ADAL" clId="{918CD3B9-57C8-44EA-8F5B-13D8007B23C5}" dt="2024-05-09T00:28:20.531" v="4065"/>
          <ac:spMkLst>
            <pc:docMk/>
            <pc:sldMk cId="1687700516" sldId="477"/>
            <ac:spMk id="33" creationId="{459D826F-93C6-2D84-4EE1-D0F1B391C564}"/>
          </ac:spMkLst>
        </pc:spChg>
        <pc:spChg chg="del mod">
          <ac:chgData name="Mengmeng Ge" userId="bb5bc401-97cb-4caf-9857-8ff441375414" providerId="ADAL" clId="{918CD3B9-57C8-44EA-8F5B-13D8007B23C5}" dt="2024-05-08T22:29:04.384" v="3330" actId="478"/>
          <ac:spMkLst>
            <pc:docMk/>
            <pc:sldMk cId="1687700516" sldId="477"/>
            <ac:spMk id="34" creationId="{00000000-0000-0000-0000-000000000000}"/>
          </ac:spMkLst>
        </pc:spChg>
        <pc:spChg chg="del mod">
          <ac:chgData name="Mengmeng Ge" userId="bb5bc401-97cb-4caf-9857-8ff441375414" providerId="ADAL" clId="{918CD3B9-57C8-44EA-8F5B-13D8007B23C5}" dt="2024-05-08T22:29:04.384" v="3330" actId="478"/>
          <ac:spMkLst>
            <pc:docMk/>
            <pc:sldMk cId="1687700516" sldId="477"/>
            <ac:spMk id="35" creationId="{00000000-0000-0000-0000-000000000000}"/>
          </ac:spMkLst>
        </pc:spChg>
        <pc:spChg chg="del mod">
          <ac:chgData name="Mengmeng Ge" userId="bb5bc401-97cb-4caf-9857-8ff441375414" providerId="ADAL" clId="{918CD3B9-57C8-44EA-8F5B-13D8007B23C5}" dt="2024-05-08T22:29:04.384" v="3330" actId="478"/>
          <ac:spMkLst>
            <pc:docMk/>
            <pc:sldMk cId="1687700516" sldId="477"/>
            <ac:spMk id="36" creationId="{00000000-0000-0000-0000-000000000000}"/>
          </ac:spMkLst>
        </pc:spChg>
        <pc:spChg chg="del mod">
          <ac:chgData name="Mengmeng Ge" userId="bb5bc401-97cb-4caf-9857-8ff441375414" providerId="ADAL" clId="{918CD3B9-57C8-44EA-8F5B-13D8007B23C5}" dt="2024-05-08T22:29:06.305" v="3331" actId="478"/>
          <ac:spMkLst>
            <pc:docMk/>
            <pc:sldMk cId="1687700516" sldId="477"/>
            <ac:spMk id="37" creationId="{00000000-0000-0000-0000-000000000000}"/>
          </ac:spMkLst>
        </pc:spChg>
        <pc:spChg chg="del mod">
          <ac:chgData name="Mengmeng Ge" userId="bb5bc401-97cb-4caf-9857-8ff441375414" providerId="ADAL" clId="{918CD3B9-57C8-44EA-8F5B-13D8007B23C5}" dt="2024-05-08T22:29:04.384" v="3330" actId="478"/>
          <ac:spMkLst>
            <pc:docMk/>
            <pc:sldMk cId="1687700516" sldId="477"/>
            <ac:spMk id="38" creationId="{00000000-0000-0000-0000-000000000000}"/>
          </ac:spMkLst>
        </pc:spChg>
        <pc:spChg chg="mod">
          <ac:chgData name="Mengmeng Ge" userId="bb5bc401-97cb-4caf-9857-8ff441375414" providerId="ADAL" clId="{918CD3B9-57C8-44EA-8F5B-13D8007B23C5}" dt="2024-05-08T22:46:52.287" v="3742" actId="1076"/>
          <ac:spMkLst>
            <pc:docMk/>
            <pc:sldMk cId="1687700516" sldId="477"/>
            <ac:spMk id="39" creationId="{00000000-0000-0000-0000-000000000000}"/>
          </ac:spMkLst>
        </pc:spChg>
        <pc:spChg chg="mod">
          <ac:chgData name="Mengmeng Ge" userId="bb5bc401-97cb-4caf-9857-8ff441375414" providerId="ADAL" clId="{918CD3B9-57C8-44EA-8F5B-13D8007B23C5}" dt="2024-05-08T22:46:30.182" v="3739"/>
          <ac:spMkLst>
            <pc:docMk/>
            <pc:sldMk cId="1687700516" sldId="477"/>
            <ac:spMk id="40" creationId="{00000000-0000-0000-0000-000000000000}"/>
          </ac:spMkLst>
        </pc:spChg>
        <pc:spChg chg="mod">
          <ac:chgData name="Mengmeng Ge" userId="bb5bc401-97cb-4caf-9857-8ff441375414" providerId="ADAL" clId="{918CD3B9-57C8-44EA-8F5B-13D8007B23C5}" dt="2024-05-08T22:33:20.637" v="3486" actId="1076"/>
          <ac:spMkLst>
            <pc:docMk/>
            <pc:sldMk cId="1687700516" sldId="477"/>
            <ac:spMk id="41" creationId="{00000000-0000-0000-0000-000000000000}"/>
          </ac:spMkLst>
        </pc:spChg>
        <pc:spChg chg="mod">
          <ac:chgData name="Mengmeng Ge" userId="bb5bc401-97cb-4caf-9857-8ff441375414" providerId="ADAL" clId="{918CD3B9-57C8-44EA-8F5B-13D8007B23C5}" dt="2024-05-08T22:32:30.264" v="3448" actId="1036"/>
          <ac:spMkLst>
            <pc:docMk/>
            <pc:sldMk cId="1687700516" sldId="477"/>
            <ac:spMk id="42" creationId="{00000000-0000-0000-0000-000000000000}"/>
          </ac:spMkLst>
        </pc:spChg>
        <pc:spChg chg="mod">
          <ac:chgData name="Mengmeng Ge" userId="bb5bc401-97cb-4caf-9857-8ff441375414" providerId="ADAL" clId="{918CD3B9-57C8-44EA-8F5B-13D8007B23C5}" dt="2024-05-08T22:33:39.804" v="3498" actId="1036"/>
          <ac:spMkLst>
            <pc:docMk/>
            <pc:sldMk cId="1687700516" sldId="477"/>
            <ac:spMk id="43" creationId="{00000000-0000-0000-0000-000000000000}"/>
          </ac:spMkLst>
        </pc:spChg>
        <pc:spChg chg="mod">
          <ac:chgData name="Mengmeng Ge" userId="bb5bc401-97cb-4caf-9857-8ff441375414" providerId="ADAL" clId="{918CD3B9-57C8-44EA-8F5B-13D8007B23C5}" dt="2024-05-08T22:27:22.754" v="3316" actId="1036"/>
          <ac:spMkLst>
            <pc:docMk/>
            <pc:sldMk cId="1687700516" sldId="477"/>
            <ac:spMk id="44" creationId="{00000000-0000-0000-0000-000000000000}"/>
          </ac:spMkLst>
        </pc:spChg>
        <pc:spChg chg="del mod">
          <ac:chgData name="Mengmeng Ge" userId="bb5bc401-97cb-4caf-9857-8ff441375414" providerId="ADAL" clId="{918CD3B9-57C8-44EA-8F5B-13D8007B23C5}" dt="2024-05-08T22:32:56.341" v="3480" actId="478"/>
          <ac:spMkLst>
            <pc:docMk/>
            <pc:sldMk cId="1687700516" sldId="477"/>
            <ac:spMk id="45" creationId="{00000000-0000-0000-0000-000000000000}"/>
          </ac:spMkLst>
        </pc:spChg>
        <pc:spChg chg="del mod">
          <ac:chgData name="Mengmeng Ge" userId="bb5bc401-97cb-4caf-9857-8ff441375414" providerId="ADAL" clId="{918CD3B9-57C8-44EA-8F5B-13D8007B23C5}" dt="2024-05-08T22:32:56.341" v="3480" actId="478"/>
          <ac:spMkLst>
            <pc:docMk/>
            <pc:sldMk cId="1687700516" sldId="477"/>
            <ac:spMk id="46" creationId="{00000000-0000-0000-0000-000000000000}"/>
          </ac:spMkLst>
        </pc:spChg>
        <pc:spChg chg="mod">
          <ac:chgData name="Mengmeng Ge" userId="bb5bc401-97cb-4caf-9857-8ff441375414" providerId="ADAL" clId="{918CD3B9-57C8-44EA-8F5B-13D8007B23C5}" dt="2024-05-08T22:46:52.712" v="3743" actId="1076"/>
          <ac:spMkLst>
            <pc:docMk/>
            <pc:sldMk cId="1687700516" sldId="477"/>
            <ac:spMk id="47" creationId="{00000000-0000-0000-0000-000000000000}"/>
          </ac:spMkLst>
        </pc:spChg>
        <pc:spChg chg="mod">
          <ac:chgData name="Mengmeng Ge" userId="bb5bc401-97cb-4caf-9857-8ff441375414" providerId="ADAL" clId="{918CD3B9-57C8-44EA-8F5B-13D8007B23C5}" dt="2024-05-08T22:45:35.691" v="3709" actId="14100"/>
          <ac:spMkLst>
            <pc:docMk/>
            <pc:sldMk cId="1687700516" sldId="477"/>
            <ac:spMk id="48" creationId="{00000000-0000-0000-0000-000000000000}"/>
          </ac:spMkLst>
        </pc:spChg>
        <pc:spChg chg="mod">
          <ac:chgData name="Mengmeng Ge" userId="bb5bc401-97cb-4caf-9857-8ff441375414" providerId="ADAL" clId="{918CD3B9-57C8-44EA-8F5B-13D8007B23C5}" dt="2024-05-08T22:45:38.906" v="3710" actId="1035"/>
          <ac:spMkLst>
            <pc:docMk/>
            <pc:sldMk cId="1687700516" sldId="477"/>
            <ac:spMk id="49" creationId="{00000000-0000-0000-0000-000000000000}"/>
          </ac:spMkLst>
        </pc:spChg>
        <pc:spChg chg="mod">
          <ac:chgData name="Mengmeng Ge" userId="bb5bc401-97cb-4caf-9857-8ff441375414" providerId="ADAL" clId="{918CD3B9-57C8-44EA-8F5B-13D8007B23C5}" dt="2024-05-08T22:44:59.895" v="3690" actId="1035"/>
          <ac:spMkLst>
            <pc:docMk/>
            <pc:sldMk cId="1687700516" sldId="477"/>
            <ac:spMk id="50" creationId="{00000000-0000-0000-0000-000000000000}"/>
          </ac:spMkLst>
        </pc:spChg>
        <pc:spChg chg="mod">
          <ac:chgData name="Mengmeng Ge" userId="bb5bc401-97cb-4caf-9857-8ff441375414" providerId="ADAL" clId="{918CD3B9-57C8-44EA-8F5B-13D8007B23C5}" dt="2024-05-08T22:45:19.262" v="3707" actId="1035"/>
          <ac:spMkLst>
            <pc:docMk/>
            <pc:sldMk cId="1687700516" sldId="477"/>
            <ac:spMk id="51" creationId="{00000000-0000-0000-0000-000000000000}"/>
          </ac:spMkLst>
        </pc:spChg>
        <pc:spChg chg="mod">
          <ac:chgData name="Mengmeng Ge" userId="bb5bc401-97cb-4caf-9857-8ff441375414" providerId="ADAL" clId="{918CD3B9-57C8-44EA-8F5B-13D8007B23C5}" dt="2024-05-08T22:46:02.459" v="3715" actId="1037"/>
          <ac:spMkLst>
            <pc:docMk/>
            <pc:sldMk cId="1687700516" sldId="477"/>
            <ac:spMk id="52" creationId="{00000000-0000-0000-0000-000000000000}"/>
          </ac:spMkLst>
        </pc:spChg>
        <pc:grpChg chg="del mod">
          <ac:chgData name="Mengmeng Ge" userId="bb5bc401-97cb-4caf-9857-8ff441375414" providerId="ADAL" clId="{918CD3B9-57C8-44EA-8F5B-13D8007B23C5}" dt="2024-05-08T22:27:44.805" v="3322" actId="478"/>
          <ac:grpSpMkLst>
            <pc:docMk/>
            <pc:sldMk cId="1687700516" sldId="477"/>
            <ac:grpSpMk id="12" creationId="{00000000-0000-0000-0000-000000000000}"/>
          </ac:grpSpMkLst>
        </pc:grpChg>
        <pc:grpChg chg="add mod">
          <ac:chgData name="Mengmeng Ge" userId="bb5bc401-97cb-4caf-9857-8ff441375414" providerId="ADAL" clId="{918CD3B9-57C8-44EA-8F5B-13D8007B23C5}" dt="2024-05-09T00:28:16.117" v="4064"/>
          <ac:grpSpMkLst>
            <pc:docMk/>
            <pc:sldMk cId="1687700516" sldId="477"/>
            <ac:grpSpMk id="12" creationId="{0893D157-A217-3BD2-EBF5-58C9B9B13133}"/>
          </ac:grpSpMkLst>
        </pc:grpChg>
        <pc:grpChg chg="add mod">
          <ac:chgData name="Mengmeng Ge" userId="bb5bc401-97cb-4caf-9857-8ff441375414" providerId="ADAL" clId="{918CD3B9-57C8-44EA-8F5B-13D8007B23C5}" dt="2024-05-08T22:59:38.961" v="3933" actId="14100"/>
          <ac:grpSpMkLst>
            <pc:docMk/>
            <pc:sldMk cId="1687700516" sldId="477"/>
            <ac:grpSpMk id="24" creationId="{B4A42346-F776-CA35-CE26-89ADA1F06915}"/>
          </ac:grpSpMkLst>
        </pc:grpChg>
        <pc:grpChg chg="add mod">
          <ac:chgData name="Mengmeng Ge" userId="bb5bc401-97cb-4caf-9857-8ff441375414" providerId="ADAL" clId="{918CD3B9-57C8-44EA-8F5B-13D8007B23C5}" dt="2024-05-09T00:28:20.531" v="4065"/>
          <ac:grpSpMkLst>
            <pc:docMk/>
            <pc:sldMk cId="1687700516" sldId="477"/>
            <ac:grpSpMk id="26" creationId="{188F4C0D-652E-0CBC-01F7-609EF5BFC76B}"/>
          </ac:grpSpMkLst>
        </pc:grpChg>
        <pc:graphicFrameChg chg="mod">
          <ac:chgData name="Mengmeng Ge" userId="bb5bc401-97cb-4caf-9857-8ff441375414" providerId="ADAL" clId="{918CD3B9-57C8-44EA-8F5B-13D8007B23C5}" dt="2024-05-08T22:27:22.754" v="3316" actId="1036"/>
          <ac:graphicFrameMkLst>
            <pc:docMk/>
            <pc:sldMk cId="1687700516" sldId="477"/>
            <ac:graphicFrameMk id="8" creationId="{00000000-0000-0000-0000-000000000000}"/>
          </ac:graphicFrameMkLst>
        </pc:graphicFrameChg>
        <pc:graphicFrameChg chg="mod">
          <ac:chgData name="Mengmeng Ge" userId="bb5bc401-97cb-4caf-9857-8ff441375414" providerId="ADAL" clId="{918CD3B9-57C8-44EA-8F5B-13D8007B23C5}" dt="2024-05-08T22:27:33.821" v="3318" actId="1076"/>
          <ac:graphicFrameMkLst>
            <pc:docMk/>
            <pc:sldMk cId="1687700516" sldId="477"/>
            <ac:graphicFrameMk id="15" creationId="{00000000-0000-0000-0000-000000000000}"/>
          </ac:graphicFrameMkLst>
        </pc:graphicFrameChg>
      </pc:sldChg>
      <pc:sldChg chg="addSp delSp modSp mod modNotesTx">
        <pc:chgData name="Mengmeng Ge" userId="bb5bc401-97cb-4caf-9857-8ff441375414" providerId="ADAL" clId="{918CD3B9-57C8-44EA-8F5B-13D8007B23C5}" dt="2024-05-08T03:07:06.730" v="2631" actId="20577"/>
        <pc:sldMkLst>
          <pc:docMk/>
          <pc:sldMk cId="3725047340" sldId="478"/>
        </pc:sldMkLst>
        <pc:spChg chg="mod">
          <ac:chgData name="Mengmeng Ge" userId="bb5bc401-97cb-4caf-9857-8ff441375414" providerId="ADAL" clId="{918CD3B9-57C8-44EA-8F5B-13D8007B23C5}" dt="2024-05-08T03:07:06.730" v="2631" actId="20577"/>
          <ac:spMkLst>
            <pc:docMk/>
            <pc:sldMk cId="3725047340" sldId="478"/>
            <ac:spMk id="2" creationId="{00000000-0000-0000-0000-000000000000}"/>
          </ac:spMkLst>
        </pc:spChg>
        <pc:spChg chg="del mod">
          <ac:chgData name="Mengmeng Ge" userId="bb5bc401-97cb-4caf-9857-8ff441375414" providerId="ADAL" clId="{918CD3B9-57C8-44EA-8F5B-13D8007B23C5}" dt="2024-05-08T01:40:51.562" v="1898" actId="478"/>
          <ac:spMkLst>
            <pc:docMk/>
            <pc:sldMk cId="3725047340" sldId="478"/>
            <ac:spMk id="4" creationId="{00000000-0000-0000-0000-000000000000}"/>
          </ac:spMkLst>
        </pc:spChg>
        <pc:spChg chg="add mod">
          <ac:chgData name="Mengmeng Ge" userId="bb5bc401-97cb-4caf-9857-8ff441375414" providerId="ADAL" clId="{918CD3B9-57C8-44EA-8F5B-13D8007B23C5}" dt="2024-05-08T01:41:28.647" v="1915" actId="14100"/>
          <ac:spMkLst>
            <pc:docMk/>
            <pc:sldMk cId="3725047340" sldId="478"/>
            <ac:spMk id="5" creationId="{316D4F44-06F5-7854-9BD1-BFE52FA5F998}"/>
          </ac:spMkLst>
        </pc:spChg>
        <pc:spChg chg="mod">
          <ac:chgData name="Mengmeng Ge" userId="bb5bc401-97cb-4caf-9857-8ff441375414" providerId="ADAL" clId="{918CD3B9-57C8-44EA-8F5B-13D8007B23C5}" dt="2024-05-08T01:40:00.590" v="1871" actId="1035"/>
          <ac:spMkLst>
            <pc:docMk/>
            <pc:sldMk cId="3725047340" sldId="478"/>
            <ac:spMk id="6" creationId="{00000000-0000-0000-0000-000000000000}"/>
          </ac:spMkLst>
        </pc:spChg>
        <pc:spChg chg="mod">
          <ac:chgData name="Mengmeng Ge" userId="bb5bc401-97cb-4caf-9857-8ff441375414" providerId="ADAL" clId="{918CD3B9-57C8-44EA-8F5B-13D8007B23C5}" dt="2024-05-08T01:40:00.590" v="1871" actId="1035"/>
          <ac:spMkLst>
            <pc:docMk/>
            <pc:sldMk cId="3725047340" sldId="478"/>
            <ac:spMk id="9" creationId="{00000000-0000-0000-0000-000000000000}"/>
          </ac:spMkLst>
        </pc:spChg>
        <pc:spChg chg="mod">
          <ac:chgData name="Mengmeng Ge" userId="bb5bc401-97cb-4caf-9857-8ff441375414" providerId="ADAL" clId="{918CD3B9-57C8-44EA-8F5B-13D8007B23C5}" dt="2024-05-08T01:40:00.590" v="1871" actId="1035"/>
          <ac:spMkLst>
            <pc:docMk/>
            <pc:sldMk cId="3725047340" sldId="478"/>
            <ac:spMk id="10" creationId="{00000000-0000-0000-0000-000000000000}"/>
          </ac:spMkLst>
        </pc:spChg>
        <pc:spChg chg="mod">
          <ac:chgData name="Mengmeng Ge" userId="bb5bc401-97cb-4caf-9857-8ff441375414" providerId="ADAL" clId="{918CD3B9-57C8-44EA-8F5B-13D8007B23C5}" dt="2024-05-08T01:40:00.590" v="1871" actId="1035"/>
          <ac:spMkLst>
            <pc:docMk/>
            <pc:sldMk cId="3725047340" sldId="478"/>
            <ac:spMk id="11" creationId="{00000000-0000-0000-0000-000000000000}"/>
          </ac:spMkLst>
        </pc:spChg>
        <pc:spChg chg="mod">
          <ac:chgData name="Mengmeng Ge" userId="bb5bc401-97cb-4caf-9857-8ff441375414" providerId="ADAL" clId="{918CD3B9-57C8-44EA-8F5B-13D8007B23C5}" dt="2024-05-08T01:40:00.590" v="1871" actId="1035"/>
          <ac:spMkLst>
            <pc:docMk/>
            <pc:sldMk cId="3725047340" sldId="478"/>
            <ac:spMk id="12" creationId="{00000000-0000-0000-0000-000000000000}"/>
          </ac:spMkLst>
        </pc:spChg>
        <pc:spChg chg="add mod">
          <ac:chgData name="Mengmeng Ge" userId="bb5bc401-97cb-4caf-9857-8ff441375414" providerId="ADAL" clId="{918CD3B9-57C8-44EA-8F5B-13D8007B23C5}" dt="2024-05-08T01:41:35.442" v="1916" actId="14100"/>
          <ac:spMkLst>
            <pc:docMk/>
            <pc:sldMk cId="3725047340" sldId="478"/>
            <ac:spMk id="13" creationId="{CA12AA40-A05B-EB7C-7962-060E4D46F9ED}"/>
          </ac:spMkLst>
        </pc:spChg>
        <pc:spChg chg="add del mod">
          <ac:chgData name="Mengmeng Ge" userId="bb5bc401-97cb-4caf-9857-8ff441375414" providerId="ADAL" clId="{918CD3B9-57C8-44EA-8F5B-13D8007B23C5}" dt="2024-05-08T01:26:51.574" v="1747" actId="478"/>
          <ac:spMkLst>
            <pc:docMk/>
            <pc:sldMk cId="3725047340" sldId="478"/>
            <ac:spMk id="14" creationId="{4620DD7D-014C-4EAE-7D5A-8253BE791992}"/>
          </ac:spMkLst>
        </pc:spChg>
        <pc:spChg chg="mod">
          <ac:chgData name="Mengmeng Ge" userId="bb5bc401-97cb-4caf-9857-8ff441375414" providerId="ADAL" clId="{918CD3B9-57C8-44EA-8F5B-13D8007B23C5}" dt="2024-05-08T01:40:43.536" v="1896" actId="20577"/>
          <ac:spMkLst>
            <pc:docMk/>
            <pc:sldMk cId="3725047340" sldId="478"/>
            <ac:spMk id="15" creationId="{00000000-0000-0000-0000-000000000000}"/>
          </ac:spMkLst>
        </pc:spChg>
        <pc:spChg chg="mod">
          <ac:chgData name="Mengmeng Ge" userId="bb5bc401-97cb-4caf-9857-8ff441375414" providerId="ADAL" clId="{918CD3B9-57C8-44EA-8F5B-13D8007B23C5}" dt="2024-05-08T01:40:00.590" v="1871" actId="1035"/>
          <ac:spMkLst>
            <pc:docMk/>
            <pc:sldMk cId="3725047340" sldId="478"/>
            <ac:spMk id="16" creationId="{00000000-0000-0000-0000-000000000000}"/>
          </ac:spMkLst>
        </pc:spChg>
        <pc:spChg chg="del">
          <ac:chgData name="Mengmeng Ge" userId="bb5bc401-97cb-4caf-9857-8ff441375414" providerId="ADAL" clId="{918CD3B9-57C8-44EA-8F5B-13D8007B23C5}" dt="2024-05-08T01:26:13.241" v="1740" actId="478"/>
          <ac:spMkLst>
            <pc:docMk/>
            <pc:sldMk cId="3725047340" sldId="478"/>
            <ac:spMk id="17" creationId="{00000000-0000-0000-0000-000000000000}"/>
          </ac:spMkLst>
        </pc:spChg>
        <pc:spChg chg="add del mod">
          <ac:chgData name="Mengmeng Ge" userId="bb5bc401-97cb-4caf-9857-8ff441375414" providerId="ADAL" clId="{918CD3B9-57C8-44EA-8F5B-13D8007B23C5}" dt="2024-05-08T01:39:30.660" v="1812" actId="478"/>
          <ac:spMkLst>
            <pc:docMk/>
            <pc:sldMk cId="3725047340" sldId="478"/>
            <ac:spMk id="19" creationId="{294C758D-F827-9E37-0748-20E4F50B50DD}"/>
          </ac:spMkLst>
        </pc:spChg>
        <pc:spChg chg="mod">
          <ac:chgData name="Mengmeng Ge" userId="bb5bc401-97cb-4caf-9857-8ff441375414" providerId="ADAL" clId="{918CD3B9-57C8-44EA-8F5B-13D8007B23C5}" dt="2024-05-08T01:26:15.232" v="1741" actId="478"/>
          <ac:spMkLst>
            <pc:docMk/>
            <pc:sldMk cId="3725047340" sldId="478"/>
            <ac:spMk id="21" creationId="{00000000-0000-0000-0000-000000000000}"/>
          </ac:spMkLst>
        </pc:spChg>
        <pc:spChg chg="del">
          <ac:chgData name="Mengmeng Ge" userId="bb5bc401-97cb-4caf-9857-8ff441375414" providerId="ADAL" clId="{918CD3B9-57C8-44EA-8F5B-13D8007B23C5}" dt="2024-05-08T01:26:15.232" v="1741" actId="478"/>
          <ac:spMkLst>
            <pc:docMk/>
            <pc:sldMk cId="3725047340" sldId="478"/>
            <ac:spMk id="22" creationId="{00000000-0000-0000-0000-000000000000}"/>
          </ac:spMkLst>
        </pc:spChg>
        <pc:spChg chg="add mod">
          <ac:chgData name="Mengmeng Ge" userId="bb5bc401-97cb-4caf-9857-8ff441375414" providerId="ADAL" clId="{918CD3B9-57C8-44EA-8F5B-13D8007B23C5}" dt="2024-05-08T01:40:00.590" v="1871" actId="1035"/>
          <ac:spMkLst>
            <pc:docMk/>
            <pc:sldMk cId="3725047340" sldId="478"/>
            <ac:spMk id="23" creationId="{D7116B55-2E9A-05A4-CAF1-344CAA64CC4B}"/>
          </ac:spMkLst>
        </pc:spChg>
        <pc:spChg chg="add mod">
          <ac:chgData name="Mengmeng Ge" userId="bb5bc401-97cb-4caf-9857-8ff441375414" providerId="ADAL" clId="{918CD3B9-57C8-44EA-8F5B-13D8007B23C5}" dt="2024-05-08T01:40:00.590" v="1871" actId="1035"/>
          <ac:spMkLst>
            <pc:docMk/>
            <pc:sldMk cId="3725047340" sldId="478"/>
            <ac:spMk id="24" creationId="{D3ECAE53-BB33-1551-D38F-0A09A11C99C0}"/>
          </ac:spMkLst>
        </pc:spChg>
        <pc:spChg chg="add mod">
          <ac:chgData name="Mengmeng Ge" userId="bb5bc401-97cb-4caf-9857-8ff441375414" providerId="ADAL" clId="{918CD3B9-57C8-44EA-8F5B-13D8007B23C5}" dt="2024-05-08T01:41:38.542" v="1917" actId="1076"/>
          <ac:spMkLst>
            <pc:docMk/>
            <pc:sldMk cId="3725047340" sldId="478"/>
            <ac:spMk id="26" creationId="{09A7EFE7-9E8F-5EFC-6B4E-06412323EE8D}"/>
          </ac:spMkLst>
        </pc:spChg>
        <pc:spChg chg="add mod">
          <ac:chgData name="Mengmeng Ge" userId="bb5bc401-97cb-4caf-9857-8ff441375414" providerId="ADAL" clId="{918CD3B9-57C8-44EA-8F5B-13D8007B23C5}" dt="2024-05-08T01:40:34.085" v="1891" actId="1076"/>
          <ac:spMkLst>
            <pc:docMk/>
            <pc:sldMk cId="3725047340" sldId="478"/>
            <ac:spMk id="27" creationId="{B552659A-0C1F-FE80-C7E3-B30B883567ED}"/>
          </ac:spMkLst>
        </pc:spChg>
        <pc:spChg chg="add mod">
          <ac:chgData name="Mengmeng Ge" userId="bb5bc401-97cb-4caf-9857-8ff441375414" providerId="ADAL" clId="{918CD3B9-57C8-44EA-8F5B-13D8007B23C5}" dt="2024-05-08T01:41:57.902" v="1933" actId="20577"/>
          <ac:spMkLst>
            <pc:docMk/>
            <pc:sldMk cId="3725047340" sldId="478"/>
            <ac:spMk id="28" creationId="{9807CB86-E30A-7A9E-C5EA-414686DF741E}"/>
          </ac:spMkLst>
        </pc:spChg>
        <pc:grpChg chg="del mod">
          <ac:chgData name="Mengmeng Ge" userId="bb5bc401-97cb-4caf-9857-8ff441375414" providerId="ADAL" clId="{918CD3B9-57C8-44EA-8F5B-13D8007B23C5}" dt="2024-05-08T01:26:15.232" v="1741" actId="478"/>
          <ac:grpSpMkLst>
            <pc:docMk/>
            <pc:sldMk cId="3725047340" sldId="478"/>
            <ac:grpSpMk id="20" creationId="{00000000-0000-0000-0000-000000000000}"/>
          </ac:grpSpMkLst>
        </pc:grpChg>
        <pc:graphicFrameChg chg="mod">
          <ac:chgData name="Mengmeng Ge" userId="bb5bc401-97cb-4caf-9857-8ff441375414" providerId="ADAL" clId="{918CD3B9-57C8-44EA-8F5B-13D8007B23C5}" dt="2024-05-08T01:40:00.590" v="1871" actId="1035"/>
          <ac:graphicFrameMkLst>
            <pc:docMk/>
            <pc:sldMk cId="3725047340" sldId="478"/>
            <ac:graphicFrameMk id="7" creationId="{00000000-0000-0000-0000-000000000000}"/>
          </ac:graphicFrameMkLst>
        </pc:graphicFrameChg>
        <pc:graphicFrameChg chg="mod">
          <ac:chgData name="Mengmeng Ge" userId="bb5bc401-97cb-4caf-9857-8ff441375414" providerId="ADAL" clId="{918CD3B9-57C8-44EA-8F5B-13D8007B23C5}" dt="2024-05-08T01:40:07.518" v="1872" actId="1076"/>
          <ac:graphicFrameMkLst>
            <pc:docMk/>
            <pc:sldMk cId="3725047340" sldId="478"/>
            <ac:graphicFrameMk id="8" creationId="{00000000-0000-0000-0000-000000000000}"/>
          </ac:graphicFrameMkLst>
        </pc:graphicFrameChg>
      </pc:sldChg>
      <pc:sldChg chg="addSp delSp modSp mod delAnim modAnim">
        <pc:chgData name="Mengmeng Ge" userId="bb5bc401-97cb-4caf-9857-8ff441375414" providerId="ADAL" clId="{918CD3B9-57C8-44EA-8F5B-13D8007B23C5}" dt="2024-05-08T03:45:43.676" v="3021" actId="20577"/>
        <pc:sldMkLst>
          <pc:docMk/>
          <pc:sldMk cId="961312062" sldId="479"/>
        </pc:sldMkLst>
        <pc:spChg chg="mod">
          <ac:chgData name="Mengmeng Ge" userId="bb5bc401-97cb-4caf-9857-8ff441375414" providerId="ADAL" clId="{918CD3B9-57C8-44EA-8F5B-13D8007B23C5}" dt="2024-05-08T03:45:43.676" v="3021" actId="20577"/>
          <ac:spMkLst>
            <pc:docMk/>
            <pc:sldMk cId="961312062" sldId="479"/>
            <ac:spMk id="2" creationId="{00000000-0000-0000-0000-000000000000}"/>
          </ac:spMkLst>
        </pc:spChg>
        <pc:spChg chg="del">
          <ac:chgData name="Mengmeng Ge" userId="bb5bc401-97cb-4caf-9857-8ff441375414" providerId="ADAL" clId="{918CD3B9-57C8-44EA-8F5B-13D8007B23C5}" dt="2024-05-08T02:40:27.110" v="2573" actId="478"/>
          <ac:spMkLst>
            <pc:docMk/>
            <pc:sldMk cId="961312062" sldId="479"/>
            <ac:spMk id="3" creationId="{00000000-0000-0000-0000-000000000000}"/>
          </ac:spMkLst>
        </pc:spChg>
        <pc:spChg chg="del">
          <ac:chgData name="Mengmeng Ge" userId="bb5bc401-97cb-4caf-9857-8ff441375414" providerId="ADAL" clId="{918CD3B9-57C8-44EA-8F5B-13D8007B23C5}" dt="2024-05-08T02:40:29.679" v="2574" actId="478"/>
          <ac:spMkLst>
            <pc:docMk/>
            <pc:sldMk cId="961312062" sldId="479"/>
            <ac:spMk id="4" creationId="{00000000-0000-0000-0000-000000000000}"/>
          </ac:spMkLst>
        </pc:spChg>
        <pc:spChg chg="mod">
          <ac:chgData name="Mengmeng Ge" userId="bb5bc401-97cb-4caf-9857-8ff441375414" providerId="ADAL" clId="{918CD3B9-57C8-44EA-8F5B-13D8007B23C5}" dt="2024-05-08T02:40:30.368" v="2575"/>
          <ac:spMkLst>
            <pc:docMk/>
            <pc:sldMk cId="961312062" sldId="479"/>
            <ac:spMk id="9" creationId="{8D62DAF3-18C1-6A12-2A74-3CEABC5B7F6F}"/>
          </ac:spMkLst>
        </pc:spChg>
        <pc:spChg chg="add del mod">
          <ac:chgData name="Mengmeng Ge" userId="bb5bc401-97cb-4caf-9857-8ff441375414" providerId="ADAL" clId="{918CD3B9-57C8-44EA-8F5B-13D8007B23C5}" dt="2024-05-08T02:48:54.604" v="2594" actId="478"/>
          <ac:spMkLst>
            <pc:docMk/>
            <pc:sldMk cId="961312062" sldId="479"/>
            <ac:spMk id="10" creationId="{6E16BD88-1693-4457-3067-2CA21C652F7D}"/>
          </ac:spMkLst>
        </pc:spChg>
        <pc:spChg chg="add del mod">
          <ac:chgData name="Mengmeng Ge" userId="bb5bc401-97cb-4caf-9857-8ff441375414" providerId="ADAL" clId="{918CD3B9-57C8-44EA-8F5B-13D8007B23C5}" dt="2024-05-08T02:48:54.604" v="2594" actId="478"/>
          <ac:spMkLst>
            <pc:docMk/>
            <pc:sldMk cId="961312062" sldId="479"/>
            <ac:spMk id="11" creationId="{D4051726-519D-4F4E-7C87-4EF5D61D0EDA}"/>
          </ac:spMkLst>
        </pc:spChg>
        <pc:spChg chg="add del mod">
          <ac:chgData name="Mengmeng Ge" userId="bb5bc401-97cb-4caf-9857-8ff441375414" providerId="ADAL" clId="{918CD3B9-57C8-44EA-8F5B-13D8007B23C5}" dt="2024-05-08T02:48:54.604" v="2594" actId="478"/>
          <ac:spMkLst>
            <pc:docMk/>
            <pc:sldMk cId="961312062" sldId="479"/>
            <ac:spMk id="12" creationId="{D433247C-7077-B2A2-E2E7-3C6661522454}"/>
          </ac:spMkLst>
        </pc:spChg>
        <pc:spChg chg="add del mod">
          <ac:chgData name="Mengmeng Ge" userId="bb5bc401-97cb-4caf-9857-8ff441375414" providerId="ADAL" clId="{918CD3B9-57C8-44EA-8F5B-13D8007B23C5}" dt="2024-05-08T02:48:54.604" v="2594" actId="478"/>
          <ac:spMkLst>
            <pc:docMk/>
            <pc:sldMk cId="961312062" sldId="479"/>
            <ac:spMk id="13" creationId="{272DE0FC-E57A-0F7E-F61A-7609AF129BA4}"/>
          </ac:spMkLst>
        </pc:spChg>
        <pc:spChg chg="add del mod">
          <ac:chgData name="Mengmeng Ge" userId="bb5bc401-97cb-4caf-9857-8ff441375414" providerId="ADAL" clId="{918CD3B9-57C8-44EA-8F5B-13D8007B23C5}" dt="2024-05-08T02:48:54.604" v="2594" actId="478"/>
          <ac:spMkLst>
            <pc:docMk/>
            <pc:sldMk cId="961312062" sldId="479"/>
            <ac:spMk id="14" creationId="{08E67A0B-7EC9-70B9-B86F-C905E4F71D20}"/>
          </ac:spMkLst>
        </pc:spChg>
        <pc:spChg chg="add del mod">
          <ac:chgData name="Mengmeng Ge" userId="bb5bc401-97cb-4caf-9857-8ff441375414" providerId="ADAL" clId="{918CD3B9-57C8-44EA-8F5B-13D8007B23C5}" dt="2024-05-08T02:48:54.604" v="2594" actId="478"/>
          <ac:spMkLst>
            <pc:docMk/>
            <pc:sldMk cId="961312062" sldId="479"/>
            <ac:spMk id="15" creationId="{417E80E3-D353-0E52-CFE0-A55B688FD305}"/>
          </ac:spMkLst>
        </pc:spChg>
        <pc:spChg chg="add del mod">
          <ac:chgData name="Mengmeng Ge" userId="bb5bc401-97cb-4caf-9857-8ff441375414" providerId="ADAL" clId="{918CD3B9-57C8-44EA-8F5B-13D8007B23C5}" dt="2024-05-08T02:48:54.604" v="2594" actId="478"/>
          <ac:spMkLst>
            <pc:docMk/>
            <pc:sldMk cId="961312062" sldId="479"/>
            <ac:spMk id="16" creationId="{7B697D0C-8F27-A7C2-D758-ABF9BFB5F5DB}"/>
          </ac:spMkLst>
        </pc:spChg>
        <pc:spChg chg="add del mod">
          <ac:chgData name="Mengmeng Ge" userId="bb5bc401-97cb-4caf-9857-8ff441375414" providerId="ADAL" clId="{918CD3B9-57C8-44EA-8F5B-13D8007B23C5}" dt="2024-05-08T02:48:54.604" v="2594" actId="478"/>
          <ac:spMkLst>
            <pc:docMk/>
            <pc:sldMk cId="961312062" sldId="479"/>
            <ac:spMk id="17" creationId="{A0B19C1A-6F53-7EAB-5851-8B607A4D3D09}"/>
          </ac:spMkLst>
        </pc:spChg>
        <pc:spChg chg="add del mod">
          <ac:chgData name="Mengmeng Ge" userId="bb5bc401-97cb-4caf-9857-8ff441375414" providerId="ADAL" clId="{918CD3B9-57C8-44EA-8F5B-13D8007B23C5}" dt="2024-05-08T02:48:54.604" v="2594" actId="478"/>
          <ac:spMkLst>
            <pc:docMk/>
            <pc:sldMk cId="961312062" sldId="479"/>
            <ac:spMk id="18" creationId="{96890CC4-33B5-49D7-0AEB-5CB58C413C1B}"/>
          </ac:spMkLst>
        </pc:spChg>
        <pc:spChg chg="add del mod">
          <ac:chgData name="Mengmeng Ge" userId="bb5bc401-97cb-4caf-9857-8ff441375414" providerId="ADAL" clId="{918CD3B9-57C8-44EA-8F5B-13D8007B23C5}" dt="2024-05-08T02:48:54.604" v="2594" actId="478"/>
          <ac:spMkLst>
            <pc:docMk/>
            <pc:sldMk cId="961312062" sldId="479"/>
            <ac:spMk id="19" creationId="{E0E0819B-1FC9-9FB3-E9F2-0A1E08148E64}"/>
          </ac:spMkLst>
        </pc:spChg>
        <pc:spChg chg="add del mod">
          <ac:chgData name="Mengmeng Ge" userId="bb5bc401-97cb-4caf-9857-8ff441375414" providerId="ADAL" clId="{918CD3B9-57C8-44EA-8F5B-13D8007B23C5}" dt="2024-05-08T02:48:54.604" v="2594" actId="478"/>
          <ac:spMkLst>
            <pc:docMk/>
            <pc:sldMk cId="961312062" sldId="479"/>
            <ac:spMk id="20" creationId="{18C7B52C-BC67-863B-6EF0-4DB9F99621F4}"/>
          </ac:spMkLst>
        </pc:spChg>
        <pc:spChg chg="add del mod">
          <ac:chgData name="Mengmeng Ge" userId="bb5bc401-97cb-4caf-9857-8ff441375414" providerId="ADAL" clId="{918CD3B9-57C8-44EA-8F5B-13D8007B23C5}" dt="2024-05-08T02:48:54.604" v="2594" actId="478"/>
          <ac:spMkLst>
            <pc:docMk/>
            <pc:sldMk cId="961312062" sldId="479"/>
            <ac:spMk id="21" creationId="{98815D32-2BFB-B9B3-160E-42CCBCC60BB2}"/>
          </ac:spMkLst>
        </pc:spChg>
        <pc:spChg chg="add del mod">
          <ac:chgData name="Mengmeng Ge" userId="bb5bc401-97cb-4caf-9857-8ff441375414" providerId="ADAL" clId="{918CD3B9-57C8-44EA-8F5B-13D8007B23C5}" dt="2024-05-08T02:48:54.604" v="2594" actId="478"/>
          <ac:spMkLst>
            <pc:docMk/>
            <pc:sldMk cId="961312062" sldId="479"/>
            <ac:spMk id="22" creationId="{9A27A36A-6145-F254-F4AE-3A81167643E5}"/>
          </ac:spMkLst>
        </pc:spChg>
        <pc:spChg chg="add del mod">
          <ac:chgData name="Mengmeng Ge" userId="bb5bc401-97cb-4caf-9857-8ff441375414" providerId="ADAL" clId="{918CD3B9-57C8-44EA-8F5B-13D8007B23C5}" dt="2024-05-08T02:48:54.604" v="2594" actId="478"/>
          <ac:spMkLst>
            <pc:docMk/>
            <pc:sldMk cId="961312062" sldId="479"/>
            <ac:spMk id="23" creationId="{B75A62F7-D5E0-794A-2949-1D793B4DE2E5}"/>
          </ac:spMkLst>
        </pc:spChg>
        <pc:spChg chg="add del mod">
          <ac:chgData name="Mengmeng Ge" userId="bb5bc401-97cb-4caf-9857-8ff441375414" providerId="ADAL" clId="{918CD3B9-57C8-44EA-8F5B-13D8007B23C5}" dt="2024-05-08T02:48:54.604" v="2594" actId="478"/>
          <ac:spMkLst>
            <pc:docMk/>
            <pc:sldMk cId="961312062" sldId="479"/>
            <ac:spMk id="24" creationId="{97B38C4A-98DC-0E9C-E1EC-95FAA589877B}"/>
          </ac:spMkLst>
        </pc:spChg>
        <pc:spChg chg="mod">
          <ac:chgData name="Mengmeng Ge" userId="bb5bc401-97cb-4caf-9857-8ff441375414" providerId="ADAL" clId="{918CD3B9-57C8-44EA-8F5B-13D8007B23C5}" dt="2024-05-08T02:40:30.368" v="2575"/>
          <ac:spMkLst>
            <pc:docMk/>
            <pc:sldMk cId="961312062" sldId="479"/>
            <ac:spMk id="26" creationId="{D7249393-D966-74DF-5FE9-3B60B576FE21}"/>
          </ac:spMkLst>
        </pc:spChg>
        <pc:spChg chg="mod">
          <ac:chgData name="Mengmeng Ge" userId="bb5bc401-97cb-4caf-9857-8ff441375414" providerId="ADAL" clId="{918CD3B9-57C8-44EA-8F5B-13D8007B23C5}" dt="2024-05-08T02:40:30.368" v="2575"/>
          <ac:spMkLst>
            <pc:docMk/>
            <pc:sldMk cId="961312062" sldId="479"/>
            <ac:spMk id="27" creationId="{DD623A7F-A7C5-081B-BAD1-CF775274EB4A}"/>
          </ac:spMkLst>
        </pc:spChg>
        <pc:spChg chg="mod">
          <ac:chgData name="Mengmeng Ge" userId="bb5bc401-97cb-4caf-9857-8ff441375414" providerId="ADAL" clId="{918CD3B9-57C8-44EA-8F5B-13D8007B23C5}" dt="2024-05-08T02:41:33.043" v="2592" actId="1037"/>
          <ac:spMkLst>
            <pc:docMk/>
            <pc:sldMk cId="961312062" sldId="479"/>
            <ac:spMk id="28" creationId="{C52333B1-75A0-F32A-EA7A-35EF7382C6C2}"/>
          </ac:spMkLst>
        </pc:spChg>
        <pc:spChg chg="add del mod">
          <ac:chgData name="Mengmeng Ge" userId="bb5bc401-97cb-4caf-9857-8ff441375414" providerId="ADAL" clId="{918CD3B9-57C8-44EA-8F5B-13D8007B23C5}" dt="2024-05-08T02:48:54.604" v="2594" actId="478"/>
          <ac:spMkLst>
            <pc:docMk/>
            <pc:sldMk cId="961312062" sldId="479"/>
            <ac:spMk id="29" creationId="{2126559D-1496-DAF8-FC23-591C5443A6D0}"/>
          </ac:spMkLst>
        </pc:spChg>
        <pc:spChg chg="mod">
          <ac:chgData name="Mengmeng Ge" userId="bb5bc401-97cb-4caf-9857-8ff441375414" providerId="ADAL" clId="{918CD3B9-57C8-44EA-8F5B-13D8007B23C5}" dt="2024-05-08T02:40:30.368" v="2575"/>
          <ac:spMkLst>
            <pc:docMk/>
            <pc:sldMk cId="961312062" sldId="479"/>
            <ac:spMk id="31" creationId="{8AE4F863-DF1E-4188-E3E3-D1B4CAD9D5A2}"/>
          </ac:spMkLst>
        </pc:spChg>
        <pc:spChg chg="mod">
          <ac:chgData name="Mengmeng Ge" userId="bb5bc401-97cb-4caf-9857-8ff441375414" providerId="ADAL" clId="{918CD3B9-57C8-44EA-8F5B-13D8007B23C5}" dt="2024-05-08T02:40:30.368" v="2575"/>
          <ac:spMkLst>
            <pc:docMk/>
            <pc:sldMk cId="961312062" sldId="479"/>
            <ac:spMk id="32" creationId="{9E31388B-4377-AA8D-83E3-D62DECE01EB6}"/>
          </ac:spMkLst>
        </pc:spChg>
        <pc:spChg chg="mod">
          <ac:chgData name="Mengmeng Ge" userId="bb5bc401-97cb-4caf-9857-8ff441375414" providerId="ADAL" clId="{918CD3B9-57C8-44EA-8F5B-13D8007B23C5}" dt="2024-05-08T02:40:30.368" v="2575"/>
          <ac:spMkLst>
            <pc:docMk/>
            <pc:sldMk cId="961312062" sldId="479"/>
            <ac:spMk id="34" creationId="{1D4B424B-81DD-C855-D115-F03BB08DEB9A}"/>
          </ac:spMkLst>
        </pc:spChg>
        <pc:spChg chg="mod">
          <ac:chgData name="Mengmeng Ge" userId="bb5bc401-97cb-4caf-9857-8ff441375414" providerId="ADAL" clId="{918CD3B9-57C8-44EA-8F5B-13D8007B23C5}" dt="2024-05-08T02:40:30.368" v="2575"/>
          <ac:spMkLst>
            <pc:docMk/>
            <pc:sldMk cId="961312062" sldId="479"/>
            <ac:spMk id="35" creationId="{DD867386-22B7-1534-8600-DDC9F80FC16F}"/>
          </ac:spMkLst>
        </pc:spChg>
        <pc:spChg chg="mod">
          <ac:chgData name="Mengmeng Ge" userId="bb5bc401-97cb-4caf-9857-8ff441375414" providerId="ADAL" clId="{918CD3B9-57C8-44EA-8F5B-13D8007B23C5}" dt="2024-05-08T02:40:30.368" v="2575"/>
          <ac:spMkLst>
            <pc:docMk/>
            <pc:sldMk cId="961312062" sldId="479"/>
            <ac:spMk id="36" creationId="{E096B302-E996-E1E8-62F9-C9C12FF75C19}"/>
          </ac:spMkLst>
        </pc:spChg>
        <pc:spChg chg="mod">
          <ac:chgData name="Mengmeng Ge" userId="bb5bc401-97cb-4caf-9857-8ff441375414" providerId="ADAL" clId="{918CD3B9-57C8-44EA-8F5B-13D8007B23C5}" dt="2024-05-08T02:40:30.368" v="2575"/>
          <ac:spMkLst>
            <pc:docMk/>
            <pc:sldMk cId="961312062" sldId="479"/>
            <ac:spMk id="37" creationId="{32FD875E-7315-0F8C-B4F5-C6E89AACD7FD}"/>
          </ac:spMkLst>
        </pc:spChg>
        <pc:spChg chg="mod">
          <ac:chgData name="Mengmeng Ge" userId="bb5bc401-97cb-4caf-9857-8ff441375414" providerId="ADAL" clId="{918CD3B9-57C8-44EA-8F5B-13D8007B23C5}" dt="2024-05-08T02:40:30.368" v="2575"/>
          <ac:spMkLst>
            <pc:docMk/>
            <pc:sldMk cId="961312062" sldId="479"/>
            <ac:spMk id="38" creationId="{D38E4B03-40DD-CC4E-4A5C-511B69E0C252}"/>
          </ac:spMkLst>
        </pc:spChg>
        <pc:spChg chg="mod">
          <ac:chgData name="Mengmeng Ge" userId="bb5bc401-97cb-4caf-9857-8ff441375414" providerId="ADAL" clId="{918CD3B9-57C8-44EA-8F5B-13D8007B23C5}" dt="2024-05-08T02:40:30.368" v="2575"/>
          <ac:spMkLst>
            <pc:docMk/>
            <pc:sldMk cId="961312062" sldId="479"/>
            <ac:spMk id="39" creationId="{4D84037C-4409-80A9-4928-D290CD6270BD}"/>
          </ac:spMkLst>
        </pc:spChg>
        <pc:spChg chg="mod">
          <ac:chgData name="Mengmeng Ge" userId="bb5bc401-97cb-4caf-9857-8ff441375414" providerId="ADAL" clId="{918CD3B9-57C8-44EA-8F5B-13D8007B23C5}" dt="2024-05-08T02:40:30.368" v="2575"/>
          <ac:spMkLst>
            <pc:docMk/>
            <pc:sldMk cId="961312062" sldId="479"/>
            <ac:spMk id="40" creationId="{26721457-47F4-DB1B-4832-8108C5BFA8A9}"/>
          </ac:spMkLst>
        </pc:spChg>
        <pc:spChg chg="mod">
          <ac:chgData name="Mengmeng Ge" userId="bb5bc401-97cb-4caf-9857-8ff441375414" providerId="ADAL" clId="{918CD3B9-57C8-44EA-8F5B-13D8007B23C5}" dt="2024-05-08T02:40:30.368" v="2575"/>
          <ac:spMkLst>
            <pc:docMk/>
            <pc:sldMk cId="961312062" sldId="479"/>
            <ac:spMk id="41" creationId="{57071773-7417-E4BE-67BE-97EA7948E1A1}"/>
          </ac:spMkLst>
        </pc:spChg>
        <pc:spChg chg="add mod">
          <ac:chgData name="Mengmeng Ge" userId="bb5bc401-97cb-4caf-9857-8ff441375414" providerId="ADAL" clId="{918CD3B9-57C8-44EA-8F5B-13D8007B23C5}" dt="2024-05-08T02:51:43.930" v="2615" actId="20577"/>
          <ac:spMkLst>
            <pc:docMk/>
            <pc:sldMk cId="961312062" sldId="479"/>
            <ac:spMk id="44" creationId="{70728FFB-B8A0-22FD-8E4F-915AF35294BA}"/>
          </ac:spMkLst>
        </pc:spChg>
        <pc:grpChg chg="add del mod">
          <ac:chgData name="Mengmeng Ge" userId="bb5bc401-97cb-4caf-9857-8ff441375414" providerId="ADAL" clId="{918CD3B9-57C8-44EA-8F5B-13D8007B23C5}" dt="2024-05-08T02:48:54.604" v="2594" actId="478"/>
          <ac:grpSpMkLst>
            <pc:docMk/>
            <pc:sldMk cId="961312062" sldId="479"/>
            <ac:grpSpMk id="7" creationId="{64FE744F-1963-76F4-62D1-BD2C5E7F589F}"/>
          </ac:grpSpMkLst>
        </pc:grpChg>
        <pc:grpChg chg="add del mod">
          <ac:chgData name="Mengmeng Ge" userId="bb5bc401-97cb-4caf-9857-8ff441375414" providerId="ADAL" clId="{918CD3B9-57C8-44EA-8F5B-13D8007B23C5}" dt="2024-05-08T02:48:54.604" v="2594" actId="478"/>
          <ac:grpSpMkLst>
            <pc:docMk/>
            <pc:sldMk cId="961312062" sldId="479"/>
            <ac:grpSpMk id="25" creationId="{460FF289-766A-8A5A-75FE-11210C4EC391}"/>
          </ac:grpSpMkLst>
        </pc:grpChg>
        <pc:grpChg chg="add del mod">
          <ac:chgData name="Mengmeng Ge" userId="bb5bc401-97cb-4caf-9857-8ff441375414" providerId="ADAL" clId="{918CD3B9-57C8-44EA-8F5B-13D8007B23C5}" dt="2024-05-08T02:40:32.990" v="2576" actId="478"/>
          <ac:grpSpMkLst>
            <pc:docMk/>
            <pc:sldMk cId="961312062" sldId="479"/>
            <ac:grpSpMk id="30" creationId="{589A6057-D666-B710-2DD0-9FB1EB18E5F7}"/>
          </ac:grpSpMkLst>
        </pc:grpChg>
        <pc:grpChg chg="add del mod">
          <ac:chgData name="Mengmeng Ge" userId="bb5bc401-97cb-4caf-9857-8ff441375414" providerId="ADAL" clId="{918CD3B9-57C8-44EA-8F5B-13D8007B23C5}" dt="2024-05-08T02:48:57.880" v="2595" actId="478"/>
          <ac:grpSpMkLst>
            <pc:docMk/>
            <pc:sldMk cId="961312062" sldId="479"/>
            <ac:grpSpMk id="33" creationId="{647BCA29-0BCE-7447-6BDF-B3682FDDFD63}"/>
          </ac:grpSpMkLst>
        </pc:grpChg>
        <pc:picChg chg="del mod">
          <ac:chgData name="Mengmeng Ge" userId="bb5bc401-97cb-4caf-9857-8ff441375414" providerId="ADAL" clId="{918CD3B9-57C8-44EA-8F5B-13D8007B23C5}" dt="2024-05-08T02:40:25.101" v="2572" actId="478"/>
          <ac:picMkLst>
            <pc:docMk/>
            <pc:sldMk cId="961312062" sldId="479"/>
            <ac:picMk id="6" creationId="{00000000-0000-0000-0000-000000000000}"/>
          </ac:picMkLst>
        </pc:picChg>
        <pc:picChg chg="add mod">
          <ac:chgData name="Mengmeng Ge" userId="bb5bc401-97cb-4caf-9857-8ff441375414" providerId="ADAL" clId="{918CD3B9-57C8-44EA-8F5B-13D8007B23C5}" dt="2024-05-08T02:50:58.825" v="2598" actId="1076"/>
          <ac:picMkLst>
            <pc:docMk/>
            <pc:sldMk cId="961312062" sldId="479"/>
            <ac:picMk id="43" creationId="{4DC7BA09-91F6-ED37-540D-A1AC8D748EEB}"/>
          </ac:picMkLst>
        </pc:picChg>
        <pc:cxnChg chg="mod">
          <ac:chgData name="Mengmeng Ge" userId="bb5bc401-97cb-4caf-9857-8ff441375414" providerId="ADAL" clId="{918CD3B9-57C8-44EA-8F5B-13D8007B23C5}" dt="2024-05-08T02:40:30.368" v="2575"/>
          <ac:cxnSpMkLst>
            <pc:docMk/>
            <pc:sldMk cId="961312062" sldId="479"/>
            <ac:cxnSpMk id="8" creationId="{9640E1BE-F5D3-C685-7A5B-E1A997C33D0A}"/>
          </ac:cxnSpMkLst>
        </pc:cxnChg>
      </pc:sldChg>
      <pc:sldChg chg="del">
        <pc:chgData name="Mengmeng Ge" userId="bb5bc401-97cb-4caf-9857-8ff441375414" providerId="ADAL" clId="{918CD3B9-57C8-44EA-8F5B-13D8007B23C5}" dt="2024-05-08T00:25:56.384" v="1575" actId="47"/>
        <pc:sldMkLst>
          <pc:docMk/>
          <pc:sldMk cId="2679982632" sldId="481"/>
        </pc:sldMkLst>
      </pc:sldChg>
      <pc:sldChg chg="del">
        <pc:chgData name="Mengmeng Ge" userId="bb5bc401-97cb-4caf-9857-8ff441375414" providerId="ADAL" clId="{918CD3B9-57C8-44EA-8F5B-13D8007B23C5}" dt="2024-05-09T00:55:55.448" v="4162" actId="47"/>
        <pc:sldMkLst>
          <pc:docMk/>
          <pc:sldMk cId="2989297068" sldId="482"/>
        </pc:sldMkLst>
      </pc:sldChg>
      <pc:sldChg chg="modSp mod">
        <pc:chgData name="Mengmeng Ge" userId="bb5bc401-97cb-4caf-9857-8ff441375414" providerId="ADAL" clId="{918CD3B9-57C8-44EA-8F5B-13D8007B23C5}" dt="2024-04-24T03:05:15.730" v="59" actId="20577"/>
        <pc:sldMkLst>
          <pc:docMk/>
          <pc:sldMk cId="0" sldId="525"/>
        </pc:sldMkLst>
        <pc:spChg chg="mod">
          <ac:chgData name="Mengmeng Ge" userId="bb5bc401-97cb-4caf-9857-8ff441375414" providerId="ADAL" clId="{918CD3B9-57C8-44EA-8F5B-13D8007B23C5}" dt="2024-04-24T03:05:15.730" v="59" actId="20577"/>
          <ac:spMkLst>
            <pc:docMk/>
            <pc:sldMk cId="0" sldId="525"/>
            <ac:spMk id="5" creationId="{00000000-0000-0000-0000-000000000000}"/>
          </ac:spMkLst>
        </pc:spChg>
      </pc:sldChg>
      <pc:sldChg chg="modSp mod">
        <pc:chgData name="Mengmeng Ge" userId="bb5bc401-97cb-4caf-9857-8ff441375414" providerId="ADAL" clId="{918CD3B9-57C8-44EA-8F5B-13D8007B23C5}" dt="2024-04-24T03:06:04.592" v="81" actId="255"/>
        <pc:sldMkLst>
          <pc:docMk/>
          <pc:sldMk cId="606395498" sldId="632"/>
        </pc:sldMkLst>
        <pc:spChg chg="mod">
          <ac:chgData name="Mengmeng Ge" userId="bb5bc401-97cb-4caf-9857-8ff441375414" providerId="ADAL" clId="{918CD3B9-57C8-44EA-8F5B-13D8007B23C5}" dt="2024-04-24T03:06:04.592" v="81" actId="255"/>
          <ac:spMkLst>
            <pc:docMk/>
            <pc:sldMk cId="606395498" sldId="632"/>
            <ac:spMk id="3" creationId="{00000000-0000-0000-0000-000000000000}"/>
          </ac:spMkLst>
        </pc:spChg>
      </pc:sldChg>
      <pc:sldChg chg="modSp mod">
        <pc:chgData name="Mengmeng Ge" userId="bb5bc401-97cb-4caf-9857-8ff441375414" providerId="ADAL" clId="{918CD3B9-57C8-44EA-8F5B-13D8007B23C5}" dt="2024-05-06T22:13:37.415" v="131" actId="20577"/>
        <pc:sldMkLst>
          <pc:docMk/>
          <pc:sldMk cId="2730542511" sldId="634"/>
        </pc:sldMkLst>
        <pc:spChg chg="mod">
          <ac:chgData name="Mengmeng Ge" userId="bb5bc401-97cb-4caf-9857-8ff441375414" providerId="ADAL" clId="{918CD3B9-57C8-44EA-8F5B-13D8007B23C5}" dt="2024-05-06T22:13:37.415" v="131" actId="20577"/>
          <ac:spMkLst>
            <pc:docMk/>
            <pc:sldMk cId="2730542511" sldId="634"/>
            <ac:spMk id="3" creationId="{00000000-0000-0000-0000-000000000000}"/>
          </ac:spMkLst>
        </pc:spChg>
      </pc:sldChg>
      <pc:sldChg chg="modSp mod">
        <pc:chgData name="Mengmeng Ge" userId="bb5bc401-97cb-4caf-9857-8ff441375414" providerId="ADAL" clId="{918CD3B9-57C8-44EA-8F5B-13D8007B23C5}" dt="2024-05-06T22:04:51.924" v="96" actId="20577"/>
        <pc:sldMkLst>
          <pc:docMk/>
          <pc:sldMk cId="4133771633" sldId="646"/>
        </pc:sldMkLst>
        <pc:spChg chg="mod">
          <ac:chgData name="Mengmeng Ge" userId="bb5bc401-97cb-4caf-9857-8ff441375414" providerId="ADAL" clId="{918CD3B9-57C8-44EA-8F5B-13D8007B23C5}" dt="2024-05-06T22:04:51.924" v="96" actId="20577"/>
          <ac:spMkLst>
            <pc:docMk/>
            <pc:sldMk cId="4133771633" sldId="646"/>
            <ac:spMk id="2" creationId="{35CA524E-D092-A8EA-8CAF-BC551D464997}"/>
          </ac:spMkLst>
        </pc:spChg>
      </pc:sldChg>
      <pc:sldChg chg="new del">
        <pc:chgData name="Mengmeng Ge" userId="bb5bc401-97cb-4caf-9857-8ff441375414" providerId="ADAL" clId="{918CD3B9-57C8-44EA-8F5B-13D8007B23C5}" dt="2024-05-06T22:45:44.904" v="379" actId="47"/>
        <pc:sldMkLst>
          <pc:docMk/>
          <pc:sldMk cId="1003370965" sldId="647"/>
        </pc:sldMkLst>
      </pc:sldChg>
      <pc:sldChg chg="addSp delSp modSp new mod modNotesTx">
        <pc:chgData name="Mengmeng Ge" userId="bb5bc401-97cb-4caf-9857-8ff441375414" providerId="ADAL" clId="{918CD3B9-57C8-44EA-8F5B-13D8007B23C5}" dt="2024-05-07T02:37:28.925" v="854" actId="20577"/>
        <pc:sldMkLst>
          <pc:docMk/>
          <pc:sldMk cId="3846269534" sldId="647"/>
        </pc:sldMkLst>
        <pc:spChg chg="mod">
          <ac:chgData name="Mengmeng Ge" userId="bb5bc401-97cb-4caf-9857-8ff441375414" providerId="ADAL" clId="{918CD3B9-57C8-44EA-8F5B-13D8007B23C5}" dt="2024-05-06T22:49:43.713" v="441" actId="20577"/>
          <ac:spMkLst>
            <pc:docMk/>
            <pc:sldMk cId="3846269534" sldId="647"/>
            <ac:spMk id="2" creationId="{2EB189E8-45A0-BD71-C87D-5999BD77DA14}"/>
          </ac:spMkLst>
        </pc:spChg>
        <pc:spChg chg="del">
          <ac:chgData name="Mengmeng Ge" userId="bb5bc401-97cb-4caf-9857-8ff441375414" providerId="ADAL" clId="{918CD3B9-57C8-44EA-8F5B-13D8007B23C5}" dt="2024-05-06T22:59:55.011" v="442" actId="478"/>
          <ac:spMkLst>
            <pc:docMk/>
            <pc:sldMk cId="3846269534" sldId="647"/>
            <ac:spMk id="3" creationId="{51C8EE68-F5DC-E3D1-DFBD-98941F805548}"/>
          </ac:spMkLst>
        </pc:spChg>
        <pc:spChg chg="add del mod">
          <ac:chgData name="Mengmeng Ge" userId="bb5bc401-97cb-4caf-9857-8ff441375414" providerId="ADAL" clId="{918CD3B9-57C8-44EA-8F5B-13D8007B23C5}" dt="2024-05-07T02:20:11.734" v="465" actId="478"/>
          <ac:spMkLst>
            <pc:docMk/>
            <pc:sldMk cId="3846269534" sldId="647"/>
            <ac:spMk id="3" creationId="{CC226E30-1DDD-9E39-AD2B-FA3F5538C3F0}"/>
          </ac:spMkLst>
        </pc:spChg>
        <pc:spChg chg="add mod">
          <ac:chgData name="Mengmeng Ge" userId="bb5bc401-97cb-4caf-9857-8ff441375414" providerId="ADAL" clId="{918CD3B9-57C8-44EA-8F5B-13D8007B23C5}" dt="2024-05-07T02:33:58.265" v="781" actId="1035"/>
          <ac:spMkLst>
            <pc:docMk/>
            <pc:sldMk cId="3846269534" sldId="647"/>
            <ac:spMk id="5" creationId="{820AF3F9-4693-0235-CD5C-11AC817A39AF}"/>
          </ac:spMkLst>
        </pc:spChg>
        <pc:spChg chg="add mod">
          <ac:chgData name="Mengmeng Ge" userId="bb5bc401-97cb-4caf-9857-8ff441375414" providerId="ADAL" clId="{918CD3B9-57C8-44EA-8F5B-13D8007B23C5}" dt="2024-05-07T02:33:52.325" v="760" actId="1035"/>
          <ac:spMkLst>
            <pc:docMk/>
            <pc:sldMk cId="3846269534" sldId="647"/>
            <ac:spMk id="7" creationId="{029470D8-FFDE-1AD8-105B-FD1B422C7B59}"/>
          </ac:spMkLst>
        </pc:spChg>
        <pc:spChg chg="add mod">
          <ac:chgData name="Mengmeng Ge" userId="bb5bc401-97cb-4caf-9857-8ff441375414" providerId="ADAL" clId="{918CD3B9-57C8-44EA-8F5B-13D8007B23C5}" dt="2024-05-07T02:33:52.325" v="760" actId="1035"/>
          <ac:spMkLst>
            <pc:docMk/>
            <pc:sldMk cId="3846269534" sldId="647"/>
            <ac:spMk id="8" creationId="{EF16451C-E31B-B407-21CA-3C0FE15A94E0}"/>
          </ac:spMkLst>
        </pc:spChg>
        <pc:spChg chg="add del mod">
          <ac:chgData name="Mengmeng Ge" userId="bb5bc401-97cb-4caf-9857-8ff441375414" providerId="ADAL" clId="{918CD3B9-57C8-44EA-8F5B-13D8007B23C5}" dt="2024-05-07T02:27:57.425" v="628" actId="478"/>
          <ac:spMkLst>
            <pc:docMk/>
            <pc:sldMk cId="3846269534" sldId="647"/>
            <ac:spMk id="9" creationId="{DDF1B575-7573-0871-3BB0-A0978AE67D27}"/>
          </ac:spMkLst>
        </pc:spChg>
        <pc:spChg chg="add mod">
          <ac:chgData name="Mengmeng Ge" userId="bb5bc401-97cb-4caf-9857-8ff441375414" providerId="ADAL" clId="{918CD3B9-57C8-44EA-8F5B-13D8007B23C5}" dt="2024-05-07T02:33:52.325" v="760" actId="1035"/>
          <ac:spMkLst>
            <pc:docMk/>
            <pc:sldMk cId="3846269534" sldId="647"/>
            <ac:spMk id="10" creationId="{90D3DB71-453A-5C15-F7B8-6752E4CE6049}"/>
          </ac:spMkLst>
        </pc:spChg>
        <pc:spChg chg="add mod">
          <ac:chgData name="Mengmeng Ge" userId="bb5bc401-97cb-4caf-9857-8ff441375414" providerId="ADAL" clId="{918CD3B9-57C8-44EA-8F5B-13D8007B23C5}" dt="2024-05-07T02:33:52.325" v="760" actId="1035"/>
          <ac:spMkLst>
            <pc:docMk/>
            <pc:sldMk cId="3846269534" sldId="647"/>
            <ac:spMk id="11" creationId="{85B46538-A84B-DF67-CDE4-BF0B500A1E35}"/>
          </ac:spMkLst>
        </pc:spChg>
        <pc:spChg chg="add mod">
          <ac:chgData name="Mengmeng Ge" userId="bb5bc401-97cb-4caf-9857-8ff441375414" providerId="ADAL" clId="{918CD3B9-57C8-44EA-8F5B-13D8007B23C5}" dt="2024-05-07T02:33:52.325" v="760" actId="1035"/>
          <ac:spMkLst>
            <pc:docMk/>
            <pc:sldMk cId="3846269534" sldId="647"/>
            <ac:spMk id="12" creationId="{94E8E048-FAEA-9005-BE48-BCB7CD2AAB6F}"/>
          </ac:spMkLst>
        </pc:spChg>
        <pc:picChg chg="add mod ord">
          <ac:chgData name="Mengmeng Ge" userId="bb5bc401-97cb-4caf-9857-8ff441375414" providerId="ADAL" clId="{918CD3B9-57C8-44EA-8F5B-13D8007B23C5}" dt="2024-05-07T02:33:52.325" v="760" actId="1035"/>
          <ac:picMkLst>
            <pc:docMk/>
            <pc:sldMk cId="3846269534" sldId="647"/>
            <ac:picMk id="6" creationId="{905574E0-0CD3-01F3-7518-7254CF9B9AD6}"/>
          </ac:picMkLst>
        </pc:picChg>
      </pc:sldChg>
      <pc:sldChg chg="addSp delSp modSp new del mod modClrScheme chgLayout">
        <pc:chgData name="Mengmeng Ge" userId="bb5bc401-97cb-4caf-9857-8ff441375414" providerId="ADAL" clId="{918CD3B9-57C8-44EA-8F5B-13D8007B23C5}" dt="2024-05-07T23:51:41.713" v="1549" actId="47"/>
        <pc:sldMkLst>
          <pc:docMk/>
          <pc:sldMk cId="1439722548" sldId="648"/>
        </pc:sldMkLst>
        <pc:spChg chg="del mod ord">
          <ac:chgData name="Mengmeng Ge" userId="bb5bc401-97cb-4caf-9857-8ff441375414" providerId="ADAL" clId="{918CD3B9-57C8-44EA-8F5B-13D8007B23C5}" dt="2024-05-07T23:51:31.285" v="1548" actId="700"/>
          <ac:spMkLst>
            <pc:docMk/>
            <pc:sldMk cId="1439722548" sldId="648"/>
            <ac:spMk id="2" creationId="{2FD6A7B3-F391-3406-4A0F-43F65209A1B3}"/>
          </ac:spMkLst>
        </pc:spChg>
        <pc:spChg chg="del mod ord">
          <ac:chgData name="Mengmeng Ge" userId="bb5bc401-97cb-4caf-9857-8ff441375414" providerId="ADAL" clId="{918CD3B9-57C8-44EA-8F5B-13D8007B23C5}" dt="2024-05-07T23:51:31.285" v="1548" actId="700"/>
          <ac:spMkLst>
            <pc:docMk/>
            <pc:sldMk cId="1439722548" sldId="648"/>
            <ac:spMk id="3" creationId="{DE55DFDB-E127-C6DC-00AB-AD1AD0C396CC}"/>
          </ac:spMkLst>
        </pc:spChg>
        <pc:spChg chg="del">
          <ac:chgData name="Mengmeng Ge" userId="bb5bc401-97cb-4caf-9857-8ff441375414" providerId="ADAL" clId="{918CD3B9-57C8-44EA-8F5B-13D8007B23C5}" dt="2024-05-07T23:51:31.285" v="1548" actId="700"/>
          <ac:spMkLst>
            <pc:docMk/>
            <pc:sldMk cId="1439722548" sldId="648"/>
            <ac:spMk id="4" creationId="{130D2B29-B75C-D514-EE80-7051DD28B688}"/>
          </ac:spMkLst>
        </pc:spChg>
        <pc:spChg chg="mod ord">
          <ac:chgData name="Mengmeng Ge" userId="bb5bc401-97cb-4caf-9857-8ff441375414" providerId="ADAL" clId="{918CD3B9-57C8-44EA-8F5B-13D8007B23C5}" dt="2024-05-07T23:51:31.285" v="1548" actId="700"/>
          <ac:spMkLst>
            <pc:docMk/>
            <pc:sldMk cId="1439722548" sldId="648"/>
            <ac:spMk id="5" creationId="{A6D757BB-E09A-8D19-C029-57A39A508456}"/>
          </ac:spMkLst>
        </pc:spChg>
        <pc:spChg chg="add mod ord">
          <ac:chgData name="Mengmeng Ge" userId="bb5bc401-97cb-4caf-9857-8ff441375414" providerId="ADAL" clId="{918CD3B9-57C8-44EA-8F5B-13D8007B23C5}" dt="2024-05-07T23:51:31.285" v="1548" actId="700"/>
          <ac:spMkLst>
            <pc:docMk/>
            <pc:sldMk cId="1439722548" sldId="648"/>
            <ac:spMk id="6" creationId="{2D029B48-4CC7-C9E2-B4AC-B04F9282E116}"/>
          </ac:spMkLst>
        </pc:spChg>
        <pc:spChg chg="add mod ord">
          <ac:chgData name="Mengmeng Ge" userId="bb5bc401-97cb-4caf-9857-8ff441375414" providerId="ADAL" clId="{918CD3B9-57C8-44EA-8F5B-13D8007B23C5}" dt="2024-05-07T23:51:31.285" v="1548" actId="700"/>
          <ac:spMkLst>
            <pc:docMk/>
            <pc:sldMk cId="1439722548" sldId="648"/>
            <ac:spMk id="7" creationId="{90086442-CAD0-0EB0-55C6-E979162E30A6}"/>
          </ac:spMkLst>
        </pc:spChg>
      </pc:sldChg>
      <pc:sldChg chg="modSp new del mod">
        <pc:chgData name="Mengmeng Ge" userId="bb5bc401-97cb-4caf-9857-8ff441375414" providerId="ADAL" clId="{918CD3B9-57C8-44EA-8F5B-13D8007B23C5}" dt="2024-05-07T02:59:16.400" v="988" actId="47"/>
        <pc:sldMkLst>
          <pc:docMk/>
          <pc:sldMk cId="2409846466" sldId="648"/>
        </pc:sldMkLst>
        <pc:spChg chg="mod">
          <ac:chgData name="Mengmeng Ge" userId="bb5bc401-97cb-4caf-9857-8ff441375414" providerId="ADAL" clId="{918CD3B9-57C8-44EA-8F5B-13D8007B23C5}" dt="2024-05-07T02:58:42.535" v="987"/>
          <ac:spMkLst>
            <pc:docMk/>
            <pc:sldMk cId="2409846466" sldId="648"/>
            <ac:spMk id="2" creationId="{F3E1BD52-29F8-D4DF-166F-9A4676C6025F}"/>
          </ac:spMkLst>
        </pc:spChg>
      </pc:sldChg>
      <pc:sldChg chg="addSp delSp modSp add mod modAnim modNotesTx">
        <pc:chgData name="Mengmeng Ge" userId="bb5bc401-97cb-4caf-9857-8ff441375414" providerId="ADAL" clId="{918CD3B9-57C8-44EA-8F5B-13D8007B23C5}" dt="2024-05-09T00:19:46.069" v="4027" actId="478"/>
        <pc:sldMkLst>
          <pc:docMk/>
          <pc:sldMk cId="4073289175" sldId="648"/>
        </pc:sldMkLst>
        <pc:spChg chg="del">
          <ac:chgData name="Mengmeng Ge" userId="bb5bc401-97cb-4caf-9857-8ff441375414" providerId="ADAL" clId="{918CD3B9-57C8-44EA-8F5B-13D8007B23C5}" dt="2024-05-08T01:47:27.106" v="2082" actId="478"/>
          <ac:spMkLst>
            <pc:docMk/>
            <pc:sldMk cId="4073289175" sldId="648"/>
            <ac:spMk id="2" creationId="{00000000-0000-0000-0000-000000000000}"/>
          </ac:spMkLst>
        </pc:spChg>
        <pc:spChg chg="mod">
          <ac:chgData name="Mengmeng Ge" userId="bb5bc401-97cb-4caf-9857-8ff441375414" providerId="ADAL" clId="{918CD3B9-57C8-44EA-8F5B-13D8007B23C5}" dt="2024-05-08T01:53:49.403" v="2193" actId="1076"/>
          <ac:spMkLst>
            <pc:docMk/>
            <pc:sldMk cId="4073289175" sldId="648"/>
            <ac:spMk id="3" creationId="{00000000-0000-0000-0000-000000000000}"/>
          </ac:spMkLst>
        </pc:spChg>
        <pc:spChg chg="del">
          <ac:chgData name="Mengmeng Ge" userId="bb5bc401-97cb-4caf-9857-8ff441375414" providerId="ADAL" clId="{918CD3B9-57C8-44EA-8F5B-13D8007B23C5}" dt="2024-05-08T01:47:10.275" v="2070" actId="478"/>
          <ac:spMkLst>
            <pc:docMk/>
            <pc:sldMk cId="4073289175" sldId="648"/>
            <ac:spMk id="4" creationId="{5817BE12-044F-F9D6-42D3-E8885B45D8B8}"/>
          </ac:spMkLst>
        </pc:spChg>
        <pc:spChg chg="mod">
          <ac:chgData name="Mengmeng Ge" userId="bb5bc401-97cb-4caf-9857-8ff441375414" providerId="ADAL" clId="{918CD3B9-57C8-44EA-8F5B-13D8007B23C5}" dt="2024-05-09T00:18:17.948" v="4001" actId="1076"/>
          <ac:spMkLst>
            <pc:docMk/>
            <pc:sldMk cId="4073289175" sldId="648"/>
            <ac:spMk id="4" creationId="{D0E70E4C-A3D1-B313-F78D-5111D3150AE4}"/>
          </ac:spMkLst>
        </pc:spChg>
        <pc:spChg chg="add mod topLvl">
          <ac:chgData name="Mengmeng Ge" userId="bb5bc401-97cb-4caf-9857-8ff441375414" providerId="ADAL" clId="{918CD3B9-57C8-44EA-8F5B-13D8007B23C5}" dt="2024-05-08T02:05:21.670" v="2339" actId="1038"/>
          <ac:spMkLst>
            <pc:docMk/>
            <pc:sldMk cId="4073289175" sldId="648"/>
            <ac:spMk id="6" creationId="{068A9D4D-28C7-BAF0-A6E5-7DB646E53C36}"/>
          </ac:spMkLst>
        </pc:spChg>
        <pc:spChg chg="mod">
          <ac:chgData name="Mengmeng Ge" userId="bb5bc401-97cb-4caf-9857-8ff441375414" providerId="ADAL" clId="{918CD3B9-57C8-44EA-8F5B-13D8007B23C5}" dt="2024-05-09T00:18:17.948" v="4001" actId="1076"/>
          <ac:spMkLst>
            <pc:docMk/>
            <pc:sldMk cId="4073289175" sldId="648"/>
            <ac:spMk id="7" creationId="{817D9BA8-A632-F809-E060-7A2296FCCBDC}"/>
          </ac:spMkLst>
        </pc:spChg>
        <pc:spChg chg="mod">
          <ac:chgData name="Mengmeng Ge" userId="bb5bc401-97cb-4caf-9857-8ff441375414" providerId="ADAL" clId="{918CD3B9-57C8-44EA-8F5B-13D8007B23C5}" dt="2024-05-08T02:03:19.655" v="2315" actId="165"/>
          <ac:spMkLst>
            <pc:docMk/>
            <pc:sldMk cId="4073289175" sldId="648"/>
            <ac:spMk id="8" creationId="{8DBAFFCE-559D-1C04-9BBA-E18094610ABD}"/>
          </ac:spMkLst>
        </pc:spChg>
        <pc:spChg chg="mod">
          <ac:chgData name="Mengmeng Ge" userId="bb5bc401-97cb-4caf-9857-8ff441375414" providerId="ADAL" clId="{918CD3B9-57C8-44EA-8F5B-13D8007B23C5}" dt="2024-05-09T00:18:17.948" v="4001" actId="1076"/>
          <ac:spMkLst>
            <pc:docMk/>
            <pc:sldMk cId="4073289175" sldId="648"/>
            <ac:spMk id="8" creationId="{AB3FFACE-F64A-8C55-9539-34AE16C411A7}"/>
          </ac:spMkLst>
        </pc:spChg>
        <pc:spChg chg="mod">
          <ac:chgData name="Mengmeng Ge" userId="bb5bc401-97cb-4caf-9857-8ff441375414" providerId="ADAL" clId="{918CD3B9-57C8-44EA-8F5B-13D8007B23C5}" dt="2024-05-09T00:18:17.948" v="4001" actId="1076"/>
          <ac:spMkLst>
            <pc:docMk/>
            <pc:sldMk cId="4073289175" sldId="648"/>
            <ac:spMk id="9" creationId="{92CF9458-0243-5B2A-F132-EE4077809C50}"/>
          </ac:spMkLst>
        </pc:spChg>
        <pc:spChg chg="mod">
          <ac:chgData name="Mengmeng Ge" userId="bb5bc401-97cb-4caf-9857-8ff441375414" providerId="ADAL" clId="{918CD3B9-57C8-44EA-8F5B-13D8007B23C5}" dt="2024-05-08T02:03:19.655" v="2315" actId="165"/>
          <ac:spMkLst>
            <pc:docMk/>
            <pc:sldMk cId="4073289175" sldId="648"/>
            <ac:spMk id="9" creationId="{B8CECF41-501E-798D-DBF5-2198CAF472F6}"/>
          </ac:spMkLst>
        </pc:spChg>
        <pc:spChg chg="mod">
          <ac:chgData name="Mengmeng Ge" userId="bb5bc401-97cb-4caf-9857-8ff441375414" providerId="ADAL" clId="{918CD3B9-57C8-44EA-8F5B-13D8007B23C5}" dt="2024-05-08T02:03:19.655" v="2315" actId="165"/>
          <ac:spMkLst>
            <pc:docMk/>
            <pc:sldMk cId="4073289175" sldId="648"/>
            <ac:spMk id="10" creationId="{E4A07932-A27E-81C5-40FD-7B4137B44D22}"/>
          </ac:spMkLst>
        </pc:spChg>
        <pc:spChg chg="mod">
          <ac:chgData name="Mengmeng Ge" userId="bb5bc401-97cb-4caf-9857-8ff441375414" providerId="ADAL" clId="{918CD3B9-57C8-44EA-8F5B-13D8007B23C5}" dt="2024-05-08T02:03:19.655" v="2315" actId="165"/>
          <ac:spMkLst>
            <pc:docMk/>
            <pc:sldMk cId="4073289175" sldId="648"/>
            <ac:spMk id="11" creationId="{5CE7D2CE-45E2-0A1A-B24F-4DC28DDA67CB}"/>
          </ac:spMkLst>
        </pc:spChg>
        <pc:spChg chg="mod">
          <ac:chgData name="Mengmeng Ge" userId="bb5bc401-97cb-4caf-9857-8ff441375414" providerId="ADAL" clId="{918CD3B9-57C8-44EA-8F5B-13D8007B23C5}" dt="2024-05-08T02:03:19.655" v="2315" actId="165"/>
          <ac:spMkLst>
            <pc:docMk/>
            <pc:sldMk cId="4073289175" sldId="648"/>
            <ac:spMk id="12" creationId="{B68D3645-90D4-CF8D-9AE0-0621E2F9386B}"/>
          </ac:spMkLst>
        </pc:spChg>
        <pc:spChg chg="mod">
          <ac:chgData name="Mengmeng Ge" userId="bb5bc401-97cb-4caf-9857-8ff441375414" providerId="ADAL" clId="{918CD3B9-57C8-44EA-8F5B-13D8007B23C5}" dt="2024-05-08T02:03:19.655" v="2315" actId="165"/>
          <ac:spMkLst>
            <pc:docMk/>
            <pc:sldMk cId="4073289175" sldId="648"/>
            <ac:spMk id="13" creationId="{F3132D31-DAFD-F9F0-B23B-BFE960D37F57}"/>
          </ac:spMkLst>
        </pc:spChg>
        <pc:spChg chg="mod">
          <ac:chgData name="Mengmeng Ge" userId="bb5bc401-97cb-4caf-9857-8ff441375414" providerId="ADAL" clId="{918CD3B9-57C8-44EA-8F5B-13D8007B23C5}" dt="2024-05-09T00:10:51.921" v="3977" actId="1036"/>
          <ac:spMkLst>
            <pc:docMk/>
            <pc:sldMk cId="4073289175" sldId="648"/>
            <ac:spMk id="16" creationId="{775B778C-792D-BDE7-C42F-A0FAD69F83C1}"/>
          </ac:spMkLst>
        </pc:spChg>
        <pc:spChg chg="mod">
          <ac:chgData name="Mengmeng Ge" userId="bb5bc401-97cb-4caf-9857-8ff441375414" providerId="ADAL" clId="{918CD3B9-57C8-44EA-8F5B-13D8007B23C5}" dt="2024-05-09T00:10:51.921" v="3977" actId="1036"/>
          <ac:spMkLst>
            <pc:docMk/>
            <pc:sldMk cId="4073289175" sldId="648"/>
            <ac:spMk id="17" creationId="{5E84315E-5617-9249-1499-F2674ECB16D8}"/>
          </ac:spMkLst>
        </pc:spChg>
        <pc:spChg chg="mod">
          <ac:chgData name="Mengmeng Ge" userId="bb5bc401-97cb-4caf-9857-8ff441375414" providerId="ADAL" clId="{918CD3B9-57C8-44EA-8F5B-13D8007B23C5}" dt="2024-05-09T00:10:51.921" v="3977" actId="1036"/>
          <ac:spMkLst>
            <pc:docMk/>
            <pc:sldMk cId="4073289175" sldId="648"/>
            <ac:spMk id="18" creationId="{8D19607E-B4FF-6889-EA89-E94B78171C90}"/>
          </ac:spMkLst>
        </pc:spChg>
        <pc:spChg chg="mod">
          <ac:chgData name="Mengmeng Ge" userId="bb5bc401-97cb-4caf-9857-8ff441375414" providerId="ADAL" clId="{918CD3B9-57C8-44EA-8F5B-13D8007B23C5}" dt="2024-05-09T00:10:51.921" v="3977" actId="1036"/>
          <ac:spMkLst>
            <pc:docMk/>
            <pc:sldMk cId="4073289175" sldId="648"/>
            <ac:spMk id="19" creationId="{F67455AC-D4E5-A2D4-F0FE-8758CA75A496}"/>
          </ac:spMkLst>
        </pc:spChg>
        <pc:spChg chg="mod">
          <ac:chgData name="Mengmeng Ge" userId="bb5bc401-97cb-4caf-9857-8ff441375414" providerId="ADAL" clId="{918CD3B9-57C8-44EA-8F5B-13D8007B23C5}" dt="2024-05-09T00:11:05.767" v="3996" actId="1036"/>
          <ac:spMkLst>
            <pc:docMk/>
            <pc:sldMk cId="4073289175" sldId="648"/>
            <ac:spMk id="21" creationId="{0C4BEDB9-2881-9E3C-A9F4-057905BC3E3E}"/>
          </ac:spMkLst>
        </pc:spChg>
        <pc:spChg chg="mod">
          <ac:chgData name="Mengmeng Ge" userId="bb5bc401-97cb-4caf-9857-8ff441375414" providerId="ADAL" clId="{918CD3B9-57C8-44EA-8F5B-13D8007B23C5}" dt="2024-05-09T00:11:05.767" v="3996" actId="1036"/>
          <ac:spMkLst>
            <pc:docMk/>
            <pc:sldMk cId="4073289175" sldId="648"/>
            <ac:spMk id="22" creationId="{36A11987-1CDE-D015-B4F1-702BF2E8E5F0}"/>
          </ac:spMkLst>
        </pc:spChg>
        <pc:spChg chg="mod">
          <ac:chgData name="Mengmeng Ge" userId="bb5bc401-97cb-4caf-9857-8ff441375414" providerId="ADAL" clId="{918CD3B9-57C8-44EA-8F5B-13D8007B23C5}" dt="2024-05-09T00:11:05.767" v="3996" actId="1036"/>
          <ac:spMkLst>
            <pc:docMk/>
            <pc:sldMk cId="4073289175" sldId="648"/>
            <ac:spMk id="23" creationId="{B8485836-5B1B-A6CA-59CA-B8121C1A2C98}"/>
          </ac:spMkLst>
        </pc:spChg>
        <pc:spChg chg="mod">
          <ac:chgData name="Mengmeng Ge" userId="bb5bc401-97cb-4caf-9857-8ff441375414" providerId="ADAL" clId="{918CD3B9-57C8-44EA-8F5B-13D8007B23C5}" dt="2024-05-09T00:11:05.767" v="3996" actId="1036"/>
          <ac:spMkLst>
            <pc:docMk/>
            <pc:sldMk cId="4073289175" sldId="648"/>
            <ac:spMk id="24" creationId="{31AFB666-CCFA-F2BA-20AC-EC14A9B8388B}"/>
          </ac:spMkLst>
        </pc:spChg>
        <pc:spChg chg="del">
          <ac:chgData name="Mengmeng Ge" userId="bb5bc401-97cb-4caf-9857-8ff441375414" providerId="ADAL" clId="{918CD3B9-57C8-44EA-8F5B-13D8007B23C5}" dt="2024-05-08T01:47:29.613" v="2083" actId="478"/>
          <ac:spMkLst>
            <pc:docMk/>
            <pc:sldMk cId="4073289175" sldId="648"/>
            <ac:spMk id="67" creationId="{00000000-0000-0000-0000-000000000000}"/>
          </ac:spMkLst>
        </pc:spChg>
        <pc:spChg chg="del">
          <ac:chgData name="Mengmeng Ge" userId="bb5bc401-97cb-4caf-9857-8ff441375414" providerId="ADAL" clId="{918CD3B9-57C8-44EA-8F5B-13D8007B23C5}" dt="2024-05-08T01:47:29.613" v="2083" actId="478"/>
          <ac:spMkLst>
            <pc:docMk/>
            <pc:sldMk cId="4073289175" sldId="648"/>
            <ac:spMk id="68" creationId="{00000000-0000-0000-0000-000000000000}"/>
          </ac:spMkLst>
        </pc:spChg>
        <pc:spChg chg="mod topLvl">
          <ac:chgData name="Mengmeng Ge" userId="bb5bc401-97cb-4caf-9857-8ff441375414" providerId="ADAL" clId="{918CD3B9-57C8-44EA-8F5B-13D8007B23C5}" dt="2024-05-09T00:19:03.828" v="4026" actId="1035"/>
          <ac:spMkLst>
            <pc:docMk/>
            <pc:sldMk cId="4073289175" sldId="648"/>
            <ac:spMk id="191490" creationId="{00000000-0000-0000-0000-000000000000}"/>
          </ac:spMkLst>
        </pc:spChg>
        <pc:spChg chg="mod">
          <ac:chgData name="Mengmeng Ge" userId="bb5bc401-97cb-4caf-9857-8ff441375414" providerId="ADAL" clId="{918CD3B9-57C8-44EA-8F5B-13D8007B23C5}" dt="2024-05-08T02:03:19.655" v="2315" actId="165"/>
          <ac:spMkLst>
            <pc:docMk/>
            <pc:sldMk cId="4073289175" sldId="648"/>
            <ac:spMk id="191492" creationId="{00000000-0000-0000-0000-000000000000}"/>
          </ac:spMkLst>
        </pc:spChg>
        <pc:spChg chg="mod topLvl">
          <ac:chgData name="Mengmeng Ge" userId="bb5bc401-97cb-4caf-9857-8ff441375414" providerId="ADAL" clId="{918CD3B9-57C8-44EA-8F5B-13D8007B23C5}" dt="2024-05-09T00:18:47.443" v="4007" actId="1035"/>
          <ac:spMkLst>
            <pc:docMk/>
            <pc:sldMk cId="4073289175" sldId="648"/>
            <ac:spMk id="191493" creationId="{00000000-0000-0000-0000-000000000000}"/>
          </ac:spMkLst>
        </pc:spChg>
        <pc:spChg chg="mod topLvl">
          <ac:chgData name="Mengmeng Ge" userId="bb5bc401-97cb-4caf-9857-8ff441375414" providerId="ADAL" clId="{918CD3B9-57C8-44EA-8F5B-13D8007B23C5}" dt="2024-05-08T02:03:19.655" v="2315" actId="165"/>
          <ac:spMkLst>
            <pc:docMk/>
            <pc:sldMk cId="4073289175" sldId="648"/>
            <ac:spMk id="191494" creationId="{00000000-0000-0000-0000-000000000000}"/>
          </ac:spMkLst>
        </pc:spChg>
        <pc:spChg chg="mod">
          <ac:chgData name="Mengmeng Ge" userId="bb5bc401-97cb-4caf-9857-8ff441375414" providerId="ADAL" clId="{918CD3B9-57C8-44EA-8F5B-13D8007B23C5}" dt="2024-05-08T03:14:11.972" v="2664" actId="255"/>
          <ac:spMkLst>
            <pc:docMk/>
            <pc:sldMk cId="4073289175" sldId="648"/>
            <ac:spMk id="191495" creationId="{00000000-0000-0000-0000-000000000000}"/>
          </ac:spMkLst>
        </pc:spChg>
        <pc:spChg chg="mod topLvl">
          <ac:chgData name="Mengmeng Ge" userId="bb5bc401-97cb-4caf-9857-8ff441375414" providerId="ADAL" clId="{918CD3B9-57C8-44EA-8F5B-13D8007B23C5}" dt="2024-05-08T02:03:19.655" v="2315" actId="165"/>
          <ac:spMkLst>
            <pc:docMk/>
            <pc:sldMk cId="4073289175" sldId="648"/>
            <ac:spMk id="191521" creationId="{00000000-0000-0000-0000-000000000000}"/>
          </ac:spMkLst>
        </pc:spChg>
        <pc:spChg chg="mod topLvl">
          <ac:chgData name="Mengmeng Ge" userId="bb5bc401-97cb-4caf-9857-8ff441375414" providerId="ADAL" clId="{918CD3B9-57C8-44EA-8F5B-13D8007B23C5}" dt="2024-05-08T02:03:19.655" v="2315" actId="165"/>
          <ac:spMkLst>
            <pc:docMk/>
            <pc:sldMk cId="4073289175" sldId="648"/>
            <ac:spMk id="191523" creationId="{00000000-0000-0000-0000-000000000000}"/>
          </ac:spMkLst>
        </pc:spChg>
        <pc:spChg chg="mod topLvl">
          <ac:chgData name="Mengmeng Ge" userId="bb5bc401-97cb-4caf-9857-8ff441375414" providerId="ADAL" clId="{918CD3B9-57C8-44EA-8F5B-13D8007B23C5}" dt="2024-05-08T02:03:19.655" v="2315" actId="165"/>
          <ac:spMkLst>
            <pc:docMk/>
            <pc:sldMk cId="4073289175" sldId="648"/>
            <ac:spMk id="191524" creationId="{00000000-0000-0000-0000-000000000000}"/>
          </ac:spMkLst>
        </pc:spChg>
        <pc:spChg chg="mod topLvl">
          <ac:chgData name="Mengmeng Ge" userId="bb5bc401-97cb-4caf-9857-8ff441375414" providerId="ADAL" clId="{918CD3B9-57C8-44EA-8F5B-13D8007B23C5}" dt="2024-05-09T00:18:53.574" v="4018" actId="1035"/>
          <ac:spMkLst>
            <pc:docMk/>
            <pc:sldMk cId="4073289175" sldId="648"/>
            <ac:spMk id="191525" creationId="{00000000-0000-0000-0000-000000000000}"/>
          </ac:spMkLst>
        </pc:spChg>
        <pc:spChg chg="mod">
          <ac:chgData name="Mengmeng Ge" userId="bb5bc401-97cb-4caf-9857-8ff441375414" providerId="ADAL" clId="{918CD3B9-57C8-44EA-8F5B-13D8007B23C5}" dt="2024-05-08T02:03:19.655" v="2315" actId="165"/>
          <ac:spMkLst>
            <pc:docMk/>
            <pc:sldMk cId="4073289175" sldId="648"/>
            <ac:spMk id="191526" creationId="{00000000-0000-0000-0000-000000000000}"/>
          </ac:spMkLst>
        </pc:spChg>
        <pc:spChg chg="mod">
          <ac:chgData name="Mengmeng Ge" userId="bb5bc401-97cb-4caf-9857-8ff441375414" providerId="ADAL" clId="{918CD3B9-57C8-44EA-8F5B-13D8007B23C5}" dt="2024-05-08T01:51:59.838" v="2170" actId="478"/>
          <ac:spMkLst>
            <pc:docMk/>
            <pc:sldMk cId="4073289175" sldId="648"/>
            <ac:spMk id="191528" creationId="{00000000-0000-0000-0000-000000000000}"/>
          </ac:spMkLst>
        </pc:spChg>
        <pc:spChg chg="del">
          <ac:chgData name="Mengmeng Ge" userId="bb5bc401-97cb-4caf-9857-8ff441375414" providerId="ADAL" clId="{918CD3B9-57C8-44EA-8F5B-13D8007B23C5}" dt="2024-05-08T01:51:59.838" v="2170" actId="478"/>
          <ac:spMkLst>
            <pc:docMk/>
            <pc:sldMk cId="4073289175" sldId="648"/>
            <ac:spMk id="191529" creationId="{00000000-0000-0000-0000-000000000000}"/>
          </ac:spMkLst>
        </pc:spChg>
        <pc:spChg chg="mod topLvl">
          <ac:chgData name="Mengmeng Ge" userId="bb5bc401-97cb-4caf-9857-8ff441375414" providerId="ADAL" clId="{918CD3B9-57C8-44EA-8F5B-13D8007B23C5}" dt="2024-05-08T02:03:19.655" v="2315" actId="165"/>
          <ac:spMkLst>
            <pc:docMk/>
            <pc:sldMk cId="4073289175" sldId="648"/>
            <ac:spMk id="191532" creationId="{00000000-0000-0000-0000-000000000000}"/>
          </ac:spMkLst>
        </pc:spChg>
        <pc:spChg chg="mod topLvl">
          <ac:chgData name="Mengmeng Ge" userId="bb5bc401-97cb-4caf-9857-8ff441375414" providerId="ADAL" clId="{918CD3B9-57C8-44EA-8F5B-13D8007B23C5}" dt="2024-05-08T02:03:19.655" v="2315" actId="165"/>
          <ac:spMkLst>
            <pc:docMk/>
            <pc:sldMk cId="4073289175" sldId="648"/>
            <ac:spMk id="191533" creationId="{00000000-0000-0000-0000-000000000000}"/>
          </ac:spMkLst>
        </pc:spChg>
        <pc:spChg chg="mod topLvl">
          <ac:chgData name="Mengmeng Ge" userId="bb5bc401-97cb-4caf-9857-8ff441375414" providerId="ADAL" clId="{918CD3B9-57C8-44EA-8F5B-13D8007B23C5}" dt="2024-05-08T02:03:19.655" v="2315" actId="165"/>
          <ac:spMkLst>
            <pc:docMk/>
            <pc:sldMk cId="4073289175" sldId="648"/>
            <ac:spMk id="191534" creationId="{00000000-0000-0000-0000-000000000000}"/>
          </ac:spMkLst>
        </pc:spChg>
        <pc:spChg chg="mod topLvl">
          <ac:chgData name="Mengmeng Ge" userId="bb5bc401-97cb-4caf-9857-8ff441375414" providerId="ADAL" clId="{918CD3B9-57C8-44EA-8F5B-13D8007B23C5}" dt="2024-05-08T02:05:12.896" v="2337" actId="1582"/>
          <ac:spMkLst>
            <pc:docMk/>
            <pc:sldMk cId="4073289175" sldId="648"/>
            <ac:spMk id="191535" creationId="{00000000-0000-0000-0000-000000000000}"/>
          </ac:spMkLst>
        </pc:spChg>
        <pc:spChg chg="del mod">
          <ac:chgData name="Mengmeng Ge" userId="bb5bc401-97cb-4caf-9857-8ff441375414" providerId="ADAL" clId="{918CD3B9-57C8-44EA-8F5B-13D8007B23C5}" dt="2024-05-08T01:48:44.041" v="2103" actId="478"/>
          <ac:spMkLst>
            <pc:docMk/>
            <pc:sldMk cId="4073289175" sldId="648"/>
            <ac:spMk id="191536" creationId="{00000000-0000-0000-0000-000000000000}"/>
          </ac:spMkLst>
        </pc:spChg>
        <pc:spChg chg="mod topLvl">
          <ac:chgData name="Mengmeng Ge" userId="bb5bc401-97cb-4caf-9857-8ff441375414" providerId="ADAL" clId="{918CD3B9-57C8-44EA-8F5B-13D8007B23C5}" dt="2024-05-09T00:18:56.921" v="4021" actId="1035"/>
          <ac:spMkLst>
            <pc:docMk/>
            <pc:sldMk cId="4073289175" sldId="648"/>
            <ac:spMk id="191537" creationId="{00000000-0000-0000-0000-000000000000}"/>
          </ac:spMkLst>
        </pc:spChg>
        <pc:spChg chg="del mod">
          <ac:chgData name="Mengmeng Ge" userId="bb5bc401-97cb-4caf-9857-8ff441375414" providerId="ADAL" clId="{918CD3B9-57C8-44EA-8F5B-13D8007B23C5}" dt="2024-05-08T02:03:13.131" v="2314" actId="478"/>
          <ac:spMkLst>
            <pc:docMk/>
            <pc:sldMk cId="4073289175" sldId="648"/>
            <ac:spMk id="191538" creationId="{00000000-0000-0000-0000-000000000000}"/>
          </ac:spMkLst>
        </pc:spChg>
        <pc:spChg chg="mod">
          <ac:chgData name="Mengmeng Ge" userId="bb5bc401-97cb-4caf-9857-8ff441375414" providerId="ADAL" clId="{918CD3B9-57C8-44EA-8F5B-13D8007B23C5}" dt="2024-05-08T02:03:19.655" v="2315" actId="165"/>
          <ac:spMkLst>
            <pc:docMk/>
            <pc:sldMk cId="4073289175" sldId="648"/>
            <ac:spMk id="191539" creationId="{00000000-0000-0000-0000-000000000000}"/>
          </ac:spMkLst>
        </pc:spChg>
        <pc:spChg chg="mod topLvl">
          <ac:chgData name="Mengmeng Ge" userId="bb5bc401-97cb-4caf-9857-8ff441375414" providerId="ADAL" clId="{918CD3B9-57C8-44EA-8F5B-13D8007B23C5}" dt="2024-05-08T02:03:19.655" v="2315" actId="165"/>
          <ac:spMkLst>
            <pc:docMk/>
            <pc:sldMk cId="4073289175" sldId="648"/>
            <ac:spMk id="191540" creationId="{00000000-0000-0000-0000-000000000000}"/>
          </ac:spMkLst>
        </pc:spChg>
        <pc:spChg chg="mod topLvl">
          <ac:chgData name="Mengmeng Ge" userId="bb5bc401-97cb-4caf-9857-8ff441375414" providerId="ADAL" clId="{918CD3B9-57C8-44EA-8F5B-13D8007B23C5}" dt="2024-05-08T02:03:19.655" v="2315" actId="165"/>
          <ac:spMkLst>
            <pc:docMk/>
            <pc:sldMk cId="4073289175" sldId="648"/>
            <ac:spMk id="191541" creationId="{00000000-0000-0000-0000-000000000000}"/>
          </ac:spMkLst>
        </pc:spChg>
        <pc:spChg chg="mod">
          <ac:chgData name="Mengmeng Ge" userId="bb5bc401-97cb-4caf-9857-8ff441375414" providerId="ADAL" clId="{918CD3B9-57C8-44EA-8F5B-13D8007B23C5}" dt="2024-05-08T02:03:19.655" v="2315" actId="165"/>
          <ac:spMkLst>
            <pc:docMk/>
            <pc:sldMk cId="4073289175" sldId="648"/>
            <ac:spMk id="191542" creationId="{00000000-0000-0000-0000-000000000000}"/>
          </ac:spMkLst>
        </pc:spChg>
        <pc:spChg chg="mod">
          <ac:chgData name="Mengmeng Ge" userId="bb5bc401-97cb-4caf-9857-8ff441375414" providerId="ADAL" clId="{918CD3B9-57C8-44EA-8F5B-13D8007B23C5}" dt="2024-05-08T02:03:19.655" v="2315" actId="165"/>
          <ac:spMkLst>
            <pc:docMk/>
            <pc:sldMk cId="4073289175" sldId="648"/>
            <ac:spMk id="191543" creationId="{00000000-0000-0000-0000-000000000000}"/>
          </ac:spMkLst>
        </pc:spChg>
        <pc:spChg chg="mod topLvl">
          <ac:chgData name="Mengmeng Ge" userId="bb5bc401-97cb-4caf-9857-8ff441375414" providerId="ADAL" clId="{918CD3B9-57C8-44EA-8F5B-13D8007B23C5}" dt="2024-05-08T02:03:19.655" v="2315" actId="165"/>
          <ac:spMkLst>
            <pc:docMk/>
            <pc:sldMk cId="4073289175" sldId="648"/>
            <ac:spMk id="191548" creationId="{00000000-0000-0000-0000-000000000000}"/>
          </ac:spMkLst>
        </pc:spChg>
        <pc:spChg chg="mod topLvl">
          <ac:chgData name="Mengmeng Ge" userId="bb5bc401-97cb-4caf-9857-8ff441375414" providerId="ADAL" clId="{918CD3B9-57C8-44EA-8F5B-13D8007B23C5}" dt="2024-05-08T02:03:19.655" v="2315" actId="165"/>
          <ac:spMkLst>
            <pc:docMk/>
            <pc:sldMk cId="4073289175" sldId="648"/>
            <ac:spMk id="191549" creationId="{00000000-0000-0000-0000-000000000000}"/>
          </ac:spMkLst>
        </pc:spChg>
        <pc:spChg chg="del mod topLvl">
          <ac:chgData name="Mengmeng Ge" userId="bb5bc401-97cb-4caf-9857-8ff441375414" providerId="ADAL" clId="{918CD3B9-57C8-44EA-8F5B-13D8007B23C5}" dt="2024-05-08T02:03:23.151" v="2316" actId="478"/>
          <ac:spMkLst>
            <pc:docMk/>
            <pc:sldMk cId="4073289175" sldId="648"/>
            <ac:spMk id="191553" creationId="{00000000-0000-0000-0000-000000000000}"/>
          </ac:spMkLst>
        </pc:spChg>
        <pc:spChg chg="del">
          <ac:chgData name="Mengmeng Ge" userId="bb5bc401-97cb-4caf-9857-8ff441375414" providerId="ADAL" clId="{918CD3B9-57C8-44EA-8F5B-13D8007B23C5}" dt="2024-05-08T01:51:55.911" v="2168" actId="478"/>
          <ac:spMkLst>
            <pc:docMk/>
            <pc:sldMk cId="4073289175" sldId="648"/>
            <ac:spMk id="191554" creationId="{00000000-0000-0000-0000-000000000000}"/>
          </ac:spMkLst>
        </pc:spChg>
        <pc:spChg chg="del">
          <ac:chgData name="Mengmeng Ge" userId="bb5bc401-97cb-4caf-9857-8ff441375414" providerId="ADAL" clId="{918CD3B9-57C8-44EA-8F5B-13D8007B23C5}" dt="2024-05-08T01:52:05.163" v="2172" actId="478"/>
          <ac:spMkLst>
            <pc:docMk/>
            <pc:sldMk cId="4073289175" sldId="648"/>
            <ac:spMk id="191555" creationId="{00000000-0000-0000-0000-000000000000}"/>
          </ac:spMkLst>
        </pc:spChg>
        <pc:spChg chg="del">
          <ac:chgData name="Mengmeng Ge" userId="bb5bc401-97cb-4caf-9857-8ff441375414" providerId="ADAL" clId="{918CD3B9-57C8-44EA-8F5B-13D8007B23C5}" dt="2024-05-08T01:51:57.347" v="2169" actId="478"/>
          <ac:spMkLst>
            <pc:docMk/>
            <pc:sldMk cId="4073289175" sldId="648"/>
            <ac:spMk id="191556" creationId="{00000000-0000-0000-0000-000000000000}"/>
          </ac:spMkLst>
        </pc:spChg>
        <pc:spChg chg="del">
          <ac:chgData name="Mengmeng Ge" userId="bb5bc401-97cb-4caf-9857-8ff441375414" providerId="ADAL" clId="{918CD3B9-57C8-44EA-8F5B-13D8007B23C5}" dt="2024-05-08T01:51:53.413" v="2167" actId="478"/>
          <ac:spMkLst>
            <pc:docMk/>
            <pc:sldMk cId="4073289175" sldId="648"/>
            <ac:spMk id="191557" creationId="{00000000-0000-0000-0000-000000000000}"/>
          </ac:spMkLst>
        </pc:spChg>
        <pc:spChg chg="del">
          <ac:chgData name="Mengmeng Ge" userId="bb5bc401-97cb-4caf-9857-8ff441375414" providerId="ADAL" clId="{918CD3B9-57C8-44EA-8F5B-13D8007B23C5}" dt="2024-05-08T01:52:02.741" v="2171" actId="478"/>
          <ac:spMkLst>
            <pc:docMk/>
            <pc:sldMk cId="4073289175" sldId="648"/>
            <ac:spMk id="191558" creationId="{00000000-0000-0000-0000-000000000000}"/>
          </ac:spMkLst>
        </pc:spChg>
        <pc:grpChg chg="add del mod">
          <ac:chgData name="Mengmeng Ge" userId="bb5bc401-97cb-4caf-9857-8ff441375414" providerId="ADAL" clId="{918CD3B9-57C8-44EA-8F5B-13D8007B23C5}" dt="2024-05-09T00:19:46.069" v="4027" actId="478"/>
          <ac:grpSpMkLst>
            <pc:docMk/>
            <pc:sldMk cId="4073289175" sldId="648"/>
            <ac:grpSpMk id="2" creationId="{BBF9CF93-A15C-4475-A0D2-DCDF35C885D8}"/>
          </ac:grpSpMkLst>
        </pc:grpChg>
        <pc:grpChg chg="add del mod topLvl">
          <ac:chgData name="Mengmeng Ge" userId="bb5bc401-97cb-4caf-9857-8ff441375414" providerId="ADAL" clId="{918CD3B9-57C8-44EA-8F5B-13D8007B23C5}" dt="2024-05-08T02:03:27.506" v="2318" actId="478"/>
          <ac:grpSpMkLst>
            <pc:docMk/>
            <pc:sldMk cId="4073289175" sldId="648"/>
            <ac:grpSpMk id="7" creationId="{A4CFD55A-5440-41BF-5C23-C7AED106FA01}"/>
          </ac:grpSpMkLst>
        </pc:grpChg>
        <pc:grpChg chg="add del mod">
          <ac:chgData name="Mengmeng Ge" userId="bb5bc401-97cb-4caf-9857-8ff441375414" providerId="ADAL" clId="{918CD3B9-57C8-44EA-8F5B-13D8007B23C5}" dt="2024-05-08T02:03:19.655" v="2315" actId="165"/>
          <ac:grpSpMkLst>
            <pc:docMk/>
            <pc:sldMk cId="4073289175" sldId="648"/>
            <ac:grpSpMk id="14" creationId="{45AB6937-F658-7ECD-607A-0D0298A87BBA}"/>
          </ac:grpSpMkLst>
        </pc:grpChg>
        <pc:grpChg chg="add mod">
          <ac:chgData name="Mengmeng Ge" userId="bb5bc401-97cb-4caf-9857-8ff441375414" providerId="ADAL" clId="{918CD3B9-57C8-44EA-8F5B-13D8007B23C5}" dt="2024-05-09T00:10:51.921" v="3977" actId="1036"/>
          <ac:grpSpMkLst>
            <pc:docMk/>
            <pc:sldMk cId="4073289175" sldId="648"/>
            <ac:grpSpMk id="15" creationId="{FD354F31-0561-45FD-75D8-01891DCBEC55}"/>
          </ac:grpSpMkLst>
        </pc:grpChg>
        <pc:grpChg chg="add mod">
          <ac:chgData name="Mengmeng Ge" userId="bb5bc401-97cb-4caf-9857-8ff441375414" providerId="ADAL" clId="{918CD3B9-57C8-44EA-8F5B-13D8007B23C5}" dt="2024-05-09T00:11:05.767" v="3996" actId="1036"/>
          <ac:grpSpMkLst>
            <pc:docMk/>
            <pc:sldMk cId="4073289175" sldId="648"/>
            <ac:grpSpMk id="20" creationId="{E7E1A388-6F33-7AAC-ADD4-E1EFA6B96E2C}"/>
          </ac:grpSpMkLst>
        </pc:grpChg>
        <pc:grpChg chg="del mod">
          <ac:chgData name="Mengmeng Ge" userId="bb5bc401-97cb-4caf-9857-8ff441375414" providerId="ADAL" clId="{918CD3B9-57C8-44EA-8F5B-13D8007B23C5}" dt="2024-05-08T01:51:59.838" v="2170" actId="478"/>
          <ac:grpSpMkLst>
            <pc:docMk/>
            <pc:sldMk cId="4073289175" sldId="648"/>
            <ac:grpSpMk id="191527" creationId="{00000000-0000-0000-0000-000000000000}"/>
          </ac:grpSpMkLst>
        </pc:grpChg>
        <pc:grpChg chg="del mod topLvl">
          <ac:chgData name="Mengmeng Ge" userId="bb5bc401-97cb-4caf-9857-8ff441375414" providerId="ADAL" clId="{918CD3B9-57C8-44EA-8F5B-13D8007B23C5}" dt="2024-05-08T02:03:26.018" v="2317" actId="478"/>
          <ac:grpSpMkLst>
            <pc:docMk/>
            <pc:sldMk cId="4073289175" sldId="648"/>
            <ac:grpSpMk id="191551" creationId="{00000000-0000-0000-0000-000000000000}"/>
          </ac:grpSpMkLst>
        </pc:grpChg>
        <pc:grpChg chg="del">
          <ac:chgData name="Mengmeng Ge" userId="bb5bc401-97cb-4caf-9857-8ff441375414" providerId="ADAL" clId="{918CD3B9-57C8-44EA-8F5B-13D8007B23C5}" dt="2024-05-08T01:47:29.613" v="2083" actId="478"/>
          <ac:grpSpMkLst>
            <pc:docMk/>
            <pc:sldMk cId="4073289175" sldId="648"/>
            <ac:grpSpMk id="191560" creationId="{00000000-0000-0000-0000-000000000000}"/>
          </ac:grpSpMkLst>
        </pc:grpChg>
        <pc:graphicFrameChg chg="mod topLvl">
          <ac:chgData name="Mengmeng Ge" userId="bb5bc401-97cb-4caf-9857-8ff441375414" providerId="ADAL" clId="{918CD3B9-57C8-44EA-8F5B-13D8007B23C5}" dt="2024-05-08T02:03:19.655" v="2315" actId="165"/>
          <ac:graphicFrameMkLst>
            <pc:docMk/>
            <pc:sldMk cId="4073289175" sldId="648"/>
            <ac:graphicFrameMk id="191522" creationId="{00000000-0000-0000-0000-000000000000}"/>
          </ac:graphicFrameMkLst>
        </pc:graphicFrameChg>
        <pc:graphicFrameChg chg="mod topLvl">
          <ac:chgData name="Mengmeng Ge" userId="bb5bc401-97cb-4caf-9857-8ff441375414" providerId="ADAL" clId="{918CD3B9-57C8-44EA-8F5B-13D8007B23C5}" dt="2024-05-08T02:03:19.655" v="2315" actId="165"/>
          <ac:graphicFrameMkLst>
            <pc:docMk/>
            <pc:sldMk cId="4073289175" sldId="648"/>
            <ac:graphicFrameMk id="191531" creationId="{00000000-0000-0000-0000-000000000000}"/>
          </ac:graphicFrameMkLst>
        </pc:graphicFrameChg>
        <pc:cxnChg chg="del mod topLvl">
          <ac:chgData name="Mengmeng Ge" userId="bb5bc401-97cb-4caf-9857-8ff441375414" providerId="ADAL" clId="{918CD3B9-57C8-44EA-8F5B-13D8007B23C5}" dt="2024-05-09T00:15:57.027" v="3999" actId="478"/>
          <ac:cxnSpMkLst>
            <pc:docMk/>
            <pc:sldMk cId="4073289175" sldId="648"/>
            <ac:cxnSpMk id="5" creationId="{00000000-0000-0000-0000-000000000000}"/>
          </ac:cxnSpMkLst>
        </pc:cxnChg>
      </pc:sldChg>
      <pc:sldChg chg="addSp delSp modSp new mod modClrScheme chgLayout">
        <pc:chgData name="Mengmeng Ge" userId="bb5bc401-97cb-4caf-9857-8ff441375414" providerId="ADAL" clId="{918CD3B9-57C8-44EA-8F5B-13D8007B23C5}" dt="2024-05-08T02:32:02.375" v="2532" actId="1076"/>
        <pc:sldMkLst>
          <pc:docMk/>
          <pc:sldMk cId="2197523805" sldId="649"/>
        </pc:sldMkLst>
        <pc:spChg chg="del mod ord">
          <ac:chgData name="Mengmeng Ge" userId="bb5bc401-97cb-4caf-9857-8ff441375414" providerId="ADAL" clId="{918CD3B9-57C8-44EA-8F5B-13D8007B23C5}" dt="2024-05-08T02:27:46.138" v="2489" actId="700"/>
          <ac:spMkLst>
            <pc:docMk/>
            <pc:sldMk cId="2197523805" sldId="649"/>
            <ac:spMk id="2" creationId="{45D0DEB3-C5F0-3D67-7B92-26F1B1A43E01}"/>
          </ac:spMkLst>
        </pc:spChg>
        <pc:spChg chg="del mod ord">
          <ac:chgData name="Mengmeng Ge" userId="bb5bc401-97cb-4caf-9857-8ff441375414" providerId="ADAL" clId="{918CD3B9-57C8-44EA-8F5B-13D8007B23C5}" dt="2024-05-08T02:27:46.138" v="2489" actId="700"/>
          <ac:spMkLst>
            <pc:docMk/>
            <pc:sldMk cId="2197523805" sldId="649"/>
            <ac:spMk id="3" creationId="{AF3970D7-B2FE-4A87-E73D-5C45211A8AC9}"/>
          </ac:spMkLst>
        </pc:spChg>
        <pc:spChg chg="del">
          <ac:chgData name="Mengmeng Ge" userId="bb5bc401-97cb-4caf-9857-8ff441375414" providerId="ADAL" clId="{918CD3B9-57C8-44EA-8F5B-13D8007B23C5}" dt="2024-05-08T02:27:46.138" v="2489" actId="700"/>
          <ac:spMkLst>
            <pc:docMk/>
            <pc:sldMk cId="2197523805" sldId="649"/>
            <ac:spMk id="4" creationId="{80AFC0F5-8705-A04F-44BE-9A590D6766B1}"/>
          </ac:spMkLst>
        </pc:spChg>
        <pc:spChg chg="mod ord">
          <ac:chgData name="Mengmeng Ge" userId="bb5bc401-97cb-4caf-9857-8ff441375414" providerId="ADAL" clId="{918CD3B9-57C8-44EA-8F5B-13D8007B23C5}" dt="2024-05-08T02:27:46.138" v="2489" actId="700"/>
          <ac:spMkLst>
            <pc:docMk/>
            <pc:sldMk cId="2197523805" sldId="649"/>
            <ac:spMk id="5" creationId="{2BEA172A-39E5-ED52-1D50-68391010631F}"/>
          </ac:spMkLst>
        </pc:spChg>
        <pc:spChg chg="add mod ord">
          <ac:chgData name="Mengmeng Ge" userId="bb5bc401-97cb-4caf-9857-8ff441375414" providerId="ADAL" clId="{918CD3B9-57C8-44EA-8F5B-13D8007B23C5}" dt="2024-05-08T02:28:54.572" v="2506" actId="255"/>
          <ac:spMkLst>
            <pc:docMk/>
            <pc:sldMk cId="2197523805" sldId="649"/>
            <ac:spMk id="6" creationId="{428555AD-FA9E-F2E4-8160-1C4EF76B2663}"/>
          </ac:spMkLst>
        </pc:spChg>
        <pc:spChg chg="add del mod ord">
          <ac:chgData name="Mengmeng Ge" userId="bb5bc401-97cb-4caf-9857-8ff441375414" providerId="ADAL" clId="{918CD3B9-57C8-44EA-8F5B-13D8007B23C5}" dt="2024-05-08T02:28:59.411" v="2507" actId="478"/>
          <ac:spMkLst>
            <pc:docMk/>
            <pc:sldMk cId="2197523805" sldId="649"/>
            <ac:spMk id="7" creationId="{CD7D2A96-0F30-514D-0C2E-D9C558F29BC1}"/>
          </ac:spMkLst>
        </pc:spChg>
        <pc:spChg chg="add mod">
          <ac:chgData name="Mengmeng Ge" userId="bb5bc401-97cb-4caf-9857-8ff441375414" providerId="ADAL" clId="{918CD3B9-57C8-44EA-8F5B-13D8007B23C5}" dt="2024-05-08T02:31:59.942" v="2531" actId="1036"/>
          <ac:spMkLst>
            <pc:docMk/>
            <pc:sldMk cId="2197523805" sldId="649"/>
            <ac:spMk id="12" creationId="{7272EAB9-1AB1-19D4-E1D9-2B9658B63AC2}"/>
          </ac:spMkLst>
        </pc:spChg>
        <pc:spChg chg="add mod">
          <ac:chgData name="Mengmeng Ge" userId="bb5bc401-97cb-4caf-9857-8ff441375414" providerId="ADAL" clId="{918CD3B9-57C8-44EA-8F5B-13D8007B23C5}" dt="2024-05-08T02:31:56.013" v="2529" actId="14100"/>
          <ac:spMkLst>
            <pc:docMk/>
            <pc:sldMk cId="2197523805" sldId="649"/>
            <ac:spMk id="14" creationId="{E17D7216-D0CB-F315-A450-2D307A896F16}"/>
          </ac:spMkLst>
        </pc:spChg>
        <pc:picChg chg="add del mod">
          <ac:chgData name="Mengmeng Ge" userId="bb5bc401-97cb-4caf-9857-8ff441375414" providerId="ADAL" clId="{918CD3B9-57C8-44EA-8F5B-13D8007B23C5}" dt="2024-05-08T02:29:49.301" v="2513" actId="478"/>
          <ac:picMkLst>
            <pc:docMk/>
            <pc:sldMk cId="2197523805" sldId="649"/>
            <ac:picMk id="9" creationId="{D4E6B853-5C0F-1444-8446-CDB82F48BBCA}"/>
          </ac:picMkLst>
        </pc:picChg>
        <pc:picChg chg="add mod">
          <ac:chgData name="Mengmeng Ge" userId="bb5bc401-97cb-4caf-9857-8ff441375414" providerId="ADAL" clId="{918CD3B9-57C8-44EA-8F5B-13D8007B23C5}" dt="2024-05-08T02:32:02.375" v="2532" actId="1076"/>
          <ac:picMkLst>
            <pc:docMk/>
            <pc:sldMk cId="2197523805" sldId="649"/>
            <ac:picMk id="11" creationId="{77A02F7F-AB40-26B7-C1DA-2AAE70609413}"/>
          </ac:picMkLst>
        </pc:picChg>
      </pc:sldChg>
      <pc:sldChg chg="addSp modSp add mod">
        <pc:chgData name="Mengmeng Ge" userId="bb5bc401-97cb-4caf-9857-8ff441375414" providerId="ADAL" clId="{918CD3B9-57C8-44EA-8F5B-13D8007B23C5}" dt="2024-05-08T02:32:34.581" v="2540" actId="20577"/>
        <pc:sldMkLst>
          <pc:docMk/>
          <pc:sldMk cId="45433892" sldId="650"/>
        </pc:sldMkLst>
        <pc:spChg chg="add mod">
          <ac:chgData name="Mengmeng Ge" userId="bb5bc401-97cb-4caf-9857-8ff441375414" providerId="ADAL" clId="{918CD3B9-57C8-44EA-8F5B-13D8007B23C5}" dt="2024-05-08T02:32:21.510" v="2535" actId="14100"/>
          <ac:spMkLst>
            <pc:docMk/>
            <pc:sldMk cId="45433892" sldId="650"/>
            <ac:spMk id="3" creationId="{CF45E285-FC8D-F39F-D495-9BD5E6A10483}"/>
          </ac:spMkLst>
        </pc:spChg>
        <pc:spChg chg="add mod">
          <ac:chgData name="Mengmeng Ge" userId="bb5bc401-97cb-4caf-9857-8ff441375414" providerId="ADAL" clId="{918CD3B9-57C8-44EA-8F5B-13D8007B23C5}" dt="2024-05-08T02:32:34.581" v="2540" actId="20577"/>
          <ac:spMkLst>
            <pc:docMk/>
            <pc:sldMk cId="45433892" sldId="650"/>
            <ac:spMk id="4" creationId="{9E054982-BEDB-8E2A-F8A1-F9032562944B}"/>
          </ac:spMkLst>
        </pc:spChg>
        <pc:picChg chg="mod">
          <ac:chgData name="Mengmeng Ge" userId="bb5bc401-97cb-4caf-9857-8ff441375414" providerId="ADAL" clId="{918CD3B9-57C8-44EA-8F5B-13D8007B23C5}" dt="2024-05-08T02:32:25.243" v="2537" actId="1076"/>
          <ac:picMkLst>
            <pc:docMk/>
            <pc:sldMk cId="45433892" sldId="650"/>
            <ac:picMk id="9" creationId="{D4E6B853-5C0F-1444-8446-CDB82F48BBCA}"/>
          </ac:picMkLst>
        </pc:picChg>
      </pc:sldChg>
      <pc:sldChg chg="addSp delSp modSp new mod modClrScheme chgLayout">
        <pc:chgData name="Mengmeng Ge" userId="bb5bc401-97cb-4caf-9857-8ff441375414" providerId="ADAL" clId="{918CD3B9-57C8-44EA-8F5B-13D8007B23C5}" dt="2024-05-08T03:15:29.284" v="2705" actId="20577"/>
        <pc:sldMkLst>
          <pc:docMk/>
          <pc:sldMk cId="394784661" sldId="651"/>
        </pc:sldMkLst>
        <pc:spChg chg="del mod ord">
          <ac:chgData name="Mengmeng Ge" userId="bb5bc401-97cb-4caf-9857-8ff441375414" providerId="ADAL" clId="{918CD3B9-57C8-44EA-8F5B-13D8007B23C5}" dt="2024-05-08T03:15:22.217" v="2671" actId="700"/>
          <ac:spMkLst>
            <pc:docMk/>
            <pc:sldMk cId="394784661" sldId="651"/>
            <ac:spMk id="2" creationId="{B6B9FC2D-291F-95A6-4FA2-986A5823C824}"/>
          </ac:spMkLst>
        </pc:spChg>
        <pc:spChg chg="del mod ord">
          <ac:chgData name="Mengmeng Ge" userId="bb5bc401-97cb-4caf-9857-8ff441375414" providerId="ADAL" clId="{918CD3B9-57C8-44EA-8F5B-13D8007B23C5}" dt="2024-05-08T03:15:22.217" v="2671" actId="700"/>
          <ac:spMkLst>
            <pc:docMk/>
            <pc:sldMk cId="394784661" sldId="651"/>
            <ac:spMk id="3" creationId="{323DD8AA-1B7A-A175-B0EE-33E57B811F89}"/>
          </ac:spMkLst>
        </pc:spChg>
        <pc:spChg chg="mod ord">
          <ac:chgData name="Mengmeng Ge" userId="bb5bc401-97cb-4caf-9857-8ff441375414" providerId="ADAL" clId="{918CD3B9-57C8-44EA-8F5B-13D8007B23C5}" dt="2024-05-08T03:15:22.217" v="2671" actId="700"/>
          <ac:spMkLst>
            <pc:docMk/>
            <pc:sldMk cId="394784661" sldId="651"/>
            <ac:spMk id="4" creationId="{D9906A9E-CB29-1EA1-8501-C637A4A81617}"/>
          </ac:spMkLst>
        </pc:spChg>
        <pc:spChg chg="add mod ord">
          <ac:chgData name="Mengmeng Ge" userId="bb5bc401-97cb-4caf-9857-8ff441375414" providerId="ADAL" clId="{918CD3B9-57C8-44EA-8F5B-13D8007B23C5}" dt="2024-05-08T03:15:29.284" v="2705" actId="20577"/>
          <ac:spMkLst>
            <pc:docMk/>
            <pc:sldMk cId="394784661" sldId="651"/>
            <ac:spMk id="5" creationId="{A3A0E545-1164-1D60-D58A-F8685572C4AD}"/>
          </ac:spMkLst>
        </pc:spChg>
        <pc:spChg chg="add mod ord">
          <ac:chgData name="Mengmeng Ge" userId="bb5bc401-97cb-4caf-9857-8ff441375414" providerId="ADAL" clId="{918CD3B9-57C8-44EA-8F5B-13D8007B23C5}" dt="2024-05-08T03:15:22.217" v="2671" actId="700"/>
          <ac:spMkLst>
            <pc:docMk/>
            <pc:sldMk cId="394784661" sldId="651"/>
            <ac:spMk id="6" creationId="{191E8FE4-1A81-C413-DE53-911994BDD723}"/>
          </ac:spMkLst>
        </pc:spChg>
      </pc:sldChg>
      <pc:sldChg chg="add del">
        <pc:chgData name="Mengmeng Ge" userId="bb5bc401-97cb-4caf-9857-8ff441375414" providerId="ADAL" clId="{918CD3B9-57C8-44EA-8F5B-13D8007B23C5}" dt="2024-05-08T02:41:49.677" v="2593" actId="47"/>
        <pc:sldMkLst>
          <pc:docMk/>
          <pc:sldMk cId="3015095814" sldId="651"/>
        </pc:sldMkLst>
      </pc:sldChg>
      <pc:sldChg chg="addSp delSp modSp add mod modNotesTx">
        <pc:chgData name="Mengmeng Ge" userId="bb5bc401-97cb-4caf-9857-8ff441375414" providerId="ADAL" clId="{918CD3B9-57C8-44EA-8F5B-13D8007B23C5}" dt="2024-05-09T00:59:43.890" v="4192" actId="20577"/>
        <pc:sldMkLst>
          <pc:docMk/>
          <pc:sldMk cId="4124834057" sldId="652"/>
        </pc:sldMkLst>
        <pc:spChg chg="mod">
          <ac:chgData name="Mengmeng Ge" userId="bb5bc401-97cb-4caf-9857-8ff441375414" providerId="ADAL" clId="{918CD3B9-57C8-44EA-8F5B-13D8007B23C5}" dt="2024-05-09T00:29:51.236" v="4083"/>
          <ac:spMkLst>
            <pc:docMk/>
            <pc:sldMk cId="4124834057" sldId="652"/>
            <ac:spMk id="2" creationId="{00000000-0000-0000-0000-000000000000}"/>
          </ac:spMkLst>
        </pc:spChg>
        <pc:spChg chg="mod">
          <ac:chgData name="Mengmeng Ge" userId="bb5bc401-97cb-4caf-9857-8ff441375414" providerId="ADAL" clId="{918CD3B9-57C8-44EA-8F5B-13D8007B23C5}" dt="2024-05-09T00:59:22.930" v="4183" actId="1037"/>
          <ac:spMkLst>
            <pc:docMk/>
            <pc:sldMk cId="4124834057" sldId="652"/>
            <ac:spMk id="4" creationId="{6A91D5B9-A300-4DC0-5BFF-F60C81486F2E}"/>
          </ac:spMkLst>
        </pc:spChg>
        <pc:spChg chg="mod">
          <ac:chgData name="Mengmeng Ge" userId="bb5bc401-97cb-4caf-9857-8ff441375414" providerId="ADAL" clId="{918CD3B9-57C8-44EA-8F5B-13D8007B23C5}" dt="2024-05-09T00:59:22.930" v="4183" actId="1037"/>
          <ac:spMkLst>
            <pc:docMk/>
            <pc:sldMk cId="4124834057" sldId="652"/>
            <ac:spMk id="5" creationId="{00000000-0000-0000-0000-000000000000}"/>
          </ac:spMkLst>
        </pc:spChg>
        <pc:spChg chg="mod">
          <ac:chgData name="Mengmeng Ge" userId="bb5bc401-97cb-4caf-9857-8ff441375414" providerId="ADAL" clId="{918CD3B9-57C8-44EA-8F5B-13D8007B23C5}" dt="2024-05-09T00:59:22.930" v="4183" actId="1037"/>
          <ac:spMkLst>
            <pc:docMk/>
            <pc:sldMk cId="4124834057" sldId="652"/>
            <ac:spMk id="6" creationId="{D0A20E0C-0662-0F9F-3CCC-98B153AD561D}"/>
          </ac:spMkLst>
        </pc:spChg>
        <pc:spChg chg="mod">
          <ac:chgData name="Mengmeng Ge" userId="bb5bc401-97cb-4caf-9857-8ff441375414" providerId="ADAL" clId="{918CD3B9-57C8-44EA-8F5B-13D8007B23C5}" dt="2024-05-09T00:59:22.930" v="4183" actId="1037"/>
          <ac:spMkLst>
            <pc:docMk/>
            <pc:sldMk cId="4124834057" sldId="652"/>
            <ac:spMk id="7" creationId="{00000000-0000-0000-0000-000000000000}"/>
          </ac:spMkLst>
        </pc:spChg>
        <pc:spChg chg="mod">
          <ac:chgData name="Mengmeng Ge" userId="bb5bc401-97cb-4caf-9857-8ff441375414" providerId="ADAL" clId="{918CD3B9-57C8-44EA-8F5B-13D8007B23C5}" dt="2024-05-09T00:59:22.930" v="4183" actId="1037"/>
          <ac:spMkLst>
            <pc:docMk/>
            <pc:sldMk cId="4124834057" sldId="652"/>
            <ac:spMk id="9" creationId="{00000000-0000-0000-0000-000000000000}"/>
          </ac:spMkLst>
        </pc:spChg>
        <pc:spChg chg="mod">
          <ac:chgData name="Mengmeng Ge" userId="bb5bc401-97cb-4caf-9857-8ff441375414" providerId="ADAL" clId="{918CD3B9-57C8-44EA-8F5B-13D8007B23C5}" dt="2024-05-09T00:59:22.930" v="4183" actId="1037"/>
          <ac:spMkLst>
            <pc:docMk/>
            <pc:sldMk cId="4124834057" sldId="652"/>
            <ac:spMk id="10" creationId="{00000000-0000-0000-0000-000000000000}"/>
          </ac:spMkLst>
        </pc:spChg>
        <pc:spChg chg="mod">
          <ac:chgData name="Mengmeng Ge" userId="bb5bc401-97cb-4caf-9857-8ff441375414" providerId="ADAL" clId="{918CD3B9-57C8-44EA-8F5B-13D8007B23C5}" dt="2024-05-09T00:59:22.930" v="4183" actId="1037"/>
          <ac:spMkLst>
            <pc:docMk/>
            <pc:sldMk cId="4124834057" sldId="652"/>
            <ac:spMk id="11" creationId="{00000000-0000-0000-0000-000000000000}"/>
          </ac:spMkLst>
        </pc:spChg>
        <pc:spChg chg="add mod">
          <ac:chgData name="Mengmeng Ge" userId="bb5bc401-97cb-4caf-9857-8ff441375414" providerId="ADAL" clId="{918CD3B9-57C8-44EA-8F5B-13D8007B23C5}" dt="2024-05-09T00:59:22.930" v="4183" actId="1037"/>
          <ac:spMkLst>
            <pc:docMk/>
            <pc:sldMk cId="4124834057" sldId="652"/>
            <ac:spMk id="12" creationId="{0D288561-523A-C01A-8FC7-CE2B9A36857A}"/>
          </ac:spMkLst>
        </pc:spChg>
        <pc:spChg chg="add mod">
          <ac:chgData name="Mengmeng Ge" userId="bb5bc401-97cb-4caf-9857-8ff441375414" providerId="ADAL" clId="{918CD3B9-57C8-44EA-8F5B-13D8007B23C5}" dt="2024-05-09T00:59:22.930" v="4183" actId="1037"/>
          <ac:spMkLst>
            <pc:docMk/>
            <pc:sldMk cId="4124834057" sldId="652"/>
            <ac:spMk id="13" creationId="{E7E3ECCC-CEC2-E252-6030-E2072264DE64}"/>
          </ac:spMkLst>
        </pc:spChg>
        <pc:spChg chg="mod">
          <ac:chgData name="Mengmeng Ge" userId="bb5bc401-97cb-4caf-9857-8ff441375414" providerId="ADAL" clId="{918CD3B9-57C8-44EA-8F5B-13D8007B23C5}" dt="2024-05-09T00:59:22.930" v="4183" actId="1037"/>
          <ac:spMkLst>
            <pc:docMk/>
            <pc:sldMk cId="4124834057" sldId="652"/>
            <ac:spMk id="16" creationId="{00000000-0000-0000-0000-000000000000}"/>
          </ac:spMkLst>
        </pc:spChg>
        <pc:spChg chg="mod">
          <ac:chgData name="Mengmeng Ge" userId="bb5bc401-97cb-4caf-9857-8ff441375414" providerId="ADAL" clId="{918CD3B9-57C8-44EA-8F5B-13D8007B23C5}" dt="2024-05-09T00:59:22.930" v="4183" actId="1037"/>
          <ac:spMkLst>
            <pc:docMk/>
            <pc:sldMk cId="4124834057" sldId="652"/>
            <ac:spMk id="17" creationId="{48653467-9B75-CE95-5D87-4180B2CB526D}"/>
          </ac:spMkLst>
        </pc:spChg>
        <pc:spChg chg="mod">
          <ac:chgData name="Mengmeng Ge" userId="bb5bc401-97cb-4caf-9857-8ff441375414" providerId="ADAL" clId="{918CD3B9-57C8-44EA-8F5B-13D8007B23C5}" dt="2024-05-09T00:59:22.930" v="4183" actId="1037"/>
          <ac:spMkLst>
            <pc:docMk/>
            <pc:sldMk cId="4124834057" sldId="652"/>
            <ac:spMk id="18" creationId="{4148FBA5-1B48-A27F-27E7-69C64BA52D80}"/>
          </ac:spMkLst>
        </pc:spChg>
        <pc:spChg chg="mod">
          <ac:chgData name="Mengmeng Ge" userId="bb5bc401-97cb-4caf-9857-8ff441375414" providerId="ADAL" clId="{918CD3B9-57C8-44EA-8F5B-13D8007B23C5}" dt="2024-05-09T00:59:22.930" v="4183" actId="1037"/>
          <ac:spMkLst>
            <pc:docMk/>
            <pc:sldMk cId="4124834057" sldId="652"/>
            <ac:spMk id="19" creationId="{00000000-0000-0000-0000-000000000000}"/>
          </ac:spMkLst>
        </pc:spChg>
        <pc:spChg chg="mod">
          <ac:chgData name="Mengmeng Ge" userId="bb5bc401-97cb-4caf-9857-8ff441375414" providerId="ADAL" clId="{918CD3B9-57C8-44EA-8F5B-13D8007B23C5}" dt="2024-05-09T00:59:22.930" v="4183" actId="1037"/>
          <ac:spMkLst>
            <pc:docMk/>
            <pc:sldMk cId="4124834057" sldId="652"/>
            <ac:spMk id="21" creationId="{200960F5-A5B6-C8AB-1222-75C6C862F619}"/>
          </ac:spMkLst>
        </pc:spChg>
        <pc:spChg chg="mod">
          <ac:chgData name="Mengmeng Ge" userId="bb5bc401-97cb-4caf-9857-8ff441375414" providerId="ADAL" clId="{918CD3B9-57C8-44EA-8F5B-13D8007B23C5}" dt="2024-05-09T00:59:22.930" v="4183" actId="1037"/>
          <ac:spMkLst>
            <pc:docMk/>
            <pc:sldMk cId="4124834057" sldId="652"/>
            <ac:spMk id="22" creationId="{00000000-0000-0000-0000-000000000000}"/>
          </ac:spMkLst>
        </pc:spChg>
        <pc:spChg chg="mod">
          <ac:chgData name="Mengmeng Ge" userId="bb5bc401-97cb-4caf-9857-8ff441375414" providerId="ADAL" clId="{918CD3B9-57C8-44EA-8F5B-13D8007B23C5}" dt="2024-05-09T00:59:22.930" v="4183" actId="1037"/>
          <ac:spMkLst>
            <pc:docMk/>
            <pc:sldMk cId="4124834057" sldId="652"/>
            <ac:spMk id="23" creationId="{00000000-0000-0000-0000-000000000000}"/>
          </ac:spMkLst>
        </pc:spChg>
        <pc:spChg chg="del">
          <ac:chgData name="Mengmeng Ge" userId="bb5bc401-97cb-4caf-9857-8ff441375414" providerId="ADAL" clId="{918CD3B9-57C8-44EA-8F5B-13D8007B23C5}" dt="2024-05-09T00:50:23.190" v="4104" actId="478"/>
          <ac:spMkLst>
            <pc:docMk/>
            <pc:sldMk cId="4124834057" sldId="652"/>
            <ac:spMk id="27" creationId="{1ED0BDF6-17A0-715B-2B31-F7E5153E0971}"/>
          </ac:spMkLst>
        </pc:spChg>
        <pc:spChg chg="mod">
          <ac:chgData name="Mengmeng Ge" userId="bb5bc401-97cb-4caf-9857-8ff441375414" providerId="ADAL" clId="{918CD3B9-57C8-44EA-8F5B-13D8007B23C5}" dt="2024-05-09T00:59:22.930" v="4183" actId="1037"/>
          <ac:spMkLst>
            <pc:docMk/>
            <pc:sldMk cId="4124834057" sldId="652"/>
            <ac:spMk id="28" creationId="{D2E39522-E83D-2FDC-F346-89E31D25DE29}"/>
          </ac:spMkLst>
        </pc:spChg>
        <pc:spChg chg="mod">
          <ac:chgData name="Mengmeng Ge" userId="bb5bc401-97cb-4caf-9857-8ff441375414" providerId="ADAL" clId="{918CD3B9-57C8-44EA-8F5B-13D8007B23C5}" dt="2024-05-09T00:59:22.930" v="4183" actId="1037"/>
          <ac:spMkLst>
            <pc:docMk/>
            <pc:sldMk cId="4124834057" sldId="652"/>
            <ac:spMk id="29" creationId="{AC03C26E-FCFD-6AB6-563B-5C6CD9D4AAA8}"/>
          </ac:spMkLst>
        </pc:spChg>
        <pc:spChg chg="mod">
          <ac:chgData name="Mengmeng Ge" userId="bb5bc401-97cb-4caf-9857-8ff441375414" providerId="ADAL" clId="{918CD3B9-57C8-44EA-8F5B-13D8007B23C5}" dt="2024-05-09T00:59:22.930" v="4183" actId="1037"/>
          <ac:spMkLst>
            <pc:docMk/>
            <pc:sldMk cId="4124834057" sldId="652"/>
            <ac:spMk id="39" creationId="{00000000-0000-0000-0000-000000000000}"/>
          </ac:spMkLst>
        </pc:spChg>
        <pc:spChg chg="mod">
          <ac:chgData name="Mengmeng Ge" userId="bb5bc401-97cb-4caf-9857-8ff441375414" providerId="ADAL" clId="{918CD3B9-57C8-44EA-8F5B-13D8007B23C5}" dt="2024-05-09T00:59:17.717" v="4174" actId="14100"/>
          <ac:spMkLst>
            <pc:docMk/>
            <pc:sldMk cId="4124834057" sldId="652"/>
            <ac:spMk id="40" creationId="{00000000-0000-0000-0000-000000000000}"/>
          </ac:spMkLst>
        </pc:spChg>
        <pc:spChg chg="mod">
          <ac:chgData name="Mengmeng Ge" userId="bb5bc401-97cb-4caf-9857-8ff441375414" providerId="ADAL" clId="{918CD3B9-57C8-44EA-8F5B-13D8007B23C5}" dt="2024-05-09T00:59:22.930" v="4183" actId="1037"/>
          <ac:spMkLst>
            <pc:docMk/>
            <pc:sldMk cId="4124834057" sldId="652"/>
            <ac:spMk id="41" creationId="{00000000-0000-0000-0000-000000000000}"/>
          </ac:spMkLst>
        </pc:spChg>
        <pc:spChg chg="mod">
          <ac:chgData name="Mengmeng Ge" userId="bb5bc401-97cb-4caf-9857-8ff441375414" providerId="ADAL" clId="{918CD3B9-57C8-44EA-8F5B-13D8007B23C5}" dt="2024-05-09T00:59:22.930" v="4183" actId="1037"/>
          <ac:spMkLst>
            <pc:docMk/>
            <pc:sldMk cId="4124834057" sldId="652"/>
            <ac:spMk id="42" creationId="{00000000-0000-0000-0000-000000000000}"/>
          </ac:spMkLst>
        </pc:spChg>
        <pc:spChg chg="mod">
          <ac:chgData name="Mengmeng Ge" userId="bb5bc401-97cb-4caf-9857-8ff441375414" providerId="ADAL" clId="{918CD3B9-57C8-44EA-8F5B-13D8007B23C5}" dt="2024-05-09T00:59:22.930" v="4183" actId="1037"/>
          <ac:spMkLst>
            <pc:docMk/>
            <pc:sldMk cId="4124834057" sldId="652"/>
            <ac:spMk id="43" creationId="{00000000-0000-0000-0000-000000000000}"/>
          </ac:spMkLst>
        </pc:spChg>
        <pc:spChg chg="mod">
          <ac:chgData name="Mengmeng Ge" userId="bb5bc401-97cb-4caf-9857-8ff441375414" providerId="ADAL" clId="{918CD3B9-57C8-44EA-8F5B-13D8007B23C5}" dt="2024-05-09T00:59:22.930" v="4183" actId="1037"/>
          <ac:spMkLst>
            <pc:docMk/>
            <pc:sldMk cId="4124834057" sldId="652"/>
            <ac:spMk id="44" creationId="{00000000-0000-0000-0000-000000000000}"/>
          </ac:spMkLst>
        </pc:spChg>
        <pc:spChg chg="mod">
          <ac:chgData name="Mengmeng Ge" userId="bb5bc401-97cb-4caf-9857-8ff441375414" providerId="ADAL" clId="{918CD3B9-57C8-44EA-8F5B-13D8007B23C5}" dt="2024-05-09T00:59:22.930" v="4183" actId="1037"/>
          <ac:spMkLst>
            <pc:docMk/>
            <pc:sldMk cId="4124834057" sldId="652"/>
            <ac:spMk id="47" creationId="{00000000-0000-0000-0000-000000000000}"/>
          </ac:spMkLst>
        </pc:spChg>
        <pc:spChg chg="mod">
          <ac:chgData name="Mengmeng Ge" userId="bb5bc401-97cb-4caf-9857-8ff441375414" providerId="ADAL" clId="{918CD3B9-57C8-44EA-8F5B-13D8007B23C5}" dt="2024-05-09T00:59:22.930" v="4183" actId="1037"/>
          <ac:spMkLst>
            <pc:docMk/>
            <pc:sldMk cId="4124834057" sldId="652"/>
            <ac:spMk id="48" creationId="{00000000-0000-0000-0000-000000000000}"/>
          </ac:spMkLst>
        </pc:spChg>
        <pc:spChg chg="mod">
          <ac:chgData name="Mengmeng Ge" userId="bb5bc401-97cb-4caf-9857-8ff441375414" providerId="ADAL" clId="{918CD3B9-57C8-44EA-8F5B-13D8007B23C5}" dt="2024-05-09T00:59:22.930" v="4183" actId="1037"/>
          <ac:spMkLst>
            <pc:docMk/>
            <pc:sldMk cId="4124834057" sldId="652"/>
            <ac:spMk id="49" creationId="{00000000-0000-0000-0000-000000000000}"/>
          </ac:spMkLst>
        </pc:spChg>
        <pc:spChg chg="mod">
          <ac:chgData name="Mengmeng Ge" userId="bb5bc401-97cb-4caf-9857-8ff441375414" providerId="ADAL" clId="{918CD3B9-57C8-44EA-8F5B-13D8007B23C5}" dt="2024-05-09T00:59:22.930" v="4183" actId="1037"/>
          <ac:spMkLst>
            <pc:docMk/>
            <pc:sldMk cId="4124834057" sldId="652"/>
            <ac:spMk id="50" creationId="{00000000-0000-0000-0000-000000000000}"/>
          </ac:spMkLst>
        </pc:spChg>
        <pc:spChg chg="mod">
          <ac:chgData name="Mengmeng Ge" userId="bb5bc401-97cb-4caf-9857-8ff441375414" providerId="ADAL" clId="{918CD3B9-57C8-44EA-8F5B-13D8007B23C5}" dt="2024-05-09T00:59:22.930" v="4183" actId="1037"/>
          <ac:spMkLst>
            <pc:docMk/>
            <pc:sldMk cId="4124834057" sldId="652"/>
            <ac:spMk id="51" creationId="{00000000-0000-0000-0000-000000000000}"/>
          </ac:spMkLst>
        </pc:spChg>
        <pc:spChg chg="mod">
          <ac:chgData name="Mengmeng Ge" userId="bb5bc401-97cb-4caf-9857-8ff441375414" providerId="ADAL" clId="{918CD3B9-57C8-44EA-8F5B-13D8007B23C5}" dt="2024-05-09T00:59:22.930" v="4183" actId="1037"/>
          <ac:spMkLst>
            <pc:docMk/>
            <pc:sldMk cId="4124834057" sldId="652"/>
            <ac:spMk id="52" creationId="{00000000-0000-0000-0000-000000000000}"/>
          </ac:spMkLst>
        </pc:spChg>
        <pc:grpChg chg="add mod">
          <ac:chgData name="Mengmeng Ge" userId="bb5bc401-97cb-4caf-9857-8ff441375414" providerId="ADAL" clId="{918CD3B9-57C8-44EA-8F5B-13D8007B23C5}" dt="2024-05-09T00:59:22.930" v="4183" actId="1037"/>
          <ac:grpSpMkLst>
            <pc:docMk/>
            <pc:sldMk cId="4124834057" sldId="652"/>
            <ac:grpSpMk id="14" creationId="{645B79A2-D503-41F0-145A-659841035DB5}"/>
          </ac:grpSpMkLst>
        </pc:grpChg>
        <pc:grpChg chg="mod">
          <ac:chgData name="Mengmeng Ge" userId="bb5bc401-97cb-4caf-9857-8ff441375414" providerId="ADAL" clId="{918CD3B9-57C8-44EA-8F5B-13D8007B23C5}" dt="2024-05-09T00:59:22.930" v="4183" actId="1037"/>
          <ac:grpSpMkLst>
            <pc:docMk/>
            <pc:sldMk cId="4124834057" sldId="652"/>
            <ac:grpSpMk id="24" creationId="{B4A42346-F776-CA35-CE26-89ADA1F06915}"/>
          </ac:grpSpMkLst>
        </pc:grpChg>
        <pc:graphicFrameChg chg="mod">
          <ac:chgData name="Mengmeng Ge" userId="bb5bc401-97cb-4caf-9857-8ff441375414" providerId="ADAL" clId="{918CD3B9-57C8-44EA-8F5B-13D8007B23C5}" dt="2024-05-09T00:59:22.930" v="4183" actId="1037"/>
          <ac:graphicFrameMkLst>
            <pc:docMk/>
            <pc:sldMk cId="4124834057" sldId="652"/>
            <ac:graphicFrameMk id="8" creationId="{00000000-0000-0000-0000-000000000000}"/>
          </ac:graphicFrameMkLst>
        </pc:graphicFrameChg>
        <pc:graphicFrameChg chg="mod">
          <ac:chgData name="Mengmeng Ge" userId="bb5bc401-97cb-4caf-9857-8ff441375414" providerId="ADAL" clId="{918CD3B9-57C8-44EA-8F5B-13D8007B23C5}" dt="2024-05-09T00:59:22.930" v="4183" actId="1037"/>
          <ac:graphicFrameMkLst>
            <pc:docMk/>
            <pc:sldMk cId="4124834057" sldId="652"/>
            <ac:graphicFrameMk id="15" creationId="{00000000-0000-0000-0000-000000000000}"/>
          </ac:graphicFrameMkLst>
        </pc:graphicFrameChg>
      </pc:sldChg>
      <pc:sldChg chg="addSp delSp modSp new mod modClrScheme chgLayout modNotesTx">
        <pc:chgData name="Mengmeng Ge" userId="bb5bc401-97cb-4caf-9857-8ff441375414" providerId="ADAL" clId="{918CD3B9-57C8-44EA-8F5B-13D8007B23C5}" dt="2024-05-09T02:25:59.548" v="4602" actId="20577"/>
        <pc:sldMkLst>
          <pc:docMk/>
          <pc:sldMk cId="2471721920" sldId="653"/>
        </pc:sldMkLst>
        <pc:spChg chg="del mod ord">
          <ac:chgData name="Mengmeng Ge" userId="bb5bc401-97cb-4caf-9857-8ff441375414" providerId="ADAL" clId="{918CD3B9-57C8-44EA-8F5B-13D8007B23C5}" dt="2024-05-09T02:11:16.062" v="4444" actId="700"/>
          <ac:spMkLst>
            <pc:docMk/>
            <pc:sldMk cId="2471721920" sldId="653"/>
            <ac:spMk id="2" creationId="{C56CB3D0-676B-17EA-22B2-5FA343905A58}"/>
          </ac:spMkLst>
        </pc:spChg>
        <pc:spChg chg="del mod ord">
          <ac:chgData name="Mengmeng Ge" userId="bb5bc401-97cb-4caf-9857-8ff441375414" providerId="ADAL" clId="{918CD3B9-57C8-44EA-8F5B-13D8007B23C5}" dt="2024-05-09T02:11:16.062" v="4444" actId="700"/>
          <ac:spMkLst>
            <pc:docMk/>
            <pc:sldMk cId="2471721920" sldId="653"/>
            <ac:spMk id="3" creationId="{A74E7ABA-36C1-C0FC-7156-E283DBF4F6A1}"/>
          </ac:spMkLst>
        </pc:spChg>
        <pc:spChg chg="del">
          <ac:chgData name="Mengmeng Ge" userId="bb5bc401-97cb-4caf-9857-8ff441375414" providerId="ADAL" clId="{918CD3B9-57C8-44EA-8F5B-13D8007B23C5}" dt="2024-05-09T02:11:16.062" v="4444" actId="700"/>
          <ac:spMkLst>
            <pc:docMk/>
            <pc:sldMk cId="2471721920" sldId="653"/>
            <ac:spMk id="4" creationId="{BAA71C30-6B0D-59AB-C016-C5452C6F4CA2}"/>
          </ac:spMkLst>
        </pc:spChg>
        <pc:spChg chg="mod ord">
          <ac:chgData name="Mengmeng Ge" userId="bb5bc401-97cb-4caf-9857-8ff441375414" providerId="ADAL" clId="{918CD3B9-57C8-44EA-8F5B-13D8007B23C5}" dt="2024-05-09T02:11:16.062" v="4444" actId="700"/>
          <ac:spMkLst>
            <pc:docMk/>
            <pc:sldMk cId="2471721920" sldId="653"/>
            <ac:spMk id="5" creationId="{D02C6698-888B-B33E-4070-FF7ADD13E1E0}"/>
          </ac:spMkLst>
        </pc:spChg>
        <pc:spChg chg="add mod ord">
          <ac:chgData name="Mengmeng Ge" userId="bb5bc401-97cb-4caf-9857-8ff441375414" providerId="ADAL" clId="{918CD3B9-57C8-44EA-8F5B-13D8007B23C5}" dt="2024-05-09T02:18:33.302" v="4538" actId="108"/>
          <ac:spMkLst>
            <pc:docMk/>
            <pc:sldMk cId="2471721920" sldId="653"/>
            <ac:spMk id="6" creationId="{F5E995C9-D79B-CCC1-1035-32DEC9F2DAD0}"/>
          </ac:spMkLst>
        </pc:spChg>
        <pc:spChg chg="add mod ord">
          <ac:chgData name="Mengmeng Ge" userId="bb5bc401-97cb-4caf-9857-8ff441375414" providerId="ADAL" clId="{918CD3B9-57C8-44EA-8F5B-13D8007B23C5}" dt="2024-05-09T02:25:59.548" v="4602" actId="20577"/>
          <ac:spMkLst>
            <pc:docMk/>
            <pc:sldMk cId="2471721920" sldId="653"/>
            <ac:spMk id="7" creationId="{5653FBB3-9D5C-6EC4-3D49-F63F0F7EC6BB}"/>
          </ac:spMkLst>
        </pc:spChg>
      </pc:sldChg>
      <pc:sldChg chg="delSp modSp add mod">
        <pc:chgData name="Mengmeng Ge" userId="bb5bc401-97cb-4caf-9857-8ff441375414" providerId="ADAL" clId="{918CD3B9-57C8-44EA-8F5B-13D8007B23C5}" dt="2024-05-09T03:56:11.859" v="5551" actId="1036"/>
        <pc:sldMkLst>
          <pc:docMk/>
          <pc:sldMk cId="1007642106" sldId="654"/>
        </pc:sldMkLst>
        <pc:spChg chg="del mod">
          <ac:chgData name="Mengmeng Ge" userId="bb5bc401-97cb-4caf-9857-8ff441375414" providerId="ADAL" clId="{918CD3B9-57C8-44EA-8F5B-13D8007B23C5}" dt="2024-05-09T03:55:33.912" v="5531" actId="478"/>
          <ac:spMkLst>
            <pc:docMk/>
            <pc:sldMk cId="1007642106" sldId="654"/>
            <ac:spMk id="6" creationId="{00000000-0000-0000-0000-000000000000}"/>
          </ac:spMkLst>
        </pc:spChg>
        <pc:spChg chg="mod">
          <ac:chgData name="Mengmeng Ge" userId="bb5bc401-97cb-4caf-9857-8ff441375414" providerId="ADAL" clId="{918CD3B9-57C8-44EA-8F5B-13D8007B23C5}" dt="2024-05-09T03:55:45.538" v="5536" actId="1076"/>
          <ac:spMkLst>
            <pc:docMk/>
            <pc:sldMk cId="1007642106" sldId="654"/>
            <ac:spMk id="7" creationId="{00000000-0000-0000-0000-000000000000}"/>
          </ac:spMkLst>
        </pc:spChg>
        <pc:spChg chg="mod">
          <ac:chgData name="Mengmeng Ge" userId="bb5bc401-97cb-4caf-9857-8ff441375414" providerId="ADAL" clId="{918CD3B9-57C8-44EA-8F5B-13D8007B23C5}" dt="2024-05-09T03:55:45.538" v="5536" actId="1076"/>
          <ac:spMkLst>
            <pc:docMk/>
            <pc:sldMk cId="1007642106" sldId="654"/>
            <ac:spMk id="8" creationId="{00000000-0000-0000-0000-000000000000}"/>
          </ac:spMkLst>
        </pc:spChg>
        <pc:spChg chg="mod">
          <ac:chgData name="Mengmeng Ge" userId="bb5bc401-97cb-4caf-9857-8ff441375414" providerId="ADAL" clId="{918CD3B9-57C8-44EA-8F5B-13D8007B23C5}" dt="2024-05-09T03:55:45.538" v="5536" actId="1076"/>
          <ac:spMkLst>
            <pc:docMk/>
            <pc:sldMk cId="1007642106" sldId="654"/>
            <ac:spMk id="9" creationId="{00000000-0000-0000-0000-000000000000}"/>
          </ac:spMkLst>
        </pc:spChg>
        <pc:spChg chg="mod">
          <ac:chgData name="Mengmeng Ge" userId="bb5bc401-97cb-4caf-9857-8ff441375414" providerId="ADAL" clId="{918CD3B9-57C8-44EA-8F5B-13D8007B23C5}" dt="2024-05-09T03:55:45.538" v="5536" actId="1076"/>
          <ac:spMkLst>
            <pc:docMk/>
            <pc:sldMk cId="1007642106" sldId="654"/>
            <ac:spMk id="10" creationId="{00000000-0000-0000-0000-000000000000}"/>
          </ac:spMkLst>
        </pc:spChg>
        <pc:spChg chg="mod">
          <ac:chgData name="Mengmeng Ge" userId="bb5bc401-97cb-4caf-9857-8ff441375414" providerId="ADAL" clId="{918CD3B9-57C8-44EA-8F5B-13D8007B23C5}" dt="2024-05-09T03:55:45.538" v="5536" actId="1076"/>
          <ac:spMkLst>
            <pc:docMk/>
            <pc:sldMk cId="1007642106" sldId="654"/>
            <ac:spMk id="11" creationId="{00000000-0000-0000-0000-000000000000}"/>
          </ac:spMkLst>
        </pc:spChg>
        <pc:spChg chg="mod">
          <ac:chgData name="Mengmeng Ge" userId="bb5bc401-97cb-4caf-9857-8ff441375414" providerId="ADAL" clId="{918CD3B9-57C8-44EA-8F5B-13D8007B23C5}" dt="2024-05-09T03:55:45.538" v="5536" actId="1076"/>
          <ac:spMkLst>
            <pc:docMk/>
            <pc:sldMk cId="1007642106" sldId="654"/>
            <ac:spMk id="12" creationId="{00000000-0000-0000-0000-000000000000}"/>
          </ac:spMkLst>
        </pc:spChg>
        <pc:spChg chg="mod">
          <ac:chgData name="Mengmeng Ge" userId="bb5bc401-97cb-4caf-9857-8ff441375414" providerId="ADAL" clId="{918CD3B9-57C8-44EA-8F5B-13D8007B23C5}" dt="2024-05-09T03:55:30.412" v="5529" actId="20577"/>
          <ac:spMkLst>
            <pc:docMk/>
            <pc:sldMk cId="1007642106" sldId="654"/>
            <ac:spMk id="267266" creationId="{00000000-0000-0000-0000-000000000000}"/>
          </ac:spMkLst>
        </pc:spChg>
        <pc:spChg chg="mod">
          <ac:chgData name="Mengmeng Ge" userId="bb5bc401-97cb-4caf-9857-8ff441375414" providerId="ADAL" clId="{918CD3B9-57C8-44EA-8F5B-13D8007B23C5}" dt="2024-05-09T03:56:11.859" v="5551" actId="1036"/>
          <ac:spMkLst>
            <pc:docMk/>
            <pc:sldMk cId="1007642106" sldId="654"/>
            <ac:spMk id="267267" creationId="{00000000-0000-0000-0000-000000000000}"/>
          </ac:spMkLst>
        </pc:spChg>
        <pc:grpChg chg="mod">
          <ac:chgData name="Mengmeng Ge" userId="bb5bc401-97cb-4caf-9857-8ff441375414" providerId="ADAL" clId="{918CD3B9-57C8-44EA-8F5B-13D8007B23C5}" dt="2024-05-09T03:55:45.538" v="5536" actId="1076"/>
          <ac:grpSpMkLst>
            <pc:docMk/>
            <pc:sldMk cId="1007642106" sldId="654"/>
            <ac:grpSpMk id="2" creationId="{00000000-0000-0000-0000-000000000000}"/>
          </ac:grpSpMkLst>
        </pc:grpChg>
      </pc:sldChg>
    </pc:docChg>
  </pc:docChgLst>
  <pc:docChgLst>
    <pc:chgData name="Mengmeng Ge" userId="bb5bc401-97cb-4caf-9857-8ff441375414" providerId="ADAL" clId="{B1A3E7D4-D1D2-4C4F-B696-F6F3CA53602A}"/>
    <pc:docChg chg="undo custSel addSld delSld modSld sldOrd">
      <pc:chgData name="Mengmeng Ge" userId="bb5bc401-97cb-4caf-9857-8ff441375414" providerId="ADAL" clId="{B1A3E7D4-D1D2-4C4F-B696-F6F3CA53602A}" dt="2024-05-10T04:50:27.203" v="4140" actId="47"/>
      <pc:docMkLst>
        <pc:docMk/>
      </pc:docMkLst>
      <pc:sldChg chg="modSp mod">
        <pc:chgData name="Mengmeng Ge" userId="bb5bc401-97cb-4caf-9857-8ff441375414" providerId="ADAL" clId="{B1A3E7D4-D1D2-4C4F-B696-F6F3CA53602A}" dt="2024-05-05T22:34:57.102" v="194" actId="20577"/>
        <pc:sldMkLst>
          <pc:docMk/>
          <pc:sldMk cId="887652016" sldId="275"/>
        </pc:sldMkLst>
        <pc:spChg chg="mod">
          <ac:chgData name="Mengmeng Ge" userId="bb5bc401-97cb-4caf-9857-8ff441375414" providerId="ADAL" clId="{B1A3E7D4-D1D2-4C4F-B696-F6F3CA53602A}" dt="2024-05-05T22:34:57.102" v="194" actId="20577"/>
          <ac:spMkLst>
            <pc:docMk/>
            <pc:sldMk cId="887652016" sldId="275"/>
            <ac:spMk id="3" creationId="{00000000-0000-0000-0000-000000000000}"/>
          </ac:spMkLst>
        </pc:spChg>
      </pc:sldChg>
      <pc:sldChg chg="modSp mod">
        <pc:chgData name="Mengmeng Ge" userId="bb5bc401-97cb-4caf-9857-8ff441375414" providerId="ADAL" clId="{B1A3E7D4-D1D2-4C4F-B696-F6F3CA53602A}" dt="2024-05-10T00:11:01.358" v="2332" actId="20577"/>
        <pc:sldMkLst>
          <pc:docMk/>
          <pc:sldMk cId="453621256" sldId="277"/>
        </pc:sldMkLst>
        <pc:spChg chg="mod">
          <ac:chgData name="Mengmeng Ge" userId="bb5bc401-97cb-4caf-9857-8ff441375414" providerId="ADAL" clId="{B1A3E7D4-D1D2-4C4F-B696-F6F3CA53602A}" dt="2024-05-10T00:11:01.358" v="2332" actId="20577"/>
          <ac:spMkLst>
            <pc:docMk/>
            <pc:sldMk cId="453621256" sldId="277"/>
            <ac:spMk id="267267" creationId="{00000000-0000-0000-0000-000000000000}"/>
          </ac:spMkLst>
        </pc:spChg>
      </pc:sldChg>
      <pc:sldChg chg="addSp delSp modSp mod modClrScheme addAnim delAnim modAnim chgLayout modNotesTx">
        <pc:chgData name="Mengmeng Ge" userId="bb5bc401-97cb-4caf-9857-8ff441375414" providerId="ADAL" clId="{B1A3E7D4-D1D2-4C4F-B696-F6F3CA53602A}" dt="2024-05-10T04:46:03.311" v="4099"/>
        <pc:sldMkLst>
          <pc:docMk/>
          <pc:sldMk cId="3155197061" sldId="278"/>
        </pc:sldMkLst>
        <pc:spChg chg="mod">
          <ac:chgData name="Mengmeng Ge" userId="bb5bc401-97cb-4caf-9857-8ff441375414" providerId="ADAL" clId="{B1A3E7D4-D1D2-4C4F-B696-F6F3CA53602A}" dt="2024-05-10T03:30:13.504" v="3161" actId="1035"/>
          <ac:spMkLst>
            <pc:docMk/>
            <pc:sldMk cId="3155197061" sldId="278"/>
            <ac:spMk id="3" creationId="{00000000-0000-0000-0000-000000000000}"/>
          </ac:spMkLst>
        </pc:spChg>
        <pc:spChg chg="mod">
          <ac:chgData name="Mengmeng Ge" userId="bb5bc401-97cb-4caf-9857-8ff441375414" providerId="ADAL" clId="{B1A3E7D4-D1D2-4C4F-B696-F6F3CA53602A}" dt="2024-05-10T03:30:18.968" v="3162" actId="1076"/>
          <ac:spMkLst>
            <pc:docMk/>
            <pc:sldMk cId="3155197061" sldId="278"/>
            <ac:spMk id="4" creationId="{00000000-0000-0000-0000-000000000000}"/>
          </ac:spMkLst>
        </pc:spChg>
        <pc:spChg chg="del mod">
          <ac:chgData name="Mengmeng Ge" userId="bb5bc401-97cb-4caf-9857-8ff441375414" providerId="ADAL" clId="{B1A3E7D4-D1D2-4C4F-B696-F6F3CA53602A}" dt="2024-05-10T04:15:59.853" v="3435" actId="21"/>
          <ac:spMkLst>
            <pc:docMk/>
            <pc:sldMk cId="3155197061" sldId="278"/>
            <ac:spMk id="9" creationId="{00000000-0000-0000-0000-000000000000}"/>
          </ac:spMkLst>
        </pc:spChg>
        <pc:spChg chg="add del mod">
          <ac:chgData name="Mengmeng Ge" userId="bb5bc401-97cb-4caf-9857-8ff441375414" providerId="ADAL" clId="{B1A3E7D4-D1D2-4C4F-B696-F6F3CA53602A}" dt="2024-05-10T03:30:32.847" v="3163" actId="1076"/>
          <ac:spMkLst>
            <pc:docMk/>
            <pc:sldMk cId="3155197061" sldId="278"/>
            <ac:spMk id="13" creationId="{00000000-0000-0000-0000-000000000000}"/>
          </ac:spMkLst>
        </pc:spChg>
        <pc:spChg chg="mod">
          <ac:chgData name="Mengmeng Ge" userId="bb5bc401-97cb-4caf-9857-8ff441375414" providerId="ADAL" clId="{B1A3E7D4-D1D2-4C4F-B696-F6F3CA53602A}" dt="2024-05-10T03:31:24.165" v="3198" actId="1076"/>
          <ac:spMkLst>
            <pc:docMk/>
            <pc:sldMk cId="3155197061" sldId="278"/>
            <ac:spMk id="14" creationId="{00000000-0000-0000-0000-000000000000}"/>
          </ac:spMkLst>
        </pc:spChg>
        <pc:spChg chg="mod ord">
          <ac:chgData name="Mengmeng Ge" userId="bb5bc401-97cb-4caf-9857-8ff441375414" providerId="ADAL" clId="{B1A3E7D4-D1D2-4C4F-B696-F6F3CA53602A}" dt="2024-05-10T03:21:22.413" v="3054" actId="700"/>
          <ac:spMkLst>
            <pc:docMk/>
            <pc:sldMk cId="3155197061" sldId="278"/>
            <ac:spMk id="17" creationId="{00000000-0000-0000-0000-000000000000}"/>
          </ac:spMkLst>
        </pc:spChg>
        <pc:spChg chg="mod">
          <ac:chgData name="Mengmeng Ge" userId="bb5bc401-97cb-4caf-9857-8ff441375414" providerId="ADAL" clId="{B1A3E7D4-D1D2-4C4F-B696-F6F3CA53602A}" dt="2024-05-10T03:29:39.530" v="3148" actId="1035"/>
          <ac:spMkLst>
            <pc:docMk/>
            <pc:sldMk cId="3155197061" sldId="278"/>
            <ac:spMk id="21" creationId="{00000000-0000-0000-0000-000000000000}"/>
          </ac:spMkLst>
        </pc:spChg>
        <pc:spChg chg="mod ord">
          <ac:chgData name="Mengmeng Ge" userId="bb5bc401-97cb-4caf-9857-8ff441375414" providerId="ADAL" clId="{B1A3E7D4-D1D2-4C4F-B696-F6F3CA53602A}" dt="2024-05-10T03:22:40.560" v="3080" actId="255"/>
          <ac:spMkLst>
            <pc:docMk/>
            <pc:sldMk cId="3155197061" sldId="278"/>
            <ac:spMk id="268290" creationId="{00000000-0000-0000-0000-000000000000}"/>
          </ac:spMkLst>
        </pc:spChg>
        <pc:spChg chg="mod ord">
          <ac:chgData name="Mengmeng Ge" userId="bb5bc401-97cb-4caf-9857-8ff441375414" providerId="ADAL" clId="{B1A3E7D4-D1D2-4C4F-B696-F6F3CA53602A}" dt="2024-05-10T03:48:26.246" v="3220" actId="14100"/>
          <ac:spMkLst>
            <pc:docMk/>
            <pc:sldMk cId="3155197061" sldId="278"/>
            <ac:spMk id="268295" creationId="{00000000-0000-0000-0000-000000000000}"/>
          </ac:spMkLst>
        </pc:spChg>
        <pc:spChg chg="mod">
          <ac:chgData name="Mengmeng Ge" userId="bb5bc401-97cb-4caf-9857-8ff441375414" providerId="ADAL" clId="{B1A3E7D4-D1D2-4C4F-B696-F6F3CA53602A}" dt="2024-05-10T03:47:57.822" v="3210" actId="20577"/>
          <ac:spMkLst>
            <pc:docMk/>
            <pc:sldMk cId="3155197061" sldId="278"/>
            <ac:spMk id="268296" creationId="{00000000-0000-0000-0000-000000000000}"/>
          </ac:spMkLst>
        </pc:spChg>
        <pc:grpChg chg="mod">
          <ac:chgData name="Mengmeng Ge" userId="bb5bc401-97cb-4caf-9857-8ff441375414" providerId="ADAL" clId="{B1A3E7D4-D1D2-4C4F-B696-F6F3CA53602A}" dt="2024-05-10T03:27:50.556" v="3115" actId="14100"/>
          <ac:grpSpMkLst>
            <pc:docMk/>
            <pc:sldMk cId="3155197061" sldId="278"/>
            <ac:grpSpMk id="5" creationId="{00000000-0000-0000-0000-000000000000}"/>
          </ac:grpSpMkLst>
        </pc:grpChg>
        <pc:grpChg chg="mod">
          <ac:chgData name="Mengmeng Ge" userId="bb5bc401-97cb-4caf-9857-8ff441375414" providerId="ADAL" clId="{B1A3E7D4-D1D2-4C4F-B696-F6F3CA53602A}" dt="2024-05-10T03:29:27.656" v="3132" actId="14100"/>
          <ac:grpSpMkLst>
            <pc:docMk/>
            <pc:sldMk cId="3155197061" sldId="278"/>
            <ac:grpSpMk id="20" creationId="{00000000-0000-0000-0000-000000000000}"/>
          </ac:grpSpMkLst>
        </pc:grpChg>
        <pc:graphicFrameChg chg="mod ord">
          <ac:chgData name="Mengmeng Ge" userId="bb5bc401-97cb-4caf-9857-8ff441375414" providerId="ADAL" clId="{B1A3E7D4-D1D2-4C4F-B696-F6F3CA53602A}" dt="2024-05-10T03:21:22.413" v="3054" actId="700"/>
          <ac:graphicFrameMkLst>
            <pc:docMk/>
            <pc:sldMk cId="3155197061" sldId="278"/>
            <ac:graphicFrameMk id="268293" creationId="{00000000-0000-0000-0000-000000000000}"/>
          </ac:graphicFrameMkLst>
        </pc:graphicFrameChg>
      </pc:sldChg>
      <pc:sldChg chg="addSp delSp modSp mod modClrScheme chgLayout modNotesTx">
        <pc:chgData name="Mengmeng Ge" userId="bb5bc401-97cb-4caf-9857-8ff441375414" providerId="ADAL" clId="{B1A3E7D4-D1D2-4C4F-B696-F6F3CA53602A}" dt="2024-05-10T00:49:30.083" v="2790" actId="20577"/>
        <pc:sldMkLst>
          <pc:docMk/>
          <pc:sldMk cId="3197101246" sldId="279"/>
        </pc:sldMkLst>
        <pc:spChg chg="mod ord">
          <ac:chgData name="Mengmeng Ge" userId="bb5bc401-97cb-4caf-9857-8ff441375414" providerId="ADAL" clId="{B1A3E7D4-D1D2-4C4F-B696-F6F3CA53602A}" dt="2024-05-10T00:06:47.635" v="2294" actId="700"/>
          <ac:spMkLst>
            <pc:docMk/>
            <pc:sldMk cId="3197101246" sldId="279"/>
            <ac:spMk id="8" creationId="{00000000-0000-0000-0000-000000000000}"/>
          </ac:spMkLst>
        </pc:spChg>
        <pc:spChg chg="mod ord">
          <ac:chgData name="Mengmeng Ge" userId="bb5bc401-97cb-4caf-9857-8ff441375414" providerId="ADAL" clId="{B1A3E7D4-D1D2-4C4F-B696-F6F3CA53602A}" dt="2024-05-10T00:06:47.635" v="2294" actId="700"/>
          <ac:spMkLst>
            <pc:docMk/>
            <pc:sldMk cId="3197101246" sldId="279"/>
            <ac:spMk id="270338" creationId="{00000000-0000-0000-0000-000000000000}"/>
          </ac:spMkLst>
        </pc:spChg>
        <pc:spChg chg="mod ord">
          <ac:chgData name="Mengmeng Ge" userId="bb5bc401-97cb-4caf-9857-8ff441375414" providerId="ADAL" clId="{B1A3E7D4-D1D2-4C4F-B696-F6F3CA53602A}" dt="2024-05-10T00:49:30.083" v="2790" actId="20577"/>
          <ac:spMkLst>
            <pc:docMk/>
            <pc:sldMk cId="3197101246" sldId="279"/>
            <ac:spMk id="270339" creationId="{00000000-0000-0000-0000-000000000000}"/>
          </ac:spMkLst>
        </pc:spChg>
        <pc:spChg chg="del mod">
          <ac:chgData name="Mengmeng Ge" userId="bb5bc401-97cb-4caf-9857-8ff441375414" providerId="ADAL" clId="{B1A3E7D4-D1D2-4C4F-B696-F6F3CA53602A}" dt="2024-05-10T00:20:51.630" v="2512" actId="478"/>
          <ac:spMkLst>
            <pc:docMk/>
            <pc:sldMk cId="3197101246" sldId="279"/>
            <ac:spMk id="270342" creationId="{00000000-0000-0000-0000-000000000000}"/>
          </ac:spMkLst>
        </pc:spChg>
        <pc:spChg chg="mod">
          <ac:chgData name="Mengmeng Ge" userId="bb5bc401-97cb-4caf-9857-8ff441375414" providerId="ADAL" clId="{B1A3E7D4-D1D2-4C4F-B696-F6F3CA53602A}" dt="2024-05-10T00:32:06.565" v="2764" actId="1076"/>
          <ac:spMkLst>
            <pc:docMk/>
            <pc:sldMk cId="3197101246" sldId="279"/>
            <ac:spMk id="272390" creationId="{00000000-0000-0000-0000-000000000000}"/>
          </ac:spMkLst>
        </pc:spChg>
        <pc:spChg chg="mod">
          <ac:chgData name="Mengmeng Ge" userId="bb5bc401-97cb-4caf-9857-8ff441375414" providerId="ADAL" clId="{B1A3E7D4-D1D2-4C4F-B696-F6F3CA53602A}" dt="2024-05-10T00:32:06.565" v="2764" actId="1076"/>
          <ac:spMkLst>
            <pc:docMk/>
            <pc:sldMk cId="3197101246" sldId="279"/>
            <ac:spMk id="272392" creationId="{00000000-0000-0000-0000-000000000000}"/>
          </ac:spMkLst>
        </pc:spChg>
        <pc:spChg chg="mod">
          <ac:chgData name="Mengmeng Ge" userId="bb5bc401-97cb-4caf-9857-8ff441375414" providerId="ADAL" clId="{B1A3E7D4-D1D2-4C4F-B696-F6F3CA53602A}" dt="2024-05-10T00:32:06.565" v="2764" actId="1076"/>
          <ac:spMkLst>
            <pc:docMk/>
            <pc:sldMk cId="3197101246" sldId="279"/>
            <ac:spMk id="272393" creationId="{00000000-0000-0000-0000-000000000000}"/>
          </ac:spMkLst>
        </pc:spChg>
        <pc:spChg chg="mod">
          <ac:chgData name="Mengmeng Ge" userId="bb5bc401-97cb-4caf-9857-8ff441375414" providerId="ADAL" clId="{B1A3E7D4-D1D2-4C4F-B696-F6F3CA53602A}" dt="2024-05-10T00:32:06.565" v="2764" actId="1076"/>
          <ac:spMkLst>
            <pc:docMk/>
            <pc:sldMk cId="3197101246" sldId="279"/>
            <ac:spMk id="272394" creationId="{00000000-0000-0000-0000-000000000000}"/>
          </ac:spMkLst>
        </pc:spChg>
        <pc:spChg chg="mod">
          <ac:chgData name="Mengmeng Ge" userId="bb5bc401-97cb-4caf-9857-8ff441375414" providerId="ADAL" clId="{B1A3E7D4-D1D2-4C4F-B696-F6F3CA53602A}" dt="2024-05-10T00:32:06.565" v="2764" actId="1076"/>
          <ac:spMkLst>
            <pc:docMk/>
            <pc:sldMk cId="3197101246" sldId="279"/>
            <ac:spMk id="272396" creationId="{00000000-0000-0000-0000-000000000000}"/>
          </ac:spMkLst>
        </pc:spChg>
        <pc:spChg chg="mod">
          <ac:chgData name="Mengmeng Ge" userId="bb5bc401-97cb-4caf-9857-8ff441375414" providerId="ADAL" clId="{B1A3E7D4-D1D2-4C4F-B696-F6F3CA53602A}" dt="2024-05-10T00:32:06.565" v="2764" actId="1076"/>
          <ac:spMkLst>
            <pc:docMk/>
            <pc:sldMk cId="3197101246" sldId="279"/>
            <ac:spMk id="272397" creationId="{00000000-0000-0000-0000-000000000000}"/>
          </ac:spMkLst>
        </pc:spChg>
        <pc:spChg chg="mod">
          <ac:chgData name="Mengmeng Ge" userId="bb5bc401-97cb-4caf-9857-8ff441375414" providerId="ADAL" clId="{B1A3E7D4-D1D2-4C4F-B696-F6F3CA53602A}" dt="2024-05-10T00:32:06.565" v="2764" actId="1076"/>
          <ac:spMkLst>
            <pc:docMk/>
            <pc:sldMk cId="3197101246" sldId="279"/>
            <ac:spMk id="272398" creationId="{00000000-0000-0000-0000-000000000000}"/>
          </ac:spMkLst>
        </pc:spChg>
        <pc:spChg chg="mod">
          <ac:chgData name="Mengmeng Ge" userId="bb5bc401-97cb-4caf-9857-8ff441375414" providerId="ADAL" clId="{B1A3E7D4-D1D2-4C4F-B696-F6F3CA53602A}" dt="2024-05-10T00:32:06.565" v="2764" actId="1076"/>
          <ac:spMkLst>
            <pc:docMk/>
            <pc:sldMk cId="3197101246" sldId="279"/>
            <ac:spMk id="272399" creationId="{00000000-0000-0000-0000-000000000000}"/>
          </ac:spMkLst>
        </pc:spChg>
        <pc:spChg chg="mod">
          <ac:chgData name="Mengmeng Ge" userId="bb5bc401-97cb-4caf-9857-8ff441375414" providerId="ADAL" clId="{B1A3E7D4-D1D2-4C4F-B696-F6F3CA53602A}" dt="2024-05-10T00:32:06.565" v="2764" actId="1076"/>
          <ac:spMkLst>
            <pc:docMk/>
            <pc:sldMk cId="3197101246" sldId="279"/>
            <ac:spMk id="272400" creationId="{00000000-0000-0000-0000-000000000000}"/>
          </ac:spMkLst>
        </pc:spChg>
        <pc:spChg chg="mod">
          <ac:chgData name="Mengmeng Ge" userId="bb5bc401-97cb-4caf-9857-8ff441375414" providerId="ADAL" clId="{B1A3E7D4-D1D2-4C4F-B696-F6F3CA53602A}" dt="2024-05-10T00:32:06.565" v="2764" actId="1076"/>
          <ac:spMkLst>
            <pc:docMk/>
            <pc:sldMk cId="3197101246" sldId="279"/>
            <ac:spMk id="272401" creationId="{00000000-0000-0000-0000-000000000000}"/>
          </ac:spMkLst>
        </pc:spChg>
        <pc:spChg chg="mod">
          <ac:chgData name="Mengmeng Ge" userId="bb5bc401-97cb-4caf-9857-8ff441375414" providerId="ADAL" clId="{B1A3E7D4-D1D2-4C4F-B696-F6F3CA53602A}" dt="2024-05-10T00:32:06.565" v="2764" actId="1076"/>
          <ac:spMkLst>
            <pc:docMk/>
            <pc:sldMk cId="3197101246" sldId="279"/>
            <ac:spMk id="272403" creationId="{00000000-0000-0000-0000-000000000000}"/>
          </ac:spMkLst>
        </pc:spChg>
        <pc:spChg chg="mod">
          <ac:chgData name="Mengmeng Ge" userId="bb5bc401-97cb-4caf-9857-8ff441375414" providerId="ADAL" clId="{B1A3E7D4-D1D2-4C4F-B696-F6F3CA53602A}" dt="2024-05-10T00:32:06.565" v="2764" actId="1076"/>
          <ac:spMkLst>
            <pc:docMk/>
            <pc:sldMk cId="3197101246" sldId="279"/>
            <ac:spMk id="272404" creationId="{00000000-0000-0000-0000-000000000000}"/>
          </ac:spMkLst>
        </pc:spChg>
        <pc:spChg chg="mod">
          <ac:chgData name="Mengmeng Ge" userId="bb5bc401-97cb-4caf-9857-8ff441375414" providerId="ADAL" clId="{B1A3E7D4-D1D2-4C4F-B696-F6F3CA53602A}" dt="2024-05-10T00:32:06.565" v="2764" actId="1076"/>
          <ac:spMkLst>
            <pc:docMk/>
            <pc:sldMk cId="3197101246" sldId="279"/>
            <ac:spMk id="272405" creationId="{00000000-0000-0000-0000-000000000000}"/>
          </ac:spMkLst>
        </pc:spChg>
        <pc:spChg chg="mod">
          <ac:chgData name="Mengmeng Ge" userId="bb5bc401-97cb-4caf-9857-8ff441375414" providerId="ADAL" clId="{B1A3E7D4-D1D2-4C4F-B696-F6F3CA53602A}" dt="2024-05-10T00:32:06.565" v="2764" actId="1076"/>
          <ac:spMkLst>
            <pc:docMk/>
            <pc:sldMk cId="3197101246" sldId="279"/>
            <ac:spMk id="272406" creationId="{00000000-0000-0000-0000-000000000000}"/>
          </ac:spMkLst>
        </pc:spChg>
        <pc:spChg chg="mod">
          <ac:chgData name="Mengmeng Ge" userId="bb5bc401-97cb-4caf-9857-8ff441375414" providerId="ADAL" clId="{B1A3E7D4-D1D2-4C4F-B696-F6F3CA53602A}" dt="2024-05-10T00:32:06.565" v="2764" actId="1076"/>
          <ac:spMkLst>
            <pc:docMk/>
            <pc:sldMk cId="3197101246" sldId="279"/>
            <ac:spMk id="272407" creationId="{00000000-0000-0000-0000-000000000000}"/>
          </ac:spMkLst>
        </pc:spChg>
        <pc:spChg chg="mod">
          <ac:chgData name="Mengmeng Ge" userId="bb5bc401-97cb-4caf-9857-8ff441375414" providerId="ADAL" clId="{B1A3E7D4-D1D2-4C4F-B696-F6F3CA53602A}" dt="2024-05-10T00:32:06.565" v="2764" actId="1076"/>
          <ac:spMkLst>
            <pc:docMk/>
            <pc:sldMk cId="3197101246" sldId="279"/>
            <ac:spMk id="272408" creationId="{00000000-0000-0000-0000-000000000000}"/>
          </ac:spMkLst>
        </pc:spChg>
        <pc:spChg chg="mod">
          <ac:chgData name="Mengmeng Ge" userId="bb5bc401-97cb-4caf-9857-8ff441375414" providerId="ADAL" clId="{B1A3E7D4-D1D2-4C4F-B696-F6F3CA53602A}" dt="2024-05-10T00:32:06.565" v="2764" actId="1076"/>
          <ac:spMkLst>
            <pc:docMk/>
            <pc:sldMk cId="3197101246" sldId="279"/>
            <ac:spMk id="272409" creationId="{00000000-0000-0000-0000-000000000000}"/>
          </ac:spMkLst>
        </pc:spChg>
        <pc:spChg chg="mod">
          <ac:chgData name="Mengmeng Ge" userId="bb5bc401-97cb-4caf-9857-8ff441375414" providerId="ADAL" clId="{B1A3E7D4-D1D2-4C4F-B696-F6F3CA53602A}" dt="2024-05-10T00:32:06.565" v="2764" actId="1076"/>
          <ac:spMkLst>
            <pc:docMk/>
            <pc:sldMk cId="3197101246" sldId="279"/>
            <ac:spMk id="272410" creationId="{00000000-0000-0000-0000-000000000000}"/>
          </ac:spMkLst>
        </pc:spChg>
        <pc:spChg chg="mod">
          <ac:chgData name="Mengmeng Ge" userId="bb5bc401-97cb-4caf-9857-8ff441375414" providerId="ADAL" clId="{B1A3E7D4-D1D2-4C4F-B696-F6F3CA53602A}" dt="2024-05-10T00:32:06.565" v="2764" actId="1076"/>
          <ac:spMkLst>
            <pc:docMk/>
            <pc:sldMk cId="3197101246" sldId="279"/>
            <ac:spMk id="272412" creationId="{00000000-0000-0000-0000-000000000000}"/>
          </ac:spMkLst>
        </pc:spChg>
        <pc:spChg chg="mod">
          <ac:chgData name="Mengmeng Ge" userId="bb5bc401-97cb-4caf-9857-8ff441375414" providerId="ADAL" clId="{B1A3E7D4-D1D2-4C4F-B696-F6F3CA53602A}" dt="2024-05-10T00:32:06.565" v="2764" actId="1076"/>
          <ac:spMkLst>
            <pc:docMk/>
            <pc:sldMk cId="3197101246" sldId="279"/>
            <ac:spMk id="272413" creationId="{00000000-0000-0000-0000-000000000000}"/>
          </ac:spMkLst>
        </pc:spChg>
        <pc:spChg chg="mod">
          <ac:chgData name="Mengmeng Ge" userId="bb5bc401-97cb-4caf-9857-8ff441375414" providerId="ADAL" clId="{B1A3E7D4-D1D2-4C4F-B696-F6F3CA53602A}" dt="2024-05-10T00:32:06.565" v="2764" actId="1076"/>
          <ac:spMkLst>
            <pc:docMk/>
            <pc:sldMk cId="3197101246" sldId="279"/>
            <ac:spMk id="272414" creationId="{00000000-0000-0000-0000-000000000000}"/>
          </ac:spMkLst>
        </pc:spChg>
        <pc:spChg chg="mod">
          <ac:chgData name="Mengmeng Ge" userId="bb5bc401-97cb-4caf-9857-8ff441375414" providerId="ADAL" clId="{B1A3E7D4-D1D2-4C4F-B696-F6F3CA53602A}" dt="2024-05-10T00:32:06.565" v="2764" actId="1076"/>
          <ac:spMkLst>
            <pc:docMk/>
            <pc:sldMk cId="3197101246" sldId="279"/>
            <ac:spMk id="272415" creationId="{00000000-0000-0000-0000-000000000000}"/>
          </ac:spMkLst>
        </pc:spChg>
        <pc:spChg chg="mod">
          <ac:chgData name="Mengmeng Ge" userId="bb5bc401-97cb-4caf-9857-8ff441375414" providerId="ADAL" clId="{B1A3E7D4-D1D2-4C4F-B696-F6F3CA53602A}" dt="2024-05-10T00:32:06.565" v="2764" actId="1076"/>
          <ac:spMkLst>
            <pc:docMk/>
            <pc:sldMk cId="3197101246" sldId="279"/>
            <ac:spMk id="272417" creationId="{00000000-0000-0000-0000-000000000000}"/>
          </ac:spMkLst>
        </pc:spChg>
        <pc:spChg chg="mod">
          <ac:chgData name="Mengmeng Ge" userId="bb5bc401-97cb-4caf-9857-8ff441375414" providerId="ADAL" clId="{B1A3E7D4-D1D2-4C4F-B696-F6F3CA53602A}" dt="2024-05-10T00:32:06.565" v="2764" actId="1076"/>
          <ac:spMkLst>
            <pc:docMk/>
            <pc:sldMk cId="3197101246" sldId="279"/>
            <ac:spMk id="272418" creationId="{00000000-0000-0000-0000-000000000000}"/>
          </ac:spMkLst>
        </pc:spChg>
        <pc:spChg chg="mod">
          <ac:chgData name="Mengmeng Ge" userId="bb5bc401-97cb-4caf-9857-8ff441375414" providerId="ADAL" clId="{B1A3E7D4-D1D2-4C4F-B696-F6F3CA53602A}" dt="2024-05-10T00:32:06.565" v="2764" actId="1076"/>
          <ac:spMkLst>
            <pc:docMk/>
            <pc:sldMk cId="3197101246" sldId="279"/>
            <ac:spMk id="272419" creationId="{00000000-0000-0000-0000-000000000000}"/>
          </ac:spMkLst>
        </pc:spChg>
        <pc:spChg chg="mod">
          <ac:chgData name="Mengmeng Ge" userId="bb5bc401-97cb-4caf-9857-8ff441375414" providerId="ADAL" clId="{B1A3E7D4-D1D2-4C4F-B696-F6F3CA53602A}" dt="2024-05-10T00:32:06.565" v="2764" actId="1076"/>
          <ac:spMkLst>
            <pc:docMk/>
            <pc:sldMk cId="3197101246" sldId="279"/>
            <ac:spMk id="272420" creationId="{00000000-0000-0000-0000-000000000000}"/>
          </ac:spMkLst>
        </pc:spChg>
        <pc:grpChg chg="add mod">
          <ac:chgData name="Mengmeng Ge" userId="bb5bc401-97cb-4caf-9857-8ff441375414" providerId="ADAL" clId="{B1A3E7D4-D1D2-4C4F-B696-F6F3CA53602A}" dt="2024-05-10T00:32:06.565" v="2764" actId="1076"/>
          <ac:grpSpMkLst>
            <pc:docMk/>
            <pc:sldMk cId="3197101246" sldId="279"/>
            <ac:grpSpMk id="2" creationId="{D6C503CA-5947-9F7C-AFAC-7B867BA84155}"/>
          </ac:grpSpMkLst>
        </pc:grpChg>
        <pc:grpChg chg="mod">
          <ac:chgData name="Mengmeng Ge" userId="bb5bc401-97cb-4caf-9857-8ff441375414" providerId="ADAL" clId="{B1A3E7D4-D1D2-4C4F-B696-F6F3CA53602A}" dt="2024-05-10T00:32:06.565" v="2764" actId="1076"/>
          <ac:grpSpMkLst>
            <pc:docMk/>
            <pc:sldMk cId="3197101246" sldId="279"/>
            <ac:grpSpMk id="272402" creationId="{00000000-0000-0000-0000-000000000000}"/>
          </ac:grpSpMkLst>
        </pc:grpChg>
        <pc:grpChg chg="mod">
          <ac:chgData name="Mengmeng Ge" userId="bb5bc401-97cb-4caf-9857-8ff441375414" providerId="ADAL" clId="{B1A3E7D4-D1D2-4C4F-B696-F6F3CA53602A}" dt="2024-05-10T00:32:06.565" v="2764" actId="1076"/>
          <ac:grpSpMkLst>
            <pc:docMk/>
            <pc:sldMk cId="3197101246" sldId="279"/>
            <ac:grpSpMk id="272411" creationId="{00000000-0000-0000-0000-000000000000}"/>
          </ac:grpSpMkLst>
        </pc:grpChg>
        <pc:grpChg chg="mod">
          <ac:chgData name="Mengmeng Ge" userId="bb5bc401-97cb-4caf-9857-8ff441375414" providerId="ADAL" clId="{B1A3E7D4-D1D2-4C4F-B696-F6F3CA53602A}" dt="2024-05-10T00:32:06.565" v="2764" actId="1076"/>
          <ac:grpSpMkLst>
            <pc:docMk/>
            <pc:sldMk cId="3197101246" sldId="279"/>
            <ac:grpSpMk id="272416" creationId="{00000000-0000-0000-0000-000000000000}"/>
          </ac:grpSpMkLst>
        </pc:grpChg>
        <pc:graphicFrameChg chg="mod">
          <ac:chgData name="Mengmeng Ge" userId="bb5bc401-97cb-4caf-9857-8ff441375414" providerId="ADAL" clId="{B1A3E7D4-D1D2-4C4F-B696-F6F3CA53602A}" dt="2024-05-10T00:32:06.565" v="2764" actId="1076"/>
          <ac:graphicFrameMkLst>
            <pc:docMk/>
            <pc:sldMk cId="3197101246" sldId="279"/>
            <ac:graphicFrameMk id="272391" creationId="{00000000-0000-0000-0000-000000000000}"/>
          </ac:graphicFrameMkLst>
        </pc:graphicFrameChg>
        <pc:graphicFrameChg chg="mod">
          <ac:chgData name="Mengmeng Ge" userId="bb5bc401-97cb-4caf-9857-8ff441375414" providerId="ADAL" clId="{B1A3E7D4-D1D2-4C4F-B696-F6F3CA53602A}" dt="2024-05-10T00:32:06.565" v="2764" actId="1076"/>
          <ac:graphicFrameMkLst>
            <pc:docMk/>
            <pc:sldMk cId="3197101246" sldId="279"/>
            <ac:graphicFrameMk id="272395" creationId="{00000000-0000-0000-0000-000000000000}"/>
          </ac:graphicFrameMkLst>
        </pc:graphicFrameChg>
      </pc:sldChg>
      <pc:sldChg chg="addSp delSp modSp del mod modNotesTx">
        <pc:chgData name="Mengmeng Ge" userId="bb5bc401-97cb-4caf-9857-8ff441375414" providerId="ADAL" clId="{B1A3E7D4-D1D2-4C4F-B696-F6F3CA53602A}" dt="2024-05-10T00:32:16.706" v="2766" actId="47"/>
        <pc:sldMkLst>
          <pc:docMk/>
          <pc:sldMk cId="634458388" sldId="280"/>
        </pc:sldMkLst>
        <pc:spChg chg="mod">
          <ac:chgData name="Mengmeng Ge" userId="bb5bc401-97cb-4caf-9857-8ff441375414" providerId="ADAL" clId="{B1A3E7D4-D1D2-4C4F-B696-F6F3CA53602A}" dt="2024-05-10T00:31:28.494" v="2750" actId="21"/>
          <ac:spMkLst>
            <pc:docMk/>
            <pc:sldMk cId="634458388" sldId="280"/>
            <ac:spMk id="272387" creationId="{00000000-0000-0000-0000-000000000000}"/>
          </ac:spMkLst>
        </pc:spChg>
        <pc:spChg chg="mod">
          <ac:chgData name="Mengmeng Ge" userId="bb5bc401-97cb-4caf-9857-8ff441375414" providerId="ADAL" clId="{B1A3E7D4-D1D2-4C4F-B696-F6F3CA53602A}" dt="2024-05-10T00:30:49.251" v="2743" actId="164"/>
          <ac:spMkLst>
            <pc:docMk/>
            <pc:sldMk cId="634458388" sldId="280"/>
            <ac:spMk id="272390" creationId="{00000000-0000-0000-0000-000000000000}"/>
          </ac:spMkLst>
        </pc:spChg>
        <pc:spChg chg="mod">
          <ac:chgData name="Mengmeng Ge" userId="bb5bc401-97cb-4caf-9857-8ff441375414" providerId="ADAL" clId="{B1A3E7D4-D1D2-4C4F-B696-F6F3CA53602A}" dt="2024-05-10T00:30:49.251" v="2743" actId="164"/>
          <ac:spMkLst>
            <pc:docMk/>
            <pc:sldMk cId="634458388" sldId="280"/>
            <ac:spMk id="272392" creationId="{00000000-0000-0000-0000-000000000000}"/>
          </ac:spMkLst>
        </pc:spChg>
        <pc:spChg chg="mod">
          <ac:chgData name="Mengmeng Ge" userId="bb5bc401-97cb-4caf-9857-8ff441375414" providerId="ADAL" clId="{B1A3E7D4-D1D2-4C4F-B696-F6F3CA53602A}" dt="2024-05-10T00:30:49.251" v="2743" actId="164"/>
          <ac:spMkLst>
            <pc:docMk/>
            <pc:sldMk cId="634458388" sldId="280"/>
            <ac:spMk id="272393" creationId="{00000000-0000-0000-0000-000000000000}"/>
          </ac:spMkLst>
        </pc:spChg>
        <pc:spChg chg="mod">
          <ac:chgData name="Mengmeng Ge" userId="bb5bc401-97cb-4caf-9857-8ff441375414" providerId="ADAL" clId="{B1A3E7D4-D1D2-4C4F-B696-F6F3CA53602A}" dt="2024-05-10T00:30:49.251" v="2743" actId="164"/>
          <ac:spMkLst>
            <pc:docMk/>
            <pc:sldMk cId="634458388" sldId="280"/>
            <ac:spMk id="272394" creationId="{00000000-0000-0000-0000-000000000000}"/>
          </ac:spMkLst>
        </pc:spChg>
        <pc:spChg chg="mod">
          <ac:chgData name="Mengmeng Ge" userId="bb5bc401-97cb-4caf-9857-8ff441375414" providerId="ADAL" clId="{B1A3E7D4-D1D2-4C4F-B696-F6F3CA53602A}" dt="2024-05-10T00:30:49.251" v="2743" actId="164"/>
          <ac:spMkLst>
            <pc:docMk/>
            <pc:sldMk cId="634458388" sldId="280"/>
            <ac:spMk id="272396" creationId="{00000000-0000-0000-0000-000000000000}"/>
          </ac:spMkLst>
        </pc:spChg>
        <pc:spChg chg="mod">
          <ac:chgData name="Mengmeng Ge" userId="bb5bc401-97cb-4caf-9857-8ff441375414" providerId="ADAL" clId="{B1A3E7D4-D1D2-4C4F-B696-F6F3CA53602A}" dt="2024-05-10T00:30:49.251" v="2743" actId="164"/>
          <ac:spMkLst>
            <pc:docMk/>
            <pc:sldMk cId="634458388" sldId="280"/>
            <ac:spMk id="272397" creationId="{00000000-0000-0000-0000-000000000000}"/>
          </ac:spMkLst>
        </pc:spChg>
        <pc:spChg chg="mod">
          <ac:chgData name="Mengmeng Ge" userId="bb5bc401-97cb-4caf-9857-8ff441375414" providerId="ADAL" clId="{B1A3E7D4-D1D2-4C4F-B696-F6F3CA53602A}" dt="2024-05-10T00:30:49.251" v="2743" actId="164"/>
          <ac:spMkLst>
            <pc:docMk/>
            <pc:sldMk cId="634458388" sldId="280"/>
            <ac:spMk id="272398" creationId="{00000000-0000-0000-0000-000000000000}"/>
          </ac:spMkLst>
        </pc:spChg>
        <pc:spChg chg="mod">
          <ac:chgData name="Mengmeng Ge" userId="bb5bc401-97cb-4caf-9857-8ff441375414" providerId="ADAL" clId="{B1A3E7D4-D1D2-4C4F-B696-F6F3CA53602A}" dt="2024-05-10T00:30:49.251" v="2743" actId="164"/>
          <ac:spMkLst>
            <pc:docMk/>
            <pc:sldMk cId="634458388" sldId="280"/>
            <ac:spMk id="272399" creationId="{00000000-0000-0000-0000-000000000000}"/>
          </ac:spMkLst>
        </pc:spChg>
        <pc:spChg chg="mod">
          <ac:chgData name="Mengmeng Ge" userId="bb5bc401-97cb-4caf-9857-8ff441375414" providerId="ADAL" clId="{B1A3E7D4-D1D2-4C4F-B696-F6F3CA53602A}" dt="2024-05-10T00:30:49.251" v="2743" actId="164"/>
          <ac:spMkLst>
            <pc:docMk/>
            <pc:sldMk cId="634458388" sldId="280"/>
            <ac:spMk id="272400" creationId="{00000000-0000-0000-0000-000000000000}"/>
          </ac:spMkLst>
        </pc:spChg>
        <pc:spChg chg="mod">
          <ac:chgData name="Mengmeng Ge" userId="bb5bc401-97cb-4caf-9857-8ff441375414" providerId="ADAL" clId="{B1A3E7D4-D1D2-4C4F-B696-F6F3CA53602A}" dt="2024-05-10T00:30:49.251" v="2743" actId="164"/>
          <ac:spMkLst>
            <pc:docMk/>
            <pc:sldMk cId="634458388" sldId="280"/>
            <ac:spMk id="272401" creationId="{00000000-0000-0000-0000-000000000000}"/>
          </ac:spMkLst>
        </pc:spChg>
        <pc:spChg chg="mod">
          <ac:chgData name="Mengmeng Ge" userId="bb5bc401-97cb-4caf-9857-8ff441375414" providerId="ADAL" clId="{B1A3E7D4-D1D2-4C4F-B696-F6F3CA53602A}" dt="2024-05-10T00:30:49.251" v="2743" actId="164"/>
          <ac:spMkLst>
            <pc:docMk/>
            <pc:sldMk cId="634458388" sldId="280"/>
            <ac:spMk id="272405" creationId="{00000000-0000-0000-0000-000000000000}"/>
          </ac:spMkLst>
        </pc:spChg>
        <pc:spChg chg="mod">
          <ac:chgData name="Mengmeng Ge" userId="bb5bc401-97cb-4caf-9857-8ff441375414" providerId="ADAL" clId="{B1A3E7D4-D1D2-4C4F-B696-F6F3CA53602A}" dt="2024-05-10T00:30:49.251" v="2743" actId="164"/>
          <ac:spMkLst>
            <pc:docMk/>
            <pc:sldMk cId="634458388" sldId="280"/>
            <ac:spMk id="272406" creationId="{00000000-0000-0000-0000-000000000000}"/>
          </ac:spMkLst>
        </pc:spChg>
        <pc:spChg chg="mod">
          <ac:chgData name="Mengmeng Ge" userId="bb5bc401-97cb-4caf-9857-8ff441375414" providerId="ADAL" clId="{B1A3E7D4-D1D2-4C4F-B696-F6F3CA53602A}" dt="2024-05-10T00:30:49.251" v="2743" actId="164"/>
          <ac:spMkLst>
            <pc:docMk/>
            <pc:sldMk cId="634458388" sldId="280"/>
            <ac:spMk id="272407" creationId="{00000000-0000-0000-0000-000000000000}"/>
          </ac:spMkLst>
        </pc:spChg>
        <pc:spChg chg="mod">
          <ac:chgData name="Mengmeng Ge" userId="bb5bc401-97cb-4caf-9857-8ff441375414" providerId="ADAL" clId="{B1A3E7D4-D1D2-4C4F-B696-F6F3CA53602A}" dt="2024-05-10T00:30:49.251" v="2743" actId="164"/>
          <ac:spMkLst>
            <pc:docMk/>
            <pc:sldMk cId="634458388" sldId="280"/>
            <ac:spMk id="272408" creationId="{00000000-0000-0000-0000-000000000000}"/>
          </ac:spMkLst>
        </pc:spChg>
        <pc:spChg chg="mod">
          <ac:chgData name="Mengmeng Ge" userId="bb5bc401-97cb-4caf-9857-8ff441375414" providerId="ADAL" clId="{B1A3E7D4-D1D2-4C4F-B696-F6F3CA53602A}" dt="2024-05-10T00:30:49.251" v="2743" actId="164"/>
          <ac:spMkLst>
            <pc:docMk/>
            <pc:sldMk cId="634458388" sldId="280"/>
            <ac:spMk id="272409" creationId="{00000000-0000-0000-0000-000000000000}"/>
          </ac:spMkLst>
        </pc:spChg>
        <pc:spChg chg="mod">
          <ac:chgData name="Mengmeng Ge" userId="bb5bc401-97cb-4caf-9857-8ff441375414" providerId="ADAL" clId="{B1A3E7D4-D1D2-4C4F-B696-F6F3CA53602A}" dt="2024-05-10T00:30:49.251" v="2743" actId="164"/>
          <ac:spMkLst>
            <pc:docMk/>
            <pc:sldMk cId="634458388" sldId="280"/>
            <ac:spMk id="272410" creationId="{00000000-0000-0000-0000-000000000000}"/>
          </ac:spMkLst>
        </pc:spChg>
        <pc:spChg chg="mod">
          <ac:chgData name="Mengmeng Ge" userId="bb5bc401-97cb-4caf-9857-8ff441375414" providerId="ADAL" clId="{B1A3E7D4-D1D2-4C4F-B696-F6F3CA53602A}" dt="2024-05-10T00:25:40.153" v="2660" actId="1036"/>
          <ac:spMkLst>
            <pc:docMk/>
            <pc:sldMk cId="634458388" sldId="280"/>
            <ac:spMk id="272412" creationId="{00000000-0000-0000-0000-000000000000}"/>
          </ac:spMkLst>
        </pc:spChg>
        <pc:spChg chg="mod">
          <ac:chgData name="Mengmeng Ge" userId="bb5bc401-97cb-4caf-9857-8ff441375414" providerId="ADAL" clId="{B1A3E7D4-D1D2-4C4F-B696-F6F3CA53602A}" dt="2024-05-10T00:25:40.153" v="2660" actId="1036"/>
          <ac:spMkLst>
            <pc:docMk/>
            <pc:sldMk cId="634458388" sldId="280"/>
            <ac:spMk id="272413" creationId="{00000000-0000-0000-0000-000000000000}"/>
          </ac:spMkLst>
        </pc:spChg>
        <pc:spChg chg="mod">
          <ac:chgData name="Mengmeng Ge" userId="bb5bc401-97cb-4caf-9857-8ff441375414" providerId="ADAL" clId="{B1A3E7D4-D1D2-4C4F-B696-F6F3CA53602A}" dt="2024-05-10T00:25:40.153" v="2660" actId="1036"/>
          <ac:spMkLst>
            <pc:docMk/>
            <pc:sldMk cId="634458388" sldId="280"/>
            <ac:spMk id="272414" creationId="{00000000-0000-0000-0000-000000000000}"/>
          </ac:spMkLst>
        </pc:spChg>
        <pc:spChg chg="mod">
          <ac:chgData name="Mengmeng Ge" userId="bb5bc401-97cb-4caf-9857-8ff441375414" providerId="ADAL" clId="{B1A3E7D4-D1D2-4C4F-B696-F6F3CA53602A}" dt="2024-05-10T00:25:40.153" v="2660" actId="1036"/>
          <ac:spMkLst>
            <pc:docMk/>
            <pc:sldMk cId="634458388" sldId="280"/>
            <ac:spMk id="272415" creationId="{00000000-0000-0000-0000-000000000000}"/>
          </ac:spMkLst>
        </pc:spChg>
        <pc:spChg chg="mod">
          <ac:chgData name="Mengmeng Ge" userId="bb5bc401-97cb-4caf-9857-8ff441375414" providerId="ADAL" clId="{B1A3E7D4-D1D2-4C4F-B696-F6F3CA53602A}" dt="2024-05-10T00:26:31.527" v="2737" actId="1035"/>
          <ac:spMkLst>
            <pc:docMk/>
            <pc:sldMk cId="634458388" sldId="280"/>
            <ac:spMk id="272417" creationId="{00000000-0000-0000-0000-000000000000}"/>
          </ac:spMkLst>
        </pc:spChg>
        <pc:spChg chg="mod">
          <ac:chgData name="Mengmeng Ge" userId="bb5bc401-97cb-4caf-9857-8ff441375414" providerId="ADAL" clId="{B1A3E7D4-D1D2-4C4F-B696-F6F3CA53602A}" dt="2024-05-10T00:26:31.527" v="2737" actId="1035"/>
          <ac:spMkLst>
            <pc:docMk/>
            <pc:sldMk cId="634458388" sldId="280"/>
            <ac:spMk id="272418" creationId="{00000000-0000-0000-0000-000000000000}"/>
          </ac:spMkLst>
        </pc:spChg>
        <pc:spChg chg="mod">
          <ac:chgData name="Mengmeng Ge" userId="bb5bc401-97cb-4caf-9857-8ff441375414" providerId="ADAL" clId="{B1A3E7D4-D1D2-4C4F-B696-F6F3CA53602A}" dt="2024-05-10T00:26:31.527" v="2737" actId="1035"/>
          <ac:spMkLst>
            <pc:docMk/>
            <pc:sldMk cId="634458388" sldId="280"/>
            <ac:spMk id="272419" creationId="{00000000-0000-0000-0000-000000000000}"/>
          </ac:spMkLst>
        </pc:spChg>
        <pc:spChg chg="mod">
          <ac:chgData name="Mengmeng Ge" userId="bb5bc401-97cb-4caf-9857-8ff441375414" providerId="ADAL" clId="{B1A3E7D4-D1D2-4C4F-B696-F6F3CA53602A}" dt="2024-05-10T00:26:31.527" v="2737" actId="1035"/>
          <ac:spMkLst>
            <pc:docMk/>
            <pc:sldMk cId="634458388" sldId="280"/>
            <ac:spMk id="272420" creationId="{00000000-0000-0000-0000-000000000000}"/>
          </ac:spMkLst>
        </pc:spChg>
        <pc:grpChg chg="add del mod">
          <ac:chgData name="Mengmeng Ge" userId="bb5bc401-97cb-4caf-9857-8ff441375414" providerId="ADAL" clId="{B1A3E7D4-D1D2-4C4F-B696-F6F3CA53602A}" dt="2024-05-10T00:31:05.578" v="2747" actId="21"/>
          <ac:grpSpMkLst>
            <pc:docMk/>
            <pc:sldMk cId="634458388" sldId="280"/>
            <ac:grpSpMk id="2" creationId="{D6C503CA-5947-9F7C-AFAC-7B867BA84155}"/>
          </ac:grpSpMkLst>
        </pc:grpChg>
        <pc:grpChg chg="mod">
          <ac:chgData name="Mengmeng Ge" userId="bb5bc401-97cb-4caf-9857-8ff441375414" providerId="ADAL" clId="{B1A3E7D4-D1D2-4C4F-B696-F6F3CA53602A}" dt="2024-05-10T00:30:49.251" v="2743" actId="164"/>
          <ac:grpSpMkLst>
            <pc:docMk/>
            <pc:sldMk cId="634458388" sldId="280"/>
            <ac:grpSpMk id="272402" creationId="{00000000-0000-0000-0000-000000000000}"/>
          </ac:grpSpMkLst>
        </pc:grpChg>
        <pc:grpChg chg="mod">
          <ac:chgData name="Mengmeng Ge" userId="bb5bc401-97cb-4caf-9857-8ff441375414" providerId="ADAL" clId="{B1A3E7D4-D1D2-4C4F-B696-F6F3CA53602A}" dt="2024-05-10T00:30:49.251" v="2743" actId="164"/>
          <ac:grpSpMkLst>
            <pc:docMk/>
            <pc:sldMk cId="634458388" sldId="280"/>
            <ac:grpSpMk id="272411" creationId="{00000000-0000-0000-0000-000000000000}"/>
          </ac:grpSpMkLst>
        </pc:grpChg>
        <pc:grpChg chg="mod">
          <ac:chgData name="Mengmeng Ge" userId="bb5bc401-97cb-4caf-9857-8ff441375414" providerId="ADAL" clId="{B1A3E7D4-D1D2-4C4F-B696-F6F3CA53602A}" dt="2024-05-10T00:30:49.251" v="2743" actId="164"/>
          <ac:grpSpMkLst>
            <pc:docMk/>
            <pc:sldMk cId="634458388" sldId="280"/>
            <ac:grpSpMk id="272416" creationId="{00000000-0000-0000-0000-000000000000}"/>
          </ac:grpSpMkLst>
        </pc:grpChg>
        <pc:graphicFrameChg chg="mod">
          <ac:chgData name="Mengmeng Ge" userId="bb5bc401-97cb-4caf-9857-8ff441375414" providerId="ADAL" clId="{B1A3E7D4-D1D2-4C4F-B696-F6F3CA53602A}" dt="2024-05-10T00:30:49.251" v="2743" actId="164"/>
          <ac:graphicFrameMkLst>
            <pc:docMk/>
            <pc:sldMk cId="634458388" sldId="280"/>
            <ac:graphicFrameMk id="272391" creationId="{00000000-0000-0000-0000-000000000000}"/>
          </ac:graphicFrameMkLst>
        </pc:graphicFrameChg>
        <pc:graphicFrameChg chg="mod">
          <ac:chgData name="Mengmeng Ge" userId="bb5bc401-97cb-4caf-9857-8ff441375414" providerId="ADAL" clId="{B1A3E7D4-D1D2-4C4F-B696-F6F3CA53602A}" dt="2024-05-10T00:30:49.251" v="2743" actId="164"/>
          <ac:graphicFrameMkLst>
            <pc:docMk/>
            <pc:sldMk cId="634458388" sldId="280"/>
            <ac:graphicFrameMk id="272395" creationId="{00000000-0000-0000-0000-000000000000}"/>
          </ac:graphicFrameMkLst>
        </pc:graphicFrameChg>
      </pc:sldChg>
      <pc:sldChg chg="addSp delSp modSp mod ord modClrScheme delAnim chgLayout modNotesTx">
        <pc:chgData name="Mengmeng Ge" userId="bb5bc401-97cb-4caf-9857-8ff441375414" providerId="ADAL" clId="{B1A3E7D4-D1D2-4C4F-B696-F6F3CA53602A}" dt="2024-05-10T04:42:36.616" v="4077" actId="1582"/>
        <pc:sldMkLst>
          <pc:docMk/>
          <pc:sldMk cId="641994888" sldId="281"/>
        </pc:sldMkLst>
        <pc:spChg chg="del">
          <ac:chgData name="Mengmeng Ge" userId="bb5bc401-97cb-4caf-9857-8ff441375414" providerId="ADAL" clId="{B1A3E7D4-D1D2-4C4F-B696-F6F3CA53602A}" dt="2024-05-10T04:29:30.497" v="3674" actId="478"/>
          <ac:spMkLst>
            <pc:docMk/>
            <pc:sldMk cId="641994888" sldId="281"/>
            <ac:spMk id="2" creationId="{00000000-0000-0000-0000-000000000000}"/>
          </ac:spMkLst>
        </pc:spChg>
        <pc:spChg chg="del">
          <ac:chgData name="Mengmeng Ge" userId="bb5bc401-97cb-4caf-9857-8ff441375414" providerId="ADAL" clId="{B1A3E7D4-D1D2-4C4F-B696-F6F3CA53602A}" dt="2024-05-10T04:29:30.497" v="3674" actId="478"/>
          <ac:spMkLst>
            <pc:docMk/>
            <pc:sldMk cId="641994888" sldId="281"/>
            <ac:spMk id="3" creationId="{00000000-0000-0000-0000-000000000000}"/>
          </ac:spMkLst>
        </pc:spChg>
        <pc:spChg chg="del">
          <ac:chgData name="Mengmeng Ge" userId="bb5bc401-97cb-4caf-9857-8ff441375414" providerId="ADAL" clId="{B1A3E7D4-D1D2-4C4F-B696-F6F3CA53602A}" dt="2024-05-10T04:29:30.497" v="3674" actId="478"/>
          <ac:spMkLst>
            <pc:docMk/>
            <pc:sldMk cId="641994888" sldId="281"/>
            <ac:spMk id="4" creationId="{00000000-0000-0000-0000-000000000000}"/>
          </ac:spMkLst>
        </pc:spChg>
        <pc:spChg chg="del">
          <ac:chgData name="Mengmeng Ge" userId="bb5bc401-97cb-4caf-9857-8ff441375414" providerId="ADAL" clId="{B1A3E7D4-D1D2-4C4F-B696-F6F3CA53602A}" dt="2024-05-10T04:29:30.497" v="3674" actId="478"/>
          <ac:spMkLst>
            <pc:docMk/>
            <pc:sldMk cId="641994888" sldId="281"/>
            <ac:spMk id="7" creationId="{00000000-0000-0000-0000-000000000000}"/>
          </ac:spMkLst>
        </pc:spChg>
        <pc:spChg chg="add del mod">
          <ac:chgData name="Mengmeng Ge" userId="bb5bc401-97cb-4caf-9857-8ff441375414" providerId="ADAL" clId="{B1A3E7D4-D1D2-4C4F-B696-F6F3CA53602A}" dt="2024-05-10T04:39:30.325" v="4047" actId="12084"/>
          <ac:spMkLst>
            <pc:docMk/>
            <pc:sldMk cId="641994888" sldId="281"/>
            <ac:spMk id="9" creationId="{E6B9B90D-C94F-FCC3-C929-F44095B403B4}"/>
          </ac:spMkLst>
        </pc:spChg>
        <pc:spChg chg="del">
          <ac:chgData name="Mengmeng Ge" userId="bb5bc401-97cb-4caf-9857-8ff441375414" providerId="ADAL" clId="{B1A3E7D4-D1D2-4C4F-B696-F6F3CA53602A}" dt="2024-05-10T04:29:30.497" v="3674" actId="478"/>
          <ac:spMkLst>
            <pc:docMk/>
            <pc:sldMk cId="641994888" sldId="281"/>
            <ac:spMk id="10" creationId="{00000000-0000-0000-0000-000000000000}"/>
          </ac:spMkLst>
        </pc:spChg>
        <pc:spChg chg="del">
          <ac:chgData name="Mengmeng Ge" userId="bb5bc401-97cb-4caf-9857-8ff441375414" providerId="ADAL" clId="{B1A3E7D4-D1D2-4C4F-B696-F6F3CA53602A}" dt="2024-05-10T04:29:30.497" v="3674" actId="478"/>
          <ac:spMkLst>
            <pc:docMk/>
            <pc:sldMk cId="641994888" sldId="281"/>
            <ac:spMk id="13" creationId="{00000000-0000-0000-0000-000000000000}"/>
          </ac:spMkLst>
        </pc:spChg>
        <pc:spChg chg="mod ord">
          <ac:chgData name="Mengmeng Ge" userId="bb5bc401-97cb-4caf-9857-8ff441375414" providerId="ADAL" clId="{B1A3E7D4-D1D2-4C4F-B696-F6F3CA53602A}" dt="2024-05-10T04:36:31.017" v="3830" actId="700"/>
          <ac:spMkLst>
            <pc:docMk/>
            <pc:sldMk cId="641994888" sldId="281"/>
            <ac:spMk id="271362" creationId="{00000000-0000-0000-0000-000000000000}"/>
          </ac:spMkLst>
        </pc:spChg>
        <pc:spChg chg="del mod ord">
          <ac:chgData name="Mengmeng Ge" userId="bb5bc401-97cb-4caf-9857-8ff441375414" providerId="ADAL" clId="{B1A3E7D4-D1D2-4C4F-B696-F6F3CA53602A}" dt="2024-05-10T04:35:42.189" v="3822" actId="12084"/>
          <ac:spMkLst>
            <pc:docMk/>
            <pc:sldMk cId="641994888" sldId="281"/>
            <ac:spMk id="271363" creationId="{00000000-0000-0000-0000-000000000000}"/>
          </ac:spMkLst>
        </pc:spChg>
        <pc:graphicFrameChg chg="add del mod ord modGraphic">
          <ac:chgData name="Mengmeng Ge" userId="bb5bc401-97cb-4caf-9857-8ff441375414" providerId="ADAL" clId="{B1A3E7D4-D1D2-4C4F-B696-F6F3CA53602A}" dt="2024-05-10T04:36:49.634" v="3831" actId="11529"/>
          <ac:graphicFrameMkLst>
            <pc:docMk/>
            <pc:sldMk cId="641994888" sldId="281"/>
            <ac:graphicFrameMk id="5" creationId="{FA3F842F-3D95-4941-22CB-90113A97B8F3}"/>
          </ac:graphicFrameMkLst>
        </pc:graphicFrameChg>
        <pc:graphicFrameChg chg="add mod modGraphic">
          <ac:chgData name="Mengmeng Ge" userId="bb5bc401-97cb-4caf-9857-8ff441375414" providerId="ADAL" clId="{B1A3E7D4-D1D2-4C4F-B696-F6F3CA53602A}" dt="2024-05-10T04:42:36.616" v="4077" actId="1582"/>
          <ac:graphicFrameMkLst>
            <pc:docMk/>
            <pc:sldMk cId="641994888" sldId="281"/>
            <ac:graphicFrameMk id="11" creationId="{1116512E-B4AC-C03B-36DD-F3EC8A4E67AD}"/>
          </ac:graphicFrameMkLst>
        </pc:graphicFrameChg>
        <pc:cxnChg chg="del">
          <ac:chgData name="Mengmeng Ge" userId="bb5bc401-97cb-4caf-9857-8ff441375414" providerId="ADAL" clId="{B1A3E7D4-D1D2-4C4F-B696-F6F3CA53602A}" dt="2024-05-10T04:29:30.497" v="3674" actId="478"/>
          <ac:cxnSpMkLst>
            <pc:docMk/>
            <pc:sldMk cId="641994888" sldId="281"/>
            <ac:cxnSpMk id="6" creationId="{00000000-0000-0000-0000-000000000000}"/>
          </ac:cxnSpMkLst>
        </pc:cxnChg>
      </pc:sldChg>
      <pc:sldChg chg="addSp delSp modSp mod modClrScheme delAnim chgLayout modNotesTx">
        <pc:chgData name="Mengmeng Ge" userId="bb5bc401-97cb-4caf-9857-8ff441375414" providerId="ADAL" clId="{B1A3E7D4-D1D2-4C4F-B696-F6F3CA53602A}" dt="2024-05-10T04:48:24.503" v="4139" actId="20577"/>
        <pc:sldMkLst>
          <pc:docMk/>
          <pc:sldMk cId="1715828519" sldId="282"/>
        </pc:sldMkLst>
        <pc:spChg chg="mod">
          <ac:chgData name="Mengmeng Ge" userId="bb5bc401-97cb-4caf-9857-8ff441375414" providerId="ADAL" clId="{B1A3E7D4-D1D2-4C4F-B696-F6F3CA53602A}" dt="2024-05-10T04:13:12.786" v="3403" actId="207"/>
          <ac:spMkLst>
            <pc:docMk/>
            <pc:sldMk cId="1715828519" sldId="282"/>
            <ac:spMk id="4" creationId="{00000000-0000-0000-0000-000000000000}"/>
          </ac:spMkLst>
        </pc:spChg>
        <pc:spChg chg="del">
          <ac:chgData name="Mengmeng Ge" userId="bb5bc401-97cb-4caf-9857-8ff441375414" providerId="ADAL" clId="{B1A3E7D4-D1D2-4C4F-B696-F6F3CA53602A}" dt="2024-05-10T04:10:15.986" v="3367" actId="478"/>
          <ac:spMkLst>
            <pc:docMk/>
            <pc:sldMk cId="1715828519" sldId="282"/>
            <ac:spMk id="5" creationId="{00000000-0000-0000-0000-000000000000}"/>
          </ac:spMkLst>
        </pc:spChg>
        <pc:spChg chg="add del mod ord">
          <ac:chgData name="Mengmeng Ge" userId="bb5bc401-97cb-4caf-9857-8ff441375414" providerId="ADAL" clId="{B1A3E7D4-D1D2-4C4F-B696-F6F3CA53602A}" dt="2024-05-10T04:10:27.524" v="3372" actId="478"/>
          <ac:spMkLst>
            <pc:docMk/>
            <pc:sldMk cId="1715828519" sldId="282"/>
            <ac:spMk id="7" creationId="{2263A44C-DDFB-565B-8D85-304E18E59B03}"/>
          </ac:spMkLst>
        </pc:spChg>
        <pc:spChg chg="mod ord">
          <ac:chgData name="Mengmeng Ge" userId="bb5bc401-97cb-4caf-9857-8ff441375414" providerId="ADAL" clId="{B1A3E7D4-D1D2-4C4F-B696-F6F3CA53602A}" dt="2024-05-10T04:10:25.199" v="3371" actId="700"/>
          <ac:spMkLst>
            <pc:docMk/>
            <pc:sldMk cId="1715828519" sldId="282"/>
            <ac:spMk id="11" creationId="{00000000-0000-0000-0000-000000000000}"/>
          </ac:spMkLst>
        </pc:spChg>
        <pc:spChg chg="del mod">
          <ac:chgData name="Mengmeng Ge" userId="bb5bc401-97cb-4caf-9857-8ff441375414" providerId="ADAL" clId="{B1A3E7D4-D1D2-4C4F-B696-F6F3CA53602A}" dt="2024-05-10T04:12:07.935" v="3402" actId="478"/>
          <ac:spMkLst>
            <pc:docMk/>
            <pc:sldMk cId="1715828519" sldId="282"/>
            <ac:spMk id="12" creationId="{00000000-0000-0000-0000-000000000000}"/>
          </ac:spMkLst>
        </pc:spChg>
        <pc:spChg chg="mod ord">
          <ac:chgData name="Mengmeng Ge" userId="bb5bc401-97cb-4caf-9857-8ff441375414" providerId="ADAL" clId="{B1A3E7D4-D1D2-4C4F-B696-F6F3CA53602A}" dt="2024-05-10T04:12:04.570" v="3401" actId="20577"/>
          <ac:spMkLst>
            <pc:docMk/>
            <pc:sldMk cId="1715828519" sldId="282"/>
            <ac:spMk id="273410" creationId="{00000000-0000-0000-0000-000000000000}"/>
          </ac:spMkLst>
        </pc:spChg>
        <pc:picChg chg="add mod ord">
          <ac:chgData name="Mengmeng Ge" userId="bb5bc401-97cb-4caf-9857-8ff441375414" providerId="ADAL" clId="{B1A3E7D4-D1D2-4C4F-B696-F6F3CA53602A}" dt="2024-05-10T04:10:52.195" v="3379" actId="1076"/>
          <ac:picMkLst>
            <pc:docMk/>
            <pc:sldMk cId="1715828519" sldId="282"/>
            <ac:picMk id="6" creationId="{6B8AD967-774B-E860-C8BD-0D5BB0C9A14A}"/>
          </ac:picMkLst>
        </pc:picChg>
        <pc:picChg chg="del">
          <ac:chgData name="Mengmeng Ge" userId="bb5bc401-97cb-4caf-9857-8ff441375414" providerId="ADAL" clId="{B1A3E7D4-D1D2-4C4F-B696-F6F3CA53602A}" dt="2024-05-10T04:10:17.562" v="3368" actId="478"/>
          <ac:picMkLst>
            <pc:docMk/>
            <pc:sldMk cId="1715828519" sldId="282"/>
            <ac:picMk id="273414" creationId="{00000000-0000-0000-0000-000000000000}"/>
          </ac:picMkLst>
        </pc:picChg>
        <pc:cxnChg chg="mod">
          <ac:chgData name="Mengmeng Ge" userId="bb5bc401-97cb-4caf-9857-8ff441375414" providerId="ADAL" clId="{B1A3E7D4-D1D2-4C4F-B696-F6F3CA53602A}" dt="2024-05-10T04:10:44.579" v="3377" actId="14100"/>
          <ac:cxnSpMkLst>
            <pc:docMk/>
            <pc:sldMk cId="1715828519" sldId="282"/>
            <ac:cxnSpMk id="3" creationId="{00000000-0000-0000-0000-000000000000}"/>
          </ac:cxnSpMkLst>
        </pc:cxnChg>
      </pc:sldChg>
      <pc:sldChg chg="addSp delSp modSp del mod modClrScheme chgLayout">
        <pc:chgData name="Mengmeng Ge" userId="bb5bc401-97cb-4caf-9857-8ff441375414" providerId="ADAL" clId="{B1A3E7D4-D1D2-4C4F-B696-F6F3CA53602A}" dt="2024-05-10T04:50:27.203" v="4140" actId="47"/>
        <pc:sldMkLst>
          <pc:docMk/>
          <pc:sldMk cId="1234865138" sldId="284"/>
        </pc:sldMkLst>
        <pc:spChg chg="add del mod ord">
          <ac:chgData name="Mengmeng Ge" userId="bb5bc401-97cb-4caf-9857-8ff441375414" providerId="ADAL" clId="{B1A3E7D4-D1D2-4C4F-B696-F6F3CA53602A}" dt="2024-05-10T04:43:31.605" v="4081" actId="478"/>
          <ac:spMkLst>
            <pc:docMk/>
            <pc:sldMk cId="1234865138" sldId="284"/>
            <ac:spMk id="2" creationId="{73DD4A64-F801-E3BE-BED8-09114BB3F190}"/>
          </ac:spMkLst>
        </pc:spChg>
        <pc:spChg chg="mod ord">
          <ac:chgData name="Mengmeng Ge" userId="bb5bc401-97cb-4caf-9857-8ff441375414" providerId="ADAL" clId="{B1A3E7D4-D1D2-4C4F-B696-F6F3CA53602A}" dt="2024-05-10T04:43:29.445" v="4080" actId="700"/>
          <ac:spMkLst>
            <pc:docMk/>
            <pc:sldMk cId="1234865138" sldId="284"/>
            <ac:spMk id="6" creationId="{00000000-0000-0000-0000-000000000000}"/>
          </ac:spMkLst>
        </pc:spChg>
        <pc:spChg chg="mod ord">
          <ac:chgData name="Mengmeng Ge" userId="bb5bc401-97cb-4caf-9857-8ff441375414" providerId="ADAL" clId="{B1A3E7D4-D1D2-4C4F-B696-F6F3CA53602A}" dt="2024-05-10T04:43:48.078" v="4095" actId="14100"/>
          <ac:spMkLst>
            <pc:docMk/>
            <pc:sldMk cId="1234865138" sldId="284"/>
            <ac:spMk id="320516" creationId="{00000000-0000-0000-0000-000000000000}"/>
          </ac:spMkLst>
        </pc:spChg>
        <pc:graphicFrameChg chg="mod modGraphic">
          <ac:chgData name="Mengmeng Ge" userId="bb5bc401-97cb-4caf-9857-8ff441375414" providerId="ADAL" clId="{B1A3E7D4-D1D2-4C4F-B696-F6F3CA53602A}" dt="2024-05-10T04:44:11.780" v="4097" actId="20577"/>
          <ac:graphicFrameMkLst>
            <pc:docMk/>
            <pc:sldMk cId="1234865138" sldId="284"/>
            <ac:graphicFrameMk id="320834" creationId="{00000000-0000-0000-0000-000000000000}"/>
          </ac:graphicFrameMkLst>
        </pc:graphicFrameChg>
      </pc:sldChg>
      <pc:sldChg chg="addSp delSp modSp mod modClrScheme modAnim chgLayout modNotesTx">
        <pc:chgData name="Mengmeng Ge" userId="bb5bc401-97cb-4caf-9857-8ff441375414" providerId="ADAL" clId="{B1A3E7D4-D1D2-4C4F-B696-F6F3CA53602A}" dt="2024-05-09T22:28:17.020" v="1914" actId="113"/>
        <pc:sldMkLst>
          <pc:docMk/>
          <pc:sldMk cId="26146163" sldId="310"/>
        </pc:sldMkLst>
        <pc:spChg chg="mod ord">
          <ac:chgData name="Mengmeng Ge" userId="bb5bc401-97cb-4caf-9857-8ff441375414" providerId="ADAL" clId="{B1A3E7D4-D1D2-4C4F-B696-F6F3CA53602A}" dt="2024-05-09T22:16:41.635" v="1792" actId="255"/>
          <ac:spMkLst>
            <pc:docMk/>
            <pc:sldMk cId="26146163" sldId="310"/>
            <ac:spMk id="2" creationId="{00000000-0000-0000-0000-000000000000}"/>
          </ac:spMkLst>
        </pc:spChg>
        <pc:spChg chg="add mod ord">
          <ac:chgData name="Mengmeng Ge" userId="bb5bc401-97cb-4caf-9857-8ff441375414" providerId="ADAL" clId="{B1A3E7D4-D1D2-4C4F-B696-F6F3CA53602A}" dt="2024-05-09T22:28:17.020" v="1914" actId="113"/>
          <ac:spMkLst>
            <pc:docMk/>
            <pc:sldMk cId="26146163" sldId="310"/>
            <ac:spMk id="3" creationId="{3D02EE46-91D0-C97A-A8DF-111DE9605224}"/>
          </ac:spMkLst>
        </pc:spChg>
        <pc:spChg chg="add">
          <ac:chgData name="Mengmeng Ge" userId="bb5bc401-97cb-4caf-9857-8ff441375414" providerId="ADAL" clId="{B1A3E7D4-D1D2-4C4F-B696-F6F3CA53602A}" dt="2024-05-09T22:17:37.095" v="1798"/>
          <ac:spMkLst>
            <pc:docMk/>
            <pc:sldMk cId="26146163" sldId="310"/>
            <ac:spMk id="4" creationId="{45DC1D6B-7A48-6130-1E17-906BA63ED68A}"/>
          </ac:spMkLst>
        </pc:spChg>
        <pc:spChg chg="add del mod">
          <ac:chgData name="Mengmeng Ge" userId="bb5bc401-97cb-4caf-9857-8ff441375414" providerId="ADAL" clId="{B1A3E7D4-D1D2-4C4F-B696-F6F3CA53602A}" dt="2024-05-09T22:13:18.986" v="1708" actId="478"/>
          <ac:spMkLst>
            <pc:docMk/>
            <pc:sldMk cId="26146163" sldId="310"/>
            <ac:spMk id="6" creationId="{00000000-0000-0000-0000-000000000000}"/>
          </ac:spMkLst>
        </pc:spChg>
        <pc:spChg chg="add mod">
          <ac:chgData name="Mengmeng Ge" userId="bb5bc401-97cb-4caf-9857-8ff441375414" providerId="ADAL" clId="{B1A3E7D4-D1D2-4C4F-B696-F6F3CA53602A}" dt="2024-05-09T22:27:43.543" v="1902" actId="1036"/>
          <ac:spMkLst>
            <pc:docMk/>
            <pc:sldMk cId="26146163" sldId="310"/>
            <ac:spMk id="7" creationId="{AA4EE1FA-63E0-BB35-0931-F48AA19BB82C}"/>
          </ac:spMkLst>
        </pc:spChg>
        <pc:spChg chg="mod ord">
          <ac:chgData name="Mengmeng Ge" userId="bb5bc401-97cb-4caf-9857-8ff441375414" providerId="ADAL" clId="{B1A3E7D4-D1D2-4C4F-B696-F6F3CA53602A}" dt="2024-05-09T22:13:01.950" v="1700" actId="700"/>
          <ac:spMkLst>
            <pc:docMk/>
            <pc:sldMk cId="26146163" sldId="310"/>
            <ac:spMk id="14" creationId="{00000000-0000-0000-0000-000000000000}"/>
          </ac:spMkLst>
        </pc:spChg>
        <pc:picChg chg="add mod">
          <ac:chgData name="Mengmeng Ge" userId="bb5bc401-97cb-4caf-9857-8ff441375414" providerId="ADAL" clId="{B1A3E7D4-D1D2-4C4F-B696-F6F3CA53602A}" dt="2024-05-09T22:27:43.543" v="1902" actId="1036"/>
          <ac:picMkLst>
            <pc:docMk/>
            <pc:sldMk cId="26146163" sldId="310"/>
            <ac:picMk id="5" creationId="{3B13552F-122D-97BF-DE4A-4ADE4A68FC3B}"/>
          </ac:picMkLst>
        </pc:picChg>
      </pc:sldChg>
      <pc:sldChg chg="addSp delSp modSp mod modClrScheme chgLayout modNotesTx">
        <pc:chgData name="Mengmeng Ge" userId="bb5bc401-97cb-4caf-9857-8ff441375414" providerId="ADAL" clId="{B1A3E7D4-D1D2-4C4F-B696-F6F3CA53602A}" dt="2024-05-10T00:06:03.698" v="2293" actId="1076"/>
        <pc:sldMkLst>
          <pc:docMk/>
          <pc:sldMk cId="896963446" sldId="312"/>
        </pc:sldMkLst>
        <pc:spChg chg="mod ord">
          <ac:chgData name="Mengmeng Ge" userId="bb5bc401-97cb-4caf-9857-8ff441375414" providerId="ADAL" clId="{B1A3E7D4-D1D2-4C4F-B696-F6F3CA53602A}" dt="2024-05-09T23:45:44.056" v="2161" actId="14100"/>
          <ac:spMkLst>
            <pc:docMk/>
            <pc:sldMk cId="896963446" sldId="312"/>
            <ac:spMk id="2" creationId="{00000000-0000-0000-0000-000000000000}"/>
          </ac:spMkLst>
        </pc:spChg>
        <pc:spChg chg="add del mod">
          <ac:chgData name="Mengmeng Ge" userId="bb5bc401-97cb-4caf-9857-8ff441375414" providerId="ADAL" clId="{B1A3E7D4-D1D2-4C4F-B696-F6F3CA53602A}" dt="2024-05-09T23:45:32.527" v="2157" actId="478"/>
          <ac:spMkLst>
            <pc:docMk/>
            <pc:sldMk cId="896963446" sldId="312"/>
            <ac:spMk id="3" creationId="{0F8B2BE3-706B-7DC8-5D75-2F32B44F575F}"/>
          </ac:spMkLst>
        </pc:spChg>
        <pc:spChg chg="add del mod ord">
          <ac:chgData name="Mengmeng Ge" userId="bb5bc401-97cb-4caf-9857-8ff441375414" providerId="ADAL" clId="{B1A3E7D4-D1D2-4C4F-B696-F6F3CA53602A}" dt="2024-05-09T23:46:51.512" v="2162" actId="12084"/>
          <ac:spMkLst>
            <pc:docMk/>
            <pc:sldMk cId="896963446" sldId="312"/>
            <ac:spMk id="4" creationId="{B820682D-F468-7369-4993-04D68338B0DB}"/>
          </ac:spMkLst>
        </pc:spChg>
        <pc:spChg chg="mod ord">
          <ac:chgData name="Mengmeng Ge" userId="bb5bc401-97cb-4caf-9857-8ff441375414" providerId="ADAL" clId="{B1A3E7D4-D1D2-4C4F-B696-F6F3CA53602A}" dt="2024-05-09T23:45:25.913" v="2155" actId="700"/>
          <ac:spMkLst>
            <pc:docMk/>
            <pc:sldMk cId="896963446" sldId="312"/>
            <ac:spMk id="7" creationId="{00000000-0000-0000-0000-000000000000}"/>
          </ac:spMkLst>
        </pc:spChg>
        <pc:spChg chg="add del mod">
          <ac:chgData name="Mengmeng Ge" userId="bb5bc401-97cb-4caf-9857-8ff441375414" providerId="ADAL" clId="{B1A3E7D4-D1D2-4C4F-B696-F6F3CA53602A}" dt="2024-05-09T23:59:32.695" v="2215" actId="12084"/>
          <ac:spMkLst>
            <pc:docMk/>
            <pc:sldMk cId="896963446" sldId="312"/>
            <ac:spMk id="8" creationId="{2929B828-F2BD-3580-A3DB-B4FB0CC64E2B}"/>
          </ac:spMkLst>
        </pc:spChg>
        <pc:spChg chg="add del mod">
          <ac:chgData name="Mengmeng Ge" userId="bb5bc401-97cb-4caf-9857-8ff441375414" providerId="ADAL" clId="{B1A3E7D4-D1D2-4C4F-B696-F6F3CA53602A}" dt="2024-05-10T00:05:11.369" v="2279" actId="478"/>
          <ac:spMkLst>
            <pc:docMk/>
            <pc:sldMk cId="896963446" sldId="312"/>
            <ac:spMk id="11" creationId="{B82062D2-5EBF-D026-818F-FD17948E1256}"/>
          </ac:spMkLst>
        </pc:spChg>
        <pc:spChg chg="add">
          <ac:chgData name="Mengmeng Ge" userId="bb5bc401-97cb-4caf-9857-8ff441375414" providerId="ADAL" clId="{B1A3E7D4-D1D2-4C4F-B696-F6F3CA53602A}" dt="2024-05-10T00:02:23.471" v="2231"/>
          <ac:spMkLst>
            <pc:docMk/>
            <pc:sldMk cId="896963446" sldId="312"/>
            <ac:spMk id="12" creationId="{5244F6E1-36CA-9936-C59C-984BB402ABFE}"/>
          </ac:spMkLst>
        </pc:spChg>
        <pc:spChg chg="add del mod">
          <ac:chgData name="Mengmeng Ge" userId="bb5bc401-97cb-4caf-9857-8ff441375414" providerId="ADAL" clId="{B1A3E7D4-D1D2-4C4F-B696-F6F3CA53602A}" dt="2024-05-10T00:05:38.749" v="2286" actId="478"/>
          <ac:spMkLst>
            <pc:docMk/>
            <pc:sldMk cId="896963446" sldId="312"/>
            <ac:spMk id="13" creationId="{AA4B7935-67FE-13D4-858F-5F755F3712CF}"/>
          </ac:spMkLst>
        </pc:spChg>
        <pc:spChg chg="add mod">
          <ac:chgData name="Mengmeng Ge" userId="bb5bc401-97cb-4caf-9857-8ff441375414" providerId="ADAL" clId="{B1A3E7D4-D1D2-4C4F-B696-F6F3CA53602A}" dt="2024-05-10T00:06:03.698" v="2293" actId="1076"/>
          <ac:spMkLst>
            <pc:docMk/>
            <pc:sldMk cId="896963446" sldId="312"/>
            <ac:spMk id="15" creationId="{5E5615B0-1768-5CA1-5DC7-0A559D555ACB}"/>
          </ac:spMkLst>
        </pc:spChg>
        <pc:spChg chg="add mod">
          <ac:chgData name="Mengmeng Ge" userId="bb5bc401-97cb-4caf-9857-8ff441375414" providerId="ADAL" clId="{B1A3E7D4-D1D2-4C4F-B696-F6F3CA53602A}" dt="2024-05-10T00:05:49.793" v="2289" actId="207"/>
          <ac:spMkLst>
            <pc:docMk/>
            <pc:sldMk cId="896963446" sldId="312"/>
            <ac:spMk id="17" creationId="{9702EE57-7DAC-2739-3836-498BD5FA27BA}"/>
          </ac:spMkLst>
        </pc:spChg>
        <pc:graphicFrameChg chg="add del mod">
          <ac:chgData name="Mengmeng Ge" userId="bb5bc401-97cb-4caf-9857-8ff441375414" providerId="ADAL" clId="{B1A3E7D4-D1D2-4C4F-B696-F6F3CA53602A}" dt="2024-05-09T23:52:37.261" v="2181" actId="11529"/>
          <ac:graphicFrameMkLst>
            <pc:docMk/>
            <pc:sldMk cId="896963446" sldId="312"/>
            <ac:graphicFrameMk id="5" creationId="{AAA5B81A-13BE-470C-AB22-9E46D3E9E279}"/>
          </ac:graphicFrameMkLst>
        </pc:graphicFrameChg>
        <pc:graphicFrameChg chg="del mod">
          <ac:chgData name="Mengmeng Ge" userId="bb5bc401-97cb-4caf-9857-8ff441375414" providerId="ADAL" clId="{B1A3E7D4-D1D2-4C4F-B696-F6F3CA53602A}" dt="2024-05-09T23:33:54.340" v="1984" actId="11529"/>
          <ac:graphicFrameMkLst>
            <pc:docMk/>
            <pc:sldMk cId="896963446" sldId="312"/>
            <ac:graphicFrameMk id="6" creationId="{00000000-0000-0000-0000-000000000000}"/>
          </ac:graphicFrameMkLst>
        </pc:graphicFrameChg>
        <pc:graphicFrameChg chg="add mod">
          <ac:chgData name="Mengmeng Ge" userId="bb5bc401-97cb-4caf-9857-8ff441375414" providerId="ADAL" clId="{B1A3E7D4-D1D2-4C4F-B696-F6F3CA53602A}" dt="2024-05-09T23:58:52.241" v="2214" actId="12084"/>
          <ac:graphicFrameMkLst>
            <pc:docMk/>
            <pc:sldMk cId="896963446" sldId="312"/>
            <ac:graphicFrameMk id="9" creationId="{2A7BAF5B-0841-931B-7742-1F8E267EB46F}"/>
          </ac:graphicFrameMkLst>
        </pc:graphicFrameChg>
        <pc:graphicFrameChg chg="add mod modGraphic">
          <ac:chgData name="Mengmeng Ge" userId="bb5bc401-97cb-4caf-9857-8ff441375414" providerId="ADAL" clId="{B1A3E7D4-D1D2-4C4F-B696-F6F3CA53602A}" dt="2024-05-10T00:06:00.140" v="2292"/>
          <ac:graphicFrameMkLst>
            <pc:docMk/>
            <pc:sldMk cId="896963446" sldId="312"/>
            <ac:graphicFrameMk id="10" creationId="{EEF8445A-511B-05AE-5128-818FC299A32F}"/>
          </ac:graphicFrameMkLst>
        </pc:graphicFrameChg>
      </pc:sldChg>
      <pc:sldChg chg="addSp modSp mod modClrScheme modAnim chgLayout modNotesTx">
        <pc:chgData name="Mengmeng Ge" userId="bb5bc401-97cb-4caf-9857-8ff441375414" providerId="ADAL" clId="{B1A3E7D4-D1D2-4C4F-B696-F6F3CA53602A}" dt="2024-05-09T22:34:51.446" v="1966" actId="1036"/>
        <pc:sldMkLst>
          <pc:docMk/>
          <pc:sldMk cId="295684987" sldId="313"/>
        </pc:sldMkLst>
        <pc:spChg chg="mod ord">
          <ac:chgData name="Mengmeng Ge" userId="bb5bc401-97cb-4caf-9857-8ff441375414" providerId="ADAL" clId="{B1A3E7D4-D1D2-4C4F-B696-F6F3CA53602A}" dt="2024-05-09T22:24:30.223" v="1862"/>
          <ac:spMkLst>
            <pc:docMk/>
            <pc:sldMk cId="295684987" sldId="313"/>
            <ac:spMk id="2" creationId="{00000000-0000-0000-0000-000000000000}"/>
          </ac:spMkLst>
        </pc:spChg>
        <pc:spChg chg="mod ord">
          <ac:chgData name="Mengmeng Ge" userId="bb5bc401-97cb-4caf-9857-8ff441375414" providerId="ADAL" clId="{B1A3E7D4-D1D2-4C4F-B696-F6F3CA53602A}" dt="2024-05-09T22:34:51.446" v="1966" actId="1036"/>
          <ac:spMkLst>
            <pc:docMk/>
            <pc:sldMk cId="295684987" sldId="313"/>
            <ac:spMk id="3" creationId="{00000000-0000-0000-0000-000000000000}"/>
          </ac:spMkLst>
        </pc:spChg>
        <pc:spChg chg="add mod">
          <ac:chgData name="Mengmeng Ge" userId="bb5bc401-97cb-4caf-9857-8ff441375414" providerId="ADAL" clId="{B1A3E7D4-D1D2-4C4F-B696-F6F3CA53602A}" dt="2024-05-09T22:27:50.152" v="1913" actId="1036"/>
          <ac:spMkLst>
            <pc:docMk/>
            <pc:sldMk cId="295684987" sldId="313"/>
            <ac:spMk id="5" creationId="{C7F394FC-BC37-F1F4-5417-59405E2918B6}"/>
          </ac:spMkLst>
        </pc:spChg>
        <pc:spChg chg="mod ord">
          <ac:chgData name="Mengmeng Ge" userId="bb5bc401-97cb-4caf-9857-8ff441375414" providerId="ADAL" clId="{B1A3E7D4-D1D2-4C4F-B696-F6F3CA53602A}" dt="2024-05-09T22:24:17.755" v="1859" actId="700"/>
          <ac:spMkLst>
            <pc:docMk/>
            <pc:sldMk cId="295684987" sldId="313"/>
            <ac:spMk id="6" creationId="{00000000-0000-0000-0000-000000000000}"/>
          </ac:spMkLst>
        </pc:spChg>
        <pc:picChg chg="add mod">
          <ac:chgData name="Mengmeng Ge" userId="bb5bc401-97cb-4caf-9857-8ff441375414" providerId="ADAL" clId="{B1A3E7D4-D1D2-4C4F-B696-F6F3CA53602A}" dt="2024-05-09T22:27:50.152" v="1913" actId="1036"/>
          <ac:picMkLst>
            <pc:docMk/>
            <pc:sldMk cId="295684987" sldId="313"/>
            <ac:picMk id="4" creationId="{889D9B68-9FB9-051A-DBB5-39D0DC240B57}"/>
          </ac:picMkLst>
        </pc:picChg>
      </pc:sldChg>
      <pc:sldChg chg="addSp delSp modSp mod ord modClrScheme modAnim chgLayout modNotesTx">
        <pc:chgData name="Mengmeng Ge" userId="bb5bc401-97cb-4caf-9857-8ff441375414" providerId="ADAL" clId="{B1A3E7D4-D1D2-4C4F-B696-F6F3CA53602A}" dt="2024-05-10T04:46:20.641" v="4101" actId="20577"/>
        <pc:sldMkLst>
          <pc:docMk/>
          <pc:sldMk cId="1519991498" sldId="314"/>
        </pc:sldMkLst>
        <pc:spChg chg="mod ord">
          <ac:chgData name="Mengmeng Ge" userId="bb5bc401-97cb-4caf-9857-8ff441375414" providerId="ADAL" clId="{B1A3E7D4-D1D2-4C4F-B696-F6F3CA53602A}" dt="2024-05-10T04:26:07.190" v="3606" actId="700"/>
          <ac:spMkLst>
            <pc:docMk/>
            <pc:sldMk cId="1519991498" sldId="314"/>
            <ac:spMk id="2" creationId="{00000000-0000-0000-0000-000000000000}"/>
          </ac:spMkLst>
        </pc:spChg>
        <pc:spChg chg="del mod ord">
          <ac:chgData name="Mengmeng Ge" userId="bb5bc401-97cb-4caf-9857-8ff441375414" providerId="ADAL" clId="{B1A3E7D4-D1D2-4C4F-B696-F6F3CA53602A}" dt="2024-05-10T04:22:34.164" v="3551" actId="700"/>
          <ac:spMkLst>
            <pc:docMk/>
            <pc:sldMk cId="1519991498" sldId="314"/>
            <ac:spMk id="3" creationId="{00000000-0000-0000-0000-000000000000}"/>
          </ac:spMkLst>
        </pc:spChg>
        <pc:spChg chg="add del mod ord">
          <ac:chgData name="Mengmeng Ge" userId="bb5bc401-97cb-4caf-9857-8ff441375414" providerId="ADAL" clId="{B1A3E7D4-D1D2-4C4F-B696-F6F3CA53602A}" dt="2024-05-10T04:26:07.190" v="3606" actId="700"/>
          <ac:spMkLst>
            <pc:docMk/>
            <pc:sldMk cId="1519991498" sldId="314"/>
            <ac:spMk id="4" creationId="{1833E917-D217-8BBE-F373-59D29B6CD602}"/>
          </ac:spMkLst>
        </pc:spChg>
        <pc:spChg chg="mod ord">
          <ac:chgData name="Mengmeng Ge" userId="bb5bc401-97cb-4caf-9857-8ff441375414" providerId="ADAL" clId="{B1A3E7D4-D1D2-4C4F-B696-F6F3CA53602A}" dt="2024-05-10T04:26:07.190" v="3606" actId="700"/>
          <ac:spMkLst>
            <pc:docMk/>
            <pc:sldMk cId="1519991498" sldId="314"/>
            <ac:spMk id="6" creationId="{00000000-0000-0000-0000-000000000000}"/>
          </ac:spMkLst>
        </pc:spChg>
        <pc:spChg chg="add mod">
          <ac:chgData name="Mengmeng Ge" userId="bb5bc401-97cb-4caf-9857-8ff441375414" providerId="ADAL" clId="{B1A3E7D4-D1D2-4C4F-B696-F6F3CA53602A}" dt="2024-05-10T04:26:55.421" v="3640" actId="1038"/>
          <ac:spMkLst>
            <pc:docMk/>
            <pc:sldMk cId="1519991498" sldId="314"/>
            <ac:spMk id="7" creationId="{F2CD46BC-3F65-46B2-CFC7-AE260CD746C9}"/>
          </ac:spMkLst>
        </pc:spChg>
        <pc:spChg chg="add mod ord">
          <ac:chgData name="Mengmeng Ge" userId="bb5bc401-97cb-4caf-9857-8ff441375414" providerId="ADAL" clId="{B1A3E7D4-D1D2-4C4F-B696-F6F3CA53602A}" dt="2024-05-10T04:28:05.701" v="3641" actId="14100"/>
          <ac:spMkLst>
            <pc:docMk/>
            <pc:sldMk cId="1519991498" sldId="314"/>
            <ac:spMk id="8" creationId="{C9BDB6BF-0C28-CA0B-1613-C2DAAD497ED8}"/>
          </ac:spMkLst>
        </pc:spChg>
        <pc:spChg chg="add del mod">
          <ac:chgData name="Mengmeng Ge" userId="bb5bc401-97cb-4caf-9857-8ff441375414" providerId="ADAL" clId="{B1A3E7D4-D1D2-4C4F-B696-F6F3CA53602A}" dt="2024-05-10T04:28:15.972" v="3645" actId="478"/>
          <ac:spMkLst>
            <pc:docMk/>
            <pc:sldMk cId="1519991498" sldId="314"/>
            <ac:spMk id="10" creationId="{B9CC67DE-059C-150E-3126-0B6F8AB6E510}"/>
          </ac:spMkLst>
        </pc:spChg>
        <pc:spChg chg="add mod">
          <ac:chgData name="Mengmeng Ge" userId="bb5bc401-97cb-4caf-9857-8ff441375414" providerId="ADAL" clId="{B1A3E7D4-D1D2-4C4F-B696-F6F3CA53602A}" dt="2024-05-10T04:28:43.937" v="3655" actId="207"/>
          <ac:spMkLst>
            <pc:docMk/>
            <pc:sldMk cId="1519991498" sldId="314"/>
            <ac:spMk id="11" creationId="{9D05B7B6-7F2B-100B-FDC7-7876BBBD267A}"/>
          </ac:spMkLst>
        </pc:spChg>
        <pc:picChg chg="add mod">
          <ac:chgData name="Mengmeng Ge" userId="bb5bc401-97cb-4caf-9857-8ff441375414" providerId="ADAL" clId="{B1A3E7D4-D1D2-4C4F-B696-F6F3CA53602A}" dt="2024-05-10T04:26:55.421" v="3640" actId="1038"/>
          <ac:picMkLst>
            <pc:docMk/>
            <pc:sldMk cId="1519991498" sldId="314"/>
            <ac:picMk id="5" creationId="{9348192B-F352-2CAD-30B8-DDB7A4E08995}"/>
          </ac:picMkLst>
        </pc:picChg>
      </pc:sldChg>
      <pc:sldChg chg="del">
        <pc:chgData name="Mengmeng Ge" userId="bb5bc401-97cb-4caf-9857-8ff441375414" providerId="ADAL" clId="{B1A3E7D4-D1D2-4C4F-B696-F6F3CA53602A}" dt="2024-05-10T04:07:54.022" v="3318" actId="47"/>
        <pc:sldMkLst>
          <pc:docMk/>
          <pc:sldMk cId="1812506664" sldId="315"/>
        </pc:sldMkLst>
      </pc:sldChg>
      <pc:sldChg chg="addSp delSp modSp mod modClrScheme chgLayout">
        <pc:chgData name="Mengmeng Ge" userId="bb5bc401-97cb-4caf-9857-8ff441375414" providerId="ADAL" clId="{B1A3E7D4-D1D2-4C4F-B696-F6F3CA53602A}" dt="2024-05-06T03:56:12.595" v="396" actId="255"/>
        <pc:sldMkLst>
          <pc:docMk/>
          <pc:sldMk cId="3712507860" sldId="325"/>
        </pc:sldMkLst>
        <pc:spChg chg="add del mod">
          <ac:chgData name="Mengmeng Ge" userId="bb5bc401-97cb-4caf-9857-8ff441375414" providerId="ADAL" clId="{B1A3E7D4-D1D2-4C4F-B696-F6F3CA53602A}" dt="2024-05-06T03:25:03.426" v="371" actId="478"/>
          <ac:spMkLst>
            <pc:docMk/>
            <pc:sldMk cId="3712507860" sldId="325"/>
            <ac:spMk id="2" creationId="{00000000-0000-0000-0000-000000000000}"/>
          </ac:spMkLst>
        </pc:spChg>
        <pc:spChg chg="add del mod">
          <ac:chgData name="Mengmeng Ge" userId="bb5bc401-97cb-4caf-9857-8ff441375414" providerId="ADAL" clId="{B1A3E7D4-D1D2-4C4F-B696-F6F3CA53602A}" dt="2024-05-06T03:25:03.426" v="371" actId="478"/>
          <ac:spMkLst>
            <pc:docMk/>
            <pc:sldMk cId="3712507860" sldId="325"/>
            <ac:spMk id="3" creationId="{00000000-0000-0000-0000-000000000000}"/>
          </ac:spMkLst>
        </pc:spChg>
        <pc:spChg chg="add del mod ord">
          <ac:chgData name="Mengmeng Ge" userId="bb5bc401-97cb-4caf-9857-8ff441375414" providerId="ADAL" clId="{B1A3E7D4-D1D2-4C4F-B696-F6F3CA53602A}" dt="2024-05-06T03:25:14.367" v="374" actId="478"/>
          <ac:spMkLst>
            <pc:docMk/>
            <pc:sldMk cId="3712507860" sldId="325"/>
            <ac:spMk id="5" creationId="{6214DE88-3B79-96F2-D497-B72211C65F3D}"/>
          </ac:spMkLst>
        </pc:spChg>
        <pc:spChg chg="add del mod">
          <ac:chgData name="Mengmeng Ge" userId="bb5bc401-97cb-4caf-9857-8ff441375414" providerId="ADAL" clId="{B1A3E7D4-D1D2-4C4F-B696-F6F3CA53602A}" dt="2024-05-06T03:25:03.426" v="371" actId="478"/>
          <ac:spMkLst>
            <pc:docMk/>
            <pc:sldMk cId="3712507860" sldId="325"/>
            <ac:spMk id="19" creationId="{00000000-0000-0000-0000-000000000000}"/>
          </ac:spMkLst>
        </pc:spChg>
        <pc:spChg chg="mod ord">
          <ac:chgData name="Mengmeng Ge" userId="bb5bc401-97cb-4caf-9857-8ff441375414" providerId="ADAL" clId="{B1A3E7D4-D1D2-4C4F-B696-F6F3CA53602A}" dt="2024-05-06T03:25:10.512" v="373" actId="700"/>
          <ac:spMkLst>
            <pc:docMk/>
            <pc:sldMk cId="3712507860" sldId="325"/>
            <ac:spMk id="23556" creationId="{00000000-0000-0000-0000-000000000000}"/>
          </ac:spMkLst>
        </pc:spChg>
        <pc:spChg chg="mod ord">
          <ac:chgData name="Mengmeng Ge" userId="bb5bc401-97cb-4caf-9857-8ff441375414" providerId="ADAL" clId="{B1A3E7D4-D1D2-4C4F-B696-F6F3CA53602A}" dt="2024-05-06T03:56:12.595" v="396" actId="255"/>
          <ac:spMkLst>
            <pc:docMk/>
            <pc:sldMk cId="3712507860" sldId="325"/>
            <ac:spMk id="23557" creationId="{00000000-0000-0000-0000-000000000000}"/>
          </ac:spMkLst>
        </pc:spChg>
        <pc:spChg chg="mod ord">
          <ac:chgData name="Mengmeng Ge" userId="bb5bc401-97cb-4caf-9857-8ff441375414" providerId="ADAL" clId="{B1A3E7D4-D1D2-4C4F-B696-F6F3CA53602A}" dt="2024-05-06T03:25:10.512" v="373" actId="700"/>
          <ac:spMkLst>
            <pc:docMk/>
            <pc:sldMk cId="3712507860" sldId="325"/>
            <ac:spMk id="23570" creationId="{00000000-0000-0000-0000-000000000000}"/>
          </ac:spMkLst>
        </pc:spChg>
        <pc:picChg chg="mod">
          <ac:chgData name="Mengmeng Ge" userId="bb5bc401-97cb-4caf-9857-8ff441375414" providerId="ADAL" clId="{B1A3E7D4-D1D2-4C4F-B696-F6F3CA53602A}" dt="2024-05-06T03:25:05.860" v="372" actId="1076"/>
          <ac:picMkLst>
            <pc:docMk/>
            <pc:sldMk cId="3712507860" sldId="325"/>
            <ac:picMk id="4" creationId="{00000000-0000-0000-0000-000000000000}"/>
          </ac:picMkLst>
        </pc:picChg>
      </pc:sldChg>
      <pc:sldChg chg="addSp delSp modSp mod modNotesTx">
        <pc:chgData name="Mengmeng Ge" userId="bb5bc401-97cb-4caf-9857-8ff441375414" providerId="ADAL" clId="{B1A3E7D4-D1D2-4C4F-B696-F6F3CA53602A}" dt="2024-05-06T04:13:05.976" v="732" actId="20577"/>
        <pc:sldMkLst>
          <pc:docMk/>
          <pc:sldMk cId="2659933708" sldId="328"/>
        </pc:sldMkLst>
        <pc:spChg chg="mod">
          <ac:chgData name="Mengmeng Ge" userId="bb5bc401-97cb-4caf-9857-8ff441375414" providerId="ADAL" clId="{B1A3E7D4-D1D2-4C4F-B696-F6F3CA53602A}" dt="2024-05-06T00:51:52.281" v="244" actId="14100"/>
          <ac:spMkLst>
            <pc:docMk/>
            <pc:sldMk cId="2659933708" sldId="328"/>
            <ac:spMk id="2" creationId="{00000000-0000-0000-0000-000000000000}"/>
          </ac:spMkLst>
        </pc:spChg>
        <pc:spChg chg="add mod">
          <ac:chgData name="Mengmeng Ge" userId="bb5bc401-97cb-4caf-9857-8ff441375414" providerId="ADAL" clId="{B1A3E7D4-D1D2-4C4F-B696-F6F3CA53602A}" dt="2024-05-06T00:44:40.278" v="242"/>
          <ac:spMkLst>
            <pc:docMk/>
            <pc:sldMk cId="2659933708" sldId="328"/>
            <ac:spMk id="3" creationId="{15196FAD-ADEC-1033-8E53-86E2A7B8FF36}"/>
          </ac:spMkLst>
        </pc:spChg>
        <pc:spChg chg="add mod">
          <ac:chgData name="Mengmeng Ge" userId="bb5bc401-97cb-4caf-9857-8ff441375414" providerId="ADAL" clId="{B1A3E7D4-D1D2-4C4F-B696-F6F3CA53602A}" dt="2024-05-06T04:12:35.562" v="713" actId="1076"/>
          <ac:spMkLst>
            <pc:docMk/>
            <pc:sldMk cId="2659933708" sldId="328"/>
            <ac:spMk id="4" creationId="{E89F1D44-8303-D48E-0FFB-C163D264EFF8}"/>
          </ac:spMkLst>
        </pc:spChg>
        <pc:spChg chg="add mod">
          <ac:chgData name="Mengmeng Ge" userId="bb5bc401-97cb-4caf-9857-8ff441375414" providerId="ADAL" clId="{B1A3E7D4-D1D2-4C4F-B696-F6F3CA53602A}" dt="2024-05-06T04:12:38.784" v="714" actId="1076"/>
          <ac:spMkLst>
            <pc:docMk/>
            <pc:sldMk cId="2659933708" sldId="328"/>
            <ac:spMk id="5" creationId="{DBD3F0F5-7263-C0B8-C8BC-7CDE50AC4653}"/>
          </ac:spMkLst>
        </pc:spChg>
        <pc:spChg chg="add mod">
          <ac:chgData name="Mengmeng Ge" userId="bb5bc401-97cb-4caf-9857-8ff441375414" providerId="ADAL" clId="{B1A3E7D4-D1D2-4C4F-B696-F6F3CA53602A}" dt="2024-05-06T04:12:59.409" v="724" actId="1076"/>
          <ac:spMkLst>
            <pc:docMk/>
            <pc:sldMk cId="2659933708" sldId="328"/>
            <ac:spMk id="6" creationId="{63114337-91C1-2341-CE78-B530BD12F05C}"/>
          </ac:spMkLst>
        </pc:spChg>
        <pc:spChg chg="add mod">
          <ac:chgData name="Mengmeng Ge" userId="bb5bc401-97cb-4caf-9857-8ff441375414" providerId="ADAL" clId="{B1A3E7D4-D1D2-4C4F-B696-F6F3CA53602A}" dt="2024-05-06T04:13:05.976" v="732" actId="20577"/>
          <ac:spMkLst>
            <pc:docMk/>
            <pc:sldMk cId="2659933708" sldId="328"/>
            <ac:spMk id="7" creationId="{E9AE5E3D-D65D-1E5E-0A21-36C0D318A993}"/>
          </ac:spMkLst>
        </pc:spChg>
        <pc:spChg chg="del">
          <ac:chgData name="Mengmeng Ge" userId="bb5bc401-97cb-4caf-9857-8ff441375414" providerId="ADAL" clId="{B1A3E7D4-D1D2-4C4F-B696-F6F3CA53602A}" dt="2024-05-06T00:26:33.543" v="225" actId="478"/>
          <ac:spMkLst>
            <pc:docMk/>
            <pc:sldMk cId="2659933708" sldId="328"/>
            <ac:spMk id="42" creationId="{00000000-0000-0000-0000-000000000000}"/>
          </ac:spMkLst>
        </pc:spChg>
        <pc:spChg chg="mod">
          <ac:chgData name="Mengmeng Ge" userId="bb5bc401-97cb-4caf-9857-8ff441375414" providerId="ADAL" clId="{B1A3E7D4-D1D2-4C4F-B696-F6F3CA53602A}" dt="2024-05-05T23:39:56.227" v="216" actId="20577"/>
          <ac:spMkLst>
            <pc:docMk/>
            <pc:sldMk cId="2659933708" sldId="328"/>
            <ac:spMk id="239618" creationId="{00000000-0000-0000-0000-000000000000}"/>
          </ac:spMkLst>
        </pc:spChg>
        <pc:spChg chg="mod">
          <ac:chgData name="Mengmeng Ge" userId="bb5bc401-97cb-4caf-9857-8ff441375414" providerId="ADAL" clId="{B1A3E7D4-D1D2-4C4F-B696-F6F3CA53602A}" dt="2024-05-06T04:12:25.929" v="710" actId="1035"/>
          <ac:spMkLst>
            <pc:docMk/>
            <pc:sldMk cId="2659933708" sldId="328"/>
            <ac:spMk id="239707" creationId="{00000000-0000-0000-0000-000000000000}"/>
          </ac:spMkLst>
        </pc:spChg>
        <pc:spChg chg="mod">
          <ac:chgData name="Mengmeng Ge" userId="bb5bc401-97cb-4caf-9857-8ff441375414" providerId="ADAL" clId="{B1A3E7D4-D1D2-4C4F-B696-F6F3CA53602A}" dt="2024-05-06T04:12:25.929" v="710" actId="1035"/>
          <ac:spMkLst>
            <pc:docMk/>
            <pc:sldMk cId="2659933708" sldId="328"/>
            <ac:spMk id="239708" creationId="{00000000-0000-0000-0000-000000000000}"/>
          </ac:spMkLst>
        </pc:spChg>
        <pc:spChg chg="mod">
          <ac:chgData name="Mengmeng Ge" userId="bb5bc401-97cb-4caf-9857-8ff441375414" providerId="ADAL" clId="{B1A3E7D4-D1D2-4C4F-B696-F6F3CA53602A}" dt="2024-05-06T04:12:25.929" v="710" actId="1035"/>
          <ac:spMkLst>
            <pc:docMk/>
            <pc:sldMk cId="2659933708" sldId="328"/>
            <ac:spMk id="239709" creationId="{00000000-0000-0000-0000-000000000000}"/>
          </ac:spMkLst>
        </pc:spChg>
        <pc:spChg chg="mod">
          <ac:chgData name="Mengmeng Ge" userId="bb5bc401-97cb-4caf-9857-8ff441375414" providerId="ADAL" clId="{B1A3E7D4-D1D2-4C4F-B696-F6F3CA53602A}" dt="2024-05-06T04:12:25.929" v="710" actId="1035"/>
          <ac:spMkLst>
            <pc:docMk/>
            <pc:sldMk cId="2659933708" sldId="328"/>
            <ac:spMk id="239710" creationId="{00000000-0000-0000-0000-000000000000}"/>
          </ac:spMkLst>
        </pc:spChg>
        <pc:spChg chg="mod">
          <ac:chgData name="Mengmeng Ge" userId="bb5bc401-97cb-4caf-9857-8ff441375414" providerId="ADAL" clId="{B1A3E7D4-D1D2-4C4F-B696-F6F3CA53602A}" dt="2024-05-06T04:12:25.929" v="710" actId="1035"/>
          <ac:spMkLst>
            <pc:docMk/>
            <pc:sldMk cId="2659933708" sldId="328"/>
            <ac:spMk id="239730" creationId="{00000000-0000-0000-0000-000000000000}"/>
          </ac:spMkLst>
        </pc:spChg>
        <pc:spChg chg="mod">
          <ac:chgData name="Mengmeng Ge" userId="bb5bc401-97cb-4caf-9857-8ff441375414" providerId="ADAL" clId="{B1A3E7D4-D1D2-4C4F-B696-F6F3CA53602A}" dt="2024-05-06T04:12:25.929" v="710" actId="1035"/>
          <ac:spMkLst>
            <pc:docMk/>
            <pc:sldMk cId="2659933708" sldId="328"/>
            <ac:spMk id="239731" creationId="{00000000-0000-0000-0000-000000000000}"/>
          </ac:spMkLst>
        </pc:spChg>
        <pc:spChg chg="mod">
          <ac:chgData name="Mengmeng Ge" userId="bb5bc401-97cb-4caf-9857-8ff441375414" providerId="ADAL" clId="{B1A3E7D4-D1D2-4C4F-B696-F6F3CA53602A}" dt="2024-05-06T04:12:25.929" v="710" actId="1035"/>
          <ac:spMkLst>
            <pc:docMk/>
            <pc:sldMk cId="2659933708" sldId="328"/>
            <ac:spMk id="239738" creationId="{00000000-0000-0000-0000-000000000000}"/>
          </ac:spMkLst>
        </pc:spChg>
        <pc:spChg chg="mod">
          <ac:chgData name="Mengmeng Ge" userId="bb5bc401-97cb-4caf-9857-8ff441375414" providerId="ADAL" clId="{B1A3E7D4-D1D2-4C4F-B696-F6F3CA53602A}" dt="2024-05-06T04:12:25.929" v="710" actId="1035"/>
          <ac:spMkLst>
            <pc:docMk/>
            <pc:sldMk cId="2659933708" sldId="328"/>
            <ac:spMk id="239741" creationId="{00000000-0000-0000-0000-000000000000}"/>
          </ac:spMkLst>
        </pc:spChg>
        <pc:spChg chg="mod">
          <ac:chgData name="Mengmeng Ge" userId="bb5bc401-97cb-4caf-9857-8ff441375414" providerId="ADAL" clId="{B1A3E7D4-D1D2-4C4F-B696-F6F3CA53602A}" dt="2024-05-06T04:12:25.929" v="710" actId="1035"/>
          <ac:spMkLst>
            <pc:docMk/>
            <pc:sldMk cId="2659933708" sldId="328"/>
            <ac:spMk id="239751" creationId="{00000000-0000-0000-0000-000000000000}"/>
          </ac:spMkLst>
        </pc:spChg>
        <pc:spChg chg="mod">
          <ac:chgData name="Mengmeng Ge" userId="bb5bc401-97cb-4caf-9857-8ff441375414" providerId="ADAL" clId="{B1A3E7D4-D1D2-4C4F-B696-F6F3CA53602A}" dt="2024-05-06T04:12:25.929" v="710" actId="1035"/>
          <ac:spMkLst>
            <pc:docMk/>
            <pc:sldMk cId="2659933708" sldId="328"/>
            <ac:spMk id="239752" creationId="{00000000-0000-0000-0000-000000000000}"/>
          </ac:spMkLst>
        </pc:spChg>
        <pc:spChg chg="mod">
          <ac:chgData name="Mengmeng Ge" userId="bb5bc401-97cb-4caf-9857-8ff441375414" providerId="ADAL" clId="{B1A3E7D4-D1D2-4C4F-B696-F6F3CA53602A}" dt="2024-05-06T04:12:25.929" v="710" actId="1035"/>
          <ac:spMkLst>
            <pc:docMk/>
            <pc:sldMk cId="2659933708" sldId="328"/>
            <ac:spMk id="239757" creationId="{00000000-0000-0000-0000-000000000000}"/>
          </ac:spMkLst>
        </pc:spChg>
        <pc:spChg chg="mod">
          <ac:chgData name="Mengmeng Ge" userId="bb5bc401-97cb-4caf-9857-8ff441375414" providerId="ADAL" clId="{B1A3E7D4-D1D2-4C4F-B696-F6F3CA53602A}" dt="2024-05-06T04:12:25.929" v="710" actId="1035"/>
          <ac:spMkLst>
            <pc:docMk/>
            <pc:sldMk cId="2659933708" sldId="328"/>
            <ac:spMk id="239758" creationId="{00000000-0000-0000-0000-000000000000}"/>
          </ac:spMkLst>
        </pc:spChg>
        <pc:spChg chg="mod">
          <ac:chgData name="Mengmeng Ge" userId="bb5bc401-97cb-4caf-9857-8ff441375414" providerId="ADAL" clId="{B1A3E7D4-D1D2-4C4F-B696-F6F3CA53602A}" dt="2024-05-06T04:12:25.929" v="710" actId="1035"/>
          <ac:spMkLst>
            <pc:docMk/>
            <pc:sldMk cId="2659933708" sldId="328"/>
            <ac:spMk id="239760" creationId="{00000000-0000-0000-0000-000000000000}"/>
          </ac:spMkLst>
        </pc:spChg>
        <pc:spChg chg="mod">
          <ac:chgData name="Mengmeng Ge" userId="bb5bc401-97cb-4caf-9857-8ff441375414" providerId="ADAL" clId="{B1A3E7D4-D1D2-4C4F-B696-F6F3CA53602A}" dt="2024-05-06T04:12:25.929" v="710" actId="1035"/>
          <ac:spMkLst>
            <pc:docMk/>
            <pc:sldMk cId="2659933708" sldId="328"/>
            <ac:spMk id="239761" creationId="{00000000-0000-0000-0000-000000000000}"/>
          </ac:spMkLst>
        </pc:spChg>
        <pc:spChg chg="mod">
          <ac:chgData name="Mengmeng Ge" userId="bb5bc401-97cb-4caf-9857-8ff441375414" providerId="ADAL" clId="{B1A3E7D4-D1D2-4C4F-B696-F6F3CA53602A}" dt="2024-05-06T04:12:25.929" v="710" actId="1035"/>
          <ac:spMkLst>
            <pc:docMk/>
            <pc:sldMk cId="2659933708" sldId="328"/>
            <ac:spMk id="239762" creationId="{00000000-0000-0000-0000-000000000000}"/>
          </ac:spMkLst>
        </pc:spChg>
        <pc:spChg chg="mod">
          <ac:chgData name="Mengmeng Ge" userId="bb5bc401-97cb-4caf-9857-8ff441375414" providerId="ADAL" clId="{B1A3E7D4-D1D2-4C4F-B696-F6F3CA53602A}" dt="2024-05-06T04:12:25.929" v="710" actId="1035"/>
          <ac:spMkLst>
            <pc:docMk/>
            <pc:sldMk cId="2659933708" sldId="328"/>
            <ac:spMk id="239785" creationId="{00000000-0000-0000-0000-000000000000}"/>
          </ac:spMkLst>
        </pc:spChg>
        <pc:spChg chg="mod">
          <ac:chgData name="Mengmeng Ge" userId="bb5bc401-97cb-4caf-9857-8ff441375414" providerId="ADAL" clId="{B1A3E7D4-D1D2-4C4F-B696-F6F3CA53602A}" dt="2024-05-06T04:12:25.929" v="710" actId="1035"/>
          <ac:spMkLst>
            <pc:docMk/>
            <pc:sldMk cId="2659933708" sldId="328"/>
            <ac:spMk id="239786" creationId="{00000000-0000-0000-0000-000000000000}"/>
          </ac:spMkLst>
        </pc:spChg>
        <pc:spChg chg="mod">
          <ac:chgData name="Mengmeng Ge" userId="bb5bc401-97cb-4caf-9857-8ff441375414" providerId="ADAL" clId="{B1A3E7D4-D1D2-4C4F-B696-F6F3CA53602A}" dt="2024-05-06T04:12:25.929" v="710" actId="1035"/>
          <ac:spMkLst>
            <pc:docMk/>
            <pc:sldMk cId="2659933708" sldId="328"/>
            <ac:spMk id="239787" creationId="{00000000-0000-0000-0000-000000000000}"/>
          </ac:spMkLst>
        </pc:spChg>
        <pc:spChg chg="mod">
          <ac:chgData name="Mengmeng Ge" userId="bb5bc401-97cb-4caf-9857-8ff441375414" providerId="ADAL" clId="{B1A3E7D4-D1D2-4C4F-B696-F6F3CA53602A}" dt="2024-05-06T04:12:25.929" v="710" actId="1035"/>
          <ac:spMkLst>
            <pc:docMk/>
            <pc:sldMk cId="2659933708" sldId="328"/>
            <ac:spMk id="239788" creationId="{00000000-0000-0000-0000-000000000000}"/>
          </ac:spMkLst>
        </pc:spChg>
        <pc:spChg chg="mod">
          <ac:chgData name="Mengmeng Ge" userId="bb5bc401-97cb-4caf-9857-8ff441375414" providerId="ADAL" clId="{B1A3E7D4-D1D2-4C4F-B696-F6F3CA53602A}" dt="2024-05-06T04:12:25.929" v="710" actId="1035"/>
          <ac:spMkLst>
            <pc:docMk/>
            <pc:sldMk cId="2659933708" sldId="328"/>
            <ac:spMk id="239790" creationId="{00000000-0000-0000-0000-000000000000}"/>
          </ac:spMkLst>
        </pc:spChg>
        <pc:spChg chg="mod">
          <ac:chgData name="Mengmeng Ge" userId="bb5bc401-97cb-4caf-9857-8ff441375414" providerId="ADAL" clId="{B1A3E7D4-D1D2-4C4F-B696-F6F3CA53602A}" dt="2024-05-06T04:12:25.929" v="710" actId="1035"/>
          <ac:spMkLst>
            <pc:docMk/>
            <pc:sldMk cId="2659933708" sldId="328"/>
            <ac:spMk id="239791" creationId="{00000000-0000-0000-0000-000000000000}"/>
          </ac:spMkLst>
        </pc:spChg>
        <pc:spChg chg="mod">
          <ac:chgData name="Mengmeng Ge" userId="bb5bc401-97cb-4caf-9857-8ff441375414" providerId="ADAL" clId="{B1A3E7D4-D1D2-4C4F-B696-F6F3CA53602A}" dt="2024-05-06T04:12:25.929" v="710" actId="1035"/>
          <ac:spMkLst>
            <pc:docMk/>
            <pc:sldMk cId="2659933708" sldId="328"/>
            <ac:spMk id="239793" creationId="{00000000-0000-0000-0000-000000000000}"/>
          </ac:spMkLst>
        </pc:spChg>
        <pc:spChg chg="mod">
          <ac:chgData name="Mengmeng Ge" userId="bb5bc401-97cb-4caf-9857-8ff441375414" providerId="ADAL" clId="{B1A3E7D4-D1D2-4C4F-B696-F6F3CA53602A}" dt="2024-05-06T04:12:25.929" v="710" actId="1035"/>
          <ac:spMkLst>
            <pc:docMk/>
            <pc:sldMk cId="2659933708" sldId="328"/>
            <ac:spMk id="239794" creationId="{00000000-0000-0000-0000-000000000000}"/>
          </ac:spMkLst>
        </pc:spChg>
        <pc:spChg chg="mod">
          <ac:chgData name="Mengmeng Ge" userId="bb5bc401-97cb-4caf-9857-8ff441375414" providerId="ADAL" clId="{B1A3E7D4-D1D2-4C4F-B696-F6F3CA53602A}" dt="2024-05-06T04:12:25.929" v="710" actId="1035"/>
          <ac:spMkLst>
            <pc:docMk/>
            <pc:sldMk cId="2659933708" sldId="328"/>
            <ac:spMk id="239795" creationId="{00000000-0000-0000-0000-000000000000}"/>
          </ac:spMkLst>
        </pc:spChg>
        <pc:spChg chg="mod">
          <ac:chgData name="Mengmeng Ge" userId="bb5bc401-97cb-4caf-9857-8ff441375414" providerId="ADAL" clId="{B1A3E7D4-D1D2-4C4F-B696-F6F3CA53602A}" dt="2024-05-06T04:12:25.929" v="710" actId="1035"/>
          <ac:spMkLst>
            <pc:docMk/>
            <pc:sldMk cId="2659933708" sldId="328"/>
            <ac:spMk id="239796" creationId="{00000000-0000-0000-0000-000000000000}"/>
          </ac:spMkLst>
        </pc:spChg>
        <pc:spChg chg="mod">
          <ac:chgData name="Mengmeng Ge" userId="bb5bc401-97cb-4caf-9857-8ff441375414" providerId="ADAL" clId="{B1A3E7D4-D1D2-4C4F-B696-F6F3CA53602A}" dt="2024-05-06T04:12:25.929" v="710" actId="1035"/>
          <ac:spMkLst>
            <pc:docMk/>
            <pc:sldMk cId="2659933708" sldId="328"/>
            <ac:spMk id="239797" creationId="{00000000-0000-0000-0000-000000000000}"/>
          </ac:spMkLst>
        </pc:spChg>
        <pc:spChg chg="mod">
          <ac:chgData name="Mengmeng Ge" userId="bb5bc401-97cb-4caf-9857-8ff441375414" providerId="ADAL" clId="{B1A3E7D4-D1D2-4C4F-B696-F6F3CA53602A}" dt="2024-05-06T04:12:25.929" v="710" actId="1035"/>
          <ac:spMkLst>
            <pc:docMk/>
            <pc:sldMk cId="2659933708" sldId="328"/>
            <ac:spMk id="239799" creationId="{00000000-0000-0000-0000-000000000000}"/>
          </ac:spMkLst>
        </pc:spChg>
        <pc:spChg chg="mod">
          <ac:chgData name="Mengmeng Ge" userId="bb5bc401-97cb-4caf-9857-8ff441375414" providerId="ADAL" clId="{B1A3E7D4-D1D2-4C4F-B696-F6F3CA53602A}" dt="2024-05-06T04:12:25.929" v="710" actId="1035"/>
          <ac:spMkLst>
            <pc:docMk/>
            <pc:sldMk cId="2659933708" sldId="328"/>
            <ac:spMk id="239800" creationId="{00000000-0000-0000-0000-000000000000}"/>
          </ac:spMkLst>
        </pc:spChg>
        <pc:spChg chg="mod">
          <ac:chgData name="Mengmeng Ge" userId="bb5bc401-97cb-4caf-9857-8ff441375414" providerId="ADAL" clId="{B1A3E7D4-D1D2-4C4F-B696-F6F3CA53602A}" dt="2024-05-06T04:12:25.929" v="710" actId="1035"/>
          <ac:spMkLst>
            <pc:docMk/>
            <pc:sldMk cId="2659933708" sldId="328"/>
            <ac:spMk id="239801" creationId="{00000000-0000-0000-0000-000000000000}"/>
          </ac:spMkLst>
        </pc:spChg>
        <pc:spChg chg="mod">
          <ac:chgData name="Mengmeng Ge" userId="bb5bc401-97cb-4caf-9857-8ff441375414" providerId="ADAL" clId="{B1A3E7D4-D1D2-4C4F-B696-F6F3CA53602A}" dt="2024-05-06T04:12:25.929" v="710" actId="1035"/>
          <ac:spMkLst>
            <pc:docMk/>
            <pc:sldMk cId="2659933708" sldId="328"/>
            <ac:spMk id="239802" creationId="{00000000-0000-0000-0000-000000000000}"/>
          </ac:spMkLst>
        </pc:spChg>
        <pc:grpChg chg="mod">
          <ac:chgData name="Mengmeng Ge" userId="bb5bc401-97cb-4caf-9857-8ff441375414" providerId="ADAL" clId="{B1A3E7D4-D1D2-4C4F-B696-F6F3CA53602A}" dt="2024-05-06T04:12:25.929" v="710" actId="1035"/>
          <ac:grpSpMkLst>
            <pc:docMk/>
            <pc:sldMk cId="2659933708" sldId="328"/>
            <ac:grpSpMk id="239729" creationId="{00000000-0000-0000-0000-000000000000}"/>
          </ac:grpSpMkLst>
        </pc:grpChg>
        <pc:grpChg chg="mod">
          <ac:chgData name="Mengmeng Ge" userId="bb5bc401-97cb-4caf-9857-8ff441375414" providerId="ADAL" clId="{B1A3E7D4-D1D2-4C4F-B696-F6F3CA53602A}" dt="2024-05-06T04:12:25.929" v="710" actId="1035"/>
          <ac:grpSpMkLst>
            <pc:docMk/>
            <pc:sldMk cId="2659933708" sldId="328"/>
            <ac:grpSpMk id="239750" creationId="{00000000-0000-0000-0000-000000000000}"/>
          </ac:grpSpMkLst>
        </pc:grpChg>
        <pc:grpChg chg="mod">
          <ac:chgData name="Mengmeng Ge" userId="bb5bc401-97cb-4caf-9857-8ff441375414" providerId="ADAL" clId="{B1A3E7D4-D1D2-4C4F-B696-F6F3CA53602A}" dt="2024-05-06T04:12:25.929" v="710" actId="1035"/>
          <ac:grpSpMkLst>
            <pc:docMk/>
            <pc:sldMk cId="2659933708" sldId="328"/>
            <ac:grpSpMk id="239759" creationId="{00000000-0000-0000-0000-000000000000}"/>
          </ac:grpSpMkLst>
        </pc:grpChg>
        <pc:grpChg chg="mod">
          <ac:chgData name="Mengmeng Ge" userId="bb5bc401-97cb-4caf-9857-8ff441375414" providerId="ADAL" clId="{B1A3E7D4-D1D2-4C4F-B696-F6F3CA53602A}" dt="2024-05-06T04:12:25.929" v="710" actId="1035"/>
          <ac:grpSpMkLst>
            <pc:docMk/>
            <pc:sldMk cId="2659933708" sldId="328"/>
            <ac:grpSpMk id="239789" creationId="{00000000-0000-0000-0000-000000000000}"/>
          </ac:grpSpMkLst>
        </pc:grpChg>
        <pc:grpChg chg="mod">
          <ac:chgData name="Mengmeng Ge" userId="bb5bc401-97cb-4caf-9857-8ff441375414" providerId="ADAL" clId="{B1A3E7D4-D1D2-4C4F-B696-F6F3CA53602A}" dt="2024-05-06T04:12:25.929" v="710" actId="1035"/>
          <ac:grpSpMkLst>
            <pc:docMk/>
            <pc:sldMk cId="2659933708" sldId="328"/>
            <ac:grpSpMk id="239792" creationId="{00000000-0000-0000-0000-000000000000}"/>
          </ac:grpSpMkLst>
        </pc:grpChg>
        <pc:grpChg chg="mod">
          <ac:chgData name="Mengmeng Ge" userId="bb5bc401-97cb-4caf-9857-8ff441375414" providerId="ADAL" clId="{B1A3E7D4-D1D2-4C4F-B696-F6F3CA53602A}" dt="2024-05-06T04:12:25.929" v="710" actId="1035"/>
          <ac:grpSpMkLst>
            <pc:docMk/>
            <pc:sldMk cId="2659933708" sldId="328"/>
            <ac:grpSpMk id="239798" creationId="{00000000-0000-0000-0000-000000000000}"/>
          </ac:grpSpMkLst>
        </pc:grpChg>
        <pc:grpChg chg="mod">
          <ac:chgData name="Mengmeng Ge" userId="bb5bc401-97cb-4caf-9857-8ff441375414" providerId="ADAL" clId="{B1A3E7D4-D1D2-4C4F-B696-F6F3CA53602A}" dt="2024-05-06T04:12:25.929" v="710" actId="1035"/>
          <ac:grpSpMkLst>
            <pc:docMk/>
            <pc:sldMk cId="2659933708" sldId="328"/>
            <ac:grpSpMk id="239813" creationId="{00000000-0000-0000-0000-000000000000}"/>
          </ac:grpSpMkLst>
        </pc:grpChg>
        <pc:grpChg chg="mod">
          <ac:chgData name="Mengmeng Ge" userId="bb5bc401-97cb-4caf-9857-8ff441375414" providerId="ADAL" clId="{B1A3E7D4-D1D2-4C4F-B696-F6F3CA53602A}" dt="2024-05-06T04:12:25.929" v="710" actId="1035"/>
          <ac:grpSpMkLst>
            <pc:docMk/>
            <pc:sldMk cId="2659933708" sldId="328"/>
            <ac:grpSpMk id="239814" creationId="{00000000-0000-0000-0000-000000000000}"/>
          </ac:grpSpMkLst>
        </pc:grpChg>
      </pc:sldChg>
      <pc:sldChg chg="del">
        <pc:chgData name="Mengmeng Ge" userId="bb5bc401-97cb-4caf-9857-8ff441375414" providerId="ADAL" clId="{B1A3E7D4-D1D2-4C4F-B696-F6F3CA53602A}" dt="2024-05-05T23:27:05.423" v="210" actId="47"/>
        <pc:sldMkLst>
          <pc:docMk/>
          <pc:sldMk cId="224435725" sldId="330"/>
        </pc:sldMkLst>
      </pc:sldChg>
      <pc:sldChg chg="modSp mod ord">
        <pc:chgData name="Mengmeng Ge" userId="bb5bc401-97cb-4caf-9857-8ff441375414" providerId="ADAL" clId="{B1A3E7D4-D1D2-4C4F-B696-F6F3CA53602A}" dt="2024-05-09T23:43:18.890" v="2112" actId="14100"/>
        <pc:sldMkLst>
          <pc:docMk/>
          <pc:sldMk cId="2363242869" sldId="346"/>
        </pc:sldMkLst>
        <pc:spChg chg="mod">
          <ac:chgData name="Mengmeng Ge" userId="bb5bc401-97cb-4caf-9857-8ff441375414" providerId="ADAL" clId="{B1A3E7D4-D1D2-4C4F-B696-F6F3CA53602A}" dt="2024-05-09T23:43:18.890" v="2112" actId="14100"/>
          <ac:spMkLst>
            <pc:docMk/>
            <pc:sldMk cId="2363242869" sldId="346"/>
            <ac:spMk id="2" creationId="{00000000-0000-0000-0000-000000000000}"/>
          </ac:spMkLst>
        </pc:spChg>
      </pc:sldChg>
      <pc:sldChg chg="modSp add del mod ord modClrScheme chgLayout modNotesTx">
        <pc:chgData name="Mengmeng Ge" userId="bb5bc401-97cb-4caf-9857-8ff441375414" providerId="ADAL" clId="{B1A3E7D4-D1D2-4C4F-B696-F6F3CA53602A}" dt="2024-05-10T04:23:09.298" v="3567" actId="20577"/>
        <pc:sldMkLst>
          <pc:docMk/>
          <pc:sldMk cId="1828029908" sldId="354"/>
        </pc:sldMkLst>
        <pc:spChg chg="mod ord">
          <ac:chgData name="Mengmeng Ge" userId="bb5bc401-97cb-4caf-9857-8ff441375414" providerId="ADAL" clId="{B1A3E7D4-D1D2-4C4F-B696-F6F3CA53602A}" dt="2024-05-10T04:23:09.298" v="3567" actId="20577"/>
          <ac:spMkLst>
            <pc:docMk/>
            <pc:sldMk cId="1828029908" sldId="354"/>
            <ac:spMk id="2" creationId="{00000000-0000-0000-0000-000000000000}"/>
          </ac:spMkLst>
        </pc:spChg>
        <pc:spChg chg="mod ord">
          <ac:chgData name="Mengmeng Ge" userId="bb5bc401-97cb-4caf-9857-8ff441375414" providerId="ADAL" clId="{B1A3E7D4-D1D2-4C4F-B696-F6F3CA53602A}" dt="2024-05-10T04:22:57.410" v="3559" actId="700"/>
          <ac:spMkLst>
            <pc:docMk/>
            <pc:sldMk cId="1828029908" sldId="354"/>
            <ac:spMk id="3" creationId="{00000000-0000-0000-0000-000000000000}"/>
          </ac:spMkLst>
        </pc:spChg>
        <pc:spChg chg="mod ord">
          <ac:chgData name="Mengmeng Ge" userId="bb5bc401-97cb-4caf-9857-8ff441375414" providerId="ADAL" clId="{B1A3E7D4-D1D2-4C4F-B696-F6F3CA53602A}" dt="2024-05-10T04:22:57.410" v="3559" actId="700"/>
          <ac:spMkLst>
            <pc:docMk/>
            <pc:sldMk cId="1828029908" sldId="354"/>
            <ac:spMk id="5" creationId="{00000000-0000-0000-0000-000000000000}"/>
          </ac:spMkLst>
        </pc:spChg>
      </pc:sldChg>
      <pc:sldChg chg="addSp delSp modSp mod ord modClrScheme chgLayout modNotesTx">
        <pc:chgData name="Mengmeng Ge" userId="bb5bc401-97cb-4caf-9857-8ff441375414" providerId="ADAL" clId="{B1A3E7D4-D1D2-4C4F-B696-F6F3CA53602A}" dt="2024-05-08T21:37:34.832" v="1579" actId="1036"/>
        <pc:sldMkLst>
          <pc:docMk/>
          <pc:sldMk cId="1431283065" sldId="356"/>
        </pc:sldMkLst>
        <pc:spChg chg="add mod ord">
          <ac:chgData name="Mengmeng Ge" userId="bb5bc401-97cb-4caf-9857-8ff441375414" providerId="ADAL" clId="{B1A3E7D4-D1D2-4C4F-B696-F6F3CA53602A}" dt="2024-05-08T21:37:27.719" v="1574" actId="20577"/>
          <ac:spMkLst>
            <pc:docMk/>
            <pc:sldMk cId="1431283065" sldId="356"/>
            <ac:spMk id="3" creationId="{B55BD948-F9DE-F4BC-82E1-97628DE91C85}"/>
          </ac:spMkLst>
        </pc:spChg>
        <pc:spChg chg="mod ord">
          <ac:chgData name="Mengmeng Ge" userId="bb5bc401-97cb-4caf-9857-8ff441375414" providerId="ADAL" clId="{B1A3E7D4-D1D2-4C4F-B696-F6F3CA53602A}" dt="2024-05-08T21:37:11.089" v="1560" actId="700"/>
          <ac:spMkLst>
            <pc:docMk/>
            <pc:sldMk cId="1431283065" sldId="356"/>
            <ac:spMk id="6" creationId="{00000000-0000-0000-0000-000000000000}"/>
          </ac:spMkLst>
        </pc:spChg>
        <pc:spChg chg="mod ord">
          <ac:chgData name="Mengmeng Ge" userId="bb5bc401-97cb-4caf-9857-8ff441375414" providerId="ADAL" clId="{B1A3E7D4-D1D2-4C4F-B696-F6F3CA53602A}" dt="2024-05-08T21:37:11.089" v="1560" actId="700"/>
          <ac:spMkLst>
            <pc:docMk/>
            <pc:sldMk cId="1431283065" sldId="356"/>
            <ac:spMk id="256002" creationId="{00000000-0000-0000-0000-000000000000}"/>
          </ac:spMkLst>
        </pc:spChg>
        <pc:spChg chg="del mod">
          <ac:chgData name="Mengmeng Ge" userId="bb5bc401-97cb-4caf-9857-8ff441375414" providerId="ADAL" clId="{B1A3E7D4-D1D2-4C4F-B696-F6F3CA53602A}" dt="2024-05-08T21:36:15.865" v="1549" actId="12084"/>
          <ac:spMkLst>
            <pc:docMk/>
            <pc:sldMk cId="1431283065" sldId="356"/>
            <ac:spMk id="256003" creationId="{00000000-0000-0000-0000-000000000000}"/>
          </ac:spMkLst>
        </pc:spChg>
        <pc:graphicFrameChg chg="add mod modGraphic">
          <ac:chgData name="Mengmeng Ge" userId="bb5bc401-97cb-4caf-9857-8ff441375414" providerId="ADAL" clId="{B1A3E7D4-D1D2-4C4F-B696-F6F3CA53602A}" dt="2024-05-08T21:37:34.832" v="1579" actId="1036"/>
          <ac:graphicFrameMkLst>
            <pc:docMk/>
            <pc:sldMk cId="1431283065" sldId="356"/>
            <ac:graphicFrameMk id="2" creationId="{6CEFD962-ED9B-4662-5ECE-B4EB70DD3218}"/>
          </ac:graphicFrameMkLst>
        </pc:graphicFrameChg>
      </pc:sldChg>
      <pc:sldChg chg="del">
        <pc:chgData name="Mengmeng Ge" userId="bb5bc401-97cb-4caf-9857-8ff441375414" providerId="ADAL" clId="{B1A3E7D4-D1D2-4C4F-B696-F6F3CA53602A}" dt="2024-05-10T04:43:18.964" v="4079" actId="47"/>
        <pc:sldMkLst>
          <pc:docMk/>
          <pc:sldMk cId="433365251" sldId="359"/>
        </pc:sldMkLst>
      </pc:sldChg>
      <pc:sldChg chg="del">
        <pc:chgData name="Mengmeng Ge" userId="bb5bc401-97cb-4caf-9857-8ff441375414" providerId="ADAL" clId="{B1A3E7D4-D1D2-4C4F-B696-F6F3CA53602A}" dt="2024-05-10T04:42:50.341" v="4078" actId="47"/>
        <pc:sldMkLst>
          <pc:docMk/>
          <pc:sldMk cId="3805615995" sldId="363"/>
        </pc:sldMkLst>
      </pc:sldChg>
      <pc:sldChg chg="addSp delSp modSp del mod modClrScheme chgLayout">
        <pc:chgData name="Mengmeng Ge" userId="bb5bc401-97cb-4caf-9857-8ff441375414" providerId="ADAL" clId="{B1A3E7D4-D1D2-4C4F-B696-F6F3CA53602A}" dt="2024-05-06T03:58:54.167" v="468" actId="47"/>
        <pc:sldMkLst>
          <pc:docMk/>
          <pc:sldMk cId="1705587660" sldId="373"/>
        </pc:sldMkLst>
        <pc:spChg chg="add del mod">
          <ac:chgData name="Mengmeng Ge" userId="bb5bc401-97cb-4caf-9857-8ff441375414" providerId="ADAL" clId="{B1A3E7D4-D1D2-4C4F-B696-F6F3CA53602A}" dt="2024-05-06T03:56:35.140" v="399" actId="478"/>
          <ac:spMkLst>
            <pc:docMk/>
            <pc:sldMk cId="1705587660" sldId="373"/>
            <ac:spMk id="2" creationId="{DCCF4F79-05B5-981D-9A91-34E1C6B34D44}"/>
          </ac:spMkLst>
        </pc:spChg>
        <pc:spChg chg="mod ord">
          <ac:chgData name="Mengmeng Ge" userId="bb5bc401-97cb-4caf-9857-8ff441375414" providerId="ADAL" clId="{B1A3E7D4-D1D2-4C4F-B696-F6F3CA53602A}" dt="2024-05-06T03:56:27.930" v="397" actId="700"/>
          <ac:spMkLst>
            <pc:docMk/>
            <pc:sldMk cId="1705587660" sldId="373"/>
            <ac:spMk id="240642" creationId="{00000000-0000-0000-0000-000000000000}"/>
          </ac:spMkLst>
        </pc:spChg>
        <pc:spChg chg="mod ord">
          <ac:chgData name="Mengmeng Ge" userId="bb5bc401-97cb-4caf-9857-8ff441375414" providerId="ADAL" clId="{B1A3E7D4-D1D2-4C4F-B696-F6F3CA53602A}" dt="2024-05-06T03:57:13.985" v="406" actId="21"/>
          <ac:spMkLst>
            <pc:docMk/>
            <pc:sldMk cId="1705587660" sldId="373"/>
            <ac:spMk id="240643" creationId="{00000000-0000-0000-0000-000000000000}"/>
          </ac:spMkLst>
        </pc:spChg>
      </pc:sldChg>
      <pc:sldChg chg="modSp del mod">
        <pc:chgData name="Mengmeng Ge" userId="bb5bc401-97cb-4caf-9857-8ff441375414" providerId="ADAL" clId="{B1A3E7D4-D1D2-4C4F-B696-F6F3CA53602A}" dt="2024-05-06T04:10:52.645" v="686" actId="47"/>
        <pc:sldMkLst>
          <pc:docMk/>
          <pc:sldMk cId="1234345269" sldId="376"/>
        </pc:sldMkLst>
        <pc:spChg chg="mod">
          <ac:chgData name="Mengmeng Ge" userId="bb5bc401-97cb-4caf-9857-8ff441375414" providerId="ADAL" clId="{B1A3E7D4-D1D2-4C4F-B696-F6F3CA53602A}" dt="2024-05-06T04:08:25.682" v="610" actId="21"/>
          <ac:spMkLst>
            <pc:docMk/>
            <pc:sldMk cId="1234345269" sldId="376"/>
            <ac:spMk id="245762" creationId="{00000000-0000-0000-0000-000000000000}"/>
          </ac:spMkLst>
        </pc:spChg>
        <pc:spChg chg="mod">
          <ac:chgData name="Mengmeng Ge" userId="bb5bc401-97cb-4caf-9857-8ff441375414" providerId="ADAL" clId="{B1A3E7D4-D1D2-4C4F-B696-F6F3CA53602A}" dt="2024-05-06T04:08:30.800" v="612" actId="21"/>
          <ac:spMkLst>
            <pc:docMk/>
            <pc:sldMk cId="1234345269" sldId="376"/>
            <ac:spMk id="245763" creationId="{00000000-0000-0000-0000-000000000000}"/>
          </ac:spMkLst>
        </pc:spChg>
        <pc:spChg chg="mod">
          <ac:chgData name="Mengmeng Ge" userId="bb5bc401-97cb-4caf-9857-8ff441375414" providerId="ADAL" clId="{B1A3E7D4-D1D2-4C4F-B696-F6F3CA53602A}" dt="2024-05-06T04:08:37.156" v="614" actId="21"/>
          <ac:spMkLst>
            <pc:docMk/>
            <pc:sldMk cId="1234345269" sldId="376"/>
            <ac:spMk id="245764" creationId="{00000000-0000-0000-0000-000000000000}"/>
          </ac:spMkLst>
        </pc:spChg>
      </pc:sldChg>
      <pc:sldChg chg="addSp delSp modSp del mod modNotesTx">
        <pc:chgData name="Mengmeng Ge" userId="bb5bc401-97cb-4caf-9857-8ff441375414" providerId="ADAL" clId="{B1A3E7D4-D1D2-4C4F-B696-F6F3CA53602A}" dt="2024-05-06T04:23:10.802" v="830" actId="47"/>
        <pc:sldMkLst>
          <pc:docMk/>
          <pc:sldMk cId="1225098152" sldId="377"/>
        </pc:sldMkLst>
        <pc:spChg chg="mod">
          <ac:chgData name="Mengmeng Ge" userId="bb5bc401-97cb-4caf-9857-8ff441375414" providerId="ADAL" clId="{B1A3E7D4-D1D2-4C4F-B696-F6F3CA53602A}" dt="2024-05-06T04:23:02.418" v="822" actId="164"/>
          <ac:spMkLst>
            <pc:docMk/>
            <pc:sldMk cId="1225098152" sldId="377"/>
            <ac:spMk id="4" creationId="{00000000-0000-0000-0000-000000000000}"/>
          </ac:spMkLst>
        </pc:spChg>
        <pc:spChg chg="mod">
          <ac:chgData name="Mengmeng Ge" userId="bb5bc401-97cb-4caf-9857-8ff441375414" providerId="ADAL" clId="{B1A3E7D4-D1D2-4C4F-B696-F6F3CA53602A}" dt="2024-05-06T04:23:02.418" v="822" actId="164"/>
          <ac:spMkLst>
            <pc:docMk/>
            <pc:sldMk cId="1225098152" sldId="377"/>
            <ac:spMk id="7" creationId="{00000000-0000-0000-0000-000000000000}"/>
          </ac:spMkLst>
        </pc:spChg>
        <pc:spChg chg="del">
          <ac:chgData name="Mengmeng Ge" userId="bb5bc401-97cb-4caf-9857-8ff441375414" providerId="ADAL" clId="{B1A3E7D4-D1D2-4C4F-B696-F6F3CA53602A}" dt="2024-05-06T04:22:51.291" v="821" actId="478"/>
          <ac:spMkLst>
            <pc:docMk/>
            <pc:sldMk cId="1225098152" sldId="377"/>
            <ac:spMk id="8" creationId="{00000000-0000-0000-0000-000000000000}"/>
          </ac:spMkLst>
        </pc:spChg>
        <pc:spChg chg="del">
          <ac:chgData name="Mengmeng Ge" userId="bb5bc401-97cb-4caf-9857-8ff441375414" providerId="ADAL" clId="{B1A3E7D4-D1D2-4C4F-B696-F6F3CA53602A}" dt="2024-05-06T04:23:04.215" v="823" actId="21"/>
          <ac:spMkLst>
            <pc:docMk/>
            <pc:sldMk cId="1225098152" sldId="377"/>
            <ac:spMk id="82" creationId="{00000000-0000-0000-0000-000000000000}"/>
          </ac:spMkLst>
        </pc:spChg>
        <pc:spChg chg="mod">
          <ac:chgData name="Mengmeng Ge" userId="bb5bc401-97cb-4caf-9857-8ff441375414" providerId="ADAL" clId="{B1A3E7D4-D1D2-4C4F-B696-F6F3CA53602A}" dt="2024-05-06T04:23:02.418" v="822" actId="164"/>
          <ac:spMkLst>
            <pc:docMk/>
            <pc:sldMk cId="1225098152" sldId="377"/>
            <ac:spMk id="84" creationId="{00000000-0000-0000-0000-000000000000}"/>
          </ac:spMkLst>
        </pc:spChg>
        <pc:spChg chg="mod">
          <ac:chgData name="Mengmeng Ge" userId="bb5bc401-97cb-4caf-9857-8ff441375414" providerId="ADAL" clId="{B1A3E7D4-D1D2-4C4F-B696-F6F3CA53602A}" dt="2024-05-06T04:23:02.418" v="822" actId="164"/>
          <ac:spMkLst>
            <pc:docMk/>
            <pc:sldMk cId="1225098152" sldId="377"/>
            <ac:spMk id="85" creationId="{00000000-0000-0000-0000-000000000000}"/>
          </ac:spMkLst>
        </pc:spChg>
        <pc:spChg chg="mod">
          <ac:chgData name="Mengmeng Ge" userId="bb5bc401-97cb-4caf-9857-8ff441375414" providerId="ADAL" clId="{B1A3E7D4-D1D2-4C4F-B696-F6F3CA53602A}" dt="2024-05-06T04:21:07.026" v="805" actId="20577"/>
          <ac:spMkLst>
            <pc:docMk/>
            <pc:sldMk cId="1225098152" sldId="377"/>
            <ac:spMk id="246786" creationId="{00000000-0000-0000-0000-000000000000}"/>
          </ac:spMkLst>
        </pc:spChg>
        <pc:spChg chg="mod">
          <ac:chgData name="Mengmeng Ge" userId="bb5bc401-97cb-4caf-9857-8ff441375414" providerId="ADAL" clId="{B1A3E7D4-D1D2-4C4F-B696-F6F3CA53602A}" dt="2024-05-06T04:23:02.418" v="822" actId="164"/>
          <ac:spMkLst>
            <pc:docMk/>
            <pc:sldMk cId="1225098152" sldId="377"/>
            <ac:spMk id="246788" creationId="{00000000-0000-0000-0000-000000000000}"/>
          </ac:spMkLst>
        </pc:spChg>
        <pc:spChg chg="mod">
          <ac:chgData name="Mengmeng Ge" userId="bb5bc401-97cb-4caf-9857-8ff441375414" providerId="ADAL" clId="{B1A3E7D4-D1D2-4C4F-B696-F6F3CA53602A}" dt="2024-05-06T04:14:16.302" v="741" actId="165"/>
          <ac:spMkLst>
            <pc:docMk/>
            <pc:sldMk cId="1225098152" sldId="377"/>
            <ac:spMk id="246791" creationId="{00000000-0000-0000-0000-000000000000}"/>
          </ac:spMkLst>
        </pc:spChg>
        <pc:spChg chg="mod">
          <ac:chgData name="Mengmeng Ge" userId="bb5bc401-97cb-4caf-9857-8ff441375414" providerId="ADAL" clId="{B1A3E7D4-D1D2-4C4F-B696-F6F3CA53602A}" dt="2024-05-06T04:14:16.302" v="741" actId="165"/>
          <ac:spMkLst>
            <pc:docMk/>
            <pc:sldMk cId="1225098152" sldId="377"/>
            <ac:spMk id="246792" creationId="{00000000-0000-0000-0000-000000000000}"/>
          </ac:spMkLst>
        </pc:spChg>
        <pc:spChg chg="mod">
          <ac:chgData name="Mengmeng Ge" userId="bb5bc401-97cb-4caf-9857-8ff441375414" providerId="ADAL" clId="{B1A3E7D4-D1D2-4C4F-B696-F6F3CA53602A}" dt="2024-05-06T04:14:16.302" v="741" actId="165"/>
          <ac:spMkLst>
            <pc:docMk/>
            <pc:sldMk cId="1225098152" sldId="377"/>
            <ac:spMk id="246793" creationId="{00000000-0000-0000-0000-000000000000}"/>
          </ac:spMkLst>
        </pc:spChg>
        <pc:spChg chg="mod">
          <ac:chgData name="Mengmeng Ge" userId="bb5bc401-97cb-4caf-9857-8ff441375414" providerId="ADAL" clId="{B1A3E7D4-D1D2-4C4F-B696-F6F3CA53602A}" dt="2024-05-06T04:14:16.302" v="741" actId="165"/>
          <ac:spMkLst>
            <pc:docMk/>
            <pc:sldMk cId="1225098152" sldId="377"/>
            <ac:spMk id="246794" creationId="{00000000-0000-0000-0000-000000000000}"/>
          </ac:spMkLst>
        </pc:spChg>
        <pc:spChg chg="mod">
          <ac:chgData name="Mengmeng Ge" userId="bb5bc401-97cb-4caf-9857-8ff441375414" providerId="ADAL" clId="{B1A3E7D4-D1D2-4C4F-B696-F6F3CA53602A}" dt="2024-05-06T04:14:16.302" v="741" actId="165"/>
          <ac:spMkLst>
            <pc:docMk/>
            <pc:sldMk cId="1225098152" sldId="377"/>
            <ac:spMk id="246795" creationId="{00000000-0000-0000-0000-000000000000}"/>
          </ac:spMkLst>
        </pc:spChg>
        <pc:spChg chg="mod">
          <ac:chgData name="Mengmeng Ge" userId="bb5bc401-97cb-4caf-9857-8ff441375414" providerId="ADAL" clId="{B1A3E7D4-D1D2-4C4F-B696-F6F3CA53602A}" dt="2024-05-06T04:14:41.138" v="745" actId="1037"/>
          <ac:spMkLst>
            <pc:docMk/>
            <pc:sldMk cId="1225098152" sldId="377"/>
            <ac:spMk id="246797" creationId="{00000000-0000-0000-0000-000000000000}"/>
          </ac:spMkLst>
        </pc:spChg>
        <pc:spChg chg="mod">
          <ac:chgData name="Mengmeng Ge" userId="bb5bc401-97cb-4caf-9857-8ff441375414" providerId="ADAL" clId="{B1A3E7D4-D1D2-4C4F-B696-F6F3CA53602A}" dt="2024-05-06T04:14:41.138" v="745" actId="1037"/>
          <ac:spMkLst>
            <pc:docMk/>
            <pc:sldMk cId="1225098152" sldId="377"/>
            <ac:spMk id="246798" creationId="{00000000-0000-0000-0000-000000000000}"/>
          </ac:spMkLst>
        </pc:spChg>
        <pc:spChg chg="mod topLvl">
          <ac:chgData name="Mengmeng Ge" userId="bb5bc401-97cb-4caf-9857-8ff441375414" providerId="ADAL" clId="{B1A3E7D4-D1D2-4C4F-B696-F6F3CA53602A}" dt="2024-05-06T04:23:02.418" v="822" actId="164"/>
          <ac:spMkLst>
            <pc:docMk/>
            <pc:sldMk cId="1225098152" sldId="377"/>
            <ac:spMk id="246799" creationId="{00000000-0000-0000-0000-000000000000}"/>
          </ac:spMkLst>
        </pc:spChg>
        <pc:spChg chg="mod topLvl">
          <ac:chgData name="Mengmeng Ge" userId="bb5bc401-97cb-4caf-9857-8ff441375414" providerId="ADAL" clId="{B1A3E7D4-D1D2-4C4F-B696-F6F3CA53602A}" dt="2024-05-06T04:23:02.418" v="822" actId="164"/>
          <ac:spMkLst>
            <pc:docMk/>
            <pc:sldMk cId="1225098152" sldId="377"/>
            <ac:spMk id="246800" creationId="{00000000-0000-0000-0000-000000000000}"/>
          </ac:spMkLst>
        </pc:spChg>
        <pc:spChg chg="mod">
          <ac:chgData name="Mengmeng Ge" userId="bb5bc401-97cb-4caf-9857-8ff441375414" providerId="ADAL" clId="{B1A3E7D4-D1D2-4C4F-B696-F6F3CA53602A}" dt="2024-05-06T04:20:18.801" v="796" actId="1038"/>
          <ac:spMkLst>
            <pc:docMk/>
            <pc:sldMk cId="1225098152" sldId="377"/>
            <ac:spMk id="246803" creationId="{00000000-0000-0000-0000-000000000000}"/>
          </ac:spMkLst>
        </pc:spChg>
        <pc:spChg chg="mod">
          <ac:chgData name="Mengmeng Ge" userId="bb5bc401-97cb-4caf-9857-8ff441375414" providerId="ADAL" clId="{B1A3E7D4-D1D2-4C4F-B696-F6F3CA53602A}" dt="2024-05-06T04:20:18.801" v="796" actId="1038"/>
          <ac:spMkLst>
            <pc:docMk/>
            <pc:sldMk cId="1225098152" sldId="377"/>
            <ac:spMk id="246804" creationId="{00000000-0000-0000-0000-000000000000}"/>
          </ac:spMkLst>
        </pc:spChg>
        <pc:spChg chg="mod">
          <ac:chgData name="Mengmeng Ge" userId="bb5bc401-97cb-4caf-9857-8ff441375414" providerId="ADAL" clId="{B1A3E7D4-D1D2-4C4F-B696-F6F3CA53602A}" dt="2024-05-06T04:20:18.801" v="796" actId="1038"/>
          <ac:spMkLst>
            <pc:docMk/>
            <pc:sldMk cId="1225098152" sldId="377"/>
            <ac:spMk id="246806" creationId="{00000000-0000-0000-0000-000000000000}"/>
          </ac:spMkLst>
        </pc:spChg>
        <pc:spChg chg="mod">
          <ac:chgData name="Mengmeng Ge" userId="bb5bc401-97cb-4caf-9857-8ff441375414" providerId="ADAL" clId="{B1A3E7D4-D1D2-4C4F-B696-F6F3CA53602A}" dt="2024-05-06T04:20:18.801" v="796" actId="1038"/>
          <ac:spMkLst>
            <pc:docMk/>
            <pc:sldMk cId="1225098152" sldId="377"/>
            <ac:spMk id="246807" creationId="{00000000-0000-0000-0000-000000000000}"/>
          </ac:spMkLst>
        </pc:spChg>
        <pc:spChg chg="mod">
          <ac:chgData name="Mengmeng Ge" userId="bb5bc401-97cb-4caf-9857-8ff441375414" providerId="ADAL" clId="{B1A3E7D4-D1D2-4C4F-B696-F6F3CA53602A}" dt="2024-05-06T04:20:18.801" v="796" actId="1038"/>
          <ac:spMkLst>
            <pc:docMk/>
            <pc:sldMk cId="1225098152" sldId="377"/>
            <ac:spMk id="246808" creationId="{00000000-0000-0000-0000-000000000000}"/>
          </ac:spMkLst>
        </pc:spChg>
        <pc:spChg chg="mod">
          <ac:chgData name="Mengmeng Ge" userId="bb5bc401-97cb-4caf-9857-8ff441375414" providerId="ADAL" clId="{B1A3E7D4-D1D2-4C4F-B696-F6F3CA53602A}" dt="2024-05-06T04:20:18.801" v="796" actId="1038"/>
          <ac:spMkLst>
            <pc:docMk/>
            <pc:sldMk cId="1225098152" sldId="377"/>
            <ac:spMk id="246809" creationId="{00000000-0000-0000-0000-000000000000}"/>
          </ac:spMkLst>
        </pc:spChg>
        <pc:spChg chg="mod">
          <ac:chgData name="Mengmeng Ge" userId="bb5bc401-97cb-4caf-9857-8ff441375414" providerId="ADAL" clId="{B1A3E7D4-D1D2-4C4F-B696-F6F3CA53602A}" dt="2024-05-06T04:20:18.801" v="796" actId="1038"/>
          <ac:spMkLst>
            <pc:docMk/>
            <pc:sldMk cId="1225098152" sldId="377"/>
            <ac:spMk id="246810" creationId="{00000000-0000-0000-0000-000000000000}"/>
          </ac:spMkLst>
        </pc:spChg>
        <pc:spChg chg="mod">
          <ac:chgData name="Mengmeng Ge" userId="bb5bc401-97cb-4caf-9857-8ff441375414" providerId="ADAL" clId="{B1A3E7D4-D1D2-4C4F-B696-F6F3CA53602A}" dt="2024-05-06T04:20:28.337" v="797" actId="554"/>
          <ac:spMkLst>
            <pc:docMk/>
            <pc:sldMk cId="1225098152" sldId="377"/>
            <ac:spMk id="246812" creationId="{00000000-0000-0000-0000-000000000000}"/>
          </ac:spMkLst>
        </pc:spChg>
        <pc:spChg chg="mod">
          <ac:chgData name="Mengmeng Ge" userId="bb5bc401-97cb-4caf-9857-8ff441375414" providerId="ADAL" clId="{B1A3E7D4-D1D2-4C4F-B696-F6F3CA53602A}" dt="2024-05-06T04:20:28.337" v="797" actId="554"/>
          <ac:spMkLst>
            <pc:docMk/>
            <pc:sldMk cId="1225098152" sldId="377"/>
            <ac:spMk id="246813" creationId="{00000000-0000-0000-0000-000000000000}"/>
          </ac:spMkLst>
        </pc:spChg>
        <pc:spChg chg="mod">
          <ac:chgData name="Mengmeng Ge" userId="bb5bc401-97cb-4caf-9857-8ff441375414" providerId="ADAL" clId="{B1A3E7D4-D1D2-4C4F-B696-F6F3CA53602A}" dt="2024-05-06T04:23:02.418" v="822" actId="164"/>
          <ac:spMkLst>
            <pc:docMk/>
            <pc:sldMk cId="1225098152" sldId="377"/>
            <ac:spMk id="246815" creationId="{00000000-0000-0000-0000-000000000000}"/>
          </ac:spMkLst>
        </pc:spChg>
        <pc:spChg chg="mod">
          <ac:chgData name="Mengmeng Ge" userId="bb5bc401-97cb-4caf-9857-8ff441375414" providerId="ADAL" clId="{B1A3E7D4-D1D2-4C4F-B696-F6F3CA53602A}" dt="2024-05-06T04:23:02.418" v="822" actId="164"/>
          <ac:spMkLst>
            <pc:docMk/>
            <pc:sldMk cId="1225098152" sldId="377"/>
            <ac:spMk id="246816" creationId="{00000000-0000-0000-0000-000000000000}"/>
          </ac:spMkLst>
        </pc:spChg>
        <pc:spChg chg="mod">
          <ac:chgData name="Mengmeng Ge" userId="bb5bc401-97cb-4caf-9857-8ff441375414" providerId="ADAL" clId="{B1A3E7D4-D1D2-4C4F-B696-F6F3CA53602A}" dt="2024-05-06T04:23:02.418" v="822" actId="164"/>
          <ac:spMkLst>
            <pc:docMk/>
            <pc:sldMk cId="1225098152" sldId="377"/>
            <ac:spMk id="246817" creationId="{00000000-0000-0000-0000-000000000000}"/>
          </ac:spMkLst>
        </pc:spChg>
        <pc:spChg chg="mod">
          <ac:chgData name="Mengmeng Ge" userId="bb5bc401-97cb-4caf-9857-8ff441375414" providerId="ADAL" clId="{B1A3E7D4-D1D2-4C4F-B696-F6F3CA53602A}" dt="2024-05-06T04:23:02.418" v="822" actId="164"/>
          <ac:spMkLst>
            <pc:docMk/>
            <pc:sldMk cId="1225098152" sldId="377"/>
            <ac:spMk id="246818" creationId="{00000000-0000-0000-0000-000000000000}"/>
          </ac:spMkLst>
        </pc:spChg>
        <pc:spChg chg="mod">
          <ac:chgData name="Mengmeng Ge" userId="bb5bc401-97cb-4caf-9857-8ff441375414" providerId="ADAL" clId="{B1A3E7D4-D1D2-4C4F-B696-F6F3CA53602A}" dt="2024-05-06T04:23:02.418" v="822" actId="164"/>
          <ac:spMkLst>
            <pc:docMk/>
            <pc:sldMk cId="1225098152" sldId="377"/>
            <ac:spMk id="246819" creationId="{00000000-0000-0000-0000-000000000000}"/>
          </ac:spMkLst>
        </pc:spChg>
        <pc:spChg chg="mod">
          <ac:chgData name="Mengmeng Ge" userId="bb5bc401-97cb-4caf-9857-8ff441375414" providerId="ADAL" clId="{B1A3E7D4-D1D2-4C4F-B696-F6F3CA53602A}" dt="2024-05-06T04:23:02.418" v="822" actId="164"/>
          <ac:spMkLst>
            <pc:docMk/>
            <pc:sldMk cId="1225098152" sldId="377"/>
            <ac:spMk id="246820" creationId="{00000000-0000-0000-0000-000000000000}"/>
          </ac:spMkLst>
        </pc:spChg>
        <pc:spChg chg="mod">
          <ac:chgData name="Mengmeng Ge" userId="bb5bc401-97cb-4caf-9857-8ff441375414" providerId="ADAL" clId="{B1A3E7D4-D1D2-4C4F-B696-F6F3CA53602A}" dt="2024-05-06T04:23:02.418" v="822" actId="164"/>
          <ac:spMkLst>
            <pc:docMk/>
            <pc:sldMk cId="1225098152" sldId="377"/>
            <ac:spMk id="246824" creationId="{00000000-0000-0000-0000-000000000000}"/>
          </ac:spMkLst>
        </pc:spChg>
        <pc:spChg chg="mod">
          <ac:chgData name="Mengmeng Ge" userId="bb5bc401-97cb-4caf-9857-8ff441375414" providerId="ADAL" clId="{B1A3E7D4-D1D2-4C4F-B696-F6F3CA53602A}" dt="2024-05-06T04:23:02.418" v="822" actId="164"/>
          <ac:spMkLst>
            <pc:docMk/>
            <pc:sldMk cId="1225098152" sldId="377"/>
            <ac:spMk id="246826" creationId="{00000000-0000-0000-0000-000000000000}"/>
          </ac:spMkLst>
        </pc:spChg>
        <pc:spChg chg="mod">
          <ac:chgData name="Mengmeng Ge" userId="bb5bc401-97cb-4caf-9857-8ff441375414" providerId="ADAL" clId="{B1A3E7D4-D1D2-4C4F-B696-F6F3CA53602A}" dt="2024-05-06T04:23:02.418" v="822" actId="164"/>
          <ac:spMkLst>
            <pc:docMk/>
            <pc:sldMk cId="1225098152" sldId="377"/>
            <ac:spMk id="246828" creationId="{00000000-0000-0000-0000-000000000000}"/>
          </ac:spMkLst>
        </pc:spChg>
        <pc:spChg chg="mod">
          <ac:chgData name="Mengmeng Ge" userId="bb5bc401-97cb-4caf-9857-8ff441375414" providerId="ADAL" clId="{B1A3E7D4-D1D2-4C4F-B696-F6F3CA53602A}" dt="2024-05-06T04:23:02.418" v="822" actId="164"/>
          <ac:spMkLst>
            <pc:docMk/>
            <pc:sldMk cId="1225098152" sldId="377"/>
            <ac:spMk id="246833" creationId="{00000000-0000-0000-0000-000000000000}"/>
          </ac:spMkLst>
        </pc:spChg>
        <pc:spChg chg="mod">
          <ac:chgData name="Mengmeng Ge" userId="bb5bc401-97cb-4caf-9857-8ff441375414" providerId="ADAL" clId="{B1A3E7D4-D1D2-4C4F-B696-F6F3CA53602A}" dt="2024-05-06T04:23:02.418" v="822" actId="164"/>
          <ac:spMkLst>
            <pc:docMk/>
            <pc:sldMk cId="1225098152" sldId="377"/>
            <ac:spMk id="246834" creationId="{00000000-0000-0000-0000-000000000000}"/>
          </ac:spMkLst>
        </pc:spChg>
        <pc:spChg chg="del">
          <ac:chgData name="Mengmeng Ge" userId="bb5bc401-97cb-4caf-9857-8ff441375414" providerId="ADAL" clId="{B1A3E7D4-D1D2-4C4F-B696-F6F3CA53602A}" dt="2024-05-06T04:15:02.962" v="749" actId="478"/>
          <ac:spMkLst>
            <pc:docMk/>
            <pc:sldMk cId="1225098152" sldId="377"/>
            <ac:spMk id="246835" creationId="{00000000-0000-0000-0000-000000000000}"/>
          </ac:spMkLst>
        </pc:spChg>
        <pc:spChg chg="del mod">
          <ac:chgData name="Mengmeng Ge" userId="bb5bc401-97cb-4caf-9857-8ff441375414" providerId="ADAL" clId="{B1A3E7D4-D1D2-4C4F-B696-F6F3CA53602A}" dt="2024-05-06T04:15:07.488" v="750" actId="478"/>
          <ac:spMkLst>
            <pc:docMk/>
            <pc:sldMk cId="1225098152" sldId="377"/>
            <ac:spMk id="246837" creationId="{00000000-0000-0000-0000-000000000000}"/>
          </ac:spMkLst>
        </pc:spChg>
        <pc:spChg chg="mod">
          <ac:chgData name="Mengmeng Ge" userId="bb5bc401-97cb-4caf-9857-8ff441375414" providerId="ADAL" clId="{B1A3E7D4-D1D2-4C4F-B696-F6F3CA53602A}" dt="2024-05-06T04:18:32.322" v="773" actId="14100"/>
          <ac:spMkLst>
            <pc:docMk/>
            <pc:sldMk cId="1225098152" sldId="377"/>
            <ac:spMk id="246839" creationId="{00000000-0000-0000-0000-000000000000}"/>
          </ac:spMkLst>
        </pc:spChg>
        <pc:spChg chg="mod">
          <ac:chgData name="Mengmeng Ge" userId="bb5bc401-97cb-4caf-9857-8ff441375414" providerId="ADAL" clId="{B1A3E7D4-D1D2-4C4F-B696-F6F3CA53602A}" dt="2024-05-06T04:18:32.322" v="773" actId="14100"/>
          <ac:spMkLst>
            <pc:docMk/>
            <pc:sldMk cId="1225098152" sldId="377"/>
            <ac:spMk id="246840" creationId="{00000000-0000-0000-0000-000000000000}"/>
          </ac:spMkLst>
        </pc:spChg>
        <pc:spChg chg="mod">
          <ac:chgData name="Mengmeng Ge" userId="bb5bc401-97cb-4caf-9857-8ff441375414" providerId="ADAL" clId="{B1A3E7D4-D1D2-4C4F-B696-F6F3CA53602A}" dt="2024-05-06T04:18:32.322" v="773" actId="14100"/>
          <ac:spMkLst>
            <pc:docMk/>
            <pc:sldMk cId="1225098152" sldId="377"/>
            <ac:spMk id="246841" creationId="{00000000-0000-0000-0000-000000000000}"/>
          </ac:spMkLst>
        </pc:spChg>
        <pc:spChg chg="mod">
          <ac:chgData name="Mengmeng Ge" userId="bb5bc401-97cb-4caf-9857-8ff441375414" providerId="ADAL" clId="{B1A3E7D4-D1D2-4C4F-B696-F6F3CA53602A}" dt="2024-05-06T04:19:11.033" v="783" actId="14100"/>
          <ac:spMkLst>
            <pc:docMk/>
            <pc:sldMk cId="1225098152" sldId="377"/>
            <ac:spMk id="246847" creationId="{00000000-0000-0000-0000-000000000000}"/>
          </ac:spMkLst>
        </pc:spChg>
        <pc:spChg chg="mod">
          <ac:chgData name="Mengmeng Ge" userId="bb5bc401-97cb-4caf-9857-8ff441375414" providerId="ADAL" clId="{B1A3E7D4-D1D2-4C4F-B696-F6F3CA53602A}" dt="2024-05-06T04:19:11.033" v="783" actId="14100"/>
          <ac:spMkLst>
            <pc:docMk/>
            <pc:sldMk cId="1225098152" sldId="377"/>
            <ac:spMk id="246848" creationId="{00000000-0000-0000-0000-000000000000}"/>
          </ac:spMkLst>
        </pc:spChg>
        <pc:spChg chg="mod">
          <ac:chgData name="Mengmeng Ge" userId="bb5bc401-97cb-4caf-9857-8ff441375414" providerId="ADAL" clId="{B1A3E7D4-D1D2-4C4F-B696-F6F3CA53602A}" dt="2024-05-06T04:19:11.033" v="783" actId="14100"/>
          <ac:spMkLst>
            <pc:docMk/>
            <pc:sldMk cId="1225098152" sldId="377"/>
            <ac:spMk id="246849" creationId="{00000000-0000-0000-0000-000000000000}"/>
          </ac:spMkLst>
        </pc:spChg>
        <pc:spChg chg="mod">
          <ac:chgData name="Mengmeng Ge" userId="bb5bc401-97cb-4caf-9857-8ff441375414" providerId="ADAL" clId="{B1A3E7D4-D1D2-4C4F-B696-F6F3CA53602A}" dt="2024-05-06T04:20:28.337" v="797" actId="554"/>
          <ac:spMkLst>
            <pc:docMk/>
            <pc:sldMk cId="1225098152" sldId="377"/>
            <ac:spMk id="246857" creationId="{00000000-0000-0000-0000-000000000000}"/>
          </ac:spMkLst>
        </pc:spChg>
        <pc:spChg chg="mod">
          <ac:chgData name="Mengmeng Ge" userId="bb5bc401-97cb-4caf-9857-8ff441375414" providerId="ADAL" clId="{B1A3E7D4-D1D2-4C4F-B696-F6F3CA53602A}" dt="2024-05-06T04:20:28.337" v="797" actId="554"/>
          <ac:spMkLst>
            <pc:docMk/>
            <pc:sldMk cId="1225098152" sldId="377"/>
            <ac:spMk id="246858" creationId="{00000000-0000-0000-0000-000000000000}"/>
          </ac:spMkLst>
        </pc:spChg>
        <pc:spChg chg="mod">
          <ac:chgData name="Mengmeng Ge" userId="bb5bc401-97cb-4caf-9857-8ff441375414" providerId="ADAL" clId="{B1A3E7D4-D1D2-4C4F-B696-F6F3CA53602A}" dt="2024-05-06T04:23:02.418" v="822" actId="164"/>
          <ac:spMkLst>
            <pc:docMk/>
            <pc:sldMk cId="1225098152" sldId="377"/>
            <ac:spMk id="246859" creationId="{00000000-0000-0000-0000-000000000000}"/>
          </ac:spMkLst>
        </pc:spChg>
        <pc:spChg chg="mod">
          <ac:chgData name="Mengmeng Ge" userId="bb5bc401-97cb-4caf-9857-8ff441375414" providerId="ADAL" clId="{B1A3E7D4-D1D2-4C4F-B696-F6F3CA53602A}" dt="2024-05-06T04:23:02.418" v="822" actId="164"/>
          <ac:spMkLst>
            <pc:docMk/>
            <pc:sldMk cId="1225098152" sldId="377"/>
            <ac:spMk id="246860" creationId="{00000000-0000-0000-0000-000000000000}"/>
          </ac:spMkLst>
        </pc:spChg>
        <pc:spChg chg="mod">
          <ac:chgData name="Mengmeng Ge" userId="bb5bc401-97cb-4caf-9857-8ff441375414" providerId="ADAL" clId="{B1A3E7D4-D1D2-4C4F-B696-F6F3CA53602A}" dt="2024-05-06T04:23:02.418" v="822" actId="164"/>
          <ac:spMkLst>
            <pc:docMk/>
            <pc:sldMk cId="1225098152" sldId="377"/>
            <ac:spMk id="246862" creationId="{00000000-0000-0000-0000-000000000000}"/>
          </ac:spMkLst>
        </pc:spChg>
        <pc:spChg chg="mod">
          <ac:chgData name="Mengmeng Ge" userId="bb5bc401-97cb-4caf-9857-8ff441375414" providerId="ADAL" clId="{B1A3E7D4-D1D2-4C4F-B696-F6F3CA53602A}" dt="2024-05-06T04:18:32.322" v="773" actId="14100"/>
          <ac:spMkLst>
            <pc:docMk/>
            <pc:sldMk cId="1225098152" sldId="377"/>
            <ac:spMk id="246863" creationId="{00000000-0000-0000-0000-000000000000}"/>
          </ac:spMkLst>
        </pc:spChg>
        <pc:spChg chg="mod">
          <ac:chgData name="Mengmeng Ge" userId="bb5bc401-97cb-4caf-9857-8ff441375414" providerId="ADAL" clId="{B1A3E7D4-D1D2-4C4F-B696-F6F3CA53602A}" dt="2024-05-06T04:19:11.033" v="783" actId="14100"/>
          <ac:spMkLst>
            <pc:docMk/>
            <pc:sldMk cId="1225098152" sldId="377"/>
            <ac:spMk id="246864" creationId="{00000000-0000-0000-0000-000000000000}"/>
          </ac:spMkLst>
        </pc:spChg>
        <pc:spChg chg="mod">
          <ac:chgData name="Mengmeng Ge" userId="bb5bc401-97cb-4caf-9857-8ff441375414" providerId="ADAL" clId="{B1A3E7D4-D1D2-4C4F-B696-F6F3CA53602A}" dt="2024-05-06T04:18:32.322" v="773" actId="14100"/>
          <ac:spMkLst>
            <pc:docMk/>
            <pc:sldMk cId="1225098152" sldId="377"/>
            <ac:spMk id="246865" creationId="{00000000-0000-0000-0000-000000000000}"/>
          </ac:spMkLst>
        </pc:spChg>
        <pc:spChg chg="mod">
          <ac:chgData name="Mengmeng Ge" userId="bb5bc401-97cb-4caf-9857-8ff441375414" providerId="ADAL" clId="{B1A3E7D4-D1D2-4C4F-B696-F6F3CA53602A}" dt="2024-05-06T04:18:32.322" v="773" actId="14100"/>
          <ac:spMkLst>
            <pc:docMk/>
            <pc:sldMk cId="1225098152" sldId="377"/>
            <ac:spMk id="246866" creationId="{00000000-0000-0000-0000-000000000000}"/>
          </ac:spMkLst>
        </pc:spChg>
        <pc:spChg chg="mod">
          <ac:chgData name="Mengmeng Ge" userId="bb5bc401-97cb-4caf-9857-8ff441375414" providerId="ADAL" clId="{B1A3E7D4-D1D2-4C4F-B696-F6F3CA53602A}" dt="2024-05-06T04:18:35.631" v="774" actId="20577"/>
          <ac:spMkLst>
            <pc:docMk/>
            <pc:sldMk cId="1225098152" sldId="377"/>
            <ac:spMk id="246868" creationId="{00000000-0000-0000-0000-000000000000}"/>
          </ac:spMkLst>
        </pc:spChg>
        <pc:spChg chg="mod">
          <ac:chgData name="Mengmeng Ge" userId="bb5bc401-97cb-4caf-9857-8ff441375414" providerId="ADAL" clId="{B1A3E7D4-D1D2-4C4F-B696-F6F3CA53602A}" dt="2024-05-06T04:19:11.033" v="783" actId="14100"/>
          <ac:spMkLst>
            <pc:docMk/>
            <pc:sldMk cId="1225098152" sldId="377"/>
            <ac:spMk id="246870" creationId="{00000000-0000-0000-0000-000000000000}"/>
          </ac:spMkLst>
        </pc:spChg>
        <pc:spChg chg="mod">
          <ac:chgData name="Mengmeng Ge" userId="bb5bc401-97cb-4caf-9857-8ff441375414" providerId="ADAL" clId="{B1A3E7D4-D1D2-4C4F-B696-F6F3CA53602A}" dt="2024-05-06T04:20:58.117" v="803" actId="1076"/>
          <ac:spMkLst>
            <pc:docMk/>
            <pc:sldMk cId="1225098152" sldId="377"/>
            <ac:spMk id="246875" creationId="{00000000-0000-0000-0000-000000000000}"/>
          </ac:spMkLst>
        </pc:spChg>
        <pc:spChg chg="mod">
          <ac:chgData name="Mengmeng Ge" userId="bb5bc401-97cb-4caf-9857-8ff441375414" providerId="ADAL" clId="{B1A3E7D4-D1D2-4C4F-B696-F6F3CA53602A}" dt="2024-05-06T04:20:58.117" v="803" actId="1076"/>
          <ac:spMkLst>
            <pc:docMk/>
            <pc:sldMk cId="1225098152" sldId="377"/>
            <ac:spMk id="246876" creationId="{00000000-0000-0000-0000-000000000000}"/>
          </ac:spMkLst>
        </pc:spChg>
        <pc:spChg chg="mod">
          <ac:chgData name="Mengmeng Ge" userId="bb5bc401-97cb-4caf-9857-8ff441375414" providerId="ADAL" clId="{B1A3E7D4-D1D2-4C4F-B696-F6F3CA53602A}" dt="2024-05-06T04:20:58.117" v="803" actId="1076"/>
          <ac:spMkLst>
            <pc:docMk/>
            <pc:sldMk cId="1225098152" sldId="377"/>
            <ac:spMk id="246877" creationId="{00000000-0000-0000-0000-000000000000}"/>
          </ac:spMkLst>
        </pc:spChg>
        <pc:spChg chg="mod">
          <ac:chgData name="Mengmeng Ge" userId="bb5bc401-97cb-4caf-9857-8ff441375414" providerId="ADAL" clId="{B1A3E7D4-D1D2-4C4F-B696-F6F3CA53602A}" dt="2024-05-06T04:20:58.117" v="803" actId="1076"/>
          <ac:spMkLst>
            <pc:docMk/>
            <pc:sldMk cId="1225098152" sldId="377"/>
            <ac:spMk id="246878" creationId="{00000000-0000-0000-0000-000000000000}"/>
          </ac:spMkLst>
        </pc:spChg>
        <pc:spChg chg="mod">
          <ac:chgData name="Mengmeng Ge" userId="bb5bc401-97cb-4caf-9857-8ff441375414" providerId="ADAL" clId="{B1A3E7D4-D1D2-4C4F-B696-F6F3CA53602A}" dt="2024-05-06T04:20:58.117" v="803" actId="1076"/>
          <ac:spMkLst>
            <pc:docMk/>
            <pc:sldMk cId="1225098152" sldId="377"/>
            <ac:spMk id="246879" creationId="{00000000-0000-0000-0000-000000000000}"/>
          </ac:spMkLst>
        </pc:spChg>
        <pc:grpChg chg="add mod">
          <ac:chgData name="Mengmeng Ge" userId="bb5bc401-97cb-4caf-9857-8ff441375414" providerId="ADAL" clId="{B1A3E7D4-D1D2-4C4F-B696-F6F3CA53602A}" dt="2024-05-06T04:18:32.322" v="773" actId="14100"/>
          <ac:grpSpMkLst>
            <pc:docMk/>
            <pc:sldMk cId="1225098152" sldId="377"/>
            <ac:grpSpMk id="2" creationId="{9DA8D6A0-924D-31BA-45FA-63517B392889}"/>
          </ac:grpSpMkLst>
        </pc:grpChg>
        <pc:grpChg chg="add mod">
          <ac:chgData name="Mengmeng Ge" userId="bb5bc401-97cb-4caf-9857-8ff441375414" providerId="ADAL" clId="{B1A3E7D4-D1D2-4C4F-B696-F6F3CA53602A}" dt="2024-05-06T04:23:02.418" v="822" actId="164"/>
          <ac:grpSpMkLst>
            <pc:docMk/>
            <pc:sldMk cId="1225098152" sldId="377"/>
            <ac:grpSpMk id="3" creationId="{D90DD9D2-0E31-35BB-D026-87137D84A672}"/>
          </ac:grpSpMkLst>
        </pc:grpChg>
        <pc:grpChg chg="add mod">
          <ac:chgData name="Mengmeng Ge" userId="bb5bc401-97cb-4caf-9857-8ff441375414" providerId="ADAL" clId="{B1A3E7D4-D1D2-4C4F-B696-F6F3CA53602A}" dt="2024-05-06T04:23:02.418" v="822" actId="164"/>
          <ac:grpSpMkLst>
            <pc:docMk/>
            <pc:sldMk cId="1225098152" sldId="377"/>
            <ac:grpSpMk id="5" creationId="{E090ED6C-C2DD-FC9C-5DC6-B9E385F63358}"/>
          </ac:grpSpMkLst>
        </pc:grpChg>
        <pc:grpChg chg="add mod">
          <ac:chgData name="Mengmeng Ge" userId="bb5bc401-97cb-4caf-9857-8ff441375414" providerId="ADAL" clId="{B1A3E7D4-D1D2-4C4F-B696-F6F3CA53602A}" dt="2024-05-06T04:23:02.418" v="822" actId="164"/>
          <ac:grpSpMkLst>
            <pc:docMk/>
            <pc:sldMk cId="1225098152" sldId="377"/>
            <ac:grpSpMk id="6" creationId="{5E9B36D8-B7CA-3F91-B3AB-0F4786FF7315}"/>
          </ac:grpSpMkLst>
        </pc:grpChg>
        <pc:grpChg chg="add del mod">
          <ac:chgData name="Mengmeng Ge" userId="bb5bc401-97cb-4caf-9857-8ff441375414" providerId="ADAL" clId="{B1A3E7D4-D1D2-4C4F-B696-F6F3CA53602A}" dt="2024-05-06T04:23:04.215" v="823" actId="21"/>
          <ac:grpSpMkLst>
            <pc:docMk/>
            <pc:sldMk cId="1225098152" sldId="377"/>
            <ac:grpSpMk id="9" creationId="{8572DE5C-0A23-FD0B-846C-7AB730D224BC}"/>
          </ac:grpSpMkLst>
        </pc:grpChg>
        <pc:grpChg chg="mod topLvl">
          <ac:chgData name="Mengmeng Ge" userId="bb5bc401-97cb-4caf-9857-8ff441375414" providerId="ADAL" clId="{B1A3E7D4-D1D2-4C4F-B696-F6F3CA53602A}" dt="2024-05-06T04:23:02.418" v="822" actId="164"/>
          <ac:grpSpMkLst>
            <pc:docMk/>
            <pc:sldMk cId="1225098152" sldId="377"/>
            <ac:grpSpMk id="246790" creationId="{00000000-0000-0000-0000-000000000000}"/>
          </ac:grpSpMkLst>
        </pc:grpChg>
        <pc:grpChg chg="mod topLvl">
          <ac:chgData name="Mengmeng Ge" userId="bb5bc401-97cb-4caf-9857-8ff441375414" providerId="ADAL" clId="{B1A3E7D4-D1D2-4C4F-B696-F6F3CA53602A}" dt="2024-05-06T04:23:02.418" v="822" actId="164"/>
          <ac:grpSpMkLst>
            <pc:docMk/>
            <pc:sldMk cId="1225098152" sldId="377"/>
            <ac:grpSpMk id="246796" creationId="{00000000-0000-0000-0000-000000000000}"/>
          </ac:grpSpMkLst>
        </pc:grpChg>
        <pc:grpChg chg="mod">
          <ac:chgData name="Mengmeng Ge" userId="bb5bc401-97cb-4caf-9857-8ff441375414" providerId="ADAL" clId="{B1A3E7D4-D1D2-4C4F-B696-F6F3CA53602A}" dt="2024-05-06T04:23:02.418" v="822" actId="164"/>
          <ac:grpSpMkLst>
            <pc:docMk/>
            <pc:sldMk cId="1225098152" sldId="377"/>
            <ac:grpSpMk id="246802" creationId="{00000000-0000-0000-0000-000000000000}"/>
          </ac:grpSpMkLst>
        </pc:grpChg>
        <pc:grpChg chg="mod">
          <ac:chgData name="Mengmeng Ge" userId="bb5bc401-97cb-4caf-9857-8ff441375414" providerId="ADAL" clId="{B1A3E7D4-D1D2-4C4F-B696-F6F3CA53602A}" dt="2024-05-06T04:23:02.418" v="822" actId="164"/>
          <ac:grpSpMkLst>
            <pc:docMk/>
            <pc:sldMk cId="1225098152" sldId="377"/>
            <ac:grpSpMk id="246805" creationId="{00000000-0000-0000-0000-000000000000}"/>
          </ac:grpSpMkLst>
        </pc:grpChg>
        <pc:grpChg chg="mod">
          <ac:chgData name="Mengmeng Ge" userId="bb5bc401-97cb-4caf-9857-8ff441375414" providerId="ADAL" clId="{B1A3E7D4-D1D2-4C4F-B696-F6F3CA53602A}" dt="2024-05-06T04:23:02.418" v="822" actId="164"/>
          <ac:grpSpMkLst>
            <pc:docMk/>
            <pc:sldMk cId="1225098152" sldId="377"/>
            <ac:grpSpMk id="246811" creationId="{00000000-0000-0000-0000-000000000000}"/>
          </ac:grpSpMkLst>
        </pc:grpChg>
        <pc:grpChg chg="mod">
          <ac:chgData name="Mengmeng Ge" userId="bb5bc401-97cb-4caf-9857-8ff441375414" providerId="ADAL" clId="{B1A3E7D4-D1D2-4C4F-B696-F6F3CA53602A}" dt="2024-05-06T04:23:02.418" v="822" actId="164"/>
          <ac:grpSpMkLst>
            <pc:docMk/>
            <pc:sldMk cId="1225098152" sldId="377"/>
            <ac:grpSpMk id="246821" creationId="{00000000-0000-0000-0000-000000000000}"/>
          </ac:grpSpMkLst>
        </pc:grpChg>
        <pc:grpChg chg="mod">
          <ac:chgData name="Mengmeng Ge" userId="bb5bc401-97cb-4caf-9857-8ff441375414" providerId="ADAL" clId="{B1A3E7D4-D1D2-4C4F-B696-F6F3CA53602A}" dt="2024-05-06T04:23:02.418" v="822" actId="164"/>
          <ac:grpSpMkLst>
            <pc:docMk/>
            <pc:sldMk cId="1225098152" sldId="377"/>
            <ac:grpSpMk id="246850" creationId="{00000000-0000-0000-0000-000000000000}"/>
          </ac:grpSpMkLst>
        </pc:grpChg>
        <pc:grpChg chg="mod">
          <ac:chgData name="Mengmeng Ge" userId="bb5bc401-97cb-4caf-9857-8ff441375414" providerId="ADAL" clId="{B1A3E7D4-D1D2-4C4F-B696-F6F3CA53602A}" dt="2024-05-06T04:23:02.418" v="822" actId="164"/>
          <ac:grpSpMkLst>
            <pc:docMk/>
            <pc:sldMk cId="1225098152" sldId="377"/>
            <ac:grpSpMk id="246853" creationId="{00000000-0000-0000-0000-000000000000}"/>
          </ac:grpSpMkLst>
        </pc:grpChg>
        <pc:grpChg chg="mod">
          <ac:chgData name="Mengmeng Ge" userId="bb5bc401-97cb-4caf-9857-8ff441375414" providerId="ADAL" clId="{B1A3E7D4-D1D2-4C4F-B696-F6F3CA53602A}" dt="2024-05-06T04:23:02.418" v="822" actId="164"/>
          <ac:grpSpMkLst>
            <pc:docMk/>
            <pc:sldMk cId="1225098152" sldId="377"/>
            <ac:grpSpMk id="246856" creationId="{00000000-0000-0000-0000-000000000000}"/>
          </ac:grpSpMkLst>
        </pc:grpChg>
        <pc:grpChg chg="del">
          <ac:chgData name="Mengmeng Ge" userId="bb5bc401-97cb-4caf-9857-8ff441375414" providerId="ADAL" clId="{B1A3E7D4-D1D2-4C4F-B696-F6F3CA53602A}" dt="2024-05-06T04:14:16.302" v="741" actId="165"/>
          <ac:grpSpMkLst>
            <pc:docMk/>
            <pc:sldMk cId="1225098152" sldId="377"/>
            <ac:grpSpMk id="246871" creationId="{00000000-0000-0000-0000-000000000000}"/>
          </ac:grpSpMkLst>
        </pc:grpChg>
        <pc:grpChg chg="mod">
          <ac:chgData name="Mengmeng Ge" userId="bb5bc401-97cb-4caf-9857-8ff441375414" providerId="ADAL" clId="{B1A3E7D4-D1D2-4C4F-B696-F6F3CA53602A}" dt="2024-05-06T04:19:11.033" v="783" actId="14100"/>
          <ac:grpSpMkLst>
            <pc:docMk/>
            <pc:sldMk cId="1225098152" sldId="377"/>
            <ac:grpSpMk id="246873" creationId="{00000000-0000-0000-0000-000000000000}"/>
          </ac:grpSpMkLst>
        </pc:grpChg>
        <pc:grpChg chg="mod">
          <ac:chgData name="Mengmeng Ge" userId="bb5bc401-97cb-4caf-9857-8ff441375414" providerId="ADAL" clId="{B1A3E7D4-D1D2-4C4F-B696-F6F3CA53602A}" dt="2024-05-06T04:20:58.117" v="803" actId="1076"/>
          <ac:grpSpMkLst>
            <pc:docMk/>
            <pc:sldMk cId="1225098152" sldId="377"/>
            <ac:grpSpMk id="246874" creationId="{00000000-0000-0000-0000-000000000000}"/>
          </ac:grpSpMkLst>
        </pc:grpChg>
        <pc:cxnChg chg="del mod">
          <ac:chgData name="Mengmeng Ge" userId="bb5bc401-97cb-4caf-9857-8ff441375414" providerId="ADAL" clId="{B1A3E7D4-D1D2-4C4F-B696-F6F3CA53602A}" dt="2024-05-06T04:22:48.162" v="820" actId="478"/>
          <ac:cxnSpMkLst>
            <pc:docMk/>
            <pc:sldMk cId="1225098152" sldId="377"/>
            <ac:cxnSpMk id="10" creationId="{00000000-0000-0000-0000-000000000000}"/>
          </ac:cxnSpMkLst>
        </pc:cxnChg>
        <pc:cxnChg chg="del mod">
          <ac:chgData name="Mengmeng Ge" userId="bb5bc401-97cb-4caf-9857-8ff441375414" providerId="ADAL" clId="{B1A3E7D4-D1D2-4C4F-B696-F6F3CA53602A}" dt="2024-05-06T04:19:03.868" v="782" actId="478"/>
          <ac:cxnSpMkLst>
            <pc:docMk/>
            <pc:sldMk cId="1225098152" sldId="377"/>
            <ac:cxnSpMk id="12" creationId="{00000000-0000-0000-0000-000000000000}"/>
          </ac:cxnSpMkLst>
        </pc:cxnChg>
      </pc:sldChg>
      <pc:sldChg chg="del">
        <pc:chgData name="Mengmeng Ge" userId="bb5bc401-97cb-4caf-9857-8ff441375414" providerId="ADAL" clId="{B1A3E7D4-D1D2-4C4F-B696-F6F3CA53602A}" dt="2024-05-06T00:57:45.900" v="284" actId="47"/>
        <pc:sldMkLst>
          <pc:docMk/>
          <pc:sldMk cId="1303666729" sldId="378"/>
        </pc:sldMkLst>
      </pc:sldChg>
      <pc:sldChg chg="addSp delSp modSp mod modClrScheme chgLayout">
        <pc:chgData name="Mengmeng Ge" userId="bb5bc401-97cb-4caf-9857-8ff441375414" providerId="ADAL" clId="{B1A3E7D4-D1D2-4C4F-B696-F6F3CA53602A}" dt="2024-05-05T22:35:34.343" v="201" actId="478"/>
        <pc:sldMkLst>
          <pc:docMk/>
          <pc:sldMk cId="547568169" sldId="379"/>
        </pc:sldMkLst>
        <pc:spChg chg="mod ord">
          <ac:chgData name="Mengmeng Ge" userId="bb5bc401-97cb-4caf-9857-8ff441375414" providerId="ADAL" clId="{B1A3E7D4-D1D2-4C4F-B696-F6F3CA53602A}" dt="2024-05-05T22:35:27.654" v="198" actId="207"/>
          <ac:spMkLst>
            <pc:docMk/>
            <pc:sldMk cId="547568169" sldId="379"/>
            <ac:spMk id="2" creationId="{00000000-0000-0000-0000-000000000000}"/>
          </ac:spMkLst>
        </pc:spChg>
        <pc:spChg chg="del mod ord">
          <ac:chgData name="Mengmeng Ge" userId="bb5bc401-97cb-4caf-9857-8ff441375414" providerId="ADAL" clId="{B1A3E7D4-D1D2-4C4F-B696-F6F3CA53602A}" dt="2024-05-05T22:35:30.267" v="199" actId="478"/>
          <ac:spMkLst>
            <pc:docMk/>
            <pc:sldMk cId="547568169" sldId="379"/>
            <ac:spMk id="3" creationId="{00000000-0000-0000-0000-000000000000}"/>
          </ac:spMkLst>
        </pc:spChg>
        <pc:spChg chg="add del mod">
          <ac:chgData name="Mengmeng Ge" userId="bb5bc401-97cb-4caf-9857-8ff441375414" providerId="ADAL" clId="{B1A3E7D4-D1D2-4C4F-B696-F6F3CA53602A}" dt="2024-05-05T22:35:34.343" v="201" actId="478"/>
          <ac:spMkLst>
            <pc:docMk/>
            <pc:sldMk cId="547568169" sldId="379"/>
            <ac:spMk id="5" creationId="{222B8436-E4F5-E837-96C4-0D693DCE7087}"/>
          </ac:spMkLst>
        </pc:spChg>
        <pc:spChg chg="mod ord">
          <ac:chgData name="Mengmeng Ge" userId="bb5bc401-97cb-4caf-9857-8ff441375414" providerId="ADAL" clId="{B1A3E7D4-D1D2-4C4F-B696-F6F3CA53602A}" dt="2024-05-05T22:35:17.694" v="195" actId="700"/>
          <ac:spMkLst>
            <pc:docMk/>
            <pc:sldMk cId="547568169" sldId="379"/>
            <ac:spMk id="7" creationId="{00000000-0000-0000-0000-000000000000}"/>
          </ac:spMkLst>
        </pc:spChg>
      </pc:sldChg>
      <pc:sldChg chg="modSp del mod">
        <pc:chgData name="Mengmeng Ge" userId="bb5bc401-97cb-4caf-9857-8ff441375414" providerId="ADAL" clId="{B1A3E7D4-D1D2-4C4F-B696-F6F3CA53602A}" dt="2024-05-06T05:13:02.451" v="912" actId="47"/>
        <pc:sldMkLst>
          <pc:docMk/>
          <pc:sldMk cId="1094770585" sldId="380"/>
        </pc:sldMkLst>
        <pc:spChg chg="mod">
          <ac:chgData name="Mengmeng Ge" userId="bb5bc401-97cb-4caf-9857-8ff441375414" providerId="ADAL" clId="{B1A3E7D4-D1D2-4C4F-B696-F6F3CA53602A}" dt="2024-05-06T05:05:43.197" v="863" actId="21"/>
          <ac:spMkLst>
            <pc:docMk/>
            <pc:sldMk cId="1094770585" sldId="380"/>
            <ac:spMk id="73730" creationId="{00000000-0000-0000-0000-000000000000}"/>
          </ac:spMkLst>
        </pc:spChg>
      </pc:sldChg>
      <pc:sldChg chg="modSp del mod">
        <pc:chgData name="Mengmeng Ge" userId="bb5bc401-97cb-4caf-9857-8ff441375414" providerId="ADAL" clId="{B1A3E7D4-D1D2-4C4F-B696-F6F3CA53602A}" dt="2024-05-06T05:21:17.354" v="1119" actId="47"/>
        <pc:sldMkLst>
          <pc:docMk/>
          <pc:sldMk cId="3827176479" sldId="381"/>
        </pc:sldMkLst>
        <pc:spChg chg="mod">
          <ac:chgData name="Mengmeng Ge" userId="bb5bc401-97cb-4caf-9857-8ff441375414" providerId="ADAL" clId="{B1A3E7D4-D1D2-4C4F-B696-F6F3CA53602A}" dt="2024-05-06T05:12:56.928" v="911" actId="20577"/>
          <ac:spMkLst>
            <pc:docMk/>
            <pc:sldMk cId="3827176479" sldId="381"/>
            <ac:spMk id="74769" creationId="{00000000-0000-0000-0000-000000000000}"/>
          </ac:spMkLst>
        </pc:spChg>
      </pc:sldChg>
      <pc:sldChg chg="delSp modSp mod">
        <pc:chgData name="Mengmeng Ge" userId="bb5bc401-97cb-4caf-9857-8ff441375414" providerId="ADAL" clId="{B1A3E7D4-D1D2-4C4F-B696-F6F3CA53602A}" dt="2024-05-06T05:22:28.516" v="1123" actId="1076"/>
        <pc:sldMkLst>
          <pc:docMk/>
          <pc:sldMk cId="2606013120" sldId="385"/>
        </pc:sldMkLst>
        <pc:spChg chg="del">
          <ac:chgData name="Mengmeng Ge" userId="bb5bc401-97cb-4caf-9857-8ff441375414" providerId="ADAL" clId="{B1A3E7D4-D1D2-4C4F-B696-F6F3CA53602A}" dt="2024-05-06T05:22:25.516" v="1121" actId="478"/>
          <ac:spMkLst>
            <pc:docMk/>
            <pc:sldMk cId="2606013120" sldId="385"/>
            <ac:spMk id="3" creationId="{00000000-0000-0000-0000-000000000000}"/>
          </ac:spMkLst>
        </pc:spChg>
        <pc:spChg chg="del">
          <ac:chgData name="Mengmeng Ge" userId="bb5bc401-97cb-4caf-9857-8ff441375414" providerId="ADAL" clId="{B1A3E7D4-D1D2-4C4F-B696-F6F3CA53602A}" dt="2024-05-06T05:22:26.642" v="1122" actId="478"/>
          <ac:spMkLst>
            <pc:docMk/>
            <pc:sldMk cId="2606013120" sldId="385"/>
            <ac:spMk id="4" creationId="{00000000-0000-0000-0000-000000000000}"/>
          </ac:spMkLst>
        </pc:spChg>
        <pc:picChg chg="mod">
          <ac:chgData name="Mengmeng Ge" userId="bb5bc401-97cb-4caf-9857-8ff441375414" providerId="ADAL" clId="{B1A3E7D4-D1D2-4C4F-B696-F6F3CA53602A}" dt="2024-05-06T05:22:28.516" v="1123" actId="1076"/>
          <ac:picMkLst>
            <pc:docMk/>
            <pc:sldMk cId="2606013120" sldId="385"/>
            <ac:picMk id="6" creationId="{00000000-0000-0000-0000-000000000000}"/>
          </ac:picMkLst>
        </pc:picChg>
      </pc:sldChg>
      <pc:sldChg chg="modNotesTx">
        <pc:chgData name="Mengmeng Ge" userId="bb5bc401-97cb-4caf-9857-8ff441375414" providerId="ADAL" clId="{B1A3E7D4-D1D2-4C4F-B696-F6F3CA53602A}" dt="2024-05-08T21:29:17.910" v="1473" actId="20577"/>
        <pc:sldMkLst>
          <pc:docMk/>
          <pc:sldMk cId="3722579950" sldId="399"/>
        </pc:sldMkLst>
      </pc:sldChg>
      <pc:sldChg chg="modSp mod">
        <pc:chgData name="Mengmeng Ge" userId="bb5bc401-97cb-4caf-9857-8ff441375414" providerId="ADAL" clId="{B1A3E7D4-D1D2-4C4F-B696-F6F3CA53602A}" dt="2024-05-08T21:47:17.201" v="1588"/>
        <pc:sldMkLst>
          <pc:docMk/>
          <pc:sldMk cId="524580156" sldId="401"/>
        </pc:sldMkLst>
        <pc:spChg chg="mod">
          <ac:chgData name="Mengmeng Ge" userId="bb5bc401-97cb-4caf-9857-8ff441375414" providerId="ADAL" clId="{B1A3E7D4-D1D2-4C4F-B696-F6F3CA53602A}" dt="2024-05-08T21:30:34.025" v="1486" actId="20577"/>
          <ac:spMkLst>
            <pc:docMk/>
            <pc:sldMk cId="524580156" sldId="401"/>
            <ac:spMk id="259074" creationId="{00000000-0000-0000-0000-000000000000}"/>
          </ac:spMkLst>
        </pc:spChg>
        <pc:spChg chg="mod">
          <ac:chgData name="Mengmeng Ge" userId="bb5bc401-97cb-4caf-9857-8ff441375414" providerId="ADAL" clId="{B1A3E7D4-D1D2-4C4F-B696-F6F3CA53602A}" dt="2024-05-08T21:47:17.201" v="1588"/>
          <ac:spMkLst>
            <pc:docMk/>
            <pc:sldMk cId="524580156" sldId="401"/>
            <ac:spMk id="259076" creationId="{00000000-0000-0000-0000-000000000000}"/>
          </ac:spMkLst>
        </pc:spChg>
      </pc:sldChg>
      <pc:sldChg chg="del">
        <pc:chgData name="Mengmeng Ge" userId="bb5bc401-97cb-4caf-9857-8ff441375414" providerId="ADAL" clId="{B1A3E7D4-D1D2-4C4F-B696-F6F3CA53602A}" dt="2024-05-06T00:58:26.629" v="291" actId="47"/>
        <pc:sldMkLst>
          <pc:docMk/>
          <pc:sldMk cId="49000411" sldId="427"/>
        </pc:sldMkLst>
      </pc:sldChg>
      <pc:sldChg chg="del">
        <pc:chgData name="Mengmeng Ge" userId="bb5bc401-97cb-4caf-9857-8ff441375414" providerId="ADAL" clId="{B1A3E7D4-D1D2-4C4F-B696-F6F3CA53602A}" dt="2024-05-06T00:58:17.394" v="290" actId="47"/>
        <pc:sldMkLst>
          <pc:docMk/>
          <pc:sldMk cId="1566172815" sldId="428"/>
        </pc:sldMkLst>
      </pc:sldChg>
      <pc:sldChg chg="del">
        <pc:chgData name="Mengmeng Ge" userId="bb5bc401-97cb-4caf-9857-8ff441375414" providerId="ADAL" clId="{B1A3E7D4-D1D2-4C4F-B696-F6F3CA53602A}" dt="2024-05-06T00:58:49.082" v="308" actId="47"/>
        <pc:sldMkLst>
          <pc:docMk/>
          <pc:sldMk cId="3018295810" sldId="433"/>
        </pc:sldMkLst>
      </pc:sldChg>
      <pc:sldChg chg="del">
        <pc:chgData name="Mengmeng Ge" userId="bb5bc401-97cb-4caf-9857-8ff441375414" providerId="ADAL" clId="{B1A3E7D4-D1D2-4C4F-B696-F6F3CA53602A}" dt="2024-05-06T00:58:50.652" v="309" actId="47"/>
        <pc:sldMkLst>
          <pc:docMk/>
          <pc:sldMk cId="340554291" sldId="434"/>
        </pc:sldMkLst>
      </pc:sldChg>
      <pc:sldChg chg="addSp delSp modSp del mod">
        <pc:chgData name="Mengmeng Ge" userId="bb5bc401-97cb-4caf-9857-8ff441375414" providerId="ADAL" clId="{B1A3E7D4-D1D2-4C4F-B696-F6F3CA53602A}" dt="2024-05-06T04:08:00.733" v="581" actId="47"/>
        <pc:sldMkLst>
          <pc:docMk/>
          <pc:sldMk cId="324435748" sldId="446"/>
        </pc:sldMkLst>
        <pc:spChg chg="mod">
          <ac:chgData name="Mengmeng Ge" userId="bb5bc401-97cb-4caf-9857-8ff441375414" providerId="ADAL" clId="{B1A3E7D4-D1D2-4C4F-B696-F6F3CA53602A}" dt="2024-05-06T04:07:08.429" v="571" actId="14100"/>
          <ac:spMkLst>
            <pc:docMk/>
            <pc:sldMk cId="324435748" sldId="446"/>
            <ac:spMk id="3" creationId="{53CE4E6A-E31C-869B-C669-F3979551F5E6}"/>
          </ac:spMkLst>
        </pc:spChg>
        <pc:spChg chg="mod">
          <ac:chgData name="Mengmeng Ge" userId="bb5bc401-97cb-4caf-9857-8ff441375414" providerId="ADAL" clId="{B1A3E7D4-D1D2-4C4F-B696-F6F3CA53602A}" dt="2024-05-06T04:07:08.429" v="571" actId="14100"/>
          <ac:spMkLst>
            <pc:docMk/>
            <pc:sldMk cId="324435748" sldId="446"/>
            <ac:spMk id="4" creationId="{89551DA5-5F83-874B-1B60-9BB60147468F}"/>
          </ac:spMkLst>
        </pc:spChg>
        <pc:spChg chg="mod">
          <ac:chgData name="Mengmeng Ge" userId="bb5bc401-97cb-4caf-9857-8ff441375414" providerId="ADAL" clId="{B1A3E7D4-D1D2-4C4F-B696-F6F3CA53602A}" dt="2024-05-06T04:07:08.429" v="571" actId="14100"/>
          <ac:spMkLst>
            <pc:docMk/>
            <pc:sldMk cId="324435748" sldId="446"/>
            <ac:spMk id="6" creationId="{7B4BDF6C-EDD5-FAFF-D4E3-59285B6E26F5}"/>
          </ac:spMkLst>
        </pc:spChg>
        <pc:spChg chg="mod">
          <ac:chgData name="Mengmeng Ge" userId="bb5bc401-97cb-4caf-9857-8ff441375414" providerId="ADAL" clId="{B1A3E7D4-D1D2-4C4F-B696-F6F3CA53602A}" dt="2024-05-06T04:07:08.429" v="571" actId="14100"/>
          <ac:spMkLst>
            <pc:docMk/>
            <pc:sldMk cId="324435748" sldId="446"/>
            <ac:spMk id="15" creationId="{00000000-0000-0000-0000-000000000000}"/>
          </ac:spMkLst>
        </pc:spChg>
        <pc:spChg chg="mod">
          <ac:chgData name="Mengmeng Ge" userId="bb5bc401-97cb-4caf-9857-8ff441375414" providerId="ADAL" clId="{B1A3E7D4-D1D2-4C4F-B696-F6F3CA53602A}" dt="2024-05-06T04:07:08.429" v="571" actId="14100"/>
          <ac:spMkLst>
            <pc:docMk/>
            <pc:sldMk cId="324435748" sldId="446"/>
            <ac:spMk id="90" creationId="{00000000-0000-0000-0000-000000000000}"/>
          </ac:spMkLst>
        </pc:spChg>
        <pc:spChg chg="mod">
          <ac:chgData name="Mengmeng Ge" userId="bb5bc401-97cb-4caf-9857-8ff441375414" providerId="ADAL" clId="{B1A3E7D4-D1D2-4C4F-B696-F6F3CA53602A}" dt="2024-05-06T04:07:08.429" v="571" actId="14100"/>
          <ac:spMkLst>
            <pc:docMk/>
            <pc:sldMk cId="324435748" sldId="446"/>
            <ac:spMk id="91" creationId="{00000000-0000-0000-0000-000000000000}"/>
          </ac:spMkLst>
        </pc:spChg>
        <pc:spChg chg="mod">
          <ac:chgData name="Mengmeng Ge" userId="bb5bc401-97cb-4caf-9857-8ff441375414" providerId="ADAL" clId="{B1A3E7D4-D1D2-4C4F-B696-F6F3CA53602A}" dt="2024-05-06T04:07:08.429" v="571" actId="14100"/>
          <ac:spMkLst>
            <pc:docMk/>
            <pc:sldMk cId="324435748" sldId="446"/>
            <ac:spMk id="241669" creationId="{00000000-0000-0000-0000-000000000000}"/>
          </ac:spMkLst>
        </pc:spChg>
        <pc:spChg chg="mod">
          <ac:chgData name="Mengmeng Ge" userId="bb5bc401-97cb-4caf-9857-8ff441375414" providerId="ADAL" clId="{B1A3E7D4-D1D2-4C4F-B696-F6F3CA53602A}" dt="2024-05-06T04:07:08.429" v="571" actId="14100"/>
          <ac:spMkLst>
            <pc:docMk/>
            <pc:sldMk cId="324435748" sldId="446"/>
            <ac:spMk id="241670" creationId="{00000000-0000-0000-0000-000000000000}"/>
          </ac:spMkLst>
        </pc:spChg>
        <pc:spChg chg="mod">
          <ac:chgData name="Mengmeng Ge" userId="bb5bc401-97cb-4caf-9857-8ff441375414" providerId="ADAL" clId="{B1A3E7D4-D1D2-4C4F-B696-F6F3CA53602A}" dt="2024-05-06T04:07:08.429" v="571" actId="14100"/>
          <ac:spMkLst>
            <pc:docMk/>
            <pc:sldMk cId="324435748" sldId="446"/>
            <ac:spMk id="241671" creationId="{00000000-0000-0000-0000-000000000000}"/>
          </ac:spMkLst>
        </pc:spChg>
        <pc:spChg chg="mod">
          <ac:chgData name="Mengmeng Ge" userId="bb5bc401-97cb-4caf-9857-8ff441375414" providerId="ADAL" clId="{B1A3E7D4-D1D2-4C4F-B696-F6F3CA53602A}" dt="2024-05-06T04:07:08.429" v="571" actId="14100"/>
          <ac:spMkLst>
            <pc:docMk/>
            <pc:sldMk cId="324435748" sldId="446"/>
            <ac:spMk id="241672" creationId="{00000000-0000-0000-0000-000000000000}"/>
          </ac:spMkLst>
        </pc:spChg>
        <pc:spChg chg="mod">
          <ac:chgData name="Mengmeng Ge" userId="bb5bc401-97cb-4caf-9857-8ff441375414" providerId="ADAL" clId="{B1A3E7D4-D1D2-4C4F-B696-F6F3CA53602A}" dt="2024-05-06T04:07:08.429" v="571" actId="14100"/>
          <ac:spMkLst>
            <pc:docMk/>
            <pc:sldMk cId="324435748" sldId="446"/>
            <ac:spMk id="241673" creationId="{00000000-0000-0000-0000-000000000000}"/>
          </ac:spMkLst>
        </pc:spChg>
        <pc:spChg chg="mod">
          <ac:chgData name="Mengmeng Ge" userId="bb5bc401-97cb-4caf-9857-8ff441375414" providerId="ADAL" clId="{B1A3E7D4-D1D2-4C4F-B696-F6F3CA53602A}" dt="2024-05-06T04:07:08.429" v="571" actId="14100"/>
          <ac:spMkLst>
            <pc:docMk/>
            <pc:sldMk cId="324435748" sldId="446"/>
            <ac:spMk id="241675" creationId="{00000000-0000-0000-0000-000000000000}"/>
          </ac:spMkLst>
        </pc:spChg>
        <pc:spChg chg="mod">
          <ac:chgData name="Mengmeng Ge" userId="bb5bc401-97cb-4caf-9857-8ff441375414" providerId="ADAL" clId="{B1A3E7D4-D1D2-4C4F-B696-F6F3CA53602A}" dt="2024-05-06T04:07:08.429" v="571" actId="14100"/>
          <ac:spMkLst>
            <pc:docMk/>
            <pc:sldMk cId="324435748" sldId="446"/>
            <ac:spMk id="241676" creationId="{00000000-0000-0000-0000-000000000000}"/>
          </ac:spMkLst>
        </pc:spChg>
        <pc:spChg chg="mod">
          <ac:chgData name="Mengmeng Ge" userId="bb5bc401-97cb-4caf-9857-8ff441375414" providerId="ADAL" clId="{B1A3E7D4-D1D2-4C4F-B696-F6F3CA53602A}" dt="2024-05-06T04:07:08.429" v="571" actId="14100"/>
          <ac:spMkLst>
            <pc:docMk/>
            <pc:sldMk cId="324435748" sldId="446"/>
            <ac:spMk id="241677" creationId="{00000000-0000-0000-0000-000000000000}"/>
          </ac:spMkLst>
        </pc:spChg>
        <pc:spChg chg="mod topLvl">
          <ac:chgData name="Mengmeng Ge" userId="bb5bc401-97cb-4caf-9857-8ff441375414" providerId="ADAL" clId="{B1A3E7D4-D1D2-4C4F-B696-F6F3CA53602A}" dt="2024-05-06T04:07:08.429" v="571" actId="14100"/>
          <ac:spMkLst>
            <pc:docMk/>
            <pc:sldMk cId="324435748" sldId="446"/>
            <ac:spMk id="241678" creationId="{00000000-0000-0000-0000-000000000000}"/>
          </ac:spMkLst>
        </pc:spChg>
        <pc:spChg chg="mod">
          <ac:chgData name="Mengmeng Ge" userId="bb5bc401-97cb-4caf-9857-8ff441375414" providerId="ADAL" clId="{B1A3E7D4-D1D2-4C4F-B696-F6F3CA53602A}" dt="2024-05-06T04:07:08.429" v="571" actId="14100"/>
          <ac:spMkLst>
            <pc:docMk/>
            <pc:sldMk cId="324435748" sldId="446"/>
            <ac:spMk id="241679" creationId="{00000000-0000-0000-0000-000000000000}"/>
          </ac:spMkLst>
        </pc:spChg>
        <pc:spChg chg="mod">
          <ac:chgData name="Mengmeng Ge" userId="bb5bc401-97cb-4caf-9857-8ff441375414" providerId="ADAL" clId="{B1A3E7D4-D1D2-4C4F-B696-F6F3CA53602A}" dt="2024-05-06T04:07:08.429" v="571" actId="14100"/>
          <ac:spMkLst>
            <pc:docMk/>
            <pc:sldMk cId="324435748" sldId="446"/>
            <ac:spMk id="241681" creationId="{00000000-0000-0000-0000-000000000000}"/>
          </ac:spMkLst>
        </pc:spChg>
        <pc:spChg chg="mod">
          <ac:chgData name="Mengmeng Ge" userId="bb5bc401-97cb-4caf-9857-8ff441375414" providerId="ADAL" clId="{B1A3E7D4-D1D2-4C4F-B696-F6F3CA53602A}" dt="2024-05-06T04:07:08.429" v="571" actId="14100"/>
          <ac:spMkLst>
            <pc:docMk/>
            <pc:sldMk cId="324435748" sldId="446"/>
            <ac:spMk id="241682" creationId="{00000000-0000-0000-0000-000000000000}"/>
          </ac:spMkLst>
        </pc:spChg>
        <pc:spChg chg="mod">
          <ac:chgData name="Mengmeng Ge" userId="bb5bc401-97cb-4caf-9857-8ff441375414" providerId="ADAL" clId="{B1A3E7D4-D1D2-4C4F-B696-F6F3CA53602A}" dt="2024-05-06T04:07:08.429" v="571" actId="14100"/>
          <ac:spMkLst>
            <pc:docMk/>
            <pc:sldMk cId="324435748" sldId="446"/>
            <ac:spMk id="241684" creationId="{00000000-0000-0000-0000-000000000000}"/>
          </ac:spMkLst>
        </pc:spChg>
        <pc:spChg chg="mod">
          <ac:chgData name="Mengmeng Ge" userId="bb5bc401-97cb-4caf-9857-8ff441375414" providerId="ADAL" clId="{B1A3E7D4-D1D2-4C4F-B696-F6F3CA53602A}" dt="2024-05-06T04:07:08.429" v="571" actId="14100"/>
          <ac:spMkLst>
            <pc:docMk/>
            <pc:sldMk cId="324435748" sldId="446"/>
            <ac:spMk id="241685" creationId="{00000000-0000-0000-0000-000000000000}"/>
          </ac:spMkLst>
        </pc:spChg>
        <pc:spChg chg="mod">
          <ac:chgData name="Mengmeng Ge" userId="bb5bc401-97cb-4caf-9857-8ff441375414" providerId="ADAL" clId="{B1A3E7D4-D1D2-4C4F-B696-F6F3CA53602A}" dt="2024-05-06T04:07:08.429" v="571" actId="14100"/>
          <ac:spMkLst>
            <pc:docMk/>
            <pc:sldMk cId="324435748" sldId="446"/>
            <ac:spMk id="241686" creationId="{00000000-0000-0000-0000-000000000000}"/>
          </ac:spMkLst>
        </pc:spChg>
        <pc:spChg chg="mod">
          <ac:chgData name="Mengmeng Ge" userId="bb5bc401-97cb-4caf-9857-8ff441375414" providerId="ADAL" clId="{B1A3E7D4-D1D2-4C4F-B696-F6F3CA53602A}" dt="2024-05-06T04:07:08.429" v="571" actId="14100"/>
          <ac:spMkLst>
            <pc:docMk/>
            <pc:sldMk cId="324435748" sldId="446"/>
            <ac:spMk id="241687" creationId="{00000000-0000-0000-0000-000000000000}"/>
          </ac:spMkLst>
        </pc:spChg>
        <pc:spChg chg="mod">
          <ac:chgData name="Mengmeng Ge" userId="bb5bc401-97cb-4caf-9857-8ff441375414" providerId="ADAL" clId="{B1A3E7D4-D1D2-4C4F-B696-F6F3CA53602A}" dt="2024-05-06T04:07:08.429" v="571" actId="14100"/>
          <ac:spMkLst>
            <pc:docMk/>
            <pc:sldMk cId="324435748" sldId="446"/>
            <ac:spMk id="241688" creationId="{00000000-0000-0000-0000-000000000000}"/>
          </ac:spMkLst>
        </pc:spChg>
        <pc:spChg chg="mod">
          <ac:chgData name="Mengmeng Ge" userId="bb5bc401-97cb-4caf-9857-8ff441375414" providerId="ADAL" clId="{B1A3E7D4-D1D2-4C4F-B696-F6F3CA53602A}" dt="2024-05-06T04:07:08.429" v="571" actId="14100"/>
          <ac:spMkLst>
            <pc:docMk/>
            <pc:sldMk cId="324435748" sldId="446"/>
            <ac:spMk id="241693" creationId="{00000000-0000-0000-0000-000000000000}"/>
          </ac:spMkLst>
        </pc:spChg>
        <pc:spChg chg="mod">
          <ac:chgData name="Mengmeng Ge" userId="bb5bc401-97cb-4caf-9857-8ff441375414" providerId="ADAL" clId="{B1A3E7D4-D1D2-4C4F-B696-F6F3CA53602A}" dt="2024-05-06T04:07:08.429" v="571" actId="14100"/>
          <ac:spMkLst>
            <pc:docMk/>
            <pc:sldMk cId="324435748" sldId="446"/>
            <ac:spMk id="241694" creationId="{00000000-0000-0000-0000-000000000000}"/>
          </ac:spMkLst>
        </pc:spChg>
        <pc:spChg chg="mod topLvl">
          <ac:chgData name="Mengmeng Ge" userId="bb5bc401-97cb-4caf-9857-8ff441375414" providerId="ADAL" clId="{B1A3E7D4-D1D2-4C4F-B696-F6F3CA53602A}" dt="2024-05-06T04:07:08.429" v="571" actId="14100"/>
          <ac:spMkLst>
            <pc:docMk/>
            <pc:sldMk cId="324435748" sldId="446"/>
            <ac:spMk id="241695" creationId="{00000000-0000-0000-0000-000000000000}"/>
          </ac:spMkLst>
        </pc:spChg>
        <pc:spChg chg="mod">
          <ac:chgData name="Mengmeng Ge" userId="bb5bc401-97cb-4caf-9857-8ff441375414" providerId="ADAL" clId="{B1A3E7D4-D1D2-4C4F-B696-F6F3CA53602A}" dt="2024-05-06T04:07:08.429" v="571" actId="14100"/>
          <ac:spMkLst>
            <pc:docMk/>
            <pc:sldMk cId="324435748" sldId="446"/>
            <ac:spMk id="241697" creationId="{00000000-0000-0000-0000-000000000000}"/>
          </ac:spMkLst>
        </pc:spChg>
        <pc:spChg chg="mod topLvl">
          <ac:chgData name="Mengmeng Ge" userId="bb5bc401-97cb-4caf-9857-8ff441375414" providerId="ADAL" clId="{B1A3E7D4-D1D2-4C4F-B696-F6F3CA53602A}" dt="2024-05-06T04:07:08.429" v="571" actId="14100"/>
          <ac:spMkLst>
            <pc:docMk/>
            <pc:sldMk cId="324435748" sldId="446"/>
            <ac:spMk id="241698" creationId="{00000000-0000-0000-0000-000000000000}"/>
          </ac:spMkLst>
        </pc:spChg>
        <pc:spChg chg="mod topLvl">
          <ac:chgData name="Mengmeng Ge" userId="bb5bc401-97cb-4caf-9857-8ff441375414" providerId="ADAL" clId="{B1A3E7D4-D1D2-4C4F-B696-F6F3CA53602A}" dt="2024-05-06T04:07:08.429" v="571" actId="14100"/>
          <ac:spMkLst>
            <pc:docMk/>
            <pc:sldMk cId="324435748" sldId="446"/>
            <ac:spMk id="241701" creationId="{00000000-0000-0000-0000-000000000000}"/>
          </ac:spMkLst>
        </pc:spChg>
        <pc:spChg chg="mod topLvl">
          <ac:chgData name="Mengmeng Ge" userId="bb5bc401-97cb-4caf-9857-8ff441375414" providerId="ADAL" clId="{B1A3E7D4-D1D2-4C4F-B696-F6F3CA53602A}" dt="2024-05-06T04:07:08.429" v="571" actId="14100"/>
          <ac:spMkLst>
            <pc:docMk/>
            <pc:sldMk cId="324435748" sldId="446"/>
            <ac:spMk id="241702" creationId="{00000000-0000-0000-0000-000000000000}"/>
          </ac:spMkLst>
        </pc:spChg>
        <pc:spChg chg="mod topLvl">
          <ac:chgData name="Mengmeng Ge" userId="bb5bc401-97cb-4caf-9857-8ff441375414" providerId="ADAL" clId="{B1A3E7D4-D1D2-4C4F-B696-F6F3CA53602A}" dt="2024-05-06T04:07:08.429" v="571" actId="14100"/>
          <ac:spMkLst>
            <pc:docMk/>
            <pc:sldMk cId="324435748" sldId="446"/>
            <ac:spMk id="241703" creationId="{00000000-0000-0000-0000-000000000000}"/>
          </ac:spMkLst>
        </pc:spChg>
        <pc:spChg chg="mod">
          <ac:chgData name="Mengmeng Ge" userId="bb5bc401-97cb-4caf-9857-8ff441375414" providerId="ADAL" clId="{B1A3E7D4-D1D2-4C4F-B696-F6F3CA53602A}" dt="2024-05-06T04:07:08.429" v="571" actId="14100"/>
          <ac:spMkLst>
            <pc:docMk/>
            <pc:sldMk cId="324435748" sldId="446"/>
            <ac:spMk id="241705" creationId="{00000000-0000-0000-0000-000000000000}"/>
          </ac:spMkLst>
        </pc:spChg>
        <pc:spChg chg="mod">
          <ac:chgData name="Mengmeng Ge" userId="bb5bc401-97cb-4caf-9857-8ff441375414" providerId="ADAL" clId="{B1A3E7D4-D1D2-4C4F-B696-F6F3CA53602A}" dt="2024-05-06T04:07:08.429" v="571" actId="14100"/>
          <ac:spMkLst>
            <pc:docMk/>
            <pc:sldMk cId="324435748" sldId="446"/>
            <ac:spMk id="241706" creationId="{00000000-0000-0000-0000-000000000000}"/>
          </ac:spMkLst>
        </pc:spChg>
        <pc:spChg chg="mod">
          <ac:chgData name="Mengmeng Ge" userId="bb5bc401-97cb-4caf-9857-8ff441375414" providerId="ADAL" clId="{B1A3E7D4-D1D2-4C4F-B696-F6F3CA53602A}" dt="2024-05-06T04:07:08.429" v="571" actId="14100"/>
          <ac:spMkLst>
            <pc:docMk/>
            <pc:sldMk cId="324435748" sldId="446"/>
            <ac:spMk id="241707" creationId="{00000000-0000-0000-0000-000000000000}"/>
          </ac:spMkLst>
        </pc:spChg>
        <pc:spChg chg="mod topLvl">
          <ac:chgData name="Mengmeng Ge" userId="bb5bc401-97cb-4caf-9857-8ff441375414" providerId="ADAL" clId="{B1A3E7D4-D1D2-4C4F-B696-F6F3CA53602A}" dt="2024-05-06T04:07:08.429" v="571" actId="14100"/>
          <ac:spMkLst>
            <pc:docMk/>
            <pc:sldMk cId="324435748" sldId="446"/>
            <ac:spMk id="241713" creationId="{00000000-0000-0000-0000-000000000000}"/>
          </ac:spMkLst>
        </pc:spChg>
        <pc:spChg chg="mod topLvl">
          <ac:chgData name="Mengmeng Ge" userId="bb5bc401-97cb-4caf-9857-8ff441375414" providerId="ADAL" clId="{B1A3E7D4-D1D2-4C4F-B696-F6F3CA53602A}" dt="2024-05-06T04:07:08.429" v="571" actId="14100"/>
          <ac:spMkLst>
            <pc:docMk/>
            <pc:sldMk cId="324435748" sldId="446"/>
            <ac:spMk id="241714" creationId="{00000000-0000-0000-0000-000000000000}"/>
          </ac:spMkLst>
        </pc:spChg>
        <pc:spChg chg="mod topLvl">
          <ac:chgData name="Mengmeng Ge" userId="bb5bc401-97cb-4caf-9857-8ff441375414" providerId="ADAL" clId="{B1A3E7D4-D1D2-4C4F-B696-F6F3CA53602A}" dt="2024-05-06T04:07:08.429" v="571" actId="14100"/>
          <ac:spMkLst>
            <pc:docMk/>
            <pc:sldMk cId="324435748" sldId="446"/>
            <ac:spMk id="241715" creationId="{00000000-0000-0000-0000-000000000000}"/>
          </ac:spMkLst>
        </pc:spChg>
        <pc:spChg chg="mod topLvl">
          <ac:chgData name="Mengmeng Ge" userId="bb5bc401-97cb-4caf-9857-8ff441375414" providerId="ADAL" clId="{B1A3E7D4-D1D2-4C4F-B696-F6F3CA53602A}" dt="2024-05-06T04:07:08.429" v="571" actId="14100"/>
          <ac:spMkLst>
            <pc:docMk/>
            <pc:sldMk cId="324435748" sldId="446"/>
            <ac:spMk id="241716" creationId="{00000000-0000-0000-0000-000000000000}"/>
          </ac:spMkLst>
        </pc:spChg>
        <pc:spChg chg="mod topLvl">
          <ac:chgData name="Mengmeng Ge" userId="bb5bc401-97cb-4caf-9857-8ff441375414" providerId="ADAL" clId="{B1A3E7D4-D1D2-4C4F-B696-F6F3CA53602A}" dt="2024-05-06T04:07:08.429" v="571" actId="14100"/>
          <ac:spMkLst>
            <pc:docMk/>
            <pc:sldMk cId="324435748" sldId="446"/>
            <ac:spMk id="241717" creationId="{00000000-0000-0000-0000-000000000000}"/>
          </ac:spMkLst>
        </pc:spChg>
        <pc:spChg chg="mod">
          <ac:chgData name="Mengmeng Ge" userId="bb5bc401-97cb-4caf-9857-8ff441375414" providerId="ADAL" clId="{B1A3E7D4-D1D2-4C4F-B696-F6F3CA53602A}" dt="2024-05-06T04:07:08.429" v="571" actId="14100"/>
          <ac:spMkLst>
            <pc:docMk/>
            <pc:sldMk cId="324435748" sldId="446"/>
            <ac:spMk id="241719" creationId="{00000000-0000-0000-0000-000000000000}"/>
          </ac:spMkLst>
        </pc:spChg>
        <pc:spChg chg="mod">
          <ac:chgData name="Mengmeng Ge" userId="bb5bc401-97cb-4caf-9857-8ff441375414" providerId="ADAL" clId="{B1A3E7D4-D1D2-4C4F-B696-F6F3CA53602A}" dt="2024-05-06T04:07:08.429" v="571" actId="14100"/>
          <ac:spMkLst>
            <pc:docMk/>
            <pc:sldMk cId="324435748" sldId="446"/>
            <ac:spMk id="241720" creationId="{00000000-0000-0000-0000-000000000000}"/>
          </ac:spMkLst>
        </pc:spChg>
        <pc:spChg chg="mod topLvl">
          <ac:chgData name="Mengmeng Ge" userId="bb5bc401-97cb-4caf-9857-8ff441375414" providerId="ADAL" clId="{B1A3E7D4-D1D2-4C4F-B696-F6F3CA53602A}" dt="2024-05-06T04:07:08.429" v="571" actId="14100"/>
          <ac:spMkLst>
            <pc:docMk/>
            <pc:sldMk cId="324435748" sldId="446"/>
            <ac:spMk id="241721" creationId="{00000000-0000-0000-0000-000000000000}"/>
          </ac:spMkLst>
        </pc:spChg>
        <pc:spChg chg="mod topLvl">
          <ac:chgData name="Mengmeng Ge" userId="bb5bc401-97cb-4caf-9857-8ff441375414" providerId="ADAL" clId="{B1A3E7D4-D1D2-4C4F-B696-F6F3CA53602A}" dt="2024-05-06T04:07:08.429" v="571" actId="14100"/>
          <ac:spMkLst>
            <pc:docMk/>
            <pc:sldMk cId="324435748" sldId="446"/>
            <ac:spMk id="241722" creationId="{00000000-0000-0000-0000-000000000000}"/>
          </ac:spMkLst>
        </pc:spChg>
        <pc:spChg chg="mod topLvl">
          <ac:chgData name="Mengmeng Ge" userId="bb5bc401-97cb-4caf-9857-8ff441375414" providerId="ADAL" clId="{B1A3E7D4-D1D2-4C4F-B696-F6F3CA53602A}" dt="2024-05-06T04:07:08.429" v="571" actId="14100"/>
          <ac:spMkLst>
            <pc:docMk/>
            <pc:sldMk cId="324435748" sldId="446"/>
            <ac:spMk id="241723" creationId="{00000000-0000-0000-0000-000000000000}"/>
          </ac:spMkLst>
        </pc:spChg>
        <pc:spChg chg="mod topLvl">
          <ac:chgData name="Mengmeng Ge" userId="bb5bc401-97cb-4caf-9857-8ff441375414" providerId="ADAL" clId="{B1A3E7D4-D1D2-4C4F-B696-F6F3CA53602A}" dt="2024-05-06T04:07:08.429" v="571" actId="14100"/>
          <ac:spMkLst>
            <pc:docMk/>
            <pc:sldMk cId="324435748" sldId="446"/>
            <ac:spMk id="241731" creationId="{00000000-0000-0000-0000-000000000000}"/>
          </ac:spMkLst>
        </pc:spChg>
        <pc:spChg chg="mod topLvl">
          <ac:chgData name="Mengmeng Ge" userId="bb5bc401-97cb-4caf-9857-8ff441375414" providerId="ADAL" clId="{B1A3E7D4-D1D2-4C4F-B696-F6F3CA53602A}" dt="2024-05-06T04:07:08.429" v="571" actId="14100"/>
          <ac:spMkLst>
            <pc:docMk/>
            <pc:sldMk cId="324435748" sldId="446"/>
            <ac:spMk id="241732" creationId="{00000000-0000-0000-0000-000000000000}"/>
          </ac:spMkLst>
        </pc:spChg>
        <pc:spChg chg="mod topLvl">
          <ac:chgData name="Mengmeng Ge" userId="bb5bc401-97cb-4caf-9857-8ff441375414" providerId="ADAL" clId="{B1A3E7D4-D1D2-4C4F-B696-F6F3CA53602A}" dt="2024-05-06T04:07:08.429" v="571" actId="14100"/>
          <ac:spMkLst>
            <pc:docMk/>
            <pc:sldMk cId="324435748" sldId="446"/>
            <ac:spMk id="241734" creationId="{00000000-0000-0000-0000-000000000000}"/>
          </ac:spMkLst>
        </pc:spChg>
        <pc:spChg chg="mod topLvl">
          <ac:chgData name="Mengmeng Ge" userId="bb5bc401-97cb-4caf-9857-8ff441375414" providerId="ADAL" clId="{B1A3E7D4-D1D2-4C4F-B696-F6F3CA53602A}" dt="2024-05-06T04:07:08.429" v="571" actId="14100"/>
          <ac:spMkLst>
            <pc:docMk/>
            <pc:sldMk cId="324435748" sldId="446"/>
            <ac:spMk id="241735" creationId="{00000000-0000-0000-0000-000000000000}"/>
          </ac:spMkLst>
        </pc:spChg>
        <pc:spChg chg="mod topLvl">
          <ac:chgData name="Mengmeng Ge" userId="bb5bc401-97cb-4caf-9857-8ff441375414" providerId="ADAL" clId="{B1A3E7D4-D1D2-4C4F-B696-F6F3CA53602A}" dt="2024-05-06T04:07:08.429" v="571" actId="14100"/>
          <ac:spMkLst>
            <pc:docMk/>
            <pc:sldMk cId="324435748" sldId="446"/>
            <ac:spMk id="241736" creationId="{00000000-0000-0000-0000-000000000000}"/>
          </ac:spMkLst>
        </pc:spChg>
        <pc:spChg chg="mod topLvl">
          <ac:chgData name="Mengmeng Ge" userId="bb5bc401-97cb-4caf-9857-8ff441375414" providerId="ADAL" clId="{B1A3E7D4-D1D2-4C4F-B696-F6F3CA53602A}" dt="2024-05-06T04:07:08.429" v="571" actId="14100"/>
          <ac:spMkLst>
            <pc:docMk/>
            <pc:sldMk cId="324435748" sldId="446"/>
            <ac:spMk id="241737" creationId="{00000000-0000-0000-0000-000000000000}"/>
          </ac:spMkLst>
        </pc:spChg>
        <pc:spChg chg="mod topLvl">
          <ac:chgData name="Mengmeng Ge" userId="bb5bc401-97cb-4caf-9857-8ff441375414" providerId="ADAL" clId="{B1A3E7D4-D1D2-4C4F-B696-F6F3CA53602A}" dt="2024-05-06T04:07:08.429" v="571" actId="14100"/>
          <ac:spMkLst>
            <pc:docMk/>
            <pc:sldMk cId="324435748" sldId="446"/>
            <ac:spMk id="241738" creationId="{00000000-0000-0000-0000-000000000000}"/>
          </ac:spMkLst>
        </pc:spChg>
        <pc:spChg chg="mod topLvl">
          <ac:chgData name="Mengmeng Ge" userId="bb5bc401-97cb-4caf-9857-8ff441375414" providerId="ADAL" clId="{B1A3E7D4-D1D2-4C4F-B696-F6F3CA53602A}" dt="2024-05-06T04:07:08.429" v="571" actId="14100"/>
          <ac:spMkLst>
            <pc:docMk/>
            <pc:sldMk cId="324435748" sldId="446"/>
            <ac:spMk id="241739" creationId="{00000000-0000-0000-0000-000000000000}"/>
          </ac:spMkLst>
        </pc:spChg>
        <pc:spChg chg="mod">
          <ac:chgData name="Mengmeng Ge" userId="bb5bc401-97cb-4caf-9857-8ff441375414" providerId="ADAL" clId="{B1A3E7D4-D1D2-4C4F-B696-F6F3CA53602A}" dt="2024-05-06T04:07:08.429" v="571" actId="14100"/>
          <ac:spMkLst>
            <pc:docMk/>
            <pc:sldMk cId="324435748" sldId="446"/>
            <ac:spMk id="241743" creationId="{00000000-0000-0000-0000-000000000000}"/>
          </ac:spMkLst>
        </pc:spChg>
        <pc:spChg chg="mod">
          <ac:chgData name="Mengmeng Ge" userId="bb5bc401-97cb-4caf-9857-8ff441375414" providerId="ADAL" clId="{B1A3E7D4-D1D2-4C4F-B696-F6F3CA53602A}" dt="2024-05-06T04:07:08.429" v="571" actId="14100"/>
          <ac:spMkLst>
            <pc:docMk/>
            <pc:sldMk cId="324435748" sldId="446"/>
            <ac:spMk id="241744" creationId="{00000000-0000-0000-0000-000000000000}"/>
          </ac:spMkLst>
        </pc:spChg>
        <pc:spChg chg="mod">
          <ac:chgData name="Mengmeng Ge" userId="bb5bc401-97cb-4caf-9857-8ff441375414" providerId="ADAL" clId="{B1A3E7D4-D1D2-4C4F-B696-F6F3CA53602A}" dt="2024-05-06T04:07:08.429" v="571" actId="14100"/>
          <ac:spMkLst>
            <pc:docMk/>
            <pc:sldMk cId="324435748" sldId="446"/>
            <ac:spMk id="241745" creationId="{00000000-0000-0000-0000-000000000000}"/>
          </ac:spMkLst>
        </pc:spChg>
        <pc:spChg chg="del mod">
          <ac:chgData name="Mengmeng Ge" userId="bb5bc401-97cb-4caf-9857-8ff441375414" providerId="ADAL" clId="{B1A3E7D4-D1D2-4C4F-B696-F6F3CA53602A}" dt="2024-05-06T04:07:55.626" v="578" actId="21"/>
          <ac:spMkLst>
            <pc:docMk/>
            <pc:sldMk cId="324435748" sldId="446"/>
            <ac:spMk id="241751" creationId="{00000000-0000-0000-0000-000000000000}"/>
          </ac:spMkLst>
        </pc:spChg>
        <pc:grpChg chg="add mod">
          <ac:chgData name="Mengmeng Ge" userId="bb5bc401-97cb-4caf-9857-8ff441375414" providerId="ADAL" clId="{B1A3E7D4-D1D2-4C4F-B696-F6F3CA53602A}" dt="2024-05-06T04:07:08.429" v="571" actId="14100"/>
          <ac:grpSpMkLst>
            <pc:docMk/>
            <pc:sldMk cId="324435748" sldId="446"/>
            <ac:grpSpMk id="2" creationId="{200AE563-06F0-3AAB-2A3C-F7D2177D08CD}"/>
          </ac:grpSpMkLst>
        </pc:grpChg>
        <pc:grpChg chg="add mod">
          <ac:chgData name="Mengmeng Ge" userId="bb5bc401-97cb-4caf-9857-8ff441375414" providerId="ADAL" clId="{B1A3E7D4-D1D2-4C4F-B696-F6F3CA53602A}" dt="2024-05-06T04:07:08.429" v="571" actId="14100"/>
          <ac:grpSpMkLst>
            <pc:docMk/>
            <pc:sldMk cId="324435748" sldId="446"/>
            <ac:grpSpMk id="7" creationId="{25A7C126-440F-E259-CC2F-65EBD368FF94}"/>
          </ac:grpSpMkLst>
        </pc:grpChg>
        <pc:grpChg chg="add del mod">
          <ac:chgData name="Mengmeng Ge" userId="bb5bc401-97cb-4caf-9857-8ff441375414" providerId="ADAL" clId="{B1A3E7D4-D1D2-4C4F-B696-F6F3CA53602A}" dt="2024-05-06T04:07:55.626" v="578" actId="21"/>
          <ac:grpSpMkLst>
            <pc:docMk/>
            <pc:sldMk cId="324435748" sldId="446"/>
            <ac:grpSpMk id="8" creationId="{92CA9353-D3D1-8200-F954-4F47D1CC3FD5}"/>
          </ac:grpSpMkLst>
        </pc:grpChg>
        <pc:grpChg chg="mod">
          <ac:chgData name="Mengmeng Ge" userId="bb5bc401-97cb-4caf-9857-8ff441375414" providerId="ADAL" clId="{B1A3E7D4-D1D2-4C4F-B696-F6F3CA53602A}" dt="2024-05-06T04:07:08.429" v="571" actId="14100"/>
          <ac:grpSpMkLst>
            <pc:docMk/>
            <pc:sldMk cId="324435748" sldId="446"/>
            <ac:grpSpMk id="241668" creationId="{00000000-0000-0000-0000-000000000000}"/>
          </ac:grpSpMkLst>
        </pc:grpChg>
        <pc:grpChg chg="mod">
          <ac:chgData name="Mengmeng Ge" userId="bb5bc401-97cb-4caf-9857-8ff441375414" providerId="ADAL" clId="{B1A3E7D4-D1D2-4C4F-B696-F6F3CA53602A}" dt="2024-05-06T04:07:08.429" v="571" actId="14100"/>
          <ac:grpSpMkLst>
            <pc:docMk/>
            <pc:sldMk cId="324435748" sldId="446"/>
            <ac:grpSpMk id="241674" creationId="{00000000-0000-0000-0000-000000000000}"/>
          </ac:grpSpMkLst>
        </pc:grpChg>
        <pc:grpChg chg="mod topLvl">
          <ac:chgData name="Mengmeng Ge" userId="bb5bc401-97cb-4caf-9857-8ff441375414" providerId="ADAL" clId="{B1A3E7D4-D1D2-4C4F-B696-F6F3CA53602A}" dt="2024-05-06T04:07:08.429" v="571" actId="14100"/>
          <ac:grpSpMkLst>
            <pc:docMk/>
            <pc:sldMk cId="324435748" sldId="446"/>
            <ac:grpSpMk id="241680" creationId="{00000000-0000-0000-0000-000000000000}"/>
          </ac:grpSpMkLst>
        </pc:grpChg>
        <pc:grpChg chg="mod topLvl">
          <ac:chgData name="Mengmeng Ge" userId="bb5bc401-97cb-4caf-9857-8ff441375414" providerId="ADAL" clId="{B1A3E7D4-D1D2-4C4F-B696-F6F3CA53602A}" dt="2024-05-06T04:07:08.429" v="571" actId="14100"/>
          <ac:grpSpMkLst>
            <pc:docMk/>
            <pc:sldMk cId="324435748" sldId="446"/>
            <ac:grpSpMk id="241683" creationId="{00000000-0000-0000-0000-000000000000}"/>
          </ac:grpSpMkLst>
        </pc:grpChg>
        <pc:grpChg chg="mod topLvl">
          <ac:chgData name="Mengmeng Ge" userId="bb5bc401-97cb-4caf-9857-8ff441375414" providerId="ADAL" clId="{B1A3E7D4-D1D2-4C4F-B696-F6F3CA53602A}" dt="2024-05-06T04:07:08.429" v="571" actId="14100"/>
          <ac:grpSpMkLst>
            <pc:docMk/>
            <pc:sldMk cId="324435748" sldId="446"/>
            <ac:grpSpMk id="241692" creationId="{00000000-0000-0000-0000-000000000000}"/>
          </ac:grpSpMkLst>
        </pc:grpChg>
        <pc:grpChg chg="mod topLvl">
          <ac:chgData name="Mengmeng Ge" userId="bb5bc401-97cb-4caf-9857-8ff441375414" providerId="ADAL" clId="{B1A3E7D4-D1D2-4C4F-B696-F6F3CA53602A}" dt="2024-05-06T04:07:08.429" v="571" actId="14100"/>
          <ac:grpSpMkLst>
            <pc:docMk/>
            <pc:sldMk cId="324435748" sldId="446"/>
            <ac:grpSpMk id="241704" creationId="{00000000-0000-0000-0000-000000000000}"/>
          </ac:grpSpMkLst>
        </pc:grpChg>
        <pc:grpChg chg="mod topLvl">
          <ac:chgData name="Mengmeng Ge" userId="bb5bc401-97cb-4caf-9857-8ff441375414" providerId="ADAL" clId="{B1A3E7D4-D1D2-4C4F-B696-F6F3CA53602A}" dt="2024-05-06T04:07:08.429" v="571" actId="14100"/>
          <ac:grpSpMkLst>
            <pc:docMk/>
            <pc:sldMk cId="324435748" sldId="446"/>
            <ac:grpSpMk id="241710" creationId="{00000000-0000-0000-0000-000000000000}"/>
          </ac:grpSpMkLst>
        </pc:grpChg>
        <pc:grpChg chg="mod topLvl">
          <ac:chgData name="Mengmeng Ge" userId="bb5bc401-97cb-4caf-9857-8ff441375414" providerId="ADAL" clId="{B1A3E7D4-D1D2-4C4F-B696-F6F3CA53602A}" dt="2024-05-06T04:07:08.429" v="571" actId="14100"/>
          <ac:grpSpMkLst>
            <pc:docMk/>
            <pc:sldMk cId="324435748" sldId="446"/>
            <ac:grpSpMk id="241718" creationId="{00000000-0000-0000-0000-000000000000}"/>
          </ac:grpSpMkLst>
        </pc:grpChg>
        <pc:grpChg chg="mod topLvl">
          <ac:chgData name="Mengmeng Ge" userId="bb5bc401-97cb-4caf-9857-8ff441375414" providerId="ADAL" clId="{B1A3E7D4-D1D2-4C4F-B696-F6F3CA53602A}" dt="2024-05-06T04:07:08.429" v="571" actId="14100"/>
          <ac:grpSpMkLst>
            <pc:docMk/>
            <pc:sldMk cId="324435748" sldId="446"/>
            <ac:grpSpMk id="241742" creationId="{00000000-0000-0000-0000-000000000000}"/>
          </ac:grpSpMkLst>
        </pc:grpChg>
        <pc:grpChg chg="del mod">
          <ac:chgData name="Mengmeng Ge" userId="bb5bc401-97cb-4caf-9857-8ff441375414" providerId="ADAL" clId="{B1A3E7D4-D1D2-4C4F-B696-F6F3CA53602A}" dt="2024-05-06T04:04:00.684" v="522" actId="165"/>
          <ac:grpSpMkLst>
            <pc:docMk/>
            <pc:sldMk cId="324435748" sldId="446"/>
            <ac:grpSpMk id="241750" creationId="{00000000-0000-0000-0000-000000000000}"/>
          </ac:grpSpMkLst>
        </pc:grpChg>
        <pc:cxnChg chg="mod">
          <ac:chgData name="Mengmeng Ge" userId="bb5bc401-97cb-4caf-9857-8ff441375414" providerId="ADAL" clId="{B1A3E7D4-D1D2-4C4F-B696-F6F3CA53602A}" dt="2024-05-06T04:07:08.429" v="571" actId="14100"/>
          <ac:cxnSpMkLst>
            <pc:docMk/>
            <pc:sldMk cId="324435748" sldId="446"/>
            <ac:cxnSpMk id="5" creationId="{00000000-0000-0000-0000-000000000000}"/>
          </ac:cxnSpMkLst>
        </pc:cxnChg>
        <pc:cxnChg chg="mod">
          <ac:chgData name="Mengmeng Ge" userId="bb5bc401-97cb-4caf-9857-8ff441375414" providerId="ADAL" clId="{B1A3E7D4-D1D2-4C4F-B696-F6F3CA53602A}" dt="2024-05-06T04:07:08.429" v="571" actId="14100"/>
          <ac:cxnSpMkLst>
            <pc:docMk/>
            <pc:sldMk cId="324435748" sldId="446"/>
            <ac:cxnSpMk id="72" creationId="{00000000-0000-0000-0000-000000000000}"/>
          </ac:cxnSpMkLst>
        </pc:cxnChg>
        <pc:cxnChg chg="mod">
          <ac:chgData name="Mengmeng Ge" userId="bb5bc401-97cb-4caf-9857-8ff441375414" providerId="ADAL" clId="{B1A3E7D4-D1D2-4C4F-B696-F6F3CA53602A}" dt="2024-05-06T04:07:08.429" v="571" actId="14100"/>
          <ac:cxnSpMkLst>
            <pc:docMk/>
            <pc:sldMk cId="324435748" sldId="446"/>
            <ac:cxnSpMk id="75" creationId="{00000000-0000-0000-0000-000000000000}"/>
          </ac:cxnSpMkLst>
        </pc:cxnChg>
        <pc:cxnChg chg="mod">
          <ac:chgData name="Mengmeng Ge" userId="bb5bc401-97cb-4caf-9857-8ff441375414" providerId="ADAL" clId="{B1A3E7D4-D1D2-4C4F-B696-F6F3CA53602A}" dt="2024-05-06T04:07:08.429" v="571" actId="14100"/>
          <ac:cxnSpMkLst>
            <pc:docMk/>
            <pc:sldMk cId="324435748" sldId="446"/>
            <ac:cxnSpMk id="78" creationId="{00000000-0000-0000-0000-000000000000}"/>
          </ac:cxnSpMkLst>
        </pc:cxnChg>
        <pc:cxnChg chg="mod">
          <ac:chgData name="Mengmeng Ge" userId="bb5bc401-97cb-4caf-9857-8ff441375414" providerId="ADAL" clId="{B1A3E7D4-D1D2-4C4F-B696-F6F3CA53602A}" dt="2024-05-06T04:07:08.429" v="571" actId="14100"/>
          <ac:cxnSpMkLst>
            <pc:docMk/>
            <pc:sldMk cId="324435748" sldId="446"/>
            <ac:cxnSpMk id="79" creationId="{00000000-0000-0000-0000-000000000000}"/>
          </ac:cxnSpMkLst>
        </pc:cxnChg>
        <pc:cxnChg chg="mod">
          <ac:chgData name="Mengmeng Ge" userId="bb5bc401-97cb-4caf-9857-8ff441375414" providerId="ADAL" clId="{B1A3E7D4-D1D2-4C4F-B696-F6F3CA53602A}" dt="2024-05-06T04:07:08.429" v="571" actId="14100"/>
          <ac:cxnSpMkLst>
            <pc:docMk/>
            <pc:sldMk cId="324435748" sldId="446"/>
            <ac:cxnSpMk id="80" creationId="{00000000-0000-0000-0000-000000000000}"/>
          </ac:cxnSpMkLst>
        </pc:cxnChg>
        <pc:cxnChg chg="del mod">
          <ac:chgData name="Mengmeng Ge" userId="bb5bc401-97cb-4caf-9857-8ff441375414" providerId="ADAL" clId="{B1A3E7D4-D1D2-4C4F-B696-F6F3CA53602A}" dt="2024-05-06T04:07:36.262" v="575" actId="478"/>
          <ac:cxnSpMkLst>
            <pc:docMk/>
            <pc:sldMk cId="324435748" sldId="446"/>
            <ac:cxnSpMk id="81" creationId="{00000000-0000-0000-0000-000000000000}"/>
          </ac:cxnSpMkLst>
        </pc:cxnChg>
        <pc:cxnChg chg="del mod">
          <ac:chgData name="Mengmeng Ge" userId="bb5bc401-97cb-4caf-9857-8ff441375414" providerId="ADAL" clId="{B1A3E7D4-D1D2-4C4F-B696-F6F3CA53602A}" dt="2024-05-06T04:07:33.622" v="574" actId="478"/>
          <ac:cxnSpMkLst>
            <pc:docMk/>
            <pc:sldMk cId="324435748" sldId="446"/>
            <ac:cxnSpMk id="82" creationId="{00000000-0000-0000-0000-000000000000}"/>
          </ac:cxnSpMkLst>
        </pc:cxnChg>
        <pc:cxnChg chg="del mod">
          <ac:chgData name="Mengmeng Ge" userId="bb5bc401-97cb-4caf-9857-8ff441375414" providerId="ADAL" clId="{B1A3E7D4-D1D2-4C4F-B696-F6F3CA53602A}" dt="2024-05-06T04:07:30.505" v="573" actId="478"/>
          <ac:cxnSpMkLst>
            <pc:docMk/>
            <pc:sldMk cId="324435748" sldId="446"/>
            <ac:cxnSpMk id="84" creationId="{00000000-0000-0000-0000-000000000000}"/>
          </ac:cxnSpMkLst>
        </pc:cxnChg>
      </pc:sldChg>
      <pc:sldChg chg="del">
        <pc:chgData name="Mengmeng Ge" userId="bb5bc401-97cb-4caf-9857-8ff441375414" providerId="ADAL" clId="{B1A3E7D4-D1D2-4C4F-B696-F6F3CA53602A}" dt="2024-05-05T21:39:30.076" v="0" actId="47"/>
        <pc:sldMkLst>
          <pc:docMk/>
          <pc:sldMk cId="3202145103" sldId="450"/>
        </pc:sldMkLst>
      </pc:sldChg>
      <pc:sldChg chg="modSp mod">
        <pc:chgData name="Mengmeng Ge" userId="bb5bc401-97cb-4caf-9857-8ff441375414" providerId="ADAL" clId="{B1A3E7D4-D1D2-4C4F-B696-F6F3CA53602A}" dt="2024-05-09T23:37:06.086" v="2012" actId="20577"/>
        <pc:sldMkLst>
          <pc:docMk/>
          <pc:sldMk cId="2852110861" sldId="457"/>
        </pc:sldMkLst>
        <pc:spChg chg="mod">
          <ac:chgData name="Mengmeng Ge" userId="bb5bc401-97cb-4caf-9857-8ff441375414" providerId="ADAL" clId="{B1A3E7D4-D1D2-4C4F-B696-F6F3CA53602A}" dt="2024-05-09T23:37:06.086" v="2012" actId="20577"/>
          <ac:spMkLst>
            <pc:docMk/>
            <pc:sldMk cId="2852110861" sldId="457"/>
            <ac:spMk id="3" creationId="{00000000-0000-0000-0000-000000000000}"/>
          </ac:spMkLst>
        </pc:spChg>
      </pc:sldChg>
      <pc:sldChg chg="modSp del mod">
        <pc:chgData name="Mengmeng Ge" userId="bb5bc401-97cb-4caf-9857-8ff441375414" providerId="ADAL" clId="{B1A3E7D4-D1D2-4C4F-B696-F6F3CA53602A}" dt="2024-05-08T21:29:28.403" v="1474" actId="47"/>
        <pc:sldMkLst>
          <pc:docMk/>
          <pc:sldMk cId="2223545672" sldId="459"/>
        </pc:sldMkLst>
        <pc:spChg chg="mod">
          <ac:chgData name="Mengmeng Ge" userId="bb5bc401-97cb-4caf-9857-8ff441375414" providerId="ADAL" clId="{B1A3E7D4-D1D2-4C4F-B696-F6F3CA53602A}" dt="2024-05-08T21:28:18.102" v="1446" actId="21"/>
          <ac:spMkLst>
            <pc:docMk/>
            <pc:sldMk cId="2223545672" sldId="459"/>
            <ac:spMk id="4" creationId="{00000000-0000-0000-0000-000000000000}"/>
          </ac:spMkLst>
        </pc:spChg>
      </pc:sldChg>
      <pc:sldChg chg="addSp modSp mod modNotesTx">
        <pc:chgData name="Mengmeng Ge" userId="bb5bc401-97cb-4caf-9857-8ff441375414" providerId="ADAL" clId="{B1A3E7D4-D1D2-4C4F-B696-F6F3CA53602A}" dt="2024-05-08T21:47:57.103" v="1589" actId="255"/>
        <pc:sldMkLst>
          <pc:docMk/>
          <pc:sldMk cId="1457094878" sldId="462"/>
        </pc:sldMkLst>
        <pc:spChg chg="mod">
          <ac:chgData name="Mengmeng Ge" userId="bb5bc401-97cb-4caf-9857-8ff441375414" providerId="ADAL" clId="{B1A3E7D4-D1D2-4C4F-B696-F6F3CA53602A}" dt="2024-05-08T21:47:57.103" v="1589" actId="255"/>
          <ac:spMkLst>
            <pc:docMk/>
            <pc:sldMk cId="1457094878" sldId="462"/>
            <ac:spMk id="4" creationId="{39B6B155-16C3-65CA-7198-15A2578B201A}"/>
          </ac:spMkLst>
        </pc:spChg>
        <pc:spChg chg="add mod">
          <ac:chgData name="Mengmeng Ge" userId="bb5bc401-97cb-4caf-9857-8ff441375414" providerId="ADAL" clId="{B1A3E7D4-D1D2-4C4F-B696-F6F3CA53602A}" dt="2024-05-08T21:24:45.484" v="1444" actId="1076"/>
          <ac:spMkLst>
            <pc:docMk/>
            <pc:sldMk cId="1457094878" sldId="462"/>
            <ac:spMk id="6" creationId="{3C9762CD-5DEE-8804-A401-3FEBE2B32B1C}"/>
          </ac:spMkLst>
        </pc:spChg>
      </pc:sldChg>
      <pc:sldChg chg="modSp">
        <pc:chgData name="Mengmeng Ge" userId="bb5bc401-97cb-4caf-9857-8ff441375414" providerId="ADAL" clId="{B1A3E7D4-D1D2-4C4F-B696-F6F3CA53602A}" dt="2024-05-09T22:01:36.644" v="1634" actId="14100"/>
        <pc:sldMkLst>
          <pc:docMk/>
          <pc:sldMk cId="1687700516" sldId="477"/>
        </pc:sldMkLst>
        <pc:spChg chg="mod">
          <ac:chgData name="Mengmeng Ge" userId="bb5bc401-97cb-4caf-9857-8ff441375414" providerId="ADAL" clId="{B1A3E7D4-D1D2-4C4F-B696-F6F3CA53602A}" dt="2024-05-09T22:01:36.644" v="1634" actId="14100"/>
          <ac:spMkLst>
            <pc:docMk/>
            <pc:sldMk cId="1687700516" sldId="477"/>
            <ac:spMk id="7" creationId="{00000000-0000-0000-0000-000000000000}"/>
          </ac:spMkLst>
        </pc:spChg>
        <pc:spChg chg="mod">
          <ac:chgData name="Mengmeng Ge" userId="bb5bc401-97cb-4caf-9857-8ff441375414" providerId="ADAL" clId="{B1A3E7D4-D1D2-4C4F-B696-F6F3CA53602A}" dt="2024-05-09T22:01:32.348" v="1633" actId="688"/>
          <ac:spMkLst>
            <pc:docMk/>
            <pc:sldMk cId="1687700516" sldId="477"/>
            <ac:spMk id="23" creationId="{00000000-0000-0000-0000-000000000000}"/>
          </ac:spMkLst>
        </pc:spChg>
        <pc:spChg chg="mod">
          <ac:chgData name="Mengmeng Ge" userId="bb5bc401-97cb-4caf-9857-8ff441375414" providerId="ADAL" clId="{B1A3E7D4-D1D2-4C4F-B696-F6F3CA53602A}" dt="2024-05-09T22:01:23.938" v="1632" actId="1037"/>
          <ac:spMkLst>
            <pc:docMk/>
            <pc:sldMk cId="1687700516" sldId="477"/>
            <ac:spMk id="39" creationId="{00000000-0000-0000-0000-000000000000}"/>
          </ac:spMkLst>
        </pc:spChg>
        <pc:spChg chg="mod">
          <ac:chgData name="Mengmeng Ge" userId="bb5bc401-97cb-4caf-9857-8ff441375414" providerId="ADAL" clId="{B1A3E7D4-D1D2-4C4F-B696-F6F3CA53602A}" dt="2024-05-09T22:01:08.078" v="1608" actId="1035"/>
          <ac:spMkLst>
            <pc:docMk/>
            <pc:sldMk cId="1687700516" sldId="477"/>
            <ac:spMk id="41" creationId="{00000000-0000-0000-0000-000000000000}"/>
          </ac:spMkLst>
        </pc:spChg>
        <pc:spChg chg="mod">
          <ac:chgData name="Mengmeng Ge" userId="bb5bc401-97cb-4caf-9857-8ff441375414" providerId="ADAL" clId="{B1A3E7D4-D1D2-4C4F-B696-F6F3CA53602A}" dt="2024-05-09T22:00:37.080" v="1594" actId="14100"/>
          <ac:spMkLst>
            <pc:docMk/>
            <pc:sldMk cId="1687700516" sldId="477"/>
            <ac:spMk id="47" creationId="{00000000-0000-0000-0000-000000000000}"/>
          </ac:spMkLst>
        </pc:spChg>
      </pc:sldChg>
      <pc:sldChg chg="del">
        <pc:chgData name="Mengmeng Ge" userId="bb5bc401-97cb-4caf-9857-8ff441375414" providerId="ADAL" clId="{B1A3E7D4-D1D2-4C4F-B696-F6F3CA53602A}" dt="2024-05-08T21:27:43.967" v="1445" actId="47"/>
        <pc:sldMkLst>
          <pc:docMk/>
          <pc:sldMk cId="731148422" sldId="480"/>
        </pc:sldMkLst>
      </pc:sldChg>
      <pc:sldChg chg="del">
        <pc:chgData name="Mengmeng Ge" userId="bb5bc401-97cb-4caf-9857-8ff441375414" providerId="ADAL" clId="{B1A3E7D4-D1D2-4C4F-B696-F6F3CA53602A}" dt="2024-05-06T00:58:54.309" v="310" actId="47"/>
        <pc:sldMkLst>
          <pc:docMk/>
          <pc:sldMk cId="0" sldId="483"/>
        </pc:sldMkLst>
      </pc:sldChg>
      <pc:sldChg chg="addSp delSp modSp del mod modClrScheme chgLayout">
        <pc:chgData name="Mengmeng Ge" userId="bb5bc401-97cb-4caf-9857-8ff441375414" providerId="ADAL" clId="{B1A3E7D4-D1D2-4C4F-B696-F6F3CA53602A}" dt="2024-05-05T21:49:46.287" v="63" actId="47"/>
        <pc:sldMkLst>
          <pc:docMk/>
          <pc:sldMk cId="1561621194" sldId="633"/>
        </pc:sldMkLst>
        <pc:spChg chg="mod ord">
          <ac:chgData name="Mengmeng Ge" userId="bb5bc401-97cb-4caf-9857-8ff441375414" providerId="ADAL" clId="{B1A3E7D4-D1D2-4C4F-B696-F6F3CA53602A}" dt="2024-05-05T21:44:05.633" v="14" actId="21"/>
          <ac:spMkLst>
            <pc:docMk/>
            <pc:sldMk cId="1561621194" sldId="633"/>
            <ac:spMk id="2" creationId="{00000000-0000-0000-0000-000000000000}"/>
          </ac:spMkLst>
        </pc:spChg>
        <pc:spChg chg="add del mod">
          <ac:chgData name="Mengmeng Ge" userId="bb5bc401-97cb-4caf-9857-8ff441375414" providerId="ADAL" clId="{B1A3E7D4-D1D2-4C4F-B696-F6F3CA53602A}" dt="2024-05-05T21:43:54.421" v="11" actId="478"/>
          <ac:spMkLst>
            <pc:docMk/>
            <pc:sldMk cId="1561621194" sldId="633"/>
            <ac:spMk id="3" creationId="{EA0AEA16-E275-142A-1106-A0DA329AC120}"/>
          </ac:spMkLst>
        </pc:spChg>
        <pc:spChg chg="add mod">
          <ac:chgData name="Mengmeng Ge" userId="bb5bc401-97cb-4caf-9857-8ff441375414" providerId="ADAL" clId="{B1A3E7D4-D1D2-4C4F-B696-F6F3CA53602A}" dt="2024-05-05T21:43:59.913" v="12"/>
          <ac:spMkLst>
            <pc:docMk/>
            <pc:sldMk cId="1561621194" sldId="633"/>
            <ac:spMk id="4" creationId="{A52D1D52-2549-A80A-DCB2-63705A42214D}"/>
          </ac:spMkLst>
        </pc:spChg>
        <pc:spChg chg="mod">
          <ac:chgData name="Mengmeng Ge" userId="bb5bc401-97cb-4caf-9857-8ff441375414" providerId="ADAL" clId="{B1A3E7D4-D1D2-4C4F-B696-F6F3CA53602A}" dt="2024-05-05T21:49:19.063" v="58" actId="164"/>
          <ac:spMkLst>
            <pc:docMk/>
            <pc:sldMk cId="1561621194" sldId="633"/>
            <ac:spMk id="274"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275"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276"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311"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312"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313"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314"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315"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324"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325"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326"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327"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328"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337"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338"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339"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340"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341"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350"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351"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352"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353"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354"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363"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364"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365"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366"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367"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376"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377"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378"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379"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380"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389"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390"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391"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392"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393"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402"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403"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404"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405"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406"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415"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416"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417"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418"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419"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428"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429"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430"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431"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432"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433"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434"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435"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436"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437"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438"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481"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482"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483"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484"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485"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486"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487"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488"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489"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490"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491"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492"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534"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535"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536"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537"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538"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539"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540"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541"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542"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543" creationId="{00000000-0000-0000-0000-000000000000}"/>
          </ac:spMkLst>
        </pc:spChg>
        <pc:spChg chg="mod">
          <ac:chgData name="Mengmeng Ge" userId="bb5bc401-97cb-4caf-9857-8ff441375414" providerId="ADAL" clId="{B1A3E7D4-D1D2-4C4F-B696-F6F3CA53602A}" dt="2024-05-05T21:49:19.063" v="58" actId="164"/>
          <ac:spMkLst>
            <pc:docMk/>
            <pc:sldMk cId="1561621194" sldId="633"/>
            <ac:spMk id="544" creationId="{00000000-0000-0000-0000-000000000000}"/>
          </ac:spMkLst>
        </pc:spChg>
        <pc:spChg chg="mod">
          <ac:chgData name="Mengmeng Ge" userId="bb5bc401-97cb-4caf-9857-8ff441375414" providerId="ADAL" clId="{B1A3E7D4-D1D2-4C4F-B696-F6F3CA53602A}" dt="2024-05-05T21:49:02.388" v="57" actId="1076"/>
          <ac:spMkLst>
            <pc:docMk/>
            <pc:sldMk cId="1561621194" sldId="633"/>
            <ac:spMk id="665" creationId="{00000000-0000-0000-0000-000000000000}"/>
          </ac:spMkLst>
        </pc:spChg>
        <pc:spChg chg="del mod ord">
          <ac:chgData name="Mengmeng Ge" userId="bb5bc401-97cb-4caf-9857-8ff441375414" providerId="ADAL" clId="{B1A3E7D4-D1D2-4C4F-B696-F6F3CA53602A}" dt="2024-05-05T21:48:47.338" v="55" actId="478"/>
          <ac:spMkLst>
            <pc:docMk/>
            <pc:sldMk cId="1561621194" sldId="633"/>
            <ac:spMk id="848899" creationId="{00000000-0000-0000-0000-000000000000}"/>
          </ac:spMkLst>
        </pc:spChg>
        <pc:grpChg chg="add mod">
          <ac:chgData name="Mengmeng Ge" userId="bb5bc401-97cb-4caf-9857-8ff441375414" providerId="ADAL" clId="{B1A3E7D4-D1D2-4C4F-B696-F6F3CA53602A}" dt="2024-05-05T21:49:19.063" v="58" actId="164"/>
          <ac:grpSpMkLst>
            <pc:docMk/>
            <pc:sldMk cId="1561621194" sldId="633"/>
            <ac:grpSpMk id="5" creationId="{6CB59F30-B84F-7C23-ACEA-8F56D391E89E}"/>
          </ac:grpSpMkLst>
        </pc:grpChg>
        <pc:grpChg chg="mod">
          <ac:chgData name="Mengmeng Ge" userId="bb5bc401-97cb-4caf-9857-8ff441375414" providerId="ADAL" clId="{B1A3E7D4-D1D2-4C4F-B696-F6F3CA53602A}" dt="2024-05-05T21:49:19.063" v="58" actId="164"/>
          <ac:grpSpMkLst>
            <pc:docMk/>
            <pc:sldMk cId="1561621194" sldId="633"/>
            <ac:grpSpMk id="277" creationId="{00000000-0000-0000-0000-000000000000}"/>
          </ac:grpSpMkLst>
        </pc:grpChg>
        <pc:grpChg chg="mod">
          <ac:chgData name="Mengmeng Ge" userId="bb5bc401-97cb-4caf-9857-8ff441375414" providerId="ADAL" clId="{B1A3E7D4-D1D2-4C4F-B696-F6F3CA53602A}" dt="2024-05-05T21:49:19.063" v="58" actId="164"/>
          <ac:grpSpMkLst>
            <pc:docMk/>
            <pc:sldMk cId="1561621194" sldId="633"/>
            <ac:grpSpMk id="280" creationId="{00000000-0000-0000-0000-000000000000}"/>
          </ac:grpSpMkLst>
        </pc:grpChg>
        <pc:grpChg chg="mod">
          <ac:chgData name="Mengmeng Ge" userId="bb5bc401-97cb-4caf-9857-8ff441375414" providerId="ADAL" clId="{B1A3E7D4-D1D2-4C4F-B696-F6F3CA53602A}" dt="2024-05-05T21:49:19.063" v="58" actId="164"/>
          <ac:grpSpMkLst>
            <pc:docMk/>
            <pc:sldMk cId="1561621194" sldId="633"/>
            <ac:grpSpMk id="316" creationId="{00000000-0000-0000-0000-000000000000}"/>
          </ac:grpSpMkLst>
        </pc:grpChg>
        <pc:grpChg chg="mod">
          <ac:chgData name="Mengmeng Ge" userId="bb5bc401-97cb-4caf-9857-8ff441375414" providerId="ADAL" clId="{B1A3E7D4-D1D2-4C4F-B696-F6F3CA53602A}" dt="2024-05-05T21:49:19.063" v="58" actId="164"/>
          <ac:grpSpMkLst>
            <pc:docMk/>
            <pc:sldMk cId="1561621194" sldId="633"/>
            <ac:grpSpMk id="320" creationId="{00000000-0000-0000-0000-000000000000}"/>
          </ac:grpSpMkLst>
        </pc:grpChg>
        <pc:grpChg chg="mod">
          <ac:chgData name="Mengmeng Ge" userId="bb5bc401-97cb-4caf-9857-8ff441375414" providerId="ADAL" clId="{B1A3E7D4-D1D2-4C4F-B696-F6F3CA53602A}" dt="2024-05-05T21:49:19.063" v="58" actId="164"/>
          <ac:grpSpMkLst>
            <pc:docMk/>
            <pc:sldMk cId="1561621194" sldId="633"/>
            <ac:grpSpMk id="329" creationId="{00000000-0000-0000-0000-000000000000}"/>
          </ac:grpSpMkLst>
        </pc:grpChg>
        <pc:grpChg chg="mod">
          <ac:chgData name="Mengmeng Ge" userId="bb5bc401-97cb-4caf-9857-8ff441375414" providerId="ADAL" clId="{B1A3E7D4-D1D2-4C4F-B696-F6F3CA53602A}" dt="2024-05-05T21:49:19.063" v="58" actId="164"/>
          <ac:grpSpMkLst>
            <pc:docMk/>
            <pc:sldMk cId="1561621194" sldId="633"/>
            <ac:grpSpMk id="333" creationId="{00000000-0000-0000-0000-000000000000}"/>
          </ac:grpSpMkLst>
        </pc:grpChg>
        <pc:grpChg chg="mod">
          <ac:chgData name="Mengmeng Ge" userId="bb5bc401-97cb-4caf-9857-8ff441375414" providerId="ADAL" clId="{B1A3E7D4-D1D2-4C4F-B696-F6F3CA53602A}" dt="2024-05-05T21:49:19.063" v="58" actId="164"/>
          <ac:grpSpMkLst>
            <pc:docMk/>
            <pc:sldMk cId="1561621194" sldId="633"/>
            <ac:grpSpMk id="342" creationId="{00000000-0000-0000-0000-000000000000}"/>
          </ac:grpSpMkLst>
        </pc:grpChg>
        <pc:grpChg chg="mod">
          <ac:chgData name="Mengmeng Ge" userId="bb5bc401-97cb-4caf-9857-8ff441375414" providerId="ADAL" clId="{B1A3E7D4-D1D2-4C4F-B696-F6F3CA53602A}" dt="2024-05-05T21:49:19.063" v="58" actId="164"/>
          <ac:grpSpMkLst>
            <pc:docMk/>
            <pc:sldMk cId="1561621194" sldId="633"/>
            <ac:grpSpMk id="346" creationId="{00000000-0000-0000-0000-000000000000}"/>
          </ac:grpSpMkLst>
        </pc:grpChg>
        <pc:grpChg chg="mod">
          <ac:chgData name="Mengmeng Ge" userId="bb5bc401-97cb-4caf-9857-8ff441375414" providerId="ADAL" clId="{B1A3E7D4-D1D2-4C4F-B696-F6F3CA53602A}" dt="2024-05-05T21:49:19.063" v="58" actId="164"/>
          <ac:grpSpMkLst>
            <pc:docMk/>
            <pc:sldMk cId="1561621194" sldId="633"/>
            <ac:grpSpMk id="355" creationId="{00000000-0000-0000-0000-000000000000}"/>
          </ac:grpSpMkLst>
        </pc:grpChg>
        <pc:grpChg chg="mod">
          <ac:chgData name="Mengmeng Ge" userId="bb5bc401-97cb-4caf-9857-8ff441375414" providerId="ADAL" clId="{B1A3E7D4-D1D2-4C4F-B696-F6F3CA53602A}" dt="2024-05-05T21:49:19.063" v="58" actId="164"/>
          <ac:grpSpMkLst>
            <pc:docMk/>
            <pc:sldMk cId="1561621194" sldId="633"/>
            <ac:grpSpMk id="359" creationId="{00000000-0000-0000-0000-000000000000}"/>
          </ac:grpSpMkLst>
        </pc:grpChg>
        <pc:grpChg chg="mod">
          <ac:chgData name="Mengmeng Ge" userId="bb5bc401-97cb-4caf-9857-8ff441375414" providerId="ADAL" clId="{B1A3E7D4-D1D2-4C4F-B696-F6F3CA53602A}" dt="2024-05-05T21:49:19.063" v="58" actId="164"/>
          <ac:grpSpMkLst>
            <pc:docMk/>
            <pc:sldMk cId="1561621194" sldId="633"/>
            <ac:grpSpMk id="368" creationId="{00000000-0000-0000-0000-000000000000}"/>
          </ac:grpSpMkLst>
        </pc:grpChg>
        <pc:grpChg chg="mod">
          <ac:chgData name="Mengmeng Ge" userId="bb5bc401-97cb-4caf-9857-8ff441375414" providerId="ADAL" clId="{B1A3E7D4-D1D2-4C4F-B696-F6F3CA53602A}" dt="2024-05-05T21:49:19.063" v="58" actId="164"/>
          <ac:grpSpMkLst>
            <pc:docMk/>
            <pc:sldMk cId="1561621194" sldId="633"/>
            <ac:grpSpMk id="372" creationId="{00000000-0000-0000-0000-000000000000}"/>
          </ac:grpSpMkLst>
        </pc:grpChg>
        <pc:grpChg chg="mod">
          <ac:chgData name="Mengmeng Ge" userId="bb5bc401-97cb-4caf-9857-8ff441375414" providerId="ADAL" clId="{B1A3E7D4-D1D2-4C4F-B696-F6F3CA53602A}" dt="2024-05-05T21:49:19.063" v="58" actId="164"/>
          <ac:grpSpMkLst>
            <pc:docMk/>
            <pc:sldMk cId="1561621194" sldId="633"/>
            <ac:grpSpMk id="381" creationId="{00000000-0000-0000-0000-000000000000}"/>
          </ac:grpSpMkLst>
        </pc:grpChg>
        <pc:grpChg chg="mod">
          <ac:chgData name="Mengmeng Ge" userId="bb5bc401-97cb-4caf-9857-8ff441375414" providerId="ADAL" clId="{B1A3E7D4-D1D2-4C4F-B696-F6F3CA53602A}" dt="2024-05-05T21:49:19.063" v="58" actId="164"/>
          <ac:grpSpMkLst>
            <pc:docMk/>
            <pc:sldMk cId="1561621194" sldId="633"/>
            <ac:grpSpMk id="385" creationId="{00000000-0000-0000-0000-000000000000}"/>
          </ac:grpSpMkLst>
        </pc:grpChg>
        <pc:grpChg chg="mod">
          <ac:chgData name="Mengmeng Ge" userId="bb5bc401-97cb-4caf-9857-8ff441375414" providerId="ADAL" clId="{B1A3E7D4-D1D2-4C4F-B696-F6F3CA53602A}" dt="2024-05-05T21:49:19.063" v="58" actId="164"/>
          <ac:grpSpMkLst>
            <pc:docMk/>
            <pc:sldMk cId="1561621194" sldId="633"/>
            <ac:grpSpMk id="394" creationId="{00000000-0000-0000-0000-000000000000}"/>
          </ac:grpSpMkLst>
        </pc:grpChg>
        <pc:grpChg chg="mod">
          <ac:chgData name="Mengmeng Ge" userId="bb5bc401-97cb-4caf-9857-8ff441375414" providerId="ADAL" clId="{B1A3E7D4-D1D2-4C4F-B696-F6F3CA53602A}" dt="2024-05-05T21:49:19.063" v="58" actId="164"/>
          <ac:grpSpMkLst>
            <pc:docMk/>
            <pc:sldMk cId="1561621194" sldId="633"/>
            <ac:grpSpMk id="398" creationId="{00000000-0000-0000-0000-000000000000}"/>
          </ac:grpSpMkLst>
        </pc:grpChg>
        <pc:grpChg chg="mod">
          <ac:chgData name="Mengmeng Ge" userId="bb5bc401-97cb-4caf-9857-8ff441375414" providerId="ADAL" clId="{B1A3E7D4-D1D2-4C4F-B696-F6F3CA53602A}" dt="2024-05-05T21:49:19.063" v="58" actId="164"/>
          <ac:grpSpMkLst>
            <pc:docMk/>
            <pc:sldMk cId="1561621194" sldId="633"/>
            <ac:grpSpMk id="407" creationId="{00000000-0000-0000-0000-000000000000}"/>
          </ac:grpSpMkLst>
        </pc:grpChg>
        <pc:grpChg chg="mod">
          <ac:chgData name="Mengmeng Ge" userId="bb5bc401-97cb-4caf-9857-8ff441375414" providerId="ADAL" clId="{B1A3E7D4-D1D2-4C4F-B696-F6F3CA53602A}" dt="2024-05-05T21:49:19.063" v="58" actId="164"/>
          <ac:grpSpMkLst>
            <pc:docMk/>
            <pc:sldMk cId="1561621194" sldId="633"/>
            <ac:grpSpMk id="411" creationId="{00000000-0000-0000-0000-000000000000}"/>
          </ac:grpSpMkLst>
        </pc:grpChg>
        <pc:grpChg chg="mod">
          <ac:chgData name="Mengmeng Ge" userId="bb5bc401-97cb-4caf-9857-8ff441375414" providerId="ADAL" clId="{B1A3E7D4-D1D2-4C4F-B696-F6F3CA53602A}" dt="2024-05-05T21:49:19.063" v="58" actId="164"/>
          <ac:grpSpMkLst>
            <pc:docMk/>
            <pc:sldMk cId="1561621194" sldId="633"/>
            <ac:grpSpMk id="420" creationId="{00000000-0000-0000-0000-000000000000}"/>
          </ac:grpSpMkLst>
        </pc:grpChg>
        <pc:grpChg chg="mod">
          <ac:chgData name="Mengmeng Ge" userId="bb5bc401-97cb-4caf-9857-8ff441375414" providerId="ADAL" clId="{B1A3E7D4-D1D2-4C4F-B696-F6F3CA53602A}" dt="2024-05-05T21:49:19.063" v="58" actId="164"/>
          <ac:grpSpMkLst>
            <pc:docMk/>
            <pc:sldMk cId="1561621194" sldId="633"/>
            <ac:grpSpMk id="424" creationId="{00000000-0000-0000-0000-000000000000}"/>
          </ac:grpSpMkLst>
        </pc:grpChg>
        <pc:grpChg chg="mod">
          <ac:chgData name="Mengmeng Ge" userId="bb5bc401-97cb-4caf-9857-8ff441375414" providerId="ADAL" clId="{B1A3E7D4-D1D2-4C4F-B696-F6F3CA53602A}" dt="2024-05-05T21:49:19.063" v="58" actId="164"/>
          <ac:grpSpMkLst>
            <pc:docMk/>
            <pc:sldMk cId="1561621194" sldId="633"/>
            <ac:grpSpMk id="439" creationId="{00000000-0000-0000-0000-000000000000}"/>
          </ac:grpSpMkLst>
        </pc:grpChg>
        <pc:grpChg chg="mod">
          <ac:chgData name="Mengmeng Ge" userId="bb5bc401-97cb-4caf-9857-8ff441375414" providerId="ADAL" clId="{B1A3E7D4-D1D2-4C4F-B696-F6F3CA53602A}" dt="2024-05-05T21:49:19.063" v="58" actId="164"/>
          <ac:grpSpMkLst>
            <pc:docMk/>
            <pc:sldMk cId="1561621194" sldId="633"/>
            <ac:grpSpMk id="453" creationId="{00000000-0000-0000-0000-000000000000}"/>
          </ac:grpSpMkLst>
        </pc:grpChg>
        <pc:grpChg chg="mod">
          <ac:chgData name="Mengmeng Ge" userId="bb5bc401-97cb-4caf-9857-8ff441375414" providerId="ADAL" clId="{B1A3E7D4-D1D2-4C4F-B696-F6F3CA53602A}" dt="2024-05-05T21:49:19.063" v="58" actId="164"/>
          <ac:grpSpMkLst>
            <pc:docMk/>
            <pc:sldMk cId="1561621194" sldId="633"/>
            <ac:grpSpMk id="467" creationId="{00000000-0000-0000-0000-000000000000}"/>
          </ac:grpSpMkLst>
        </pc:grpChg>
        <pc:grpChg chg="mod">
          <ac:chgData name="Mengmeng Ge" userId="bb5bc401-97cb-4caf-9857-8ff441375414" providerId="ADAL" clId="{B1A3E7D4-D1D2-4C4F-B696-F6F3CA53602A}" dt="2024-05-05T21:49:19.063" v="58" actId="164"/>
          <ac:grpSpMkLst>
            <pc:docMk/>
            <pc:sldMk cId="1561621194" sldId="633"/>
            <ac:grpSpMk id="493" creationId="{00000000-0000-0000-0000-000000000000}"/>
          </ac:grpSpMkLst>
        </pc:grpChg>
        <pc:grpChg chg="mod">
          <ac:chgData name="Mengmeng Ge" userId="bb5bc401-97cb-4caf-9857-8ff441375414" providerId="ADAL" clId="{B1A3E7D4-D1D2-4C4F-B696-F6F3CA53602A}" dt="2024-05-05T21:49:19.063" v="58" actId="164"/>
          <ac:grpSpMkLst>
            <pc:docMk/>
            <pc:sldMk cId="1561621194" sldId="633"/>
            <ac:grpSpMk id="545" creationId="{00000000-0000-0000-0000-000000000000}"/>
          </ac:grpSpMkLst>
        </pc:grpChg>
        <pc:grpChg chg="mod">
          <ac:chgData name="Mengmeng Ge" userId="bb5bc401-97cb-4caf-9857-8ff441375414" providerId="ADAL" clId="{B1A3E7D4-D1D2-4C4F-B696-F6F3CA53602A}" dt="2024-05-05T21:49:19.063" v="58" actId="164"/>
          <ac:grpSpMkLst>
            <pc:docMk/>
            <pc:sldMk cId="1561621194" sldId="633"/>
            <ac:grpSpMk id="559" creationId="{00000000-0000-0000-0000-000000000000}"/>
          </ac:grpSpMkLst>
        </pc:grpChg>
        <pc:grpChg chg="mod">
          <ac:chgData name="Mengmeng Ge" userId="bb5bc401-97cb-4caf-9857-8ff441375414" providerId="ADAL" clId="{B1A3E7D4-D1D2-4C4F-B696-F6F3CA53602A}" dt="2024-05-05T21:49:19.063" v="58" actId="164"/>
          <ac:grpSpMkLst>
            <pc:docMk/>
            <pc:sldMk cId="1561621194" sldId="633"/>
            <ac:grpSpMk id="573" creationId="{00000000-0000-0000-0000-000000000000}"/>
          </ac:grpSpMkLst>
        </pc:grpChg>
        <pc:grpChg chg="mod">
          <ac:chgData name="Mengmeng Ge" userId="bb5bc401-97cb-4caf-9857-8ff441375414" providerId="ADAL" clId="{B1A3E7D4-D1D2-4C4F-B696-F6F3CA53602A}" dt="2024-05-05T21:49:19.063" v="58" actId="164"/>
          <ac:grpSpMkLst>
            <pc:docMk/>
            <pc:sldMk cId="1561621194" sldId="633"/>
            <ac:grpSpMk id="592" creationId="{00000000-0000-0000-0000-000000000000}"/>
          </ac:grpSpMkLst>
        </pc:grpChg>
        <pc:grpChg chg="mod">
          <ac:chgData name="Mengmeng Ge" userId="bb5bc401-97cb-4caf-9857-8ff441375414" providerId="ADAL" clId="{B1A3E7D4-D1D2-4C4F-B696-F6F3CA53602A}" dt="2024-05-05T21:49:19.063" v="58" actId="164"/>
          <ac:grpSpMkLst>
            <pc:docMk/>
            <pc:sldMk cId="1561621194" sldId="633"/>
            <ac:grpSpMk id="611" creationId="{00000000-0000-0000-0000-000000000000}"/>
          </ac:grpSpMkLst>
        </pc:grpChg>
        <pc:grpChg chg="mod">
          <ac:chgData name="Mengmeng Ge" userId="bb5bc401-97cb-4caf-9857-8ff441375414" providerId="ADAL" clId="{B1A3E7D4-D1D2-4C4F-B696-F6F3CA53602A}" dt="2024-05-05T21:49:19.063" v="58" actId="164"/>
          <ac:grpSpMkLst>
            <pc:docMk/>
            <pc:sldMk cId="1561621194" sldId="633"/>
            <ac:grpSpMk id="619" creationId="{00000000-0000-0000-0000-000000000000}"/>
          </ac:grpSpMkLst>
        </pc:grpChg>
        <pc:grpChg chg="mod">
          <ac:chgData name="Mengmeng Ge" userId="bb5bc401-97cb-4caf-9857-8ff441375414" providerId="ADAL" clId="{B1A3E7D4-D1D2-4C4F-B696-F6F3CA53602A}" dt="2024-05-05T21:49:19.063" v="58" actId="164"/>
          <ac:grpSpMkLst>
            <pc:docMk/>
            <pc:sldMk cId="1561621194" sldId="633"/>
            <ac:grpSpMk id="625" creationId="{00000000-0000-0000-0000-000000000000}"/>
          </ac:grpSpMkLst>
        </pc:grpChg>
        <pc:grpChg chg="mod">
          <ac:chgData name="Mengmeng Ge" userId="bb5bc401-97cb-4caf-9857-8ff441375414" providerId="ADAL" clId="{B1A3E7D4-D1D2-4C4F-B696-F6F3CA53602A}" dt="2024-05-05T21:49:19.063" v="58" actId="164"/>
          <ac:grpSpMkLst>
            <pc:docMk/>
            <pc:sldMk cId="1561621194" sldId="633"/>
            <ac:grpSpMk id="631" creationId="{00000000-0000-0000-0000-000000000000}"/>
          </ac:grpSpMkLst>
        </pc:grpChg>
        <pc:grpChg chg="mod">
          <ac:chgData name="Mengmeng Ge" userId="bb5bc401-97cb-4caf-9857-8ff441375414" providerId="ADAL" clId="{B1A3E7D4-D1D2-4C4F-B696-F6F3CA53602A}" dt="2024-05-05T21:49:19.063" v="58" actId="164"/>
          <ac:grpSpMkLst>
            <pc:docMk/>
            <pc:sldMk cId="1561621194" sldId="633"/>
            <ac:grpSpMk id="637" creationId="{00000000-0000-0000-0000-000000000000}"/>
          </ac:grpSpMkLst>
        </pc:grpChg>
        <pc:grpChg chg="mod">
          <ac:chgData name="Mengmeng Ge" userId="bb5bc401-97cb-4caf-9857-8ff441375414" providerId="ADAL" clId="{B1A3E7D4-D1D2-4C4F-B696-F6F3CA53602A}" dt="2024-05-05T21:49:19.063" v="58" actId="164"/>
          <ac:grpSpMkLst>
            <pc:docMk/>
            <pc:sldMk cId="1561621194" sldId="633"/>
            <ac:grpSpMk id="643" creationId="{00000000-0000-0000-0000-000000000000}"/>
          </ac:grpSpMkLst>
        </pc:grpChg>
        <pc:grpChg chg="mod">
          <ac:chgData name="Mengmeng Ge" userId="bb5bc401-97cb-4caf-9857-8ff441375414" providerId="ADAL" clId="{B1A3E7D4-D1D2-4C4F-B696-F6F3CA53602A}" dt="2024-05-05T21:49:19.063" v="58" actId="164"/>
          <ac:grpSpMkLst>
            <pc:docMk/>
            <pc:sldMk cId="1561621194" sldId="633"/>
            <ac:grpSpMk id="649" creationId="{00000000-0000-0000-0000-000000000000}"/>
          </ac:grpSpMkLst>
        </pc:grpChg>
        <pc:grpChg chg="mod">
          <ac:chgData name="Mengmeng Ge" userId="bb5bc401-97cb-4caf-9857-8ff441375414" providerId="ADAL" clId="{B1A3E7D4-D1D2-4C4F-B696-F6F3CA53602A}" dt="2024-05-05T21:49:19.063" v="58" actId="164"/>
          <ac:grpSpMkLst>
            <pc:docMk/>
            <pc:sldMk cId="1561621194" sldId="633"/>
            <ac:grpSpMk id="655" creationId="{00000000-0000-0000-0000-000000000000}"/>
          </ac:grpSpMkLst>
        </pc:grpChg>
        <pc:grpChg chg="mod">
          <ac:chgData name="Mengmeng Ge" userId="bb5bc401-97cb-4caf-9857-8ff441375414" providerId="ADAL" clId="{B1A3E7D4-D1D2-4C4F-B696-F6F3CA53602A}" dt="2024-05-05T21:49:19.063" v="58" actId="164"/>
          <ac:grpSpMkLst>
            <pc:docMk/>
            <pc:sldMk cId="1561621194" sldId="633"/>
            <ac:grpSpMk id="663" creationId="{00000000-0000-0000-0000-000000000000}"/>
          </ac:grpSpMkLst>
        </pc:grpChg>
      </pc:sldChg>
      <pc:sldChg chg="modSp mod modClrScheme chgLayout modNotesTx">
        <pc:chgData name="Mengmeng Ge" userId="bb5bc401-97cb-4caf-9857-8ff441375414" providerId="ADAL" clId="{B1A3E7D4-D1D2-4C4F-B696-F6F3CA53602A}" dt="2024-05-06T05:38:19.745" v="1284" actId="948"/>
        <pc:sldMkLst>
          <pc:docMk/>
          <pc:sldMk cId="2730542511" sldId="634"/>
        </pc:sldMkLst>
        <pc:spChg chg="mod ord">
          <ac:chgData name="Mengmeng Ge" userId="bb5bc401-97cb-4caf-9857-8ff441375414" providerId="ADAL" clId="{B1A3E7D4-D1D2-4C4F-B696-F6F3CA53602A}" dt="2024-05-05T23:39:30.529" v="215" actId="14100"/>
          <ac:spMkLst>
            <pc:docMk/>
            <pc:sldMk cId="2730542511" sldId="634"/>
            <ac:spMk id="2" creationId="{00000000-0000-0000-0000-000000000000}"/>
          </ac:spMkLst>
        </pc:spChg>
        <pc:spChg chg="mod ord">
          <ac:chgData name="Mengmeng Ge" userId="bb5bc401-97cb-4caf-9857-8ff441375414" providerId="ADAL" clId="{B1A3E7D4-D1D2-4C4F-B696-F6F3CA53602A}" dt="2024-05-06T05:38:19.745" v="1284" actId="948"/>
          <ac:spMkLst>
            <pc:docMk/>
            <pc:sldMk cId="2730542511" sldId="634"/>
            <ac:spMk id="3" creationId="{00000000-0000-0000-0000-000000000000}"/>
          </ac:spMkLst>
        </pc:spChg>
        <pc:spChg chg="mod ord">
          <ac:chgData name="Mengmeng Ge" userId="bb5bc401-97cb-4caf-9857-8ff441375414" providerId="ADAL" clId="{B1A3E7D4-D1D2-4C4F-B696-F6F3CA53602A}" dt="2024-05-05T23:39:18.286" v="211" actId="700"/>
          <ac:spMkLst>
            <pc:docMk/>
            <pc:sldMk cId="2730542511" sldId="634"/>
            <ac:spMk id="5" creationId="{00000000-0000-0000-0000-000000000000}"/>
          </ac:spMkLst>
        </pc:spChg>
      </pc:sldChg>
      <pc:sldChg chg="addSp delSp modSp mod modClrScheme chgLayout modNotesTx">
        <pc:chgData name="Mengmeng Ge" userId="bb5bc401-97cb-4caf-9857-8ff441375414" providerId="ADAL" clId="{B1A3E7D4-D1D2-4C4F-B696-F6F3CA53602A}" dt="2024-05-06T05:36:30.114" v="1272" actId="1076"/>
        <pc:sldMkLst>
          <pc:docMk/>
          <pc:sldMk cId="1444722521" sldId="635"/>
        </pc:sldMkLst>
        <pc:spChg chg="mod ord">
          <ac:chgData name="Mengmeng Ge" userId="bb5bc401-97cb-4caf-9857-8ff441375414" providerId="ADAL" clId="{B1A3E7D4-D1D2-4C4F-B696-F6F3CA53602A}" dt="2024-05-06T05:32:28.115" v="1244" actId="700"/>
          <ac:spMkLst>
            <pc:docMk/>
            <pc:sldMk cId="1444722521" sldId="635"/>
            <ac:spMk id="2" creationId="{00000000-0000-0000-0000-000000000000}"/>
          </ac:spMkLst>
        </pc:spChg>
        <pc:spChg chg="add del mod ord">
          <ac:chgData name="Mengmeng Ge" userId="bb5bc401-97cb-4caf-9857-8ff441375414" providerId="ADAL" clId="{B1A3E7D4-D1D2-4C4F-B696-F6F3CA53602A}" dt="2024-05-06T05:32:35.084" v="1245" actId="478"/>
          <ac:spMkLst>
            <pc:docMk/>
            <pc:sldMk cId="1444722521" sldId="635"/>
            <ac:spMk id="3" creationId="{2AFD2459-D9A2-65B1-4C3C-719CA536CC0E}"/>
          </ac:spMkLst>
        </pc:spChg>
        <pc:spChg chg="mod ord">
          <ac:chgData name="Mengmeng Ge" userId="bb5bc401-97cb-4caf-9857-8ff441375414" providerId="ADAL" clId="{B1A3E7D4-D1D2-4C4F-B696-F6F3CA53602A}" dt="2024-05-06T05:32:28.115" v="1244" actId="700"/>
          <ac:spMkLst>
            <pc:docMk/>
            <pc:sldMk cId="1444722521" sldId="635"/>
            <ac:spMk id="5" creationId="{00000000-0000-0000-0000-000000000000}"/>
          </ac:spMkLst>
        </pc:spChg>
        <pc:spChg chg="del mod">
          <ac:chgData name="Mengmeng Ge" userId="bb5bc401-97cb-4caf-9857-8ff441375414" providerId="ADAL" clId="{B1A3E7D4-D1D2-4C4F-B696-F6F3CA53602A}" dt="2024-05-06T05:32:52.301" v="1246" actId="12084"/>
          <ac:spMkLst>
            <pc:docMk/>
            <pc:sldMk cId="1444722521" sldId="635"/>
            <ac:spMk id="6" creationId="{00000000-0000-0000-0000-000000000000}"/>
          </ac:spMkLst>
        </pc:spChg>
        <pc:spChg chg="del mod">
          <ac:chgData name="Mengmeng Ge" userId="bb5bc401-97cb-4caf-9857-8ff441375414" providerId="ADAL" clId="{B1A3E7D4-D1D2-4C4F-B696-F6F3CA53602A}" dt="2024-05-06T05:32:23.633" v="1243" actId="478"/>
          <ac:spMkLst>
            <pc:docMk/>
            <pc:sldMk cId="1444722521" sldId="635"/>
            <ac:spMk id="7" creationId="{00000000-0000-0000-0000-000000000000}"/>
          </ac:spMkLst>
        </pc:spChg>
        <pc:graphicFrameChg chg="add mod modGraphic">
          <ac:chgData name="Mengmeng Ge" userId="bb5bc401-97cb-4caf-9857-8ff441375414" providerId="ADAL" clId="{B1A3E7D4-D1D2-4C4F-B696-F6F3CA53602A}" dt="2024-05-06T05:36:30.114" v="1272" actId="1076"/>
          <ac:graphicFrameMkLst>
            <pc:docMk/>
            <pc:sldMk cId="1444722521" sldId="635"/>
            <ac:graphicFrameMk id="4" creationId="{A7D0214B-147D-FD0A-90EE-579AD46BEFB5}"/>
          </ac:graphicFrameMkLst>
        </pc:graphicFrameChg>
      </pc:sldChg>
      <pc:sldChg chg="addSp modSp new mod">
        <pc:chgData name="Mengmeng Ge" userId="bb5bc401-97cb-4caf-9857-8ff441375414" providerId="ADAL" clId="{B1A3E7D4-D1D2-4C4F-B696-F6F3CA53602A}" dt="2024-05-05T21:49:34.743" v="62" actId="20577"/>
        <pc:sldMkLst>
          <pc:docMk/>
          <pc:sldMk cId="1717719348" sldId="636"/>
        </pc:sldMkLst>
        <pc:spChg chg="mod">
          <ac:chgData name="Mengmeng Ge" userId="bb5bc401-97cb-4caf-9857-8ff441375414" providerId="ADAL" clId="{B1A3E7D4-D1D2-4C4F-B696-F6F3CA53602A}" dt="2024-05-05T21:44:07.408" v="15"/>
          <ac:spMkLst>
            <pc:docMk/>
            <pc:sldMk cId="1717719348" sldId="636"/>
            <ac:spMk id="2" creationId="{FD710AF2-FC30-0AC1-1A09-A46304603EEA}"/>
          </ac:spMkLst>
        </pc:spChg>
        <pc:spChg chg="mod">
          <ac:chgData name="Mengmeng Ge" userId="bb5bc401-97cb-4caf-9857-8ff441375414" providerId="ADAL" clId="{B1A3E7D4-D1D2-4C4F-B696-F6F3CA53602A}" dt="2024-05-05T21:48:43.213" v="54" actId="14100"/>
          <ac:spMkLst>
            <pc:docMk/>
            <pc:sldMk cId="1717719348" sldId="636"/>
            <ac:spMk id="3" creationId="{E157608F-5869-6445-7B35-1AE5C683E3FE}"/>
          </ac:spMkLst>
        </pc:spChg>
        <pc:spChg chg="mod">
          <ac:chgData name="Mengmeng Ge" userId="bb5bc401-97cb-4caf-9857-8ff441375414" providerId="ADAL" clId="{B1A3E7D4-D1D2-4C4F-B696-F6F3CA53602A}" dt="2024-05-05T21:49:23.013" v="59"/>
          <ac:spMkLst>
            <pc:docMk/>
            <pc:sldMk cId="1717719348" sldId="636"/>
            <ac:spMk id="6" creationId="{CF0AE8C3-62DA-3D8B-ECA3-E3DF813685C7}"/>
          </ac:spMkLst>
        </pc:spChg>
        <pc:spChg chg="mod">
          <ac:chgData name="Mengmeng Ge" userId="bb5bc401-97cb-4caf-9857-8ff441375414" providerId="ADAL" clId="{B1A3E7D4-D1D2-4C4F-B696-F6F3CA53602A}" dt="2024-05-05T21:49:23.013" v="59"/>
          <ac:spMkLst>
            <pc:docMk/>
            <pc:sldMk cId="1717719348" sldId="636"/>
            <ac:spMk id="7" creationId="{AFAC04F8-068F-D912-F0C8-A77E876E3DC2}"/>
          </ac:spMkLst>
        </pc:spChg>
        <pc:spChg chg="mod">
          <ac:chgData name="Mengmeng Ge" userId="bb5bc401-97cb-4caf-9857-8ff441375414" providerId="ADAL" clId="{B1A3E7D4-D1D2-4C4F-B696-F6F3CA53602A}" dt="2024-05-05T21:49:23.013" v="59"/>
          <ac:spMkLst>
            <pc:docMk/>
            <pc:sldMk cId="1717719348" sldId="636"/>
            <ac:spMk id="8" creationId="{B0D222F2-29D3-A9EB-2225-572A2321E0CD}"/>
          </ac:spMkLst>
        </pc:spChg>
        <pc:spChg chg="mod">
          <ac:chgData name="Mengmeng Ge" userId="bb5bc401-97cb-4caf-9857-8ff441375414" providerId="ADAL" clId="{B1A3E7D4-D1D2-4C4F-B696-F6F3CA53602A}" dt="2024-05-05T21:49:23.013" v="59"/>
          <ac:spMkLst>
            <pc:docMk/>
            <pc:sldMk cId="1717719348" sldId="636"/>
            <ac:spMk id="11" creationId="{1F146CC8-86B8-3370-5FF0-80CCE79E63BE}"/>
          </ac:spMkLst>
        </pc:spChg>
        <pc:spChg chg="mod">
          <ac:chgData name="Mengmeng Ge" userId="bb5bc401-97cb-4caf-9857-8ff441375414" providerId="ADAL" clId="{B1A3E7D4-D1D2-4C4F-B696-F6F3CA53602A}" dt="2024-05-05T21:49:23.013" v="59"/>
          <ac:spMkLst>
            <pc:docMk/>
            <pc:sldMk cId="1717719348" sldId="636"/>
            <ac:spMk id="12" creationId="{0087770F-58EE-528C-BCEF-5797E3F174AE}"/>
          </ac:spMkLst>
        </pc:spChg>
        <pc:spChg chg="mod">
          <ac:chgData name="Mengmeng Ge" userId="bb5bc401-97cb-4caf-9857-8ff441375414" providerId="ADAL" clId="{B1A3E7D4-D1D2-4C4F-B696-F6F3CA53602A}" dt="2024-05-05T21:49:23.013" v="59"/>
          <ac:spMkLst>
            <pc:docMk/>
            <pc:sldMk cId="1717719348" sldId="636"/>
            <ac:spMk id="13" creationId="{54CAB7AA-1072-D249-2391-9F87AED383A9}"/>
          </ac:spMkLst>
        </pc:spChg>
        <pc:spChg chg="mod">
          <ac:chgData name="Mengmeng Ge" userId="bb5bc401-97cb-4caf-9857-8ff441375414" providerId="ADAL" clId="{B1A3E7D4-D1D2-4C4F-B696-F6F3CA53602A}" dt="2024-05-05T21:49:23.013" v="59"/>
          <ac:spMkLst>
            <pc:docMk/>
            <pc:sldMk cId="1717719348" sldId="636"/>
            <ac:spMk id="14" creationId="{C9D1CE90-6776-0248-6622-E1DBDDEE4174}"/>
          </ac:spMkLst>
        </pc:spChg>
        <pc:spChg chg="mod">
          <ac:chgData name="Mengmeng Ge" userId="bb5bc401-97cb-4caf-9857-8ff441375414" providerId="ADAL" clId="{B1A3E7D4-D1D2-4C4F-B696-F6F3CA53602A}" dt="2024-05-05T21:49:23.013" v="59"/>
          <ac:spMkLst>
            <pc:docMk/>
            <pc:sldMk cId="1717719348" sldId="636"/>
            <ac:spMk id="15" creationId="{8D44F3D5-AA46-88A0-FE0D-45529D504166}"/>
          </ac:spMkLst>
        </pc:spChg>
        <pc:spChg chg="mod">
          <ac:chgData name="Mengmeng Ge" userId="bb5bc401-97cb-4caf-9857-8ff441375414" providerId="ADAL" clId="{B1A3E7D4-D1D2-4C4F-B696-F6F3CA53602A}" dt="2024-05-05T21:49:23.013" v="59"/>
          <ac:spMkLst>
            <pc:docMk/>
            <pc:sldMk cId="1717719348" sldId="636"/>
            <ac:spMk id="18" creationId="{96669531-D157-F9B3-E49B-4F3917D5CCC4}"/>
          </ac:spMkLst>
        </pc:spChg>
        <pc:spChg chg="mod">
          <ac:chgData name="Mengmeng Ge" userId="bb5bc401-97cb-4caf-9857-8ff441375414" providerId="ADAL" clId="{B1A3E7D4-D1D2-4C4F-B696-F6F3CA53602A}" dt="2024-05-05T21:49:23.013" v="59"/>
          <ac:spMkLst>
            <pc:docMk/>
            <pc:sldMk cId="1717719348" sldId="636"/>
            <ac:spMk id="19" creationId="{96E47568-F246-80B9-38F1-C4EC36747EC6}"/>
          </ac:spMkLst>
        </pc:spChg>
        <pc:spChg chg="mod">
          <ac:chgData name="Mengmeng Ge" userId="bb5bc401-97cb-4caf-9857-8ff441375414" providerId="ADAL" clId="{B1A3E7D4-D1D2-4C4F-B696-F6F3CA53602A}" dt="2024-05-05T21:49:23.013" v="59"/>
          <ac:spMkLst>
            <pc:docMk/>
            <pc:sldMk cId="1717719348" sldId="636"/>
            <ac:spMk id="20" creationId="{CA20A4CD-73B7-C71B-EC9C-46B0EEC9FE1A}"/>
          </ac:spMkLst>
        </pc:spChg>
        <pc:spChg chg="mod">
          <ac:chgData name="Mengmeng Ge" userId="bb5bc401-97cb-4caf-9857-8ff441375414" providerId="ADAL" clId="{B1A3E7D4-D1D2-4C4F-B696-F6F3CA53602A}" dt="2024-05-05T21:49:23.013" v="59"/>
          <ac:spMkLst>
            <pc:docMk/>
            <pc:sldMk cId="1717719348" sldId="636"/>
            <ac:spMk id="21" creationId="{FB3AED9D-D03C-E4C8-746F-3365931F52EC}"/>
          </ac:spMkLst>
        </pc:spChg>
        <pc:spChg chg="mod">
          <ac:chgData name="Mengmeng Ge" userId="bb5bc401-97cb-4caf-9857-8ff441375414" providerId="ADAL" clId="{B1A3E7D4-D1D2-4C4F-B696-F6F3CA53602A}" dt="2024-05-05T21:49:23.013" v="59"/>
          <ac:spMkLst>
            <pc:docMk/>
            <pc:sldMk cId="1717719348" sldId="636"/>
            <ac:spMk id="22" creationId="{1F985333-AECC-533F-E846-4B7ED456E0CA}"/>
          </ac:spMkLst>
        </pc:spChg>
        <pc:spChg chg="mod">
          <ac:chgData name="Mengmeng Ge" userId="bb5bc401-97cb-4caf-9857-8ff441375414" providerId="ADAL" clId="{B1A3E7D4-D1D2-4C4F-B696-F6F3CA53602A}" dt="2024-05-05T21:49:23.013" v="59"/>
          <ac:spMkLst>
            <pc:docMk/>
            <pc:sldMk cId="1717719348" sldId="636"/>
            <ac:spMk id="25" creationId="{45964BB8-4931-6AC5-CA2C-07C4C4446B56}"/>
          </ac:spMkLst>
        </pc:spChg>
        <pc:spChg chg="mod">
          <ac:chgData name="Mengmeng Ge" userId="bb5bc401-97cb-4caf-9857-8ff441375414" providerId="ADAL" clId="{B1A3E7D4-D1D2-4C4F-B696-F6F3CA53602A}" dt="2024-05-05T21:49:23.013" v="59"/>
          <ac:spMkLst>
            <pc:docMk/>
            <pc:sldMk cId="1717719348" sldId="636"/>
            <ac:spMk id="26" creationId="{EF58E6C6-4BDF-06EC-7D5E-BD9B7DD2D188}"/>
          </ac:spMkLst>
        </pc:spChg>
        <pc:spChg chg="mod">
          <ac:chgData name="Mengmeng Ge" userId="bb5bc401-97cb-4caf-9857-8ff441375414" providerId="ADAL" clId="{B1A3E7D4-D1D2-4C4F-B696-F6F3CA53602A}" dt="2024-05-05T21:49:23.013" v="59"/>
          <ac:spMkLst>
            <pc:docMk/>
            <pc:sldMk cId="1717719348" sldId="636"/>
            <ac:spMk id="27" creationId="{209E2389-31C4-E23B-5504-5EE1084BBB09}"/>
          </ac:spMkLst>
        </pc:spChg>
        <pc:spChg chg="mod">
          <ac:chgData name="Mengmeng Ge" userId="bb5bc401-97cb-4caf-9857-8ff441375414" providerId="ADAL" clId="{B1A3E7D4-D1D2-4C4F-B696-F6F3CA53602A}" dt="2024-05-05T21:49:23.013" v="59"/>
          <ac:spMkLst>
            <pc:docMk/>
            <pc:sldMk cId="1717719348" sldId="636"/>
            <ac:spMk id="28" creationId="{4B62ABED-FFA6-617A-DEF6-7B88707BD05D}"/>
          </ac:spMkLst>
        </pc:spChg>
        <pc:spChg chg="mod">
          <ac:chgData name="Mengmeng Ge" userId="bb5bc401-97cb-4caf-9857-8ff441375414" providerId="ADAL" clId="{B1A3E7D4-D1D2-4C4F-B696-F6F3CA53602A}" dt="2024-05-05T21:49:23.013" v="59"/>
          <ac:spMkLst>
            <pc:docMk/>
            <pc:sldMk cId="1717719348" sldId="636"/>
            <ac:spMk id="29" creationId="{EF9B42B1-33AD-1FA7-E2BB-B312DF2A8ED9}"/>
          </ac:spMkLst>
        </pc:spChg>
        <pc:spChg chg="mod">
          <ac:chgData name="Mengmeng Ge" userId="bb5bc401-97cb-4caf-9857-8ff441375414" providerId="ADAL" clId="{B1A3E7D4-D1D2-4C4F-B696-F6F3CA53602A}" dt="2024-05-05T21:49:23.013" v="59"/>
          <ac:spMkLst>
            <pc:docMk/>
            <pc:sldMk cId="1717719348" sldId="636"/>
            <ac:spMk id="32" creationId="{4C01888B-AC8E-82D9-9BFE-4FC13897AE46}"/>
          </ac:spMkLst>
        </pc:spChg>
        <pc:spChg chg="mod">
          <ac:chgData name="Mengmeng Ge" userId="bb5bc401-97cb-4caf-9857-8ff441375414" providerId="ADAL" clId="{B1A3E7D4-D1D2-4C4F-B696-F6F3CA53602A}" dt="2024-05-05T21:49:23.013" v="59"/>
          <ac:spMkLst>
            <pc:docMk/>
            <pc:sldMk cId="1717719348" sldId="636"/>
            <ac:spMk id="33" creationId="{C7923A87-F9E3-9F66-7131-2ED4B2AECDDA}"/>
          </ac:spMkLst>
        </pc:spChg>
        <pc:spChg chg="mod">
          <ac:chgData name="Mengmeng Ge" userId="bb5bc401-97cb-4caf-9857-8ff441375414" providerId="ADAL" clId="{B1A3E7D4-D1D2-4C4F-B696-F6F3CA53602A}" dt="2024-05-05T21:49:23.013" v="59"/>
          <ac:spMkLst>
            <pc:docMk/>
            <pc:sldMk cId="1717719348" sldId="636"/>
            <ac:spMk id="34" creationId="{175272E0-3913-3315-AD5B-01ADEE782B33}"/>
          </ac:spMkLst>
        </pc:spChg>
        <pc:spChg chg="mod">
          <ac:chgData name="Mengmeng Ge" userId="bb5bc401-97cb-4caf-9857-8ff441375414" providerId="ADAL" clId="{B1A3E7D4-D1D2-4C4F-B696-F6F3CA53602A}" dt="2024-05-05T21:49:23.013" v="59"/>
          <ac:spMkLst>
            <pc:docMk/>
            <pc:sldMk cId="1717719348" sldId="636"/>
            <ac:spMk id="35" creationId="{65C0B485-CD7F-9F37-FBCC-4DDD130B25C8}"/>
          </ac:spMkLst>
        </pc:spChg>
        <pc:spChg chg="mod">
          <ac:chgData name="Mengmeng Ge" userId="bb5bc401-97cb-4caf-9857-8ff441375414" providerId="ADAL" clId="{B1A3E7D4-D1D2-4C4F-B696-F6F3CA53602A}" dt="2024-05-05T21:49:23.013" v="59"/>
          <ac:spMkLst>
            <pc:docMk/>
            <pc:sldMk cId="1717719348" sldId="636"/>
            <ac:spMk id="36" creationId="{1D693727-1704-21FE-088D-CBA96F2B26D6}"/>
          </ac:spMkLst>
        </pc:spChg>
        <pc:spChg chg="mod">
          <ac:chgData name="Mengmeng Ge" userId="bb5bc401-97cb-4caf-9857-8ff441375414" providerId="ADAL" clId="{B1A3E7D4-D1D2-4C4F-B696-F6F3CA53602A}" dt="2024-05-05T21:49:23.013" v="59"/>
          <ac:spMkLst>
            <pc:docMk/>
            <pc:sldMk cId="1717719348" sldId="636"/>
            <ac:spMk id="39" creationId="{F5C1C065-FE99-CF01-CAA1-71019F5A6946}"/>
          </ac:spMkLst>
        </pc:spChg>
        <pc:spChg chg="mod">
          <ac:chgData name="Mengmeng Ge" userId="bb5bc401-97cb-4caf-9857-8ff441375414" providerId="ADAL" clId="{B1A3E7D4-D1D2-4C4F-B696-F6F3CA53602A}" dt="2024-05-05T21:49:23.013" v="59"/>
          <ac:spMkLst>
            <pc:docMk/>
            <pc:sldMk cId="1717719348" sldId="636"/>
            <ac:spMk id="40" creationId="{D3407592-6F2D-45BA-81B4-DAC755731850}"/>
          </ac:spMkLst>
        </pc:spChg>
        <pc:spChg chg="mod">
          <ac:chgData name="Mengmeng Ge" userId="bb5bc401-97cb-4caf-9857-8ff441375414" providerId="ADAL" clId="{B1A3E7D4-D1D2-4C4F-B696-F6F3CA53602A}" dt="2024-05-05T21:49:23.013" v="59"/>
          <ac:spMkLst>
            <pc:docMk/>
            <pc:sldMk cId="1717719348" sldId="636"/>
            <ac:spMk id="41" creationId="{8B1EA361-8FA7-14A0-F2EA-EC27C412BE1C}"/>
          </ac:spMkLst>
        </pc:spChg>
        <pc:spChg chg="mod">
          <ac:chgData name="Mengmeng Ge" userId="bb5bc401-97cb-4caf-9857-8ff441375414" providerId="ADAL" clId="{B1A3E7D4-D1D2-4C4F-B696-F6F3CA53602A}" dt="2024-05-05T21:49:23.013" v="59"/>
          <ac:spMkLst>
            <pc:docMk/>
            <pc:sldMk cId="1717719348" sldId="636"/>
            <ac:spMk id="42" creationId="{A4694909-1EBD-13D7-84DA-FB314104576B}"/>
          </ac:spMkLst>
        </pc:spChg>
        <pc:spChg chg="mod">
          <ac:chgData name="Mengmeng Ge" userId="bb5bc401-97cb-4caf-9857-8ff441375414" providerId="ADAL" clId="{B1A3E7D4-D1D2-4C4F-B696-F6F3CA53602A}" dt="2024-05-05T21:49:23.013" v="59"/>
          <ac:spMkLst>
            <pc:docMk/>
            <pc:sldMk cId="1717719348" sldId="636"/>
            <ac:spMk id="43" creationId="{F8C73F28-8083-ADB5-2165-54725B700381}"/>
          </ac:spMkLst>
        </pc:spChg>
        <pc:spChg chg="mod">
          <ac:chgData name="Mengmeng Ge" userId="bb5bc401-97cb-4caf-9857-8ff441375414" providerId="ADAL" clId="{B1A3E7D4-D1D2-4C4F-B696-F6F3CA53602A}" dt="2024-05-05T21:49:23.013" v="59"/>
          <ac:spMkLst>
            <pc:docMk/>
            <pc:sldMk cId="1717719348" sldId="636"/>
            <ac:spMk id="46" creationId="{F6852D6F-53C0-D13F-E90B-4B90012E171B}"/>
          </ac:spMkLst>
        </pc:spChg>
        <pc:spChg chg="mod">
          <ac:chgData name="Mengmeng Ge" userId="bb5bc401-97cb-4caf-9857-8ff441375414" providerId="ADAL" clId="{B1A3E7D4-D1D2-4C4F-B696-F6F3CA53602A}" dt="2024-05-05T21:49:23.013" v="59"/>
          <ac:spMkLst>
            <pc:docMk/>
            <pc:sldMk cId="1717719348" sldId="636"/>
            <ac:spMk id="47" creationId="{61233080-A11C-CB43-7C82-80403893EFC6}"/>
          </ac:spMkLst>
        </pc:spChg>
        <pc:spChg chg="mod">
          <ac:chgData name="Mengmeng Ge" userId="bb5bc401-97cb-4caf-9857-8ff441375414" providerId="ADAL" clId="{B1A3E7D4-D1D2-4C4F-B696-F6F3CA53602A}" dt="2024-05-05T21:49:23.013" v="59"/>
          <ac:spMkLst>
            <pc:docMk/>
            <pc:sldMk cId="1717719348" sldId="636"/>
            <ac:spMk id="48" creationId="{8920152F-3CC1-DC67-6674-87705EF21639}"/>
          </ac:spMkLst>
        </pc:spChg>
        <pc:spChg chg="mod">
          <ac:chgData name="Mengmeng Ge" userId="bb5bc401-97cb-4caf-9857-8ff441375414" providerId="ADAL" clId="{B1A3E7D4-D1D2-4C4F-B696-F6F3CA53602A}" dt="2024-05-05T21:49:23.013" v="59"/>
          <ac:spMkLst>
            <pc:docMk/>
            <pc:sldMk cId="1717719348" sldId="636"/>
            <ac:spMk id="49" creationId="{97BE2184-21C6-CB44-A298-81B3437FCE87}"/>
          </ac:spMkLst>
        </pc:spChg>
        <pc:spChg chg="mod">
          <ac:chgData name="Mengmeng Ge" userId="bb5bc401-97cb-4caf-9857-8ff441375414" providerId="ADAL" clId="{B1A3E7D4-D1D2-4C4F-B696-F6F3CA53602A}" dt="2024-05-05T21:49:23.013" v="59"/>
          <ac:spMkLst>
            <pc:docMk/>
            <pc:sldMk cId="1717719348" sldId="636"/>
            <ac:spMk id="50" creationId="{FC0FD756-8915-504E-F0CE-D1329AB6B4E6}"/>
          </ac:spMkLst>
        </pc:spChg>
        <pc:spChg chg="mod">
          <ac:chgData name="Mengmeng Ge" userId="bb5bc401-97cb-4caf-9857-8ff441375414" providerId="ADAL" clId="{B1A3E7D4-D1D2-4C4F-B696-F6F3CA53602A}" dt="2024-05-05T21:49:23.013" v="59"/>
          <ac:spMkLst>
            <pc:docMk/>
            <pc:sldMk cId="1717719348" sldId="636"/>
            <ac:spMk id="53" creationId="{968CC0BF-6371-CF6F-F5A0-36C00B2BA271}"/>
          </ac:spMkLst>
        </pc:spChg>
        <pc:spChg chg="mod">
          <ac:chgData name="Mengmeng Ge" userId="bb5bc401-97cb-4caf-9857-8ff441375414" providerId="ADAL" clId="{B1A3E7D4-D1D2-4C4F-B696-F6F3CA53602A}" dt="2024-05-05T21:49:23.013" v="59"/>
          <ac:spMkLst>
            <pc:docMk/>
            <pc:sldMk cId="1717719348" sldId="636"/>
            <ac:spMk id="54" creationId="{0F9289F0-5D64-8E62-8B43-F453D73CB247}"/>
          </ac:spMkLst>
        </pc:spChg>
        <pc:spChg chg="mod">
          <ac:chgData name="Mengmeng Ge" userId="bb5bc401-97cb-4caf-9857-8ff441375414" providerId="ADAL" clId="{B1A3E7D4-D1D2-4C4F-B696-F6F3CA53602A}" dt="2024-05-05T21:49:23.013" v="59"/>
          <ac:spMkLst>
            <pc:docMk/>
            <pc:sldMk cId="1717719348" sldId="636"/>
            <ac:spMk id="55" creationId="{9C28366B-B05C-0F62-2C64-81E9AB4EB530}"/>
          </ac:spMkLst>
        </pc:spChg>
        <pc:spChg chg="mod">
          <ac:chgData name="Mengmeng Ge" userId="bb5bc401-97cb-4caf-9857-8ff441375414" providerId="ADAL" clId="{B1A3E7D4-D1D2-4C4F-B696-F6F3CA53602A}" dt="2024-05-05T21:49:23.013" v="59"/>
          <ac:spMkLst>
            <pc:docMk/>
            <pc:sldMk cId="1717719348" sldId="636"/>
            <ac:spMk id="56" creationId="{D432800A-606D-0741-0DA7-3F10F48089CC}"/>
          </ac:spMkLst>
        </pc:spChg>
        <pc:spChg chg="mod">
          <ac:chgData name="Mengmeng Ge" userId="bb5bc401-97cb-4caf-9857-8ff441375414" providerId="ADAL" clId="{B1A3E7D4-D1D2-4C4F-B696-F6F3CA53602A}" dt="2024-05-05T21:49:23.013" v="59"/>
          <ac:spMkLst>
            <pc:docMk/>
            <pc:sldMk cId="1717719348" sldId="636"/>
            <ac:spMk id="57" creationId="{6DD89888-8B8B-350E-D8F4-24AA7CA3D6DF}"/>
          </ac:spMkLst>
        </pc:spChg>
        <pc:spChg chg="mod">
          <ac:chgData name="Mengmeng Ge" userId="bb5bc401-97cb-4caf-9857-8ff441375414" providerId="ADAL" clId="{B1A3E7D4-D1D2-4C4F-B696-F6F3CA53602A}" dt="2024-05-05T21:49:23.013" v="59"/>
          <ac:spMkLst>
            <pc:docMk/>
            <pc:sldMk cId="1717719348" sldId="636"/>
            <ac:spMk id="60" creationId="{704295EF-71A4-9DD3-8B3E-2304B5960EA0}"/>
          </ac:spMkLst>
        </pc:spChg>
        <pc:spChg chg="mod">
          <ac:chgData name="Mengmeng Ge" userId="bb5bc401-97cb-4caf-9857-8ff441375414" providerId="ADAL" clId="{B1A3E7D4-D1D2-4C4F-B696-F6F3CA53602A}" dt="2024-05-05T21:49:23.013" v="59"/>
          <ac:spMkLst>
            <pc:docMk/>
            <pc:sldMk cId="1717719348" sldId="636"/>
            <ac:spMk id="61" creationId="{CE0B68D9-BFEE-CA16-F03E-6518B2F44E4D}"/>
          </ac:spMkLst>
        </pc:spChg>
        <pc:spChg chg="mod">
          <ac:chgData name="Mengmeng Ge" userId="bb5bc401-97cb-4caf-9857-8ff441375414" providerId="ADAL" clId="{B1A3E7D4-D1D2-4C4F-B696-F6F3CA53602A}" dt="2024-05-05T21:49:23.013" v="59"/>
          <ac:spMkLst>
            <pc:docMk/>
            <pc:sldMk cId="1717719348" sldId="636"/>
            <ac:spMk id="62" creationId="{E8FA437C-CF52-9E88-EE5C-557FA84C4642}"/>
          </ac:spMkLst>
        </pc:spChg>
        <pc:spChg chg="mod">
          <ac:chgData name="Mengmeng Ge" userId="bb5bc401-97cb-4caf-9857-8ff441375414" providerId="ADAL" clId="{B1A3E7D4-D1D2-4C4F-B696-F6F3CA53602A}" dt="2024-05-05T21:49:23.013" v="59"/>
          <ac:spMkLst>
            <pc:docMk/>
            <pc:sldMk cId="1717719348" sldId="636"/>
            <ac:spMk id="63" creationId="{D37183AA-7902-C4F8-EBE6-188BB6B50362}"/>
          </ac:spMkLst>
        </pc:spChg>
        <pc:spChg chg="mod">
          <ac:chgData name="Mengmeng Ge" userId="bb5bc401-97cb-4caf-9857-8ff441375414" providerId="ADAL" clId="{B1A3E7D4-D1D2-4C4F-B696-F6F3CA53602A}" dt="2024-05-05T21:49:23.013" v="59"/>
          <ac:spMkLst>
            <pc:docMk/>
            <pc:sldMk cId="1717719348" sldId="636"/>
            <ac:spMk id="64" creationId="{5378DC64-2D2B-F878-065F-303E7D31B45C}"/>
          </ac:spMkLst>
        </pc:spChg>
        <pc:spChg chg="mod">
          <ac:chgData name="Mengmeng Ge" userId="bb5bc401-97cb-4caf-9857-8ff441375414" providerId="ADAL" clId="{B1A3E7D4-D1D2-4C4F-B696-F6F3CA53602A}" dt="2024-05-05T21:49:23.013" v="59"/>
          <ac:spMkLst>
            <pc:docMk/>
            <pc:sldMk cId="1717719348" sldId="636"/>
            <ac:spMk id="67" creationId="{99B3313D-161F-408A-2BCD-2C9DDA483919}"/>
          </ac:spMkLst>
        </pc:spChg>
        <pc:spChg chg="mod">
          <ac:chgData name="Mengmeng Ge" userId="bb5bc401-97cb-4caf-9857-8ff441375414" providerId="ADAL" clId="{B1A3E7D4-D1D2-4C4F-B696-F6F3CA53602A}" dt="2024-05-05T21:49:23.013" v="59"/>
          <ac:spMkLst>
            <pc:docMk/>
            <pc:sldMk cId="1717719348" sldId="636"/>
            <ac:spMk id="68" creationId="{CBDAED5A-DBA0-BE4D-E9B6-0C0B7BF5A665}"/>
          </ac:spMkLst>
        </pc:spChg>
        <pc:spChg chg="mod">
          <ac:chgData name="Mengmeng Ge" userId="bb5bc401-97cb-4caf-9857-8ff441375414" providerId="ADAL" clId="{B1A3E7D4-D1D2-4C4F-B696-F6F3CA53602A}" dt="2024-05-05T21:49:23.013" v="59"/>
          <ac:spMkLst>
            <pc:docMk/>
            <pc:sldMk cId="1717719348" sldId="636"/>
            <ac:spMk id="69" creationId="{4B07857D-8152-5968-965D-CFE96ECC8892}"/>
          </ac:spMkLst>
        </pc:spChg>
        <pc:spChg chg="mod">
          <ac:chgData name="Mengmeng Ge" userId="bb5bc401-97cb-4caf-9857-8ff441375414" providerId="ADAL" clId="{B1A3E7D4-D1D2-4C4F-B696-F6F3CA53602A}" dt="2024-05-05T21:49:23.013" v="59"/>
          <ac:spMkLst>
            <pc:docMk/>
            <pc:sldMk cId="1717719348" sldId="636"/>
            <ac:spMk id="70" creationId="{507B7ECF-963D-8C33-E54B-8916675C41B6}"/>
          </ac:spMkLst>
        </pc:spChg>
        <pc:spChg chg="mod">
          <ac:chgData name="Mengmeng Ge" userId="bb5bc401-97cb-4caf-9857-8ff441375414" providerId="ADAL" clId="{B1A3E7D4-D1D2-4C4F-B696-F6F3CA53602A}" dt="2024-05-05T21:49:23.013" v="59"/>
          <ac:spMkLst>
            <pc:docMk/>
            <pc:sldMk cId="1717719348" sldId="636"/>
            <ac:spMk id="71" creationId="{1DFC0311-31C4-D14E-1C07-CF33B5584A17}"/>
          </ac:spMkLst>
        </pc:spChg>
        <pc:spChg chg="mod">
          <ac:chgData name="Mengmeng Ge" userId="bb5bc401-97cb-4caf-9857-8ff441375414" providerId="ADAL" clId="{B1A3E7D4-D1D2-4C4F-B696-F6F3CA53602A}" dt="2024-05-05T21:49:23.013" v="59"/>
          <ac:spMkLst>
            <pc:docMk/>
            <pc:sldMk cId="1717719348" sldId="636"/>
            <ac:spMk id="74" creationId="{CBE1B0A6-3F65-AFC4-B9D4-E75C035C137C}"/>
          </ac:spMkLst>
        </pc:spChg>
        <pc:spChg chg="mod">
          <ac:chgData name="Mengmeng Ge" userId="bb5bc401-97cb-4caf-9857-8ff441375414" providerId="ADAL" clId="{B1A3E7D4-D1D2-4C4F-B696-F6F3CA53602A}" dt="2024-05-05T21:49:23.013" v="59"/>
          <ac:spMkLst>
            <pc:docMk/>
            <pc:sldMk cId="1717719348" sldId="636"/>
            <ac:spMk id="75" creationId="{25AEBA11-46A0-E6A9-DE15-7FEE9C11BFA4}"/>
          </ac:spMkLst>
        </pc:spChg>
        <pc:spChg chg="mod">
          <ac:chgData name="Mengmeng Ge" userId="bb5bc401-97cb-4caf-9857-8ff441375414" providerId="ADAL" clId="{B1A3E7D4-D1D2-4C4F-B696-F6F3CA53602A}" dt="2024-05-05T21:49:23.013" v="59"/>
          <ac:spMkLst>
            <pc:docMk/>
            <pc:sldMk cId="1717719348" sldId="636"/>
            <ac:spMk id="76" creationId="{12ADA160-00E7-FC54-6355-2851A4AB85E7}"/>
          </ac:spMkLst>
        </pc:spChg>
        <pc:spChg chg="mod">
          <ac:chgData name="Mengmeng Ge" userId="bb5bc401-97cb-4caf-9857-8ff441375414" providerId="ADAL" clId="{B1A3E7D4-D1D2-4C4F-B696-F6F3CA53602A}" dt="2024-05-05T21:49:23.013" v="59"/>
          <ac:spMkLst>
            <pc:docMk/>
            <pc:sldMk cId="1717719348" sldId="636"/>
            <ac:spMk id="77" creationId="{4A55C3A6-BBFF-118C-1CBE-B969B78D9EE3}"/>
          </ac:spMkLst>
        </pc:spChg>
        <pc:spChg chg="mod">
          <ac:chgData name="Mengmeng Ge" userId="bb5bc401-97cb-4caf-9857-8ff441375414" providerId="ADAL" clId="{B1A3E7D4-D1D2-4C4F-B696-F6F3CA53602A}" dt="2024-05-05T21:49:23.013" v="59"/>
          <ac:spMkLst>
            <pc:docMk/>
            <pc:sldMk cId="1717719348" sldId="636"/>
            <ac:spMk id="78" creationId="{73F5B32C-1EA5-690D-DF0C-961626874F0C}"/>
          </ac:spMkLst>
        </pc:spChg>
        <pc:spChg chg="mod">
          <ac:chgData name="Mengmeng Ge" userId="bb5bc401-97cb-4caf-9857-8ff441375414" providerId="ADAL" clId="{B1A3E7D4-D1D2-4C4F-B696-F6F3CA53602A}" dt="2024-05-05T21:49:23.013" v="59"/>
          <ac:spMkLst>
            <pc:docMk/>
            <pc:sldMk cId="1717719348" sldId="636"/>
            <ac:spMk id="79" creationId="{4300926F-FBB1-4BB2-1CE8-F6ED293FE336}"/>
          </ac:spMkLst>
        </pc:spChg>
        <pc:spChg chg="mod">
          <ac:chgData name="Mengmeng Ge" userId="bb5bc401-97cb-4caf-9857-8ff441375414" providerId="ADAL" clId="{B1A3E7D4-D1D2-4C4F-B696-F6F3CA53602A}" dt="2024-05-05T21:49:23.013" v="59"/>
          <ac:spMkLst>
            <pc:docMk/>
            <pc:sldMk cId="1717719348" sldId="636"/>
            <ac:spMk id="80" creationId="{7D8FC82D-775B-DEA0-786E-F1E55D011E68}"/>
          </ac:spMkLst>
        </pc:spChg>
        <pc:spChg chg="mod">
          <ac:chgData name="Mengmeng Ge" userId="bb5bc401-97cb-4caf-9857-8ff441375414" providerId="ADAL" clId="{B1A3E7D4-D1D2-4C4F-B696-F6F3CA53602A}" dt="2024-05-05T21:49:23.013" v="59"/>
          <ac:spMkLst>
            <pc:docMk/>
            <pc:sldMk cId="1717719348" sldId="636"/>
            <ac:spMk id="81" creationId="{7E965BD9-A029-B3CF-79D1-5C546B336F23}"/>
          </ac:spMkLst>
        </pc:spChg>
        <pc:spChg chg="mod">
          <ac:chgData name="Mengmeng Ge" userId="bb5bc401-97cb-4caf-9857-8ff441375414" providerId="ADAL" clId="{B1A3E7D4-D1D2-4C4F-B696-F6F3CA53602A}" dt="2024-05-05T21:49:23.013" v="59"/>
          <ac:spMkLst>
            <pc:docMk/>
            <pc:sldMk cId="1717719348" sldId="636"/>
            <ac:spMk id="82" creationId="{91E1FA26-C5AC-1908-E940-9A379065050D}"/>
          </ac:spMkLst>
        </pc:spChg>
        <pc:spChg chg="mod">
          <ac:chgData name="Mengmeng Ge" userId="bb5bc401-97cb-4caf-9857-8ff441375414" providerId="ADAL" clId="{B1A3E7D4-D1D2-4C4F-B696-F6F3CA53602A}" dt="2024-05-05T21:49:23.013" v="59"/>
          <ac:spMkLst>
            <pc:docMk/>
            <pc:sldMk cId="1717719348" sldId="636"/>
            <ac:spMk id="83" creationId="{2BFA3956-58FA-E0CA-E785-81F4CCEEB316}"/>
          </ac:spMkLst>
        </pc:spChg>
        <pc:spChg chg="mod">
          <ac:chgData name="Mengmeng Ge" userId="bb5bc401-97cb-4caf-9857-8ff441375414" providerId="ADAL" clId="{B1A3E7D4-D1D2-4C4F-B696-F6F3CA53602A}" dt="2024-05-05T21:49:23.013" v="59"/>
          <ac:spMkLst>
            <pc:docMk/>
            <pc:sldMk cId="1717719348" sldId="636"/>
            <ac:spMk id="84" creationId="{5AC2244F-7577-9B75-C38A-A9E306D74B18}"/>
          </ac:spMkLst>
        </pc:spChg>
        <pc:spChg chg="mod">
          <ac:chgData name="Mengmeng Ge" userId="bb5bc401-97cb-4caf-9857-8ff441375414" providerId="ADAL" clId="{B1A3E7D4-D1D2-4C4F-B696-F6F3CA53602A}" dt="2024-05-05T21:49:23.013" v="59"/>
          <ac:spMkLst>
            <pc:docMk/>
            <pc:sldMk cId="1717719348" sldId="636"/>
            <ac:spMk id="88" creationId="{153624BA-8F9E-534B-4E4D-929C1FE58A5C}"/>
          </ac:spMkLst>
        </pc:spChg>
        <pc:spChg chg="mod">
          <ac:chgData name="Mengmeng Ge" userId="bb5bc401-97cb-4caf-9857-8ff441375414" providerId="ADAL" clId="{B1A3E7D4-D1D2-4C4F-B696-F6F3CA53602A}" dt="2024-05-05T21:49:23.013" v="59"/>
          <ac:spMkLst>
            <pc:docMk/>
            <pc:sldMk cId="1717719348" sldId="636"/>
            <ac:spMk id="89" creationId="{2DA536F4-22E1-66FC-5D74-AE1647F3F8C5}"/>
          </ac:spMkLst>
        </pc:spChg>
        <pc:spChg chg="mod">
          <ac:chgData name="Mengmeng Ge" userId="bb5bc401-97cb-4caf-9857-8ff441375414" providerId="ADAL" clId="{B1A3E7D4-D1D2-4C4F-B696-F6F3CA53602A}" dt="2024-05-05T21:49:23.013" v="59"/>
          <ac:spMkLst>
            <pc:docMk/>
            <pc:sldMk cId="1717719348" sldId="636"/>
            <ac:spMk id="90" creationId="{7A5DD65F-4910-1357-1B3C-58B9FA475358}"/>
          </ac:spMkLst>
        </pc:spChg>
        <pc:spChg chg="mod">
          <ac:chgData name="Mengmeng Ge" userId="bb5bc401-97cb-4caf-9857-8ff441375414" providerId="ADAL" clId="{B1A3E7D4-D1D2-4C4F-B696-F6F3CA53602A}" dt="2024-05-05T21:49:23.013" v="59"/>
          <ac:spMkLst>
            <pc:docMk/>
            <pc:sldMk cId="1717719348" sldId="636"/>
            <ac:spMk id="91" creationId="{E6E31ABC-93F2-BB0B-A77D-20044C1DCE50}"/>
          </ac:spMkLst>
        </pc:spChg>
        <pc:spChg chg="mod">
          <ac:chgData name="Mengmeng Ge" userId="bb5bc401-97cb-4caf-9857-8ff441375414" providerId="ADAL" clId="{B1A3E7D4-D1D2-4C4F-B696-F6F3CA53602A}" dt="2024-05-05T21:49:23.013" v="59"/>
          <ac:spMkLst>
            <pc:docMk/>
            <pc:sldMk cId="1717719348" sldId="636"/>
            <ac:spMk id="92" creationId="{556586A8-F366-4BC5-EC65-C3AA2E9A517B}"/>
          </ac:spMkLst>
        </pc:spChg>
        <pc:spChg chg="mod">
          <ac:chgData name="Mengmeng Ge" userId="bb5bc401-97cb-4caf-9857-8ff441375414" providerId="ADAL" clId="{B1A3E7D4-D1D2-4C4F-B696-F6F3CA53602A}" dt="2024-05-05T21:49:23.013" v="59"/>
          <ac:spMkLst>
            <pc:docMk/>
            <pc:sldMk cId="1717719348" sldId="636"/>
            <ac:spMk id="93" creationId="{DA63A7AD-D77C-2547-E550-E49509C4C645}"/>
          </ac:spMkLst>
        </pc:spChg>
        <pc:spChg chg="mod">
          <ac:chgData name="Mengmeng Ge" userId="bb5bc401-97cb-4caf-9857-8ff441375414" providerId="ADAL" clId="{B1A3E7D4-D1D2-4C4F-B696-F6F3CA53602A}" dt="2024-05-05T21:49:23.013" v="59"/>
          <ac:spMkLst>
            <pc:docMk/>
            <pc:sldMk cId="1717719348" sldId="636"/>
            <ac:spMk id="94" creationId="{EBB2B4D3-D1B9-A0D2-C4DF-22462FB5E8A1}"/>
          </ac:spMkLst>
        </pc:spChg>
        <pc:spChg chg="mod">
          <ac:chgData name="Mengmeng Ge" userId="bb5bc401-97cb-4caf-9857-8ff441375414" providerId="ADAL" clId="{B1A3E7D4-D1D2-4C4F-B696-F6F3CA53602A}" dt="2024-05-05T21:49:23.013" v="59"/>
          <ac:spMkLst>
            <pc:docMk/>
            <pc:sldMk cId="1717719348" sldId="636"/>
            <ac:spMk id="95" creationId="{021305CF-9E96-A659-8592-15CC69BD7970}"/>
          </ac:spMkLst>
        </pc:spChg>
        <pc:spChg chg="mod">
          <ac:chgData name="Mengmeng Ge" userId="bb5bc401-97cb-4caf-9857-8ff441375414" providerId="ADAL" clId="{B1A3E7D4-D1D2-4C4F-B696-F6F3CA53602A}" dt="2024-05-05T21:49:23.013" v="59"/>
          <ac:spMkLst>
            <pc:docMk/>
            <pc:sldMk cId="1717719348" sldId="636"/>
            <ac:spMk id="96" creationId="{F3D875CC-EDBC-C05F-7E6F-2004E4BA7266}"/>
          </ac:spMkLst>
        </pc:spChg>
        <pc:spChg chg="mod">
          <ac:chgData name="Mengmeng Ge" userId="bb5bc401-97cb-4caf-9857-8ff441375414" providerId="ADAL" clId="{B1A3E7D4-D1D2-4C4F-B696-F6F3CA53602A}" dt="2024-05-05T21:49:23.013" v="59"/>
          <ac:spMkLst>
            <pc:docMk/>
            <pc:sldMk cId="1717719348" sldId="636"/>
            <ac:spMk id="97" creationId="{F000388D-0A07-4034-1B9F-6DEAB09202EC}"/>
          </ac:spMkLst>
        </pc:spChg>
        <pc:spChg chg="mod">
          <ac:chgData name="Mengmeng Ge" userId="bb5bc401-97cb-4caf-9857-8ff441375414" providerId="ADAL" clId="{B1A3E7D4-D1D2-4C4F-B696-F6F3CA53602A}" dt="2024-05-05T21:49:23.013" v="59"/>
          <ac:spMkLst>
            <pc:docMk/>
            <pc:sldMk cId="1717719348" sldId="636"/>
            <ac:spMk id="98" creationId="{465929E4-857C-71F2-A8F8-888C20829CC1}"/>
          </ac:spMkLst>
        </pc:spChg>
        <pc:spChg chg="mod">
          <ac:chgData name="Mengmeng Ge" userId="bb5bc401-97cb-4caf-9857-8ff441375414" providerId="ADAL" clId="{B1A3E7D4-D1D2-4C4F-B696-F6F3CA53602A}" dt="2024-05-05T21:49:23.013" v="59"/>
          <ac:spMkLst>
            <pc:docMk/>
            <pc:sldMk cId="1717719348" sldId="636"/>
            <ac:spMk id="99" creationId="{89A3AC84-99FA-8FAA-B1C7-6CF64119221A}"/>
          </ac:spMkLst>
        </pc:spChg>
        <pc:spChg chg="mod">
          <ac:chgData name="Mengmeng Ge" userId="bb5bc401-97cb-4caf-9857-8ff441375414" providerId="ADAL" clId="{B1A3E7D4-D1D2-4C4F-B696-F6F3CA53602A}" dt="2024-05-05T21:49:23.013" v="59"/>
          <ac:spMkLst>
            <pc:docMk/>
            <pc:sldMk cId="1717719348" sldId="636"/>
            <ac:spMk id="101" creationId="{8EC35507-CAFC-7D5C-B8B9-FDEC22D924CB}"/>
          </ac:spMkLst>
        </pc:spChg>
        <pc:spChg chg="mod">
          <ac:chgData name="Mengmeng Ge" userId="bb5bc401-97cb-4caf-9857-8ff441375414" providerId="ADAL" clId="{B1A3E7D4-D1D2-4C4F-B696-F6F3CA53602A}" dt="2024-05-05T21:49:23.013" v="59"/>
          <ac:spMkLst>
            <pc:docMk/>
            <pc:sldMk cId="1717719348" sldId="636"/>
            <ac:spMk id="102" creationId="{2D5E7A4B-D973-A96B-0FAC-791B87225BBE}"/>
          </ac:spMkLst>
        </pc:spChg>
        <pc:spChg chg="mod">
          <ac:chgData name="Mengmeng Ge" userId="bb5bc401-97cb-4caf-9857-8ff441375414" providerId="ADAL" clId="{B1A3E7D4-D1D2-4C4F-B696-F6F3CA53602A}" dt="2024-05-05T21:49:23.013" v="59"/>
          <ac:spMkLst>
            <pc:docMk/>
            <pc:sldMk cId="1717719348" sldId="636"/>
            <ac:spMk id="103" creationId="{E5760BBF-BBFA-C9AD-CE0F-1700B58AA042}"/>
          </ac:spMkLst>
        </pc:spChg>
        <pc:spChg chg="mod">
          <ac:chgData name="Mengmeng Ge" userId="bb5bc401-97cb-4caf-9857-8ff441375414" providerId="ADAL" clId="{B1A3E7D4-D1D2-4C4F-B696-F6F3CA53602A}" dt="2024-05-05T21:49:23.013" v="59"/>
          <ac:spMkLst>
            <pc:docMk/>
            <pc:sldMk cId="1717719348" sldId="636"/>
            <ac:spMk id="104" creationId="{6C53C079-696B-254C-F336-3826DF3C4447}"/>
          </ac:spMkLst>
        </pc:spChg>
        <pc:spChg chg="mod">
          <ac:chgData name="Mengmeng Ge" userId="bb5bc401-97cb-4caf-9857-8ff441375414" providerId="ADAL" clId="{B1A3E7D4-D1D2-4C4F-B696-F6F3CA53602A}" dt="2024-05-05T21:49:23.013" v="59"/>
          <ac:spMkLst>
            <pc:docMk/>
            <pc:sldMk cId="1717719348" sldId="636"/>
            <ac:spMk id="105" creationId="{9CE81B55-E276-A4A4-8CB1-37DE4A6D846E}"/>
          </ac:spMkLst>
        </pc:spChg>
        <pc:spChg chg="mod">
          <ac:chgData name="Mengmeng Ge" userId="bb5bc401-97cb-4caf-9857-8ff441375414" providerId="ADAL" clId="{B1A3E7D4-D1D2-4C4F-B696-F6F3CA53602A}" dt="2024-05-05T21:49:23.013" v="59"/>
          <ac:spMkLst>
            <pc:docMk/>
            <pc:sldMk cId="1717719348" sldId="636"/>
            <ac:spMk id="106" creationId="{F7998142-5DBB-2BF5-9CC2-BBFA0907D2C9}"/>
          </ac:spMkLst>
        </pc:spChg>
        <pc:spChg chg="mod">
          <ac:chgData name="Mengmeng Ge" userId="bb5bc401-97cb-4caf-9857-8ff441375414" providerId="ADAL" clId="{B1A3E7D4-D1D2-4C4F-B696-F6F3CA53602A}" dt="2024-05-05T21:49:23.013" v="59"/>
          <ac:spMkLst>
            <pc:docMk/>
            <pc:sldMk cId="1717719348" sldId="636"/>
            <ac:spMk id="107" creationId="{548149F8-5877-D7F9-3742-46B7C33E94DC}"/>
          </ac:spMkLst>
        </pc:spChg>
        <pc:spChg chg="mod">
          <ac:chgData name="Mengmeng Ge" userId="bb5bc401-97cb-4caf-9857-8ff441375414" providerId="ADAL" clId="{B1A3E7D4-D1D2-4C4F-B696-F6F3CA53602A}" dt="2024-05-05T21:49:23.013" v="59"/>
          <ac:spMkLst>
            <pc:docMk/>
            <pc:sldMk cId="1717719348" sldId="636"/>
            <ac:spMk id="108" creationId="{49FD86B9-061E-3362-1F63-EC53616DF9FE}"/>
          </ac:spMkLst>
        </pc:spChg>
        <pc:spChg chg="mod">
          <ac:chgData name="Mengmeng Ge" userId="bb5bc401-97cb-4caf-9857-8ff441375414" providerId="ADAL" clId="{B1A3E7D4-D1D2-4C4F-B696-F6F3CA53602A}" dt="2024-05-05T21:49:23.013" v="59"/>
          <ac:spMkLst>
            <pc:docMk/>
            <pc:sldMk cId="1717719348" sldId="636"/>
            <ac:spMk id="109" creationId="{FFC42123-741B-59A3-E68A-6E24D22320BF}"/>
          </ac:spMkLst>
        </pc:spChg>
        <pc:spChg chg="mod">
          <ac:chgData name="Mengmeng Ge" userId="bb5bc401-97cb-4caf-9857-8ff441375414" providerId="ADAL" clId="{B1A3E7D4-D1D2-4C4F-B696-F6F3CA53602A}" dt="2024-05-05T21:49:23.013" v="59"/>
          <ac:spMkLst>
            <pc:docMk/>
            <pc:sldMk cId="1717719348" sldId="636"/>
            <ac:spMk id="110" creationId="{B285CFF8-E2C8-AAF8-8EA2-07CEFC727511}"/>
          </ac:spMkLst>
        </pc:spChg>
        <pc:spChg chg="mod">
          <ac:chgData name="Mengmeng Ge" userId="bb5bc401-97cb-4caf-9857-8ff441375414" providerId="ADAL" clId="{B1A3E7D4-D1D2-4C4F-B696-F6F3CA53602A}" dt="2024-05-05T21:49:23.013" v="59"/>
          <ac:spMkLst>
            <pc:docMk/>
            <pc:sldMk cId="1717719348" sldId="636"/>
            <ac:spMk id="111" creationId="{4B26F2C8-34BB-98E9-1EB7-A3C7E72F6A0D}"/>
          </ac:spMkLst>
        </pc:spChg>
        <pc:spChg chg="mod">
          <ac:chgData name="Mengmeng Ge" userId="bb5bc401-97cb-4caf-9857-8ff441375414" providerId="ADAL" clId="{B1A3E7D4-D1D2-4C4F-B696-F6F3CA53602A}" dt="2024-05-05T21:49:23.013" v="59"/>
          <ac:spMkLst>
            <pc:docMk/>
            <pc:sldMk cId="1717719348" sldId="636"/>
            <ac:spMk id="125" creationId="{DDDEC97B-AB4F-B7A5-44E5-C79D346658C6}"/>
          </ac:spMkLst>
        </pc:spChg>
        <pc:spChg chg="mod">
          <ac:chgData name="Mengmeng Ge" userId="bb5bc401-97cb-4caf-9857-8ff441375414" providerId="ADAL" clId="{B1A3E7D4-D1D2-4C4F-B696-F6F3CA53602A}" dt="2024-05-05T21:49:34.743" v="62" actId="20577"/>
          <ac:spMkLst>
            <pc:docMk/>
            <pc:sldMk cId="1717719348" sldId="636"/>
            <ac:spMk id="126" creationId="{BB5AE389-B482-997B-4F74-C07993938CF3}"/>
          </ac:spMkLst>
        </pc:spChg>
        <pc:spChg chg="mod">
          <ac:chgData name="Mengmeng Ge" userId="bb5bc401-97cb-4caf-9857-8ff441375414" providerId="ADAL" clId="{B1A3E7D4-D1D2-4C4F-B696-F6F3CA53602A}" dt="2024-05-05T21:49:23.013" v="59"/>
          <ac:spMkLst>
            <pc:docMk/>
            <pc:sldMk cId="1717719348" sldId="636"/>
            <ac:spMk id="127" creationId="{646D3054-D5D9-5FC5-44E1-2205DDE1283C}"/>
          </ac:spMkLst>
        </pc:spChg>
        <pc:spChg chg="mod">
          <ac:chgData name="Mengmeng Ge" userId="bb5bc401-97cb-4caf-9857-8ff441375414" providerId="ADAL" clId="{B1A3E7D4-D1D2-4C4F-B696-F6F3CA53602A}" dt="2024-05-05T21:49:23.013" v="59"/>
          <ac:spMkLst>
            <pc:docMk/>
            <pc:sldMk cId="1717719348" sldId="636"/>
            <ac:spMk id="128" creationId="{4D40F491-F7F9-19BC-2F5C-7452F4303561}"/>
          </ac:spMkLst>
        </pc:spChg>
        <pc:spChg chg="mod">
          <ac:chgData name="Mengmeng Ge" userId="bb5bc401-97cb-4caf-9857-8ff441375414" providerId="ADAL" clId="{B1A3E7D4-D1D2-4C4F-B696-F6F3CA53602A}" dt="2024-05-05T21:49:23.013" v="59"/>
          <ac:spMkLst>
            <pc:docMk/>
            <pc:sldMk cId="1717719348" sldId="636"/>
            <ac:spMk id="129" creationId="{44669E38-315A-8A91-D321-C797C4D41959}"/>
          </ac:spMkLst>
        </pc:spChg>
        <pc:spChg chg="mod">
          <ac:chgData name="Mengmeng Ge" userId="bb5bc401-97cb-4caf-9857-8ff441375414" providerId="ADAL" clId="{B1A3E7D4-D1D2-4C4F-B696-F6F3CA53602A}" dt="2024-05-05T21:49:23.013" v="59"/>
          <ac:spMkLst>
            <pc:docMk/>
            <pc:sldMk cId="1717719348" sldId="636"/>
            <ac:spMk id="130" creationId="{FFBC62E0-EFCC-34F3-EEFA-8D2D48C02190}"/>
          </ac:spMkLst>
        </pc:spChg>
        <pc:spChg chg="mod">
          <ac:chgData name="Mengmeng Ge" userId="bb5bc401-97cb-4caf-9857-8ff441375414" providerId="ADAL" clId="{B1A3E7D4-D1D2-4C4F-B696-F6F3CA53602A}" dt="2024-05-05T21:49:23.013" v="59"/>
          <ac:spMkLst>
            <pc:docMk/>
            <pc:sldMk cId="1717719348" sldId="636"/>
            <ac:spMk id="131" creationId="{92A89BF8-3F16-9116-7961-B85C811ED932}"/>
          </ac:spMkLst>
        </pc:spChg>
        <pc:spChg chg="mod">
          <ac:chgData name="Mengmeng Ge" userId="bb5bc401-97cb-4caf-9857-8ff441375414" providerId="ADAL" clId="{B1A3E7D4-D1D2-4C4F-B696-F6F3CA53602A}" dt="2024-05-05T21:49:23.013" v="59"/>
          <ac:spMkLst>
            <pc:docMk/>
            <pc:sldMk cId="1717719348" sldId="636"/>
            <ac:spMk id="132" creationId="{315566F1-F32D-A16E-AA4C-F27AE7BA1335}"/>
          </ac:spMkLst>
        </pc:spChg>
        <pc:spChg chg="mod">
          <ac:chgData name="Mengmeng Ge" userId="bb5bc401-97cb-4caf-9857-8ff441375414" providerId="ADAL" clId="{B1A3E7D4-D1D2-4C4F-B696-F6F3CA53602A}" dt="2024-05-05T21:49:23.013" v="59"/>
          <ac:spMkLst>
            <pc:docMk/>
            <pc:sldMk cId="1717719348" sldId="636"/>
            <ac:spMk id="133" creationId="{A9DE5D70-8826-BBCE-00DB-9368D1FCD453}"/>
          </ac:spMkLst>
        </pc:spChg>
        <pc:spChg chg="mod">
          <ac:chgData name="Mengmeng Ge" userId="bb5bc401-97cb-4caf-9857-8ff441375414" providerId="ADAL" clId="{B1A3E7D4-D1D2-4C4F-B696-F6F3CA53602A}" dt="2024-05-05T21:49:23.013" v="59"/>
          <ac:spMkLst>
            <pc:docMk/>
            <pc:sldMk cId="1717719348" sldId="636"/>
            <ac:spMk id="134" creationId="{500E7EC5-82C1-C038-625C-FEFEAD22EC7C}"/>
          </ac:spMkLst>
        </pc:spChg>
        <pc:spChg chg="mod">
          <ac:chgData name="Mengmeng Ge" userId="bb5bc401-97cb-4caf-9857-8ff441375414" providerId="ADAL" clId="{B1A3E7D4-D1D2-4C4F-B696-F6F3CA53602A}" dt="2024-05-05T21:49:23.013" v="59"/>
          <ac:spMkLst>
            <pc:docMk/>
            <pc:sldMk cId="1717719348" sldId="636"/>
            <ac:spMk id="135" creationId="{4958B663-9E11-7225-1685-92CBD0A0973F}"/>
          </ac:spMkLst>
        </pc:spChg>
        <pc:spChg chg="mod">
          <ac:chgData name="Mengmeng Ge" userId="bb5bc401-97cb-4caf-9857-8ff441375414" providerId="ADAL" clId="{B1A3E7D4-D1D2-4C4F-B696-F6F3CA53602A}" dt="2024-05-05T21:49:23.013" v="59"/>
          <ac:spMkLst>
            <pc:docMk/>
            <pc:sldMk cId="1717719348" sldId="636"/>
            <ac:spMk id="136" creationId="{2C4FAFDF-8B7A-6049-DFBA-7DD686EFC61E}"/>
          </ac:spMkLst>
        </pc:spChg>
        <pc:spChg chg="mod">
          <ac:chgData name="Mengmeng Ge" userId="bb5bc401-97cb-4caf-9857-8ff441375414" providerId="ADAL" clId="{B1A3E7D4-D1D2-4C4F-B696-F6F3CA53602A}" dt="2024-05-05T21:49:23.013" v="59"/>
          <ac:spMkLst>
            <pc:docMk/>
            <pc:sldMk cId="1717719348" sldId="636"/>
            <ac:spMk id="137" creationId="{2AD4F808-C4E0-74C7-FB8C-95C2E65B01D6}"/>
          </ac:spMkLst>
        </pc:spChg>
        <pc:spChg chg="mod">
          <ac:chgData name="Mengmeng Ge" userId="bb5bc401-97cb-4caf-9857-8ff441375414" providerId="ADAL" clId="{B1A3E7D4-D1D2-4C4F-B696-F6F3CA53602A}" dt="2024-05-05T21:49:23.013" v="59"/>
          <ac:spMkLst>
            <pc:docMk/>
            <pc:sldMk cId="1717719348" sldId="636"/>
            <ac:spMk id="138" creationId="{6527B95B-9105-7135-1AC2-3DB0E5CF68A6}"/>
          </ac:spMkLst>
        </pc:spChg>
        <pc:spChg chg="mod">
          <ac:chgData name="Mengmeng Ge" userId="bb5bc401-97cb-4caf-9857-8ff441375414" providerId="ADAL" clId="{B1A3E7D4-D1D2-4C4F-B696-F6F3CA53602A}" dt="2024-05-05T21:49:23.013" v="59"/>
          <ac:spMkLst>
            <pc:docMk/>
            <pc:sldMk cId="1717719348" sldId="636"/>
            <ac:spMk id="139" creationId="{FF91B170-0138-D5D8-F45E-DB5221DCEBDC}"/>
          </ac:spMkLst>
        </pc:spChg>
        <pc:spChg chg="mod">
          <ac:chgData name="Mengmeng Ge" userId="bb5bc401-97cb-4caf-9857-8ff441375414" providerId="ADAL" clId="{B1A3E7D4-D1D2-4C4F-B696-F6F3CA53602A}" dt="2024-05-05T21:49:23.013" v="59"/>
          <ac:spMkLst>
            <pc:docMk/>
            <pc:sldMk cId="1717719348" sldId="636"/>
            <ac:spMk id="140" creationId="{63F18E38-F03A-D786-1F86-EEFA6DD953BB}"/>
          </ac:spMkLst>
        </pc:spChg>
        <pc:spChg chg="mod">
          <ac:chgData name="Mengmeng Ge" userId="bb5bc401-97cb-4caf-9857-8ff441375414" providerId="ADAL" clId="{B1A3E7D4-D1D2-4C4F-B696-F6F3CA53602A}" dt="2024-05-05T21:49:23.013" v="59"/>
          <ac:spMkLst>
            <pc:docMk/>
            <pc:sldMk cId="1717719348" sldId="636"/>
            <ac:spMk id="141" creationId="{9C311360-B7FC-632A-F367-FCEC205136EC}"/>
          </ac:spMkLst>
        </pc:spChg>
        <pc:spChg chg="mod">
          <ac:chgData name="Mengmeng Ge" userId="bb5bc401-97cb-4caf-9857-8ff441375414" providerId="ADAL" clId="{B1A3E7D4-D1D2-4C4F-B696-F6F3CA53602A}" dt="2024-05-05T21:49:23.013" v="59"/>
          <ac:spMkLst>
            <pc:docMk/>
            <pc:sldMk cId="1717719348" sldId="636"/>
            <ac:spMk id="142" creationId="{98F7DED2-3F2A-5DE9-A7DA-16948D07E112}"/>
          </ac:spMkLst>
        </pc:spChg>
        <pc:spChg chg="mod">
          <ac:chgData name="Mengmeng Ge" userId="bb5bc401-97cb-4caf-9857-8ff441375414" providerId="ADAL" clId="{B1A3E7D4-D1D2-4C4F-B696-F6F3CA53602A}" dt="2024-05-05T21:49:23.013" v="59"/>
          <ac:spMkLst>
            <pc:docMk/>
            <pc:sldMk cId="1717719348" sldId="636"/>
            <ac:spMk id="143" creationId="{E279B931-7602-DD53-20F4-DD9B5B1D7518}"/>
          </ac:spMkLst>
        </pc:spChg>
        <pc:spChg chg="mod">
          <ac:chgData name="Mengmeng Ge" userId="bb5bc401-97cb-4caf-9857-8ff441375414" providerId="ADAL" clId="{B1A3E7D4-D1D2-4C4F-B696-F6F3CA53602A}" dt="2024-05-05T21:49:23.013" v="59"/>
          <ac:spMkLst>
            <pc:docMk/>
            <pc:sldMk cId="1717719348" sldId="636"/>
            <ac:spMk id="144" creationId="{5001C4C8-753A-68BB-5702-045772CCBBC0}"/>
          </ac:spMkLst>
        </pc:spChg>
        <pc:spChg chg="mod">
          <ac:chgData name="Mengmeng Ge" userId="bb5bc401-97cb-4caf-9857-8ff441375414" providerId="ADAL" clId="{B1A3E7D4-D1D2-4C4F-B696-F6F3CA53602A}" dt="2024-05-05T21:49:23.013" v="59"/>
          <ac:spMkLst>
            <pc:docMk/>
            <pc:sldMk cId="1717719348" sldId="636"/>
            <ac:spMk id="145" creationId="{5986A5DD-CCEA-1D02-963B-D9F0F30FF4C0}"/>
          </ac:spMkLst>
        </pc:spChg>
        <pc:spChg chg="mod">
          <ac:chgData name="Mengmeng Ge" userId="bb5bc401-97cb-4caf-9857-8ff441375414" providerId="ADAL" clId="{B1A3E7D4-D1D2-4C4F-B696-F6F3CA53602A}" dt="2024-05-05T21:49:23.013" v="59"/>
          <ac:spMkLst>
            <pc:docMk/>
            <pc:sldMk cId="1717719348" sldId="636"/>
            <ac:spMk id="146" creationId="{F644B71C-AFAF-7069-40B7-7963ACDEF5CB}"/>
          </ac:spMkLst>
        </pc:spChg>
        <pc:spChg chg="mod">
          <ac:chgData name="Mengmeng Ge" userId="bb5bc401-97cb-4caf-9857-8ff441375414" providerId="ADAL" clId="{B1A3E7D4-D1D2-4C4F-B696-F6F3CA53602A}" dt="2024-05-05T21:49:23.013" v="59"/>
          <ac:spMkLst>
            <pc:docMk/>
            <pc:sldMk cId="1717719348" sldId="636"/>
            <ac:spMk id="147" creationId="{0538C026-99AC-FCBD-1300-8A966D8D0DA2}"/>
          </ac:spMkLst>
        </pc:spChg>
        <pc:spChg chg="mod">
          <ac:chgData name="Mengmeng Ge" userId="bb5bc401-97cb-4caf-9857-8ff441375414" providerId="ADAL" clId="{B1A3E7D4-D1D2-4C4F-B696-F6F3CA53602A}" dt="2024-05-05T21:49:23.013" v="59"/>
          <ac:spMkLst>
            <pc:docMk/>
            <pc:sldMk cId="1717719348" sldId="636"/>
            <ac:spMk id="148" creationId="{8B16A670-6D83-F4BB-4025-085D53EFCE96}"/>
          </ac:spMkLst>
        </pc:spChg>
        <pc:spChg chg="mod">
          <ac:chgData name="Mengmeng Ge" userId="bb5bc401-97cb-4caf-9857-8ff441375414" providerId="ADAL" clId="{B1A3E7D4-D1D2-4C4F-B696-F6F3CA53602A}" dt="2024-05-05T21:49:23.013" v="59"/>
          <ac:spMkLst>
            <pc:docMk/>
            <pc:sldMk cId="1717719348" sldId="636"/>
            <ac:spMk id="149" creationId="{123EF84D-8E51-96EE-3CE8-B284ED3E1187}"/>
          </ac:spMkLst>
        </pc:spChg>
        <pc:spChg chg="mod">
          <ac:chgData name="Mengmeng Ge" userId="bb5bc401-97cb-4caf-9857-8ff441375414" providerId="ADAL" clId="{B1A3E7D4-D1D2-4C4F-B696-F6F3CA53602A}" dt="2024-05-05T21:49:23.013" v="59"/>
          <ac:spMkLst>
            <pc:docMk/>
            <pc:sldMk cId="1717719348" sldId="636"/>
            <ac:spMk id="150" creationId="{7B572969-90B4-04BC-66EC-219A6FEC7D51}"/>
          </ac:spMkLst>
        </pc:spChg>
        <pc:spChg chg="mod">
          <ac:chgData name="Mengmeng Ge" userId="bb5bc401-97cb-4caf-9857-8ff441375414" providerId="ADAL" clId="{B1A3E7D4-D1D2-4C4F-B696-F6F3CA53602A}" dt="2024-05-05T21:49:23.013" v="59"/>
          <ac:spMkLst>
            <pc:docMk/>
            <pc:sldMk cId="1717719348" sldId="636"/>
            <ac:spMk id="151" creationId="{F71A169F-E5A6-1B22-199D-F72A61383BAE}"/>
          </ac:spMkLst>
        </pc:spChg>
        <pc:spChg chg="mod">
          <ac:chgData name="Mengmeng Ge" userId="bb5bc401-97cb-4caf-9857-8ff441375414" providerId="ADAL" clId="{B1A3E7D4-D1D2-4C4F-B696-F6F3CA53602A}" dt="2024-05-05T21:49:23.013" v="59"/>
          <ac:spMkLst>
            <pc:docMk/>
            <pc:sldMk cId="1717719348" sldId="636"/>
            <ac:spMk id="152" creationId="{79EA7E9F-EC3D-AC08-2B00-F209A5512BA8}"/>
          </ac:spMkLst>
        </pc:spChg>
        <pc:spChg chg="mod">
          <ac:chgData name="Mengmeng Ge" userId="bb5bc401-97cb-4caf-9857-8ff441375414" providerId="ADAL" clId="{B1A3E7D4-D1D2-4C4F-B696-F6F3CA53602A}" dt="2024-05-05T21:49:23.013" v="59"/>
          <ac:spMkLst>
            <pc:docMk/>
            <pc:sldMk cId="1717719348" sldId="636"/>
            <ac:spMk id="153" creationId="{6EC2D8D8-4689-4A6C-4A94-A079A34AB96A}"/>
          </ac:spMkLst>
        </pc:spChg>
        <pc:spChg chg="mod">
          <ac:chgData name="Mengmeng Ge" userId="bb5bc401-97cb-4caf-9857-8ff441375414" providerId="ADAL" clId="{B1A3E7D4-D1D2-4C4F-B696-F6F3CA53602A}" dt="2024-05-05T21:49:23.013" v="59"/>
          <ac:spMkLst>
            <pc:docMk/>
            <pc:sldMk cId="1717719348" sldId="636"/>
            <ac:spMk id="154" creationId="{54F42280-D82E-4B2F-A4BE-BD6ED7AF43B8}"/>
          </ac:spMkLst>
        </pc:spChg>
        <pc:spChg chg="mod">
          <ac:chgData name="Mengmeng Ge" userId="bb5bc401-97cb-4caf-9857-8ff441375414" providerId="ADAL" clId="{B1A3E7D4-D1D2-4C4F-B696-F6F3CA53602A}" dt="2024-05-05T21:49:23.013" v="59"/>
          <ac:spMkLst>
            <pc:docMk/>
            <pc:sldMk cId="1717719348" sldId="636"/>
            <ac:spMk id="155" creationId="{E69F6735-B4D0-B126-831D-D9420CF688B5}"/>
          </ac:spMkLst>
        </pc:spChg>
        <pc:spChg chg="mod">
          <ac:chgData name="Mengmeng Ge" userId="bb5bc401-97cb-4caf-9857-8ff441375414" providerId="ADAL" clId="{B1A3E7D4-D1D2-4C4F-B696-F6F3CA53602A}" dt="2024-05-05T21:49:23.013" v="59"/>
          <ac:spMkLst>
            <pc:docMk/>
            <pc:sldMk cId="1717719348" sldId="636"/>
            <ac:spMk id="156" creationId="{1C632D20-BB45-FB60-BB49-411C40C5E392}"/>
          </ac:spMkLst>
        </pc:spChg>
        <pc:spChg chg="mod">
          <ac:chgData name="Mengmeng Ge" userId="bb5bc401-97cb-4caf-9857-8ff441375414" providerId="ADAL" clId="{B1A3E7D4-D1D2-4C4F-B696-F6F3CA53602A}" dt="2024-05-05T21:49:23.013" v="59"/>
          <ac:spMkLst>
            <pc:docMk/>
            <pc:sldMk cId="1717719348" sldId="636"/>
            <ac:spMk id="157" creationId="{701AFD59-3D0B-B373-73D3-73AF48ECF112}"/>
          </ac:spMkLst>
        </pc:spChg>
        <pc:spChg chg="mod">
          <ac:chgData name="Mengmeng Ge" userId="bb5bc401-97cb-4caf-9857-8ff441375414" providerId="ADAL" clId="{B1A3E7D4-D1D2-4C4F-B696-F6F3CA53602A}" dt="2024-05-05T21:49:23.013" v="59"/>
          <ac:spMkLst>
            <pc:docMk/>
            <pc:sldMk cId="1717719348" sldId="636"/>
            <ac:spMk id="158" creationId="{9DDD9091-4B52-36BE-7F70-52F54942ABA8}"/>
          </ac:spMkLst>
        </pc:spChg>
        <pc:spChg chg="mod">
          <ac:chgData name="Mengmeng Ge" userId="bb5bc401-97cb-4caf-9857-8ff441375414" providerId="ADAL" clId="{B1A3E7D4-D1D2-4C4F-B696-F6F3CA53602A}" dt="2024-05-05T21:49:23.013" v="59"/>
          <ac:spMkLst>
            <pc:docMk/>
            <pc:sldMk cId="1717719348" sldId="636"/>
            <ac:spMk id="159" creationId="{D4D64FC1-28C4-681A-ACFE-0E7C7E09CB9A}"/>
          </ac:spMkLst>
        </pc:spChg>
        <pc:spChg chg="mod">
          <ac:chgData name="Mengmeng Ge" userId="bb5bc401-97cb-4caf-9857-8ff441375414" providerId="ADAL" clId="{B1A3E7D4-D1D2-4C4F-B696-F6F3CA53602A}" dt="2024-05-05T21:49:23.013" v="59"/>
          <ac:spMkLst>
            <pc:docMk/>
            <pc:sldMk cId="1717719348" sldId="636"/>
            <ac:spMk id="160" creationId="{ACE0EFB6-C140-A5BC-EFEC-8155AE597CD9}"/>
          </ac:spMkLst>
        </pc:spChg>
        <pc:spChg chg="mod">
          <ac:chgData name="Mengmeng Ge" userId="bb5bc401-97cb-4caf-9857-8ff441375414" providerId="ADAL" clId="{B1A3E7D4-D1D2-4C4F-B696-F6F3CA53602A}" dt="2024-05-05T21:49:23.013" v="59"/>
          <ac:spMkLst>
            <pc:docMk/>
            <pc:sldMk cId="1717719348" sldId="636"/>
            <ac:spMk id="161" creationId="{343D1CF6-6824-FCD8-0146-6358012AD53A}"/>
          </ac:spMkLst>
        </pc:spChg>
        <pc:spChg chg="mod">
          <ac:chgData name="Mengmeng Ge" userId="bb5bc401-97cb-4caf-9857-8ff441375414" providerId="ADAL" clId="{B1A3E7D4-D1D2-4C4F-B696-F6F3CA53602A}" dt="2024-05-05T21:49:23.013" v="59"/>
          <ac:spMkLst>
            <pc:docMk/>
            <pc:sldMk cId="1717719348" sldId="636"/>
            <ac:spMk id="162" creationId="{8EC76A6A-67E7-2573-F03F-EEC5EBBE9B32}"/>
          </ac:spMkLst>
        </pc:spChg>
        <pc:spChg chg="mod">
          <ac:chgData name="Mengmeng Ge" userId="bb5bc401-97cb-4caf-9857-8ff441375414" providerId="ADAL" clId="{B1A3E7D4-D1D2-4C4F-B696-F6F3CA53602A}" dt="2024-05-05T21:49:23.013" v="59"/>
          <ac:spMkLst>
            <pc:docMk/>
            <pc:sldMk cId="1717719348" sldId="636"/>
            <ac:spMk id="163" creationId="{164C7AFD-E253-0DA0-01B1-F640C30EA8AC}"/>
          </ac:spMkLst>
        </pc:spChg>
        <pc:spChg chg="mod">
          <ac:chgData name="Mengmeng Ge" userId="bb5bc401-97cb-4caf-9857-8ff441375414" providerId="ADAL" clId="{B1A3E7D4-D1D2-4C4F-B696-F6F3CA53602A}" dt="2024-05-05T21:49:23.013" v="59"/>
          <ac:spMkLst>
            <pc:docMk/>
            <pc:sldMk cId="1717719348" sldId="636"/>
            <ac:spMk id="164" creationId="{B239086D-B6EC-A4EF-7860-694C51A3B984}"/>
          </ac:spMkLst>
        </pc:spChg>
        <pc:spChg chg="mod">
          <ac:chgData name="Mengmeng Ge" userId="bb5bc401-97cb-4caf-9857-8ff441375414" providerId="ADAL" clId="{B1A3E7D4-D1D2-4C4F-B696-F6F3CA53602A}" dt="2024-05-05T21:49:23.013" v="59"/>
          <ac:spMkLst>
            <pc:docMk/>
            <pc:sldMk cId="1717719348" sldId="636"/>
            <ac:spMk id="165" creationId="{4D4C25F0-51E2-E790-3B78-B73C0AEF0ABE}"/>
          </ac:spMkLst>
        </pc:spChg>
        <pc:spChg chg="mod">
          <ac:chgData name="Mengmeng Ge" userId="bb5bc401-97cb-4caf-9857-8ff441375414" providerId="ADAL" clId="{B1A3E7D4-D1D2-4C4F-B696-F6F3CA53602A}" dt="2024-05-05T21:49:23.013" v="59"/>
          <ac:spMkLst>
            <pc:docMk/>
            <pc:sldMk cId="1717719348" sldId="636"/>
            <ac:spMk id="166" creationId="{927A049A-3A4D-E3F2-6DFD-39E871ED6D3D}"/>
          </ac:spMkLst>
        </pc:spChg>
        <pc:spChg chg="mod">
          <ac:chgData name="Mengmeng Ge" userId="bb5bc401-97cb-4caf-9857-8ff441375414" providerId="ADAL" clId="{B1A3E7D4-D1D2-4C4F-B696-F6F3CA53602A}" dt="2024-05-05T21:49:23.013" v="59"/>
          <ac:spMkLst>
            <pc:docMk/>
            <pc:sldMk cId="1717719348" sldId="636"/>
            <ac:spMk id="167" creationId="{EFF73A7A-51C7-1FA0-38D8-9B755179C3A2}"/>
          </ac:spMkLst>
        </pc:spChg>
        <pc:spChg chg="mod">
          <ac:chgData name="Mengmeng Ge" userId="bb5bc401-97cb-4caf-9857-8ff441375414" providerId="ADAL" clId="{B1A3E7D4-D1D2-4C4F-B696-F6F3CA53602A}" dt="2024-05-05T21:49:23.013" v="59"/>
          <ac:spMkLst>
            <pc:docMk/>
            <pc:sldMk cId="1717719348" sldId="636"/>
            <ac:spMk id="168" creationId="{6D00A830-EA26-B4BA-4F04-97931A364B2D}"/>
          </ac:spMkLst>
        </pc:spChg>
        <pc:spChg chg="mod">
          <ac:chgData name="Mengmeng Ge" userId="bb5bc401-97cb-4caf-9857-8ff441375414" providerId="ADAL" clId="{B1A3E7D4-D1D2-4C4F-B696-F6F3CA53602A}" dt="2024-05-05T21:49:23.013" v="59"/>
          <ac:spMkLst>
            <pc:docMk/>
            <pc:sldMk cId="1717719348" sldId="636"/>
            <ac:spMk id="169" creationId="{940C98B0-2CD6-9F23-458B-E69E1B029A81}"/>
          </ac:spMkLst>
        </pc:spChg>
        <pc:spChg chg="mod">
          <ac:chgData name="Mengmeng Ge" userId="bb5bc401-97cb-4caf-9857-8ff441375414" providerId="ADAL" clId="{B1A3E7D4-D1D2-4C4F-B696-F6F3CA53602A}" dt="2024-05-05T21:49:23.013" v="59"/>
          <ac:spMkLst>
            <pc:docMk/>
            <pc:sldMk cId="1717719348" sldId="636"/>
            <ac:spMk id="170" creationId="{7F977C46-8E40-2503-5B65-1FBCCFD7A038}"/>
          </ac:spMkLst>
        </pc:spChg>
        <pc:spChg chg="mod">
          <ac:chgData name="Mengmeng Ge" userId="bb5bc401-97cb-4caf-9857-8ff441375414" providerId="ADAL" clId="{B1A3E7D4-D1D2-4C4F-B696-F6F3CA53602A}" dt="2024-05-05T21:49:23.013" v="59"/>
          <ac:spMkLst>
            <pc:docMk/>
            <pc:sldMk cId="1717719348" sldId="636"/>
            <ac:spMk id="171" creationId="{A708D7FE-244F-8825-F4E0-2EF6BD0F4D6C}"/>
          </ac:spMkLst>
        </pc:spChg>
        <pc:spChg chg="mod">
          <ac:chgData name="Mengmeng Ge" userId="bb5bc401-97cb-4caf-9857-8ff441375414" providerId="ADAL" clId="{B1A3E7D4-D1D2-4C4F-B696-F6F3CA53602A}" dt="2024-05-05T21:49:23.013" v="59"/>
          <ac:spMkLst>
            <pc:docMk/>
            <pc:sldMk cId="1717719348" sldId="636"/>
            <ac:spMk id="172" creationId="{67441924-35A6-0C26-0A13-334587896EAF}"/>
          </ac:spMkLst>
        </pc:spChg>
        <pc:spChg chg="mod">
          <ac:chgData name="Mengmeng Ge" userId="bb5bc401-97cb-4caf-9857-8ff441375414" providerId="ADAL" clId="{B1A3E7D4-D1D2-4C4F-B696-F6F3CA53602A}" dt="2024-05-05T21:49:23.013" v="59"/>
          <ac:spMkLst>
            <pc:docMk/>
            <pc:sldMk cId="1717719348" sldId="636"/>
            <ac:spMk id="174" creationId="{0D67E226-68A2-1B11-D74C-62C4DFD0EBD0}"/>
          </ac:spMkLst>
        </pc:spChg>
        <pc:spChg chg="mod">
          <ac:chgData name="Mengmeng Ge" userId="bb5bc401-97cb-4caf-9857-8ff441375414" providerId="ADAL" clId="{B1A3E7D4-D1D2-4C4F-B696-F6F3CA53602A}" dt="2024-05-05T21:49:23.013" v="59"/>
          <ac:spMkLst>
            <pc:docMk/>
            <pc:sldMk cId="1717719348" sldId="636"/>
            <ac:spMk id="175" creationId="{18BC92C6-203A-0D15-F4EB-1134086E2736}"/>
          </ac:spMkLst>
        </pc:spChg>
        <pc:spChg chg="mod">
          <ac:chgData name="Mengmeng Ge" userId="bb5bc401-97cb-4caf-9857-8ff441375414" providerId="ADAL" clId="{B1A3E7D4-D1D2-4C4F-B696-F6F3CA53602A}" dt="2024-05-05T21:49:23.013" v="59"/>
          <ac:spMkLst>
            <pc:docMk/>
            <pc:sldMk cId="1717719348" sldId="636"/>
            <ac:spMk id="176" creationId="{9A3D66E9-7096-CA27-B7CE-AC8A358C35DF}"/>
          </ac:spMkLst>
        </pc:spChg>
        <pc:spChg chg="mod">
          <ac:chgData name="Mengmeng Ge" userId="bb5bc401-97cb-4caf-9857-8ff441375414" providerId="ADAL" clId="{B1A3E7D4-D1D2-4C4F-B696-F6F3CA53602A}" dt="2024-05-05T21:49:23.013" v="59"/>
          <ac:spMkLst>
            <pc:docMk/>
            <pc:sldMk cId="1717719348" sldId="636"/>
            <ac:spMk id="177" creationId="{6DE196B6-3A66-DBB7-4361-30B92DF2E031}"/>
          </ac:spMkLst>
        </pc:spChg>
        <pc:spChg chg="mod">
          <ac:chgData name="Mengmeng Ge" userId="bb5bc401-97cb-4caf-9857-8ff441375414" providerId="ADAL" clId="{B1A3E7D4-D1D2-4C4F-B696-F6F3CA53602A}" dt="2024-05-05T21:49:23.013" v="59"/>
          <ac:spMkLst>
            <pc:docMk/>
            <pc:sldMk cId="1717719348" sldId="636"/>
            <ac:spMk id="178" creationId="{D972AC59-9B7F-1626-EB63-890C3C700EC5}"/>
          </ac:spMkLst>
        </pc:spChg>
        <pc:spChg chg="mod">
          <ac:chgData name="Mengmeng Ge" userId="bb5bc401-97cb-4caf-9857-8ff441375414" providerId="ADAL" clId="{B1A3E7D4-D1D2-4C4F-B696-F6F3CA53602A}" dt="2024-05-05T21:49:23.013" v="59"/>
          <ac:spMkLst>
            <pc:docMk/>
            <pc:sldMk cId="1717719348" sldId="636"/>
            <ac:spMk id="179" creationId="{C3FE7C38-7FB8-96AB-A3CC-78BE97A355CF}"/>
          </ac:spMkLst>
        </pc:spChg>
        <pc:spChg chg="mod">
          <ac:chgData name="Mengmeng Ge" userId="bb5bc401-97cb-4caf-9857-8ff441375414" providerId="ADAL" clId="{B1A3E7D4-D1D2-4C4F-B696-F6F3CA53602A}" dt="2024-05-05T21:49:23.013" v="59"/>
          <ac:spMkLst>
            <pc:docMk/>
            <pc:sldMk cId="1717719348" sldId="636"/>
            <ac:spMk id="180" creationId="{C443E75F-32B1-F0C4-4459-E4B98FB0323A}"/>
          </ac:spMkLst>
        </pc:spChg>
        <pc:spChg chg="mod">
          <ac:chgData name="Mengmeng Ge" userId="bb5bc401-97cb-4caf-9857-8ff441375414" providerId="ADAL" clId="{B1A3E7D4-D1D2-4C4F-B696-F6F3CA53602A}" dt="2024-05-05T21:49:23.013" v="59"/>
          <ac:spMkLst>
            <pc:docMk/>
            <pc:sldMk cId="1717719348" sldId="636"/>
            <ac:spMk id="181" creationId="{5297B6E5-40E2-ADCE-A402-54A58F751D94}"/>
          </ac:spMkLst>
        </pc:spChg>
        <pc:spChg chg="mod">
          <ac:chgData name="Mengmeng Ge" userId="bb5bc401-97cb-4caf-9857-8ff441375414" providerId="ADAL" clId="{B1A3E7D4-D1D2-4C4F-B696-F6F3CA53602A}" dt="2024-05-05T21:49:23.013" v="59"/>
          <ac:spMkLst>
            <pc:docMk/>
            <pc:sldMk cId="1717719348" sldId="636"/>
            <ac:spMk id="182" creationId="{4F4A0270-BB0C-24EA-AAA0-CB4F9C787EE8}"/>
          </ac:spMkLst>
        </pc:spChg>
        <pc:spChg chg="mod">
          <ac:chgData name="Mengmeng Ge" userId="bb5bc401-97cb-4caf-9857-8ff441375414" providerId="ADAL" clId="{B1A3E7D4-D1D2-4C4F-B696-F6F3CA53602A}" dt="2024-05-05T21:49:23.013" v="59"/>
          <ac:spMkLst>
            <pc:docMk/>
            <pc:sldMk cId="1717719348" sldId="636"/>
            <ac:spMk id="183" creationId="{EA4F4583-72F5-F520-356F-4347295F14CA}"/>
          </ac:spMkLst>
        </pc:spChg>
        <pc:spChg chg="mod">
          <ac:chgData name="Mengmeng Ge" userId="bb5bc401-97cb-4caf-9857-8ff441375414" providerId="ADAL" clId="{B1A3E7D4-D1D2-4C4F-B696-F6F3CA53602A}" dt="2024-05-05T21:49:23.013" v="59"/>
          <ac:spMkLst>
            <pc:docMk/>
            <pc:sldMk cId="1717719348" sldId="636"/>
            <ac:spMk id="184" creationId="{5C8DAC51-5D39-4FDC-8E30-E34FEAE9C009}"/>
          </ac:spMkLst>
        </pc:spChg>
        <pc:spChg chg="mod">
          <ac:chgData name="Mengmeng Ge" userId="bb5bc401-97cb-4caf-9857-8ff441375414" providerId="ADAL" clId="{B1A3E7D4-D1D2-4C4F-B696-F6F3CA53602A}" dt="2024-05-05T21:49:23.013" v="59"/>
          <ac:spMkLst>
            <pc:docMk/>
            <pc:sldMk cId="1717719348" sldId="636"/>
            <ac:spMk id="185" creationId="{CA3854EF-6E2D-1C26-BE2D-44314FD85A56}"/>
          </ac:spMkLst>
        </pc:spChg>
        <pc:spChg chg="mod">
          <ac:chgData name="Mengmeng Ge" userId="bb5bc401-97cb-4caf-9857-8ff441375414" providerId="ADAL" clId="{B1A3E7D4-D1D2-4C4F-B696-F6F3CA53602A}" dt="2024-05-05T21:49:23.013" v="59"/>
          <ac:spMkLst>
            <pc:docMk/>
            <pc:sldMk cId="1717719348" sldId="636"/>
            <ac:spMk id="186" creationId="{D3F36582-6514-6B53-4629-84E2D057A88C}"/>
          </ac:spMkLst>
        </pc:spChg>
        <pc:spChg chg="mod">
          <ac:chgData name="Mengmeng Ge" userId="bb5bc401-97cb-4caf-9857-8ff441375414" providerId="ADAL" clId="{B1A3E7D4-D1D2-4C4F-B696-F6F3CA53602A}" dt="2024-05-05T21:49:23.013" v="59"/>
          <ac:spMkLst>
            <pc:docMk/>
            <pc:sldMk cId="1717719348" sldId="636"/>
            <ac:spMk id="187" creationId="{16D0C8FA-A68C-4A61-BFD9-0D5C8C77CBA0}"/>
          </ac:spMkLst>
        </pc:spChg>
        <pc:spChg chg="mod">
          <ac:chgData name="Mengmeng Ge" userId="bb5bc401-97cb-4caf-9857-8ff441375414" providerId="ADAL" clId="{B1A3E7D4-D1D2-4C4F-B696-F6F3CA53602A}" dt="2024-05-05T21:49:23.013" v="59"/>
          <ac:spMkLst>
            <pc:docMk/>
            <pc:sldMk cId="1717719348" sldId="636"/>
            <ac:spMk id="188" creationId="{22A51EC3-F3BC-2D60-FD9B-05E9E59001D6}"/>
          </ac:spMkLst>
        </pc:spChg>
        <pc:spChg chg="mod">
          <ac:chgData name="Mengmeng Ge" userId="bb5bc401-97cb-4caf-9857-8ff441375414" providerId="ADAL" clId="{B1A3E7D4-D1D2-4C4F-B696-F6F3CA53602A}" dt="2024-05-05T21:49:23.013" v="59"/>
          <ac:spMkLst>
            <pc:docMk/>
            <pc:sldMk cId="1717719348" sldId="636"/>
            <ac:spMk id="189" creationId="{528A0DE1-A3BB-23CC-3459-3B594DF88F4A}"/>
          </ac:spMkLst>
        </pc:spChg>
        <pc:spChg chg="mod">
          <ac:chgData name="Mengmeng Ge" userId="bb5bc401-97cb-4caf-9857-8ff441375414" providerId="ADAL" clId="{B1A3E7D4-D1D2-4C4F-B696-F6F3CA53602A}" dt="2024-05-05T21:49:23.013" v="59"/>
          <ac:spMkLst>
            <pc:docMk/>
            <pc:sldMk cId="1717719348" sldId="636"/>
            <ac:spMk id="190" creationId="{44D268FD-E77D-36AF-EFE7-275023851AEC}"/>
          </ac:spMkLst>
        </pc:spChg>
        <pc:spChg chg="mod">
          <ac:chgData name="Mengmeng Ge" userId="bb5bc401-97cb-4caf-9857-8ff441375414" providerId="ADAL" clId="{B1A3E7D4-D1D2-4C4F-B696-F6F3CA53602A}" dt="2024-05-05T21:49:23.013" v="59"/>
          <ac:spMkLst>
            <pc:docMk/>
            <pc:sldMk cId="1717719348" sldId="636"/>
            <ac:spMk id="192" creationId="{52152F15-F219-DF4C-95CD-8A8825541E42}"/>
          </ac:spMkLst>
        </pc:spChg>
        <pc:spChg chg="mod">
          <ac:chgData name="Mengmeng Ge" userId="bb5bc401-97cb-4caf-9857-8ff441375414" providerId="ADAL" clId="{B1A3E7D4-D1D2-4C4F-B696-F6F3CA53602A}" dt="2024-05-05T21:49:23.013" v="59"/>
          <ac:spMkLst>
            <pc:docMk/>
            <pc:sldMk cId="1717719348" sldId="636"/>
            <ac:spMk id="193" creationId="{A8D72688-60DE-30A0-F28D-FF22BE4DD4BE}"/>
          </ac:spMkLst>
        </pc:spChg>
        <pc:spChg chg="mod">
          <ac:chgData name="Mengmeng Ge" userId="bb5bc401-97cb-4caf-9857-8ff441375414" providerId="ADAL" clId="{B1A3E7D4-D1D2-4C4F-B696-F6F3CA53602A}" dt="2024-05-05T21:49:23.013" v="59"/>
          <ac:spMkLst>
            <pc:docMk/>
            <pc:sldMk cId="1717719348" sldId="636"/>
            <ac:spMk id="194" creationId="{6131F147-1CF6-4A2E-2D50-C8C1AEAB1BCB}"/>
          </ac:spMkLst>
        </pc:spChg>
        <pc:spChg chg="mod">
          <ac:chgData name="Mengmeng Ge" userId="bb5bc401-97cb-4caf-9857-8ff441375414" providerId="ADAL" clId="{B1A3E7D4-D1D2-4C4F-B696-F6F3CA53602A}" dt="2024-05-05T21:49:23.013" v="59"/>
          <ac:spMkLst>
            <pc:docMk/>
            <pc:sldMk cId="1717719348" sldId="636"/>
            <ac:spMk id="195" creationId="{0AD22B02-CA44-D585-64CE-FB724B21D6AB}"/>
          </ac:spMkLst>
        </pc:spChg>
        <pc:spChg chg="mod">
          <ac:chgData name="Mengmeng Ge" userId="bb5bc401-97cb-4caf-9857-8ff441375414" providerId="ADAL" clId="{B1A3E7D4-D1D2-4C4F-B696-F6F3CA53602A}" dt="2024-05-05T21:49:23.013" v="59"/>
          <ac:spMkLst>
            <pc:docMk/>
            <pc:sldMk cId="1717719348" sldId="636"/>
            <ac:spMk id="196" creationId="{67E1CBA0-EB47-60A2-B477-3F01EA0EB152}"/>
          </ac:spMkLst>
        </pc:spChg>
        <pc:spChg chg="mod">
          <ac:chgData name="Mengmeng Ge" userId="bb5bc401-97cb-4caf-9857-8ff441375414" providerId="ADAL" clId="{B1A3E7D4-D1D2-4C4F-B696-F6F3CA53602A}" dt="2024-05-05T21:49:23.013" v="59"/>
          <ac:spMkLst>
            <pc:docMk/>
            <pc:sldMk cId="1717719348" sldId="636"/>
            <ac:spMk id="197" creationId="{D9F40472-B9FB-7E99-38B1-E61A932BB2D3}"/>
          </ac:spMkLst>
        </pc:spChg>
        <pc:spChg chg="mod">
          <ac:chgData name="Mengmeng Ge" userId="bb5bc401-97cb-4caf-9857-8ff441375414" providerId="ADAL" clId="{B1A3E7D4-D1D2-4C4F-B696-F6F3CA53602A}" dt="2024-05-05T21:49:23.013" v="59"/>
          <ac:spMkLst>
            <pc:docMk/>
            <pc:sldMk cId="1717719348" sldId="636"/>
            <ac:spMk id="198" creationId="{588E4F88-1DBB-3FD6-63AA-A58286A461D2}"/>
          </ac:spMkLst>
        </pc:spChg>
        <pc:spChg chg="mod">
          <ac:chgData name="Mengmeng Ge" userId="bb5bc401-97cb-4caf-9857-8ff441375414" providerId="ADAL" clId="{B1A3E7D4-D1D2-4C4F-B696-F6F3CA53602A}" dt="2024-05-05T21:49:23.013" v="59"/>
          <ac:spMkLst>
            <pc:docMk/>
            <pc:sldMk cId="1717719348" sldId="636"/>
            <ac:spMk id="199" creationId="{390A28DA-C5A2-A9EC-6F9A-94EB0C9D4587}"/>
          </ac:spMkLst>
        </pc:spChg>
        <pc:spChg chg="mod">
          <ac:chgData name="Mengmeng Ge" userId="bb5bc401-97cb-4caf-9857-8ff441375414" providerId="ADAL" clId="{B1A3E7D4-D1D2-4C4F-B696-F6F3CA53602A}" dt="2024-05-05T21:49:23.013" v="59"/>
          <ac:spMkLst>
            <pc:docMk/>
            <pc:sldMk cId="1717719348" sldId="636"/>
            <ac:spMk id="200" creationId="{BC76C9A5-9E16-87D5-3617-F4BDAC1E05AC}"/>
          </ac:spMkLst>
        </pc:spChg>
        <pc:spChg chg="mod">
          <ac:chgData name="Mengmeng Ge" userId="bb5bc401-97cb-4caf-9857-8ff441375414" providerId="ADAL" clId="{B1A3E7D4-D1D2-4C4F-B696-F6F3CA53602A}" dt="2024-05-05T21:49:23.013" v="59"/>
          <ac:spMkLst>
            <pc:docMk/>
            <pc:sldMk cId="1717719348" sldId="636"/>
            <ac:spMk id="201" creationId="{7D31AD05-8836-592B-1047-46F6207167AA}"/>
          </ac:spMkLst>
        </pc:spChg>
        <pc:spChg chg="mod">
          <ac:chgData name="Mengmeng Ge" userId="bb5bc401-97cb-4caf-9857-8ff441375414" providerId="ADAL" clId="{B1A3E7D4-D1D2-4C4F-B696-F6F3CA53602A}" dt="2024-05-05T21:49:23.013" v="59"/>
          <ac:spMkLst>
            <pc:docMk/>
            <pc:sldMk cId="1717719348" sldId="636"/>
            <ac:spMk id="202" creationId="{B94A4158-674E-F2E4-5D10-836D79656C97}"/>
          </ac:spMkLst>
        </pc:spChg>
        <pc:spChg chg="mod">
          <ac:chgData name="Mengmeng Ge" userId="bb5bc401-97cb-4caf-9857-8ff441375414" providerId="ADAL" clId="{B1A3E7D4-D1D2-4C4F-B696-F6F3CA53602A}" dt="2024-05-05T21:49:23.013" v="59"/>
          <ac:spMkLst>
            <pc:docMk/>
            <pc:sldMk cId="1717719348" sldId="636"/>
            <ac:spMk id="203" creationId="{C20B8B6C-B213-83C3-6DED-B6C5A91E76CC}"/>
          </ac:spMkLst>
        </pc:spChg>
        <pc:spChg chg="mod">
          <ac:chgData name="Mengmeng Ge" userId="bb5bc401-97cb-4caf-9857-8ff441375414" providerId="ADAL" clId="{B1A3E7D4-D1D2-4C4F-B696-F6F3CA53602A}" dt="2024-05-05T21:49:23.013" v="59"/>
          <ac:spMkLst>
            <pc:docMk/>
            <pc:sldMk cId="1717719348" sldId="636"/>
            <ac:spMk id="204" creationId="{DC6496E7-961C-1F60-1C24-B6E91C26FD08}"/>
          </ac:spMkLst>
        </pc:spChg>
        <pc:spChg chg="mod">
          <ac:chgData name="Mengmeng Ge" userId="bb5bc401-97cb-4caf-9857-8ff441375414" providerId="ADAL" clId="{B1A3E7D4-D1D2-4C4F-B696-F6F3CA53602A}" dt="2024-05-05T21:49:23.013" v="59"/>
          <ac:spMkLst>
            <pc:docMk/>
            <pc:sldMk cId="1717719348" sldId="636"/>
            <ac:spMk id="205" creationId="{6E745F6C-EB29-4AB5-12B3-99F94C9C4A42}"/>
          </ac:spMkLst>
        </pc:spChg>
        <pc:spChg chg="mod">
          <ac:chgData name="Mengmeng Ge" userId="bb5bc401-97cb-4caf-9857-8ff441375414" providerId="ADAL" clId="{B1A3E7D4-D1D2-4C4F-B696-F6F3CA53602A}" dt="2024-05-05T21:49:23.013" v="59"/>
          <ac:spMkLst>
            <pc:docMk/>
            <pc:sldMk cId="1717719348" sldId="636"/>
            <ac:spMk id="206" creationId="{F3B8DF64-4E5C-FFB3-0511-255D53F6D6A3}"/>
          </ac:spMkLst>
        </pc:spChg>
        <pc:spChg chg="mod">
          <ac:chgData name="Mengmeng Ge" userId="bb5bc401-97cb-4caf-9857-8ff441375414" providerId="ADAL" clId="{B1A3E7D4-D1D2-4C4F-B696-F6F3CA53602A}" dt="2024-05-05T21:49:23.013" v="59"/>
          <ac:spMkLst>
            <pc:docMk/>
            <pc:sldMk cId="1717719348" sldId="636"/>
            <ac:spMk id="207" creationId="{F17C693C-1269-6202-8E27-90ECA00A19C6}"/>
          </ac:spMkLst>
        </pc:spChg>
        <pc:spChg chg="mod">
          <ac:chgData name="Mengmeng Ge" userId="bb5bc401-97cb-4caf-9857-8ff441375414" providerId="ADAL" clId="{B1A3E7D4-D1D2-4C4F-B696-F6F3CA53602A}" dt="2024-05-05T21:49:23.013" v="59"/>
          <ac:spMkLst>
            <pc:docMk/>
            <pc:sldMk cId="1717719348" sldId="636"/>
            <ac:spMk id="208" creationId="{1FF05607-7EAD-4020-C5C4-12E52ED11724}"/>
          </ac:spMkLst>
        </pc:spChg>
        <pc:spChg chg="mod">
          <ac:chgData name="Mengmeng Ge" userId="bb5bc401-97cb-4caf-9857-8ff441375414" providerId="ADAL" clId="{B1A3E7D4-D1D2-4C4F-B696-F6F3CA53602A}" dt="2024-05-05T21:49:23.013" v="59"/>
          <ac:spMkLst>
            <pc:docMk/>
            <pc:sldMk cId="1717719348" sldId="636"/>
            <ac:spMk id="209" creationId="{68CA181F-6018-306C-8214-1663E946E2A9}"/>
          </ac:spMkLst>
        </pc:spChg>
        <pc:spChg chg="mod">
          <ac:chgData name="Mengmeng Ge" userId="bb5bc401-97cb-4caf-9857-8ff441375414" providerId="ADAL" clId="{B1A3E7D4-D1D2-4C4F-B696-F6F3CA53602A}" dt="2024-05-05T21:49:23.013" v="59"/>
          <ac:spMkLst>
            <pc:docMk/>
            <pc:sldMk cId="1717719348" sldId="636"/>
            <ac:spMk id="210" creationId="{6F77D73E-EF7B-66E3-2EC1-8038B55753CD}"/>
          </ac:spMkLst>
        </pc:spChg>
        <pc:spChg chg="mod">
          <ac:chgData name="Mengmeng Ge" userId="bb5bc401-97cb-4caf-9857-8ff441375414" providerId="ADAL" clId="{B1A3E7D4-D1D2-4C4F-B696-F6F3CA53602A}" dt="2024-05-05T21:49:23.013" v="59"/>
          <ac:spMkLst>
            <pc:docMk/>
            <pc:sldMk cId="1717719348" sldId="636"/>
            <ac:spMk id="211" creationId="{194EECDA-9E4D-53EF-0548-72E5511AF456}"/>
          </ac:spMkLst>
        </pc:spChg>
        <pc:spChg chg="mod">
          <ac:chgData name="Mengmeng Ge" userId="bb5bc401-97cb-4caf-9857-8ff441375414" providerId="ADAL" clId="{B1A3E7D4-D1D2-4C4F-B696-F6F3CA53602A}" dt="2024-05-05T21:49:23.013" v="59"/>
          <ac:spMkLst>
            <pc:docMk/>
            <pc:sldMk cId="1717719348" sldId="636"/>
            <ac:spMk id="212" creationId="{DAB4BFD8-B59B-FA72-74DA-C973F33CD470}"/>
          </ac:spMkLst>
        </pc:spChg>
        <pc:spChg chg="mod">
          <ac:chgData name="Mengmeng Ge" userId="bb5bc401-97cb-4caf-9857-8ff441375414" providerId="ADAL" clId="{B1A3E7D4-D1D2-4C4F-B696-F6F3CA53602A}" dt="2024-05-05T21:49:23.013" v="59"/>
          <ac:spMkLst>
            <pc:docMk/>
            <pc:sldMk cId="1717719348" sldId="636"/>
            <ac:spMk id="213" creationId="{8211DB63-A9DE-9771-ED14-E41BF96E1EE4}"/>
          </ac:spMkLst>
        </pc:spChg>
        <pc:spChg chg="mod">
          <ac:chgData name="Mengmeng Ge" userId="bb5bc401-97cb-4caf-9857-8ff441375414" providerId="ADAL" clId="{B1A3E7D4-D1D2-4C4F-B696-F6F3CA53602A}" dt="2024-05-05T21:49:23.013" v="59"/>
          <ac:spMkLst>
            <pc:docMk/>
            <pc:sldMk cId="1717719348" sldId="636"/>
            <ac:spMk id="216" creationId="{A91FCAFF-F173-300A-184C-1E1938BA9A85}"/>
          </ac:spMkLst>
        </pc:spChg>
        <pc:spChg chg="mod">
          <ac:chgData name="Mengmeng Ge" userId="bb5bc401-97cb-4caf-9857-8ff441375414" providerId="ADAL" clId="{B1A3E7D4-D1D2-4C4F-B696-F6F3CA53602A}" dt="2024-05-05T21:49:23.013" v="59"/>
          <ac:spMkLst>
            <pc:docMk/>
            <pc:sldMk cId="1717719348" sldId="636"/>
            <ac:spMk id="217" creationId="{C4214447-974D-C958-C2E6-5B92B2105D44}"/>
          </ac:spMkLst>
        </pc:spChg>
        <pc:spChg chg="mod">
          <ac:chgData name="Mengmeng Ge" userId="bb5bc401-97cb-4caf-9857-8ff441375414" providerId="ADAL" clId="{B1A3E7D4-D1D2-4C4F-B696-F6F3CA53602A}" dt="2024-05-05T21:49:23.013" v="59"/>
          <ac:spMkLst>
            <pc:docMk/>
            <pc:sldMk cId="1717719348" sldId="636"/>
            <ac:spMk id="218" creationId="{41D07D7C-ED35-3B3C-F338-1F1ACC6ECFAF}"/>
          </ac:spMkLst>
        </pc:spChg>
        <pc:spChg chg="mod">
          <ac:chgData name="Mengmeng Ge" userId="bb5bc401-97cb-4caf-9857-8ff441375414" providerId="ADAL" clId="{B1A3E7D4-D1D2-4C4F-B696-F6F3CA53602A}" dt="2024-05-05T21:49:23.013" v="59"/>
          <ac:spMkLst>
            <pc:docMk/>
            <pc:sldMk cId="1717719348" sldId="636"/>
            <ac:spMk id="219" creationId="{B37D6376-C276-32F9-EF5C-19541D1795BF}"/>
          </ac:spMkLst>
        </pc:spChg>
        <pc:spChg chg="mod">
          <ac:chgData name="Mengmeng Ge" userId="bb5bc401-97cb-4caf-9857-8ff441375414" providerId="ADAL" clId="{B1A3E7D4-D1D2-4C4F-B696-F6F3CA53602A}" dt="2024-05-05T21:49:23.013" v="59"/>
          <ac:spMkLst>
            <pc:docMk/>
            <pc:sldMk cId="1717719348" sldId="636"/>
            <ac:spMk id="220" creationId="{14BC33FF-C402-C02E-6E26-063D1E05C0FD}"/>
          </ac:spMkLst>
        </pc:spChg>
        <pc:spChg chg="mod">
          <ac:chgData name="Mengmeng Ge" userId="bb5bc401-97cb-4caf-9857-8ff441375414" providerId="ADAL" clId="{B1A3E7D4-D1D2-4C4F-B696-F6F3CA53602A}" dt="2024-05-05T21:49:23.013" v="59"/>
          <ac:spMkLst>
            <pc:docMk/>
            <pc:sldMk cId="1717719348" sldId="636"/>
            <ac:spMk id="221" creationId="{D7B8A8BB-57BC-B3D9-BAB0-125858D1E218}"/>
          </ac:spMkLst>
        </pc:spChg>
        <pc:spChg chg="mod">
          <ac:chgData name="Mengmeng Ge" userId="bb5bc401-97cb-4caf-9857-8ff441375414" providerId="ADAL" clId="{B1A3E7D4-D1D2-4C4F-B696-F6F3CA53602A}" dt="2024-05-05T21:49:23.013" v="59"/>
          <ac:spMkLst>
            <pc:docMk/>
            <pc:sldMk cId="1717719348" sldId="636"/>
            <ac:spMk id="222" creationId="{788E82FA-C165-5B9F-0597-E4C47C5EF21C}"/>
          </ac:spMkLst>
        </pc:spChg>
        <pc:spChg chg="mod">
          <ac:chgData name="Mengmeng Ge" userId="bb5bc401-97cb-4caf-9857-8ff441375414" providerId="ADAL" clId="{B1A3E7D4-D1D2-4C4F-B696-F6F3CA53602A}" dt="2024-05-05T21:49:23.013" v="59"/>
          <ac:spMkLst>
            <pc:docMk/>
            <pc:sldMk cId="1717719348" sldId="636"/>
            <ac:spMk id="223" creationId="{E63D9DFF-B1E9-71C4-7EEC-9B9F8B5F35CC}"/>
          </ac:spMkLst>
        </pc:spChg>
        <pc:spChg chg="mod">
          <ac:chgData name="Mengmeng Ge" userId="bb5bc401-97cb-4caf-9857-8ff441375414" providerId="ADAL" clId="{B1A3E7D4-D1D2-4C4F-B696-F6F3CA53602A}" dt="2024-05-05T21:49:23.013" v="59"/>
          <ac:spMkLst>
            <pc:docMk/>
            <pc:sldMk cId="1717719348" sldId="636"/>
            <ac:spMk id="224" creationId="{7D462570-3D86-3CEB-1FAC-0CDF99DBC5B6}"/>
          </ac:spMkLst>
        </pc:spChg>
        <pc:spChg chg="mod">
          <ac:chgData name="Mengmeng Ge" userId="bb5bc401-97cb-4caf-9857-8ff441375414" providerId="ADAL" clId="{B1A3E7D4-D1D2-4C4F-B696-F6F3CA53602A}" dt="2024-05-05T21:49:23.013" v="59"/>
          <ac:spMkLst>
            <pc:docMk/>
            <pc:sldMk cId="1717719348" sldId="636"/>
            <ac:spMk id="225" creationId="{CB05AEAA-C3F0-F17B-3C70-FB05A723A25F}"/>
          </ac:spMkLst>
        </pc:spChg>
        <pc:spChg chg="mod">
          <ac:chgData name="Mengmeng Ge" userId="bb5bc401-97cb-4caf-9857-8ff441375414" providerId="ADAL" clId="{B1A3E7D4-D1D2-4C4F-B696-F6F3CA53602A}" dt="2024-05-05T21:49:23.013" v="59"/>
          <ac:spMkLst>
            <pc:docMk/>
            <pc:sldMk cId="1717719348" sldId="636"/>
            <ac:spMk id="226" creationId="{8636AFF9-95B6-5764-46BB-5E4170702734}"/>
          </ac:spMkLst>
        </pc:spChg>
        <pc:spChg chg="mod">
          <ac:chgData name="Mengmeng Ge" userId="bb5bc401-97cb-4caf-9857-8ff441375414" providerId="ADAL" clId="{B1A3E7D4-D1D2-4C4F-B696-F6F3CA53602A}" dt="2024-05-05T21:49:23.013" v="59"/>
          <ac:spMkLst>
            <pc:docMk/>
            <pc:sldMk cId="1717719348" sldId="636"/>
            <ac:spMk id="229" creationId="{BA809B1F-FFC6-92BD-6810-85E91E1392FE}"/>
          </ac:spMkLst>
        </pc:spChg>
        <pc:spChg chg="mod">
          <ac:chgData name="Mengmeng Ge" userId="bb5bc401-97cb-4caf-9857-8ff441375414" providerId="ADAL" clId="{B1A3E7D4-D1D2-4C4F-B696-F6F3CA53602A}" dt="2024-05-05T21:49:23.013" v="59"/>
          <ac:spMkLst>
            <pc:docMk/>
            <pc:sldMk cId="1717719348" sldId="636"/>
            <ac:spMk id="230" creationId="{87CD926D-0B84-E555-0DD3-07892576257A}"/>
          </ac:spMkLst>
        </pc:spChg>
        <pc:spChg chg="mod">
          <ac:chgData name="Mengmeng Ge" userId="bb5bc401-97cb-4caf-9857-8ff441375414" providerId="ADAL" clId="{B1A3E7D4-D1D2-4C4F-B696-F6F3CA53602A}" dt="2024-05-05T21:49:23.013" v="59"/>
          <ac:spMkLst>
            <pc:docMk/>
            <pc:sldMk cId="1717719348" sldId="636"/>
            <ac:spMk id="231" creationId="{FEC9E84E-7C09-334E-FBCC-F69EFA6738D0}"/>
          </ac:spMkLst>
        </pc:spChg>
        <pc:spChg chg="mod">
          <ac:chgData name="Mengmeng Ge" userId="bb5bc401-97cb-4caf-9857-8ff441375414" providerId="ADAL" clId="{B1A3E7D4-D1D2-4C4F-B696-F6F3CA53602A}" dt="2024-05-05T21:49:23.013" v="59"/>
          <ac:spMkLst>
            <pc:docMk/>
            <pc:sldMk cId="1717719348" sldId="636"/>
            <ac:spMk id="232" creationId="{420621A5-0C17-EE70-035D-8E0055EAA585}"/>
          </ac:spMkLst>
        </pc:spChg>
        <pc:spChg chg="mod">
          <ac:chgData name="Mengmeng Ge" userId="bb5bc401-97cb-4caf-9857-8ff441375414" providerId="ADAL" clId="{B1A3E7D4-D1D2-4C4F-B696-F6F3CA53602A}" dt="2024-05-05T21:49:23.013" v="59"/>
          <ac:spMkLst>
            <pc:docMk/>
            <pc:sldMk cId="1717719348" sldId="636"/>
            <ac:spMk id="233" creationId="{6C948B19-1624-A662-F4BD-27E28F3907C4}"/>
          </ac:spMkLst>
        </pc:spChg>
        <pc:spChg chg="mod">
          <ac:chgData name="Mengmeng Ge" userId="bb5bc401-97cb-4caf-9857-8ff441375414" providerId="ADAL" clId="{B1A3E7D4-D1D2-4C4F-B696-F6F3CA53602A}" dt="2024-05-05T21:49:23.013" v="59"/>
          <ac:spMkLst>
            <pc:docMk/>
            <pc:sldMk cId="1717719348" sldId="636"/>
            <ac:spMk id="234" creationId="{7B94F003-9498-F98A-1FDC-92BD7B4A1368}"/>
          </ac:spMkLst>
        </pc:spChg>
        <pc:spChg chg="mod">
          <ac:chgData name="Mengmeng Ge" userId="bb5bc401-97cb-4caf-9857-8ff441375414" providerId="ADAL" clId="{B1A3E7D4-D1D2-4C4F-B696-F6F3CA53602A}" dt="2024-05-05T21:49:23.013" v="59"/>
          <ac:spMkLst>
            <pc:docMk/>
            <pc:sldMk cId="1717719348" sldId="636"/>
            <ac:spMk id="248" creationId="{6ACD9F3F-05C1-5388-A63C-431A7C6269FE}"/>
          </ac:spMkLst>
        </pc:spChg>
        <pc:spChg chg="mod">
          <ac:chgData name="Mengmeng Ge" userId="bb5bc401-97cb-4caf-9857-8ff441375414" providerId="ADAL" clId="{B1A3E7D4-D1D2-4C4F-B696-F6F3CA53602A}" dt="2024-05-05T21:49:23.013" v="59"/>
          <ac:spMkLst>
            <pc:docMk/>
            <pc:sldMk cId="1717719348" sldId="636"/>
            <ac:spMk id="249" creationId="{AD9FAE9E-2B57-C006-BCA3-EBC0C01E15DB}"/>
          </ac:spMkLst>
        </pc:spChg>
        <pc:spChg chg="mod">
          <ac:chgData name="Mengmeng Ge" userId="bb5bc401-97cb-4caf-9857-8ff441375414" providerId="ADAL" clId="{B1A3E7D4-D1D2-4C4F-B696-F6F3CA53602A}" dt="2024-05-05T21:49:23.013" v="59"/>
          <ac:spMkLst>
            <pc:docMk/>
            <pc:sldMk cId="1717719348" sldId="636"/>
            <ac:spMk id="250" creationId="{19FA79AA-DA76-2321-F4F2-25AE17FEB0F7}"/>
          </ac:spMkLst>
        </pc:spChg>
        <pc:spChg chg="mod">
          <ac:chgData name="Mengmeng Ge" userId="bb5bc401-97cb-4caf-9857-8ff441375414" providerId="ADAL" clId="{B1A3E7D4-D1D2-4C4F-B696-F6F3CA53602A}" dt="2024-05-05T21:49:23.013" v="59"/>
          <ac:spMkLst>
            <pc:docMk/>
            <pc:sldMk cId="1717719348" sldId="636"/>
            <ac:spMk id="251" creationId="{0B242C9B-EEFC-1CCD-FD9A-42929961E63A}"/>
          </ac:spMkLst>
        </pc:spChg>
        <pc:spChg chg="mod">
          <ac:chgData name="Mengmeng Ge" userId="bb5bc401-97cb-4caf-9857-8ff441375414" providerId="ADAL" clId="{B1A3E7D4-D1D2-4C4F-B696-F6F3CA53602A}" dt="2024-05-05T21:49:23.013" v="59"/>
          <ac:spMkLst>
            <pc:docMk/>
            <pc:sldMk cId="1717719348" sldId="636"/>
            <ac:spMk id="252" creationId="{31BD7691-6ECE-D04E-1201-7773D4133E64}"/>
          </ac:spMkLst>
        </pc:spChg>
        <pc:spChg chg="mod">
          <ac:chgData name="Mengmeng Ge" userId="bb5bc401-97cb-4caf-9857-8ff441375414" providerId="ADAL" clId="{B1A3E7D4-D1D2-4C4F-B696-F6F3CA53602A}" dt="2024-05-05T21:49:23.013" v="59"/>
          <ac:spMkLst>
            <pc:docMk/>
            <pc:sldMk cId="1717719348" sldId="636"/>
            <ac:spMk id="253" creationId="{22FB155B-5AE2-558B-7F2B-973278BF5D10}"/>
          </ac:spMkLst>
        </pc:spChg>
        <pc:spChg chg="mod">
          <ac:chgData name="Mengmeng Ge" userId="bb5bc401-97cb-4caf-9857-8ff441375414" providerId="ADAL" clId="{B1A3E7D4-D1D2-4C4F-B696-F6F3CA53602A}" dt="2024-05-05T21:49:23.013" v="59"/>
          <ac:spMkLst>
            <pc:docMk/>
            <pc:sldMk cId="1717719348" sldId="636"/>
            <ac:spMk id="254" creationId="{685E4490-D4F5-0246-6E49-41C47D87052C}"/>
          </ac:spMkLst>
        </pc:spChg>
        <pc:spChg chg="mod">
          <ac:chgData name="Mengmeng Ge" userId="bb5bc401-97cb-4caf-9857-8ff441375414" providerId="ADAL" clId="{B1A3E7D4-D1D2-4C4F-B696-F6F3CA53602A}" dt="2024-05-05T21:49:23.013" v="59"/>
          <ac:spMkLst>
            <pc:docMk/>
            <pc:sldMk cId="1717719348" sldId="636"/>
            <ac:spMk id="255" creationId="{718092C4-0B6C-E73D-A9EE-F4EBF62A4069}"/>
          </ac:spMkLst>
        </pc:spChg>
        <pc:spChg chg="mod">
          <ac:chgData name="Mengmeng Ge" userId="bb5bc401-97cb-4caf-9857-8ff441375414" providerId="ADAL" clId="{B1A3E7D4-D1D2-4C4F-B696-F6F3CA53602A}" dt="2024-05-05T21:49:23.013" v="59"/>
          <ac:spMkLst>
            <pc:docMk/>
            <pc:sldMk cId="1717719348" sldId="636"/>
            <ac:spMk id="260" creationId="{5AE697E8-C16C-0F10-BB7D-DB2D9428F00B}"/>
          </ac:spMkLst>
        </pc:spChg>
        <pc:spChg chg="mod">
          <ac:chgData name="Mengmeng Ge" userId="bb5bc401-97cb-4caf-9857-8ff441375414" providerId="ADAL" clId="{B1A3E7D4-D1D2-4C4F-B696-F6F3CA53602A}" dt="2024-05-05T21:49:23.013" v="59"/>
          <ac:spMkLst>
            <pc:docMk/>
            <pc:sldMk cId="1717719348" sldId="636"/>
            <ac:spMk id="261" creationId="{E6DF1E10-0A5D-211B-E4F3-D091888E1759}"/>
          </ac:spMkLst>
        </pc:spChg>
        <pc:spChg chg="mod">
          <ac:chgData name="Mengmeng Ge" userId="bb5bc401-97cb-4caf-9857-8ff441375414" providerId="ADAL" clId="{B1A3E7D4-D1D2-4C4F-B696-F6F3CA53602A}" dt="2024-05-05T21:49:23.013" v="59"/>
          <ac:spMkLst>
            <pc:docMk/>
            <pc:sldMk cId="1717719348" sldId="636"/>
            <ac:spMk id="262" creationId="{8A1CDB4A-D2FC-83BF-8F9F-1A5ACA357E23}"/>
          </ac:spMkLst>
        </pc:spChg>
        <pc:spChg chg="mod">
          <ac:chgData name="Mengmeng Ge" userId="bb5bc401-97cb-4caf-9857-8ff441375414" providerId="ADAL" clId="{B1A3E7D4-D1D2-4C4F-B696-F6F3CA53602A}" dt="2024-05-05T21:49:23.013" v="59"/>
          <ac:spMkLst>
            <pc:docMk/>
            <pc:sldMk cId="1717719348" sldId="636"/>
            <ac:spMk id="263" creationId="{D2BF5F3E-9F88-FAE3-CEE9-A31A6FD5FB60}"/>
          </ac:spMkLst>
        </pc:spChg>
        <pc:spChg chg="mod">
          <ac:chgData name="Mengmeng Ge" userId="bb5bc401-97cb-4caf-9857-8ff441375414" providerId="ADAL" clId="{B1A3E7D4-D1D2-4C4F-B696-F6F3CA53602A}" dt="2024-05-05T21:49:23.013" v="59"/>
          <ac:spMkLst>
            <pc:docMk/>
            <pc:sldMk cId="1717719348" sldId="636"/>
            <ac:spMk id="264" creationId="{68AD0A88-2F7F-9ADD-1BD8-39B3C6B29DD4}"/>
          </ac:spMkLst>
        </pc:spChg>
        <pc:spChg chg="mod">
          <ac:chgData name="Mengmeng Ge" userId="bb5bc401-97cb-4caf-9857-8ff441375414" providerId="ADAL" clId="{B1A3E7D4-D1D2-4C4F-B696-F6F3CA53602A}" dt="2024-05-05T21:49:23.013" v="59"/>
          <ac:spMkLst>
            <pc:docMk/>
            <pc:sldMk cId="1717719348" sldId="636"/>
            <ac:spMk id="265" creationId="{4057955E-E17F-A1CB-385F-BACCD874180A}"/>
          </ac:spMkLst>
        </pc:spChg>
        <pc:spChg chg="mod">
          <ac:chgData name="Mengmeng Ge" userId="bb5bc401-97cb-4caf-9857-8ff441375414" providerId="ADAL" clId="{B1A3E7D4-D1D2-4C4F-B696-F6F3CA53602A}" dt="2024-05-05T21:49:23.013" v="59"/>
          <ac:spMkLst>
            <pc:docMk/>
            <pc:sldMk cId="1717719348" sldId="636"/>
            <ac:spMk id="266" creationId="{E78351AA-9964-3042-7F9C-15DCCE40257D}"/>
          </ac:spMkLst>
        </pc:spChg>
        <pc:spChg chg="mod">
          <ac:chgData name="Mengmeng Ge" userId="bb5bc401-97cb-4caf-9857-8ff441375414" providerId="ADAL" clId="{B1A3E7D4-D1D2-4C4F-B696-F6F3CA53602A}" dt="2024-05-05T21:49:23.013" v="59"/>
          <ac:spMkLst>
            <pc:docMk/>
            <pc:sldMk cId="1717719348" sldId="636"/>
            <ac:spMk id="267" creationId="{19033B8F-943D-4581-F197-ECF1C39AE08E}"/>
          </ac:spMkLst>
        </pc:spChg>
        <pc:spChg chg="mod">
          <ac:chgData name="Mengmeng Ge" userId="bb5bc401-97cb-4caf-9857-8ff441375414" providerId="ADAL" clId="{B1A3E7D4-D1D2-4C4F-B696-F6F3CA53602A}" dt="2024-05-05T21:49:23.013" v="59"/>
          <ac:spMkLst>
            <pc:docMk/>
            <pc:sldMk cId="1717719348" sldId="636"/>
            <ac:spMk id="273" creationId="{1A98C9DC-CF8B-7287-93E0-12B445072360}"/>
          </ac:spMkLst>
        </pc:spChg>
        <pc:spChg chg="mod">
          <ac:chgData name="Mengmeng Ge" userId="bb5bc401-97cb-4caf-9857-8ff441375414" providerId="ADAL" clId="{B1A3E7D4-D1D2-4C4F-B696-F6F3CA53602A}" dt="2024-05-05T21:49:23.013" v="59"/>
          <ac:spMkLst>
            <pc:docMk/>
            <pc:sldMk cId="1717719348" sldId="636"/>
            <ac:spMk id="274" creationId="{E42AD2AD-4B75-DF02-96F9-5EC418069656}"/>
          </ac:spMkLst>
        </pc:spChg>
        <pc:spChg chg="mod">
          <ac:chgData name="Mengmeng Ge" userId="bb5bc401-97cb-4caf-9857-8ff441375414" providerId="ADAL" clId="{B1A3E7D4-D1D2-4C4F-B696-F6F3CA53602A}" dt="2024-05-05T21:49:23.013" v="59"/>
          <ac:spMkLst>
            <pc:docMk/>
            <pc:sldMk cId="1717719348" sldId="636"/>
            <ac:spMk id="275" creationId="{6C92AD64-3F72-BACE-5F25-75C3E5A3D333}"/>
          </ac:spMkLst>
        </pc:spChg>
        <pc:spChg chg="mod">
          <ac:chgData name="Mengmeng Ge" userId="bb5bc401-97cb-4caf-9857-8ff441375414" providerId="ADAL" clId="{B1A3E7D4-D1D2-4C4F-B696-F6F3CA53602A}" dt="2024-05-05T21:49:23.013" v="59"/>
          <ac:spMkLst>
            <pc:docMk/>
            <pc:sldMk cId="1717719348" sldId="636"/>
            <ac:spMk id="276" creationId="{DD03061B-C593-2C26-3917-B0126C5BD917}"/>
          </ac:spMkLst>
        </pc:spChg>
        <pc:spChg chg="mod">
          <ac:chgData name="Mengmeng Ge" userId="bb5bc401-97cb-4caf-9857-8ff441375414" providerId="ADAL" clId="{B1A3E7D4-D1D2-4C4F-B696-F6F3CA53602A}" dt="2024-05-05T21:49:23.013" v="59"/>
          <ac:spMkLst>
            <pc:docMk/>
            <pc:sldMk cId="1717719348" sldId="636"/>
            <ac:spMk id="277" creationId="{88F1CEC5-4F47-E1A9-A549-8710183B3D43}"/>
          </ac:spMkLst>
        </pc:spChg>
        <pc:spChg chg="mod">
          <ac:chgData name="Mengmeng Ge" userId="bb5bc401-97cb-4caf-9857-8ff441375414" providerId="ADAL" clId="{B1A3E7D4-D1D2-4C4F-B696-F6F3CA53602A}" dt="2024-05-05T21:49:23.013" v="59"/>
          <ac:spMkLst>
            <pc:docMk/>
            <pc:sldMk cId="1717719348" sldId="636"/>
            <ac:spMk id="278" creationId="{15B043C6-7454-4CDC-CEBD-D735D55FCF0C}"/>
          </ac:spMkLst>
        </pc:spChg>
        <pc:spChg chg="mod">
          <ac:chgData name="Mengmeng Ge" userId="bb5bc401-97cb-4caf-9857-8ff441375414" providerId="ADAL" clId="{B1A3E7D4-D1D2-4C4F-B696-F6F3CA53602A}" dt="2024-05-05T21:49:23.013" v="59"/>
          <ac:spMkLst>
            <pc:docMk/>
            <pc:sldMk cId="1717719348" sldId="636"/>
            <ac:spMk id="279" creationId="{8275F759-F1DD-2252-FDAA-D991CC623637}"/>
          </ac:spMkLst>
        </pc:spChg>
        <pc:spChg chg="mod">
          <ac:chgData name="Mengmeng Ge" userId="bb5bc401-97cb-4caf-9857-8ff441375414" providerId="ADAL" clId="{B1A3E7D4-D1D2-4C4F-B696-F6F3CA53602A}" dt="2024-05-05T21:49:23.013" v="59"/>
          <ac:spMkLst>
            <pc:docMk/>
            <pc:sldMk cId="1717719348" sldId="636"/>
            <ac:spMk id="282" creationId="{8FE35638-9FA0-24AA-5B75-C5EE7378ACBF}"/>
          </ac:spMkLst>
        </pc:spChg>
        <pc:spChg chg="mod">
          <ac:chgData name="Mengmeng Ge" userId="bb5bc401-97cb-4caf-9857-8ff441375414" providerId="ADAL" clId="{B1A3E7D4-D1D2-4C4F-B696-F6F3CA53602A}" dt="2024-05-05T21:49:23.013" v="59"/>
          <ac:spMkLst>
            <pc:docMk/>
            <pc:sldMk cId="1717719348" sldId="636"/>
            <ac:spMk id="283" creationId="{783B9C06-1F7F-4562-5D3D-2BB3D4B586B6}"/>
          </ac:spMkLst>
        </pc:spChg>
        <pc:spChg chg="mod">
          <ac:chgData name="Mengmeng Ge" userId="bb5bc401-97cb-4caf-9857-8ff441375414" providerId="ADAL" clId="{B1A3E7D4-D1D2-4C4F-B696-F6F3CA53602A}" dt="2024-05-05T21:49:23.013" v="59"/>
          <ac:spMkLst>
            <pc:docMk/>
            <pc:sldMk cId="1717719348" sldId="636"/>
            <ac:spMk id="284" creationId="{28C6DA1B-2CD6-5750-144F-ED6E0ADFF0E9}"/>
          </ac:spMkLst>
        </pc:spChg>
        <pc:spChg chg="mod">
          <ac:chgData name="Mengmeng Ge" userId="bb5bc401-97cb-4caf-9857-8ff441375414" providerId="ADAL" clId="{B1A3E7D4-D1D2-4C4F-B696-F6F3CA53602A}" dt="2024-05-05T21:49:23.013" v="59"/>
          <ac:spMkLst>
            <pc:docMk/>
            <pc:sldMk cId="1717719348" sldId="636"/>
            <ac:spMk id="285" creationId="{CE433B11-8E4A-C523-C400-37824A7DE44B}"/>
          </ac:spMkLst>
        </pc:spChg>
        <pc:spChg chg="mod">
          <ac:chgData name="Mengmeng Ge" userId="bb5bc401-97cb-4caf-9857-8ff441375414" providerId="ADAL" clId="{B1A3E7D4-D1D2-4C4F-B696-F6F3CA53602A}" dt="2024-05-05T21:49:23.013" v="59"/>
          <ac:spMkLst>
            <pc:docMk/>
            <pc:sldMk cId="1717719348" sldId="636"/>
            <ac:spMk id="286" creationId="{A7AD9ABC-233B-1E2B-08A7-03896D21F119}"/>
          </ac:spMkLst>
        </pc:spChg>
        <pc:spChg chg="mod">
          <ac:chgData name="Mengmeng Ge" userId="bb5bc401-97cb-4caf-9857-8ff441375414" providerId="ADAL" clId="{B1A3E7D4-D1D2-4C4F-B696-F6F3CA53602A}" dt="2024-05-05T21:49:23.013" v="59"/>
          <ac:spMkLst>
            <pc:docMk/>
            <pc:sldMk cId="1717719348" sldId="636"/>
            <ac:spMk id="287" creationId="{72C804C6-9CEA-CF7D-EFB3-DB7AF1473F53}"/>
          </ac:spMkLst>
        </pc:spChg>
        <pc:spChg chg="mod">
          <ac:chgData name="Mengmeng Ge" userId="bb5bc401-97cb-4caf-9857-8ff441375414" providerId="ADAL" clId="{B1A3E7D4-D1D2-4C4F-B696-F6F3CA53602A}" dt="2024-05-05T21:49:23.013" v="59"/>
          <ac:spMkLst>
            <pc:docMk/>
            <pc:sldMk cId="1717719348" sldId="636"/>
            <ac:spMk id="288" creationId="{26C4AD1C-34FC-2A3F-AF5B-53FE78798604}"/>
          </ac:spMkLst>
        </pc:spChg>
        <pc:spChg chg="mod">
          <ac:chgData name="Mengmeng Ge" userId="bb5bc401-97cb-4caf-9857-8ff441375414" providerId="ADAL" clId="{B1A3E7D4-D1D2-4C4F-B696-F6F3CA53602A}" dt="2024-05-05T21:49:23.013" v="59"/>
          <ac:spMkLst>
            <pc:docMk/>
            <pc:sldMk cId="1717719348" sldId="636"/>
            <ac:spMk id="289" creationId="{0246ED12-54A4-3CA2-6FB9-2B0A9B2CAFDB}"/>
          </ac:spMkLst>
        </pc:spChg>
        <pc:spChg chg="mod">
          <ac:chgData name="Mengmeng Ge" userId="bb5bc401-97cb-4caf-9857-8ff441375414" providerId="ADAL" clId="{B1A3E7D4-D1D2-4C4F-B696-F6F3CA53602A}" dt="2024-05-05T21:49:23.013" v="59"/>
          <ac:spMkLst>
            <pc:docMk/>
            <pc:sldMk cId="1717719348" sldId="636"/>
            <ac:spMk id="290" creationId="{8CE70032-ADF3-27A7-6179-965FE3E8CBE0}"/>
          </ac:spMkLst>
        </pc:spChg>
        <pc:spChg chg="mod">
          <ac:chgData name="Mengmeng Ge" userId="bb5bc401-97cb-4caf-9857-8ff441375414" providerId="ADAL" clId="{B1A3E7D4-D1D2-4C4F-B696-F6F3CA53602A}" dt="2024-05-05T21:49:23.013" v="59"/>
          <ac:spMkLst>
            <pc:docMk/>
            <pc:sldMk cId="1717719348" sldId="636"/>
            <ac:spMk id="291" creationId="{4AA584B8-EA8F-0C42-9C11-AD2F6B86EA45}"/>
          </ac:spMkLst>
        </pc:spChg>
        <pc:spChg chg="mod">
          <ac:chgData name="Mengmeng Ge" userId="bb5bc401-97cb-4caf-9857-8ff441375414" providerId="ADAL" clId="{B1A3E7D4-D1D2-4C4F-B696-F6F3CA53602A}" dt="2024-05-05T21:49:23.013" v="59"/>
          <ac:spMkLst>
            <pc:docMk/>
            <pc:sldMk cId="1717719348" sldId="636"/>
            <ac:spMk id="292" creationId="{98A90082-51EA-6713-7962-CA6F47E8B288}"/>
          </ac:spMkLst>
        </pc:spChg>
        <pc:spChg chg="mod">
          <ac:chgData name="Mengmeng Ge" userId="bb5bc401-97cb-4caf-9857-8ff441375414" providerId="ADAL" clId="{B1A3E7D4-D1D2-4C4F-B696-F6F3CA53602A}" dt="2024-05-05T21:49:23.013" v="59"/>
          <ac:spMkLst>
            <pc:docMk/>
            <pc:sldMk cId="1717719348" sldId="636"/>
            <ac:spMk id="295" creationId="{4DB4E2CD-5877-59B3-DCCB-E3226FC46324}"/>
          </ac:spMkLst>
        </pc:spChg>
        <pc:spChg chg="mod">
          <ac:chgData name="Mengmeng Ge" userId="bb5bc401-97cb-4caf-9857-8ff441375414" providerId="ADAL" clId="{B1A3E7D4-D1D2-4C4F-B696-F6F3CA53602A}" dt="2024-05-05T21:49:23.013" v="59"/>
          <ac:spMkLst>
            <pc:docMk/>
            <pc:sldMk cId="1717719348" sldId="636"/>
            <ac:spMk id="296" creationId="{72E1FE29-04F8-AF7A-5D04-E9292AB4C30B}"/>
          </ac:spMkLst>
        </pc:spChg>
        <pc:spChg chg="mod">
          <ac:chgData name="Mengmeng Ge" userId="bb5bc401-97cb-4caf-9857-8ff441375414" providerId="ADAL" clId="{B1A3E7D4-D1D2-4C4F-B696-F6F3CA53602A}" dt="2024-05-05T21:49:23.013" v="59"/>
          <ac:spMkLst>
            <pc:docMk/>
            <pc:sldMk cId="1717719348" sldId="636"/>
            <ac:spMk id="297" creationId="{A33A6BF1-8B31-18A5-8DA2-15ED8BD86204}"/>
          </ac:spMkLst>
        </pc:spChg>
        <pc:spChg chg="mod">
          <ac:chgData name="Mengmeng Ge" userId="bb5bc401-97cb-4caf-9857-8ff441375414" providerId="ADAL" clId="{B1A3E7D4-D1D2-4C4F-B696-F6F3CA53602A}" dt="2024-05-05T21:49:23.013" v="59"/>
          <ac:spMkLst>
            <pc:docMk/>
            <pc:sldMk cId="1717719348" sldId="636"/>
            <ac:spMk id="298" creationId="{44265769-A44E-958F-B7E0-9C1CACCA2EFD}"/>
          </ac:spMkLst>
        </pc:spChg>
        <pc:spChg chg="mod">
          <ac:chgData name="Mengmeng Ge" userId="bb5bc401-97cb-4caf-9857-8ff441375414" providerId="ADAL" clId="{B1A3E7D4-D1D2-4C4F-B696-F6F3CA53602A}" dt="2024-05-05T21:49:23.013" v="59"/>
          <ac:spMkLst>
            <pc:docMk/>
            <pc:sldMk cId="1717719348" sldId="636"/>
            <ac:spMk id="299" creationId="{B6B5F58B-E20B-1083-E0D9-56A01107A777}"/>
          </ac:spMkLst>
        </pc:spChg>
        <pc:spChg chg="mod">
          <ac:chgData name="Mengmeng Ge" userId="bb5bc401-97cb-4caf-9857-8ff441375414" providerId="ADAL" clId="{B1A3E7D4-D1D2-4C4F-B696-F6F3CA53602A}" dt="2024-05-05T21:49:23.013" v="59"/>
          <ac:spMkLst>
            <pc:docMk/>
            <pc:sldMk cId="1717719348" sldId="636"/>
            <ac:spMk id="300" creationId="{8C5351B7-9218-4371-5D0A-70B300A8CC76}"/>
          </ac:spMkLst>
        </pc:spChg>
        <pc:spChg chg="mod">
          <ac:chgData name="Mengmeng Ge" userId="bb5bc401-97cb-4caf-9857-8ff441375414" providerId="ADAL" clId="{B1A3E7D4-D1D2-4C4F-B696-F6F3CA53602A}" dt="2024-05-05T21:49:23.013" v="59"/>
          <ac:spMkLst>
            <pc:docMk/>
            <pc:sldMk cId="1717719348" sldId="636"/>
            <ac:spMk id="301" creationId="{9C6DD8A5-4F68-867C-A800-80B8A46FE620}"/>
          </ac:spMkLst>
        </pc:spChg>
        <pc:spChg chg="mod">
          <ac:chgData name="Mengmeng Ge" userId="bb5bc401-97cb-4caf-9857-8ff441375414" providerId="ADAL" clId="{B1A3E7D4-D1D2-4C4F-B696-F6F3CA53602A}" dt="2024-05-05T21:49:23.013" v="59"/>
          <ac:spMkLst>
            <pc:docMk/>
            <pc:sldMk cId="1717719348" sldId="636"/>
            <ac:spMk id="302" creationId="{7FADD9E2-79A0-74B1-9F57-2665A96A3E1E}"/>
          </ac:spMkLst>
        </pc:spChg>
        <pc:spChg chg="mod">
          <ac:chgData name="Mengmeng Ge" userId="bb5bc401-97cb-4caf-9857-8ff441375414" providerId="ADAL" clId="{B1A3E7D4-D1D2-4C4F-B696-F6F3CA53602A}" dt="2024-05-05T21:49:23.013" v="59"/>
          <ac:spMkLst>
            <pc:docMk/>
            <pc:sldMk cId="1717719348" sldId="636"/>
            <ac:spMk id="303" creationId="{6E1D2E4B-57D6-4134-C422-EA9A0B5993EA}"/>
          </ac:spMkLst>
        </pc:spChg>
        <pc:spChg chg="mod">
          <ac:chgData name="Mengmeng Ge" userId="bb5bc401-97cb-4caf-9857-8ff441375414" providerId="ADAL" clId="{B1A3E7D4-D1D2-4C4F-B696-F6F3CA53602A}" dt="2024-05-05T21:49:23.013" v="59"/>
          <ac:spMkLst>
            <pc:docMk/>
            <pc:sldMk cId="1717719348" sldId="636"/>
            <ac:spMk id="304" creationId="{605B3FEC-DA3B-D49C-5C61-E6B06D0A5563}"/>
          </ac:spMkLst>
        </pc:spChg>
        <pc:spChg chg="mod">
          <ac:chgData name="Mengmeng Ge" userId="bb5bc401-97cb-4caf-9857-8ff441375414" providerId="ADAL" clId="{B1A3E7D4-D1D2-4C4F-B696-F6F3CA53602A}" dt="2024-05-05T21:49:23.013" v="59"/>
          <ac:spMkLst>
            <pc:docMk/>
            <pc:sldMk cId="1717719348" sldId="636"/>
            <ac:spMk id="305" creationId="{F32EFA00-A50B-4591-F99F-4F74079469B4}"/>
          </ac:spMkLst>
        </pc:spChg>
        <pc:spChg chg="mod">
          <ac:chgData name="Mengmeng Ge" userId="bb5bc401-97cb-4caf-9857-8ff441375414" providerId="ADAL" clId="{B1A3E7D4-D1D2-4C4F-B696-F6F3CA53602A}" dt="2024-05-05T21:49:23.013" v="59"/>
          <ac:spMkLst>
            <pc:docMk/>
            <pc:sldMk cId="1717719348" sldId="636"/>
            <ac:spMk id="308" creationId="{088E38FA-E0BA-6A3C-C915-811C2C1B0D53}"/>
          </ac:spMkLst>
        </pc:spChg>
        <pc:spChg chg="mod">
          <ac:chgData name="Mengmeng Ge" userId="bb5bc401-97cb-4caf-9857-8ff441375414" providerId="ADAL" clId="{B1A3E7D4-D1D2-4C4F-B696-F6F3CA53602A}" dt="2024-05-05T21:49:23.013" v="59"/>
          <ac:spMkLst>
            <pc:docMk/>
            <pc:sldMk cId="1717719348" sldId="636"/>
            <ac:spMk id="309" creationId="{10C9E0B9-71D4-AEF5-0A1D-9C83FCE58E19}"/>
          </ac:spMkLst>
        </pc:spChg>
        <pc:spChg chg="mod">
          <ac:chgData name="Mengmeng Ge" userId="bb5bc401-97cb-4caf-9857-8ff441375414" providerId="ADAL" clId="{B1A3E7D4-D1D2-4C4F-B696-F6F3CA53602A}" dt="2024-05-05T21:49:23.013" v="59"/>
          <ac:spMkLst>
            <pc:docMk/>
            <pc:sldMk cId="1717719348" sldId="636"/>
            <ac:spMk id="310" creationId="{2DFBE9A6-3941-7098-1A2C-68575EFED2DD}"/>
          </ac:spMkLst>
        </pc:spChg>
        <pc:spChg chg="mod">
          <ac:chgData name="Mengmeng Ge" userId="bb5bc401-97cb-4caf-9857-8ff441375414" providerId="ADAL" clId="{B1A3E7D4-D1D2-4C4F-B696-F6F3CA53602A}" dt="2024-05-05T21:49:23.013" v="59"/>
          <ac:spMkLst>
            <pc:docMk/>
            <pc:sldMk cId="1717719348" sldId="636"/>
            <ac:spMk id="311" creationId="{A0695C4A-4233-9AE3-BA4B-71124B7A7615}"/>
          </ac:spMkLst>
        </pc:spChg>
        <pc:spChg chg="mod">
          <ac:chgData name="Mengmeng Ge" userId="bb5bc401-97cb-4caf-9857-8ff441375414" providerId="ADAL" clId="{B1A3E7D4-D1D2-4C4F-B696-F6F3CA53602A}" dt="2024-05-05T21:49:23.013" v="59"/>
          <ac:spMkLst>
            <pc:docMk/>
            <pc:sldMk cId="1717719348" sldId="636"/>
            <ac:spMk id="312" creationId="{39F62374-8777-6A80-6EFA-55260ABCE2A4}"/>
          </ac:spMkLst>
        </pc:spChg>
        <pc:spChg chg="mod">
          <ac:chgData name="Mengmeng Ge" userId="bb5bc401-97cb-4caf-9857-8ff441375414" providerId="ADAL" clId="{B1A3E7D4-D1D2-4C4F-B696-F6F3CA53602A}" dt="2024-05-05T21:49:23.013" v="59"/>
          <ac:spMkLst>
            <pc:docMk/>
            <pc:sldMk cId="1717719348" sldId="636"/>
            <ac:spMk id="313" creationId="{0F6D5FBC-E536-566B-D446-FA2C38C76D3D}"/>
          </ac:spMkLst>
        </pc:spChg>
        <pc:spChg chg="mod">
          <ac:chgData name="Mengmeng Ge" userId="bb5bc401-97cb-4caf-9857-8ff441375414" providerId="ADAL" clId="{B1A3E7D4-D1D2-4C4F-B696-F6F3CA53602A}" dt="2024-05-05T21:49:23.013" v="59"/>
          <ac:spMkLst>
            <pc:docMk/>
            <pc:sldMk cId="1717719348" sldId="636"/>
            <ac:spMk id="314" creationId="{BA560D04-9E6B-876E-85B6-779F8BB6541A}"/>
          </ac:spMkLst>
        </pc:spChg>
        <pc:spChg chg="mod">
          <ac:chgData name="Mengmeng Ge" userId="bb5bc401-97cb-4caf-9857-8ff441375414" providerId="ADAL" clId="{B1A3E7D4-D1D2-4C4F-B696-F6F3CA53602A}" dt="2024-05-05T21:49:23.013" v="59"/>
          <ac:spMkLst>
            <pc:docMk/>
            <pc:sldMk cId="1717719348" sldId="636"/>
            <ac:spMk id="315" creationId="{4FD1F8C6-6B3B-BAFF-BB0C-AB524DCF9783}"/>
          </ac:spMkLst>
        </pc:spChg>
        <pc:spChg chg="mod">
          <ac:chgData name="Mengmeng Ge" userId="bb5bc401-97cb-4caf-9857-8ff441375414" providerId="ADAL" clId="{B1A3E7D4-D1D2-4C4F-B696-F6F3CA53602A}" dt="2024-05-05T21:49:23.013" v="59"/>
          <ac:spMkLst>
            <pc:docMk/>
            <pc:sldMk cId="1717719348" sldId="636"/>
            <ac:spMk id="316" creationId="{79ACF781-0986-0260-FB90-908182805897}"/>
          </ac:spMkLst>
        </pc:spChg>
        <pc:spChg chg="mod">
          <ac:chgData name="Mengmeng Ge" userId="bb5bc401-97cb-4caf-9857-8ff441375414" providerId="ADAL" clId="{B1A3E7D4-D1D2-4C4F-B696-F6F3CA53602A}" dt="2024-05-05T21:49:23.013" v="59"/>
          <ac:spMkLst>
            <pc:docMk/>
            <pc:sldMk cId="1717719348" sldId="636"/>
            <ac:spMk id="317" creationId="{F39BBFA7-9AFC-4276-5F59-98A93F577265}"/>
          </ac:spMkLst>
        </pc:spChg>
        <pc:spChg chg="mod">
          <ac:chgData name="Mengmeng Ge" userId="bb5bc401-97cb-4caf-9857-8ff441375414" providerId="ADAL" clId="{B1A3E7D4-D1D2-4C4F-B696-F6F3CA53602A}" dt="2024-05-05T21:49:23.013" v="59"/>
          <ac:spMkLst>
            <pc:docMk/>
            <pc:sldMk cId="1717719348" sldId="636"/>
            <ac:spMk id="318" creationId="{1FE746D6-5D5E-619F-F033-639BB97D8C0C}"/>
          </ac:spMkLst>
        </pc:spChg>
        <pc:spChg chg="mod">
          <ac:chgData name="Mengmeng Ge" userId="bb5bc401-97cb-4caf-9857-8ff441375414" providerId="ADAL" clId="{B1A3E7D4-D1D2-4C4F-B696-F6F3CA53602A}" dt="2024-05-05T21:49:23.013" v="59"/>
          <ac:spMkLst>
            <pc:docMk/>
            <pc:sldMk cId="1717719348" sldId="636"/>
            <ac:spMk id="319" creationId="{A9906391-23C7-90A6-DC63-87FDAF442F86}"/>
          </ac:spMkLst>
        </pc:spChg>
        <pc:spChg chg="mod">
          <ac:chgData name="Mengmeng Ge" userId="bb5bc401-97cb-4caf-9857-8ff441375414" providerId="ADAL" clId="{B1A3E7D4-D1D2-4C4F-B696-F6F3CA53602A}" dt="2024-05-05T21:49:23.013" v="59"/>
          <ac:spMkLst>
            <pc:docMk/>
            <pc:sldMk cId="1717719348" sldId="636"/>
            <ac:spMk id="320" creationId="{FA72DD43-00C3-4220-EBA0-259CACDB6411}"/>
          </ac:spMkLst>
        </pc:spChg>
        <pc:spChg chg="mod">
          <ac:chgData name="Mengmeng Ge" userId="bb5bc401-97cb-4caf-9857-8ff441375414" providerId="ADAL" clId="{B1A3E7D4-D1D2-4C4F-B696-F6F3CA53602A}" dt="2024-05-05T21:49:23.013" v="59"/>
          <ac:spMkLst>
            <pc:docMk/>
            <pc:sldMk cId="1717719348" sldId="636"/>
            <ac:spMk id="321" creationId="{0D54E837-7035-15DA-3675-6B40DDF08FAA}"/>
          </ac:spMkLst>
        </pc:spChg>
        <pc:spChg chg="mod">
          <ac:chgData name="Mengmeng Ge" userId="bb5bc401-97cb-4caf-9857-8ff441375414" providerId="ADAL" clId="{B1A3E7D4-D1D2-4C4F-B696-F6F3CA53602A}" dt="2024-05-05T21:49:23.013" v="59"/>
          <ac:spMkLst>
            <pc:docMk/>
            <pc:sldMk cId="1717719348" sldId="636"/>
            <ac:spMk id="322" creationId="{F38541C4-B2A0-1717-BC5D-FD5DB0429168}"/>
          </ac:spMkLst>
        </pc:spChg>
        <pc:spChg chg="mod">
          <ac:chgData name="Mengmeng Ge" userId="bb5bc401-97cb-4caf-9857-8ff441375414" providerId="ADAL" clId="{B1A3E7D4-D1D2-4C4F-B696-F6F3CA53602A}" dt="2024-05-05T21:49:23.013" v="59"/>
          <ac:spMkLst>
            <pc:docMk/>
            <pc:sldMk cId="1717719348" sldId="636"/>
            <ac:spMk id="323" creationId="{359E1FC8-DF68-A6E8-80F3-47C9F0FE735C}"/>
          </ac:spMkLst>
        </pc:spChg>
        <pc:spChg chg="mod">
          <ac:chgData name="Mengmeng Ge" userId="bb5bc401-97cb-4caf-9857-8ff441375414" providerId="ADAL" clId="{B1A3E7D4-D1D2-4C4F-B696-F6F3CA53602A}" dt="2024-05-05T21:49:23.013" v="59"/>
          <ac:spMkLst>
            <pc:docMk/>
            <pc:sldMk cId="1717719348" sldId="636"/>
            <ac:spMk id="324" creationId="{B0A71C29-F49F-D323-D9E4-F5345F176194}"/>
          </ac:spMkLst>
        </pc:spChg>
        <pc:spChg chg="mod">
          <ac:chgData name="Mengmeng Ge" userId="bb5bc401-97cb-4caf-9857-8ff441375414" providerId="ADAL" clId="{B1A3E7D4-D1D2-4C4F-B696-F6F3CA53602A}" dt="2024-05-05T21:49:23.013" v="59"/>
          <ac:spMkLst>
            <pc:docMk/>
            <pc:sldMk cId="1717719348" sldId="636"/>
            <ac:spMk id="325" creationId="{1FBC7A8B-660A-48E4-7A94-4E9379CA23B0}"/>
          </ac:spMkLst>
        </pc:spChg>
        <pc:spChg chg="mod">
          <ac:chgData name="Mengmeng Ge" userId="bb5bc401-97cb-4caf-9857-8ff441375414" providerId="ADAL" clId="{B1A3E7D4-D1D2-4C4F-B696-F6F3CA53602A}" dt="2024-05-05T21:49:23.013" v="59"/>
          <ac:spMkLst>
            <pc:docMk/>
            <pc:sldMk cId="1717719348" sldId="636"/>
            <ac:spMk id="326" creationId="{B914A977-2326-C434-1FBC-B54767AC9103}"/>
          </ac:spMkLst>
        </pc:spChg>
        <pc:spChg chg="mod">
          <ac:chgData name="Mengmeng Ge" userId="bb5bc401-97cb-4caf-9857-8ff441375414" providerId="ADAL" clId="{B1A3E7D4-D1D2-4C4F-B696-F6F3CA53602A}" dt="2024-05-05T21:49:23.013" v="59"/>
          <ac:spMkLst>
            <pc:docMk/>
            <pc:sldMk cId="1717719348" sldId="636"/>
            <ac:spMk id="327" creationId="{19EF2512-5651-46C3-D29E-088C8D28ABBE}"/>
          </ac:spMkLst>
        </pc:spChg>
        <pc:spChg chg="mod">
          <ac:chgData name="Mengmeng Ge" userId="bb5bc401-97cb-4caf-9857-8ff441375414" providerId="ADAL" clId="{B1A3E7D4-D1D2-4C4F-B696-F6F3CA53602A}" dt="2024-05-05T21:49:23.013" v="59"/>
          <ac:spMkLst>
            <pc:docMk/>
            <pc:sldMk cId="1717719348" sldId="636"/>
            <ac:spMk id="328" creationId="{5389F3E1-449B-4EBB-779C-D74861ABEE27}"/>
          </ac:spMkLst>
        </pc:spChg>
        <pc:spChg chg="mod">
          <ac:chgData name="Mengmeng Ge" userId="bb5bc401-97cb-4caf-9857-8ff441375414" providerId="ADAL" clId="{B1A3E7D4-D1D2-4C4F-B696-F6F3CA53602A}" dt="2024-05-05T21:49:23.013" v="59"/>
          <ac:spMkLst>
            <pc:docMk/>
            <pc:sldMk cId="1717719348" sldId="636"/>
            <ac:spMk id="329" creationId="{F12AB709-D0EF-CE36-9D1F-88DC61C8B107}"/>
          </ac:spMkLst>
        </pc:spChg>
        <pc:spChg chg="mod">
          <ac:chgData name="Mengmeng Ge" userId="bb5bc401-97cb-4caf-9857-8ff441375414" providerId="ADAL" clId="{B1A3E7D4-D1D2-4C4F-B696-F6F3CA53602A}" dt="2024-05-05T21:49:23.013" v="59"/>
          <ac:spMkLst>
            <pc:docMk/>
            <pc:sldMk cId="1717719348" sldId="636"/>
            <ac:spMk id="330" creationId="{56234031-F41D-7B71-6639-888140C1D536}"/>
          </ac:spMkLst>
        </pc:spChg>
        <pc:spChg chg="mod">
          <ac:chgData name="Mengmeng Ge" userId="bb5bc401-97cb-4caf-9857-8ff441375414" providerId="ADAL" clId="{B1A3E7D4-D1D2-4C4F-B696-F6F3CA53602A}" dt="2024-05-05T21:49:23.013" v="59"/>
          <ac:spMkLst>
            <pc:docMk/>
            <pc:sldMk cId="1717719348" sldId="636"/>
            <ac:spMk id="331" creationId="{E468C4AA-9FC0-476F-5D58-0D743A0CF9F3}"/>
          </ac:spMkLst>
        </pc:spChg>
        <pc:spChg chg="mod">
          <ac:chgData name="Mengmeng Ge" userId="bb5bc401-97cb-4caf-9857-8ff441375414" providerId="ADAL" clId="{B1A3E7D4-D1D2-4C4F-B696-F6F3CA53602A}" dt="2024-05-05T21:49:23.013" v="59"/>
          <ac:spMkLst>
            <pc:docMk/>
            <pc:sldMk cId="1717719348" sldId="636"/>
            <ac:spMk id="332" creationId="{772615B1-EBFA-65D8-8837-1B158FB27768}"/>
          </ac:spMkLst>
        </pc:spChg>
        <pc:spChg chg="mod">
          <ac:chgData name="Mengmeng Ge" userId="bb5bc401-97cb-4caf-9857-8ff441375414" providerId="ADAL" clId="{B1A3E7D4-D1D2-4C4F-B696-F6F3CA53602A}" dt="2024-05-05T21:49:23.013" v="59"/>
          <ac:spMkLst>
            <pc:docMk/>
            <pc:sldMk cId="1717719348" sldId="636"/>
            <ac:spMk id="333" creationId="{2A07A479-08BB-B84F-BE47-B60BCE9FBD81}"/>
          </ac:spMkLst>
        </pc:spChg>
        <pc:spChg chg="mod">
          <ac:chgData name="Mengmeng Ge" userId="bb5bc401-97cb-4caf-9857-8ff441375414" providerId="ADAL" clId="{B1A3E7D4-D1D2-4C4F-B696-F6F3CA53602A}" dt="2024-05-05T21:49:23.013" v="59"/>
          <ac:spMkLst>
            <pc:docMk/>
            <pc:sldMk cId="1717719348" sldId="636"/>
            <ac:spMk id="334" creationId="{5822B7CD-BB03-FD01-DF89-F6F5DAFFCB93}"/>
          </ac:spMkLst>
        </pc:spChg>
        <pc:spChg chg="mod">
          <ac:chgData name="Mengmeng Ge" userId="bb5bc401-97cb-4caf-9857-8ff441375414" providerId="ADAL" clId="{B1A3E7D4-D1D2-4C4F-B696-F6F3CA53602A}" dt="2024-05-05T21:49:23.013" v="59"/>
          <ac:spMkLst>
            <pc:docMk/>
            <pc:sldMk cId="1717719348" sldId="636"/>
            <ac:spMk id="335" creationId="{4E71E23B-9A46-50E6-338A-F5547814BC5A}"/>
          </ac:spMkLst>
        </pc:spChg>
        <pc:spChg chg="mod">
          <ac:chgData name="Mengmeng Ge" userId="bb5bc401-97cb-4caf-9857-8ff441375414" providerId="ADAL" clId="{B1A3E7D4-D1D2-4C4F-B696-F6F3CA53602A}" dt="2024-05-05T21:49:23.013" v="59"/>
          <ac:spMkLst>
            <pc:docMk/>
            <pc:sldMk cId="1717719348" sldId="636"/>
            <ac:spMk id="336" creationId="{1B8FD71C-83C5-EA86-50E1-B99A8852E374}"/>
          </ac:spMkLst>
        </pc:spChg>
        <pc:spChg chg="mod">
          <ac:chgData name="Mengmeng Ge" userId="bb5bc401-97cb-4caf-9857-8ff441375414" providerId="ADAL" clId="{B1A3E7D4-D1D2-4C4F-B696-F6F3CA53602A}" dt="2024-05-05T21:49:23.013" v="59"/>
          <ac:spMkLst>
            <pc:docMk/>
            <pc:sldMk cId="1717719348" sldId="636"/>
            <ac:spMk id="337" creationId="{5EC194F9-0046-192C-020E-2FAA4DEF96FF}"/>
          </ac:spMkLst>
        </pc:spChg>
        <pc:spChg chg="mod">
          <ac:chgData name="Mengmeng Ge" userId="bb5bc401-97cb-4caf-9857-8ff441375414" providerId="ADAL" clId="{B1A3E7D4-D1D2-4C4F-B696-F6F3CA53602A}" dt="2024-05-05T21:49:23.013" v="59"/>
          <ac:spMkLst>
            <pc:docMk/>
            <pc:sldMk cId="1717719348" sldId="636"/>
            <ac:spMk id="338" creationId="{1EAB763B-C89F-F236-8BD2-04DEFFB754DD}"/>
          </ac:spMkLst>
        </pc:spChg>
        <pc:spChg chg="mod">
          <ac:chgData name="Mengmeng Ge" userId="bb5bc401-97cb-4caf-9857-8ff441375414" providerId="ADAL" clId="{B1A3E7D4-D1D2-4C4F-B696-F6F3CA53602A}" dt="2024-05-05T21:49:23.013" v="59"/>
          <ac:spMkLst>
            <pc:docMk/>
            <pc:sldMk cId="1717719348" sldId="636"/>
            <ac:spMk id="339" creationId="{1AAFB2D7-92BF-7760-04A3-56BDC626E6B4}"/>
          </ac:spMkLst>
        </pc:spChg>
        <pc:spChg chg="mod">
          <ac:chgData name="Mengmeng Ge" userId="bb5bc401-97cb-4caf-9857-8ff441375414" providerId="ADAL" clId="{B1A3E7D4-D1D2-4C4F-B696-F6F3CA53602A}" dt="2024-05-05T21:49:23.013" v="59"/>
          <ac:spMkLst>
            <pc:docMk/>
            <pc:sldMk cId="1717719348" sldId="636"/>
            <ac:spMk id="340" creationId="{9CAB3C16-8F96-A8F9-D54D-5F50B376688F}"/>
          </ac:spMkLst>
        </pc:spChg>
        <pc:spChg chg="mod">
          <ac:chgData name="Mengmeng Ge" userId="bb5bc401-97cb-4caf-9857-8ff441375414" providerId="ADAL" clId="{B1A3E7D4-D1D2-4C4F-B696-F6F3CA53602A}" dt="2024-05-05T21:49:23.013" v="59"/>
          <ac:spMkLst>
            <pc:docMk/>
            <pc:sldMk cId="1717719348" sldId="636"/>
            <ac:spMk id="341" creationId="{F99901D7-9156-2222-FBA0-A419CFBFC777}"/>
          </ac:spMkLst>
        </pc:spChg>
        <pc:spChg chg="mod">
          <ac:chgData name="Mengmeng Ge" userId="bb5bc401-97cb-4caf-9857-8ff441375414" providerId="ADAL" clId="{B1A3E7D4-D1D2-4C4F-B696-F6F3CA53602A}" dt="2024-05-05T21:49:23.013" v="59"/>
          <ac:spMkLst>
            <pc:docMk/>
            <pc:sldMk cId="1717719348" sldId="636"/>
            <ac:spMk id="342" creationId="{0CF882FC-1E99-CEC0-BBAD-FBA977180390}"/>
          </ac:spMkLst>
        </pc:spChg>
        <pc:spChg chg="mod">
          <ac:chgData name="Mengmeng Ge" userId="bb5bc401-97cb-4caf-9857-8ff441375414" providerId="ADAL" clId="{B1A3E7D4-D1D2-4C4F-B696-F6F3CA53602A}" dt="2024-05-05T21:49:23.013" v="59"/>
          <ac:spMkLst>
            <pc:docMk/>
            <pc:sldMk cId="1717719348" sldId="636"/>
            <ac:spMk id="343" creationId="{4B7356E9-6E36-4F64-2CB7-6D9C8050CCDD}"/>
          </ac:spMkLst>
        </pc:spChg>
        <pc:spChg chg="mod">
          <ac:chgData name="Mengmeng Ge" userId="bb5bc401-97cb-4caf-9857-8ff441375414" providerId="ADAL" clId="{B1A3E7D4-D1D2-4C4F-B696-F6F3CA53602A}" dt="2024-05-05T21:49:23.013" v="59"/>
          <ac:spMkLst>
            <pc:docMk/>
            <pc:sldMk cId="1717719348" sldId="636"/>
            <ac:spMk id="344" creationId="{F0B9D39E-62F8-00B3-BEB7-65E26D919B72}"/>
          </ac:spMkLst>
        </pc:spChg>
        <pc:spChg chg="mod">
          <ac:chgData name="Mengmeng Ge" userId="bb5bc401-97cb-4caf-9857-8ff441375414" providerId="ADAL" clId="{B1A3E7D4-D1D2-4C4F-B696-F6F3CA53602A}" dt="2024-05-05T21:49:23.013" v="59"/>
          <ac:spMkLst>
            <pc:docMk/>
            <pc:sldMk cId="1717719348" sldId="636"/>
            <ac:spMk id="345" creationId="{74F563F7-FE49-224D-CA98-85058290FE91}"/>
          </ac:spMkLst>
        </pc:spChg>
        <pc:spChg chg="mod">
          <ac:chgData name="Mengmeng Ge" userId="bb5bc401-97cb-4caf-9857-8ff441375414" providerId="ADAL" clId="{B1A3E7D4-D1D2-4C4F-B696-F6F3CA53602A}" dt="2024-05-05T21:49:23.013" v="59"/>
          <ac:spMkLst>
            <pc:docMk/>
            <pc:sldMk cId="1717719348" sldId="636"/>
            <ac:spMk id="346" creationId="{8EB8BFA1-982D-0009-4C5D-6422B653D55C}"/>
          </ac:spMkLst>
        </pc:spChg>
        <pc:spChg chg="mod">
          <ac:chgData name="Mengmeng Ge" userId="bb5bc401-97cb-4caf-9857-8ff441375414" providerId="ADAL" clId="{B1A3E7D4-D1D2-4C4F-B696-F6F3CA53602A}" dt="2024-05-05T21:49:23.013" v="59"/>
          <ac:spMkLst>
            <pc:docMk/>
            <pc:sldMk cId="1717719348" sldId="636"/>
            <ac:spMk id="347" creationId="{8AE142A8-9567-6212-1A2B-0D3039B9BF87}"/>
          </ac:spMkLst>
        </pc:spChg>
        <pc:spChg chg="mod">
          <ac:chgData name="Mengmeng Ge" userId="bb5bc401-97cb-4caf-9857-8ff441375414" providerId="ADAL" clId="{B1A3E7D4-D1D2-4C4F-B696-F6F3CA53602A}" dt="2024-05-05T21:49:23.013" v="59"/>
          <ac:spMkLst>
            <pc:docMk/>
            <pc:sldMk cId="1717719348" sldId="636"/>
            <ac:spMk id="348" creationId="{64696EC6-D034-8A4C-108A-72520544F2AC}"/>
          </ac:spMkLst>
        </pc:spChg>
        <pc:spChg chg="mod">
          <ac:chgData name="Mengmeng Ge" userId="bb5bc401-97cb-4caf-9857-8ff441375414" providerId="ADAL" clId="{B1A3E7D4-D1D2-4C4F-B696-F6F3CA53602A}" dt="2024-05-05T21:49:23.013" v="59"/>
          <ac:spMkLst>
            <pc:docMk/>
            <pc:sldMk cId="1717719348" sldId="636"/>
            <ac:spMk id="349" creationId="{3FF7A024-2BD3-85DA-3A8E-38934EDCF52E}"/>
          </ac:spMkLst>
        </pc:spChg>
        <pc:spChg chg="mod">
          <ac:chgData name="Mengmeng Ge" userId="bb5bc401-97cb-4caf-9857-8ff441375414" providerId="ADAL" clId="{B1A3E7D4-D1D2-4C4F-B696-F6F3CA53602A}" dt="2024-05-05T21:49:23.013" v="59"/>
          <ac:spMkLst>
            <pc:docMk/>
            <pc:sldMk cId="1717719348" sldId="636"/>
            <ac:spMk id="350" creationId="{453F3239-98AA-E716-3031-6C7CD3C2E4C3}"/>
          </ac:spMkLst>
        </pc:spChg>
        <pc:spChg chg="mod">
          <ac:chgData name="Mengmeng Ge" userId="bb5bc401-97cb-4caf-9857-8ff441375414" providerId="ADAL" clId="{B1A3E7D4-D1D2-4C4F-B696-F6F3CA53602A}" dt="2024-05-05T21:49:23.013" v="59"/>
          <ac:spMkLst>
            <pc:docMk/>
            <pc:sldMk cId="1717719348" sldId="636"/>
            <ac:spMk id="351" creationId="{6A395A52-22C4-1807-CFB1-BC8A94E7C14A}"/>
          </ac:spMkLst>
        </pc:spChg>
        <pc:spChg chg="mod">
          <ac:chgData name="Mengmeng Ge" userId="bb5bc401-97cb-4caf-9857-8ff441375414" providerId="ADAL" clId="{B1A3E7D4-D1D2-4C4F-B696-F6F3CA53602A}" dt="2024-05-05T21:49:23.013" v="59"/>
          <ac:spMkLst>
            <pc:docMk/>
            <pc:sldMk cId="1717719348" sldId="636"/>
            <ac:spMk id="352" creationId="{2348DC72-4F8D-D6AE-1984-070835755982}"/>
          </ac:spMkLst>
        </pc:spChg>
        <pc:spChg chg="mod">
          <ac:chgData name="Mengmeng Ge" userId="bb5bc401-97cb-4caf-9857-8ff441375414" providerId="ADAL" clId="{B1A3E7D4-D1D2-4C4F-B696-F6F3CA53602A}" dt="2024-05-05T21:49:23.013" v="59"/>
          <ac:spMkLst>
            <pc:docMk/>
            <pc:sldMk cId="1717719348" sldId="636"/>
            <ac:spMk id="353" creationId="{13AEB514-9B69-4F6F-4B89-03537E56889A}"/>
          </ac:spMkLst>
        </pc:spChg>
        <pc:spChg chg="mod">
          <ac:chgData name="Mengmeng Ge" userId="bb5bc401-97cb-4caf-9857-8ff441375414" providerId="ADAL" clId="{B1A3E7D4-D1D2-4C4F-B696-F6F3CA53602A}" dt="2024-05-05T21:49:23.013" v="59"/>
          <ac:spMkLst>
            <pc:docMk/>
            <pc:sldMk cId="1717719348" sldId="636"/>
            <ac:spMk id="354" creationId="{3A301AD9-42C3-744E-0F67-AEBE9D897AD9}"/>
          </ac:spMkLst>
        </pc:spChg>
        <pc:spChg chg="mod">
          <ac:chgData name="Mengmeng Ge" userId="bb5bc401-97cb-4caf-9857-8ff441375414" providerId="ADAL" clId="{B1A3E7D4-D1D2-4C4F-B696-F6F3CA53602A}" dt="2024-05-05T21:49:23.013" v="59"/>
          <ac:spMkLst>
            <pc:docMk/>
            <pc:sldMk cId="1717719348" sldId="636"/>
            <ac:spMk id="355" creationId="{302AEACB-BE54-55CA-CBA3-55EDD83B44EA}"/>
          </ac:spMkLst>
        </pc:spChg>
        <pc:spChg chg="mod">
          <ac:chgData name="Mengmeng Ge" userId="bb5bc401-97cb-4caf-9857-8ff441375414" providerId="ADAL" clId="{B1A3E7D4-D1D2-4C4F-B696-F6F3CA53602A}" dt="2024-05-05T21:49:23.013" v="59"/>
          <ac:spMkLst>
            <pc:docMk/>
            <pc:sldMk cId="1717719348" sldId="636"/>
            <ac:spMk id="356" creationId="{EB4E1C09-31F7-956D-E364-5D44A97FACD1}"/>
          </ac:spMkLst>
        </pc:spChg>
        <pc:spChg chg="mod">
          <ac:chgData name="Mengmeng Ge" userId="bb5bc401-97cb-4caf-9857-8ff441375414" providerId="ADAL" clId="{B1A3E7D4-D1D2-4C4F-B696-F6F3CA53602A}" dt="2024-05-05T21:49:23.013" v="59"/>
          <ac:spMkLst>
            <pc:docMk/>
            <pc:sldMk cId="1717719348" sldId="636"/>
            <ac:spMk id="357" creationId="{6FCABA10-47DF-565A-39CA-D4416B5D15B7}"/>
          </ac:spMkLst>
        </pc:spChg>
        <pc:spChg chg="mod">
          <ac:chgData name="Mengmeng Ge" userId="bb5bc401-97cb-4caf-9857-8ff441375414" providerId="ADAL" clId="{B1A3E7D4-D1D2-4C4F-B696-F6F3CA53602A}" dt="2024-05-05T21:49:23.013" v="59"/>
          <ac:spMkLst>
            <pc:docMk/>
            <pc:sldMk cId="1717719348" sldId="636"/>
            <ac:spMk id="358" creationId="{088A8350-3660-00FD-B776-6F359189A96D}"/>
          </ac:spMkLst>
        </pc:spChg>
        <pc:spChg chg="mod">
          <ac:chgData name="Mengmeng Ge" userId="bb5bc401-97cb-4caf-9857-8ff441375414" providerId="ADAL" clId="{B1A3E7D4-D1D2-4C4F-B696-F6F3CA53602A}" dt="2024-05-05T21:49:23.013" v="59"/>
          <ac:spMkLst>
            <pc:docMk/>
            <pc:sldMk cId="1717719348" sldId="636"/>
            <ac:spMk id="359" creationId="{93897FAA-28B0-EECA-C54E-EF1A06067103}"/>
          </ac:spMkLst>
        </pc:spChg>
        <pc:spChg chg="mod">
          <ac:chgData name="Mengmeng Ge" userId="bb5bc401-97cb-4caf-9857-8ff441375414" providerId="ADAL" clId="{B1A3E7D4-D1D2-4C4F-B696-F6F3CA53602A}" dt="2024-05-05T21:49:23.013" v="59"/>
          <ac:spMkLst>
            <pc:docMk/>
            <pc:sldMk cId="1717719348" sldId="636"/>
            <ac:spMk id="360" creationId="{6E9D9327-081A-2EC8-125C-39BB2AFC36DC}"/>
          </ac:spMkLst>
        </pc:spChg>
        <pc:spChg chg="mod">
          <ac:chgData name="Mengmeng Ge" userId="bb5bc401-97cb-4caf-9857-8ff441375414" providerId="ADAL" clId="{B1A3E7D4-D1D2-4C4F-B696-F6F3CA53602A}" dt="2024-05-05T21:49:23.013" v="59"/>
          <ac:spMkLst>
            <pc:docMk/>
            <pc:sldMk cId="1717719348" sldId="636"/>
            <ac:spMk id="361" creationId="{7E00B550-0B9D-DBC0-F93B-D0CF3D3159C8}"/>
          </ac:spMkLst>
        </pc:spChg>
        <pc:spChg chg="mod">
          <ac:chgData name="Mengmeng Ge" userId="bb5bc401-97cb-4caf-9857-8ff441375414" providerId="ADAL" clId="{B1A3E7D4-D1D2-4C4F-B696-F6F3CA53602A}" dt="2024-05-05T21:49:23.013" v="59"/>
          <ac:spMkLst>
            <pc:docMk/>
            <pc:sldMk cId="1717719348" sldId="636"/>
            <ac:spMk id="362" creationId="{AC57AE76-E60E-2F06-30DD-EAE84F33A0B0}"/>
          </ac:spMkLst>
        </pc:spChg>
        <pc:spChg chg="mod">
          <ac:chgData name="Mengmeng Ge" userId="bb5bc401-97cb-4caf-9857-8ff441375414" providerId="ADAL" clId="{B1A3E7D4-D1D2-4C4F-B696-F6F3CA53602A}" dt="2024-05-05T21:49:23.013" v="59"/>
          <ac:spMkLst>
            <pc:docMk/>
            <pc:sldMk cId="1717719348" sldId="636"/>
            <ac:spMk id="363" creationId="{92A36191-0B9F-FCC5-1AE8-2EDFD31A4DD2}"/>
          </ac:spMkLst>
        </pc:spChg>
        <pc:spChg chg="mod">
          <ac:chgData name="Mengmeng Ge" userId="bb5bc401-97cb-4caf-9857-8ff441375414" providerId="ADAL" clId="{B1A3E7D4-D1D2-4C4F-B696-F6F3CA53602A}" dt="2024-05-05T21:49:23.013" v="59"/>
          <ac:spMkLst>
            <pc:docMk/>
            <pc:sldMk cId="1717719348" sldId="636"/>
            <ac:spMk id="364" creationId="{0ACB1551-D9E5-EB94-E61E-10AA202A917B}"/>
          </ac:spMkLst>
        </pc:spChg>
        <pc:spChg chg="mod">
          <ac:chgData name="Mengmeng Ge" userId="bb5bc401-97cb-4caf-9857-8ff441375414" providerId="ADAL" clId="{B1A3E7D4-D1D2-4C4F-B696-F6F3CA53602A}" dt="2024-05-05T21:49:23.013" v="59"/>
          <ac:spMkLst>
            <pc:docMk/>
            <pc:sldMk cId="1717719348" sldId="636"/>
            <ac:spMk id="365" creationId="{DC09D0FC-4A43-40BC-8FEA-650571046A33}"/>
          </ac:spMkLst>
        </pc:spChg>
        <pc:spChg chg="mod">
          <ac:chgData name="Mengmeng Ge" userId="bb5bc401-97cb-4caf-9857-8ff441375414" providerId="ADAL" clId="{B1A3E7D4-D1D2-4C4F-B696-F6F3CA53602A}" dt="2024-05-05T21:49:23.013" v="59"/>
          <ac:spMkLst>
            <pc:docMk/>
            <pc:sldMk cId="1717719348" sldId="636"/>
            <ac:spMk id="366" creationId="{38361559-749A-0A0B-058F-4CC9A2A8655F}"/>
          </ac:spMkLst>
        </pc:spChg>
        <pc:spChg chg="mod">
          <ac:chgData name="Mengmeng Ge" userId="bb5bc401-97cb-4caf-9857-8ff441375414" providerId="ADAL" clId="{B1A3E7D4-D1D2-4C4F-B696-F6F3CA53602A}" dt="2024-05-05T21:49:23.013" v="59"/>
          <ac:spMkLst>
            <pc:docMk/>
            <pc:sldMk cId="1717719348" sldId="636"/>
            <ac:spMk id="367" creationId="{D7B3A694-E0E3-8A2B-BB33-EBD54574E20D}"/>
          </ac:spMkLst>
        </pc:spChg>
        <pc:spChg chg="mod">
          <ac:chgData name="Mengmeng Ge" userId="bb5bc401-97cb-4caf-9857-8ff441375414" providerId="ADAL" clId="{B1A3E7D4-D1D2-4C4F-B696-F6F3CA53602A}" dt="2024-05-05T21:49:23.013" v="59"/>
          <ac:spMkLst>
            <pc:docMk/>
            <pc:sldMk cId="1717719348" sldId="636"/>
            <ac:spMk id="368" creationId="{D000FF0D-2557-9B69-97BD-E3346348153C}"/>
          </ac:spMkLst>
        </pc:spChg>
        <pc:spChg chg="mod">
          <ac:chgData name="Mengmeng Ge" userId="bb5bc401-97cb-4caf-9857-8ff441375414" providerId="ADAL" clId="{B1A3E7D4-D1D2-4C4F-B696-F6F3CA53602A}" dt="2024-05-05T21:49:23.013" v="59"/>
          <ac:spMkLst>
            <pc:docMk/>
            <pc:sldMk cId="1717719348" sldId="636"/>
            <ac:spMk id="369" creationId="{32C9A8D3-B6CE-5AC4-A06F-695EDFF6B452}"/>
          </ac:spMkLst>
        </pc:spChg>
        <pc:spChg chg="mod">
          <ac:chgData name="Mengmeng Ge" userId="bb5bc401-97cb-4caf-9857-8ff441375414" providerId="ADAL" clId="{B1A3E7D4-D1D2-4C4F-B696-F6F3CA53602A}" dt="2024-05-05T21:49:23.013" v="59"/>
          <ac:spMkLst>
            <pc:docMk/>
            <pc:sldMk cId="1717719348" sldId="636"/>
            <ac:spMk id="370" creationId="{E9D65963-D320-E84B-B710-566DF70237D8}"/>
          </ac:spMkLst>
        </pc:spChg>
        <pc:spChg chg="mod">
          <ac:chgData name="Mengmeng Ge" userId="bb5bc401-97cb-4caf-9857-8ff441375414" providerId="ADAL" clId="{B1A3E7D4-D1D2-4C4F-B696-F6F3CA53602A}" dt="2024-05-05T21:49:23.013" v="59"/>
          <ac:spMkLst>
            <pc:docMk/>
            <pc:sldMk cId="1717719348" sldId="636"/>
            <ac:spMk id="371" creationId="{556D1F78-7F88-CBCA-0AE6-D5782CC3068A}"/>
          </ac:spMkLst>
        </pc:spChg>
        <pc:spChg chg="mod">
          <ac:chgData name="Mengmeng Ge" userId="bb5bc401-97cb-4caf-9857-8ff441375414" providerId="ADAL" clId="{B1A3E7D4-D1D2-4C4F-B696-F6F3CA53602A}" dt="2024-05-05T21:49:23.013" v="59"/>
          <ac:spMkLst>
            <pc:docMk/>
            <pc:sldMk cId="1717719348" sldId="636"/>
            <ac:spMk id="372" creationId="{7526145A-3D0E-3A78-8087-ADB0830A2494}"/>
          </ac:spMkLst>
        </pc:spChg>
        <pc:spChg chg="mod">
          <ac:chgData name="Mengmeng Ge" userId="bb5bc401-97cb-4caf-9857-8ff441375414" providerId="ADAL" clId="{B1A3E7D4-D1D2-4C4F-B696-F6F3CA53602A}" dt="2024-05-05T21:49:23.013" v="59"/>
          <ac:spMkLst>
            <pc:docMk/>
            <pc:sldMk cId="1717719348" sldId="636"/>
            <ac:spMk id="373" creationId="{74C87CD7-4FF4-C417-63E4-101EAF122B8C}"/>
          </ac:spMkLst>
        </pc:spChg>
        <pc:spChg chg="mod">
          <ac:chgData name="Mengmeng Ge" userId="bb5bc401-97cb-4caf-9857-8ff441375414" providerId="ADAL" clId="{B1A3E7D4-D1D2-4C4F-B696-F6F3CA53602A}" dt="2024-05-05T21:49:23.013" v="59"/>
          <ac:spMkLst>
            <pc:docMk/>
            <pc:sldMk cId="1717719348" sldId="636"/>
            <ac:spMk id="374" creationId="{53C09B2E-A619-E083-2D6C-414988467E72}"/>
          </ac:spMkLst>
        </pc:spChg>
        <pc:spChg chg="mod">
          <ac:chgData name="Mengmeng Ge" userId="bb5bc401-97cb-4caf-9857-8ff441375414" providerId="ADAL" clId="{B1A3E7D4-D1D2-4C4F-B696-F6F3CA53602A}" dt="2024-05-05T21:49:23.013" v="59"/>
          <ac:spMkLst>
            <pc:docMk/>
            <pc:sldMk cId="1717719348" sldId="636"/>
            <ac:spMk id="375" creationId="{812F7CDA-6A42-FD74-561B-A953E6F91D5D}"/>
          </ac:spMkLst>
        </pc:spChg>
        <pc:spChg chg="mod">
          <ac:chgData name="Mengmeng Ge" userId="bb5bc401-97cb-4caf-9857-8ff441375414" providerId="ADAL" clId="{B1A3E7D4-D1D2-4C4F-B696-F6F3CA53602A}" dt="2024-05-05T21:49:23.013" v="59"/>
          <ac:spMkLst>
            <pc:docMk/>
            <pc:sldMk cId="1717719348" sldId="636"/>
            <ac:spMk id="376" creationId="{00BB8041-1580-9007-7719-BF10200E9427}"/>
          </ac:spMkLst>
        </pc:spChg>
        <pc:spChg chg="mod">
          <ac:chgData name="Mengmeng Ge" userId="bb5bc401-97cb-4caf-9857-8ff441375414" providerId="ADAL" clId="{B1A3E7D4-D1D2-4C4F-B696-F6F3CA53602A}" dt="2024-05-05T21:49:23.013" v="59"/>
          <ac:spMkLst>
            <pc:docMk/>
            <pc:sldMk cId="1717719348" sldId="636"/>
            <ac:spMk id="377" creationId="{3218EE70-CB22-25E3-D384-3EC7B530899D}"/>
          </ac:spMkLst>
        </pc:spChg>
        <pc:spChg chg="mod">
          <ac:chgData name="Mengmeng Ge" userId="bb5bc401-97cb-4caf-9857-8ff441375414" providerId="ADAL" clId="{B1A3E7D4-D1D2-4C4F-B696-F6F3CA53602A}" dt="2024-05-05T21:49:23.013" v="59"/>
          <ac:spMkLst>
            <pc:docMk/>
            <pc:sldMk cId="1717719348" sldId="636"/>
            <ac:spMk id="378" creationId="{35F0FB7B-1B41-C1D2-23F5-5CEF06D8A335}"/>
          </ac:spMkLst>
        </pc:spChg>
        <pc:spChg chg="mod">
          <ac:chgData name="Mengmeng Ge" userId="bb5bc401-97cb-4caf-9857-8ff441375414" providerId="ADAL" clId="{B1A3E7D4-D1D2-4C4F-B696-F6F3CA53602A}" dt="2024-05-05T21:49:23.013" v="59"/>
          <ac:spMkLst>
            <pc:docMk/>
            <pc:sldMk cId="1717719348" sldId="636"/>
            <ac:spMk id="379" creationId="{594B3F32-08A9-FCDE-2FA4-102A46DE2183}"/>
          </ac:spMkLst>
        </pc:spChg>
        <pc:spChg chg="mod">
          <ac:chgData name="Mengmeng Ge" userId="bb5bc401-97cb-4caf-9857-8ff441375414" providerId="ADAL" clId="{B1A3E7D4-D1D2-4C4F-B696-F6F3CA53602A}" dt="2024-05-05T21:49:23.013" v="59"/>
          <ac:spMkLst>
            <pc:docMk/>
            <pc:sldMk cId="1717719348" sldId="636"/>
            <ac:spMk id="380" creationId="{0170B398-43DA-498B-B8F9-45E69959C1FE}"/>
          </ac:spMkLst>
        </pc:spChg>
        <pc:spChg chg="mod">
          <ac:chgData name="Mengmeng Ge" userId="bb5bc401-97cb-4caf-9857-8ff441375414" providerId="ADAL" clId="{B1A3E7D4-D1D2-4C4F-B696-F6F3CA53602A}" dt="2024-05-05T21:49:23.013" v="59"/>
          <ac:spMkLst>
            <pc:docMk/>
            <pc:sldMk cId="1717719348" sldId="636"/>
            <ac:spMk id="381" creationId="{5A11F3FD-F0C7-0F55-AE48-8544E35A9553}"/>
          </ac:spMkLst>
        </pc:spChg>
        <pc:spChg chg="mod">
          <ac:chgData name="Mengmeng Ge" userId="bb5bc401-97cb-4caf-9857-8ff441375414" providerId="ADAL" clId="{B1A3E7D4-D1D2-4C4F-B696-F6F3CA53602A}" dt="2024-05-05T21:49:23.013" v="59"/>
          <ac:spMkLst>
            <pc:docMk/>
            <pc:sldMk cId="1717719348" sldId="636"/>
            <ac:spMk id="382" creationId="{E2142C97-8A07-8FAB-FBF0-AE06EA7F8E71}"/>
          </ac:spMkLst>
        </pc:spChg>
        <pc:spChg chg="mod">
          <ac:chgData name="Mengmeng Ge" userId="bb5bc401-97cb-4caf-9857-8ff441375414" providerId="ADAL" clId="{B1A3E7D4-D1D2-4C4F-B696-F6F3CA53602A}" dt="2024-05-05T21:49:23.013" v="59"/>
          <ac:spMkLst>
            <pc:docMk/>
            <pc:sldMk cId="1717719348" sldId="636"/>
            <ac:spMk id="386" creationId="{272000C0-6CDC-8CBF-0B3D-4ECB83EC8BDD}"/>
          </ac:spMkLst>
        </pc:spChg>
        <pc:spChg chg="mod">
          <ac:chgData name="Mengmeng Ge" userId="bb5bc401-97cb-4caf-9857-8ff441375414" providerId="ADAL" clId="{B1A3E7D4-D1D2-4C4F-B696-F6F3CA53602A}" dt="2024-05-05T21:49:23.013" v="59"/>
          <ac:spMkLst>
            <pc:docMk/>
            <pc:sldMk cId="1717719348" sldId="636"/>
            <ac:spMk id="387" creationId="{6D268FE9-673F-79B1-7542-898BAD52264C}"/>
          </ac:spMkLst>
        </pc:spChg>
        <pc:spChg chg="mod">
          <ac:chgData name="Mengmeng Ge" userId="bb5bc401-97cb-4caf-9857-8ff441375414" providerId="ADAL" clId="{B1A3E7D4-D1D2-4C4F-B696-F6F3CA53602A}" dt="2024-05-05T21:49:23.013" v="59"/>
          <ac:spMkLst>
            <pc:docMk/>
            <pc:sldMk cId="1717719348" sldId="636"/>
            <ac:spMk id="388" creationId="{4E37E6B2-E89D-EC65-ECDA-8C62C5715DFC}"/>
          </ac:spMkLst>
        </pc:spChg>
        <pc:spChg chg="mod">
          <ac:chgData name="Mengmeng Ge" userId="bb5bc401-97cb-4caf-9857-8ff441375414" providerId="ADAL" clId="{B1A3E7D4-D1D2-4C4F-B696-F6F3CA53602A}" dt="2024-05-05T21:49:23.013" v="59"/>
          <ac:spMkLst>
            <pc:docMk/>
            <pc:sldMk cId="1717719348" sldId="636"/>
            <ac:spMk id="389" creationId="{0230DE7A-0C66-3C1D-C702-53D5C350C712}"/>
          </ac:spMkLst>
        </pc:spChg>
        <pc:spChg chg="mod">
          <ac:chgData name="Mengmeng Ge" userId="bb5bc401-97cb-4caf-9857-8ff441375414" providerId="ADAL" clId="{B1A3E7D4-D1D2-4C4F-B696-F6F3CA53602A}" dt="2024-05-05T21:49:23.013" v="59"/>
          <ac:spMkLst>
            <pc:docMk/>
            <pc:sldMk cId="1717719348" sldId="636"/>
            <ac:spMk id="390" creationId="{E061AAEA-3669-E847-5E0B-9EBB485E8262}"/>
          </ac:spMkLst>
        </pc:spChg>
        <pc:spChg chg="mod">
          <ac:chgData name="Mengmeng Ge" userId="bb5bc401-97cb-4caf-9857-8ff441375414" providerId="ADAL" clId="{B1A3E7D4-D1D2-4C4F-B696-F6F3CA53602A}" dt="2024-05-05T21:49:23.013" v="59"/>
          <ac:spMkLst>
            <pc:docMk/>
            <pc:sldMk cId="1717719348" sldId="636"/>
            <ac:spMk id="391" creationId="{6473D618-19B3-B14C-F52B-8FBF5E2E5BEB}"/>
          </ac:spMkLst>
        </pc:spChg>
        <pc:spChg chg="mod">
          <ac:chgData name="Mengmeng Ge" userId="bb5bc401-97cb-4caf-9857-8ff441375414" providerId="ADAL" clId="{B1A3E7D4-D1D2-4C4F-B696-F6F3CA53602A}" dt="2024-05-05T21:49:23.013" v="59"/>
          <ac:spMkLst>
            <pc:docMk/>
            <pc:sldMk cId="1717719348" sldId="636"/>
            <ac:spMk id="392" creationId="{66E05701-8328-9269-F9A7-B711F1AD280A}"/>
          </ac:spMkLst>
        </pc:spChg>
        <pc:spChg chg="mod">
          <ac:chgData name="Mengmeng Ge" userId="bb5bc401-97cb-4caf-9857-8ff441375414" providerId="ADAL" clId="{B1A3E7D4-D1D2-4C4F-B696-F6F3CA53602A}" dt="2024-05-05T21:49:23.013" v="59"/>
          <ac:spMkLst>
            <pc:docMk/>
            <pc:sldMk cId="1717719348" sldId="636"/>
            <ac:spMk id="393" creationId="{32011040-9D46-70EC-1D5B-192FD135943B}"/>
          </ac:spMkLst>
        </pc:spChg>
        <pc:spChg chg="mod">
          <ac:chgData name="Mengmeng Ge" userId="bb5bc401-97cb-4caf-9857-8ff441375414" providerId="ADAL" clId="{B1A3E7D4-D1D2-4C4F-B696-F6F3CA53602A}" dt="2024-05-05T21:49:23.013" v="59"/>
          <ac:spMkLst>
            <pc:docMk/>
            <pc:sldMk cId="1717719348" sldId="636"/>
            <ac:spMk id="394" creationId="{2B778906-4829-7654-4A91-39765812617B}"/>
          </ac:spMkLst>
        </pc:spChg>
        <pc:spChg chg="mod">
          <ac:chgData name="Mengmeng Ge" userId="bb5bc401-97cb-4caf-9857-8ff441375414" providerId="ADAL" clId="{B1A3E7D4-D1D2-4C4F-B696-F6F3CA53602A}" dt="2024-05-05T21:49:23.013" v="59"/>
          <ac:spMkLst>
            <pc:docMk/>
            <pc:sldMk cId="1717719348" sldId="636"/>
            <ac:spMk id="395" creationId="{0455C98F-D76E-2D0D-C5B8-5CA4B86B6DDD}"/>
          </ac:spMkLst>
        </pc:spChg>
        <pc:spChg chg="mod">
          <ac:chgData name="Mengmeng Ge" userId="bb5bc401-97cb-4caf-9857-8ff441375414" providerId="ADAL" clId="{B1A3E7D4-D1D2-4C4F-B696-F6F3CA53602A}" dt="2024-05-05T21:49:23.013" v="59"/>
          <ac:spMkLst>
            <pc:docMk/>
            <pc:sldMk cId="1717719348" sldId="636"/>
            <ac:spMk id="396" creationId="{A795C784-B8B4-0C42-91CE-A681404D9DD0}"/>
          </ac:spMkLst>
        </pc:spChg>
        <pc:spChg chg="mod">
          <ac:chgData name="Mengmeng Ge" userId="bb5bc401-97cb-4caf-9857-8ff441375414" providerId="ADAL" clId="{B1A3E7D4-D1D2-4C4F-B696-F6F3CA53602A}" dt="2024-05-05T21:49:23.013" v="59"/>
          <ac:spMkLst>
            <pc:docMk/>
            <pc:sldMk cId="1717719348" sldId="636"/>
            <ac:spMk id="397" creationId="{0F5C0AEC-27EC-60AB-5CBE-533C415630CC}"/>
          </ac:spMkLst>
        </pc:spChg>
        <pc:spChg chg="mod">
          <ac:chgData name="Mengmeng Ge" userId="bb5bc401-97cb-4caf-9857-8ff441375414" providerId="ADAL" clId="{B1A3E7D4-D1D2-4C4F-B696-F6F3CA53602A}" dt="2024-05-05T21:49:23.013" v="59"/>
          <ac:spMkLst>
            <pc:docMk/>
            <pc:sldMk cId="1717719348" sldId="636"/>
            <ac:spMk id="398" creationId="{736C1437-38A4-F0BF-9842-0F435E8A2267}"/>
          </ac:spMkLst>
        </pc:spChg>
        <pc:spChg chg="mod">
          <ac:chgData name="Mengmeng Ge" userId="bb5bc401-97cb-4caf-9857-8ff441375414" providerId="ADAL" clId="{B1A3E7D4-D1D2-4C4F-B696-F6F3CA53602A}" dt="2024-05-05T21:49:23.013" v="59"/>
          <ac:spMkLst>
            <pc:docMk/>
            <pc:sldMk cId="1717719348" sldId="636"/>
            <ac:spMk id="399" creationId="{B73CCE7F-5C93-C160-1BA4-473D4E635BDB}"/>
          </ac:spMkLst>
        </pc:spChg>
        <pc:grpChg chg="add mod">
          <ac:chgData name="Mengmeng Ge" userId="bb5bc401-97cb-4caf-9857-8ff441375414" providerId="ADAL" clId="{B1A3E7D4-D1D2-4C4F-B696-F6F3CA53602A}" dt="2024-05-05T21:49:23.013" v="59"/>
          <ac:grpSpMkLst>
            <pc:docMk/>
            <pc:sldMk cId="1717719348" sldId="636"/>
            <ac:grpSpMk id="5" creationId="{5DB36030-712F-59BD-30B2-0B0D749AFFB6}"/>
          </ac:grpSpMkLst>
        </pc:grpChg>
        <pc:grpChg chg="mod">
          <ac:chgData name="Mengmeng Ge" userId="bb5bc401-97cb-4caf-9857-8ff441375414" providerId="ADAL" clId="{B1A3E7D4-D1D2-4C4F-B696-F6F3CA53602A}" dt="2024-05-05T21:49:23.013" v="59"/>
          <ac:grpSpMkLst>
            <pc:docMk/>
            <pc:sldMk cId="1717719348" sldId="636"/>
            <ac:grpSpMk id="9" creationId="{F420D96B-0A2F-F4BC-D8A6-62F6AF9B0E8B}"/>
          </ac:grpSpMkLst>
        </pc:grpChg>
        <pc:grpChg chg="mod">
          <ac:chgData name="Mengmeng Ge" userId="bb5bc401-97cb-4caf-9857-8ff441375414" providerId="ADAL" clId="{B1A3E7D4-D1D2-4C4F-B696-F6F3CA53602A}" dt="2024-05-05T21:49:23.013" v="59"/>
          <ac:grpSpMkLst>
            <pc:docMk/>
            <pc:sldMk cId="1717719348" sldId="636"/>
            <ac:grpSpMk id="10" creationId="{A6365DE4-972A-1ECB-9CE3-48D74BA2B0B6}"/>
          </ac:grpSpMkLst>
        </pc:grpChg>
        <pc:grpChg chg="mod">
          <ac:chgData name="Mengmeng Ge" userId="bb5bc401-97cb-4caf-9857-8ff441375414" providerId="ADAL" clId="{B1A3E7D4-D1D2-4C4F-B696-F6F3CA53602A}" dt="2024-05-05T21:49:23.013" v="59"/>
          <ac:grpSpMkLst>
            <pc:docMk/>
            <pc:sldMk cId="1717719348" sldId="636"/>
            <ac:grpSpMk id="16" creationId="{B965B720-A542-A607-2D27-935F05C3F6D5}"/>
          </ac:grpSpMkLst>
        </pc:grpChg>
        <pc:grpChg chg="mod">
          <ac:chgData name="Mengmeng Ge" userId="bb5bc401-97cb-4caf-9857-8ff441375414" providerId="ADAL" clId="{B1A3E7D4-D1D2-4C4F-B696-F6F3CA53602A}" dt="2024-05-05T21:49:23.013" v="59"/>
          <ac:grpSpMkLst>
            <pc:docMk/>
            <pc:sldMk cId="1717719348" sldId="636"/>
            <ac:grpSpMk id="17" creationId="{63157B6D-D0B1-7942-E01E-ADF1E4E1BF0B}"/>
          </ac:grpSpMkLst>
        </pc:grpChg>
        <pc:grpChg chg="mod">
          <ac:chgData name="Mengmeng Ge" userId="bb5bc401-97cb-4caf-9857-8ff441375414" providerId="ADAL" clId="{B1A3E7D4-D1D2-4C4F-B696-F6F3CA53602A}" dt="2024-05-05T21:49:23.013" v="59"/>
          <ac:grpSpMkLst>
            <pc:docMk/>
            <pc:sldMk cId="1717719348" sldId="636"/>
            <ac:grpSpMk id="23" creationId="{5170AB45-1404-DFEE-1D81-F52A43425A01}"/>
          </ac:grpSpMkLst>
        </pc:grpChg>
        <pc:grpChg chg="mod">
          <ac:chgData name="Mengmeng Ge" userId="bb5bc401-97cb-4caf-9857-8ff441375414" providerId="ADAL" clId="{B1A3E7D4-D1D2-4C4F-B696-F6F3CA53602A}" dt="2024-05-05T21:49:23.013" v="59"/>
          <ac:grpSpMkLst>
            <pc:docMk/>
            <pc:sldMk cId="1717719348" sldId="636"/>
            <ac:grpSpMk id="24" creationId="{BE659F83-0935-42FE-E2A4-B85D09EB34DA}"/>
          </ac:grpSpMkLst>
        </pc:grpChg>
        <pc:grpChg chg="mod">
          <ac:chgData name="Mengmeng Ge" userId="bb5bc401-97cb-4caf-9857-8ff441375414" providerId="ADAL" clId="{B1A3E7D4-D1D2-4C4F-B696-F6F3CA53602A}" dt="2024-05-05T21:49:23.013" v="59"/>
          <ac:grpSpMkLst>
            <pc:docMk/>
            <pc:sldMk cId="1717719348" sldId="636"/>
            <ac:grpSpMk id="30" creationId="{88412E2C-5B02-ACE0-81A4-054AFBF1F299}"/>
          </ac:grpSpMkLst>
        </pc:grpChg>
        <pc:grpChg chg="mod">
          <ac:chgData name="Mengmeng Ge" userId="bb5bc401-97cb-4caf-9857-8ff441375414" providerId="ADAL" clId="{B1A3E7D4-D1D2-4C4F-B696-F6F3CA53602A}" dt="2024-05-05T21:49:23.013" v="59"/>
          <ac:grpSpMkLst>
            <pc:docMk/>
            <pc:sldMk cId="1717719348" sldId="636"/>
            <ac:grpSpMk id="31" creationId="{6A6FED00-7605-9C7B-E9B9-43185668AB33}"/>
          </ac:grpSpMkLst>
        </pc:grpChg>
        <pc:grpChg chg="mod">
          <ac:chgData name="Mengmeng Ge" userId="bb5bc401-97cb-4caf-9857-8ff441375414" providerId="ADAL" clId="{B1A3E7D4-D1D2-4C4F-B696-F6F3CA53602A}" dt="2024-05-05T21:49:23.013" v="59"/>
          <ac:grpSpMkLst>
            <pc:docMk/>
            <pc:sldMk cId="1717719348" sldId="636"/>
            <ac:grpSpMk id="37" creationId="{CE44C31B-91CA-C19D-8D99-DC44B0C83A18}"/>
          </ac:grpSpMkLst>
        </pc:grpChg>
        <pc:grpChg chg="mod">
          <ac:chgData name="Mengmeng Ge" userId="bb5bc401-97cb-4caf-9857-8ff441375414" providerId="ADAL" clId="{B1A3E7D4-D1D2-4C4F-B696-F6F3CA53602A}" dt="2024-05-05T21:49:23.013" v="59"/>
          <ac:grpSpMkLst>
            <pc:docMk/>
            <pc:sldMk cId="1717719348" sldId="636"/>
            <ac:grpSpMk id="38" creationId="{7A1D9208-81C5-8FCA-18E3-FA28356CF489}"/>
          </ac:grpSpMkLst>
        </pc:grpChg>
        <pc:grpChg chg="mod">
          <ac:chgData name="Mengmeng Ge" userId="bb5bc401-97cb-4caf-9857-8ff441375414" providerId="ADAL" clId="{B1A3E7D4-D1D2-4C4F-B696-F6F3CA53602A}" dt="2024-05-05T21:49:23.013" v="59"/>
          <ac:grpSpMkLst>
            <pc:docMk/>
            <pc:sldMk cId="1717719348" sldId="636"/>
            <ac:grpSpMk id="44" creationId="{95ED4EC1-DBC2-6CCE-B925-71114F6C038D}"/>
          </ac:grpSpMkLst>
        </pc:grpChg>
        <pc:grpChg chg="mod">
          <ac:chgData name="Mengmeng Ge" userId="bb5bc401-97cb-4caf-9857-8ff441375414" providerId="ADAL" clId="{B1A3E7D4-D1D2-4C4F-B696-F6F3CA53602A}" dt="2024-05-05T21:49:23.013" v="59"/>
          <ac:grpSpMkLst>
            <pc:docMk/>
            <pc:sldMk cId="1717719348" sldId="636"/>
            <ac:grpSpMk id="45" creationId="{E5F5B3AD-D9D2-6EDE-C329-9F98BB2E1855}"/>
          </ac:grpSpMkLst>
        </pc:grpChg>
        <pc:grpChg chg="mod">
          <ac:chgData name="Mengmeng Ge" userId="bb5bc401-97cb-4caf-9857-8ff441375414" providerId="ADAL" clId="{B1A3E7D4-D1D2-4C4F-B696-F6F3CA53602A}" dt="2024-05-05T21:49:23.013" v="59"/>
          <ac:grpSpMkLst>
            <pc:docMk/>
            <pc:sldMk cId="1717719348" sldId="636"/>
            <ac:grpSpMk id="51" creationId="{896D0262-C750-0BF3-C654-988B367271A8}"/>
          </ac:grpSpMkLst>
        </pc:grpChg>
        <pc:grpChg chg="mod">
          <ac:chgData name="Mengmeng Ge" userId="bb5bc401-97cb-4caf-9857-8ff441375414" providerId="ADAL" clId="{B1A3E7D4-D1D2-4C4F-B696-F6F3CA53602A}" dt="2024-05-05T21:49:23.013" v="59"/>
          <ac:grpSpMkLst>
            <pc:docMk/>
            <pc:sldMk cId="1717719348" sldId="636"/>
            <ac:grpSpMk id="52" creationId="{FFE490FF-C9A8-214D-D845-9E7ABE465B01}"/>
          </ac:grpSpMkLst>
        </pc:grpChg>
        <pc:grpChg chg="mod">
          <ac:chgData name="Mengmeng Ge" userId="bb5bc401-97cb-4caf-9857-8ff441375414" providerId="ADAL" clId="{B1A3E7D4-D1D2-4C4F-B696-F6F3CA53602A}" dt="2024-05-05T21:49:23.013" v="59"/>
          <ac:grpSpMkLst>
            <pc:docMk/>
            <pc:sldMk cId="1717719348" sldId="636"/>
            <ac:grpSpMk id="58" creationId="{991662D0-59DC-F5A0-B834-6EDB1F005B28}"/>
          </ac:grpSpMkLst>
        </pc:grpChg>
        <pc:grpChg chg="mod">
          <ac:chgData name="Mengmeng Ge" userId="bb5bc401-97cb-4caf-9857-8ff441375414" providerId="ADAL" clId="{B1A3E7D4-D1D2-4C4F-B696-F6F3CA53602A}" dt="2024-05-05T21:49:23.013" v="59"/>
          <ac:grpSpMkLst>
            <pc:docMk/>
            <pc:sldMk cId="1717719348" sldId="636"/>
            <ac:grpSpMk id="59" creationId="{FCC0B66C-BA37-E837-48CF-6988061D845F}"/>
          </ac:grpSpMkLst>
        </pc:grpChg>
        <pc:grpChg chg="mod">
          <ac:chgData name="Mengmeng Ge" userId="bb5bc401-97cb-4caf-9857-8ff441375414" providerId="ADAL" clId="{B1A3E7D4-D1D2-4C4F-B696-F6F3CA53602A}" dt="2024-05-05T21:49:23.013" v="59"/>
          <ac:grpSpMkLst>
            <pc:docMk/>
            <pc:sldMk cId="1717719348" sldId="636"/>
            <ac:grpSpMk id="65" creationId="{4612A9FD-8910-8253-5A42-71B6DD59D671}"/>
          </ac:grpSpMkLst>
        </pc:grpChg>
        <pc:grpChg chg="mod">
          <ac:chgData name="Mengmeng Ge" userId="bb5bc401-97cb-4caf-9857-8ff441375414" providerId="ADAL" clId="{B1A3E7D4-D1D2-4C4F-B696-F6F3CA53602A}" dt="2024-05-05T21:49:23.013" v="59"/>
          <ac:grpSpMkLst>
            <pc:docMk/>
            <pc:sldMk cId="1717719348" sldId="636"/>
            <ac:grpSpMk id="66" creationId="{997D244F-AC09-BCC3-6807-8334591FEC13}"/>
          </ac:grpSpMkLst>
        </pc:grpChg>
        <pc:grpChg chg="mod">
          <ac:chgData name="Mengmeng Ge" userId="bb5bc401-97cb-4caf-9857-8ff441375414" providerId="ADAL" clId="{B1A3E7D4-D1D2-4C4F-B696-F6F3CA53602A}" dt="2024-05-05T21:49:23.013" v="59"/>
          <ac:grpSpMkLst>
            <pc:docMk/>
            <pc:sldMk cId="1717719348" sldId="636"/>
            <ac:grpSpMk id="72" creationId="{FB09A470-0B9F-AEAB-F7A4-823AE3C7ADED}"/>
          </ac:grpSpMkLst>
        </pc:grpChg>
        <pc:grpChg chg="mod">
          <ac:chgData name="Mengmeng Ge" userId="bb5bc401-97cb-4caf-9857-8ff441375414" providerId="ADAL" clId="{B1A3E7D4-D1D2-4C4F-B696-F6F3CA53602A}" dt="2024-05-05T21:49:23.013" v="59"/>
          <ac:grpSpMkLst>
            <pc:docMk/>
            <pc:sldMk cId="1717719348" sldId="636"/>
            <ac:grpSpMk id="73" creationId="{ABFCDC27-342A-C0F9-FBF6-EA54121D8635}"/>
          </ac:grpSpMkLst>
        </pc:grpChg>
        <pc:grpChg chg="mod">
          <ac:chgData name="Mengmeng Ge" userId="bb5bc401-97cb-4caf-9857-8ff441375414" providerId="ADAL" clId="{B1A3E7D4-D1D2-4C4F-B696-F6F3CA53602A}" dt="2024-05-05T21:49:23.013" v="59"/>
          <ac:grpSpMkLst>
            <pc:docMk/>
            <pc:sldMk cId="1717719348" sldId="636"/>
            <ac:grpSpMk id="85" creationId="{47329300-27D0-633F-B381-C5B7847CECA3}"/>
          </ac:grpSpMkLst>
        </pc:grpChg>
        <pc:grpChg chg="mod">
          <ac:chgData name="Mengmeng Ge" userId="bb5bc401-97cb-4caf-9857-8ff441375414" providerId="ADAL" clId="{B1A3E7D4-D1D2-4C4F-B696-F6F3CA53602A}" dt="2024-05-05T21:49:23.013" v="59"/>
          <ac:grpSpMkLst>
            <pc:docMk/>
            <pc:sldMk cId="1717719348" sldId="636"/>
            <ac:grpSpMk id="86" creationId="{62B6E14D-12A8-F014-D1B0-89FAD1A001FA}"/>
          </ac:grpSpMkLst>
        </pc:grpChg>
        <pc:grpChg chg="mod">
          <ac:chgData name="Mengmeng Ge" userId="bb5bc401-97cb-4caf-9857-8ff441375414" providerId="ADAL" clId="{B1A3E7D4-D1D2-4C4F-B696-F6F3CA53602A}" dt="2024-05-05T21:49:23.013" v="59"/>
          <ac:grpSpMkLst>
            <pc:docMk/>
            <pc:sldMk cId="1717719348" sldId="636"/>
            <ac:grpSpMk id="87" creationId="{33F53A9D-085C-88F2-EC4A-2429993A7717}"/>
          </ac:grpSpMkLst>
        </pc:grpChg>
        <pc:grpChg chg="mod">
          <ac:chgData name="Mengmeng Ge" userId="bb5bc401-97cb-4caf-9857-8ff441375414" providerId="ADAL" clId="{B1A3E7D4-D1D2-4C4F-B696-F6F3CA53602A}" dt="2024-05-05T21:49:23.013" v="59"/>
          <ac:grpSpMkLst>
            <pc:docMk/>
            <pc:sldMk cId="1717719348" sldId="636"/>
            <ac:grpSpMk id="100" creationId="{6B393A87-4004-5B52-E7B4-94A5753A4CFF}"/>
          </ac:grpSpMkLst>
        </pc:grpChg>
        <pc:grpChg chg="mod">
          <ac:chgData name="Mengmeng Ge" userId="bb5bc401-97cb-4caf-9857-8ff441375414" providerId="ADAL" clId="{B1A3E7D4-D1D2-4C4F-B696-F6F3CA53602A}" dt="2024-05-05T21:49:23.013" v="59"/>
          <ac:grpSpMkLst>
            <pc:docMk/>
            <pc:sldMk cId="1717719348" sldId="636"/>
            <ac:grpSpMk id="112" creationId="{9BD05907-D610-4CCD-3D05-9245F0AD0A85}"/>
          </ac:grpSpMkLst>
        </pc:grpChg>
        <pc:grpChg chg="mod">
          <ac:chgData name="Mengmeng Ge" userId="bb5bc401-97cb-4caf-9857-8ff441375414" providerId="ADAL" clId="{B1A3E7D4-D1D2-4C4F-B696-F6F3CA53602A}" dt="2024-05-05T21:49:23.013" v="59"/>
          <ac:grpSpMkLst>
            <pc:docMk/>
            <pc:sldMk cId="1717719348" sldId="636"/>
            <ac:grpSpMk id="113" creationId="{A1785650-A279-6719-CA37-373D2B313F17}"/>
          </ac:grpSpMkLst>
        </pc:grpChg>
        <pc:grpChg chg="mod">
          <ac:chgData name="Mengmeng Ge" userId="bb5bc401-97cb-4caf-9857-8ff441375414" providerId="ADAL" clId="{B1A3E7D4-D1D2-4C4F-B696-F6F3CA53602A}" dt="2024-05-05T21:49:23.013" v="59"/>
          <ac:grpSpMkLst>
            <pc:docMk/>
            <pc:sldMk cId="1717719348" sldId="636"/>
            <ac:grpSpMk id="114" creationId="{39E1D9AF-D463-8BD4-DD1B-8DFACB50F430}"/>
          </ac:grpSpMkLst>
        </pc:grpChg>
        <pc:grpChg chg="mod">
          <ac:chgData name="Mengmeng Ge" userId="bb5bc401-97cb-4caf-9857-8ff441375414" providerId="ADAL" clId="{B1A3E7D4-D1D2-4C4F-B696-F6F3CA53602A}" dt="2024-05-05T21:49:23.013" v="59"/>
          <ac:grpSpMkLst>
            <pc:docMk/>
            <pc:sldMk cId="1717719348" sldId="636"/>
            <ac:grpSpMk id="115" creationId="{76A2B256-7BAA-6F5D-2688-55482A009AB6}"/>
          </ac:grpSpMkLst>
        </pc:grpChg>
        <pc:grpChg chg="mod">
          <ac:chgData name="Mengmeng Ge" userId="bb5bc401-97cb-4caf-9857-8ff441375414" providerId="ADAL" clId="{B1A3E7D4-D1D2-4C4F-B696-F6F3CA53602A}" dt="2024-05-05T21:49:23.013" v="59"/>
          <ac:grpSpMkLst>
            <pc:docMk/>
            <pc:sldMk cId="1717719348" sldId="636"/>
            <ac:grpSpMk id="116" creationId="{2129252E-F975-CE8E-A375-B0ABFDF19EE2}"/>
          </ac:grpSpMkLst>
        </pc:grpChg>
        <pc:grpChg chg="mod">
          <ac:chgData name="Mengmeng Ge" userId="bb5bc401-97cb-4caf-9857-8ff441375414" providerId="ADAL" clId="{B1A3E7D4-D1D2-4C4F-B696-F6F3CA53602A}" dt="2024-05-05T21:49:23.013" v="59"/>
          <ac:grpSpMkLst>
            <pc:docMk/>
            <pc:sldMk cId="1717719348" sldId="636"/>
            <ac:grpSpMk id="117" creationId="{972FBDFA-640C-9190-EB00-048F49AFCE99}"/>
          </ac:grpSpMkLst>
        </pc:grpChg>
        <pc:grpChg chg="mod">
          <ac:chgData name="Mengmeng Ge" userId="bb5bc401-97cb-4caf-9857-8ff441375414" providerId="ADAL" clId="{B1A3E7D4-D1D2-4C4F-B696-F6F3CA53602A}" dt="2024-05-05T21:49:23.013" v="59"/>
          <ac:grpSpMkLst>
            <pc:docMk/>
            <pc:sldMk cId="1717719348" sldId="636"/>
            <ac:grpSpMk id="118" creationId="{6806F9B1-B6FE-F99F-99F3-F91772939FDF}"/>
          </ac:grpSpMkLst>
        </pc:grpChg>
        <pc:grpChg chg="mod">
          <ac:chgData name="Mengmeng Ge" userId="bb5bc401-97cb-4caf-9857-8ff441375414" providerId="ADAL" clId="{B1A3E7D4-D1D2-4C4F-B696-F6F3CA53602A}" dt="2024-05-05T21:49:23.013" v="59"/>
          <ac:grpSpMkLst>
            <pc:docMk/>
            <pc:sldMk cId="1717719348" sldId="636"/>
            <ac:grpSpMk id="119" creationId="{06CB2484-800D-A222-69E1-61E68083CC1D}"/>
          </ac:grpSpMkLst>
        </pc:grpChg>
        <pc:grpChg chg="mod">
          <ac:chgData name="Mengmeng Ge" userId="bb5bc401-97cb-4caf-9857-8ff441375414" providerId="ADAL" clId="{B1A3E7D4-D1D2-4C4F-B696-F6F3CA53602A}" dt="2024-05-05T21:49:23.013" v="59"/>
          <ac:grpSpMkLst>
            <pc:docMk/>
            <pc:sldMk cId="1717719348" sldId="636"/>
            <ac:grpSpMk id="120" creationId="{2EC3F53E-EB0B-2056-FF39-D81E5531A94C}"/>
          </ac:grpSpMkLst>
        </pc:grpChg>
        <pc:grpChg chg="mod">
          <ac:chgData name="Mengmeng Ge" userId="bb5bc401-97cb-4caf-9857-8ff441375414" providerId="ADAL" clId="{B1A3E7D4-D1D2-4C4F-B696-F6F3CA53602A}" dt="2024-05-05T21:49:23.013" v="59"/>
          <ac:grpSpMkLst>
            <pc:docMk/>
            <pc:sldMk cId="1717719348" sldId="636"/>
            <ac:grpSpMk id="121" creationId="{7036C85C-E227-C788-E6B2-B49DD519ED56}"/>
          </ac:grpSpMkLst>
        </pc:grpChg>
        <pc:grpChg chg="mod">
          <ac:chgData name="Mengmeng Ge" userId="bb5bc401-97cb-4caf-9857-8ff441375414" providerId="ADAL" clId="{B1A3E7D4-D1D2-4C4F-B696-F6F3CA53602A}" dt="2024-05-05T21:49:23.013" v="59"/>
          <ac:grpSpMkLst>
            <pc:docMk/>
            <pc:sldMk cId="1717719348" sldId="636"/>
            <ac:grpSpMk id="122" creationId="{F27AE80C-A1F0-3F9C-666F-2CF3DDCD1756}"/>
          </ac:grpSpMkLst>
        </pc:grpChg>
        <pc:grpChg chg="mod">
          <ac:chgData name="Mengmeng Ge" userId="bb5bc401-97cb-4caf-9857-8ff441375414" providerId="ADAL" clId="{B1A3E7D4-D1D2-4C4F-B696-F6F3CA53602A}" dt="2024-05-05T21:49:23.013" v="59"/>
          <ac:grpSpMkLst>
            <pc:docMk/>
            <pc:sldMk cId="1717719348" sldId="636"/>
            <ac:grpSpMk id="123" creationId="{9217D263-A533-67E0-7A9A-F79A40A5D18A}"/>
          </ac:grpSpMkLst>
        </pc:grpChg>
        <pc:grpChg chg="mod">
          <ac:chgData name="Mengmeng Ge" userId="bb5bc401-97cb-4caf-9857-8ff441375414" providerId="ADAL" clId="{B1A3E7D4-D1D2-4C4F-B696-F6F3CA53602A}" dt="2024-05-05T21:49:23.013" v="59"/>
          <ac:grpSpMkLst>
            <pc:docMk/>
            <pc:sldMk cId="1717719348" sldId="636"/>
            <ac:grpSpMk id="124" creationId="{2DCCB1D2-8042-E213-3F02-C27BB4CB5E78}"/>
          </ac:grpSpMkLst>
        </pc:grpChg>
        <pc:grpChg chg="mod">
          <ac:chgData name="Mengmeng Ge" userId="bb5bc401-97cb-4caf-9857-8ff441375414" providerId="ADAL" clId="{B1A3E7D4-D1D2-4C4F-B696-F6F3CA53602A}" dt="2024-05-05T21:49:23.013" v="59"/>
          <ac:grpSpMkLst>
            <pc:docMk/>
            <pc:sldMk cId="1717719348" sldId="636"/>
            <ac:grpSpMk id="214" creationId="{88E2E738-FE67-0BCC-2559-79B239E09C86}"/>
          </ac:grpSpMkLst>
        </pc:grpChg>
        <pc:grpChg chg="mod">
          <ac:chgData name="Mengmeng Ge" userId="bb5bc401-97cb-4caf-9857-8ff441375414" providerId="ADAL" clId="{B1A3E7D4-D1D2-4C4F-B696-F6F3CA53602A}" dt="2024-05-05T21:49:23.013" v="59"/>
          <ac:grpSpMkLst>
            <pc:docMk/>
            <pc:sldMk cId="1717719348" sldId="636"/>
            <ac:grpSpMk id="215" creationId="{42122C42-F881-9592-7F41-ADD6F9B12AE0}"/>
          </ac:grpSpMkLst>
        </pc:grpChg>
        <pc:grpChg chg="mod">
          <ac:chgData name="Mengmeng Ge" userId="bb5bc401-97cb-4caf-9857-8ff441375414" providerId="ADAL" clId="{B1A3E7D4-D1D2-4C4F-B696-F6F3CA53602A}" dt="2024-05-05T21:49:23.013" v="59"/>
          <ac:grpSpMkLst>
            <pc:docMk/>
            <pc:sldMk cId="1717719348" sldId="636"/>
            <ac:grpSpMk id="227" creationId="{C8734115-9F20-98C4-CE11-C6699D31B761}"/>
          </ac:grpSpMkLst>
        </pc:grpChg>
        <pc:grpChg chg="mod">
          <ac:chgData name="Mengmeng Ge" userId="bb5bc401-97cb-4caf-9857-8ff441375414" providerId="ADAL" clId="{B1A3E7D4-D1D2-4C4F-B696-F6F3CA53602A}" dt="2024-05-05T21:49:23.013" v="59"/>
          <ac:grpSpMkLst>
            <pc:docMk/>
            <pc:sldMk cId="1717719348" sldId="636"/>
            <ac:grpSpMk id="228" creationId="{6486003C-0306-D9D3-DB59-192330B31CD2}"/>
          </ac:grpSpMkLst>
        </pc:grpChg>
        <pc:grpChg chg="mod">
          <ac:chgData name="Mengmeng Ge" userId="bb5bc401-97cb-4caf-9857-8ff441375414" providerId="ADAL" clId="{B1A3E7D4-D1D2-4C4F-B696-F6F3CA53602A}" dt="2024-05-05T21:49:23.013" v="59"/>
          <ac:grpSpMkLst>
            <pc:docMk/>
            <pc:sldMk cId="1717719348" sldId="636"/>
            <ac:grpSpMk id="235" creationId="{43E6F04B-5237-1ED3-CAD8-CC91D54D1E84}"/>
          </ac:grpSpMkLst>
        </pc:grpChg>
        <pc:grpChg chg="mod">
          <ac:chgData name="Mengmeng Ge" userId="bb5bc401-97cb-4caf-9857-8ff441375414" providerId="ADAL" clId="{B1A3E7D4-D1D2-4C4F-B696-F6F3CA53602A}" dt="2024-05-05T21:49:23.013" v="59"/>
          <ac:grpSpMkLst>
            <pc:docMk/>
            <pc:sldMk cId="1717719348" sldId="636"/>
            <ac:grpSpMk id="237" creationId="{01E08AC4-6939-0277-24C5-FD9A8C9F316F}"/>
          </ac:grpSpMkLst>
        </pc:grpChg>
        <pc:grpChg chg="mod">
          <ac:chgData name="Mengmeng Ge" userId="bb5bc401-97cb-4caf-9857-8ff441375414" providerId="ADAL" clId="{B1A3E7D4-D1D2-4C4F-B696-F6F3CA53602A}" dt="2024-05-05T21:49:23.013" v="59"/>
          <ac:grpSpMkLst>
            <pc:docMk/>
            <pc:sldMk cId="1717719348" sldId="636"/>
            <ac:grpSpMk id="238" creationId="{29B0E89B-B956-34B8-AB9C-E01EA412E55B}"/>
          </ac:grpSpMkLst>
        </pc:grpChg>
        <pc:grpChg chg="mod">
          <ac:chgData name="Mengmeng Ge" userId="bb5bc401-97cb-4caf-9857-8ff441375414" providerId="ADAL" clId="{B1A3E7D4-D1D2-4C4F-B696-F6F3CA53602A}" dt="2024-05-05T21:49:23.013" v="59"/>
          <ac:grpSpMkLst>
            <pc:docMk/>
            <pc:sldMk cId="1717719348" sldId="636"/>
            <ac:grpSpMk id="240" creationId="{1E0EA6EB-A0AE-493F-1CD9-76DCD019FD60}"/>
          </ac:grpSpMkLst>
        </pc:grpChg>
        <pc:grpChg chg="mod">
          <ac:chgData name="Mengmeng Ge" userId="bb5bc401-97cb-4caf-9857-8ff441375414" providerId="ADAL" clId="{B1A3E7D4-D1D2-4C4F-B696-F6F3CA53602A}" dt="2024-05-05T21:49:23.013" v="59"/>
          <ac:grpSpMkLst>
            <pc:docMk/>
            <pc:sldMk cId="1717719348" sldId="636"/>
            <ac:grpSpMk id="245" creationId="{99BA89EE-2B16-9080-8D86-DD62FF7463CF}"/>
          </ac:grpSpMkLst>
        </pc:grpChg>
        <pc:grpChg chg="mod">
          <ac:chgData name="Mengmeng Ge" userId="bb5bc401-97cb-4caf-9857-8ff441375414" providerId="ADAL" clId="{B1A3E7D4-D1D2-4C4F-B696-F6F3CA53602A}" dt="2024-05-05T21:49:23.013" v="59"/>
          <ac:grpSpMkLst>
            <pc:docMk/>
            <pc:sldMk cId="1717719348" sldId="636"/>
            <ac:grpSpMk id="246" creationId="{16686F7E-041B-5AAE-989E-60C89B571212}"/>
          </ac:grpSpMkLst>
        </pc:grpChg>
        <pc:grpChg chg="mod">
          <ac:chgData name="Mengmeng Ge" userId="bb5bc401-97cb-4caf-9857-8ff441375414" providerId="ADAL" clId="{B1A3E7D4-D1D2-4C4F-B696-F6F3CA53602A}" dt="2024-05-05T21:49:23.013" v="59"/>
          <ac:grpSpMkLst>
            <pc:docMk/>
            <pc:sldMk cId="1717719348" sldId="636"/>
            <ac:grpSpMk id="247" creationId="{B544285B-FD58-C7A4-BE9A-091BB20D8CEA}"/>
          </ac:grpSpMkLst>
        </pc:grpChg>
        <pc:grpChg chg="mod">
          <ac:chgData name="Mengmeng Ge" userId="bb5bc401-97cb-4caf-9857-8ff441375414" providerId="ADAL" clId="{B1A3E7D4-D1D2-4C4F-B696-F6F3CA53602A}" dt="2024-05-05T21:49:23.013" v="59"/>
          <ac:grpSpMkLst>
            <pc:docMk/>
            <pc:sldMk cId="1717719348" sldId="636"/>
            <ac:grpSpMk id="280" creationId="{5764B503-20B7-C21F-DD2B-B7AC6FC472CD}"/>
          </ac:grpSpMkLst>
        </pc:grpChg>
        <pc:grpChg chg="mod">
          <ac:chgData name="Mengmeng Ge" userId="bb5bc401-97cb-4caf-9857-8ff441375414" providerId="ADAL" clId="{B1A3E7D4-D1D2-4C4F-B696-F6F3CA53602A}" dt="2024-05-05T21:49:23.013" v="59"/>
          <ac:grpSpMkLst>
            <pc:docMk/>
            <pc:sldMk cId="1717719348" sldId="636"/>
            <ac:grpSpMk id="281" creationId="{A2B37B88-DF97-38BB-91FF-6AB72BD5FCA0}"/>
          </ac:grpSpMkLst>
        </pc:grpChg>
        <pc:grpChg chg="mod">
          <ac:chgData name="Mengmeng Ge" userId="bb5bc401-97cb-4caf-9857-8ff441375414" providerId="ADAL" clId="{B1A3E7D4-D1D2-4C4F-B696-F6F3CA53602A}" dt="2024-05-05T21:49:23.013" v="59"/>
          <ac:grpSpMkLst>
            <pc:docMk/>
            <pc:sldMk cId="1717719348" sldId="636"/>
            <ac:grpSpMk id="293" creationId="{5BBC10FC-6B2A-2B18-6171-1EDFFB6FA0AF}"/>
          </ac:grpSpMkLst>
        </pc:grpChg>
        <pc:grpChg chg="mod">
          <ac:chgData name="Mengmeng Ge" userId="bb5bc401-97cb-4caf-9857-8ff441375414" providerId="ADAL" clId="{B1A3E7D4-D1D2-4C4F-B696-F6F3CA53602A}" dt="2024-05-05T21:49:23.013" v="59"/>
          <ac:grpSpMkLst>
            <pc:docMk/>
            <pc:sldMk cId="1717719348" sldId="636"/>
            <ac:grpSpMk id="294" creationId="{AC84CF58-2D51-615B-5F39-1E59DF4A9FB8}"/>
          </ac:grpSpMkLst>
        </pc:grpChg>
        <pc:grpChg chg="mod">
          <ac:chgData name="Mengmeng Ge" userId="bb5bc401-97cb-4caf-9857-8ff441375414" providerId="ADAL" clId="{B1A3E7D4-D1D2-4C4F-B696-F6F3CA53602A}" dt="2024-05-05T21:49:23.013" v="59"/>
          <ac:grpSpMkLst>
            <pc:docMk/>
            <pc:sldMk cId="1717719348" sldId="636"/>
            <ac:grpSpMk id="306" creationId="{2F365AC0-EF8B-E3B3-D102-407397EEE1A6}"/>
          </ac:grpSpMkLst>
        </pc:grpChg>
        <pc:grpChg chg="mod">
          <ac:chgData name="Mengmeng Ge" userId="bb5bc401-97cb-4caf-9857-8ff441375414" providerId="ADAL" clId="{B1A3E7D4-D1D2-4C4F-B696-F6F3CA53602A}" dt="2024-05-05T21:49:23.013" v="59"/>
          <ac:grpSpMkLst>
            <pc:docMk/>
            <pc:sldMk cId="1717719348" sldId="636"/>
            <ac:grpSpMk id="307" creationId="{AC9715BF-4305-F811-8DBB-A9B287516EBB}"/>
          </ac:grpSpMkLst>
        </pc:grpChg>
        <pc:grpChg chg="mod">
          <ac:chgData name="Mengmeng Ge" userId="bb5bc401-97cb-4caf-9857-8ff441375414" providerId="ADAL" clId="{B1A3E7D4-D1D2-4C4F-B696-F6F3CA53602A}" dt="2024-05-05T21:49:23.013" v="59"/>
          <ac:grpSpMkLst>
            <pc:docMk/>
            <pc:sldMk cId="1717719348" sldId="636"/>
            <ac:grpSpMk id="383" creationId="{7CB78430-3030-463D-EDA8-52402CEA442D}"/>
          </ac:grpSpMkLst>
        </pc:grpChg>
        <pc:grpChg chg="mod">
          <ac:chgData name="Mengmeng Ge" userId="bb5bc401-97cb-4caf-9857-8ff441375414" providerId="ADAL" clId="{B1A3E7D4-D1D2-4C4F-B696-F6F3CA53602A}" dt="2024-05-05T21:49:23.013" v="59"/>
          <ac:grpSpMkLst>
            <pc:docMk/>
            <pc:sldMk cId="1717719348" sldId="636"/>
            <ac:grpSpMk id="384" creationId="{8A996751-B481-ED14-F736-ADC11AE5D471}"/>
          </ac:grpSpMkLst>
        </pc:grpChg>
        <pc:grpChg chg="mod">
          <ac:chgData name="Mengmeng Ge" userId="bb5bc401-97cb-4caf-9857-8ff441375414" providerId="ADAL" clId="{B1A3E7D4-D1D2-4C4F-B696-F6F3CA53602A}" dt="2024-05-05T21:49:23.013" v="59"/>
          <ac:grpSpMkLst>
            <pc:docMk/>
            <pc:sldMk cId="1717719348" sldId="636"/>
            <ac:grpSpMk id="385" creationId="{126ABC15-86F4-8972-7188-BD0F971DBEF1}"/>
          </ac:grpSpMkLst>
        </pc:grpChg>
        <pc:graphicFrameChg chg="mod">
          <ac:chgData name="Mengmeng Ge" userId="bb5bc401-97cb-4caf-9857-8ff441375414" providerId="ADAL" clId="{B1A3E7D4-D1D2-4C4F-B696-F6F3CA53602A}" dt="2024-05-05T21:49:23.013" v="59"/>
          <ac:graphicFrameMkLst>
            <pc:docMk/>
            <pc:sldMk cId="1717719348" sldId="636"/>
            <ac:graphicFrameMk id="239" creationId="{7311D441-9D11-A29B-033C-0DEB028CDDC4}"/>
          </ac:graphicFrameMkLst>
        </pc:graphicFrameChg>
        <pc:graphicFrameChg chg="mod">
          <ac:chgData name="Mengmeng Ge" userId="bb5bc401-97cb-4caf-9857-8ff441375414" providerId="ADAL" clId="{B1A3E7D4-D1D2-4C4F-B696-F6F3CA53602A}" dt="2024-05-05T21:49:23.013" v="59"/>
          <ac:graphicFrameMkLst>
            <pc:docMk/>
            <pc:sldMk cId="1717719348" sldId="636"/>
            <ac:graphicFrameMk id="241" creationId="{F6CB83FA-DB1A-AFD5-79D2-E1783D81E596}"/>
          </ac:graphicFrameMkLst>
        </pc:graphicFrameChg>
        <pc:graphicFrameChg chg="mod">
          <ac:chgData name="Mengmeng Ge" userId="bb5bc401-97cb-4caf-9857-8ff441375414" providerId="ADAL" clId="{B1A3E7D4-D1D2-4C4F-B696-F6F3CA53602A}" dt="2024-05-05T21:49:23.013" v="59"/>
          <ac:graphicFrameMkLst>
            <pc:docMk/>
            <pc:sldMk cId="1717719348" sldId="636"/>
            <ac:graphicFrameMk id="242" creationId="{AED71243-34EC-52D0-A4E2-65AE8A7105F5}"/>
          </ac:graphicFrameMkLst>
        </pc:graphicFrameChg>
        <pc:graphicFrameChg chg="mod">
          <ac:chgData name="Mengmeng Ge" userId="bb5bc401-97cb-4caf-9857-8ff441375414" providerId="ADAL" clId="{B1A3E7D4-D1D2-4C4F-B696-F6F3CA53602A}" dt="2024-05-05T21:49:23.013" v="59"/>
          <ac:graphicFrameMkLst>
            <pc:docMk/>
            <pc:sldMk cId="1717719348" sldId="636"/>
            <ac:graphicFrameMk id="243" creationId="{8A7C7918-7172-E841-2E8D-29224F14ABD3}"/>
          </ac:graphicFrameMkLst>
        </pc:graphicFrameChg>
        <pc:graphicFrameChg chg="mod">
          <ac:chgData name="Mengmeng Ge" userId="bb5bc401-97cb-4caf-9857-8ff441375414" providerId="ADAL" clId="{B1A3E7D4-D1D2-4C4F-B696-F6F3CA53602A}" dt="2024-05-05T21:49:23.013" v="59"/>
          <ac:graphicFrameMkLst>
            <pc:docMk/>
            <pc:sldMk cId="1717719348" sldId="636"/>
            <ac:graphicFrameMk id="244" creationId="{EDCC1057-4D17-F6FB-4C8A-E532CA747A19}"/>
          </ac:graphicFrameMkLst>
        </pc:graphicFrameChg>
        <pc:graphicFrameChg chg="mod">
          <ac:chgData name="Mengmeng Ge" userId="bb5bc401-97cb-4caf-9857-8ff441375414" providerId="ADAL" clId="{B1A3E7D4-D1D2-4C4F-B696-F6F3CA53602A}" dt="2024-05-05T21:49:23.013" v="59"/>
          <ac:graphicFrameMkLst>
            <pc:docMk/>
            <pc:sldMk cId="1717719348" sldId="636"/>
            <ac:graphicFrameMk id="256" creationId="{5B4E0DF6-97BB-C522-86D4-9140FF4C53AF}"/>
          </ac:graphicFrameMkLst>
        </pc:graphicFrameChg>
        <pc:graphicFrameChg chg="mod">
          <ac:chgData name="Mengmeng Ge" userId="bb5bc401-97cb-4caf-9857-8ff441375414" providerId="ADAL" clId="{B1A3E7D4-D1D2-4C4F-B696-F6F3CA53602A}" dt="2024-05-05T21:49:23.013" v="59"/>
          <ac:graphicFrameMkLst>
            <pc:docMk/>
            <pc:sldMk cId="1717719348" sldId="636"/>
            <ac:graphicFrameMk id="257" creationId="{CE2962EC-5326-8CC7-5508-7217F5BD06BE}"/>
          </ac:graphicFrameMkLst>
        </pc:graphicFrameChg>
        <pc:graphicFrameChg chg="mod">
          <ac:chgData name="Mengmeng Ge" userId="bb5bc401-97cb-4caf-9857-8ff441375414" providerId="ADAL" clId="{B1A3E7D4-D1D2-4C4F-B696-F6F3CA53602A}" dt="2024-05-05T21:49:23.013" v="59"/>
          <ac:graphicFrameMkLst>
            <pc:docMk/>
            <pc:sldMk cId="1717719348" sldId="636"/>
            <ac:graphicFrameMk id="258" creationId="{88072A8F-FA06-F711-4724-84674E7DB729}"/>
          </ac:graphicFrameMkLst>
        </pc:graphicFrameChg>
        <pc:graphicFrameChg chg="mod">
          <ac:chgData name="Mengmeng Ge" userId="bb5bc401-97cb-4caf-9857-8ff441375414" providerId="ADAL" clId="{B1A3E7D4-D1D2-4C4F-B696-F6F3CA53602A}" dt="2024-05-05T21:49:23.013" v="59"/>
          <ac:graphicFrameMkLst>
            <pc:docMk/>
            <pc:sldMk cId="1717719348" sldId="636"/>
            <ac:graphicFrameMk id="259" creationId="{8B37EADF-FCCA-DDE6-7516-F57B2679B6A7}"/>
          </ac:graphicFrameMkLst>
        </pc:graphicFrameChg>
        <pc:graphicFrameChg chg="mod">
          <ac:chgData name="Mengmeng Ge" userId="bb5bc401-97cb-4caf-9857-8ff441375414" providerId="ADAL" clId="{B1A3E7D4-D1D2-4C4F-B696-F6F3CA53602A}" dt="2024-05-05T21:49:23.013" v="59"/>
          <ac:graphicFrameMkLst>
            <pc:docMk/>
            <pc:sldMk cId="1717719348" sldId="636"/>
            <ac:graphicFrameMk id="268" creationId="{DB8FF1BE-1B4B-8760-F49B-9019D6A4090F}"/>
          </ac:graphicFrameMkLst>
        </pc:graphicFrameChg>
        <pc:graphicFrameChg chg="mod">
          <ac:chgData name="Mengmeng Ge" userId="bb5bc401-97cb-4caf-9857-8ff441375414" providerId="ADAL" clId="{B1A3E7D4-D1D2-4C4F-B696-F6F3CA53602A}" dt="2024-05-05T21:49:23.013" v="59"/>
          <ac:graphicFrameMkLst>
            <pc:docMk/>
            <pc:sldMk cId="1717719348" sldId="636"/>
            <ac:graphicFrameMk id="269" creationId="{3A57AFE4-194E-D831-275C-D38DC1A988E7}"/>
          </ac:graphicFrameMkLst>
        </pc:graphicFrameChg>
        <pc:graphicFrameChg chg="mod">
          <ac:chgData name="Mengmeng Ge" userId="bb5bc401-97cb-4caf-9857-8ff441375414" providerId="ADAL" clId="{B1A3E7D4-D1D2-4C4F-B696-F6F3CA53602A}" dt="2024-05-05T21:49:23.013" v="59"/>
          <ac:graphicFrameMkLst>
            <pc:docMk/>
            <pc:sldMk cId="1717719348" sldId="636"/>
            <ac:graphicFrameMk id="270" creationId="{0912589F-E65B-E555-EAD8-C8E4B797A438}"/>
          </ac:graphicFrameMkLst>
        </pc:graphicFrameChg>
        <pc:graphicFrameChg chg="mod">
          <ac:chgData name="Mengmeng Ge" userId="bb5bc401-97cb-4caf-9857-8ff441375414" providerId="ADAL" clId="{B1A3E7D4-D1D2-4C4F-B696-F6F3CA53602A}" dt="2024-05-05T21:49:23.013" v="59"/>
          <ac:graphicFrameMkLst>
            <pc:docMk/>
            <pc:sldMk cId="1717719348" sldId="636"/>
            <ac:graphicFrameMk id="271" creationId="{2840EBA6-7C67-7233-572F-A54CAC810D20}"/>
          </ac:graphicFrameMkLst>
        </pc:graphicFrameChg>
        <pc:picChg chg="mod">
          <ac:chgData name="Mengmeng Ge" userId="bb5bc401-97cb-4caf-9857-8ff441375414" providerId="ADAL" clId="{B1A3E7D4-D1D2-4C4F-B696-F6F3CA53602A}" dt="2024-05-05T21:49:23.013" v="59"/>
          <ac:picMkLst>
            <pc:docMk/>
            <pc:sldMk cId="1717719348" sldId="636"/>
            <ac:picMk id="173" creationId="{A4DA0D7A-6A96-8536-DE10-EB376FF03090}"/>
          </ac:picMkLst>
        </pc:picChg>
        <pc:picChg chg="mod">
          <ac:chgData name="Mengmeng Ge" userId="bb5bc401-97cb-4caf-9857-8ff441375414" providerId="ADAL" clId="{B1A3E7D4-D1D2-4C4F-B696-F6F3CA53602A}" dt="2024-05-05T21:49:23.013" v="59"/>
          <ac:picMkLst>
            <pc:docMk/>
            <pc:sldMk cId="1717719348" sldId="636"/>
            <ac:picMk id="191" creationId="{0C2D1BC6-D096-8E00-309D-599FD6A235A5}"/>
          </ac:picMkLst>
        </pc:picChg>
        <pc:picChg chg="mod">
          <ac:chgData name="Mengmeng Ge" userId="bb5bc401-97cb-4caf-9857-8ff441375414" providerId="ADAL" clId="{B1A3E7D4-D1D2-4C4F-B696-F6F3CA53602A}" dt="2024-05-05T21:49:23.013" v="59"/>
          <ac:picMkLst>
            <pc:docMk/>
            <pc:sldMk cId="1717719348" sldId="636"/>
            <ac:picMk id="236" creationId="{4EDA99E2-8677-0B07-C401-9827288E613B}"/>
          </ac:picMkLst>
        </pc:picChg>
        <pc:picChg chg="mod">
          <ac:chgData name="Mengmeng Ge" userId="bb5bc401-97cb-4caf-9857-8ff441375414" providerId="ADAL" clId="{B1A3E7D4-D1D2-4C4F-B696-F6F3CA53602A}" dt="2024-05-05T21:49:23.013" v="59"/>
          <ac:picMkLst>
            <pc:docMk/>
            <pc:sldMk cId="1717719348" sldId="636"/>
            <ac:picMk id="272" creationId="{9C50A53C-38AF-FA63-8D08-32B4A3D0852D}"/>
          </ac:picMkLst>
        </pc:picChg>
      </pc:sldChg>
      <pc:sldChg chg="addSp delSp modSp new mod modClrScheme chgLayout">
        <pc:chgData name="Mengmeng Ge" userId="bb5bc401-97cb-4caf-9857-8ff441375414" providerId="ADAL" clId="{B1A3E7D4-D1D2-4C4F-B696-F6F3CA53602A}" dt="2024-05-05T21:50:20.551" v="91" actId="20577"/>
        <pc:sldMkLst>
          <pc:docMk/>
          <pc:sldMk cId="3714740177" sldId="637"/>
        </pc:sldMkLst>
        <pc:spChg chg="del mod ord">
          <ac:chgData name="Mengmeng Ge" userId="bb5bc401-97cb-4caf-9857-8ff441375414" providerId="ADAL" clId="{B1A3E7D4-D1D2-4C4F-B696-F6F3CA53602A}" dt="2024-05-05T21:49:54.888" v="65" actId="700"/>
          <ac:spMkLst>
            <pc:docMk/>
            <pc:sldMk cId="3714740177" sldId="637"/>
            <ac:spMk id="2" creationId="{AB401DF4-114F-408A-B337-EA04FCE3F64C}"/>
          </ac:spMkLst>
        </pc:spChg>
        <pc:spChg chg="del mod ord">
          <ac:chgData name="Mengmeng Ge" userId="bb5bc401-97cb-4caf-9857-8ff441375414" providerId="ADAL" clId="{B1A3E7D4-D1D2-4C4F-B696-F6F3CA53602A}" dt="2024-05-05T21:49:54.888" v="65" actId="700"/>
          <ac:spMkLst>
            <pc:docMk/>
            <pc:sldMk cId="3714740177" sldId="637"/>
            <ac:spMk id="3" creationId="{039F4991-9080-CFB5-6CBF-C865E4F8040C}"/>
          </ac:spMkLst>
        </pc:spChg>
        <pc:spChg chg="mod ord">
          <ac:chgData name="Mengmeng Ge" userId="bb5bc401-97cb-4caf-9857-8ff441375414" providerId="ADAL" clId="{B1A3E7D4-D1D2-4C4F-B696-F6F3CA53602A}" dt="2024-05-05T21:49:54.888" v="65" actId="700"/>
          <ac:spMkLst>
            <pc:docMk/>
            <pc:sldMk cId="3714740177" sldId="637"/>
            <ac:spMk id="4" creationId="{B4FD12DC-51F8-9D5A-F748-D4C1A05A3674}"/>
          </ac:spMkLst>
        </pc:spChg>
        <pc:spChg chg="add mod ord">
          <ac:chgData name="Mengmeng Ge" userId="bb5bc401-97cb-4caf-9857-8ff441375414" providerId="ADAL" clId="{B1A3E7D4-D1D2-4C4F-B696-F6F3CA53602A}" dt="2024-05-05T21:50:20.551" v="91" actId="20577"/>
          <ac:spMkLst>
            <pc:docMk/>
            <pc:sldMk cId="3714740177" sldId="637"/>
            <ac:spMk id="5" creationId="{D8355AA0-DD21-4DC9-D772-6BC2F2959B51}"/>
          </ac:spMkLst>
        </pc:spChg>
        <pc:spChg chg="add mod ord">
          <ac:chgData name="Mengmeng Ge" userId="bb5bc401-97cb-4caf-9857-8ff441375414" providerId="ADAL" clId="{B1A3E7D4-D1D2-4C4F-B696-F6F3CA53602A}" dt="2024-05-05T21:49:54.888" v="65" actId="700"/>
          <ac:spMkLst>
            <pc:docMk/>
            <pc:sldMk cId="3714740177" sldId="637"/>
            <ac:spMk id="6" creationId="{99AFAC23-F187-02A5-F87F-4A267D700FBB}"/>
          </ac:spMkLst>
        </pc:spChg>
      </pc:sldChg>
      <pc:sldChg chg="addSp delSp modSp new mod modClrScheme chgLayout">
        <pc:chgData name="Mengmeng Ge" userId="bb5bc401-97cb-4caf-9857-8ff441375414" providerId="ADAL" clId="{B1A3E7D4-D1D2-4C4F-B696-F6F3CA53602A}" dt="2024-05-06T00:57:42.361" v="283" actId="20577"/>
        <pc:sldMkLst>
          <pc:docMk/>
          <pc:sldMk cId="2094449250" sldId="638"/>
        </pc:sldMkLst>
        <pc:spChg chg="del mod ord">
          <ac:chgData name="Mengmeng Ge" userId="bb5bc401-97cb-4caf-9857-8ff441375414" providerId="ADAL" clId="{B1A3E7D4-D1D2-4C4F-B696-F6F3CA53602A}" dt="2024-05-06T00:57:30.402" v="246" actId="700"/>
          <ac:spMkLst>
            <pc:docMk/>
            <pc:sldMk cId="2094449250" sldId="638"/>
            <ac:spMk id="2" creationId="{2EE52C78-1D37-D79D-F18F-832F836455F1}"/>
          </ac:spMkLst>
        </pc:spChg>
        <pc:spChg chg="del mod ord">
          <ac:chgData name="Mengmeng Ge" userId="bb5bc401-97cb-4caf-9857-8ff441375414" providerId="ADAL" clId="{B1A3E7D4-D1D2-4C4F-B696-F6F3CA53602A}" dt="2024-05-06T00:57:30.402" v="246" actId="700"/>
          <ac:spMkLst>
            <pc:docMk/>
            <pc:sldMk cId="2094449250" sldId="638"/>
            <ac:spMk id="3" creationId="{52611CCF-B17D-089B-FC3C-281FDDFE4493}"/>
          </ac:spMkLst>
        </pc:spChg>
        <pc:spChg chg="mod ord">
          <ac:chgData name="Mengmeng Ge" userId="bb5bc401-97cb-4caf-9857-8ff441375414" providerId="ADAL" clId="{B1A3E7D4-D1D2-4C4F-B696-F6F3CA53602A}" dt="2024-05-06T00:57:30.402" v="246" actId="700"/>
          <ac:spMkLst>
            <pc:docMk/>
            <pc:sldMk cId="2094449250" sldId="638"/>
            <ac:spMk id="4" creationId="{255E2192-01E3-D280-CC45-D54A7E09F6F2}"/>
          </ac:spMkLst>
        </pc:spChg>
        <pc:spChg chg="add mod ord">
          <ac:chgData name="Mengmeng Ge" userId="bb5bc401-97cb-4caf-9857-8ff441375414" providerId="ADAL" clId="{B1A3E7D4-D1D2-4C4F-B696-F6F3CA53602A}" dt="2024-05-06T00:57:42.361" v="283" actId="20577"/>
          <ac:spMkLst>
            <pc:docMk/>
            <pc:sldMk cId="2094449250" sldId="638"/>
            <ac:spMk id="5" creationId="{3925058B-C9BA-59A0-8E2D-1CC3283FF83E}"/>
          </ac:spMkLst>
        </pc:spChg>
        <pc:spChg chg="add mod ord">
          <ac:chgData name="Mengmeng Ge" userId="bb5bc401-97cb-4caf-9857-8ff441375414" providerId="ADAL" clId="{B1A3E7D4-D1D2-4C4F-B696-F6F3CA53602A}" dt="2024-05-06T00:57:30.402" v="246" actId="700"/>
          <ac:spMkLst>
            <pc:docMk/>
            <pc:sldMk cId="2094449250" sldId="638"/>
            <ac:spMk id="6" creationId="{C628CBA7-33EC-ACF3-8852-4667F9415F28}"/>
          </ac:spMkLst>
        </pc:spChg>
      </pc:sldChg>
      <pc:sldChg chg="modSp add mod ord">
        <pc:chgData name="Mengmeng Ge" userId="bb5bc401-97cb-4caf-9857-8ff441375414" providerId="ADAL" clId="{B1A3E7D4-D1D2-4C4F-B696-F6F3CA53602A}" dt="2024-05-06T00:58:34.461" v="307" actId="20577"/>
        <pc:sldMkLst>
          <pc:docMk/>
          <pc:sldMk cId="1885889495" sldId="639"/>
        </pc:sldMkLst>
        <pc:spChg chg="mod">
          <ac:chgData name="Mengmeng Ge" userId="bb5bc401-97cb-4caf-9857-8ff441375414" providerId="ADAL" clId="{B1A3E7D4-D1D2-4C4F-B696-F6F3CA53602A}" dt="2024-05-06T00:58:34.461" v="307" actId="20577"/>
          <ac:spMkLst>
            <pc:docMk/>
            <pc:sldMk cId="1885889495" sldId="639"/>
            <ac:spMk id="5" creationId="{3925058B-C9BA-59A0-8E2D-1CC3283FF83E}"/>
          </ac:spMkLst>
        </pc:spChg>
      </pc:sldChg>
      <pc:sldChg chg="addSp delSp modSp new mod modClrScheme chgLayout modNotesTx">
        <pc:chgData name="Mengmeng Ge" userId="bb5bc401-97cb-4caf-9857-8ff441375414" providerId="ADAL" clId="{B1A3E7D4-D1D2-4C4F-B696-F6F3CA53602A}" dt="2024-05-06T05:37:11.344" v="1274" actId="20577"/>
        <pc:sldMkLst>
          <pc:docMk/>
          <pc:sldMk cId="1025140228" sldId="640"/>
        </pc:sldMkLst>
        <pc:spChg chg="del mod ord">
          <ac:chgData name="Mengmeng Ge" userId="bb5bc401-97cb-4caf-9857-8ff441375414" providerId="ADAL" clId="{B1A3E7D4-D1D2-4C4F-B696-F6F3CA53602A}" dt="2024-05-06T03:56:47.347" v="402" actId="700"/>
          <ac:spMkLst>
            <pc:docMk/>
            <pc:sldMk cId="1025140228" sldId="640"/>
            <ac:spMk id="2" creationId="{601F6963-906C-DAEB-1EF3-830E0A730CF7}"/>
          </ac:spMkLst>
        </pc:spChg>
        <pc:spChg chg="del">
          <ac:chgData name="Mengmeng Ge" userId="bb5bc401-97cb-4caf-9857-8ff441375414" providerId="ADAL" clId="{B1A3E7D4-D1D2-4C4F-B696-F6F3CA53602A}" dt="2024-05-06T03:56:47.347" v="402" actId="700"/>
          <ac:spMkLst>
            <pc:docMk/>
            <pc:sldMk cId="1025140228" sldId="640"/>
            <ac:spMk id="3" creationId="{0A01AEDC-3881-8BD7-B6E7-1EBD69163BE6}"/>
          </ac:spMkLst>
        </pc:spChg>
        <pc:spChg chg="mod ord">
          <ac:chgData name="Mengmeng Ge" userId="bb5bc401-97cb-4caf-9857-8ff441375414" providerId="ADAL" clId="{B1A3E7D4-D1D2-4C4F-B696-F6F3CA53602A}" dt="2024-05-06T03:56:49.496" v="404" actId="20577"/>
          <ac:spMkLst>
            <pc:docMk/>
            <pc:sldMk cId="1025140228" sldId="640"/>
            <ac:spMk id="4" creationId="{B9054420-75CC-9826-4972-2F67D159E6D2}"/>
          </ac:spMkLst>
        </pc:spChg>
        <pc:spChg chg="mod ord">
          <ac:chgData name="Mengmeng Ge" userId="bb5bc401-97cb-4caf-9857-8ff441375414" providerId="ADAL" clId="{B1A3E7D4-D1D2-4C4F-B696-F6F3CA53602A}" dt="2024-05-06T03:56:47.347" v="402" actId="700"/>
          <ac:spMkLst>
            <pc:docMk/>
            <pc:sldMk cId="1025140228" sldId="640"/>
            <ac:spMk id="5" creationId="{B3B43A17-3EEE-AC1A-E7CB-3A72EFE3A2F9}"/>
          </ac:spMkLst>
        </pc:spChg>
        <pc:spChg chg="add mod ord">
          <ac:chgData name="Mengmeng Ge" userId="bb5bc401-97cb-4caf-9857-8ff441375414" providerId="ADAL" clId="{B1A3E7D4-D1D2-4C4F-B696-F6F3CA53602A}" dt="2024-05-06T05:37:11.344" v="1274" actId="20577"/>
          <ac:spMkLst>
            <pc:docMk/>
            <pc:sldMk cId="1025140228" sldId="640"/>
            <ac:spMk id="6" creationId="{61693BDA-DB94-EF4A-CBAB-B754E1843E69}"/>
          </ac:spMkLst>
        </pc:spChg>
      </pc:sldChg>
      <pc:sldChg chg="addSp delSp modSp new add del mod">
        <pc:chgData name="Mengmeng Ge" userId="bb5bc401-97cb-4caf-9857-8ff441375414" providerId="ADAL" clId="{B1A3E7D4-D1D2-4C4F-B696-F6F3CA53602A}" dt="2024-05-06T04:23:45.276" v="844" actId="1035"/>
        <pc:sldMkLst>
          <pc:docMk/>
          <pc:sldMk cId="1534104977" sldId="641"/>
        </pc:sldMkLst>
        <pc:spChg chg="mod">
          <ac:chgData name="Mengmeng Ge" userId="bb5bc401-97cb-4caf-9857-8ff441375414" providerId="ADAL" clId="{B1A3E7D4-D1D2-4C4F-B696-F6F3CA53602A}" dt="2024-05-06T03:59:03.933" v="478" actId="20577"/>
          <ac:spMkLst>
            <pc:docMk/>
            <pc:sldMk cId="1534104977" sldId="641"/>
            <ac:spMk id="2" creationId="{B8C6B762-EAC8-DC12-1E2E-F8153E103568}"/>
          </ac:spMkLst>
        </pc:spChg>
        <pc:spChg chg="del">
          <ac:chgData name="Mengmeng Ge" userId="bb5bc401-97cb-4caf-9857-8ff441375414" providerId="ADAL" clId="{B1A3E7D4-D1D2-4C4F-B696-F6F3CA53602A}" dt="2024-05-06T04:07:59.090" v="580" actId="478"/>
          <ac:spMkLst>
            <pc:docMk/>
            <pc:sldMk cId="1534104977" sldId="641"/>
            <ac:spMk id="3" creationId="{944E46F1-26E1-4361-070E-50C48BBC1197}"/>
          </ac:spMkLst>
        </pc:spChg>
        <pc:spChg chg="mod">
          <ac:chgData name="Mengmeng Ge" userId="bb5bc401-97cb-4caf-9857-8ff441375414" providerId="ADAL" clId="{B1A3E7D4-D1D2-4C4F-B696-F6F3CA53602A}" dt="2024-05-06T04:23:45.276" v="844" actId="1035"/>
          <ac:spMkLst>
            <pc:docMk/>
            <pc:sldMk cId="1534104977" sldId="641"/>
            <ac:spMk id="9" creationId="{53CE4E6A-E31C-869B-C669-F3979551F5E6}"/>
          </ac:spMkLst>
        </pc:spChg>
        <pc:spChg chg="mod">
          <ac:chgData name="Mengmeng Ge" userId="bb5bc401-97cb-4caf-9857-8ff441375414" providerId="ADAL" clId="{B1A3E7D4-D1D2-4C4F-B696-F6F3CA53602A}" dt="2024-05-06T04:23:45.276" v="844" actId="1035"/>
          <ac:spMkLst>
            <pc:docMk/>
            <pc:sldMk cId="1534104977" sldId="641"/>
            <ac:spMk id="10" creationId="{89551DA5-5F83-874B-1B60-9BB60147468F}"/>
          </ac:spMkLst>
        </pc:spChg>
        <pc:spChg chg="mod">
          <ac:chgData name="Mengmeng Ge" userId="bb5bc401-97cb-4caf-9857-8ff441375414" providerId="ADAL" clId="{B1A3E7D4-D1D2-4C4F-B696-F6F3CA53602A}" dt="2024-05-06T04:23:45.276" v="844" actId="1035"/>
          <ac:spMkLst>
            <pc:docMk/>
            <pc:sldMk cId="1534104977" sldId="641"/>
            <ac:spMk id="11" creationId="{7B4BDF6C-EDD5-FAFF-D4E3-59285B6E26F5}"/>
          </ac:spMkLst>
        </pc:spChg>
        <pc:spChg chg="add mod">
          <ac:chgData name="Mengmeng Ge" userId="bb5bc401-97cb-4caf-9857-8ff441375414" providerId="ADAL" clId="{B1A3E7D4-D1D2-4C4F-B696-F6F3CA53602A}" dt="2024-05-06T04:23:41.956" v="840" actId="1076"/>
          <ac:spMkLst>
            <pc:docMk/>
            <pc:sldMk cId="1534104977" sldId="641"/>
            <ac:spMk id="12" creationId="{FFA81CE9-3586-7C4D-0FF6-679D4BFBA1AE}"/>
          </ac:spMkLst>
        </pc:spChg>
        <pc:spChg chg="mod">
          <ac:chgData name="Mengmeng Ge" userId="bb5bc401-97cb-4caf-9857-8ff441375414" providerId="ADAL" clId="{B1A3E7D4-D1D2-4C4F-B696-F6F3CA53602A}" dt="2024-05-06T04:23:45.276" v="844" actId="1035"/>
          <ac:spMkLst>
            <pc:docMk/>
            <pc:sldMk cId="1534104977" sldId="641"/>
            <ac:spMk id="15"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90"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91"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669"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670"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671"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672"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673"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675"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676"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677"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678"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679"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681"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682"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684"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685"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686"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687"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688"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693"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694"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695"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697"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698"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701"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702"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703"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705"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706"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707"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713"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714"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715"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716"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717"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719"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720"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721"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722"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723"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731"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732"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734"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735"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736"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737"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738"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739"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743"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744" creationId="{00000000-0000-0000-0000-000000000000}"/>
          </ac:spMkLst>
        </pc:spChg>
        <pc:spChg chg="mod">
          <ac:chgData name="Mengmeng Ge" userId="bb5bc401-97cb-4caf-9857-8ff441375414" providerId="ADAL" clId="{B1A3E7D4-D1D2-4C4F-B696-F6F3CA53602A}" dt="2024-05-06T04:23:45.276" v="844" actId="1035"/>
          <ac:spMkLst>
            <pc:docMk/>
            <pc:sldMk cId="1534104977" sldId="641"/>
            <ac:spMk id="241745" creationId="{00000000-0000-0000-0000-000000000000}"/>
          </ac:spMkLst>
        </pc:spChg>
        <pc:spChg chg="add del mod">
          <ac:chgData name="Mengmeng Ge" userId="bb5bc401-97cb-4caf-9857-8ff441375414" providerId="ADAL" clId="{B1A3E7D4-D1D2-4C4F-B696-F6F3CA53602A}" dt="2024-05-06T04:23:24.556" v="833" actId="478"/>
          <ac:spMkLst>
            <pc:docMk/>
            <pc:sldMk cId="1534104977" sldId="641"/>
            <ac:spMk id="241751" creationId="{00000000-0000-0000-0000-000000000000}"/>
          </ac:spMkLst>
        </pc:spChg>
        <pc:grpChg chg="mod">
          <ac:chgData name="Mengmeng Ge" userId="bb5bc401-97cb-4caf-9857-8ff441375414" providerId="ADAL" clId="{B1A3E7D4-D1D2-4C4F-B696-F6F3CA53602A}" dt="2024-05-06T04:23:45.276" v="844" actId="1035"/>
          <ac:grpSpMkLst>
            <pc:docMk/>
            <pc:sldMk cId="1534104977" sldId="641"/>
            <ac:grpSpMk id="6" creationId="{200AE563-06F0-3AAB-2A3C-F7D2177D08CD}"/>
          </ac:grpSpMkLst>
        </pc:grpChg>
        <pc:grpChg chg="mod">
          <ac:chgData name="Mengmeng Ge" userId="bb5bc401-97cb-4caf-9857-8ff441375414" providerId="ADAL" clId="{B1A3E7D4-D1D2-4C4F-B696-F6F3CA53602A}" dt="2024-05-06T04:23:45.276" v="844" actId="1035"/>
          <ac:grpSpMkLst>
            <pc:docMk/>
            <pc:sldMk cId="1534104977" sldId="641"/>
            <ac:grpSpMk id="7" creationId="{25A7C126-440F-E259-CC2F-65EBD368FF94}"/>
          </ac:grpSpMkLst>
        </pc:grpChg>
        <pc:grpChg chg="add mod">
          <ac:chgData name="Mengmeng Ge" userId="bb5bc401-97cb-4caf-9857-8ff441375414" providerId="ADAL" clId="{B1A3E7D4-D1D2-4C4F-B696-F6F3CA53602A}" dt="2024-05-06T04:23:45.276" v="844" actId="1035"/>
          <ac:grpSpMkLst>
            <pc:docMk/>
            <pc:sldMk cId="1534104977" sldId="641"/>
            <ac:grpSpMk id="8" creationId="{92CA9353-D3D1-8200-F954-4F47D1CC3FD5}"/>
          </ac:grpSpMkLst>
        </pc:grpChg>
        <pc:grpChg chg="mod">
          <ac:chgData name="Mengmeng Ge" userId="bb5bc401-97cb-4caf-9857-8ff441375414" providerId="ADAL" clId="{B1A3E7D4-D1D2-4C4F-B696-F6F3CA53602A}" dt="2024-05-06T04:23:45.276" v="844" actId="1035"/>
          <ac:grpSpMkLst>
            <pc:docMk/>
            <pc:sldMk cId="1534104977" sldId="641"/>
            <ac:grpSpMk id="241668" creationId="{00000000-0000-0000-0000-000000000000}"/>
          </ac:grpSpMkLst>
        </pc:grpChg>
        <pc:grpChg chg="mod">
          <ac:chgData name="Mengmeng Ge" userId="bb5bc401-97cb-4caf-9857-8ff441375414" providerId="ADAL" clId="{B1A3E7D4-D1D2-4C4F-B696-F6F3CA53602A}" dt="2024-05-06T04:23:45.276" v="844" actId="1035"/>
          <ac:grpSpMkLst>
            <pc:docMk/>
            <pc:sldMk cId="1534104977" sldId="641"/>
            <ac:grpSpMk id="241674" creationId="{00000000-0000-0000-0000-000000000000}"/>
          </ac:grpSpMkLst>
        </pc:grpChg>
        <pc:grpChg chg="mod">
          <ac:chgData name="Mengmeng Ge" userId="bb5bc401-97cb-4caf-9857-8ff441375414" providerId="ADAL" clId="{B1A3E7D4-D1D2-4C4F-B696-F6F3CA53602A}" dt="2024-05-06T04:23:45.276" v="844" actId="1035"/>
          <ac:grpSpMkLst>
            <pc:docMk/>
            <pc:sldMk cId="1534104977" sldId="641"/>
            <ac:grpSpMk id="241680" creationId="{00000000-0000-0000-0000-000000000000}"/>
          </ac:grpSpMkLst>
        </pc:grpChg>
        <pc:grpChg chg="mod">
          <ac:chgData name="Mengmeng Ge" userId="bb5bc401-97cb-4caf-9857-8ff441375414" providerId="ADAL" clId="{B1A3E7D4-D1D2-4C4F-B696-F6F3CA53602A}" dt="2024-05-06T04:23:45.276" v="844" actId="1035"/>
          <ac:grpSpMkLst>
            <pc:docMk/>
            <pc:sldMk cId="1534104977" sldId="641"/>
            <ac:grpSpMk id="241683" creationId="{00000000-0000-0000-0000-000000000000}"/>
          </ac:grpSpMkLst>
        </pc:grpChg>
        <pc:grpChg chg="mod">
          <ac:chgData name="Mengmeng Ge" userId="bb5bc401-97cb-4caf-9857-8ff441375414" providerId="ADAL" clId="{B1A3E7D4-D1D2-4C4F-B696-F6F3CA53602A}" dt="2024-05-06T04:23:45.276" v="844" actId="1035"/>
          <ac:grpSpMkLst>
            <pc:docMk/>
            <pc:sldMk cId="1534104977" sldId="641"/>
            <ac:grpSpMk id="241692" creationId="{00000000-0000-0000-0000-000000000000}"/>
          </ac:grpSpMkLst>
        </pc:grpChg>
        <pc:grpChg chg="mod">
          <ac:chgData name="Mengmeng Ge" userId="bb5bc401-97cb-4caf-9857-8ff441375414" providerId="ADAL" clId="{B1A3E7D4-D1D2-4C4F-B696-F6F3CA53602A}" dt="2024-05-06T04:23:45.276" v="844" actId="1035"/>
          <ac:grpSpMkLst>
            <pc:docMk/>
            <pc:sldMk cId="1534104977" sldId="641"/>
            <ac:grpSpMk id="241704" creationId="{00000000-0000-0000-0000-000000000000}"/>
          </ac:grpSpMkLst>
        </pc:grpChg>
        <pc:grpChg chg="mod">
          <ac:chgData name="Mengmeng Ge" userId="bb5bc401-97cb-4caf-9857-8ff441375414" providerId="ADAL" clId="{B1A3E7D4-D1D2-4C4F-B696-F6F3CA53602A}" dt="2024-05-06T04:23:45.276" v="844" actId="1035"/>
          <ac:grpSpMkLst>
            <pc:docMk/>
            <pc:sldMk cId="1534104977" sldId="641"/>
            <ac:grpSpMk id="241710" creationId="{00000000-0000-0000-0000-000000000000}"/>
          </ac:grpSpMkLst>
        </pc:grpChg>
        <pc:grpChg chg="mod">
          <ac:chgData name="Mengmeng Ge" userId="bb5bc401-97cb-4caf-9857-8ff441375414" providerId="ADAL" clId="{B1A3E7D4-D1D2-4C4F-B696-F6F3CA53602A}" dt="2024-05-06T04:23:45.276" v="844" actId="1035"/>
          <ac:grpSpMkLst>
            <pc:docMk/>
            <pc:sldMk cId="1534104977" sldId="641"/>
            <ac:grpSpMk id="241718" creationId="{00000000-0000-0000-0000-000000000000}"/>
          </ac:grpSpMkLst>
        </pc:grpChg>
        <pc:grpChg chg="mod">
          <ac:chgData name="Mengmeng Ge" userId="bb5bc401-97cb-4caf-9857-8ff441375414" providerId="ADAL" clId="{B1A3E7D4-D1D2-4C4F-B696-F6F3CA53602A}" dt="2024-05-06T04:23:45.276" v="844" actId="1035"/>
          <ac:grpSpMkLst>
            <pc:docMk/>
            <pc:sldMk cId="1534104977" sldId="641"/>
            <ac:grpSpMk id="241742" creationId="{00000000-0000-0000-0000-000000000000}"/>
          </ac:grpSpMkLst>
        </pc:grpChg>
        <pc:cxnChg chg="mod">
          <ac:chgData name="Mengmeng Ge" userId="bb5bc401-97cb-4caf-9857-8ff441375414" providerId="ADAL" clId="{B1A3E7D4-D1D2-4C4F-B696-F6F3CA53602A}" dt="2024-05-06T04:23:45.276" v="844" actId="1035"/>
          <ac:cxnSpMkLst>
            <pc:docMk/>
            <pc:sldMk cId="1534104977" sldId="641"/>
            <ac:cxnSpMk id="5" creationId="{00000000-0000-0000-0000-000000000000}"/>
          </ac:cxnSpMkLst>
        </pc:cxnChg>
        <pc:cxnChg chg="mod">
          <ac:chgData name="Mengmeng Ge" userId="bb5bc401-97cb-4caf-9857-8ff441375414" providerId="ADAL" clId="{B1A3E7D4-D1D2-4C4F-B696-F6F3CA53602A}" dt="2024-05-06T04:23:45.276" v="844" actId="1035"/>
          <ac:cxnSpMkLst>
            <pc:docMk/>
            <pc:sldMk cId="1534104977" sldId="641"/>
            <ac:cxnSpMk id="72" creationId="{00000000-0000-0000-0000-000000000000}"/>
          </ac:cxnSpMkLst>
        </pc:cxnChg>
        <pc:cxnChg chg="mod">
          <ac:chgData name="Mengmeng Ge" userId="bb5bc401-97cb-4caf-9857-8ff441375414" providerId="ADAL" clId="{B1A3E7D4-D1D2-4C4F-B696-F6F3CA53602A}" dt="2024-05-06T04:23:45.276" v="844" actId="1035"/>
          <ac:cxnSpMkLst>
            <pc:docMk/>
            <pc:sldMk cId="1534104977" sldId="641"/>
            <ac:cxnSpMk id="75" creationId="{00000000-0000-0000-0000-000000000000}"/>
          </ac:cxnSpMkLst>
        </pc:cxnChg>
        <pc:cxnChg chg="mod">
          <ac:chgData name="Mengmeng Ge" userId="bb5bc401-97cb-4caf-9857-8ff441375414" providerId="ADAL" clId="{B1A3E7D4-D1D2-4C4F-B696-F6F3CA53602A}" dt="2024-05-06T04:23:45.276" v="844" actId="1035"/>
          <ac:cxnSpMkLst>
            <pc:docMk/>
            <pc:sldMk cId="1534104977" sldId="641"/>
            <ac:cxnSpMk id="78" creationId="{00000000-0000-0000-0000-000000000000}"/>
          </ac:cxnSpMkLst>
        </pc:cxnChg>
        <pc:cxnChg chg="mod">
          <ac:chgData name="Mengmeng Ge" userId="bb5bc401-97cb-4caf-9857-8ff441375414" providerId="ADAL" clId="{B1A3E7D4-D1D2-4C4F-B696-F6F3CA53602A}" dt="2024-05-06T04:23:45.276" v="844" actId="1035"/>
          <ac:cxnSpMkLst>
            <pc:docMk/>
            <pc:sldMk cId="1534104977" sldId="641"/>
            <ac:cxnSpMk id="79" creationId="{00000000-0000-0000-0000-000000000000}"/>
          </ac:cxnSpMkLst>
        </pc:cxnChg>
        <pc:cxnChg chg="mod">
          <ac:chgData name="Mengmeng Ge" userId="bb5bc401-97cb-4caf-9857-8ff441375414" providerId="ADAL" clId="{B1A3E7D4-D1D2-4C4F-B696-F6F3CA53602A}" dt="2024-05-06T04:23:45.276" v="844" actId="1035"/>
          <ac:cxnSpMkLst>
            <pc:docMk/>
            <pc:sldMk cId="1534104977" sldId="641"/>
            <ac:cxnSpMk id="80" creationId="{00000000-0000-0000-0000-000000000000}"/>
          </ac:cxnSpMkLst>
        </pc:cxnChg>
      </pc:sldChg>
      <pc:sldChg chg="modSp new mod modNotesTx">
        <pc:chgData name="Mengmeng Ge" userId="bb5bc401-97cb-4caf-9857-8ff441375414" providerId="ADAL" clId="{B1A3E7D4-D1D2-4C4F-B696-F6F3CA53602A}" dt="2024-05-06T04:10:48.154" v="685" actId="948"/>
        <pc:sldMkLst>
          <pc:docMk/>
          <pc:sldMk cId="2564110188" sldId="642"/>
        </pc:sldMkLst>
        <pc:spChg chg="mod">
          <ac:chgData name="Mengmeng Ge" userId="bb5bc401-97cb-4caf-9857-8ff441375414" providerId="ADAL" clId="{B1A3E7D4-D1D2-4C4F-B696-F6F3CA53602A}" dt="2024-05-06T04:08:27.247" v="611"/>
          <ac:spMkLst>
            <pc:docMk/>
            <pc:sldMk cId="2564110188" sldId="642"/>
            <ac:spMk id="2" creationId="{C89E5978-3808-3D4A-559B-BE8CF2FD59E8}"/>
          </ac:spMkLst>
        </pc:spChg>
        <pc:spChg chg="mod">
          <ac:chgData name="Mengmeng Ge" userId="bb5bc401-97cb-4caf-9857-8ff441375414" providerId="ADAL" clId="{B1A3E7D4-D1D2-4C4F-B696-F6F3CA53602A}" dt="2024-05-06T04:10:48.154" v="685" actId="948"/>
          <ac:spMkLst>
            <pc:docMk/>
            <pc:sldMk cId="2564110188" sldId="642"/>
            <ac:spMk id="3" creationId="{94F1F720-25AD-E7DA-E3BF-7715D90A36B9}"/>
          </ac:spMkLst>
        </pc:spChg>
      </pc:sldChg>
      <pc:sldChg chg="addSp delSp modSp new mod">
        <pc:chgData name="Mengmeng Ge" userId="bb5bc401-97cb-4caf-9857-8ff441375414" providerId="ADAL" clId="{B1A3E7D4-D1D2-4C4F-B696-F6F3CA53602A}" dt="2024-05-06T04:24:00.124" v="850" actId="1036"/>
        <pc:sldMkLst>
          <pc:docMk/>
          <pc:sldMk cId="1498734450" sldId="643"/>
        </pc:sldMkLst>
        <pc:spChg chg="mod">
          <ac:chgData name="Mengmeng Ge" userId="bb5bc401-97cb-4caf-9857-8ff441375414" providerId="ADAL" clId="{B1A3E7D4-D1D2-4C4F-B696-F6F3CA53602A}" dt="2024-05-06T04:11:09.886" v="699" actId="14100"/>
          <ac:spMkLst>
            <pc:docMk/>
            <pc:sldMk cId="1498734450" sldId="643"/>
            <ac:spMk id="2" creationId="{2063E1D7-C564-BAF4-2E8E-502A846BDC3F}"/>
          </ac:spMkLst>
        </pc:spChg>
        <pc:spChg chg="del">
          <ac:chgData name="Mengmeng Ge" userId="bb5bc401-97cb-4caf-9857-8ff441375414" providerId="ADAL" clId="{B1A3E7D4-D1D2-4C4F-B696-F6F3CA53602A}" dt="2024-05-06T04:11:12.673" v="700" actId="478"/>
          <ac:spMkLst>
            <pc:docMk/>
            <pc:sldMk cId="1498734450" sldId="643"/>
            <ac:spMk id="3" creationId="{B9BF9601-7BC0-E235-7AEA-9548D233DBCC}"/>
          </ac:spMkLst>
        </pc:spChg>
        <pc:spChg chg="mod">
          <ac:chgData name="Mengmeng Ge" userId="bb5bc401-97cb-4caf-9857-8ff441375414" providerId="ADAL" clId="{B1A3E7D4-D1D2-4C4F-B696-F6F3CA53602A}" dt="2024-05-06T04:24:00.124" v="850" actId="1036"/>
          <ac:spMkLst>
            <pc:docMk/>
            <pc:sldMk cId="1498734450" sldId="643"/>
            <ac:spMk id="8"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10" creationId="{00000000-0000-0000-0000-000000000000}"/>
          </ac:spMkLst>
        </pc:spChg>
        <pc:spChg chg="add mod">
          <ac:chgData name="Mengmeng Ge" userId="bb5bc401-97cb-4caf-9857-8ff441375414" providerId="ADAL" clId="{B1A3E7D4-D1D2-4C4F-B696-F6F3CA53602A}" dt="2024-05-06T04:23:58.046" v="848" actId="1076"/>
          <ac:spMkLst>
            <pc:docMk/>
            <pc:sldMk cId="1498734450" sldId="643"/>
            <ac:spMk id="82"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84"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85"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788"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791"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792"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793"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794"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795"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797"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798"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799"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00"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03"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04"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06"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07"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08"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09"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10"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12"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13"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15"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16"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17"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18"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19"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20"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22"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23"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24"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26"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28"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33"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34"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39"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40"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41"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47"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48"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49"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51"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52"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54"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55"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57"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58"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59"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60"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62"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63"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64"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65"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66"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68"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70"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75"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76"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77"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78" creationId="{00000000-0000-0000-0000-000000000000}"/>
          </ac:spMkLst>
        </pc:spChg>
        <pc:spChg chg="mod">
          <ac:chgData name="Mengmeng Ge" userId="bb5bc401-97cb-4caf-9857-8ff441375414" providerId="ADAL" clId="{B1A3E7D4-D1D2-4C4F-B696-F6F3CA53602A}" dt="2024-05-06T04:24:00.124" v="850" actId="1036"/>
          <ac:spMkLst>
            <pc:docMk/>
            <pc:sldMk cId="1498734450" sldId="643"/>
            <ac:spMk id="246879" creationId="{00000000-0000-0000-0000-000000000000}"/>
          </ac:spMkLst>
        </pc:spChg>
        <pc:grpChg chg="mod">
          <ac:chgData name="Mengmeng Ge" userId="bb5bc401-97cb-4caf-9857-8ff441375414" providerId="ADAL" clId="{B1A3E7D4-D1D2-4C4F-B696-F6F3CA53602A}" dt="2024-05-06T04:24:00.124" v="850" actId="1036"/>
          <ac:grpSpMkLst>
            <pc:docMk/>
            <pc:sldMk cId="1498734450" sldId="643"/>
            <ac:grpSpMk id="5" creationId="{D90DD9D2-0E31-35BB-D026-87137D84A672}"/>
          </ac:grpSpMkLst>
        </pc:grpChg>
        <pc:grpChg chg="mod">
          <ac:chgData name="Mengmeng Ge" userId="bb5bc401-97cb-4caf-9857-8ff441375414" providerId="ADAL" clId="{B1A3E7D4-D1D2-4C4F-B696-F6F3CA53602A}" dt="2024-05-06T04:24:00.124" v="850" actId="1036"/>
          <ac:grpSpMkLst>
            <pc:docMk/>
            <pc:sldMk cId="1498734450" sldId="643"/>
            <ac:grpSpMk id="6" creationId="{E090ED6C-C2DD-FC9C-5DC6-B9E385F63358}"/>
          </ac:grpSpMkLst>
        </pc:grpChg>
        <pc:grpChg chg="mod">
          <ac:chgData name="Mengmeng Ge" userId="bb5bc401-97cb-4caf-9857-8ff441375414" providerId="ADAL" clId="{B1A3E7D4-D1D2-4C4F-B696-F6F3CA53602A}" dt="2024-05-06T04:24:00.124" v="850" actId="1036"/>
          <ac:grpSpMkLst>
            <pc:docMk/>
            <pc:sldMk cId="1498734450" sldId="643"/>
            <ac:grpSpMk id="7" creationId="{5E9B36D8-B7CA-3F91-B3AB-0F4786FF7315}"/>
          </ac:grpSpMkLst>
        </pc:grpChg>
        <pc:grpChg chg="add mod">
          <ac:chgData name="Mengmeng Ge" userId="bb5bc401-97cb-4caf-9857-8ff441375414" providerId="ADAL" clId="{B1A3E7D4-D1D2-4C4F-B696-F6F3CA53602A}" dt="2024-05-06T04:24:00.124" v="850" actId="1036"/>
          <ac:grpSpMkLst>
            <pc:docMk/>
            <pc:sldMk cId="1498734450" sldId="643"/>
            <ac:grpSpMk id="9" creationId="{8572DE5C-0A23-FD0B-846C-7AB730D224BC}"/>
          </ac:grpSpMkLst>
        </pc:grpChg>
        <pc:grpChg chg="mod">
          <ac:chgData name="Mengmeng Ge" userId="bb5bc401-97cb-4caf-9857-8ff441375414" providerId="ADAL" clId="{B1A3E7D4-D1D2-4C4F-B696-F6F3CA53602A}" dt="2024-05-06T04:24:00.124" v="850" actId="1036"/>
          <ac:grpSpMkLst>
            <pc:docMk/>
            <pc:sldMk cId="1498734450" sldId="643"/>
            <ac:grpSpMk id="11" creationId="{9DA8D6A0-924D-31BA-45FA-63517B392889}"/>
          </ac:grpSpMkLst>
        </pc:grpChg>
        <pc:grpChg chg="mod">
          <ac:chgData name="Mengmeng Ge" userId="bb5bc401-97cb-4caf-9857-8ff441375414" providerId="ADAL" clId="{B1A3E7D4-D1D2-4C4F-B696-F6F3CA53602A}" dt="2024-05-06T04:24:00.124" v="850" actId="1036"/>
          <ac:grpSpMkLst>
            <pc:docMk/>
            <pc:sldMk cId="1498734450" sldId="643"/>
            <ac:grpSpMk id="246790" creationId="{00000000-0000-0000-0000-000000000000}"/>
          </ac:grpSpMkLst>
        </pc:grpChg>
        <pc:grpChg chg="mod">
          <ac:chgData name="Mengmeng Ge" userId="bb5bc401-97cb-4caf-9857-8ff441375414" providerId="ADAL" clId="{B1A3E7D4-D1D2-4C4F-B696-F6F3CA53602A}" dt="2024-05-06T04:24:00.124" v="850" actId="1036"/>
          <ac:grpSpMkLst>
            <pc:docMk/>
            <pc:sldMk cId="1498734450" sldId="643"/>
            <ac:grpSpMk id="246796" creationId="{00000000-0000-0000-0000-000000000000}"/>
          </ac:grpSpMkLst>
        </pc:grpChg>
        <pc:grpChg chg="mod">
          <ac:chgData name="Mengmeng Ge" userId="bb5bc401-97cb-4caf-9857-8ff441375414" providerId="ADAL" clId="{B1A3E7D4-D1D2-4C4F-B696-F6F3CA53602A}" dt="2024-05-06T04:24:00.124" v="850" actId="1036"/>
          <ac:grpSpMkLst>
            <pc:docMk/>
            <pc:sldMk cId="1498734450" sldId="643"/>
            <ac:grpSpMk id="246802" creationId="{00000000-0000-0000-0000-000000000000}"/>
          </ac:grpSpMkLst>
        </pc:grpChg>
        <pc:grpChg chg="mod">
          <ac:chgData name="Mengmeng Ge" userId="bb5bc401-97cb-4caf-9857-8ff441375414" providerId="ADAL" clId="{B1A3E7D4-D1D2-4C4F-B696-F6F3CA53602A}" dt="2024-05-06T04:24:00.124" v="850" actId="1036"/>
          <ac:grpSpMkLst>
            <pc:docMk/>
            <pc:sldMk cId="1498734450" sldId="643"/>
            <ac:grpSpMk id="246805" creationId="{00000000-0000-0000-0000-000000000000}"/>
          </ac:grpSpMkLst>
        </pc:grpChg>
        <pc:grpChg chg="mod">
          <ac:chgData name="Mengmeng Ge" userId="bb5bc401-97cb-4caf-9857-8ff441375414" providerId="ADAL" clId="{B1A3E7D4-D1D2-4C4F-B696-F6F3CA53602A}" dt="2024-05-06T04:24:00.124" v="850" actId="1036"/>
          <ac:grpSpMkLst>
            <pc:docMk/>
            <pc:sldMk cId="1498734450" sldId="643"/>
            <ac:grpSpMk id="246811" creationId="{00000000-0000-0000-0000-000000000000}"/>
          </ac:grpSpMkLst>
        </pc:grpChg>
        <pc:grpChg chg="mod">
          <ac:chgData name="Mengmeng Ge" userId="bb5bc401-97cb-4caf-9857-8ff441375414" providerId="ADAL" clId="{B1A3E7D4-D1D2-4C4F-B696-F6F3CA53602A}" dt="2024-05-06T04:24:00.124" v="850" actId="1036"/>
          <ac:grpSpMkLst>
            <pc:docMk/>
            <pc:sldMk cId="1498734450" sldId="643"/>
            <ac:grpSpMk id="246821" creationId="{00000000-0000-0000-0000-000000000000}"/>
          </ac:grpSpMkLst>
        </pc:grpChg>
        <pc:grpChg chg="mod">
          <ac:chgData name="Mengmeng Ge" userId="bb5bc401-97cb-4caf-9857-8ff441375414" providerId="ADAL" clId="{B1A3E7D4-D1D2-4C4F-B696-F6F3CA53602A}" dt="2024-05-06T04:24:00.124" v="850" actId="1036"/>
          <ac:grpSpMkLst>
            <pc:docMk/>
            <pc:sldMk cId="1498734450" sldId="643"/>
            <ac:grpSpMk id="246850" creationId="{00000000-0000-0000-0000-000000000000}"/>
          </ac:grpSpMkLst>
        </pc:grpChg>
        <pc:grpChg chg="mod">
          <ac:chgData name="Mengmeng Ge" userId="bb5bc401-97cb-4caf-9857-8ff441375414" providerId="ADAL" clId="{B1A3E7D4-D1D2-4C4F-B696-F6F3CA53602A}" dt="2024-05-06T04:24:00.124" v="850" actId="1036"/>
          <ac:grpSpMkLst>
            <pc:docMk/>
            <pc:sldMk cId="1498734450" sldId="643"/>
            <ac:grpSpMk id="246853" creationId="{00000000-0000-0000-0000-000000000000}"/>
          </ac:grpSpMkLst>
        </pc:grpChg>
        <pc:grpChg chg="mod">
          <ac:chgData name="Mengmeng Ge" userId="bb5bc401-97cb-4caf-9857-8ff441375414" providerId="ADAL" clId="{B1A3E7D4-D1D2-4C4F-B696-F6F3CA53602A}" dt="2024-05-06T04:24:00.124" v="850" actId="1036"/>
          <ac:grpSpMkLst>
            <pc:docMk/>
            <pc:sldMk cId="1498734450" sldId="643"/>
            <ac:grpSpMk id="246856" creationId="{00000000-0000-0000-0000-000000000000}"/>
          </ac:grpSpMkLst>
        </pc:grpChg>
        <pc:grpChg chg="mod">
          <ac:chgData name="Mengmeng Ge" userId="bb5bc401-97cb-4caf-9857-8ff441375414" providerId="ADAL" clId="{B1A3E7D4-D1D2-4C4F-B696-F6F3CA53602A}" dt="2024-05-06T04:24:00.124" v="850" actId="1036"/>
          <ac:grpSpMkLst>
            <pc:docMk/>
            <pc:sldMk cId="1498734450" sldId="643"/>
            <ac:grpSpMk id="246873" creationId="{00000000-0000-0000-0000-000000000000}"/>
          </ac:grpSpMkLst>
        </pc:grpChg>
        <pc:grpChg chg="mod">
          <ac:chgData name="Mengmeng Ge" userId="bb5bc401-97cb-4caf-9857-8ff441375414" providerId="ADAL" clId="{B1A3E7D4-D1D2-4C4F-B696-F6F3CA53602A}" dt="2024-05-06T04:24:00.124" v="850" actId="1036"/>
          <ac:grpSpMkLst>
            <pc:docMk/>
            <pc:sldMk cId="1498734450" sldId="643"/>
            <ac:grpSpMk id="246874" creationId="{00000000-0000-0000-0000-000000000000}"/>
          </ac:grpSpMkLst>
        </pc:grpChg>
      </pc:sldChg>
      <pc:sldChg chg="modSp new mod">
        <pc:chgData name="Mengmeng Ge" userId="bb5bc401-97cb-4caf-9857-8ff441375414" providerId="ADAL" clId="{B1A3E7D4-D1D2-4C4F-B696-F6F3CA53602A}" dt="2024-05-06T05:08:43.397" v="907" actId="207"/>
        <pc:sldMkLst>
          <pc:docMk/>
          <pc:sldMk cId="3541511352" sldId="644"/>
        </pc:sldMkLst>
        <pc:spChg chg="mod">
          <ac:chgData name="Mengmeng Ge" userId="bb5bc401-97cb-4caf-9857-8ff441375414" providerId="ADAL" clId="{B1A3E7D4-D1D2-4C4F-B696-F6F3CA53602A}" dt="2024-05-06T05:05:51.975" v="867" actId="21"/>
          <ac:spMkLst>
            <pc:docMk/>
            <pc:sldMk cId="3541511352" sldId="644"/>
            <ac:spMk id="2" creationId="{46E0EDAE-4416-F48B-D1FA-A25F62EC25FC}"/>
          </ac:spMkLst>
        </pc:spChg>
        <pc:spChg chg="mod">
          <ac:chgData name="Mengmeng Ge" userId="bb5bc401-97cb-4caf-9857-8ff441375414" providerId="ADAL" clId="{B1A3E7D4-D1D2-4C4F-B696-F6F3CA53602A}" dt="2024-05-06T05:08:43.397" v="907" actId="207"/>
          <ac:spMkLst>
            <pc:docMk/>
            <pc:sldMk cId="3541511352" sldId="644"/>
            <ac:spMk id="3" creationId="{1FDD7B35-658C-960B-2C5A-7408DB36CB46}"/>
          </ac:spMkLst>
        </pc:spChg>
      </pc:sldChg>
      <pc:sldChg chg="addSp delSp modSp new mod modClrScheme chgLayout modNotesTx">
        <pc:chgData name="Mengmeng Ge" userId="bb5bc401-97cb-4caf-9857-8ff441375414" providerId="ADAL" clId="{B1A3E7D4-D1D2-4C4F-B696-F6F3CA53602A}" dt="2024-05-06T05:26:21.255" v="1148" actId="20577"/>
        <pc:sldMkLst>
          <pc:docMk/>
          <pc:sldMk cId="4289352370" sldId="645"/>
        </pc:sldMkLst>
        <pc:spChg chg="mod ord">
          <ac:chgData name="Mengmeng Ge" userId="bb5bc401-97cb-4caf-9857-8ff441375414" providerId="ADAL" clId="{B1A3E7D4-D1D2-4C4F-B696-F6F3CA53602A}" dt="2024-05-06T05:14:34.757" v="952" actId="700"/>
          <ac:spMkLst>
            <pc:docMk/>
            <pc:sldMk cId="4289352370" sldId="645"/>
            <ac:spMk id="2" creationId="{3A538B17-FDF9-3280-58BD-644710595AEC}"/>
          </ac:spMkLst>
        </pc:spChg>
        <pc:spChg chg="del mod ord">
          <ac:chgData name="Mengmeng Ge" userId="bb5bc401-97cb-4caf-9857-8ff441375414" providerId="ADAL" clId="{B1A3E7D4-D1D2-4C4F-B696-F6F3CA53602A}" dt="2024-05-06T05:14:13.307" v="948" actId="700"/>
          <ac:spMkLst>
            <pc:docMk/>
            <pc:sldMk cId="4289352370" sldId="645"/>
            <ac:spMk id="3" creationId="{9270B048-D04C-6E33-38E0-748AC8099E05}"/>
          </ac:spMkLst>
        </pc:spChg>
        <pc:spChg chg="mod ord">
          <ac:chgData name="Mengmeng Ge" userId="bb5bc401-97cb-4caf-9857-8ff441375414" providerId="ADAL" clId="{B1A3E7D4-D1D2-4C4F-B696-F6F3CA53602A}" dt="2024-05-06T05:14:34.788" v="953" actId="27636"/>
          <ac:spMkLst>
            <pc:docMk/>
            <pc:sldMk cId="4289352370" sldId="645"/>
            <ac:spMk id="4" creationId="{41B45139-E9C0-1B8D-5CEE-491265987149}"/>
          </ac:spMkLst>
        </pc:spChg>
        <pc:spChg chg="add del mod ord">
          <ac:chgData name="Mengmeng Ge" userId="bb5bc401-97cb-4caf-9857-8ff441375414" providerId="ADAL" clId="{B1A3E7D4-D1D2-4C4F-B696-F6F3CA53602A}" dt="2024-05-06T05:14:18.441" v="951" actId="26606"/>
          <ac:spMkLst>
            <pc:docMk/>
            <pc:sldMk cId="4289352370" sldId="645"/>
            <ac:spMk id="5" creationId="{23EDFEA6-BEF3-CB3F-D0A3-F6890CF17984}"/>
          </ac:spMkLst>
        </pc:spChg>
        <pc:spChg chg="add del mod ord">
          <ac:chgData name="Mengmeng Ge" userId="bb5bc401-97cb-4caf-9857-8ff441375414" providerId="ADAL" clId="{B1A3E7D4-D1D2-4C4F-B696-F6F3CA53602A}" dt="2024-05-06T05:14:15.755" v="949" actId="478"/>
          <ac:spMkLst>
            <pc:docMk/>
            <pc:sldMk cId="4289352370" sldId="645"/>
            <ac:spMk id="6" creationId="{C58CDDFB-1D30-59D5-59D6-B47ED98F04E1}"/>
          </ac:spMkLst>
        </pc:spChg>
        <pc:spChg chg="add mod">
          <ac:chgData name="Mengmeng Ge" userId="bb5bc401-97cb-4caf-9857-8ff441375414" providerId="ADAL" clId="{B1A3E7D4-D1D2-4C4F-B696-F6F3CA53602A}" dt="2024-05-06T05:14:16.142" v="950"/>
          <ac:spMkLst>
            <pc:docMk/>
            <pc:sldMk cId="4289352370" sldId="645"/>
            <ac:spMk id="7" creationId="{D1CAD89C-CAF6-D364-E86A-EF739D6E7EBE}"/>
          </ac:spMkLst>
        </pc:spChg>
        <pc:spChg chg="add mod">
          <ac:chgData name="Mengmeng Ge" userId="bb5bc401-97cb-4caf-9857-8ff441375414" providerId="ADAL" clId="{B1A3E7D4-D1D2-4C4F-B696-F6F3CA53602A}" dt="2024-05-06T05:14:16.142" v="950"/>
          <ac:spMkLst>
            <pc:docMk/>
            <pc:sldMk cId="4289352370" sldId="645"/>
            <ac:spMk id="8" creationId="{4A12D4A0-27E4-5A0D-08A6-37F3D85E8CD3}"/>
          </ac:spMkLst>
        </pc:spChg>
        <pc:spChg chg="add mod">
          <ac:chgData name="Mengmeng Ge" userId="bb5bc401-97cb-4caf-9857-8ff441375414" providerId="ADAL" clId="{B1A3E7D4-D1D2-4C4F-B696-F6F3CA53602A}" dt="2024-05-06T05:14:16.142" v="950"/>
          <ac:spMkLst>
            <pc:docMk/>
            <pc:sldMk cId="4289352370" sldId="645"/>
            <ac:spMk id="9" creationId="{48452654-AB9A-A8B0-ED8D-D62D489DDB2D}"/>
          </ac:spMkLst>
        </pc:spChg>
        <pc:spChg chg="add mod">
          <ac:chgData name="Mengmeng Ge" userId="bb5bc401-97cb-4caf-9857-8ff441375414" providerId="ADAL" clId="{B1A3E7D4-D1D2-4C4F-B696-F6F3CA53602A}" dt="2024-05-06T05:14:16.142" v="950"/>
          <ac:spMkLst>
            <pc:docMk/>
            <pc:sldMk cId="4289352370" sldId="645"/>
            <ac:spMk id="10" creationId="{1EBE663C-693D-A03B-9992-D5D9FB18AC70}"/>
          </ac:spMkLst>
        </pc:spChg>
        <pc:spChg chg="add mod">
          <ac:chgData name="Mengmeng Ge" userId="bb5bc401-97cb-4caf-9857-8ff441375414" providerId="ADAL" clId="{B1A3E7D4-D1D2-4C4F-B696-F6F3CA53602A}" dt="2024-05-06T05:14:16.142" v="950"/>
          <ac:spMkLst>
            <pc:docMk/>
            <pc:sldMk cId="4289352370" sldId="645"/>
            <ac:spMk id="11" creationId="{931061D5-87F1-2889-E8BB-3C69BBAB4B72}"/>
          </ac:spMkLst>
        </pc:spChg>
        <pc:spChg chg="add mod">
          <ac:chgData name="Mengmeng Ge" userId="bb5bc401-97cb-4caf-9857-8ff441375414" providerId="ADAL" clId="{B1A3E7D4-D1D2-4C4F-B696-F6F3CA53602A}" dt="2024-05-06T05:14:16.142" v="950"/>
          <ac:spMkLst>
            <pc:docMk/>
            <pc:sldMk cId="4289352370" sldId="645"/>
            <ac:spMk id="12" creationId="{3826713C-EF5C-5D2F-B6E1-912EFBA82690}"/>
          </ac:spMkLst>
        </pc:spChg>
        <pc:spChg chg="add mod">
          <ac:chgData name="Mengmeng Ge" userId="bb5bc401-97cb-4caf-9857-8ff441375414" providerId="ADAL" clId="{B1A3E7D4-D1D2-4C4F-B696-F6F3CA53602A}" dt="2024-05-06T05:14:16.142" v="950"/>
          <ac:spMkLst>
            <pc:docMk/>
            <pc:sldMk cId="4289352370" sldId="645"/>
            <ac:spMk id="13" creationId="{D4683344-6AE6-134F-DF0D-2D64DFD2A62D}"/>
          </ac:spMkLst>
        </pc:spChg>
        <pc:spChg chg="add mod">
          <ac:chgData name="Mengmeng Ge" userId="bb5bc401-97cb-4caf-9857-8ff441375414" providerId="ADAL" clId="{B1A3E7D4-D1D2-4C4F-B696-F6F3CA53602A}" dt="2024-05-06T05:14:16.142" v="950"/>
          <ac:spMkLst>
            <pc:docMk/>
            <pc:sldMk cId="4289352370" sldId="645"/>
            <ac:spMk id="14" creationId="{21F7CC5E-FF09-E128-E042-E10A59590205}"/>
          </ac:spMkLst>
        </pc:spChg>
        <pc:spChg chg="add mod">
          <ac:chgData name="Mengmeng Ge" userId="bb5bc401-97cb-4caf-9857-8ff441375414" providerId="ADAL" clId="{B1A3E7D4-D1D2-4C4F-B696-F6F3CA53602A}" dt="2024-05-06T05:14:16.142" v="950"/>
          <ac:spMkLst>
            <pc:docMk/>
            <pc:sldMk cId="4289352370" sldId="645"/>
            <ac:spMk id="15" creationId="{313C1EF5-47B4-A0F2-6B15-9F9B68F87D86}"/>
          </ac:spMkLst>
        </pc:spChg>
        <pc:spChg chg="add mod">
          <ac:chgData name="Mengmeng Ge" userId="bb5bc401-97cb-4caf-9857-8ff441375414" providerId="ADAL" clId="{B1A3E7D4-D1D2-4C4F-B696-F6F3CA53602A}" dt="2024-05-06T05:14:16.142" v="950"/>
          <ac:spMkLst>
            <pc:docMk/>
            <pc:sldMk cId="4289352370" sldId="645"/>
            <ac:spMk id="16" creationId="{A1895366-8D13-2E62-791A-12C756173C15}"/>
          </ac:spMkLst>
        </pc:spChg>
        <pc:spChg chg="add mod">
          <ac:chgData name="Mengmeng Ge" userId="bb5bc401-97cb-4caf-9857-8ff441375414" providerId="ADAL" clId="{B1A3E7D4-D1D2-4C4F-B696-F6F3CA53602A}" dt="2024-05-06T05:14:16.142" v="950"/>
          <ac:spMkLst>
            <pc:docMk/>
            <pc:sldMk cId="4289352370" sldId="645"/>
            <ac:spMk id="17" creationId="{E9283A6E-E887-8185-4B82-414A2E79EFE5}"/>
          </ac:spMkLst>
        </pc:spChg>
        <pc:spChg chg="add mod">
          <ac:chgData name="Mengmeng Ge" userId="bb5bc401-97cb-4caf-9857-8ff441375414" providerId="ADAL" clId="{B1A3E7D4-D1D2-4C4F-B696-F6F3CA53602A}" dt="2024-05-06T05:14:16.142" v="950"/>
          <ac:spMkLst>
            <pc:docMk/>
            <pc:sldMk cId="4289352370" sldId="645"/>
            <ac:spMk id="18" creationId="{8AC88A97-0037-9041-36E2-91BAFE2E4DAD}"/>
          </ac:spMkLst>
        </pc:spChg>
        <pc:spChg chg="add mod">
          <ac:chgData name="Mengmeng Ge" userId="bb5bc401-97cb-4caf-9857-8ff441375414" providerId="ADAL" clId="{B1A3E7D4-D1D2-4C4F-B696-F6F3CA53602A}" dt="2024-05-06T05:14:16.142" v="950"/>
          <ac:spMkLst>
            <pc:docMk/>
            <pc:sldMk cId="4289352370" sldId="645"/>
            <ac:spMk id="19" creationId="{B70145BF-2A29-62F8-EA34-52CCB3887786}"/>
          </ac:spMkLst>
        </pc:spChg>
        <pc:spChg chg="add mod">
          <ac:chgData name="Mengmeng Ge" userId="bb5bc401-97cb-4caf-9857-8ff441375414" providerId="ADAL" clId="{B1A3E7D4-D1D2-4C4F-B696-F6F3CA53602A}" dt="2024-05-06T05:14:16.142" v="950"/>
          <ac:spMkLst>
            <pc:docMk/>
            <pc:sldMk cId="4289352370" sldId="645"/>
            <ac:spMk id="20" creationId="{C112BCFC-176A-E0EF-A093-E18815F6CDC2}"/>
          </ac:spMkLst>
        </pc:spChg>
        <pc:spChg chg="add mod">
          <ac:chgData name="Mengmeng Ge" userId="bb5bc401-97cb-4caf-9857-8ff441375414" providerId="ADAL" clId="{B1A3E7D4-D1D2-4C4F-B696-F6F3CA53602A}" dt="2024-05-06T05:14:16.142" v="950"/>
          <ac:spMkLst>
            <pc:docMk/>
            <pc:sldMk cId="4289352370" sldId="645"/>
            <ac:spMk id="21" creationId="{ACF0CA7C-4ED3-2967-3794-937583FCE216}"/>
          </ac:spMkLst>
        </pc:spChg>
        <pc:spChg chg="add mod">
          <ac:chgData name="Mengmeng Ge" userId="bb5bc401-97cb-4caf-9857-8ff441375414" providerId="ADAL" clId="{B1A3E7D4-D1D2-4C4F-B696-F6F3CA53602A}" dt="2024-05-06T05:14:16.142" v="950"/>
          <ac:spMkLst>
            <pc:docMk/>
            <pc:sldMk cId="4289352370" sldId="645"/>
            <ac:spMk id="22" creationId="{DF098F88-CE7A-CFEF-CBBE-1633622F17F9}"/>
          </ac:spMkLst>
        </pc:spChg>
        <pc:spChg chg="add mod">
          <ac:chgData name="Mengmeng Ge" userId="bb5bc401-97cb-4caf-9857-8ff441375414" providerId="ADAL" clId="{B1A3E7D4-D1D2-4C4F-B696-F6F3CA53602A}" dt="2024-05-06T05:14:16.142" v="950"/>
          <ac:spMkLst>
            <pc:docMk/>
            <pc:sldMk cId="4289352370" sldId="645"/>
            <ac:spMk id="23" creationId="{EA5DD444-F3F9-5F44-4942-9CCE482EFE4D}"/>
          </ac:spMkLst>
        </pc:spChg>
        <pc:spChg chg="add mod ord">
          <ac:chgData name="Mengmeng Ge" userId="bb5bc401-97cb-4caf-9857-8ff441375414" providerId="ADAL" clId="{B1A3E7D4-D1D2-4C4F-B696-F6F3CA53602A}" dt="2024-05-06T05:20:52.044" v="1115" actId="20577"/>
          <ac:spMkLst>
            <pc:docMk/>
            <pc:sldMk cId="4289352370" sldId="645"/>
            <ac:spMk id="24" creationId="{63604A8A-B08D-388F-8C38-398AE8DB81E3}"/>
          </ac:spMkLst>
        </pc:spChg>
        <pc:spChg chg="add del mod ord">
          <ac:chgData name="Mengmeng Ge" userId="bb5bc401-97cb-4caf-9857-8ff441375414" providerId="ADAL" clId="{B1A3E7D4-D1D2-4C4F-B696-F6F3CA53602A}" dt="2024-05-06T05:14:34.757" v="952" actId="700"/>
          <ac:spMkLst>
            <pc:docMk/>
            <pc:sldMk cId="4289352370" sldId="645"/>
            <ac:spMk id="25" creationId="{0AFB3EF6-FCB3-B984-9538-1E86CF3D1E2B}"/>
          </ac:spMkLst>
        </pc:spChg>
        <pc:spChg chg="add del mod ord">
          <ac:chgData name="Mengmeng Ge" userId="bb5bc401-97cb-4caf-9857-8ff441375414" providerId="ADAL" clId="{B1A3E7D4-D1D2-4C4F-B696-F6F3CA53602A}" dt="2024-05-06T05:14:40.032" v="955" actId="478"/>
          <ac:spMkLst>
            <pc:docMk/>
            <pc:sldMk cId="4289352370" sldId="645"/>
            <ac:spMk id="27" creationId="{88D68B69-58D9-51B5-B9B6-F3BA72C41069}"/>
          </ac:spMkLst>
        </pc:spChg>
        <pc:spChg chg="add mod">
          <ac:chgData name="Mengmeng Ge" userId="bb5bc401-97cb-4caf-9857-8ff441375414" providerId="ADAL" clId="{B1A3E7D4-D1D2-4C4F-B696-F6F3CA53602A}" dt="2024-05-06T05:14:40.485" v="956"/>
          <ac:spMkLst>
            <pc:docMk/>
            <pc:sldMk cId="4289352370" sldId="645"/>
            <ac:spMk id="28" creationId="{F41E13A6-DDF0-62B3-FA63-BE6A9537BD58}"/>
          </ac:spMkLst>
        </pc:spChg>
        <pc:spChg chg="add mod">
          <ac:chgData name="Mengmeng Ge" userId="bb5bc401-97cb-4caf-9857-8ff441375414" providerId="ADAL" clId="{B1A3E7D4-D1D2-4C4F-B696-F6F3CA53602A}" dt="2024-05-06T05:14:40.485" v="956"/>
          <ac:spMkLst>
            <pc:docMk/>
            <pc:sldMk cId="4289352370" sldId="645"/>
            <ac:spMk id="29" creationId="{225AAF08-CBCF-D487-A672-165FF3A845C1}"/>
          </ac:spMkLst>
        </pc:spChg>
        <pc:spChg chg="add mod">
          <ac:chgData name="Mengmeng Ge" userId="bb5bc401-97cb-4caf-9857-8ff441375414" providerId="ADAL" clId="{B1A3E7D4-D1D2-4C4F-B696-F6F3CA53602A}" dt="2024-05-06T05:18:04.845" v="991" actId="1076"/>
          <ac:spMkLst>
            <pc:docMk/>
            <pc:sldMk cId="4289352370" sldId="645"/>
            <ac:spMk id="30" creationId="{1C77A14A-6E80-2BF1-CBDB-E478FAA725DF}"/>
          </ac:spMkLst>
        </pc:spChg>
        <pc:spChg chg="add mod">
          <ac:chgData name="Mengmeng Ge" userId="bb5bc401-97cb-4caf-9857-8ff441375414" providerId="ADAL" clId="{B1A3E7D4-D1D2-4C4F-B696-F6F3CA53602A}" dt="2024-05-06T05:18:00.688" v="990" actId="1076"/>
          <ac:spMkLst>
            <pc:docMk/>
            <pc:sldMk cId="4289352370" sldId="645"/>
            <ac:spMk id="31" creationId="{B6996C5F-EB01-1948-5ABE-FEDB9ACCB484}"/>
          </ac:spMkLst>
        </pc:spChg>
        <pc:spChg chg="add mod">
          <ac:chgData name="Mengmeng Ge" userId="bb5bc401-97cb-4caf-9857-8ff441375414" providerId="ADAL" clId="{B1A3E7D4-D1D2-4C4F-B696-F6F3CA53602A}" dt="2024-05-06T05:14:40.485" v="956"/>
          <ac:spMkLst>
            <pc:docMk/>
            <pc:sldMk cId="4289352370" sldId="645"/>
            <ac:spMk id="32" creationId="{91812F0A-4CF4-2840-269D-374B7DB2BDFA}"/>
          </ac:spMkLst>
        </pc:spChg>
        <pc:spChg chg="add mod">
          <ac:chgData name="Mengmeng Ge" userId="bb5bc401-97cb-4caf-9857-8ff441375414" providerId="ADAL" clId="{B1A3E7D4-D1D2-4C4F-B696-F6F3CA53602A}" dt="2024-05-06T05:14:40.485" v="956"/>
          <ac:spMkLst>
            <pc:docMk/>
            <pc:sldMk cId="4289352370" sldId="645"/>
            <ac:spMk id="33" creationId="{703BE733-B1B9-693B-6F5E-65675FCDC915}"/>
          </ac:spMkLst>
        </pc:spChg>
        <pc:spChg chg="add mod">
          <ac:chgData name="Mengmeng Ge" userId="bb5bc401-97cb-4caf-9857-8ff441375414" providerId="ADAL" clId="{B1A3E7D4-D1D2-4C4F-B696-F6F3CA53602A}" dt="2024-05-06T05:14:40.485" v="956"/>
          <ac:spMkLst>
            <pc:docMk/>
            <pc:sldMk cId="4289352370" sldId="645"/>
            <ac:spMk id="34" creationId="{493C3601-EE7F-25BA-4803-258B1DB362F8}"/>
          </ac:spMkLst>
        </pc:spChg>
        <pc:spChg chg="add mod">
          <ac:chgData name="Mengmeng Ge" userId="bb5bc401-97cb-4caf-9857-8ff441375414" providerId="ADAL" clId="{B1A3E7D4-D1D2-4C4F-B696-F6F3CA53602A}" dt="2024-05-06T05:14:40.485" v="956"/>
          <ac:spMkLst>
            <pc:docMk/>
            <pc:sldMk cId="4289352370" sldId="645"/>
            <ac:spMk id="35" creationId="{99BF531E-74DF-C0A6-C5F0-B15BF84B72F4}"/>
          </ac:spMkLst>
        </pc:spChg>
        <pc:spChg chg="add mod">
          <ac:chgData name="Mengmeng Ge" userId="bb5bc401-97cb-4caf-9857-8ff441375414" providerId="ADAL" clId="{B1A3E7D4-D1D2-4C4F-B696-F6F3CA53602A}" dt="2024-05-06T05:14:40.485" v="956"/>
          <ac:spMkLst>
            <pc:docMk/>
            <pc:sldMk cId="4289352370" sldId="645"/>
            <ac:spMk id="36" creationId="{5FE80A61-8378-06A8-B275-B4A558FDB779}"/>
          </ac:spMkLst>
        </pc:spChg>
        <pc:spChg chg="add mod">
          <ac:chgData name="Mengmeng Ge" userId="bb5bc401-97cb-4caf-9857-8ff441375414" providerId="ADAL" clId="{B1A3E7D4-D1D2-4C4F-B696-F6F3CA53602A}" dt="2024-05-06T05:14:40.485" v="956"/>
          <ac:spMkLst>
            <pc:docMk/>
            <pc:sldMk cId="4289352370" sldId="645"/>
            <ac:spMk id="37" creationId="{B87242D2-B4F1-BAA3-F08B-A2EE418DE8B4}"/>
          </ac:spMkLst>
        </pc:spChg>
        <pc:spChg chg="add mod">
          <ac:chgData name="Mengmeng Ge" userId="bb5bc401-97cb-4caf-9857-8ff441375414" providerId="ADAL" clId="{B1A3E7D4-D1D2-4C4F-B696-F6F3CA53602A}" dt="2024-05-06T05:14:48.950" v="957" actId="122"/>
          <ac:spMkLst>
            <pc:docMk/>
            <pc:sldMk cId="4289352370" sldId="645"/>
            <ac:spMk id="38" creationId="{2827F9B3-FAC5-319B-E738-03B277965A47}"/>
          </ac:spMkLst>
        </pc:spChg>
        <pc:spChg chg="add mod">
          <ac:chgData name="Mengmeng Ge" userId="bb5bc401-97cb-4caf-9857-8ff441375414" providerId="ADAL" clId="{B1A3E7D4-D1D2-4C4F-B696-F6F3CA53602A}" dt="2024-05-06T05:14:40.485" v="956"/>
          <ac:spMkLst>
            <pc:docMk/>
            <pc:sldMk cId="4289352370" sldId="645"/>
            <ac:spMk id="39" creationId="{2E7AF940-2E42-CB40-72FE-81E2B1077522}"/>
          </ac:spMkLst>
        </pc:spChg>
        <pc:spChg chg="add mod">
          <ac:chgData name="Mengmeng Ge" userId="bb5bc401-97cb-4caf-9857-8ff441375414" providerId="ADAL" clId="{B1A3E7D4-D1D2-4C4F-B696-F6F3CA53602A}" dt="2024-05-06T05:14:40.485" v="956"/>
          <ac:spMkLst>
            <pc:docMk/>
            <pc:sldMk cId="4289352370" sldId="645"/>
            <ac:spMk id="40" creationId="{BE331210-5F0C-68CA-3EC2-7B115CE2BE83}"/>
          </ac:spMkLst>
        </pc:spChg>
        <pc:spChg chg="add mod">
          <ac:chgData name="Mengmeng Ge" userId="bb5bc401-97cb-4caf-9857-8ff441375414" providerId="ADAL" clId="{B1A3E7D4-D1D2-4C4F-B696-F6F3CA53602A}" dt="2024-05-06T05:18:06.414" v="993" actId="20577"/>
          <ac:spMkLst>
            <pc:docMk/>
            <pc:sldMk cId="4289352370" sldId="645"/>
            <ac:spMk id="41" creationId="{5CBB6AFD-48B1-0BF4-C0DD-6992591A4213}"/>
          </ac:spMkLst>
        </pc:spChg>
        <pc:spChg chg="add mod">
          <ac:chgData name="Mengmeng Ge" userId="bb5bc401-97cb-4caf-9857-8ff441375414" providerId="ADAL" clId="{B1A3E7D4-D1D2-4C4F-B696-F6F3CA53602A}" dt="2024-05-06T05:18:08.506" v="995" actId="20577"/>
          <ac:spMkLst>
            <pc:docMk/>
            <pc:sldMk cId="4289352370" sldId="645"/>
            <ac:spMk id="42" creationId="{D07C9B9F-9071-4059-4310-0D7098170C7B}"/>
          </ac:spMkLst>
        </pc:spChg>
        <pc:spChg chg="add del mod">
          <ac:chgData name="Mengmeng Ge" userId="bb5bc401-97cb-4caf-9857-8ff441375414" providerId="ADAL" clId="{B1A3E7D4-D1D2-4C4F-B696-F6F3CA53602A}" dt="2024-05-06T05:14:56.237" v="959" actId="478"/>
          <ac:spMkLst>
            <pc:docMk/>
            <pc:sldMk cId="4289352370" sldId="645"/>
            <ac:spMk id="43" creationId="{458FC5DD-65C1-546C-CBB5-F8CEF3A9C9AA}"/>
          </ac:spMkLst>
        </pc:spChg>
        <pc:spChg chg="add del mod">
          <ac:chgData name="Mengmeng Ge" userId="bb5bc401-97cb-4caf-9857-8ff441375414" providerId="ADAL" clId="{B1A3E7D4-D1D2-4C4F-B696-F6F3CA53602A}" dt="2024-05-06T05:14:58.762" v="960" actId="478"/>
          <ac:spMkLst>
            <pc:docMk/>
            <pc:sldMk cId="4289352370" sldId="645"/>
            <ac:spMk id="44" creationId="{63CA0A80-F2E9-EFD9-F3A9-0ABA47EEB74C}"/>
          </ac:spMkLst>
        </pc:spChg>
        <pc:picChg chg="add del">
          <ac:chgData name="Mengmeng Ge" userId="bb5bc401-97cb-4caf-9857-8ff441375414" providerId="ADAL" clId="{B1A3E7D4-D1D2-4C4F-B696-F6F3CA53602A}" dt="2024-05-06T05:14:36.154" v="954" actId="478"/>
          <ac:picMkLst>
            <pc:docMk/>
            <pc:sldMk cId="4289352370" sldId="645"/>
            <ac:picMk id="26" creationId="{0570BFBF-9A9A-4672-F238-111711ACD3C1}"/>
          </ac:picMkLst>
        </pc:picChg>
      </pc:sldChg>
      <pc:sldChg chg="addSp delSp modSp new del mod modClrScheme chgLayout">
        <pc:chgData name="Mengmeng Ge" userId="bb5bc401-97cb-4caf-9857-8ff441375414" providerId="ADAL" clId="{B1A3E7D4-D1D2-4C4F-B696-F6F3CA53602A}" dt="2024-05-06T05:27:21.966" v="1163" actId="47"/>
        <pc:sldMkLst>
          <pc:docMk/>
          <pc:sldMk cId="793176712" sldId="646"/>
        </pc:sldMkLst>
        <pc:spChg chg="del mod ord">
          <ac:chgData name="Mengmeng Ge" userId="bb5bc401-97cb-4caf-9857-8ff441375414" providerId="ADAL" clId="{B1A3E7D4-D1D2-4C4F-B696-F6F3CA53602A}" dt="2024-05-06T05:26:51.316" v="1150" actId="700"/>
          <ac:spMkLst>
            <pc:docMk/>
            <pc:sldMk cId="793176712" sldId="646"/>
            <ac:spMk id="2" creationId="{C0BE28A0-A8FC-8543-DF47-E7D4F24C4DC0}"/>
          </ac:spMkLst>
        </pc:spChg>
        <pc:spChg chg="del">
          <ac:chgData name="Mengmeng Ge" userId="bb5bc401-97cb-4caf-9857-8ff441375414" providerId="ADAL" clId="{B1A3E7D4-D1D2-4C4F-B696-F6F3CA53602A}" dt="2024-05-06T05:26:51.316" v="1150" actId="700"/>
          <ac:spMkLst>
            <pc:docMk/>
            <pc:sldMk cId="793176712" sldId="646"/>
            <ac:spMk id="3" creationId="{A1B88745-3F53-1370-B9CC-F575D573B732}"/>
          </ac:spMkLst>
        </pc:spChg>
        <pc:spChg chg="del mod ord">
          <ac:chgData name="Mengmeng Ge" userId="bb5bc401-97cb-4caf-9857-8ff441375414" providerId="ADAL" clId="{B1A3E7D4-D1D2-4C4F-B696-F6F3CA53602A}" dt="2024-05-06T05:26:51.316" v="1150" actId="700"/>
          <ac:spMkLst>
            <pc:docMk/>
            <pc:sldMk cId="793176712" sldId="646"/>
            <ac:spMk id="4" creationId="{60FFD1C4-2A3F-D4BB-8CF2-C0E4E3EDDB0B}"/>
          </ac:spMkLst>
        </pc:spChg>
        <pc:spChg chg="mod ord">
          <ac:chgData name="Mengmeng Ge" userId="bb5bc401-97cb-4caf-9857-8ff441375414" providerId="ADAL" clId="{B1A3E7D4-D1D2-4C4F-B696-F6F3CA53602A}" dt="2024-05-06T05:26:51.316" v="1150" actId="700"/>
          <ac:spMkLst>
            <pc:docMk/>
            <pc:sldMk cId="793176712" sldId="646"/>
            <ac:spMk id="5" creationId="{7B5F8A01-2988-D01C-5542-A160903F87CF}"/>
          </ac:spMkLst>
        </pc:spChg>
        <pc:spChg chg="add mod ord">
          <ac:chgData name="Mengmeng Ge" userId="bb5bc401-97cb-4caf-9857-8ff441375414" providerId="ADAL" clId="{B1A3E7D4-D1D2-4C4F-B696-F6F3CA53602A}" dt="2024-05-06T05:26:54.532" v="1162" actId="20577"/>
          <ac:spMkLst>
            <pc:docMk/>
            <pc:sldMk cId="793176712" sldId="646"/>
            <ac:spMk id="6" creationId="{16C67790-52D4-3588-09F3-3A95DA408FB3}"/>
          </ac:spMkLst>
        </pc:spChg>
        <pc:spChg chg="add mod ord">
          <ac:chgData name="Mengmeng Ge" userId="bb5bc401-97cb-4caf-9857-8ff441375414" providerId="ADAL" clId="{B1A3E7D4-D1D2-4C4F-B696-F6F3CA53602A}" dt="2024-05-06T05:26:51.316" v="1150" actId="700"/>
          <ac:spMkLst>
            <pc:docMk/>
            <pc:sldMk cId="793176712" sldId="646"/>
            <ac:spMk id="7" creationId="{B1B4CFBA-8EDF-C9D9-C44C-CA9BDCB4C38D}"/>
          </ac:spMkLst>
        </pc:spChg>
      </pc:sldChg>
      <pc:sldChg chg="addSp delSp modSp new del mod modClrScheme chgLayout">
        <pc:chgData name="Mengmeng Ge" userId="bb5bc401-97cb-4caf-9857-8ff441375414" providerId="ADAL" clId="{B1A3E7D4-D1D2-4C4F-B696-F6F3CA53602A}" dt="2024-05-06T05:25:16.045" v="1144" actId="47"/>
        <pc:sldMkLst>
          <pc:docMk/>
          <pc:sldMk cId="1794076372" sldId="646"/>
        </pc:sldMkLst>
        <pc:spChg chg="del mod ord">
          <ac:chgData name="Mengmeng Ge" userId="bb5bc401-97cb-4caf-9857-8ff441375414" providerId="ADAL" clId="{B1A3E7D4-D1D2-4C4F-B696-F6F3CA53602A}" dt="2024-05-06T05:22:38.469" v="1124" actId="700"/>
          <ac:spMkLst>
            <pc:docMk/>
            <pc:sldMk cId="1794076372" sldId="646"/>
            <ac:spMk id="2" creationId="{F195867D-0D82-E8B1-1797-34984EAF532D}"/>
          </ac:spMkLst>
        </pc:spChg>
        <pc:spChg chg="del">
          <ac:chgData name="Mengmeng Ge" userId="bb5bc401-97cb-4caf-9857-8ff441375414" providerId="ADAL" clId="{B1A3E7D4-D1D2-4C4F-B696-F6F3CA53602A}" dt="2024-05-06T05:22:38.469" v="1124" actId="700"/>
          <ac:spMkLst>
            <pc:docMk/>
            <pc:sldMk cId="1794076372" sldId="646"/>
            <ac:spMk id="3" creationId="{8F925903-A33B-1A75-DF8A-289688C700DF}"/>
          </ac:spMkLst>
        </pc:spChg>
        <pc:spChg chg="del mod ord">
          <ac:chgData name="Mengmeng Ge" userId="bb5bc401-97cb-4caf-9857-8ff441375414" providerId="ADAL" clId="{B1A3E7D4-D1D2-4C4F-B696-F6F3CA53602A}" dt="2024-05-06T05:22:38.469" v="1124" actId="700"/>
          <ac:spMkLst>
            <pc:docMk/>
            <pc:sldMk cId="1794076372" sldId="646"/>
            <ac:spMk id="4" creationId="{E8EFDFCE-15FB-2B78-0A84-5F925200ECE3}"/>
          </ac:spMkLst>
        </pc:spChg>
        <pc:spChg chg="mod ord">
          <ac:chgData name="Mengmeng Ge" userId="bb5bc401-97cb-4caf-9857-8ff441375414" providerId="ADAL" clId="{B1A3E7D4-D1D2-4C4F-B696-F6F3CA53602A}" dt="2024-05-06T05:22:38.469" v="1124" actId="700"/>
          <ac:spMkLst>
            <pc:docMk/>
            <pc:sldMk cId="1794076372" sldId="646"/>
            <ac:spMk id="5" creationId="{1F8710C3-8A20-41FE-DA28-C77553B37925}"/>
          </ac:spMkLst>
        </pc:spChg>
        <pc:spChg chg="add mod ord">
          <ac:chgData name="Mengmeng Ge" userId="bb5bc401-97cb-4caf-9857-8ff441375414" providerId="ADAL" clId="{B1A3E7D4-D1D2-4C4F-B696-F6F3CA53602A}" dt="2024-05-06T05:23:04.833" v="1138" actId="20577"/>
          <ac:spMkLst>
            <pc:docMk/>
            <pc:sldMk cId="1794076372" sldId="646"/>
            <ac:spMk id="6" creationId="{479D172E-25B7-3DA3-00EB-038F33A8610F}"/>
          </ac:spMkLst>
        </pc:spChg>
        <pc:spChg chg="add mod ord">
          <ac:chgData name="Mengmeng Ge" userId="bb5bc401-97cb-4caf-9857-8ff441375414" providerId="ADAL" clId="{B1A3E7D4-D1D2-4C4F-B696-F6F3CA53602A}" dt="2024-05-06T05:23:21.101" v="1143" actId="20577"/>
          <ac:spMkLst>
            <pc:docMk/>
            <pc:sldMk cId="1794076372" sldId="646"/>
            <ac:spMk id="7" creationId="{A243D7B6-F467-16CF-7CC0-2674E4366924}"/>
          </ac:spMkLst>
        </pc:spChg>
      </pc:sldChg>
      <pc:sldChg chg="addSp delSp modSp new mod">
        <pc:chgData name="Mengmeng Ge" userId="bb5bc401-97cb-4caf-9857-8ff441375414" providerId="ADAL" clId="{B1A3E7D4-D1D2-4C4F-B696-F6F3CA53602A}" dt="2024-05-06T05:43:32.191" v="1366" actId="14734"/>
        <pc:sldMkLst>
          <pc:docMk/>
          <pc:sldMk cId="4133771633" sldId="646"/>
        </pc:sldMkLst>
        <pc:spChg chg="mod">
          <ac:chgData name="Mengmeng Ge" userId="bb5bc401-97cb-4caf-9857-8ff441375414" providerId="ADAL" clId="{B1A3E7D4-D1D2-4C4F-B696-F6F3CA53602A}" dt="2024-05-06T05:40:24.934" v="1293" actId="14100"/>
          <ac:spMkLst>
            <pc:docMk/>
            <pc:sldMk cId="4133771633" sldId="646"/>
            <ac:spMk id="2" creationId="{35CA524E-D092-A8EA-8CAF-BC551D464997}"/>
          </ac:spMkLst>
        </pc:spChg>
        <pc:spChg chg="del">
          <ac:chgData name="Mengmeng Ge" userId="bb5bc401-97cb-4caf-9857-8ff441375414" providerId="ADAL" clId="{B1A3E7D4-D1D2-4C4F-B696-F6F3CA53602A}" dt="2024-05-06T05:39:54.121" v="1286" actId="478"/>
          <ac:spMkLst>
            <pc:docMk/>
            <pc:sldMk cId="4133771633" sldId="646"/>
            <ac:spMk id="3" creationId="{B5D0BC58-0F00-E06C-03FE-450C69A9DD6A}"/>
          </ac:spMkLst>
        </pc:spChg>
        <pc:spChg chg="add mod">
          <ac:chgData name="Mengmeng Ge" userId="bb5bc401-97cb-4caf-9857-8ff441375414" providerId="ADAL" clId="{B1A3E7D4-D1D2-4C4F-B696-F6F3CA53602A}" dt="2024-05-06T05:39:54.589" v="1287"/>
          <ac:spMkLst>
            <pc:docMk/>
            <pc:sldMk cId="4133771633" sldId="646"/>
            <ac:spMk id="6" creationId="{DDE83D9C-01AB-62A4-E314-D43BC757F65B}"/>
          </ac:spMkLst>
        </pc:spChg>
        <pc:graphicFrameChg chg="add mod modGraphic">
          <ac:chgData name="Mengmeng Ge" userId="bb5bc401-97cb-4caf-9857-8ff441375414" providerId="ADAL" clId="{B1A3E7D4-D1D2-4C4F-B696-F6F3CA53602A}" dt="2024-05-06T05:43:32.191" v="1366" actId="14734"/>
          <ac:graphicFrameMkLst>
            <pc:docMk/>
            <pc:sldMk cId="4133771633" sldId="646"/>
            <ac:graphicFrameMk id="5" creationId="{401198B7-6E95-9788-11C0-B0A57632C9E2}"/>
          </ac:graphicFrameMkLst>
        </pc:graphicFrameChg>
      </pc:sldChg>
      <pc:sldChg chg="ord">
        <pc:chgData name="Mengmeng Ge" userId="bb5bc401-97cb-4caf-9857-8ff441375414" providerId="ADAL" clId="{B1A3E7D4-D1D2-4C4F-B696-F6F3CA53602A}" dt="2024-05-08T21:34:07.658" v="1530" actId="20578"/>
        <pc:sldMkLst>
          <pc:docMk/>
          <pc:sldMk cId="4073289175" sldId="648"/>
        </pc:sldMkLst>
      </pc:sldChg>
      <pc:sldChg chg="modSp">
        <pc:chgData name="Mengmeng Ge" userId="bb5bc401-97cb-4caf-9857-8ff441375414" providerId="ADAL" clId="{B1A3E7D4-D1D2-4C4F-B696-F6F3CA53602A}" dt="2024-05-09T22:29:23.309" v="1932" actId="1035"/>
        <pc:sldMkLst>
          <pc:docMk/>
          <pc:sldMk cId="4124834057" sldId="652"/>
        </pc:sldMkLst>
        <pc:spChg chg="mod">
          <ac:chgData name="Mengmeng Ge" userId="bb5bc401-97cb-4caf-9857-8ff441375414" providerId="ADAL" clId="{B1A3E7D4-D1D2-4C4F-B696-F6F3CA53602A}" dt="2024-05-09T22:29:23.309" v="1932" actId="1035"/>
          <ac:spMkLst>
            <pc:docMk/>
            <pc:sldMk cId="4124834057" sldId="652"/>
            <ac:spMk id="4" creationId="{6A91D5B9-A300-4DC0-5BFF-F60C81486F2E}"/>
          </ac:spMkLst>
        </pc:spChg>
        <pc:spChg chg="mod">
          <ac:chgData name="Mengmeng Ge" userId="bb5bc401-97cb-4caf-9857-8ff441375414" providerId="ADAL" clId="{B1A3E7D4-D1D2-4C4F-B696-F6F3CA53602A}" dt="2024-05-09T22:29:23.309" v="1932" actId="1035"/>
          <ac:spMkLst>
            <pc:docMk/>
            <pc:sldMk cId="4124834057" sldId="652"/>
            <ac:spMk id="5" creationId="{00000000-0000-0000-0000-000000000000}"/>
          </ac:spMkLst>
        </pc:spChg>
        <pc:spChg chg="mod">
          <ac:chgData name="Mengmeng Ge" userId="bb5bc401-97cb-4caf-9857-8ff441375414" providerId="ADAL" clId="{B1A3E7D4-D1D2-4C4F-B696-F6F3CA53602A}" dt="2024-05-09T22:29:23.309" v="1932" actId="1035"/>
          <ac:spMkLst>
            <pc:docMk/>
            <pc:sldMk cId="4124834057" sldId="652"/>
            <ac:spMk id="6" creationId="{D0A20E0C-0662-0F9F-3CCC-98B153AD561D}"/>
          </ac:spMkLst>
        </pc:spChg>
        <pc:spChg chg="mod">
          <ac:chgData name="Mengmeng Ge" userId="bb5bc401-97cb-4caf-9857-8ff441375414" providerId="ADAL" clId="{B1A3E7D4-D1D2-4C4F-B696-F6F3CA53602A}" dt="2024-05-09T22:29:23.309" v="1932" actId="1035"/>
          <ac:spMkLst>
            <pc:docMk/>
            <pc:sldMk cId="4124834057" sldId="652"/>
            <ac:spMk id="7" creationId="{00000000-0000-0000-0000-000000000000}"/>
          </ac:spMkLst>
        </pc:spChg>
        <pc:spChg chg="mod">
          <ac:chgData name="Mengmeng Ge" userId="bb5bc401-97cb-4caf-9857-8ff441375414" providerId="ADAL" clId="{B1A3E7D4-D1D2-4C4F-B696-F6F3CA53602A}" dt="2024-05-09T22:29:23.309" v="1932" actId="1035"/>
          <ac:spMkLst>
            <pc:docMk/>
            <pc:sldMk cId="4124834057" sldId="652"/>
            <ac:spMk id="9" creationId="{00000000-0000-0000-0000-000000000000}"/>
          </ac:spMkLst>
        </pc:spChg>
        <pc:spChg chg="mod">
          <ac:chgData name="Mengmeng Ge" userId="bb5bc401-97cb-4caf-9857-8ff441375414" providerId="ADAL" clId="{B1A3E7D4-D1D2-4C4F-B696-F6F3CA53602A}" dt="2024-05-09T22:29:23.309" v="1932" actId="1035"/>
          <ac:spMkLst>
            <pc:docMk/>
            <pc:sldMk cId="4124834057" sldId="652"/>
            <ac:spMk id="10" creationId="{00000000-0000-0000-0000-000000000000}"/>
          </ac:spMkLst>
        </pc:spChg>
        <pc:spChg chg="mod">
          <ac:chgData name="Mengmeng Ge" userId="bb5bc401-97cb-4caf-9857-8ff441375414" providerId="ADAL" clId="{B1A3E7D4-D1D2-4C4F-B696-F6F3CA53602A}" dt="2024-05-09T22:29:23.309" v="1932" actId="1035"/>
          <ac:spMkLst>
            <pc:docMk/>
            <pc:sldMk cId="4124834057" sldId="652"/>
            <ac:spMk id="11" creationId="{00000000-0000-0000-0000-000000000000}"/>
          </ac:spMkLst>
        </pc:spChg>
        <pc:spChg chg="mod">
          <ac:chgData name="Mengmeng Ge" userId="bb5bc401-97cb-4caf-9857-8ff441375414" providerId="ADAL" clId="{B1A3E7D4-D1D2-4C4F-B696-F6F3CA53602A}" dt="2024-05-09T22:29:23.309" v="1932" actId="1035"/>
          <ac:spMkLst>
            <pc:docMk/>
            <pc:sldMk cId="4124834057" sldId="652"/>
            <ac:spMk id="12" creationId="{0D288561-523A-C01A-8FC7-CE2B9A36857A}"/>
          </ac:spMkLst>
        </pc:spChg>
        <pc:spChg chg="mod">
          <ac:chgData name="Mengmeng Ge" userId="bb5bc401-97cb-4caf-9857-8ff441375414" providerId="ADAL" clId="{B1A3E7D4-D1D2-4C4F-B696-F6F3CA53602A}" dt="2024-05-09T22:29:23.309" v="1932" actId="1035"/>
          <ac:spMkLst>
            <pc:docMk/>
            <pc:sldMk cId="4124834057" sldId="652"/>
            <ac:spMk id="13" creationId="{E7E3ECCC-CEC2-E252-6030-E2072264DE64}"/>
          </ac:spMkLst>
        </pc:spChg>
        <pc:spChg chg="mod">
          <ac:chgData name="Mengmeng Ge" userId="bb5bc401-97cb-4caf-9857-8ff441375414" providerId="ADAL" clId="{B1A3E7D4-D1D2-4C4F-B696-F6F3CA53602A}" dt="2024-05-09T22:29:23.309" v="1932" actId="1035"/>
          <ac:spMkLst>
            <pc:docMk/>
            <pc:sldMk cId="4124834057" sldId="652"/>
            <ac:spMk id="16" creationId="{00000000-0000-0000-0000-000000000000}"/>
          </ac:spMkLst>
        </pc:spChg>
        <pc:spChg chg="mod">
          <ac:chgData name="Mengmeng Ge" userId="bb5bc401-97cb-4caf-9857-8ff441375414" providerId="ADAL" clId="{B1A3E7D4-D1D2-4C4F-B696-F6F3CA53602A}" dt="2024-05-09T22:29:23.309" v="1932" actId="1035"/>
          <ac:spMkLst>
            <pc:docMk/>
            <pc:sldMk cId="4124834057" sldId="652"/>
            <ac:spMk id="17" creationId="{48653467-9B75-CE95-5D87-4180B2CB526D}"/>
          </ac:spMkLst>
        </pc:spChg>
        <pc:spChg chg="mod">
          <ac:chgData name="Mengmeng Ge" userId="bb5bc401-97cb-4caf-9857-8ff441375414" providerId="ADAL" clId="{B1A3E7D4-D1D2-4C4F-B696-F6F3CA53602A}" dt="2024-05-09T22:29:23.309" v="1932" actId="1035"/>
          <ac:spMkLst>
            <pc:docMk/>
            <pc:sldMk cId="4124834057" sldId="652"/>
            <ac:spMk id="18" creationId="{4148FBA5-1B48-A27F-27E7-69C64BA52D80}"/>
          </ac:spMkLst>
        </pc:spChg>
        <pc:spChg chg="mod">
          <ac:chgData name="Mengmeng Ge" userId="bb5bc401-97cb-4caf-9857-8ff441375414" providerId="ADAL" clId="{B1A3E7D4-D1D2-4C4F-B696-F6F3CA53602A}" dt="2024-05-09T22:29:23.309" v="1932" actId="1035"/>
          <ac:spMkLst>
            <pc:docMk/>
            <pc:sldMk cId="4124834057" sldId="652"/>
            <ac:spMk id="19" creationId="{00000000-0000-0000-0000-000000000000}"/>
          </ac:spMkLst>
        </pc:spChg>
        <pc:spChg chg="mod">
          <ac:chgData name="Mengmeng Ge" userId="bb5bc401-97cb-4caf-9857-8ff441375414" providerId="ADAL" clId="{B1A3E7D4-D1D2-4C4F-B696-F6F3CA53602A}" dt="2024-05-09T22:29:23.309" v="1932" actId="1035"/>
          <ac:spMkLst>
            <pc:docMk/>
            <pc:sldMk cId="4124834057" sldId="652"/>
            <ac:spMk id="21" creationId="{200960F5-A5B6-C8AB-1222-75C6C862F619}"/>
          </ac:spMkLst>
        </pc:spChg>
        <pc:spChg chg="mod">
          <ac:chgData name="Mengmeng Ge" userId="bb5bc401-97cb-4caf-9857-8ff441375414" providerId="ADAL" clId="{B1A3E7D4-D1D2-4C4F-B696-F6F3CA53602A}" dt="2024-05-09T22:29:23.309" v="1932" actId="1035"/>
          <ac:spMkLst>
            <pc:docMk/>
            <pc:sldMk cId="4124834057" sldId="652"/>
            <ac:spMk id="22" creationId="{00000000-0000-0000-0000-000000000000}"/>
          </ac:spMkLst>
        </pc:spChg>
        <pc:spChg chg="mod">
          <ac:chgData name="Mengmeng Ge" userId="bb5bc401-97cb-4caf-9857-8ff441375414" providerId="ADAL" clId="{B1A3E7D4-D1D2-4C4F-B696-F6F3CA53602A}" dt="2024-05-09T22:29:23.309" v="1932" actId="1035"/>
          <ac:spMkLst>
            <pc:docMk/>
            <pc:sldMk cId="4124834057" sldId="652"/>
            <ac:spMk id="23" creationId="{00000000-0000-0000-0000-000000000000}"/>
          </ac:spMkLst>
        </pc:spChg>
        <pc:spChg chg="mod">
          <ac:chgData name="Mengmeng Ge" userId="bb5bc401-97cb-4caf-9857-8ff441375414" providerId="ADAL" clId="{B1A3E7D4-D1D2-4C4F-B696-F6F3CA53602A}" dt="2024-05-09T22:29:23.309" v="1932" actId="1035"/>
          <ac:spMkLst>
            <pc:docMk/>
            <pc:sldMk cId="4124834057" sldId="652"/>
            <ac:spMk id="28" creationId="{D2E39522-E83D-2FDC-F346-89E31D25DE29}"/>
          </ac:spMkLst>
        </pc:spChg>
        <pc:spChg chg="mod">
          <ac:chgData name="Mengmeng Ge" userId="bb5bc401-97cb-4caf-9857-8ff441375414" providerId="ADAL" clId="{B1A3E7D4-D1D2-4C4F-B696-F6F3CA53602A}" dt="2024-05-09T22:29:23.309" v="1932" actId="1035"/>
          <ac:spMkLst>
            <pc:docMk/>
            <pc:sldMk cId="4124834057" sldId="652"/>
            <ac:spMk id="29" creationId="{AC03C26E-FCFD-6AB6-563B-5C6CD9D4AAA8}"/>
          </ac:spMkLst>
        </pc:spChg>
        <pc:spChg chg="mod">
          <ac:chgData name="Mengmeng Ge" userId="bb5bc401-97cb-4caf-9857-8ff441375414" providerId="ADAL" clId="{B1A3E7D4-D1D2-4C4F-B696-F6F3CA53602A}" dt="2024-05-09T22:29:23.309" v="1932" actId="1035"/>
          <ac:spMkLst>
            <pc:docMk/>
            <pc:sldMk cId="4124834057" sldId="652"/>
            <ac:spMk id="39" creationId="{00000000-0000-0000-0000-000000000000}"/>
          </ac:spMkLst>
        </pc:spChg>
        <pc:spChg chg="mod">
          <ac:chgData name="Mengmeng Ge" userId="bb5bc401-97cb-4caf-9857-8ff441375414" providerId="ADAL" clId="{B1A3E7D4-D1D2-4C4F-B696-F6F3CA53602A}" dt="2024-05-09T22:29:23.309" v="1932" actId="1035"/>
          <ac:spMkLst>
            <pc:docMk/>
            <pc:sldMk cId="4124834057" sldId="652"/>
            <ac:spMk id="41" creationId="{00000000-0000-0000-0000-000000000000}"/>
          </ac:spMkLst>
        </pc:spChg>
        <pc:spChg chg="mod">
          <ac:chgData name="Mengmeng Ge" userId="bb5bc401-97cb-4caf-9857-8ff441375414" providerId="ADAL" clId="{B1A3E7D4-D1D2-4C4F-B696-F6F3CA53602A}" dt="2024-05-09T22:29:23.309" v="1932" actId="1035"/>
          <ac:spMkLst>
            <pc:docMk/>
            <pc:sldMk cId="4124834057" sldId="652"/>
            <ac:spMk id="42" creationId="{00000000-0000-0000-0000-000000000000}"/>
          </ac:spMkLst>
        </pc:spChg>
        <pc:spChg chg="mod">
          <ac:chgData name="Mengmeng Ge" userId="bb5bc401-97cb-4caf-9857-8ff441375414" providerId="ADAL" clId="{B1A3E7D4-D1D2-4C4F-B696-F6F3CA53602A}" dt="2024-05-09T22:29:23.309" v="1932" actId="1035"/>
          <ac:spMkLst>
            <pc:docMk/>
            <pc:sldMk cId="4124834057" sldId="652"/>
            <ac:spMk id="43" creationId="{00000000-0000-0000-0000-000000000000}"/>
          </ac:spMkLst>
        </pc:spChg>
        <pc:spChg chg="mod">
          <ac:chgData name="Mengmeng Ge" userId="bb5bc401-97cb-4caf-9857-8ff441375414" providerId="ADAL" clId="{B1A3E7D4-D1D2-4C4F-B696-F6F3CA53602A}" dt="2024-05-09T22:29:23.309" v="1932" actId="1035"/>
          <ac:spMkLst>
            <pc:docMk/>
            <pc:sldMk cId="4124834057" sldId="652"/>
            <ac:spMk id="44" creationId="{00000000-0000-0000-0000-000000000000}"/>
          </ac:spMkLst>
        </pc:spChg>
        <pc:spChg chg="mod">
          <ac:chgData name="Mengmeng Ge" userId="bb5bc401-97cb-4caf-9857-8ff441375414" providerId="ADAL" clId="{B1A3E7D4-D1D2-4C4F-B696-F6F3CA53602A}" dt="2024-05-09T22:29:23.309" v="1932" actId="1035"/>
          <ac:spMkLst>
            <pc:docMk/>
            <pc:sldMk cId="4124834057" sldId="652"/>
            <ac:spMk id="47" creationId="{00000000-0000-0000-0000-000000000000}"/>
          </ac:spMkLst>
        </pc:spChg>
        <pc:spChg chg="mod">
          <ac:chgData name="Mengmeng Ge" userId="bb5bc401-97cb-4caf-9857-8ff441375414" providerId="ADAL" clId="{B1A3E7D4-D1D2-4C4F-B696-F6F3CA53602A}" dt="2024-05-09T22:29:23.309" v="1932" actId="1035"/>
          <ac:spMkLst>
            <pc:docMk/>
            <pc:sldMk cId="4124834057" sldId="652"/>
            <ac:spMk id="48" creationId="{00000000-0000-0000-0000-000000000000}"/>
          </ac:spMkLst>
        </pc:spChg>
        <pc:spChg chg="mod">
          <ac:chgData name="Mengmeng Ge" userId="bb5bc401-97cb-4caf-9857-8ff441375414" providerId="ADAL" clId="{B1A3E7D4-D1D2-4C4F-B696-F6F3CA53602A}" dt="2024-05-09T22:29:23.309" v="1932" actId="1035"/>
          <ac:spMkLst>
            <pc:docMk/>
            <pc:sldMk cId="4124834057" sldId="652"/>
            <ac:spMk id="49" creationId="{00000000-0000-0000-0000-000000000000}"/>
          </ac:spMkLst>
        </pc:spChg>
        <pc:spChg chg="mod">
          <ac:chgData name="Mengmeng Ge" userId="bb5bc401-97cb-4caf-9857-8ff441375414" providerId="ADAL" clId="{B1A3E7D4-D1D2-4C4F-B696-F6F3CA53602A}" dt="2024-05-09T22:29:23.309" v="1932" actId="1035"/>
          <ac:spMkLst>
            <pc:docMk/>
            <pc:sldMk cId="4124834057" sldId="652"/>
            <ac:spMk id="50" creationId="{00000000-0000-0000-0000-000000000000}"/>
          </ac:spMkLst>
        </pc:spChg>
        <pc:spChg chg="mod">
          <ac:chgData name="Mengmeng Ge" userId="bb5bc401-97cb-4caf-9857-8ff441375414" providerId="ADAL" clId="{B1A3E7D4-D1D2-4C4F-B696-F6F3CA53602A}" dt="2024-05-09T22:29:23.309" v="1932" actId="1035"/>
          <ac:spMkLst>
            <pc:docMk/>
            <pc:sldMk cId="4124834057" sldId="652"/>
            <ac:spMk id="51" creationId="{00000000-0000-0000-0000-000000000000}"/>
          </ac:spMkLst>
        </pc:spChg>
        <pc:spChg chg="mod">
          <ac:chgData name="Mengmeng Ge" userId="bb5bc401-97cb-4caf-9857-8ff441375414" providerId="ADAL" clId="{B1A3E7D4-D1D2-4C4F-B696-F6F3CA53602A}" dt="2024-05-09T22:29:23.309" v="1932" actId="1035"/>
          <ac:spMkLst>
            <pc:docMk/>
            <pc:sldMk cId="4124834057" sldId="652"/>
            <ac:spMk id="52" creationId="{00000000-0000-0000-0000-000000000000}"/>
          </ac:spMkLst>
        </pc:spChg>
        <pc:grpChg chg="mod">
          <ac:chgData name="Mengmeng Ge" userId="bb5bc401-97cb-4caf-9857-8ff441375414" providerId="ADAL" clId="{B1A3E7D4-D1D2-4C4F-B696-F6F3CA53602A}" dt="2024-05-09T22:29:23.309" v="1932" actId="1035"/>
          <ac:grpSpMkLst>
            <pc:docMk/>
            <pc:sldMk cId="4124834057" sldId="652"/>
            <ac:grpSpMk id="14" creationId="{645B79A2-D503-41F0-145A-659841035DB5}"/>
          </ac:grpSpMkLst>
        </pc:grpChg>
        <pc:grpChg chg="mod">
          <ac:chgData name="Mengmeng Ge" userId="bb5bc401-97cb-4caf-9857-8ff441375414" providerId="ADAL" clId="{B1A3E7D4-D1D2-4C4F-B696-F6F3CA53602A}" dt="2024-05-09T22:29:23.309" v="1932" actId="1035"/>
          <ac:grpSpMkLst>
            <pc:docMk/>
            <pc:sldMk cId="4124834057" sldId="652"/>
            <ac:grpSpMk id="24" creationId="{B4A42346-F776-CA35-CE26-89ADA1F06915}"/>
          </ac:grpSpMkLst>
        </pc:grpChg>
        <pc:graphicFrameChg chg="mod">
          <ac:chgData name="Mengmeng Ge" userId="bb5bc401-97cb-4caf-9857-8ff441375414" providerId="ADAL" clId="{B1A3E7D4-D1D2-4C4F-B696-F6F3CA53602A}" dt="2024-05-09T22:29:23.309" v="1932" actId="1035"/>
          <ac:graphicFrameMkLst>
            <pc:docMk/>
            <pc:sldMk cId="4124834057" sldId="652"/>
            <ac:graphicFrameMk id="8" creationId="{00000000-0000-0000-0000-000000000000}"/>
          </ac:graphicFrameMkLst>
        </pc:graphicFrameChg>
        <pc:graphicFrameChg chg="mod">
          <ac:chgData name="Mengmeng Ge" userId="bb5bc401-97cb-4caf-9857-8ff441375414" providerId="ADAL" clId="{B1A3E7D4-D1D2-4C4F-B696-F6F3CA53602A}" dt="2024-05-09T22:29:23.309" v="1932" actId="1035"/>
          <ac:graphicFrameMkLst>
            <pc:docMk/>
            <pc:sldMk cId="4124834057" sldId="652"/>
            <ac:graphicFrameMk id="15" creationId="{00000000-0000-0000-0000-000000000000}"/>
          </ac:graphicFrameMkLst>
        </pc:graphicFrameChg>
      </pc:sldChg>
      <pc:sldChg chg="modSp mod chgLayout">
        <pc:chgData name="Mengmeng Ge" userId="bb5bc401-97cb-4caf-9857-8ff441375414" providerId="ADAL" clId="{B1A3E7D4-D1D2-4C4F-B696-F6F3CA53602A}" dt="2024-05-10T00:11:10.895" v="2336" actId="1076"/>
        <pc:sldMkLst>
          <pc:docMk/>
          <pc:sldMk cId="1007642106" sldId="654"/>
        </pc:sldMkLst>
        <pc:spChg chg="mod">
          <ac:chgData name="Mengmeng Ge" userId="bb5bc401-97cb-4caf-9857-8ff441375414" providerId="ADAL" clId="{B1A3E7D4-D1D2-4C4F-B696-F6F3CA53602A}" dt="2024-05-10T00:11:10.895" v="2336" actId="1076"/>
          <ac:spMkLst>
            <pc:docMk/>
            <pc:sldMk cId="1007642106" sldId="654"/>
            <ac:spMk id="7" creationId="{00000000-0000-0000-0000-000000000000}"/>
          </ac:spMkLst>
        </pc:spChg>
        <pc:spChg chg="mod">
          <ac:chgData name="Mengmeng Ge" userId="bb5bc401-97cb-4caf-9857-8ff441375414" providerId="ADAL" clId="{B1A3E7D4-D1D2-4C4F-B696-F6F3CA53602A}" dt="2024-05-10T00:11:10.895" v="2336" actId="1076"/>
          <ac:spMkLst>
            <pc:docMk/>
            <pc:sldMk cId="1007642106" sldId="654"/>
            <ac:spMk id="8" creationId="{00000000-0000-0000-0000-000000000000}"/>
          </ac:spMkLst>
        </pc:spChg>
        <pc:spChg chg="mod">
          <ac:chgData name="Mengmeng Ge" userId="bb5bc401-97cb-4caf-9857-8ff441375414" providerId="ADAL" clId="{B1A3E7D4-D1D2-4C4F-B696-F6F3CA53602A}" dt="2024-05-10T00:11:10.895" v="2336" actId="1076"/>
          <ac:spMkLst>
            <pc:docMk/>
            <pc:sldMk cId="1007642106" sldId="654"/>
            <ac:spMk id="9" creationId="{00000000-0000-0000-0000-000000000000}"/>
          </ac:spMkLst>
        </pc:spChg>
        <pc:spChg chg="mod">
          <ac:chgData name="Mengmeng Ge" userId="bb5bc401-97cb-4caf-9857-8ff441375414" providerId="ADAL" clId="{B1A3E7D4-D1D2-4C4F-B696-F6F3CA53602A}" dt="2024-05-10T00:11:10.895" v="2336" actId="1076"/>
          <ac:spMkLst>
            <pc:docMk/>
            <pc:sldMk cId="1007642106" sldId="654"/>
            <ac:spMk id="10" creationId="{00000000-0000-0000-0000-000000000000}"/>
          </ac:spMkLst>
        </pc:spChg>
        <pc:spChg chg="mod">
          <ac:chgData name="Mengmeng Ge" userId="bb5bc401-97cb-4caf-9857-8ff441375414" providerId="ADAL" clId="{B1A3E7D4-D1D2-4C4F-B696-F6F3CA53602A}" dt="2024-05-10T00:11:10.895" v="2336" actId="1076"/>
          <ac:spMkLst>
            <pc:docMk/>
            <pc:sldMk cId="1007642106" sldId="654"/>
            <ac:spMk id="11" creationId="{00000000-0000-0000-0000-000000000000}"/>
          </ac:spMkLst>
        </pc:spChg>
        <pc:spChg chg="mod">
          <ac:chgData name="Mengmeng Ge" userId="bb5bc401-97cb-4caf-9857-8ff441375414" providerId="ADAL" clId="{B1A3E7D4-D1D2-4C4F-B696-F6F3CA53602A}" dt="2024-05-10T00:11:10.895" v="2336" actId="1076"/>
          <ac:spMkLst>
            <pc:docMk/>
            <pc:sldMk cId="1007642106" sldId="654"/>
            <ac:spMk id="12" creationId="{00000000-0000-0000-0000-000000000000}"/>
          </ac:spMkLst>
        </pc:spChg>
        <pc:spChg chg="mod ord">
          <ac:chgData name="Mengmeng Ge" userId="bb5bc401-97cb-4caf-9857-8ff441375414" providerId="ADAL" clId="{B1A3E7D4-D1D2-4C4F-B696-F6F3CA53602A}" dt="2024-05-09T22:08:00.036" v="1687" actId="700"/>
          <ac:spMkLst>
            <pc:docMk/>
            <pc:sldMk cId="1007642106" sldId="654"/>
            <ac:spMk id="107" creationId="{00000000-0000-0000-0000-000000000000}"/>
          </ac:spMkLst>
        </pc:spChg>
        <pc:spChg chg="mod ord">
          <ac:chgData name="Mengmeng Ge" userId="bb5bc401-97cb-4caf-9857-8ff441375414" providerId="ADAL" clId="{B1A3E7D4-D1D2-4C4F-B696-F6F3CA53602A}" dt="2024-05-09T22:08:06.897" v="1696" actId="255"/>
          <ac:spMkLst>
            <pc:docMk/>
            <pc:sldMk cId="1007642106" sldId="654"/>
            <ac:spMk id="267266" creationId="{00000000-0000-0000-0000-000000000000}"/>
          </ac:spMkLst>
        </pc:spChg>
        <pc:spChg chg="mod ord">
          <ac:chgData name="Mengmeng Ge" userId="bb5bc401-97cb-4caf-9857-8ff441375414" providerId="ADAL" clId="{B1A3E7D4-D1D2-4C4F-B696-F6F3CA53602A}" dt="2024-05-09T22:08:00.036" v="1687" actId="700"/>
          <ac:spMkLst>
            <pc:docMk/>
            <pc:sldMk cId="1007642106" sldId="654"/>
            <ac:spMk id="267267" creationId="{00000000-0000-0000-0000-000000000000}"/>
          </ac:spMkLst>
        </pc:spChg>
        <pc:grpChg chg="mod">
          <ac:chgData name="Mengmeng Ge" userId="bb5bc401-97cb-4caf-9857-8ff441375414" providerId="ADAL" clId="{B1A3E7D4-D1D2-4C4F-B696-F6F3CA53602A}" dt="2024-05-10T00:11:10.895" v="2336" actId="1076"/>
          <ac:grpSpMkLst>
            <pc:docMk/>
            <pc:sldMk cId="1007642106" sldId="654"/>
            <ac:grpSpMk id="2" creationId="{00000000-0000-0000-0000-000000000000}"/>
          </ac:grpSpMkLst>
        </pc:grpChg>
      </pc:sldChg>
      <pc:sldChg chg="add del">
        <pc:chgData name="Mengmeng Ge" userId="bb5bc401-97cb-4caf-9857-8ff441375414" providerId="ADAL" clId="{B1A3E7D4-D1D2-4C4F-B696-F6F3CA53602A}" dt="2024-05-09T23:39:16.546" v="2014" actId="2890"/>
        <pc:sldMkLst>
          <pc:docMk/>
          <pc:sldMk cId="2771330166" sldId="655"/>
        </pc:sldMkLst>
      </pc:sldChg>
      <pc:sldChg chg="addSp delSp modSp new mod ord modClrScheme chgLayout">
        <pc:chgData name="Mengmeng Ge" userId="bb5bc401-97cb-4caf-9857-8ff441375414" providerId="ADAL" clId="{B1A3E7D4-D1D2-4C4F-B696-F6F3CA53602A}" dt="2024-05-09T23:43:23.061" v="2115" actId="20577"/>
        <pc:sldMkLst>
          <pc:docMk/>
          <pc:sldMk cId="3102251748" sldId="655"/>
        </pc:sldMkLst>
        <pc:spChg chg="del mod ord">
          <ac:chgData name="Mengmeng Ge" userId="bb5bc401-97cb-4caf-9857-8ff441375414" providerId="ADAL" clId="{B1A3E7D4-D1D2-4C4F-B696-F6F3CA53602A}" dt="2024-05-09T23:39:57.888" v="2016" actId="700"/>
          <ac:spMkLst>
            <pc:docMk/>
            <pc:sldMk cId="3102251748" sldId="655"/>
            <ac:spMk id="2" creationId="{21C8E0C4-5A6E-02C2-8778-FDC8B71AB3A1}"/>
          </ac:spMkLst>
        </pc:spChg>
        <pc:spChg chg="del mod ord">
          <ac:chgData name="Mengmeng Ge" userId="bb5bc401-97cb-4caf-9857-8ff441375414" providerId="ADAL" clId="{B1A3E7D4-D1D2-4C4F-B696-F6F3CA53602A}" dt="2024-05-09T23:39:57.888" v="2016" actId="700"/>
          <ac:spMkLst>
            <pc:docMk/>
            <pc:sldMk cId="3102251748" sldId="655"/>
            <ac:spMk id="3" creationId="{58DC47A1-485C-A2F0-398C-2749C9F92B9F}"/>
          </ac:spMkLst>
        </pc:spChg>
        <pc:spChg chg="del">
          <ac:chgData name="Mengmeng Ge" userId="bb5bc401-97cb-4caf-9857-8ff441375414" providerId="ADAL" clId="{B1A3E7D4-D1D2-4C4F-B696-F6F3CA53602A}" dt="2024-05-09T23:39:57.888" v="2016" actId="700"/>
          <ac:spMkLst>
            <pc:docMk/>
            <pc:sldMk cId="3102251748" sldId="655"/>
            <ac:spMk id="4" creationId="{224C9E9C-29AF-5BFE-3560-4E3F74892461}"/>
          </ac:spMkLst>
        </pc:spChg>
        <pc:spChg chg="mod ord">
          <ac:chgData name="Mengmeng Ge" userId="bb5bc401-97cb-4caf-9857-8ff441375414" providerId="ADAL" clId="{B1A3E7D4-D1D2-4C4F-B696-F6F3CA53602A}" dt="2024-05-09T23:39:57.888" v="2016" actId="700"/>
          <ac:spMkLst>
            <pc:docMk/>
            <pc:sldMk cId="3102251748" sldId="655"/>
            <ac:spMk id="5" creationId="{9B8E181F-DFDA-E616-2512-604FDED03C12}"/>
          </ac:spMkLst>
        </pc:spChg>
        <pc:spChg chg="add mod ord">
          <ac:chgData name="Mengmeng Ge" userId="bb5bc401-97cb-4caf-9857-8ff441375414" providerId="ADAL" clId="{B1A3E7D4-D1D2-4C4F-B696-F6F3CA53602A}" dt="2024-05-09T23:43:23.061" v="2115" actId="20577"/>
          <ac:spMkLst>
            <pc:docMk/>
            <pc:sldMk cId="3102251748" sldId="655"/>
            <ac:spMk id="6" creationId="{7070DDAB-4EE5-131C-BFE0-80E141B6F296}"/>
          </ac:spMkLst>
        </pc:spChg>
        <pc:spChg chg="add del mod ord">
          <ac:chgData name="Mengmeng Ge" userId="bb5bc401-97cb-4caf-9857-8ff441375414" providerId="ADAL" clId="{B1A3E7D4-D1D2-4C4F-B696-F6F3CA53602A}" dt="2024-05-09T23:40:15.487" v="2030" actId="478"/>
          <ac:spMkLst>
            <pc:docMk/>
            <pc:sldMk cId="3102251748" sldId="655"/>
            <ac:spMk id="7" creationId="{2A29443C-4D81-B3DE-9839-9A95D53E4CAE}"/>
          </ac:spMkLst>
        </pc:spChg>
        <pc:spChg chg="add mod">
          <ac:chgData name="Mengmeng Ge" userId="bb5bc401-97cb-4caf-9857-8ff441375414" providerId="ADAL" clId="{B1A3E7D4-D1D2-4C4F-B696-F6F3CA53602A}" dt="2024-05-09T23:41:50.631" v="2087" actId="1037"/>
          <ac:spMkLst>
            <pc:docMk/>
            <pc:sldMk cId="3102251748" sldId="655"/>
            <ac:spMk id="11" creationId="{8E182648-0697-3B54-1962-A995CD1A4A33}"/>
          </ac:spMkLst>
        </pc:spChg>
        <pc:spChg chg="add mod">
          <ac:chgData name="Mengmeng Ge" userId="bb5bc401-97cb-4caf-9857-8ff441375414" providerId="ADAL" clId="{B1A3E7D4-D1D2-4C4F-B696-F6F3CA53602A}" dt="2024-05-09T23:42:04.754" v="2091" actId="20577"/>
          <ac:spMkLst>
            <pc:docMk/>
            <pc:sldMk cId="3102251748" sldId="655"/>
            <ac:spMk id="12" creationId="{D1EE9BD0-DED0-8651-B448-3A9287666602}"/>
          </ac:spMkLst>
        </pc:spChg>
        <pc:spChg chg="add mod">
          <ac:chgData name="Mengmeng Ge" userId="bb5bc401-97cb-4caf-9857-8ff441375414" providerId="ADAL" clId="{B1A3E7D4-D1D2-4C4F-B696-F6F3CA53602A}" dt="2024-05-09T23:42:37.772" v="2098" actId="1076"/>
          <ac:spMkLst>
            <pc:docMk/>
            <pc:sldMk cId="3102251748" sldId="655"/>
            <ac:spMk id="13" creationId="{9A020919-D5C8-F7AB-8B5D-83F6A12D9CCB}"/>
          </ac:spMkLst>
        </pc:spChg>
        <pc:picChg chg="add mod">
          <ac:chgData name="Mengmeng Ge" userId="bb5bc401-97cb-4caf-9857-8ff441375414" providerId="ADAL" clId="{B1A3E7D4-D1D2-4C4F-B696-F6F3CA53602A}" dt="2024-05-09T23:41:14.667" v="2062" actId="1036"/>
          <ac:picMkLst>
            <pc:docMk/>
            <pc:sldMk cId="3102251748" sldId="655"/>
            <ac:picMk id="9" creationId="{C6B5BD24-BA27-A5AB-4F36-7E903491EFEF}"/>
          </ac:picMkLst>
        </pc:picChg>
      </pc:sldChg>
      <pc:sldChg chg="addSp delSp modSp add mod delAnim modAnim modNotesTx">
        <pc:chgData name="Mengmeng Ge" userId="bb5bc401-97cb-4caf-9857-8ff441375414" providerId="ADAL" clId="{B1A3E7D4-D1D2-4C4F-B696-F6F3CA53602A}" dt="2024-05-10T04:16:48.029" v="3453" actId="14100"/>
        <pc:sldMkLst>
          <pc:docMk/>
          <pc:sldMk cId="1768466645" sldId="656"/>
        </pc:sldMkLst>
        <pc:spChg chg="add">
          <ac:chgData name="Mengmeng Ge" userId="bb5bc401-97cb-4caf-9857-8ff441375414" providerId="ADAL" clId="{B1A3E7D4-D1D2-4C4F-B696-F6F3CA53602A}" dt="2024-05-10T03:07:36.522" v="2792"/>
          <ac:spMkLst>
            <pc:docMk/>
            <pc:sldMk cId="1768466645" sldId="656"/>
            <ac:spMk id="2" creationId="{99C2DF77-090F-40D8-86A8-E11FC344944E}"/>
          </ac:spMkLst>
        </pc:spChg>
        <pc:spChg chg="add mod">
          <ac:chgData name="Mengmeng Ge" userId="bb5bc401-97cb-4caf-9857-8ff441375414" providerId="ADAL" clId="{B1A3E7D4-D1D2-4C4F-B696-F6F3CA53602A}" dt="2024-05-10T03:09:05.049" v="2814" actId="14100"/>
          <ac:spMkLst>
            <pc:docMk/>
            <pc:sldMk cId="1768466645" sldId="656"/>
            <ac:spMk id="4" creationId="{F41558B9-88AE-9355-7B97-3E8B076BA2F5}"/>
          </ac:spMkLst>
        </pc:spChg>
        <pc:spChg chg="add del mod">
          <ac:chgData name="Mengmeng Ge" userId="bb5bc401-97cb-4caf-9857-8ff441375414" providerId="ADAL" clId="{B1A3E7D4-D1D2-4C4F-B696-F6F3CA53602A}" dt="2024-05-10T03:28:25.261" v="3126" actId="478"/>
          <ac:spMkLst>
            <pc:docMk/>
            <pc:sldMk cId="1768466645" sldId="656"/>
            <ac:spMk id="5" creationId="{572DD9A8-AA5D-B19B-18BA-4BBAB04EF1B8}"/>
          </ac:spMkLst>
        </pc:spChg>
        <pc:spChg chg="add mod">
          <ac:chgData name="Mengmeng Ge" userId="bb5bc401-97cb-4caf-9857-8ff441375414" providerId="ADAL" clId="{B1A3E7D4-D1D2-4C4F-B696-F6F3CA53602A}" dt="2024-05-10T04:16:48.029" v="3453" actId="14100"/>
          <ac:spMkLst>
            <pc:docMk/>
            <pc:sldMk cId="1768466645" sldId="656"/>
            <ac:spMk id="6" creationId="{84737F69-94D2-CEA7-33E2-779B8BE424F8}"/>
          </ac:spMkLst>
        </pc:spChg>
        <pc:spChg chg="add del mod">
          <ac:chgData name="Mengmeng Ge" userId="bb5bc401-97cb-4caf-9857-8ff441375414" providerId="ADAL" clId="{B1A3E7D4-D1D2-4C4F-B696-F6F3CA53602A}" dt="2024-05-10T04:16:10.191" v="3440" actId="478"/>
          <ac:spMkLst>
            <pc:docMk/>
            <pc:sldMk cId="1768466645" sldId="656"/>
            <ac:spMk id="9" creationId="{00000000-0000-0000-0000-000000000000}"/>
          </ac:spMkLst>
        </pc:spChg>
        <pc:spChg chg="mod">
          <ac:chgData name="Mengmeng Ge" userId="bb5bc401-97cb-4caf-9857-8ff441375414" providerId="ADAL" clId="{B1A3E7D4-D1D2-4C4F-B696-F6F3CA53602A}" dt="2024-05-10T00:32:21.891" v="2774" actId="20577"/>
          <ac:spMkLst>
            <pc:docMk/>
            <pc:sldMk cId="1768466645" sldId="656"/>
            <ac:spMk id="270338" creationId="{00000000-0000-0000-0000-000000000000}"/>
          </ac:spMkLst>
        </pc:spChg>
        <pc:spChg chg="mod">
          <ac:chgData name="Mengmeng Ge" userId="bb5bc401-97cb-4caf-9857-8ff441375414" providerId="ADAL" clId="{B1A3E7D4-D1D2-4C4F-B696-F6F3CA53602A}" dt="2024-05-10T03:23:17.150" v="3091" actId="14100"/>
          <ac:spMkLst>
            <pc:docMk/>
            <pc:sldMk cId="1768466645" sldId="656"/>
            <ac:spMk id="270339" creationId="{00000000-0000-0000-0000-000000000000}"/>
          </ac:spMkLst>
        </pc:spChg>
      </pc:sldChg>
      <pc:sldChg chg="modSp new mod">
        <pc:chgData name="Mengmeng Ge" userId="bb5bc401-97cb-4caf-9857-8ff441375414" providerId="ADAL" clId="{B1A3E7D4-D1D2-4C4F-B696-F6F3CA53602A}" dt="2024-05-10T04:22:23.154" v="3549" actId="20577"/>
        <pc:sldMkLst>
          <pc:docMk/>
          <pc:sldMk cId="2515602049" sldId="657"/>
        </pc:sldMkLst>
        <pc:spChg chg="mod">
          <ac:chgData name="Mengmeng Ge" userId="bb5bc401-97cb-4caf-9857-8ff441375414" providerId="ADAL" clId="{B1A3E7D4-D1D2-4C4F-B696-F6F3CA53602A}" dt="2024-05-10T04:15:54.478" v="3434" actId="20577"/>
          <ac:spMkLst>
            <pc:docMk/>
            <pc:sldMk cId="2515602049" sldId="657"/>
            <ac:spMk id="2" creationId="{F58BA70C-E23F-86E1-CF03-77BC29E26823}"/>
          </ac:spMkLst>
        </pc:spChg>
        <pc:spChg chg="mod">
          <ac:chgData name="Mengmeng Ge" userId="bb5bc401-97cb-4caf-9857-8ff441375414" providerId="ADAL" clId="{B1A3E7D4-D1D2-4C4F-B696-F6F3CA53602A}" dt="2024-05-10T04:22:23.154" v="3549" actId="20577"/>
          <ac:spMkLst>
            <pc:docMk/>
            <pc:sldMk cId="2515602049" sldId="657"/>
            <ac:spMk id="3" creationId="{54323432-F552-C14C-8AB6-936518F06380}"/>
          </ac:spMkLst>
        </pc:spChg>
      </pc:sldChg>
      <pc:sldChg chg="modSp new del mod">
        <pc:chgData name="Mengmeng Ge" userId="bb5bc401-97cb-4caf-9857-8ff441375414" providerId="ADAL" clId="{B1A3E7D4-D1D2-4C4F-B696-F6F3CA53602A}" dt="2024-05-10T04:28:57.276" v="3664" actId="47"/>
        <pc:sldMkLst>
          <pc:docMk/>
          <pc:sldMk cId="3295870844" sldId="658"/>
        </pc:sldMkLst>
        <pc:spChg chg="mod">
          <ac:chgData name="Mengmeng Ge" userId="bb5bc401-97cb-4caf-9857-8ff441375414" providerId="ADAL" clId="{B1A3E7D4-D1D2-4C4F-B696-F6F3CA53602A}" dt="2024-05-10T04:28:50.866" v="3661" actId="20577"/>
          <ac:spMkLst>
            <pc:docMk/>
            <pc:sldMk cId="3295870844" sldId="658"/>
            <ac:spMk id="2" creationId="{24FC2123-FA89-83FE-5715-2F98318CA122}"/>
          </ac:spMkLst>
        </pc:spChg>
      </pc:sldChg>
    </pc:docChg>
  </pc:docChgLst>
  <pc:docChgLst>
    <pc:chgData name="Mengmeng Ge" userId="bb5bc401-97cb-4caf-9857-8ff441375414" providerId="ADAL" clId="{8F9A89C2-EC3A-4B93-B669-0366577FB1B9}"/>
    <pc:docChg chg="undo custSel modSld">
      <pc:chgData name="Mengmeng Ge" userId="bb5bc401-97cb-4caf-9857-8ff441375414" providerId="ADAL" clId="{8F9A89C2-EC3A-4B93-B669-0366577FB1B9}" dt="2024-09-25T01:49:01.482" v="486" actId="255"/>
      <pc:docMkLst>
        <pc:docMk/>
      </pc:docMkLst>
      <pc:sldChg chg="modSp mod">
        <pc:chgData name="Mengmeng Ge" userId="bb5bc401-97cb-4caf-9857-8ff441375414" providerId="ADAL" clId="{8F9A89C2-EC3A-4B93-B669-0366577FB1B9}" dt="2024-09-25T01:47:06.875" v="471" actId="20577"/>
        <pc:sldMkLst>
          <pc:docMk/>
          <pc:sldMk cId="3155197061" sldId="278"/>
        </pc:sldMkLst>
        <pc:spChg chg="mod">
          <ac:chgData name="Mengmeng Ge" userId="bb5bc401-97cb-4caf-9857-8ff441375414" providerId="ADAL" clId="{8F9A89C2-EC3A-4B93-B669-0366577FB1B9}" dt="2024-09-25T01:47:06.875" v="471" actId="20577"/>
          <ac:spMkLst>
            <pc:docMk/>
            <pc:sldMk cId="3155197061" sldId="278"/>
            <ac:spMk id="268295" creationId="{00000000-0000-0000-0000-000000000000}"/>
          </ac:spMkLst>
        </pc:spChg>
      </pc:sldChg>
      <pc:sldChg chg="modSp mod">
        <pc:chgData name="Mengmeng Ge" userId="bb5bc401-97cb-4caf-9857-8ff441375414" providerId="ADAL" clId="{8F9A89C2-EC3A-4B93-B669-0366577FB1B9}" dt="2024-09-25T01:42:25.638" v="469" actId="113"/>
        <pc:sldMkLst>
          <pc:docMk/>
          <pc:sldMk cId="3197101246" sldId="279"/>
        </pc:sldMkLst>
        <pc:spChg chg="mod">
          <ac:chgData name="Mengmeng Ge" userId="bb5bc401-97cb-4caf-9857-8ff441375414" providerId="ADAL" clId="{8F9A89C2-EC3A-4B93-B669-0366577FB1B9}" dt="2024-09-25T01:42:25.638" v="469" actId="113"/>
          <ac:spMkLst>
            <pc:docMk/>
            <pc:sldMk cId="3197101246" sldId="279"/>
            <ac:spMk id="270339" creationId="{00000000-0000-0000-0000-000000000000}"/>
          </ac:spMkLst>
        </pc:spChg>
      </pc:sldChg>
      <pc:sldChg chg="modSp mod">
        <pc:chgData name="Mengmeng Ge" userId="bb5bc401-97cb-4caf-9857-8ff441375414" providerId="ADAL" clId="{8F9A89C2-EC3A-4B93-B669-0366577FB1B9}" dt="2024-09-25T01:18:51.720" v="415" actId="20577"/>
        <pc:sldMkLst>
          <pc:docMk/>
          <pc:sldMk cId="2566952035" sldId="336"/>
        </pc:sldMkLst>
        <pc:spChg chg="mod">
          <ac:chgData name="Mengmeng Ge" userId="bb5bc401-97cb-4caf-9857-8ff441375414" providerId="ADAL" clId="{8F9A89C2-EC3A-4B93-B669-0366577FB1B9}" dt="2024-09-25T01:18:51.720" v="415" actId="20577"/>
          <ac:spMkLst>
            <pc:docMk/>
            <pc:sldMk cId="2566952035" sldId="336"/>
            <ac:spMk id="3" creationId="{00000000-0000-0000-0000-000000000000}"/>
          </ac:spMkLst>
        </pc:spChg>
      </pc:sldChg>
      <pc:sldChg chg="addSp modSp mod modAnim">
        <pc:chgData name="Mengmeng Ge" userId="bb5bc401-97cb-4caf-9857-8ff441375414" providerId="ADAL" clId="{8F9A89C2-EC3A-4B93-B669-0366577FB1B9}" dt="2024-09-24T23:39:58.476" v="84"/>
        <pc:sldMkLst>
          <pc:docMk/>
          <pc:sldMk cId="434855414" sldId="421"/>
        </pc:sldMkLst>
        <pc:spChg chg="add mod">
          <ac:chgData name="Mengmeng Ge" userId="bb5bc401-97cb-4caf-9857-8ff441375414" providerId="ADAL" clId="{8F9A89C2-EC3A-4B93-B669-0366577FB1B9}" dt="2024-09-24T23:39:14.418" v="81" actId="20577"/>
          <ac:spMkLst>
            <pc:docMk/>
            <pc:sldMk cId="434855414" sldId="421"/>
            <ac:spMk id="23" creationId="{92C7357C-3B9B-BA88-8EF4-71B9C663328F}"/>
          </ac:spMkLst>
        </pc:spChg>
      </pc:sldChg>
      <pc:sldChg chg="modNotesTx">
        <pc:chgData name="Mengmeng Ge" userId="bb5bc401-97cb-4caf-9857-8ff441375414" providerId="ADAL" clId="{8F9A89C2-EC3A-4B93-B669-0366577FB1B9}" dt="2024-09-25T01:09:11.583" v="401" actId="20577"/>
        <pc:sldMkLst>
          <pc:docMk/>
          <pc:sldMk cId="1768951320" sldId="438"/>
        </pc:sldMkLst>
      </pc:sldChg>
      <pc:sldChg chg="modNotesTx">
        <pc:chgData name="Mengmeng Ge" userId="bb5bc401-97cb-4caf-9857-8ff441375414" providerId="ADAL" clId="{8F9A89C2-EC3A-4B93-B669-0366577FB1B9}" dt="2024-09-25T01:18:11.224" v="410"/>
        <pc:sldMkLst>
          <pc:docMk/>
          <pc:sldMk cId="1457094878" sldId="462"/>
        </pc:sldMkLst>
      </pc:sldChg>
      <pc:sldChg chg="modNotesTx">
        <pc:chgData name="Mengmeng Ge" userId="bb5bc401-97cb-4caf-9857-8ff441375414" providerId="ADAL" clId="{8F9A89C2-EC3A-4B93-B669-0366577FB1B9}" dt="2024-09-24T03:37:26.628" v="0"/>
        <pc:sldMkLst>
          <pc:docMk/>
          <pc:sldMk cId="1395937331" sldId="463"/>
        </pc:sldMkLst>
      </pc:sldChg>
      <pc:sldChg chg="addSp delSp modSp mod modAnim modNotesTx">
        <pc:chgData name="Mengmeng Ge" userId="bb5bc401-97cb-4caf-9857-8ff441375414" providerId="ADAL" clId="{8F9A89C2-EC3A-4B93-B669-0366577FB1B9}" dt="2024-09-24T23:58:59.485" v="399"/>
        <pc:sldMkLst>
          <pc:docMk/>
          <pc:sldMk cId="3725047340" sldId="478"/>
        </pc:sldMkLst>
        <pc:spChg chg="add del mod">
          <ac:chgData name="Mengmeng Ge" userId="bb5bc401-97cb-4caf-9857-8ff441375414" providerId="ADAL" clId="{8F9A89C2-EC3A-4B93-B669-0366577FB1B9}" dt="2024-09-24T23:57:36.718" v="368" actId="478"/>
          <ac:spMkLst>
            <pc:docMk/>
            <pc:sldMk cId="3725047340" sldId="478"/>
            <ac:spMk id="4" creationId="{C4EBC010-5834-DCFA-B864-3D955CDA186B}"/>
          </ac:spMkLst>
        </pc:spChg>
        <pc:spChg chg="add mod">
          <ac:chgData name="Mengmeng Ge" userId="bb5bc401-97cb-4caf-9857-8ff441375414" providerId="ADAL" clId="{8F9A89C2-EC3A-4B93-B669-0366577FB1B9}" dt="2024-09-24T23:58:32.398" v="398" actId="113"/>
          <ac:spMkLst>
            <pc:docMk/>
            <pc:sldMk cId="3725047340" sldId="478"/>
            <ac:spMk id="14" creationId="{70D862D1-C1D7-0FF3-5FC5-AAC2B981E9A9}"/>
          </ac:spMkLst>
        </pc:spChg>
      </pc:sldChg>
      <pc:sldChg chg="modNotesTx">
        <pc:chgData name="Mengmeng Ge" userId="bb5bc401-97cb-4caf-9857-8ff441375414" providerId="ADAL" clId="{8F9A89C2-EC3A-4B93-B669-0366577FB1B9}" dt="2024-09-24T23:37:16.621" v="49" actId="20577"/>
        <pc:sldMkLst>
          <pc:docMk/>
          <pc:sldMk cId="3846269534" sldId="647"/>
        </pc:sldMkLst>
      </pc:sldChg>
      <pc:sldChg chg="modSp mod">
        <pc:chgData name="Mengmeng Ge" userId="bb5bc401-97cb-4caf-9857-8ff441375414" providerId="ADAL" clId="{8F9A89C2-EC3A-4B93-B669-0366577FB1B9}" dt="2024-09-25T01:30:02.114" v="432" actId="20577"/>
        <pc:sldMkLst>
          <pc:docMk/>
          <pc:sldMk cId="2471721920" sldId="653"/>
        </pc:sldMkLst>
        <pc:spChg chg="mod">
          <ac:chgData name="Mengmeng Ge" userId="bb5bc401-97cb-4caf-9857-8ff441375414" providerId="ADAL" clId="{8F9A89C2-EC3A-4B93-B669-0366577FB1B9}" dt="2024-09-25T01:30:02.114" v="432" actId="20577"/>
          <ac:spMkLst>
            <pc:docMk/>
            <pc:sldMk cId="2471721920" sldId="653"/>
            <ac:spMk id="7" creationId="{5653FBB3-9D5C-6EC4-3D49-F63F0F7EC6BB}"/>
          </ac:spMkLst>
        </pc:spChg>
      </pc:sldChg>
      <pc:sldChg chg="modSp mod">
        <pc:chgData name="Mengmeng Ge" userId="bb5bc401-97cb-4caf-9857-8ff441375414" providerId="ADAL" clId="{8F9A89C2-EC3A-4B93-B669-0366577FB1B9}" dt="2024-09-25T01:49:01.482" v="486" actId="255"/>
        <pc:sldMkLst>
          <pc:docMk/>
          <pc:sldMk cId="1768466645" sldId="656"/>
        </pc:sldMkLst>
        <pc:spChg chg="mod">
          <ac:chgData name="Mengmeng Ge" userId="bb5bc401-97cb-4caf-9857-8ff441375414" providerId="ADAL" clId="{8F9A89C2-EC3A-4B93-B669-0366577FB1B9}" dt="2024-09-25T01:49:01.482" v="486" actId="255"/>
          <ac:spMkLst>
            <pc:docMk/>
            <pc:sldMk cId="1768466645" sldId="656"/>
            <ac:spMk id="270338" creationId="{00000000-0000-0000-0000-000000000000}"/>
          </ac:spMkLst>
        </pc:spChg>
      </pc:sldChg>
      <pc:sldChg chg="modSp">
        <pc:chgData name="Mengmeng Ge" userId="bb5bc401-97cb-4caf-9857-8ff441375414" providerId="ADAL" clId="{8F9A89C2-EC3A-4B93-B669-0366577FB1B9}" dt="2024-09-24T23:41:48.708" v="96" actId="14100"/>
        <pc:sldMkLst>
          <pc:docMk/>
          <pc:sldMk cId="2747122870" sldId="658"/>
        </pc:sldMkLst>
        <pc:picChg chg="mod">
          <ac:chgData name="Mengmeng Ge" userId="bb5bc401-97cb-4caf-9857-8ff441375414" providerId="ADAL" clId="{8F9A89C2-EC3A-4B93-B669-0366577FB1B9}" dt="2024-09-24T23:41:48.708" v="96" actId="14100"/>
          <ac:picMkLst>
            <pc:docMk/>
            <pc:sldMk cId="2747122870" sldId="658"/>
            <ac:picMk id="1026" creationId="{E062C98F-1436-223E-9030-02BC16427E34}"/>
          </ac:picMkLst>
        </pc:picChg>
        <pc:picChg chg="mod">
          <ac:chgData name="Mengmeng Ge" userId="bb5bc401-97cb-4caf-9857-8ff441375414" providerId="ADAL" clId="{8F9A89C2-EC3A-4B93-B669-0366577FB1B9}" dt="2024-09-24T23:41:45.518" v="95" actId="14100"/>
          <ac:picMkLst>
            <pc:docMk/>
            <pc:sldMk cId="2747122870" sldId="658"/>
            <ac:picMk id="1027" creationId="{96879303-C0DF-E9E5-5461-C769C4ABE46F}"/>
          </ac:picMkLst>
        </pc:picChg>
        <pc:picChg chg="mod">
          <ac:chgData name="Mengmeng Ge" userId="bb5bc401-97cb-4caf-9857-8ff441375414" providerId="ADAL" clId="{8F9A89C2-EC3A-4B93-B669-0366577FB1B9}" dt="2024-09-24T23:41:28.202" v="91" actId="167"/>
          <ac:picMkLst>
            <pc:docMk/>
            <pc:sldMk cId="2747122870" sldId="658"/>
            <ac:picMk id="1028" creationId="{25A97A9B-667B-B41A-A9AB-E1C3072D8E79}"/>
          </ac:picMkLst>
        </pc:picChg>
      </pc:sldChg>
    </pc:docChg>
  </pc:docChgLst>
  <pc:docChgLst>
    <pc:chgData name="Mengmeng Ge" userId="bb5bc401-97cb-4caf-9857-8ff441375414" providerId="ADAL" clId="{0B288503-FC96-478D-B61F-5B323B1388BE}"/>
    <pc:docChg chg="undo custSel addSld delSld modSld sldOrd">
      <pc:chgData name="Mengmeng Ge" userId="bb5bc401-97cb-4caf-9857-8ff441375414" providerId="ADAL" clId="{0B288503-FC96-478D-B61F-5B323B1388BE}" dt="2024-08-30T05:24:03.588" v="2444" actId="255"/>
      <pc:docMkLst>
        <pc:docMk/>
      </pc:docMkLst>
      <pc:sldChg chg="addSp delSp modSp mod ord modNotesTx">
        <pc:chgData name="Mengmeng Ge" userId="bb5bc401-97cb-4caf-9857-8ff441375414" providerId="ADAL" clId="{0B288503-FC96-478D-B61F-5B323B1388BE}" dt="2024-08-30T02:24:28.582" v="1641" actId="554"/>
        <pc:sldMkLst>
          <pc:docMk/>
          <pc:sldMk cId="3155197061" sldId="278"/>
        </pc:sldMkLst>
        <pc:spChg chg="add mod">
          <ac:chgData name="Mengmeng Ge" userId="bb5bc401-97cb-4caf-9857-8ff441375414" providerId="ADAL" clId="{0B288503-FC96-478D-B61F-5B323B1388BE}" dt="2024-08-30T01:03:23.015" v="1370" actId="14100"/>
          <ac:spMkLst>
            <pc:docMk/>
            <pc:sldMk cId="3155197061" sldId="278"/>
            <ac:spMk id="8" creationId="{84737F69-94D2-CEA7-33E2-779B8BE424F8}"/>
          </ac:spMkLst>
        </pc:spChg>
        <pc:spChg chg="mod">
          <ac:chgData name="Mengmeng Ge" userId="bb5bc401-97cb-4caf-9857-8ff441375414" providerId="ADAL" clId="{0B288503-FC96-478D-B61F-5B323B1388BE}" dt="2024-08-30T00:20:38.001" v="1209" actId="1076"/>
          <ac:spMkLst>
            <pc:docMk/>
            <pc:sldMk cId="3155197061" sldId="278"/>
            <ac:spMk id="13" creationId="{00000000-0000-0000-0000-000000000000}"/>
          </ac:spMkLst>
        </pc:spChg>
        <pc:spChg chg="mod">
          <ac:chgData name="Mengmeng Ge" userId="bb5bc401-97cb-4caf-9857-8ff441375414" providerId="ADAL" clId="{0B288503-FC96-478D-B61F-5B323B1388BE}" dt="2024-08-30T00:48:17.170" v="1359" actId="1037"/>
          <ac:spMkLst>
            <pc:docMk/>
            <pc:sldMk cId="3155197061" sldId="278"/>
            <ac:spMk id="21" creationId="{00000000-0000-0000-0000-000000000000}"/>
          </ac:spMkLst>
        </pc:spChg>
        <pc:spChg chg="mod">
          <ac:chgData name="Mengmeng Ge" userId="bb5bc401-97cb-4caf-9857-8ff441375414" providerId="ADAL" clId="{0B288503-FC96-478D-B61F-5B323B1388BE}" dt="2024-08-30T02:23:33.983" v="1605" actId="255"/>
          <ac:spMkLst>
            <pc:docMk/>
            <pc:sldMk cId="3155197061" sldId="278"/>
            <ac:spMk id="268290" creationId="{00000000-0000-0000-0000-000000000000}"/>
          </ac:spMkLst>
        </pc:spChg>
        <pc:spChg chg="mod">
          <ac:chgData name="Mengmeng Ge" userId="bb5bc401-97cb-4caf-9857-8ff441375414" providerId="ADAL" clId="{0B288503-FC96-478D-B61F-5B323B1388BE}" dt="2024-08-30T02:24:28.582" v="1641" actId="554"/>
          <ac:spMkLst>
            <pc:docMk/>
            <pc:sldMk cId="3155197061" sldId="278"/>
            <ac:spMk id="268295" creationId="{00000000-0000-0000-0000-000000000000}"/>
          </ac:spMkLst>
        </pc:spChg>
        <pc:spChg chg="mod">
          <ac:chgData name="Mengmeng Ge" userId="bb5bc401-97cb-4caf-9857-8ff441375414" providerId="ADAL" clId="{0B288503-FC96-478D-B61F-5B323B1388BE}" dt="2024-08-30T02:24:28.582" v="1641" actId="554"/>
          <ac:spMkLst>
            <pc:docMk/>
            <pc:sldMk cId="3155197061" sldId="278"/>
            <ac:spMk id="268296" creationId="{00000000-0000-0000-0000-000000000000}"/>
          </ac:spMkLst>
        </pc:spChg>
        <pc:spChg chg="del">
          <ac:chgData name="Mengmeng Ge" userId="bb5bc401-97cb-4caf-9857-8ff441375414" providerId="ADAL" clId="{0B288503-FC96-478D-B61F-5B323B1388BE}" dt="2024-08-30T00:20:06.323" v="1186" actId="478"/>
          <ac:spMkLst>
            <pc:docMk/>
            <pc:sldMk cId="3155197061" sldId="278"/>
            <ac:spMk id="268297" creationId="{00000000-0000-0000-0000-000000000000}"/>
          </ac:spMkLst>
        </pc:spChg>
        <pc:grpChg chg="mod">
          <ac:chgData name="Mengmeng Ge" userId="bb5bc401-97cb-4caf-9857-8ff441375414" providerId="ADAL" clId="{0B288503-FC96-478D-B61F-5B323B1388BE}" dt="2024-08-30T00:20:38.001" v="1209" actId="1076"/>
          <ac:grpSpMkLst>
            <pc:docMk/>
            <pc:sldMk cId="3155197061" sldId="278"/>
            <ac:grpSpMk id="5" creationId="{00000000-0000-0000-0000-000000000000}"/>
          </ac:grpSpMkLst>
        </pc:grpChg>
        <pc:grpChg chg="mod">
          <ac:chgData name="Mengmeng Ge" userId="bb5bc401-97cb-4caf-9857-8ff441375414" providerId="ADAL" clId="{0B288503-FC96-478D-B61F-5B323B1388BE}" dt="2024-08-30T00:20:38.001" v="1209" actId="1076"/>
          <ac:grpSpMkLst>
            <pc:docMk/>
            <pc:sldMk cId="3155197061" sldId="278"/>
            <ac:grpSpMk id="6" creationId="{00000000-0000-0000-0000-000000000000}"/>
          </ac:grpSpMkLst>
        </pc:grpChg>
        <pc:grpChg chg="mod">
          <ac:chgData name="Mengmeng Ge" userId="bb5bc401-97cb-4caf-9857-8ff441375414" providerId="ADAL" clId="{0B288503-FC96-478D-B61F-5B323B1388BE}" dt="2024-08-30T00:48:20.793" v="1362" actId="1035"/>
          <ac:grpSpMkLst>
            <pc:docMk/>
            <pc:sldMk cId="3155197061" sldId="278"/>
            <ac:grpSpMk id="16" creationId="{00000000-0000-0000-0000-000000000000}"/>
          </ac:grpSpMkLst>
        </pc:grpChg>
        <pc:grpChg chg="mod">
          <ac:chgData name="Mengmeng Ge" userId="bb5bc401-97cb-4caf-9857-8ff441375414" providerId="ADAL" clId="{0B288503-FC96-478D-B61F-5B323B1388BE}" dt="2024-08-30T00:20:38.001" v="1209" actId="1076"/>
          <ac:grpSpMkLst>
            <pc:docMk/>
            <pc:sldMk cId="3155197061" sldId="278"/>
            <ac:grpSpMk id="20" creationId="{00000000-0000-0000-0000-000000000000}"/>
          </ac:grpSpMkLst>
        </pc:grpChg>
        <pc:graphicFrameChg chg="mod">
          <ac:chgData name="Mengmeng Ge" userId="bb5bc401-97cb-4caf-9857-8ff441375414" providerId="ADAL" clId="{0B288503-FC96-478D-B61F-5B323B1388BE}" dt="2024-08-30T00:20:38.001" v="1209" actId="1076"/>
          <ac:graphicFrameMkLst>
            <pc:docMk/>
            <pc:sldMk cId="3155197061" sldId="278"/>
            <ac:graphicFrameMk id="268293" creationId="{00000000-0000-0000-0000-000000000000}"/>
          </ac:graphicFrameMkLst>
        </pc:graphicFrameChg>
      </pc:sldChg>
      <pc:sldChg chg="del">
        <pc:chgData name="Mengmeng Ge" userId="bb5bc401-97cb-4caf-9857-8ff441375414" providerId="ADAL" clId="{0B288503-FC96-478D-B61F-5B323B1388BE}" dt="2024-08-30T04:05:06.661" v="1995" actId="47"/>
        <pc:sldMkLst>
          <pc:docMk/>
          <pc:sldMk cId="641994888" sldId="281"/>
        </pc:sldMkLst>
      </pc:sldChg>
      <pc:sldChg chg="addSp delSp modSp mod modNotesTx">
        <pc:chgData name="Mengmeng Ge" userId="bb5bc401-97cb-4caf-9857-8ff441375414" providerId="ADAL" clId="{0B288503-FC96-478D-B61F-5B323B1388BE}" dt="2024-08-30T05:19:13.226" v="2433" actId="20577"/>
        <pc:sldMkLst>
          <pc:docMk/>
          <pc:sldMk cId="1715828519" sldId="282"/>
        </pc:sldMkLst>
        <pc:spChg chg="mod">
          <ac:chgData name="Mengmeng Ge" userId="bb5bc401-97cb-4caf-9857-8ff441375414" providerId="ADAL" clId="{0B288503-FC96-478D-B61F-5B323B1388BE}" dt="2024-08-30T05:19:13.226" v="2433" actId="20577"/>
          <ac:spMkLst>
            <pc:docMk/>
            <pc:sldMk cId="1715828519" sldId="282"/>
            <ac:spMk id="2" creationId="{373D5B8F-5C92-4AF4-475D-C4AB94F39043}"/>
          </ac:spMkLst>
        </pc:spChg>
        <pc:spChg chg="mod">
          <ac:chgData name="Mengmeng Ge" userId="bb5bc401-97cb-4caf-9857-8ff441375414" providerId="ADAL" clId="{0B288503-FC96-478D-B61F-5B323B1388BE}" dt="2024-08-30T04:49:45.437" v="2157" actId="164"/>
          <ac:spMkLst>
            <pc:docMk/>
            <pc:sldMk cId="1715828519" sldId="282"/>
            <ac:spMk id="4" creationId="{00000000-0000-0000-0000-000000000000}"/>
          </ac:spMkLst>
        </pc:spChg>
        <pc:grpChg chg="add mod">
          <ac:chgData name="Mengmeng Ge" userId="bb5bc401-97cb-4caf-9857-8ff441375414" providerId="ADAL" clId="{0B288503-FC96-478D-B61F-5B323B1388BE}" dt="2024-08-30T04:49:48.895" v="2176" actId="1038"/>
          <ac:grpSpMkLst>
            <pc:docMk/>
            <pc:sldMk cId="1715828519" sldId="282"/>
            <ac:grpSpMk id="8" creationId="{D54C6B28-F3D0-0294-612B-50A9C67D80DA}"/>
          </ac:grpSpMkLst>
        </pc:grpChg>
        <pc:picChg chg="del">
          <ac:chgData name="Mengmeng Ge" userId="bb5bc401-97cb-4caf-9857-8ff441375414" providerId="ADAL" clId="{0B288503-FC96-478D-B61F-5B323B1388BE}" dt="2024-08-30T04:36:05.299" v="2082" actId="478"/>
          <ac:picMkLst>
            <pc:docMk/>
            <pc:sldMk cId="1715828519" sldId="282"/>
            <ac:picMk id="6" creationId="{6B8AD967-774B-E860-C8BD-0D5BB0C9A14A}"/>
          </ac:picMkLst>
        </pc:picChg>
        <pc:picChg chg="add mod ord">
          <ac:chgData name="Mengmeng Ge" userId="bb5bc401-97cb-4caf-9857-8ff441375414" providerId="ADAL" clId="{0B288503-FC96-478D-B61F-5B323B1388BE}" dt="2024-08-30T04:49:39.113" v="2156" actId="1076"/>
          <ac:picMkLst>
            <pc:docMk/>
            <pc:sldMk cId="1715828519" sldId="282"/>
            <ac:picMk id="7" creationId="{972E230B-B32A-134B-6D22-9D781B22264E}"/>
          </ac:picMkLst>
        </pc:picChg>
        <pc:cxnChg chg="mod">
          <ac:chgData name="Mengmeng Ge" userId="bb5bc401-97cb-4caf-9857-8ff441375414" providerId="ADAL" clId="{0B288503-FC96-478D-B61F-5B323B1388BE}" dt="2024-08-30T04:49:45.437" v="2157" actId="164"/>
          <ac:cxnSpMkLst>
            <pc:docMk/>
            <pc:sldMk cId="1715828519" sldId="282"/>
            <ac:cxnSpMk id="3" creationId="{00000000-0000-0000-0000-000000000000}"/>
          </ac:cxnSpMkLst>
        </pc:cxnChg>
      </pc:sldChg>
      <pc:sldChg chg="addSp delSp modSp del mod modClrScheme chgLayout modNotesTx">
        <pc:chgData name="Mengmeng Ge" userId="bb5bc401-97cb-4caf-9857-8ff441375414" providerId="ADAL" clId="{0B288503-FC96-478D-B61F-5B323B1388BE}" dt="2024-08-30T05:16:17.605" v="2407" actId="47"/>
        <pc:sldMkLst>
          <pc:docMk/>
          <pc:sldMk cId="1234865138" sldId="284"/>
        </pc:sldMkLst>
        <pc:spChg chg="add del mod ord">
          <ac:chgData name="Mengmeng Ge" userId="bb5bc401-97cb-4caf-9857-8ff441375414" providerId="ADAL" clId="{0B288503-FC96-478D-B61F-5B323B1388BE}" dt="2024-08-30T04:20:24.078" v="2020" actId="478"/>
          <ac:spMkLst>
            <pc:docMk/>
            <pc:sldMk cId="1234865138" sldId="284"/>
            <ac:spMk id="2" creationId="{16A090BD-C30F-B268-21A5-D01EFB92F1AC}"/>
          </ac:spMkLst>
        </pc:spChg>
        <pc:spChg chg="mod ord">
          <ac:chgData name="Mengmeng Ge" userId="bb5bc401-97cb-4caf-9857-8ff441375414" providerId="ADAL" clId="{0B288503-FC96-478D-B61F-5B323B1388BE}" dt="2024-08-30T04:20:08.130" v="2008" actId="700"/>
          <ac:spMkLst>
            <pc:docMk/>
            <pc:sldMk cId="1234865138" sldId="284"/>
            <ac:spMk id="6" creationId="{00000000-0000-0000-0000-000000000000}"/>
          </ac:spMkLst>
        </pc:spChg>
        <pc:spChg chg="mod ord">
          <ac:chgData name="Mengmeng Ge" userId="bb5bc401-97cb-4caf-9857-8ff441375414" providerId="ADAL" clId="{0B288503-FC96-478D-B61F-5B323B1388BE}" dt="2024-08-30T04:59:20.517" v="2226" actId="20577"/>
          <ac:spMkLst>
            <pc:docMk/>
            <pc:sldMk cId="1234865138" sldId="284"/>
            <ac:spMk id="320516" creationId="{00000000-0000-0000-0000-000000000000}"/>
          </ac:spMkLst>
        </pc:spChg>
        <pc:graphicFrameChg chg="mod modGraphic">
          <ac:chgData name="Mengmeng Ge" userId="bb5bc401-97cb-4caf-9857-8ff441375414" providerId="ADAL" clId="{0B288503-FC96-478D-B61F-5B323B1388BE}" dt="2024-08-30T04:58:10.734" v="2203" actId="21"/>
          <ac:graphicFrameMkLst>
            <pc:docMk/>
            <pc:sldMk cId="1234865138" sldId="284"/>
            <ac:graphicFrameMk id="320834" creationId="{00000000-0000-0000-0000-000000000000}"/>
          </ac:graphicFrameMkLst>
        </pc:graphicFrameChg>
      </pc:sldChg>
      <pc:sldChg chg="modSp mod">
        <pc:chgData name="Mengmeng Ge" userId="bb5bc401-97cb-4caf-9857-8ff441375414" providerId="ADAL" clId="{0B288503-FC96-478D-B61F-5B323B1388BE}" dt="2024-08-30T05:04:50.883" v="2270" actId="114"/>
        <pc:sldMkLst>
          <pc:docMk/>
          <pc:sldMk cId="26146163" sldId="310"/>
        </pc:sldMkLst>
        <pc:spChg chg="mod">
          <ac:chgData name="Mengmeng Ge" userId="bb5bc401-97cb-4caf-9857-8ff441375414" providerId="ADAL" clId="{0B288503-FC96-478D-B61F-5B323B1388BE}" dt="2024-08-30T05:04:50.883" v="2270" actId="114"/>
          <ac:spMkLst>
            <pc:docMk/>
            <pc:sldMk cId="26146163" sldId="310"/>
            <ac:spMk id="3" creationId="{3D02EE46-91D0-C97A-A8DF-111DE9605224}"/>
          </ac:spMkLst>
        </pc:spChg>
      </pc:sldChg>
      <pc:sldChg chg="addSp delSp modSp mod modNotesTx">
        <pc:chgData name="Mengmeng Ge" userId="bb5bc401-97cb-4caf-9857-8ff441375414" providerId="ADAL" clId="{0B288503-FC96-478D-B61F-5B323B1388BE}" dt="2024-08-30T02:22:19.463" v="1594" actId="20577"/>
        <pc:sldMkLst>
          <pc:docMk/>
          <pc:sldMk cId="896963446" sldId="312"/>
        </pc:sldMkLst>
        <pc:spChg chg="add del mod">
          <ac:chgData name="Mengmeng Ge" userId="bb5bc401-97cb-4caf-9857-8ff441375414" providerId="ADAL" clId="{0B288503-FC96-478D-B61F-5B323B1388BE}" dt="2024-08-29T23:19:09.658" v="848" actId="478"/>
          <ac:spMkLst>
            <pc:docMk/>
            <pc:sldMk cId="896963446" sldId="312"/>
            <ac:spMk id="4" creationId="{4731C2E6-AF56-CE78-E40E-DD169AB99913}"/>
          </ac:spMkLst>
        </pc:spChg>
        <pc:spChg chg="del mod">
          <ac:chgData name="Mengmeng Ge" userId="bb5bc401-97cb-4caf-9857-8ff441375414" providerId="ADAL" clId="{0B288503-FC96-478D-B61F-5B323B1388BE}" dt="2024-08-29T23:22:55.343" v="920" actId="478"/>
          <ac:spMkLst>
            <pc:docMk/>
            <pc:sldMk cId="896963446" sldId="312"/>
            <ac:spMk id="15" creationId="{5E5615B0-1768-5CA1-5DC7-0A559D555ACB}"/>
          </ac:spMkLst>
        </pc:spChg>
        <pc:spChg chg="add del mod">
          <ac:chgData name="Mengmeng Ge" userId="bb5bc401-97cb-4caf-9857-8ff441375414" providerId="ADAL" clId="{0B288503-FC96-478D-B61F-5B323B1388BE}" dt="2024-08-29T23:22:39.980" v="896" actId="478"/>
          <ac:spMkLst>
            <pc:docMk/>
            <pc:sldMk cId="896963446" sldId="312"/>
            <ac:spMk id="17" creationId="{9702EE57-7DAC-2739-3836-498BD5FA27BA}"/>
          </ac:spMkLst>
        </pc:spChg>
        <pc:graphicFrameChg chg="add mod ord modGraphic">
          <ac:chgData name="Mengmeng Ge" userId="bb5bc401-97cb-4caf-9857-8ff441375414" providerId="ADAL" clId="{0B288503-FC96-478D-B61F-5B323B1388BE}" dt="2024-08-30T00:08:31.716" v="1120" actId="20577"/>
          <ac:graphicFrameMkLst>
            <pc:docMk/>
            <pc:sldMk cId="896963446" sldId="312"/>
            <ac:graphicFrameMk id="5" creationId="{7FD2EA69-A675-8156-2A05-E8C44D9545C0}"/>
          </ac:graphicFrameMkLst>
        </pc:graphicFrameChg>
        <pc:graphicFrameChg chg="del mod">
          <ac:chgData name="Mengmeng Ge" userId="bb5bc401-97cb-4caf-9857-8ff441375414" providerId="ADAL" clId="{0B288503-FC96-478D-B61F-5B323B1388BE}" dt="2024-08-29T23:19:07.263" v="847" actId="478"/>
          <ac:graphicFrameMkLst>
            <pc:docMk/>
            <pc:sldMk cId="896963446" sldId="312"/>
            <ac:graphicFrameMk id="10" creationId="{EEF8445A-511B-05AE-5128-818FC299A32F}"/>
          </ac:graphicFrameMkLst>
        </pc:graphicFrameChg>
      </pc:sldChg>
      <pc:sldChg chg="addSp delSp modSp del mod ord">
        <pc:chgData name="Mengmeng Ge" userId="bb5bc401-97cb-4caf-9857-8ff441375414" providerId="ADAL" clId="{0B288503-FC96-478D-B61F-5B323B1388BE}" dt="2024-08-30T01:13:27.504" v="1463" actId="47"/>
        <pc:sldMkLst>
          <pc:docMk/>
          <pc:sldMk cId="1519991498" sldId="314"/>
        </pc:sldMkLst>
        <pc:spChg chg="mod">
          <ac:chgData name="Mengmeng Ge" userId="bb5bc401-97cb-4caf-9857-8ff441375414" providerId="ADAL" clId="{0B288503-FC96-478D-B61F-5B323B1388BE}" dt="2024-08-30T00:22:34.884" v="1231" actId="20577"/>
          <ac:spMkLst>
            <pc:docMk/>
            <pc:sldMk cId="1519991498" sldId="314"/>
            <ac:spMk id="2" creationId="{00000000-0000-0000-0000-000000000000}"/>
          </ac:spMkLst>
        </pc:spChg>
        <pc:spChg chg="add del mod">
          <ac:chgData name="Mengmeng Ge" userId="bb5bc401-97cb-4caf-9857-8ff441375414" providerId="ADAL" clId="{0B288503-FC96-478D-B61F-5B323B1388BE}" dt="2024-08-30T01:09:58.944" v="1434" actId="21"/>
          <ac:spMkLst>
            <pc:docMk/>
            <pc:sldMk cId="1519991498" sldId="314"/>
            <ac:spMk id="4" creationId="{0C5210F3-EAAB-DF11-45FE-7088202D2FA2}"/>
          </ac:spMkLst>
        </pc:spChg>
        <pc:spChg chg="add del">
          <ac:chgData name="Mengmeng Ge" userId="bb5bc401-97cb-4caf-9857-8ff441375414" providerId="ADAL" clId="{0B288503-FC96-478D-B61F-5B323B1388BE}" dt="2024-08-30T01:09:58.944" v="1434" actId="21"/>
          <ac:spMkLst>
            <pc:docMk/>
            <pc:sldMk cId="1519991498" sldId="314"/>
            <ac:spMk id="8" creationId="{C9BDB6BF-0C28-CA0B-1613-C2DAAD497ED8}"/>
          </ac:spMkLst>
        </pc:spChg>
        <pc:spChg chg="mod">
          <ac:chgData name="Mengmeng Ge" userId="bb5bc401-97cb-4caf-9857-8ff441375414" providerId="ADAL" clId="{0B288503-FC96-478D-B61F-5B323B1388BE}" dt="2024-08-30T00:22:46.195" v="1239" actId="20577"/>
          <ac:spMkLst>
            <pc:docMk/>
            <pc:sldMk cId="1519991498" sldId="314"/>
            <ac:spMk id="11" creationId="{9D05B7B6-7F2B-100B-FDC7-7876BBBD267A}"/>
          </ac:spMkLst>
        </pc:spChg>
      </pc:sldChg>
      <pc:sldChg chg="modNotesTx">
        <pc:chgData name="Mengmeng Ge" userId="bb5bc401-97cb-4caf-9857-8ff441375414" providerId="ADAL" clId="{0B288503-FC96-478D-B61F-5B323B1388BE}" dt="2024-08-29T23:08:21.902" v="772"/>
        <pc:sldMkLst>
          <pc:docMk/>
          <pc:sldMk cId="2363242869" sldId="346"/>
        </pc:sldMkLst>
      </pc:sldChg>
      <pc:sldChg chg="modSp mod">
        <pc:chgData name="Mengmeng Ge" userId="bb5bc401-97cb-4caf-9857-8ff441375414" providerId="ADAL" clId="{0B288503-FC96-478D-B61F-5B323B1388BE}" dt="2024-08-29T23:11:15.797" v="774" actId="14100"/>
        <pc:sldMkLst>
          <pc:docMk/>
          <pc:sldMk cId="1887368034" sldId="347"/>
        </pc:sldMkLst>
        <pc:graphicFrameChg chg="mod">
          <ac:chgData name="Mengmeng Ge" userId="bb5bc401-97cb-4caf-9857-8ff441375414" providerId="ADAL" clId="{0B288503-FC96-478D-B61F-5B323B1388BE}" dt="2024-08-29T23:11:15.797" v="774" actId="14100"/>
          <ac:graphicFrameMkLst>
            <pc:docMk/>
            <pc:sldMk cId="1887368034" sldId="347"/>
            <ac:graphicFrameMk id="2" creationId="{B9B46CCC-0DFF-3604-396E-1ACFC0C73767}"/>
          </ac:graphicFrameMkLst>
        </pc:graphicFrameChg>
      </pc:sldChg>
      <pc:sldChg chg="modSp mod">
        <pc:chgData name="Mengmeng Ge" userId="bb5bc401-97cb-4caf-9857-8ff441375414" providerId="ADAL" clId="{0B288503-FC96-478D-B61F-5B323B1388BE}" dt="2024-08-30T05:24:03.588" v="2444" actId="255"/>
        <pc:sldMkLst>
          <pc:docMk/>
          <pc:sldMk cId="1828029908" sldId="354"/>
        </pc:sldMkLst>
        <pc:spChg chg="mod">
          <ac:chgData name="Mengmeng Ge" userId="bb5bc401-97cb-4caf-9857-8ff441375414" providerId="ADAL" clId="{0B288503-FC96-478D-B61F-5B323B1388BE}" dt="2024-08-30T05:24:03.588" v="2444" actId="255"/>
          <ac:spMkLst>
            <pc:docMk/>
            <pc:sldMk cId="1828029908" sldId="354"/>
            <ac:spMk id="2" creationId="{00000000-0000-0000-0000-000000000000}"/>
          </ac:spMkLst>
        </pc:spChg>
        <pc:spChg chg="mod">
          <ac:chgData name="Mengmeng Ge" userId="bb5bc401-97cb-4caf-9857-8ff441375414" providerId="ADAL" clId="{0B288503-FC96-478D-B61F-5B323B1388BE}" dt="2024-08-30T05:09:19.154" v="2368" actId="20577"/>
          <ac:spMkLst>
            <pc:docMk/>
            <pc:sldMk cId="1828029908" sldId="354"/>
            <ac:spMk id="3" creationId="{00000000-0000-0000-0000-000000000000}"/>
          </ac:spMkLst>
        </pc:spChg>
      </pc:sldChg>
      <pc:sldChg chg="modSp ord">
        <pc:chgData name="Mengmeng Ge" userId="bb5bc401-97cb-4caf-9857-8ff441375414" providerId="ADAL" clId="{0B288503-FC96-478D-B61F-5B323B1388BE}" dt="2024-08-29T23:06:05.919" v="771" actId="20577"/>
        <pc:sldMkLst>
          <pc:docMk/>
          <pc:sldMk cId="1431283065" sldId="356"/>
        </pc:sldMkLst>
        <pc:graphicFrameChg chg="mod">
          <ac:chgData name="Mengmeng Ge" userId="bb5bc401-97cb-4caf-9857-8ff441375414" providerId="ADAL" clId="{0B288503-FC96-478D-B61F-5B323B1388BE}" dt="2024-08-29T23:06:05.919" v="771" actId="20577"/>
          <ac:graphicFrameMkLst>
            <pc:docMk/>
            <pc:sldMk cId="1431283065" sldId="356"/>
            <ac:graphicFrameMk id="2" creationId="{6CEFD962-ED9B-4662-5ECE-B4EB70DD3218}"/>
          </ac:graphicFrameMkLst>
        </pc:graphicFrameChg>
      </pc:sldChg>
      <pc:sldChg chg="modSp mod modNotesTx">
        <pc:chgData name="Mengmeng Ge" userId="bb5bc401-97cb-4caf-9857-8ff441375414" providerId="ADAL" clId="{0B288503-FC96-478D-B61F-5B323B1388BE}" dt="2024-08-29T22:09:42.590" v="373" actId="20577"/>
        <pc:sldMkLst>
          <pc:docMk/>
          <pc:sldMk cId="4026823090" sldId="417"/>
        </pc:sldMkLst>
        <pc:spChg chg="mod">
          <ac:chgData name="Mengmeng Ge" userId="bb5bc401-97cb-4caf-9857-8ff441375414" providerId="ADAL" clId="{0B288503-FC96-478D-B61F-5B323B1388BE}" dt="2024-08-29T22:08:59.118" v="369" actId="20577"/>
          <ac:spMkLst>
            <pc:docMk/>
            <pc:sldMk cId="4026823090" sldId="417"/>
            <ac:spMk id="196610" creationId="{00000000-0000-0000-0000-000000000000}"/>
          </ac:spMkLst>
        </pc:spChg>
      </pc:sldChg>
      <pc:sldChg chg="modNotesTx">
        <pc:chgData name="Mengmeng Ge" userId="bb5bc401-97cb-4caf-9857-8ff441375414" providerId="ADAL" clId="{0B288503-FC96-478D-B61F-5B323B1388BE}" dt="2024-08-29T22:19:56.269" v="545" actId="20577"/>
        <pc:sldMkLst>
          <pc:docMk/>
          <pc:sldMk cId="84756613" sldId="418"/>
        </pc:sldMkLst>
      </pc:sldChg>
      <pc:sldChg chg="modNotesTx">
        <pc:chgData name="Mengmeng Ge" userId="bb5bc401-97cb-4caf-9857-8ff441375414" providerId="ADAL" clId="{0B288503-FC96-478D-B61F-5B323B1388BE}" dt="2024-08-29T22:08:38.092" v="366" actId="20577"/>
        <pc:sldMkLst>
          <pc:docMk/>
          <pc:sldMk cId="434855414" sldId="421"/>
        </pc:sldMkLst>
      </pc:sldChg>
      <pc:sldChg chg="modSp mod">
        <pc:chgData name="Mengmeng Ge" userId="bb5bc401-97cb-4caf-9857-8ff441375414" providerId="ADAL" clId="{0B288503-FC96-478D-B61F-5B323B1388BE}" dt="2024-08-29T22:40:14.205" v="650" actId="207"/>
        <pc:sldMkLst>
          <pc:docMk/>
          <pc:sldMk cId="3067610504" sldId="435"/>
        </pc:sldMkLst>
        <pc:spChg chg="mod">
          <ac:chgData name="Mengmeng Ge" userId="bb5bc401-97cb-4caf-9857-8ff441375414" providerId="ADAL" clId="{0B288503-FC96-478D-B61F-5B323B1388BE}" dt="2024-08-29T22:40:14.205" v="650" actId="207"/>
          <ac:spMkLst>
            <pc:docMk/>
            <pc:sldMk cId="3067610504" sldId="435"/>
            <ac:spMk id="359427" creationId="{00000000-0000-0000-0000-000000000000}"/>
          </ac:spMkLst>
        </pc:spChg>
      </pc:sldChg>
      <pc:sldChg chg="modSp mod modNotesTx">
        <pc:chgData name="Mengmeng Ge" userId="bb5bc401-97cb-4caf-9857-8ff441375414" providerId="ADAL" clId="{0B288503-FC96-478D-B61F-5B323B1388BE}" dt="2024-08-29T23:00:11.174" v="746" actId="20577"/>
        <pc:sldMkLst>
          <pc:docMk/>
          <pc:sldMk cId="1457094878" sldId="462"/>
        </pc:sldMkLst>
        <pc:spChg chg="mod">
          <ac:chgData name="Mengmeng Ge" userId="bb5bc401-97cb-4caf-9857-8ff441375414" providerId="ADAL" clId="{0B288503-FC96-478D-B61F-5B323B1388BE}" dt="2024-08-29T22:57:12.575" v="672" actId="20577"/>
          <ac:spMkLst>
            <pc:docMk/>
            <pc:sldMk cId="1457094878" sldId="462"/>
            <ac:spMk id="2" creationId="{00000000-0000-0000-0000-000000000000}"/>
          </ac:spMkLst>
        </pc:spChg>
        <pc:spChg chg="mod">
          <ac:chgData name="Mengmeng Ge" userId="bb5bc401-97cb-4caf-9857-8ff441375414" providerId="ADAL" clId="{0B288503-FC96-478D-B61F-5B323B1388BE}" dt="2024-08-29T22:58:52.099" v="713" actId="20577"/>
          <ac:spMkLst>
            <pc:docMk/>
            <pc:sldMk cId="1457094878" sldId="462"/>
            <ac:spMk id="4" creationId="{39B6B155-16C3-65CA-7198-15A2578B201A}"/>
          </ac:spMkLst>
        </pc:spChg>
      </pc:sldChg>
      <pc:sldChg chg="ord modNotesTx">
        <pc:chgData name="Mengmeng Ge" userId="bb5bc401-97cb-4caf-9857-8ff441375414" providerId="ADAL" clId="{0B288503-FC96-478D-B61F-5B323B1388BE}" dt="2024-08-29T22:04:08.868" v="305"/>
        <pc:sldMkLst>
          <pc:docMk/>
          <pc:sldMk cId="33890517" sldId="471"/>
        </pc:sldMkLst>
      </pc:sldChg>
      <pc:sldChg chg="del">
        <pc:chgData name="Mengmeng Ge" userId="bb5bc401-97cb-4caf-9857-8ff441375414" providerId="ADAL" clId="{0B288503-FC96-478D-B61F-5B323B1388BE}" dt="2024-08-29T22:55:16.631" v="651" actId="47"/>
        <pc:sldMkLst>
          <pc:docMk/>
          <pc:sldMk cId="961312062" sldId="479"/>
        </pc:sldMkLst>
      </pc:sldChg>
      <pc:sldChg chg="modSp mod">
        <pc:chgData name="Mengmeng Ge" userId="bb5bc401-97cb-4caf-9857-8ff441375414" providerId="ADAL" clId="{0B288503-FC96-478D-B61F-5B323B1388BE}" dt="2024-08-29T21:48:03.884" v="74" actId="20577"/>
        <pc:sldMkLst>
          <pc:docMk/>
          <pc:sldMk cId="606395498" sldId="632"/>
        </pc:sldMkLst>
        <pc:spChg chg="mod">
          <ac:chgData name="Mengmeng Ge" userId="bb5bc401-97cb-4caf-9857-8ff441375414" providerId="ADAL" clId="{0B288503-FC96-478D-B61F-5B323B1388BE}" dt="2024-08-29T21:48:03.884" v="74" actId="20577"/>
          <ac:spMkLst>
            <pc:docMk/>
            <pc:sldMk cId="606395498" sldId="632"/>
            <ac:spMk id="3" creationId="{00000000-0000-0000-0000-000000000000}"/>
          </ac:spMkLst>
        </pc:spChg>
      </pc:sldChg>
      <pc:sldChg chg="modSp mod modNotesTx">
        <pc:chgData name="Mengmeng Ge" userId="bb5bc401-97cb-4caf-9857-8ff441375414" providerId="ADAL" clId="{0B288503-FC96-478D-B61F-5B323B1388BE}" dt="2024-08-29T22:20:14.019" v="548" actId="20577"/>
        <pc:sldMkLst>
          <pc:docMk/>
          <pc:sldMk cId="2197523805" sldId="649"/>
        </pc:sldMkLst>
        <pc:spChg chg="mod">
          <ac:chgData name="Mengmeng Ge" userId="bb5bc401-97cb-4caf-9857-8ff441375414" providerId="ADAL" clId="{0B288503-FC96-478D-B61F-5B323B1388BE}" dt="2024-08-29T22:18:04.282" v="476" actId="255"/>
          <ac:spMkLst>
            <pc:docMk/>
            <pc:sldMk cId="2197523805" sldId="649"/>
            <ac:spMk id="6" creationId="{428555AD-FA9E-F2E4-8160-1C4EF76B2663}"/>
          </ac:spMkLst>
        </pc:spChg>
      </pc:sldChg>
      <pc:sldChg chg="modSp mod">
        <pc:chgData name="Mengmeng Ge" userId="bb5bc401-97cb-4caf-9857-8ff441375414" providerId="ADAL" clId="{0B288503-FC96-478D-B61F-5B323B1388BE}" dt="2024-08-29T22:18:11.091" v="477" actId="255"/>
        <pc:sldMkLst>
          <pc:docMk/>
          <pc:sldMk cId="45433892" sldId="650"/>
        </pc:sldMkLst>
        <pc:spChg chg="mod">
          <ac:chgData name="Mengmeng Ge" userId="bb5bc401-97cb-4caf-9857-8ff441375414" providerId="ADAL" clId="{0B288503-FC96-478D-B61F-5B323B1388BE}" dt="2024-08-29T22:18:11.091" v="477" actId="255"/>
          <ac:spMkLst>
            <pc:docMk/>
            <pc:sldMk cId="45433892" sldId="650"/>
            <ac:spMk id="6" creationId="{428555AD-FA9E-F2E4-8160-1C4EF76B2663}"/>
          </ac:spMkLst>
        </pc:spChg>
      </pc:sldChg>
      <pc:sldChg chg="addSp delSp modSp mod ord modNotesTx">
        <pc:chgData name="Mengmeng Ge" userId="bb5bc401-97cb-4caf-9857-8ff441375414" providerId="ADAL" clId="{0B288503-FC96-478D-B61F-5B323B1388BE}" dt="2024-08-30T05:16:10.059" v="2406" actId="1076"/>
        <pc:sldMkLst>
          <pc:docMk/>
          <pc:sldMk cId="1768466645" sldId="656"/>
        </pc:sldMkLst>
        <pc:spChg chg="add del mod">
          <ac:chgData name="Mengmeng Ge" userId="bb5bc401-97cb-4caf-9857-8ff441375414" providerId="ADAL" clId="{0B288503-FC96-478D-B61F-5B323B1388BE}" dt="2024-08-30T05:16:06.177" v="2405" actId="948"/>
          <ac:spMkLst>
            <pc:docMk/>
            <pc:sldMk cId="1768466645" sldId="656"/>
            <ac:spMk id="3" creationId="{D52902A5-6D42-E597-C5FD-6C4783458942}"/>
          </ac:spMkLst>
        </pc:spChg>
        <pc:spChg chg="del">
          <ac:chgData name="Mengmeng Ge" userId="bb5bc401-97cb-4caf-9857-8ff441375414" providerId="ADAL" clId="{0B288503-FC96-478D-B61F-5B323B1388BE}" dt="2024-08-30T01:07:35.200" v="1427" actId="21"/>
          <ac:spMkLst>
            <pc:docMk/>
            <pc:sldMk cId="1768466645" sldId="656"/>
            <ac:spMk id="4" creationId="{F41558B9-88AE-9355-7B97-3E8B076BA2F5}"/>
          </ac:spMkLst>
        </pc:spChg>
        <pc:spChg chg="add mod">
          <ac:chgData name="Mengmeng Ge" userId="bb5bc401-97cb-4caf-9857-8ff441375414" providerId="ADAL" clId="{0B288503-FC96-478D-B61F-5B323B1388BE}" dt="2024-08-30T05:16:10.059" v="2406" actId="1076"/>
          <ac:spMkLst>
            <pc:docMk/>
            <pc:sldMk cId="1768466645" sldId="656"/>
            <ac:spMk id="5" creationId="{17E061C5-AEF4-34FA-F2AB-3FB35AA46AE6}"/>
          </ac:spMkLst>
        </pc:spChg>
        <pc:spChg chg="del mod">
          <ac:chgData name="Mengmeng Ge" userId="bb5bc401-97cb-4caf-9857-8ff441375414" providerId="ADAL" clId="{0B288503-FC96-478D-B61F-5B323B1388BE}" dt="2024-08-30T00:14:03.278" v="1121" actId="21"/>
          <ac:spMkLst>
            <pc:docMk/>
            <pc:sldMk cId="1768466645" sldId="656"/>
            <ac:spMk id="6" creationId="{84737F69-94D2-CEA7-33E2-779B8BE424F8}"/>
          </ac:spMkLst>
        </pc:spChg>
        <pc:spChg chg="mod">
          <ac:chgData name="Mengmeng Ge" userId="bb5bc401-97cb-4caf-9857-8ff441375414" providerId="ADAL" clId="{0B288503-FC96-478D-B61F-5B323B1388BE}" dt="2024-08-30T01:10:58.313" v="1461" actId="14100"/>
          <ac:spMkLst>
            <pc:docMk/>
            <pc:sldMk cId="1768466645" sldId="656"/>
            <ac:spMk id="270338" creationId="{00000000-0000-0000-0000-000000000000}"/>
          </ac:spMkLst>
        </pc:spChg>
        <pc:spChg chg="del mod">
          <ac:chgData name="Mengmeng Ge" userId="bb5bc401-97cb-4caf-9857-8ff441375414" providerId="ADAL" clId="{0B288503-FC96-478D-B61F-5B323B1388BE}" dt="2024-08-30T01:20:01.983" v="1585" actId="12084"/>
          <ac:spMkLst>
            <pc:docMk/>
            <pc:sldMk cId="1768466645" sldId="656"/>
            <ac:spMk id="270339" creationId="{00000000-0000-0000-0000-000000000000}"/>
          </ac:spMkLst>
        </pc:spChg>
        <pc:spChg chg="del">
          <ac:chgData name="Mengmeng Ge" userId="bb5bc401-97cb-4caf-9857-8ff441375414" providerId="ADAL" clId="{0B288503-FC96-478D-B61F-5B323B1388BE}" dt="2024-08-30T05:06:40.573" v="2281" actId="478"/>
          <ac:spMkLst>
            <pc:docMk/>
            <pc:sldMk cId="1768466645" sldId="656"/>
            <ac:spMk id="270341" creationId="{00000000-0000-0000-0000-000000000000}"/>
          </ac:spMkLst>
        </pc:spChg>
        <pc:graphicFrameChg chg="add del mod modGraphic">
          <ac:chgData name="Mengmeng Ge" userId="bb5bc401-97cb-4caf-9857-8ff441375414" providerId="ADAL" clId="{0B288503-FC96-478D-B61F-5B323B1388BE}" dt="2024-08-30T04:57:58.219" v="2202" actId="11529"/>
          <ac:graphicFrameMkLst>
            <pc:docMk/>
            <pc:sldMk cId="1768466645" sldId="656"/>
            <ac:graphicFrameMk id="2" creationId="{38F8A7CA-2140-C2CD-9620-8CFF32892B81}"/>
          </ac:graphicFrameMkLst>
        </pc:graphicFrameChg>
        <pc:graphicFrameChg chg="add mod">
          <ac:chgData name="Mengmeng Ge" userId="bb5bc401-97cb-4caf-9857-8ff441375414" providerId="ADAL" clId="{0B288503-FC96-478D-B61F-5B323B1388BE}" dt="2024-08-30T05:07:09.755" v="2283" actId="12084"/>
          <ac:graphicFrameMkLst>
            <pc:docMk/>
            <pc:sldMk cId="1768466645" sldId="656"/>
            <ac:graphicFrameMk id="4" creationId="{65308D53-00BC-73F1-2383-EB3552C05994}"/>
          </ac:graphicFrameMkLst>
        </pc:graphicFrameChg>
      </pc:sldChg>
      <pc:sldChg chg="modSp mod">
        <pc:chgData name="Mengmeng Ge" userId="bb5bc401-97cb-4caf-9857-8ff441375414" providerId="ADAL" clId="{0B288503-FC96-478D-B61F-5B323B1388BE}" dt="2024-08-30T00:22:23.808" v="1230" actId="20577"/>
        <pc:sldMkLst>
          <pc:docMk/>
          <pc:sldMk cId="2515602049" sldId="657"/>
        </pc:sldMkLst>
        <pc:spChg chg="mod">
          <ac:chgData name="Mengmeng Ge" userId="bb5bc401-97cb-4caf-9857-8ff441375414" providerId="ADAL" clId="{0B288503-FC96-478D-B61F-5B323B1388BE}" dt="2024-08-30T00:22:23.808" v="1230" actId="20577"/>
          <ac:spMkLst>
            <pc:docMk/>
            <pc:sldMk cId="2515602049" sldId="657"/>
            <ac:spMk id="2" creationId="{F58BA70C-E23F-86E1-CF03-77BC29E26823}"/>
          </ac:spMkLst>
        </pc:spChg>
      </pc:sldChg>
      <pc:sldChg chg="addSp delSp modSp new mod modClrScheme modAnim chgLayout">
        <pc:chgData name="Mengmeng Ge" userId="bb5bc401-97cb-4caf-9857-8ff441375414" providerId="ADAL" clId="{0B288503-FC96-478D-B61F-5B323B1388BE}" dt="2024-08-29T22:34:42.871" v="614" actId="1076"/>
        <pc:sldMkLst>
          <pc:docMk/>
          <pc:sldMk cId="2747122870" sldId="658"/>
        </pc:sldMkLst>
        <pc:spChg chg="del">
          <ac:chgData name="Mengmeng Ge" userId="bb5bc401-97cb-4caf-9857-8ff441375414" providerId="ADAL" clId="{0B288503-FC96-478D-B61F-5B323B1388BE}" dt="2024-08-29T22:32:58.704" v="579" actId="700"/>
          <ac:spMkLst>
            <pc:docMk/>
            <pc:sldMk cId="2747122870" sldId="658"/>
            <ac:spMk id="2" creationId="{5C5977B1-D2C0-B51C-D2C3-CCE197B5DA5B}"/>
          </ac:spMkLst>
        </pc:spChg>
        <pc:spChg chg="del">
          <ac:chgData name="Mengmeng Ge" userId="bb5bc401-97cb-4caf-9857-8ff441375414" providerId="ADAL" clId="{0B288503-FC96-478D-B61F-5B323B1388BE}" dt="2024-08-29T22:32:58.704" v="579" actId="700"/>
          <ac:spMkLst>
            <pc:docMk/>
            <pc:sldMk cId="2747122870" sldId="658"/>
            <ac:spMk id="3" creationId="{1B2681AB-BFDD-904E-52CA-F48A2E4DEE72}"/>
          </ac:spMkLst>
        </pc:spChg>
        <pc:spChg chg="mod ord">
          <ac:chgData name="Mengmeng Ge" userId="bb5bc401-97cb-4caf-9857-8ff441375414" providerId="ADAL" clId="{0B288503-FC96-478D-B61F-5B323B1388BE}" dt="2024-08-29T22:32:58.704" v="579" actId="700"/>
          <ac:spMkLst>
            <pc:docMk/>
            <pc:sldMk cId="2747122870" sldId="658"/>
            <ac:spMk id="4" creationId="{6251F2F5-A461-7F7B-24DF-E4FB984F0F7F}"/>
          </ac:spMkLst>
        </pc:spChg>
        <pc:picChg chg="add mod">
          <ac:chgData name="Mengmeng Ge" userId="bb5bc401-97cb-4caf-9857-8ff441375414" providerId="ADAL" clId="{0B288503-FC96-478D-B61F-5B323B1388BE}" dt="2024-08-29T22:34:42.871" v="614" actId="1076"/>
          <ac:picMkLst>
            <pc:docMk/>
            <pc:sldMk cId="2747122870" sldId="658"/>
            <ac:picMk id="1026" creationId="{E062C98F-1436-223E-9030-02BC16427E34}"/>
          </ac:picMkLst>
        </pc:picChg>
        <pc:picChg chg="add mod">
          <ac:chgData name="Mengmeng Ge" userId="bb5bc401-97cb-4caf-9857-8ff441375414" providerId="ADAL" clId="{0B288503-FC96-478D-B61F-5B323B1388BE}" dt="2024-08-29T22:34:33.081" v="611" actId="1076"/>
          <ac:picMkLst>
            <pc:docMk/>
            <pc:sldMk cId="2747122870" sldId="658"/>
            <ac:picMk id="1027" creationId="{96879303-C0DF-E9E5-5461-C769C4ABE46F}"/>
          </ac:picMkLst>
        </pc:picChg>
        <pc:picChg chg="add mod">
          <ac:chgData name="Mengmeng Ge" userId="bb5bc401-97cb-4caf-9857-8ff441375414" providerId="ADAL" clId="{0B288503-FC96-478D-B61F-5B323B1388BE}" dt="2024-08-29T22:34:40.153" v="613" actId="1076"/>
          <ac:picMkLst>
            <pc:docMk/>
            <pc:sldMk cId="2747122870" sldId="658"/>
            <ac:picMk id="1028" creationId="{25A97A9B-667B-B41A-A9AB-E1C3072D8E79}"/>
          </ac:picMkLst>
        </pc:picChg>
      </pc:sldChg>
      <pc:sldChg chg="addSp delSp modSp new mod modClrScheme modAnim chgLayout">
        <pc:chgData name="Mengmeng Ge" userId="bb5bc401-97cb-4caf-9857-8ff441375414" providerId="ADAL" clId="{0B288503-FC96-478D-B61F-5B323B1388BE}" dt="2024-08-29T22:38:49.355" v="641"/>
        <pc:sldMkLst>
          <pc:docMk/>
          <pc:sldMk cId="3400681066" sldId="659"/>
        </pc:sldMkLst>
        <pc:spChg chg="del">
          <ac:chgData name="Mengmeng Ge" userId="bb5bc401-97cb-4caf-9857-8ff441375414" providerId="ADAL" clId="{0B288503-FC96-478D-B61F-5B323B1388BE}" dt="2024-08-29T22:34:55.991" v="616" actId="700"/>
          <ac:spMkLst>
            <pc:docMk/>
            <pc:sldMk cId="3400681066" sldId="659"/>
            <ac:spMk id="2" creationId="{F1EF027C-0477-96E9-C060-201363B61981}"/>
          </ac:spMkLst>
        </pc:spChg>
        <pc:spChg chg="del">
          <ac:chgData name="Mengmeng Ge" userId="bb5bc401-97cb-4caf-9857-8ff441375414" providerId="ADAL" clId="{0B288503-FC96-478D-B61F-5B323B1388BE}" dt="2024-08-29T22:34:55.991" v="616" actId="700"/>
          <ac:spMkLst>
            <pc:docMk/>
            <pc:sldMk cId="3400681066" sldId="659"/>
            <ac:spMk id="3" creationId="{E3C094DC-A2E2-35E5-967F-A8F0C71CE82C}"/>
          </ac:spMkLst>
        </pc:spChg>
        <pc:spChg chg="del">
          <ac:chgData name="Mengmeng Ge" userId="bb5bc401-97cb-4caf-9857-8ff441375414" providerId="ADAL" clId="{0B288503-FC96-478D-B61F-5B323B1388BE}" dt="2024-08-29T22:34:55.991" v="616" actId="700"/>
          <ac:spMkLst>
            <pc:docMk/>
            <pc:sldMk cId="3400681066" sldId="659"/>
            <ac:spMk id="4" creationId="{1FA92F70-5006-FCB8-DBBE-39B3A383DF59}"/>
          </ac:spMkLst>
        </pc:spChg>
        <pc:spChg chg="mod ord">
          <ac:chgData name="Mengmeng Ge" userId="bb5bc401-97cb-4caf-9857-8ff441375414" providerId="ADAL" clId="{0B288503-FC96-478D-B61F-5B323B1388BE}" dt="2024-08-29T22:34:55.991" v="616" actId="700"/>
          <ac:spMkLst>
            <pc:docMk/>
            <pc:sldMk cId="3400681066" sldId="659"/>
            <ac:spMk id="5" creationId="{09EBF1A5-C059-C47E-F5BA-0C2DC0A6D718}"/>
          </ac:spMkLst>
        </pc:spChg>
        <pc:picChg chg="add mod">
          <ac:chgData name="Mengmeng Ge" userId="bb5bc401-97cb-4caf-9857-8ff441375414" providerId="ADAL" clId="{0B288503-FC96-478D-B61F-5B323B1388BE}" dt="2024-08-29T22:35:39.528" v="627" actId="1076"/>
          <ac:picMkLst>
            <pc:docMk/>
            <pc:sldMk cId="3400681066" sldId="659"/>
            <ac:picMk id="2050" creationId="{075F720C-5D76-0ADD-897A-197A3052D511}"/>
          </ac:picMkLst>
        </pc:picChg>
        <pc:picChg chg="add mod">
          <ac:chgData name="Mengmeng Ge" userId="bb5bc401-97cb-4caf-9857-8ff441375414" providerId="ADAL" clId="{0B288503-FC96-478D-B61F-5B323B1388BE}" dt="2024-08-29T22:35:41.072" v="628" actId="1076"/>
          <ac:picMkLst>
            <pc:docMk/>
            <pc:sldMk cId="3400681066" sldId="659"/>
            <ac:picMk id="2051" creationId="{D8BB56F1-8ED5-48E4-E6D5-E428E7F571FF}"/>
          </ac:picMkLst>
        </pc:picChg>
      </pc:sldChg>
      <pc:sldChg chg="addSp modSp new modAnim">
        <pc:chgData name="Mengmeng Ge" userId="bb5bc401-97cb-4caf-9857-8ff441375414" providerId="ADAL" clId="{0B288503-FC96-478D-B61F-5B323B1388BE}" dt="2024-08-29T22:38:54.501" v="643"/>
        <pc:sldMkLst>
          <pc:docMk/>
          <pc:sldMk cId="2292399609" sldId="660"/>
        </pc:sldMkLst>
        <pc:picChg chg="add mod">
          <ac:chgData name="Mengmeng Ge" userId="bb5bc401-97cb-4caf-9857-8ff441375414" providerId="ADAL" clId="{0B288503-FC96-478D-B61F-5B323B1388BE}" dt="2024-08-29T22:36:20.994" v="639" actId="1076"/>
          <ac:picMkLst>
            <pc:docMk/>
            <pc:sldMk cId="2292399609" sldId="660"/>
            <ac:picMk id="3074" creationId="{5F0143BA-FF34-CB54-66F9-C6D9D5489A6F}"/>
          </ac:picMkLst>
        </pc:picChg>
        <pc:picChg chg="add mod">
          <ac:chgData name="Mengmeng Ge" userId="bb5bc401-97cb-4caf-9857-8ff441375414" providerId="ADAL" clId="{0B288503-FC96-478D-B61F-5B323B1388BE}" dt="2024-08-29T22:36:18.392" v="638" actId="1076"/>
          <ac:picMkLst>
            <pc:docMk/>
            <pc:sldMk cId="2292399609" sldId="660"/>
            <ac:picMk id="3075" creationId="{C700B332-6DCD-C610-1B93-7B9DE14C3F6E}"/>
          </ac:picMkLst>
        </pc:picChg>
      </pc:sldChg>
      <pc:sldChg chg="addSp delSp modSp new mod chgLayout modNotesTx">
        <pc:chgData name="Mengmeng Ge" userId="bb5bc401-97cb-4caf-9857-8ff441375414" providerId="ADAL" clId="{0B288503-FC96-478D-B61F-5B323B1388BE}" dt="2024-08-30T05:21:28.218" v="2443" actId="14100"/>
        <pc:sldMkLst>
          <pc:docMk/>
          <pc:sldMk cId="2579732287" sldId="661"/>
        </pc:sldMkLst>
        <pc:spChg chg="mod ord">
          <ac:chgData name="Mengmeng Ge" userId="bb5bc401-97cb-4caf-9857-8ff441375414" providerId="ADAL" clId="{0B288503-FC96-478D-B61F-5B323B1388BE}" dt="2024-08-30T01:04:37.247" v="1398" actId="700"/>
          <ac:spMkLst>
            <pc:docMk/>
            <pc:sldMk cId="2579732287" sldId="661"/>
            <ac:spMk id="2" creationId="{20ECACF6-0A8C-1B87-2535-BB5BC54F7E73}"/>
          </ac:spMkLst>
        </pc:spChg>
        <pc:spChg chg="del">
          <ac:chgData name="Mengmeng Ge" userId="bb5bc401-97cb-4caf-9857-8ff441375414" providerId="ADAL" clId="{0B288503-FC96-478D-B61F-5B323B1388BE}" dt="2024-08-30T00:57:09.593" v="1368"/>
          <ac:spMkLst>
            <pc:docMk/>
            <pc:sldMk cId="2579732287" sldId="661"/>
            <ac:spMk id="3" creationId="{8BB3C6C0-5317-9EA2-F3AC-B561D4177BE8}"/>
          </ac:spMkLst>
        </pc:spChg>
        <pc:spChg chg="mod ord">
          <ac:chgData name="Mengmeng Ge" userId="bb5bc401-97cb-4caf-9857-8ff441375414" providerId="ADAL" clId="{0B288503-FC96-478D-B61F-5B323B1388BE}" dt="2024-08-30T01:04:37.247" v="1398" actId="700"/>
          <ac:spMkLst>
            <pc:docMk/>
            <pc:sldMk cId="2579732287" sldId="661"/>
            <ac:spMk id="4" creationId="{8C01E736-FD5D-B3F5-E230-3F12FCB67CD2}"/>
          </ac:spMkLst>
        </pc:spChg>
        <pc:spChg chg="add del mod">
          <ac:chgData name="Mengmeng Ge" userId="bb5bc401-97cb-4caf-9857-8ff441375414" providerId="ADAL" clId="{0B288503-FC96-478D-B61F-5B323B1388BE}" dt="2024-08-30T01:04:33.906" v="1397" actId="478"/>
          <ac:spMkLst>
            <pc:docMk/>
            <pc:sldMk cId="2579732287" sldId="661"/>
            <ac:spMk id="5" creationId="{3CB151B2-C724-425C-5BE4-ED264A87619D}"/>
          </ac:spMkLst>
        </pc:spChg>
        <pc:spChg chg="add mod ord">
          <ac:chgData name="Mengmeng Ge" userId="bb5bc401-97cb-4caf-9857-8ff441375414" providerId="ADAL" clId="{0B288503-FC96-478D-B61F-5B323B1388BE}" dt="2024-08-30T05:21:28.218" v="2443" actId="14100"/>
          <ac:spMkLst>
            <pc:docMk/>
            <pc:sldMk cId="2579732287" sldId="661"/>
            <ac:spMk id="6" creationId="{4C486636-15B7-A855-4843-5AF908A98022}"/>
          </ac:spMkLst>
        </pc:spChg>
        <pc:spChg chg="add mod">
          <ac:chgData name="Mengmeng Ge" userId="bb5bc401-97cb-4caf-9857-8ff441375414" providerId="ADAL" clId="{0B288503-FC96-478D-B61F-5B323B1388BE}" dt="2024-08-30T01:07:36.273" v="1428"/>
          <ac:spMkLst>
            <pc:docMk/>
            <pc:sldMk cId="2579732287" sldId="661"/>
            <ac:spMk id="7" creationId="{F41558B9-88AE-9355-7B97-3E8B076BA2F5}"/>
          </ac:spMkLst>
        </pc:spChg>
        <pc:spChg chg="add mod">
          <ac:chgData name="Mengmeng Ge" userId="bb5bc401-97cb-4caf-9857-8ff441375414" providerId="ADAL" clId="{0B288503-FC96-478D-B61F-5B323B1388BE}" dt="2024-08-30T01:09:57.560" v="1433"/>
          <ac:spMkLst>
            <pc:docMk/>
            <pc:sldMk cId="2579732287" sldId="661"/>
            <ac:spMk id="8" creationId="{C9BDB6BF-0C28-CA0B-1613-C2DAAD497ED8}"/>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84FB07B-56D7-4FFB-BC99-96722EC41478}" type="doc">
      <dgm:prSet loTypeId="urn:microsoft.com/office/officeart/2005/8/layout/matrix3" loCatId="matrix" qsTypeId="urn:microsoft.com/office/officeart/2005/8/quickstyle/simple1" qsCatId="simple" csTypeId="urn:microsoft.com/office/officeart/2005/8/colors/accent1_2" csCatId="accent1" phldr="1"/>
      <dgm:spPr/>
      <dgm:t>
        <a:bodyPr/>
        <a:lstStyle/>
        <a:p>
          <a:endParaRPr lang="en-NZ"/>
        </a:p>
      </dgm:t>
    </dgm:pt>
    <dgm:pt modelId="{A799335E-6337-4700-AF15-9A8DD78A5FBD}">
      <dgm:prSet/>
      <dgm:spPr/>
      <dgm:t>
        <a:bodyPr/>
        <a:lstStyle/>
        <a:p>
          <a:r>
            <a:rPr lang="en-US" dirty="0">
              <a:solidFill>
                <a:schemeClr val="tx1"/>
              </a:solidFill>
            </a:rPr>
            <a:t>No connection establishment (which can add delay)</a:t>
          </a:r>
          <a:endParaRPr lang="en-NZ" dirty="0">
            <a:solidFill>
              <a:schemeClr val="tx1"/>
            </a:solidFill>
          </a:endParaRPr>
        </a:p>
      </dgm:t>
    </dgm:pt>
    <dgm:pt modelId="{65735CF1-55D3-4C59-AA6F-9D6733441F00}" type="parTrans" cxnId="{46B5F558-1189-4E59-8DAA-5EB0FF5FB5A7}">
      <dgm:prSet/>
      <dgm:spPr/>
      <dgm:t>
        <a:bodyPr/>
        <a:lstStyle/>
        <a:p>
          <a:endParaRPr lang="en-NZ"/>
        </a:p>
      </dgm:t>
    </dgm:pt>
    <dgm:pt modelId="{601E4253-DB04-4D84-8FDF-697DB9DF5F96}" type="sibTrans" cxnId="{46B5F558-1189-4E59-8DAA-5EB0FF5FB5A7}">
      <dgm:prSet/>
      <dgm:spPr/>
      <dgm:t>
        <a:bodyPr/>
        <a:lstStyle/>
        <a:p>
          <a:endParaRPr lang="en-NZ"/>
        </a:p>
      </dgm:t>
    </dgm:pt>
    <dgm:pt modelId="{D5A0AE95-4239-4AA8-A9A2-BC9EE1415F0F}">
      <dgm:prSet/>
      <dgm:spPr/>
      <dgm:t>
        <a:bodyPr/>
        <a:lstStyle/>
        <a:p>
          <a:r>
            <a:rPr lang="en-US" dirty="0">
              <a:solidFill>
                <a:schemeClr val="tx1"/>
              </a:solidFill>
            </a:rPr>
            <a:t>No connection state (</a:t>
          </a:r>
          <a:r>
            <a:rPr lang="en-GB" dirty="0">
              <a:solidFill>
                <a:schemeClr val="tx1"/>
              </a:solidFill>
            </a:rPr>
            <a:t>no allocation of buffers, parameters, sequence numbers, etc.</a:t>
          </a:r>
          <a:r>
            <a:rPr lang="en-US" dirty="0">
              <a:solidFill>
                <a:schemeClr val="tx1"/>
              </a:solidFill>
            </a:rPr>
            <a:t>)</a:t>
          </a:r>
          <a:endParaRPr lang="en-NZ" dirty="0">
            <a:solidFill>
              <a:schemeClr val="tx1"/>
            </a:solidFill>
          </a:endParaRPr>
        </a:p>
      </dgm:t>
    </dgm:pt>
    <dgm:pt modelId="{D2CA1E3A-E5DC-424C-979E-AD30BAD2FF23}" type="parTrans" cxnId="{15B983D8-BC00-4B52-8D19-DFE6500567A1}">
      <dgm:prSet/>
      <dgm:spPr/>
      <dgm:t>
        <a:bodyPr/>
        <a:lstStyle/>
        <a:p>
          <a:endParaRPr lang="en-NZ"/>
        </a:p>
      </dgm:t>
    </dgm:pt>
    <dgm:pt modelId="{4E7F7604-2DE7-4D93-A56B-092F19494895}" type="sibTrans" cxnId="{15B983D8-BC00-4B52-8D19-DFE6500567A1}">
      <dgm:prSet/>
      <dgm:spPr/>
      <dgm:t>
        <a:bodyPr/>
        <a:lstStyle/>
        <a:p>
          <a:endParaRPr lang="en-NZ"/>
        </a:p>
      </dgm:t>
    </dgm:pt>
    <dgm:pt modelId="{C26D42D0-8CD8-401F-BD2F-A0B981341554}">
      <dgm:prSet/>
      <dgm:spPr/>
      <dgm:t>
        <a:bodyPr/>
        <a:lstStyle/>
        <a:p>
          <a:r>
            <a:rPr lang="en-US" dirty="0">
              <a:solidFill>
                <a:schemeClr val="tx1"/>
              </a:solidFill>
            </a:rPr>
            <a:t>Small segment header overhead (8 bytes)</a:t>
          </a:r>
          <a:endParaRPr lang="en-NZ" dirty="0">
            <a:solidFill>
              <a:schemeClr val="tx1"/>
            </a:solidFill>
          </a:endParaRPr>
        </a:p>
      </dgm:t>
    </dgm:pt>
    <dgm:pt modelId="{6F492573-3DD0-4E0B-8EB5-DB22F8EB50CD}" type="parTrans" cxnId="{9F7A71A4-BEE5-47A7-BD68-D5C8A2390EA9}">
      <dgm:prSet/>
      <dgm:spPr/>
      <dgm:t>
        <a:bodyPr/>
        <a:lstStyle/>
        <a:p>
          <a:endParaRPr lang="en-NZ"/>
        </a:p>
      </dgm:t>
    </dgm:pt>
    <dgm:pt modelId="{6762EB21-F3C5-4FA5-8AE1-B77B6C3608F1}" type="sibTrans" cxnId="{9F7A71A4-BEE5-47A7-BD68-D5C8A2390EA9}">
      <dgm:prSet/>
      <dgm:spPr/>
      <dgm:t>
        <a:bodyPr/>
        <a:lstStyle/>
        <a:p>
          <a:endParaRPr lang="en-NZ"/>
        </a:p>
      </dgm:t>
    </dgm:pt>
    <dgm:pt modelId="{5775D6CA-05DC-401B-9681-45B7EF23CB3E}">
      <dgm:prSet/>
      <dgm:spPr/>
      <dgm:t>
        <a:bodyPr/>
        <a:lstStyle/>
        <a:p>
          <a:r>
            <a:rPr lang="en-GB" dirty="0">
              <a:solidFill>
                <a:schemeClr val="tx1"/>
              </a:solidFill>
            </a:rPr>
            <a:t>Finer application-level control over what data is sent, and when (n</a:t>
          </a:r>
          <a:r>
            <a:rPr lang="en-US" dirty="0">
              <a:solidFill>
                <a:schemeClr val="tx1"/>
              </a:solidFill>
            </a:rPr>
            <a:t>o congestion control)</a:t>
          </a:r>
          <a:endParaRPr lang="en-NZ" dirty="0">
            <a:solidFill>
              <a:schemeClr val="tx1"/>
            </a:solidFill>
          </a:endParaRPr>
        </a:p>
      </dgm:t>
    </dgm:pt>
    <dgm:pt modelId="{29C56746-DDAA-4DAA-900C-D9A2169DD527}" type="parTrans" cxnId="{9838BA53-39EC-429E-96DB-55183B7A9DC0}">
      <dgm:prSet/>
      <dgm:spPr/>
      <dgm:t>
        <a:bodyPr/>
        <a:lstStyle/>
        <a:p>
          <a:endParaRPr lang="en-NZ"/>
        </a:p>
      </dgm:t>
    </dgm:pt>
    <dgm:pt modelId="{3E13504D-2BA4-4895-9200-0285F9E39031}" type="sibTrans" cxnId="{9838BA53-39EC-429E-96DB-55183B7A9DC0}">
      <dgm:prSet/>
      <dgm:spPr/>
      <dgm:t>
        <a:bodyPr/>
        <a:lstStyle/>
        <a:p>
          <a:endParaRPr lang="en-NZ"/>
        </a:p>
      </dgm:t>
    </dgm:pt>
    <dgm:pt modelId="{9F378E60-BD07-4E42-9105-05694284F6FF}" type="pres">
      <dgm:prSet presAssocID="{C84FB07B-56D7-4FFB-BC99-96722EC41478}" presName="matrix" presStyleCnt="0">
        <dgm:presLayoutVars>
          <dgm:chMax val="1"/>
          <dgm:dir/>
          <dgm:resizeHandles val="exact"/>
        </dgm:presLayoutVars>
      </dgm:prSet>
      <dgm:spPr/>
    </dgm:pt>
    <dgm:pt modelId="{FBC6D7A7-1295-433A-833E-E88BCE75C68B}" type="pres">
      <dgm:prSet presAssocID="{C84FB07B-56D7-4FFB-BC99-96722EC41478}" presName="diamond" presStyleLbl="bgShp" presStyleIdx="0" presStyleCnt="1" custScaleX="117391"/>
      <dgm:spPr/>
    </dgm:pt>
    <dgm:pt modelId="{A87563D1-6E1A-4CAB-9824-BDDEA50B1B9C}" type="pres">
      <dgm:prSet presAssocID="{C84FB07B-56D7-4FFB-BC99-96722EC41478}" presName="quad1" presStyleLbl="node1" presStyleIdx="0" presStyleCnt="4">
        <dgm:presLayoutVars>
          <dgm:chMax val="0"/>
          <dgm:chPref val="0"/>
          <dgm:bulletEnabled val="1"/>
        </dgm:presLayoutVars>
      </dgm:prSet>
      <dgm:spPr/>
    </dgm:pt>
    <dgm:pt modelId="{95CF4E70-DC7C-4F2A-996E-8C8BCC7AF57B}" type="pres">
      <dgm:prSet presAssocID="{C84FB07B-56D7-4FFB-BC99-96722EC41478}" presName="quad2" presStyleLbl="node1" presStyleIdx="1" presStyleCnt="4">
        <dgm:presLayoutVars>
          <dgm:chMax val="0"/>
          <dgm:chPref val="0"/>
          <dgm:bulletEnabled val="1"/>
        </dgm:presLayoutVars>
      </dgm:prSet>
      <dgm:spPr/>
    </dgm:pt>
    <dgm:pt modelId="{34C5FD34-5BCA-4177-B2BD-A6F3FADE43C6}" type="pres">
      <dgm:prSet presAssocID="{C84FB07B-56D7-4FFB-BC99-96722EC41478}" presName="quad3" presStyleLbl="node1" presStyleIdx="2" presStyleCnt="4">
        <dgm:presLayoutVars>
          <dgm:chMax val="0"/>
          <dgm:chPref val="0"/>
          <dgm:bulletEnabled val="1"/>
        </dgm:presLayoutVars>
      </dgm:prSet>
      <dgm:spPr/>
    </dgm:pt>
    <dgm:pt modelId="{ABF28A72-79C9-4444-98C0-6F2D0AAB8116}" type="pres">
      <dgm:prSet presAssocID="{C84FB07B-56D7-4FFB-BC99-96722EC41478}" presName="quad4" presStyleLbl="node1" presStyleIdx="3" presStyleCnt="4">
        <dgm:presLayoutVars>
          <dgm:chMax val="0"/>
          <dgm:chPref val="0"/>
          <dgm:bulletEnabled val="1"/>
        </dgm:presLayoutVars>
      </dgm:prSet>
      <dgm:spPr/>
    </dgm:pt>
  </dgm:ptLst>
  <dgm:cxnLst>
    <dgm:cxn modelId="{7225F900-4A16-4444-A9F2-CBB37474F756}" type="presOf" srcId="{5775D6CA-05DC-401B-9681-45B7EF23CB3E}" destId="{ABF28A72-79C9-4444-98C0-6F2D0AAB8116}" srcOrd="0" destOrd="0" presId="urn:microsoft.com/office/officeart/2005/8/layout/matrix3"/>
    <dgm:cxn modelId="{14A4CF39-9D2E-4B59-A6E1-54611FA04998}" type="presOf" srcId="{C26D42D0-8CD8-401F-BD2F-A0B981341554}" destId="{34C5FD34-5BCA-4177-B2BD-A6F3FADE43C6}" srcOrd="0" destOrd="0" presId="urn:microsoft.com/office/officeart/2005/8/layout/matrix3"/>
    <dgm:cxn modelId="{9838BA53-39EC-429E-96DB-55183B7A9DC0}" srcId="{C84FB07B-56D7-4FFB-BC99-96722EC41478}" destId="{5775D6CA-05DC-401B-9681-45B7EF23CB3E}" srcOrd="3" destOrd="0" parTransId="{29C56746-DDAA-4DAA-900C-D9A2169DD527}" sibTransId="{3E13504D-2BA4-4895-9200-0285F9E39031}"/>
    <dgm:cxn modelId="{46B5F558-1189-4E59-8DAA-5EB0FF5FB5A7}" srcId="{C84FB07B-56D7-4FFB-BC99-96722EC41478}" destId="{A799335E-6337-4700-AF15-9A8DD78A5FBD}" srcOrd="0" destOrd="0" parTransId="{65735CF1-55D3-4C59-AA6F-9D6733441F00}" sibTransId="{601E4253-DB04-4D84-8FDF-697DB9DF5F96}"/>
    <dgm:cxn modelId="{9F7A71A4-BEE5-47A7-BD68-D5C8A2390EA9}" srcId="{C84FB07B-56D7-4FFB-BC99-96722EC41478}" destId="{C26D42D0-8CD8-401F-BD2F-A0B981341554}" srcOrd="2" destOrd="0" parTransId="{6F492573-3DD0-4E0B-8EB5-DB22F8EB50CD}" sibTransId="{6762EB21-F3C5-4FA5-8AE1-B77B6C3608F1}"/>
    <dgm:cxn modelId="{050EC8CD-B053-45C9-BBA0-4DA972455BA0}" type="presOf" srcId="{C84FB07B-56D7-4FFB-BC99-96722EC41478}" destId="{9F378E60-BD07-4E42-9105-05694284F6FF}" srcOrd="0" destOrd="0" presId="urn:microsoft.com/office/officeart/2005/8/layout/matrix3"/>
    <dgm:cxn modelId="{222512D8-2A68-474B-8562-77F4BE2BE74F}" type="presOf" srcId="{D5A0AE95-4239-4AA8-A9A2-BC9EE1415F0F}" destId="{95CF4E70-DC7C-4F2A-996E-8C8BCC7AF57B}" srcOrd="0" destOrd="0" presId="urn:microsoft.com/office/officeart/2005/8/layout/matrix3"/>
    <dgm:cxn modelId="{15B983D8-BC00-4B52-8D19-DFE6500567A1}" srcId="{C84FB07B-56D7-4FFB-BC99-96722EC41478}" destId="{D5A0AE95-4239-4AA8-A9A2-BC9EE1415F0F}" srcOrd="1" destOrd="0" parTransId="{D2CA1E3A-E5DC-424C-979E-AD30BAD2FF23}" sibTransId="{4E7F7604-2DE7-4D93-A56B-092F19494895}"/>
    <dgm:cxn modelId="{C4466BE5-BA1C-43C5-85C9-01CBADB16F08}" type="presOf" srcId="{A799335E-6337-4700-AF15-9A8DD78A5FBD}" destId="{A87563D1-6E1A-4CAB-9824-BDDEA50B1B9C}" srcOrd="0" destOrd="0" presId="urn:microsoft.com/office/officeart/2005/8/layout/matrix3"/>
    <dgm:cxn modelId="{B9D7E667-9E5C-4ACD-B984-848211081157}" type="presParOf" srcId="{9F378E60-BD07-4E42-9105-05694284F6FF}" destId="{FBC6D7A7-1295-433A-833E-E88BCE75C68B}" srcOrd="0" destOrd="0" presId="urn:microsoft.com/office/officeart/2005/8/layout/matrix3"/>
    <dgm:cxn modelId="{4A0A2822-6DA6-4924-9064-74CA929A78B4}" type="presParOf" srcId="{9F378E60-BD07-4E42-9105-05694284F6FF}" destId="{A87563D1-6E1A-4CAB-9824-BDDEA50B1B9C}" srcOrd="1" destOrd="0" presId="urn:microsoft.com/office/officeart/2005/8/layout/matrix3"/>
    <dgm:cxn modelId="{91370E85-5C3C-4C37-9703-EE5ED018550C}" type="presParOf" srcId="{9F378E60-BD07-4E42-9105-05694284F6FF}" destId="{95CF4E70-DC7C-4F2A-996E-8C8BCC7AF57B}" srcOrd="2" destOrd="0" presId="urn:microsoft.com/office/officeart/2005/8/layout/matrix3"/>
    <dgm:cxn modelId="{4AF194CF-0B2F-4CAC-8261-382727C80C7E}" type="presParOf" srcId="{9F378E60-BD07-4E42-9105-05694284F6FF}" destId="{34C5FD34-5BCA-4177-B2BD-A6F3FADE43C6}" srcOrd="3" destOrd="0" presId="urn:microsoft.com/office/officeart/2005/8/layout/matrix3"/>
    <dgm:cxn modelId="{E8B431F2-CC48-4A24-B30C-6F1782161EBE}" type="presParOf" srcId="{9F378E60-BD07-4E42-9105-05694284F6FF}" destId="{ABF28A72-79C9-4444-98C0-6F2D0AAB8116}"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3A9C8A7-10B8-4566-9C74-F84A243E914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NZ"/>
        </a:p>
      </dgm:t>
    </dgm:pt>
    <dgm:pt modelId="{368E4E29-6CDB-40F7-8ADF-4F40F1817E41}">
      <dgm:prSet/>
      <dgm:spPr/>
      <dgm:t>
        <a:bodyPr/>
        <a:lstStyle/>
        <a:p>
          <a:r>
            <a:rPr lang="en-US" dirty="0">
              <a:solidFill>
                <a:schemeClr val="tx1">
                  <a:lumMod val="75000"/>
                  <a:lumOff val="25000"/>
                </a:schemeClr>
              </a:solidFill>
            </a:rPr>
            <a:t>Network-assisted congestion control</a:t>
          </a:r>
          <a:endParaRPr lang="en-NZ" dirty="0">
            <a:solidFill>
              <a:schemeClr val="tx1">
                <a:lumMod val="75000"/>
                <a:lumOff val="25000"/>
              </a:schemeClr>
            </a:solidFill>
          </a:endParaRPr>
        </a:p>
      </dgm:t>
    </dgm:pt>
    <dgm:pt modelId="{8E18DF6F-683E-4FBD-9D84-9FCDA5F99F54}" type="parTrans" cxnId="{844DC152-AD4C-43F4-A6A1-33234683F3B4}">
      <dgm:prSet/>
      <dgm:spPr/>
      <dgm:t>
        <a:bodyPr/>
        <a:lstStyle/>
        <a:p>
          <a:endParaRPr lang="en-NZ"/>
        </a:p>
      </dgm:t>
    </dgm:pt>
    <dgm:pt modelId="{4E8E0F3B-216B-426D-B77B-C5D508D3E5F2}" type="sibTrans" cxnId="{844DC152-AD4C-43F4-A6A1-33234683F3B4}">
      <dgm:prSet/>
      <dgm:spPr/>
      <dgm:t>
        <a:bodyPr/>
        <a:lstStyle/>
        <a:p>
          <a:endParaRPr lang="en-NZ"/>
        </a:p>
      </dgm:t>
    </dgm:pt>
    <dgm:pt modelId="{39D80C46-FEB5-4399-B497-A2DDC5AA5C17}">
      <dgm:prSet/>
      <dgm:spPr/>
      <dgm:t>
        <a:bodyPr/>
        <a:lstStyle/>
        <a:p>
          <a:r>
            <a:rPr lang="en-US" dirty="0"/>
            <a:t>Routers provide feedback to the end systems, such as a single bit indicating congestion at a link, the explicit transmission rate supported on an outgoing link</a:t>
          </a:r>
          <a:endParaRPr lang="en-NZ" dirty="0"/>
        </a:p>
      </dgm:t>
    </dgm:pt>
    <dgm:pt modelId="{6BDE58D3-B377-4C22-AA0B-015D9F61BDE2}" type="parTrans" cxnId="{300D1263-DE3A-4CE0-AAF7-5777EAE9C497}">
      <dgm:prSet/>
      <dgm:spPr/>
      <dgm:t>
        <a:bodyPr/>
        <a:lstStyle/>
        <a:p>
          <a:endParaRPr lang="en-NZ"/>
        </a:p>
      </dgm:t>
    </dgm:pt>
    <dgm:pt modelId="{C1F779DF-C6F3-4A5B-AC97-526BBB09AADE}" type="sibTrans" cxnId="{300D1263-DE3A-4CE0-AAF7-5777EAE9C497}">
      <dgm:prSet/>
      <dgm:spPr/>
      <dgm:t>
        <a:bodyPr/>
        <a:lstStyle/>
        <a:p>
          <a:endParaRPr lang="en-NZ"/>
        </a:p>
      </dgm:t>
    </dgm:pt>
    <dgm:pt modelId="{472C3C9D-27FE-4CD1-8272-7F9A511EF3B6}">
      <dgm:prSet/>
      <dgm:spPr/>
      <dgm:t>
        <a:bodyPr/>
        <a:lstStyle/>
        <a:p>
          <a:r>
            <a:rPr lang="en-US" dirty="0">
              <a:solidFill>
                <a:schemeClr val="tx1">
                  <a:lumMod val="75000"/>
                  <a:lumOff val="25000"/>
                </a:schemeClr>
              </a:solidFill>
            </a:rPr>
            <a:t>End-to-end congestion control</a:t>
          </a:r>
          <a:endParaRPr lang="en-NZ" dirty="0">
            <a:solidFill>
              <a:schemeClr val="tx1">
                <a:lumMod val="75000"/>
                <a:lumOff val="25000"/>
              </a:schemeClr>
            </a:solidFill>
          </a:endParaRPr>
        </a:p>
      </dgm:t>
    </dgm:pt>
    <dgm:pt modelId="{6283A813-52C6-49FD-B57B-4862517AED1A}" type="parTrans" cxnId="{6E5441D5-2BDB-458E-A934-831D705E0908}">
      <dgm:prSet/>
      <dgm:spPr/>
      <dgm:t>
        <a:bodyPr/>
        <a:lstStyle/>
        <a:p>
          <a:endParaRPr lang="en-NZ"/>
        </a:p>
      </dgm:t>
    </dgm:pt>
    <dgm:pt modelId="{3834DA53-D805-416E-8E8D-7668D5303B9C}" type="sibTrans" cxnId="{6E5441D5-2BDB-458E-A934-831D705E0908}">
      <dgm:prSet/>
      <dgm:spPr/>
      <dgm:t>
        <a:bodyPr/>
        <a:lstStyle/>
        <a:p>
          <a:endParaRPr lang="en-NZ"/>
        </a:p>
      </dgm:t>
    </dgm:pt>
    <dgm:pt modelId="{1BC5A9CD-C5B6-48B3-BC0F-BE80A71BB990}">
      <dgm:prSet/>
      <dgm:spPr/>
      <dgm:t>
        <a:bodyPr/>
        <a:lstStyle/>
        <a:p>
          <a:r>
            <a:rPr lang="en-US"/>
            <a:t>No explicit support from the network layer </a:t>
          </a:r>
          <a:endParaRPr lang="en-NZ"/>
        </a:p>
      </dgm:t>
    </dgm:pt>
    <dgm:pt modelId="{D67C2BC5-4946-4D14-8E24-12BF3D9B4BA4}" type="parTrans" cxnId="{63FBC77C-90CB-4450-8DA5-1EA35DF6379C}">
      <dgm:prSet/>
      <dgm:spPr/>
      <dgm:t>
        <a:bodyPr/>
        <a:lstStyle/>
        <a:p>
          <a:endParaRPr lang="en-NZ"/>
        </a:p>
      </dgm:t>
    </dgm:pt>
    <dgm:pt modelId="{7C3F2FFC-B72E-426E-BBA2-FB788ACB7151}" type="sibTrans" cxnId="{63FBC77C-90CB-4450-8DA5-1EA35DF6379C}">
      <dgm:prSet/>
      <dgm:spPr/>
      <dgm:t>
        <a:bodyPr/>
        <a:lstStyle/>
        <a:p>
          <a:endParaRPr lang="en-NZ"/>
        </a:p>
      </dgm:t>
    </dgm:pt>
    <dgm:pt modelId="{EA31BF00-85F5-42D1-8C02-6EF1D843CF5D}">
      <dgm:prSet/>
      <dgm:spPr/>
      <dgm:t>
        <a:bodyPr/>
        <a:lstStyle/>
        <a:p>
          <a:r>
            <a:rPr lang="en-US" dirty="0"/>
            <a:t>Congestion inferred by the end-systems based on observed packet loss and delay</a:t>
          </a:r>
          <a:endParaRPr lang="en-NZ" dirty="0"/>
        </a:p>
      </dgm:t>
    </dgm:pt>
    <dgm:pt modelId="{7FDA94D9-519A-4CC4-A500-A804A2E63F27}" type="parTrans" cxnId="{F46F48EE-8434-4780-A161-83C11B1A5068}">
      <dgm:prSet/>
      <dgm:spPr/>
      <dgm:t>
        <a:bodyPr/>
        <a:lstStyle/>
        <a:p>
          <a:endParaRPr lang="en-NZ"/>
        </a:p>
      </dgm:t>
    </dgm:pt>
    <dgm:pt modelId="{737FA182-753B-4229-A214-BA7AE9262225}" type="sibTrans" cxnId="{F46F48EE-8434-4780-A161-83C11B1A5068}">
      <dgm:prSet/>
      <dgm:spPr/>
      <dgm:t>
        <a:bodyPr/>
        <a:lstStyle/>
        <a:p>
          <a:endParaRPr lang="en-NZ"/>
        </a:p>
      </dgm:t>
    </dgm:pt>
    <dgm:pt modelId="{66411EF7-85BC-4C6F-A06B-B1A2DCC8AB73}" type="pres">
      <dgm:prSet presAssocID="{23A9C8A7-10B8-4566-9C74-F84A243E9144}" presName="linear" presStyleCnt="0">
        <dgm:presLayoutVars>
          <dgm:animLvl val="lvl"/>
          <dgm:resizeHandles val="exact"/>
        </dgm:presLayoutVars>
      </dgm:prSet>
      <dgm:spPr/>
    </dgm:pt>
    <dgm:pt modelId="{CB7E4DDC-6611-4B04-B1F8-32F30DD5EC05}" type="pres">
      <dgm:prSet presAssocID="{368E4E29-6CDB-40F7-8ADF-4F40F1817E41}" presName="parentText" presStyleLbl="node1" presStyleIdx="0" presStyleCnt="2">
        <dgm:presLayoutVars>
          <dgm:chMax val="0"/>
          <dgm:bulletEnabled val="1"/>
        </dgm:presLayoutVars>
      </dgm:prSet>
      <dgm:spPr/>
    </dgm:pt>
    <dgm:pt modelId="{F5B14ACB-6C86-4904-BA08-B564AF474F22}" type="pres">
      <dgm:prSet presAssocID="{368E4E29-6CDB-40F7-8ADF-4F40F1817E41}" presName="childText" presStyleLbl="revTx" presStyleIdx="0" presStyleCnt="2">
        <dgm:presLayoutVars>
          <dgm:bulletEnabled val="1"/>
        </dgm:presLayoutVars>
      </dgm:prSet>
      <dgm:spPr/>
    </dgm:pt>
    <dgm:pt modelId="{6C938362-72DC-4A23-831D-F735D8544637}" type="pres">
      <dgm:prSet presAssocID="{472C3C9D-27FE-4CD1-8272-7F9A511EF3B6}" presName="parentText" presStyleLbl="node1" presStyleIdx="1" presStyleCnt="2">
        <dgm:presLayoutVars>
          <dgm:chMax val="0"/>
          <dgm:bulletEnabled val="1"/>
        </dgm:presLayoutVars>
      </dgm:prSet>
      <dgm:spPr/>
    </dgm:pt>
    <dgm:pt modelId="{3DFCF9A3-9878-4274-BA99-FFCCA91E14DD}" type="pres">
      <dgm:prSet presAssocID="{472C3C9D-27FE-4CD1-8272-7F9A511EF3B6}" presName="childText" presStyleLbl="revTx" presStyleIdx="1" presStyleCnt="2">
        <dgm:presLayoutVars>
          <dgm:bulletEnabled val="1"/>
        </dgm:presLayoutVars>
      </dgm:prSet>
      <dgm:spPr/>
    </dgm:pt>
  </dgm:ptLst>
  <dgm:cxnLst>
    <dgm:cxn modelId="{4EEE1827-9EDB-4C4B-A6F0-FEE01A2D27F1}" type="presOf" srcId="{472C3C9D-27FE-4CD1-8272-7F9A511EF3B6}" destId="{6C938362-72DC-4A23-831D-F735D8544637}" srcOrd="0" destOrd="0" presId="urn:microsoft.com/office/officeart/2005/8/layout/vList2"/>
    <dgm:cxn modelId="{14B59727-7F6E-44C7-AF6E-CC122F0CD6B9}" type="presOf" srcId="{368E4E29-6CDB-40F7-8ADF-4F40F1817E41}" destId="{CB7E4DDC-6611-4B04-B1F8-32F30DD5EC05}" srcOrd="0" destOrd="0" presId="urn:microsoft.com/office/officeart/2005/8/layout/vList2"/>
    <dgm:cxn modelId="{44990533-3BC0-403B-888F-9181FCEC7B4B}" type="presOf" srcId="{39D80C46-FEB5-4399-B497-A2DDC5AA5C17}" destId="{F5B14ACB-6C86-4904-BA08-B564AF474F22}" srcOrd="0" destOrd="0" presId="urn:microsoft.com/office/officeart/2005/8/layout/vList2"/>
    <dgm:cxn modelId="{D87F1A3B-6E41-4899-B4A8-19F5B7A912A7}" type="presOf" srcId="{1BC5A9CD-C5B6-48B3-BC0F-BE80A71BB990}" destId="{3DFCF9A3-9878-4274-BA99-FFCCA91E14DD}" srcOrd="0" destOrd="0" presId="urn:microsoft.com/office/officeart/2005/8/layout/vList2"/>
    <dgm:cxn modelId="{844DC152-AD4C-43F4-A6A1-33234683F3B4}" srcId="{23A9C8A7-10B8-4566-9C74-F84A243E9144}" destId="{368E4E29-6CDB-40F7-8ADF-4F40F1817E41}" srcOrd="0" destOrd="0" parTransId="{8E18DF6F-683E-4FBD-9D84-9FCDA5F99F54}" sibTransId="{4E8E0F3B-216B-426D-B77B-C5D508D3E5F2}"/>
    <dgm:cxn modelId="{300D1263-DE3A-4CE0-AAF7-5777EAE9C497}" srcId="{368E4E29-6CDB-40F7-8ADF-4F40F1817E41}" destId="{39D80C46-FEB5-4399-B497-A2DDC5AA5C17}" srcOrd="0" destOrd="0" parTransId="{6BDE58D3-B377-4C22-AA0B-015D9F61BDE2}" sibTransId="{C1F779DF-C6F3-4A5B-AC97-526BBB09AADE}"/>
    <dgm:cxn modelId="{63FBC77C-90CB-4450-8DA5-1EA35DF6379C}" srcId="{472C3C9D-27FE-4CD1-8272-7F9A511EF3B6}" destId="{1BC5A9CD-C5B6-48B3-BC0F-BE80A71BB990}" srcOrd="0" destOrd="0" parTransId="{D67C2BC5-4946-4D14-8E24-12BF3D9B4BA4}" sibTransId="{7C3F2FFC-B72E-426E-BBA2-FB788ACB7151}"/>
    <dgm:cxn modelId="{45860DD3-63C2-4A22-A475-5FDE367F9C2C}" type="presOf" srcId="{EA31BF00-85F5-42D1-8C02-6EF1D843CF5D}" destId="{3DFCF9A3-9878-4274-BA99-FFCCA91E14DD}" srcOrd="0" destOrd="1" presId="urn:microsoft.com/office/officeart/2005/8/layout/vList2"/>
    <dgm:cxn modelId="{6E5441D5-2BDB-458E-A934-831D705E0908}" srcId="{23A9C8A7-10B8-4566-9C74-F84A243E9144}" destId="{472C3C9D-27FE-4CD1-8272-7F9A511EF3B6}" srcOrd="1" destOrd="0" parTransId="{6283A813-52C6-49FD-B57B-4862517AED1A}" sibTransId="{3834DA53-D805-416E-8E8D-7668D5303B9C}"/>
    <dgm:cxn modelId="{655D54D8-551D-4F73-A100-52F2913AB265}" type="presOf" srcId="{23A9C8A7-10B8-4566-9C74-F84A243E9144}" destId="{66411EF7-85BC-4C6F-A06B-B1A2DCC8AB73}" srcOrd="0" destOrd="0" presId="urn:microsoft.com/office/officeart/2005/8/layout/vList2"/>
    <dgm:cxn modelId="{F46F48EE-8434-4780-A161-83C11B1A5068}" srcId="{472C3C9D-27FE-4CD1-8272-7F9A511EF3B6}" destId="{EA31BF00-85F5-42D1-8C02-6EF1D843CF5D}" srcOrd="1" destOrd="0" parTransId="{7FDA94D9-519A-4CC4-A500-A804A2E63F27}" sibTransId="{737FA182-753B-4229-A214-BA7AE9262225}"/>
    <dgm:cxn modelId="{C135B83A-CFB0-4268-A61B-6FD825BA500F}" type="presParOf" srcId="{66411EF7-85BC-4C6F-A06B-B1A2DCC8AB73}" destId="{CB7E4DDC-6611-4B04-B1F8-32F30DD5EC05}" srcOrd="0" destOrd="0" presId="urn:microsoft.com/office/officeart/2005/8/layout/vList2"/>
    <dgm:cxn modelId="{016B809A-4D4E-40DC-BE80-101F41E55A50}" type="presParOf" srcId="{66411EF7-85BC-4C6F-A06B-B1A2DCC8AB73}" destId="{F5B14ACB-6C86-4904-BA08-B564AF474F22}" srcOrd="1" destOrd="0" presId="urn:microsoft.com/office/officeart/2005/8/layout/vList2"/>
    <dgm:cxn modelId="{0376D1F8-A90D-49B3-A59A-1093CC63C78F}" type="presParOf" srcId="{66411EF7-85BC-4C6F-A06B-B1A2DCC8AB73}" destId="{6C938362-72DC-4A23-831D-F735D8544637}" srcOrd="2" destOrd="0" presId="urn:microsoft.com/office/officeart/2005/8/layout/vList2"/>
    <dgm:cxn modelId="{09886185-2CCA-4A17-BBB0-4388A36DC2BA}" type="presParOf" srcId="{66411EF7-85BC-4C6F-A06B-B1A2DCC8AB73}" destId="{3DFCF9A3-9878-4274-BA99-FFCCA91E14DD}"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69496C9-6FE2-4D46-BF0F-2610F29ED498}" type="doc">
      <dgm:prSet loTypeId="urn:microsoft.com/office/officeart/2008/layout/AlternatingHexagons" loCatId="list" qsTypeId="urn:microsoft.com/office/officeart/2005/8/quickstyle/simple1" qsCatId="simple" csTypeId="urn:microsoft.com/office/officeart/2005/8/colors/accent1_2" csCatId="accent1" phldr="1"/>
      <dgm:spPr/>
      <dgm:t>
        <a:bodyPr/>
        <a:lstStyle/>
        <a:p>
          <a:endParaRPr lang="en-NZ"/>
        </a:p>
      </dgm:t>
    </dgm:pt>
    <dgm:pt modelId="{377C2125-B5A6-426E-BFAC-758DA2499648}">
      <dgm:prSet phldrT="[Text]" custT="1"/>
      <dgm:spPr>
        <a:solidFill>
          <a:schemeClr val="accent2">
            <a:lumMod val="40000"/>
            <a:lumOff val="60000"/>
          </a:schemeClr>
        </a:solidFill>
      </dgm:spPr>
      <dgm:t>
        <a:bodyPr/>
        <a:lstStyle/>
        <a:p>
          <a:r>
            <a:rPr lang="en-NZ" sz="1800" dirty="0">
              <a:solidFill>
                <a:schemeClr val="tx1"/>
              </a:solidFill>
            </a:rPr>
            <a:t>Slow start</a:t>
          </a:r>
        </a:p>
      </dgm:t>
    </dgm:pt>
    <dgm:pt modelId="{475C0F72-12B0-407E-9291-7EBDBDDF5A3F}" type="parTrans" cxnId="{B5AE21EA-0EEB-42C5-953A-4AAA3E658A8E}">
      <dgm:prSet/>
      <dgm:spPr/>
      <dgm:t>
        <a:bodyPr/>
        <a:lstStyle/>
        <a:p>
          <a:endParaRPr lang="en-NZ"/>
        </a:p>
      </dgm:t>
    </dgm:pt>
    <dgm:pt modelId="{C2967020-EFE1-46D2-ABDE-1DBA66E853C8}" type="sibTrans" cxnId="{B5AE21EA-0EEB-42C5-953A-4AAA3E658A8E}">
      <dgm:prSet custT="1"/>
      <dgm:spPr/>
      <dgm:t>
        <a:bodyPr/>
        <a:lstStyle/>
        <a:p>
          <a:r>
            <a:rPr lang="en-NZ" sz="1800" dirty="0">
              <a:solidFill>
                <a:schemeClr val="tx1"/>
              </a:solidFill>
            </a:rPr>
            <a:t>Additive-Increase, Multiplicative-Decrease (AIMD)</a:t>
          </a:r>
        </a:p>
      </dgm:t>
    </dgm:pt>
    <dgm:pt modelId="{400E45BE-B40A-4B2A-8B27-FB6C8E2112D0}">
      <dgm:prSet phldrT="[Text]" custT="1"/>
      <dgm:spPr>
        <a:solidFill>
          <a:srgbClr val="FFC000"/>
        </a:solidFill>
      </dgm:spPr>
      <dgm:t>
        <a:bodyPr/>
        <a:lstStyle/>
        <a:p>
          <a:r>
            <a:rPr lang="en-NZ" sz="1800">
              <a:solidFill>
                <a:schemeClr val="tx1"/>
              </a:solidFill>
            </a:rPr>
            <a:t>Reaction to timeout events</a:t>
          </a:r>
          <a:endParaRPr lang="en-NZ" sz="1800" dirty="0">
            <a:solidFill>
              <a:schemeClr val="tx1"/>
            </a:solidFill>
          </a:endParaRPr>
        </a:p>
      </dgm:t>
    </dgm:pt>
    <dgm:pt modelId="{D891B01D-E009-46A3-9D3B-6B13AF57563D}" type="parTrans" cxnId="{4E931F81-5328-450B-BB6D-3E4A85643B08}">
      <dgm:prSet/>
      <dgm:spPr/>
      <dgm:t>
        <a:bodyPr/>
        <a:lstStyle/>
        <a:p>
          <a:endParaRPr lang="en-NZ"/>
        </a:p>
      </dgm:t>
    </dgm:pt>
    <dgm:pt modelId="{0A8D40BA-DA97-4E38-AEB3-C136C125510A}" type="sibTrans" cxnId="{4E931F81-5328-450B-BB6D-3E4A85643B08}">
      <dgm:prSet/>
      <dgm:spPr>
        <a:noFill/>
        <a:ln>
          <a:noFill/>
        </a:ln>
      </dgm:spPr>
      <dgm:t>
        <a:bodyPr/>
        <a:lstStyle/>
        <a:p>
          <a:endParaRPr lang="en-NZ"/>
        </a:p>
      </dgm:t>
    </dgm:pt>
    <dgm:pt modelId="{BF3131F5-6D19-4127-88B6-C961E09F9135}" type="pres">
      <dgm:prSet presAssocID="{769496C9-6FE2-4D46-BF0F-2610F29ED498}" presName="Name0" presStyleCnt="0">
        <dgm:presLayoutVars>
          <dgm:chMax/>
          <dgm:chPref/>
          <dgm:dir/>
          <dgm:animLvl val="lvl"/>
        </dgm:presLayoutVars>
      </dgm:prSet>
      <dgm:spPr/>
    </dgm:pt>
    <dgm:pt modelId="{8CF979F1-A52B-4173-8551-E84E01982D6B}" type="pres">
      <dgm:prSet presAssocID="{377C2125-B5A6-426E-BFAC-758DA2499648}" presName="composite" presStyleCnt="0"/>
      <dgm:spPr/>
    </dgm:pt>
    <dgm:pt modelId="{AFA72D6E-108F-40F7-A6F9-9D185E38DFC6}" type="pres">
      <dgm:prSet presAssocID="{377C2125-B5A6-426E-BFAC-758DA2499648}" presName="Parent1" presStyleLbl="node1" presStyleIdx="0" presStyleCnt="4">
        <dgm:presLayoutVars>
          <dgm:chMax val="1"/>
          <dgm:chPref val="1"/>
          <dgm:bulletEnabled val="1"/>
        </dgm:presLayoutVars>
      </dgm:prSet>
      <dgm:spPr/>
    </dgm:pt>
    <dgm:pt modelId="{F4B711DF-1FAA-4789-9003-2FD98BC36201}" type="pres">
      <dgm:prSet presAssocID="{377C2125-B5A6-426E-BFAC-758DA2499648}" presName="Childtext1" presStyleLbl="revTx" presStyleIdx="0" presStyleCnt="2">
        <dgm:presLayoutVars>
          <dgm:chMax val="0"/>
          <dgm:chPref val="0"/>
          <dgm:bulletEnabled val="1"/>
        </dgm:presLayoutVars>
      </dgm:prSet>
      <dgm:spPr/>
    </dgm:pt>
    <dgm:pt modelId="{968E5BCC-0942-4E66-850D-49088872ECD3}" type="pres">
      <dgm:prSet presAssocID="{377C2125-B5A6-426E-BFAC-758DA2499648}" presName="BalanceSpacing" presStyleCnt="0"/>
      <dgm:spPr/>
    </dgm:pt>
    <dgm:pt modelId="{47390CB8-17BC-41CE-9CC2-57528F2494EA}" type="pres">
      <dgm:prSet presAssocID="{377C2125-B5A6-426E-BFAC-758DA2499648}" presName="BalanceSpacing1" presStyleCnt="0"/>
      <dgm:spPr/>
    </dgm:pt>
    <dgm:pt modelId="{38372391-F07E-4097-BB38-B1244D02D8CC}" type="pres">
      <dgm:prSet presAssocID="{C2967020-EFE1-46D2-ABDE-1DBA66E853C8}" presName="Accent1Text" presStyleLbl="node1" presStyleIdx="1" presStyleCnt="4"/>
      <dgm:spPr/>
    </dgm:pt>
    <dgm:pt modelId="{3CC690AF-2746-448A-8A9E-590E1E3F58E0}" type="pres">
      <dgm:prSet presAssocID="{C2967020-EFE1-46D2-ABDE-1DBA66E853C8}" presName="spaceBetweenRectangles" presStyleCnt="0"/>
      <dgm:spPr/>
    </dgm:pt>
    <dgm:pt modelId="{ED5078E7-8BE7-43B7-9A28-8EAD23366A9F}" type="pres">
      <dgm:prSet presAssocID="{400E45BE-B40A-4B2A-8B27-FB6C8E2112D0}" presName="composite" presStyleCnt="0"/>
      <dgm:spPr/>
    </dgm:pt>
    <dgm:pt modelId="{A47F6288-C73F-4B0E-97B3-9CE30A6D037B}" type="pres">
      <dgm:prSet presAssocID="{400E45BE-B40A-4B2A-8B27-FB6C8E2112D0}" presName="Parent1" presStyleLbl="node1" presStyleIdx="2" presStyleCnt="4" custScaleX="109293">
        <dgm:presLayoutVars>
          <dgm:chMax val="1"/>
          <dgm:chPref val="1"/>
          <dgm:bulletEnabled val="1"/>
        </dgm:presLayoutVars>
      </dgm:prSet>
      <dgm:spPr/>
    </dgm:pt>
    <dgm:pt modelId="{C8F0EDB1-AF54-4AD4-8EDF-241185E2AF51}" type="pres">
      <dgm:prSet presAssocID="{400E45BE-B40A-4B2A-8B27-FB6C8E2112D0}" presName="Childtext1" presStyleLbl="revTx" presStyleIdx="1" presStyleCnt="2" custLinFactY="-35543" custLinFactNeighborX="-39492" custLinFactNeighborY="-100000">
        <dgm:presLayoutVars>
          <dgm:chMax val="0"/>
          <dgm:chPref val="0"/>
          <dgm:bulletEnabled val="1"/>
        </dgm:presLayoutVars>
      </dgm:prSet>
      <dgm:spPr/>
    </dgm:pt>
    <dgm:pt modelId="{9BD48B2E-0E5F-473D-8C02-CD28A6F4184E}" type="pres">
      <dgm:prSet presAssocID="{400E45BE-B40A-4B2A-8B27-FB6C8E2112D0}" presName="BalanceSpacing" presStyleCnt="0"/>
      <dgm:spPr/>
    </dgm:pt>
    <dgm:pt modelId="{2E7D57AE-8B83-40AF-821E-99C7F12767B2}" type="pres">
      <dgm:prSet presAssocID="{400E45BE-B40A-4B2A-8B27-FB6C8E2112D0}" presName="BalanceSpacing1" presStyleCnt="0"/>
      <dgm:spPr/>
    </dgm:pt>
    <dgm:pt modelId="{C7A763DC-AE98-4B0E-9B1C-9390EE76EB44}" type="pres">
      <dgm:prSet presAssocID="{0A8D40BA-DA97-4E38-AEB3-C136C125510A}" presName="Accent1Text" presStyleLbl="node1" presStyleIdx="3" presStyleCnt="4" custLinFactNeighborX="-6123" custLinFactNeighborY="-582"/>
      <dgm:spPr/>
    </dgm:pt>
  </dgm:ptLst>
  <dgm:cxnLst>
    <dgm:cxn modelId="{2CEFFF3B-BD80-4663-8AD7-CF878EAB4C74}" type="presOf" srcId="{0A8D40BA-DA97-4E38-AEB3-C136C125510A}" destId="{C7A763DC-AE98-4B0E-9B1C-9390EE76EB44}" srcOrd="0" destOrd="0" presId="urn:microsoft.com/office/officeart/2008/layout/AlternatingHexagons"/>
    <dgm:cxn modelId="{83DA0266-675E-4F02-9C2D-B1A90A6834F2}" type="presOf" srcId="{377C2125-B5A6-426E-BFAC-758DA2499648}" destId="{AFA72D6E-108F-40F7-A6F9-9D185E38DFC6}" srcOrd="0" destOrd="0" presId="urn:microsoft.com/office/officeart/2008/layout/AlternatingHexagons"/>
    <dgm:cxn modelId="{4E931F81-5328-450B-BB6D-3E4A85643B08}" srcId="{769496C9-6FE2-4D46-BF0F-2610F29ED498}" destId="{400E45BE-B40A-4B2A-8B27-FB6C8E2112D0}" srcOrd="1" destOrd="0" parTransId="{D891B01D-E009-46A3-9D3B-6B13AF57563D}" sibTransId="{0A8D40BA-DA97-4E38-AEB3-C136C125510A}"/>
    <dgm:cxn modelId="{303937AF-2CCD-445A-AA48-ABA8CC75D159}" type="presOf" srcId="{C2967020-EFE1-46D2-ABDE-1DBA66E853C8}" destId="{38372391-F07E-4097-BB38-B1244D02D8CC}" srcOrd="0" destOrd="0" presId="urn:microsoft.com/office/officeart/2008/layout/AlternatingHexagons"/>
    <dgm:cxn modelId="{4343E3D4-9C37-4F58-8EDA-7003E2B586D9}" type="presOf" srcId="{769496C9-6FE2-4D46-BF0F-2610F29ED498}" destId="{BF3131F5-6D19-4127-88B6-C961E09F9135}" srcOrd="0" destOrd="0" presId="urn:microsoft.com/office/officeart/2008/layout/AlternatingHexagons"/>
    <dgm:cxn modelId="{600BBCD6-B412-4529-B57F-A6D539A4BDFE}" type="presOf" srcId="{400E45BE-B40A-4B2A-8B27-FB6C8E2112D0}" destId="{A47F6288-C73F-4B0E-97B3-9CE30A6D037B}" srcOrd="0" destOrd="0" presId="urn:microsoft.com/office/officeart/2008/layout/AlternatingHexagons"/>
    <dgm:cxn modelId="{B5AE21EA-0EEB-42C5-953A-4AAA3E658A8E}" srcId="{769496C9-6FE2-4D46-BF0F-2610F29ED498}" destId="{377C2125-B5A6-426E-BFAC-758DA2499648}" srcOrd="0" destOrd="0" parTransId="{475C0F72-12B0-407E-9291-7EBDBDDF5A3F}" sibTransId="{C2967020-EFE1-46D2-ABDE-1DBA66E853C8}"/>
    <dgm:cxn modelId="{6241E71C-4695-47DC-BF65-2B8637F820EB}" type="presParOf" srcId="{BF3131F5-6D19-4127-88B6-C961E09F9135}" destId="{8CF979F1-A52B-4173-8551-E84E01982D6B}" srcOrd="0" destOrd="0" presId="urn:microsoft.com/office/officeart/2008/layout/AlternatingHexagons"/>
    <dgm:cxn modelId="{BB2D5E20-BFA6-4DE0-88FA-D112533EF8EF}" type="presParOf" srcId="{8CF979F1-A52B-4173-8551-E84E01982D6B}" destId="{AFA72D6E-108F-40F7-A6F9-9D185E38DFC6}" srcOrd="0" destOrd="0" presId="urn:microsoft.com/office/officeart/2008/layout/AlternatingHexagons"/>
    <dgm:cxn modelId="{D4F336D0-999B-45E0-9180-958DD8B1B6BB}" type="presParOf" srcId="{8CF979F1-A52B-4173-8551-E84E01982D6B}" destId="{F4B711DF-1FAA-4789-9003-2FD98BC36201}" srcOrd="1" destOrd="0" presId="urn:microsoft.com/office/officeart/2008/layout/AlternatingHexagons"/>
    <dgm:cxn modelId="{099B972E-4EB1-4344-A394-D6A5C28D487D}" type="presParOf" srcId="{8CF979F1-A52B-4173-8551-E84E01982D6B}" destId="{968E5BCC-0942-4E66-850D-49088872ECD3}" srcOrd="2" destOrd="0" presId="urn:microsoft.com/office/officeart/2008/layout/AlternatingHexagons"/>
    <dgm:cxn modelId="{79434817-BA83-4CF0-AABA-46F5EEB7AA93}" type="presParOf" srcId="{8CF979F1-A52B-4173-8551-E84E01982D6B}" destId="{47390CB8-17BC-41CE-9CC2-57528F2494EA}" srcOrd="3" destOrd="0" presId="urn:microsoft.com/office/officeart/2008/layout/AlternatingHexagons"/>
    <dgm:cxn modelId="{C85B3FF7-EA2D-42CE-9B4A-DF57A4463478}" type="presParOf" srcId="{8CF979F1-A52B-4173-8551-E84E01982D6B}" destId="{38372391-F07E-4097-BB38-B1244D02D8CC}" srcOrd="4" destOrd="0" presId="urn:microsoft.com/office/officeart/2008/layout/AlternatingHexagons"/>
    <dgm:cxn modelId="{F6E47F85-CDF7-46AF-8C97-1ECCEF993DD1}" type="presParOf" srcId="{BF3131F5-6D19-4127-88B6-C961E09F9135}" destId="{3CC690AF-2746-448A-8A9E-590E1E3F58E0}" srcOrd="1" destOrd="0" presId="urn:microsoft.com/office/officeart/2008/layout/AlternatingHexagons"/>
    <dgm:cxn modelId="{760E0724-BD01-4F26-AB42-F376C8C8B3C2}" type="presParOf" srcId="{BF3131F5-6D19-4127-88B6-C961E09F9135}" destId="{ED5078E7-8BE7-43B7-9A28-8EAD23366A9F}" srcOrd="2" destOrd="0" presId="urn:microsoft.com/office/officeart/2008/layout/AlternatingHexagons"/>
    <dgm:cxn modelId="{5E48B552-90BF-45E8-B073-957716B89A9C}" type="presParOf" srcId="{ED5078E7-8BE7-43B7-9A28-8EAD23366A9F}" destId="{A47F6288-C73F-4B0E-97B3-9CE30A6D037B}" srcOrd="0" destOrd="0" presId="urn:microsoft.com/office/officeart/2008/layout/AlternatingHexagons"/>
    <dgm:cxn modelId="{2845A6BE-88C5-4D93-BD49-4E664FD076F2}" type="presParOf" srcId="{ED5078E7-8BE7-43B7-9A28-8EAD23366A9F}" destId="{C8F0EDB1-AF54-4AD4-8EDF-241185E2AF51}" srcOrd="1" destOrd="0" presId="urn:microsoft.com/office/officeart/2008/layout/AlternatingHexagons"/>
    <dgm:cxn modelId="{EDF39BED-D994-4361-911D-D95F11539B8A}" type="presParOf" srcId="{ED5078E7-8BE7-43B7-9A28-8EAD23366A9F}" destId="{9BD48B2E-0E5F-473D-8C02-CD28A6F4184E}" srcOrd="2" destOrd="0" presId="urn:microsoft.com/office/officeart/2008/layout/AlternatingHexagons"/>
    <dgm:cxn modelId="{3D01E83F-2952-455C-ACE1-8DE07A709E5C}" type="presParOf" srcId="{ED5078E7-8BE7-43B7-9A28-8EAD23366A9F}" destId="{2E7D57AE-8B83-40AF-821E-99C7F12767B2}" srcOrd="3" destOrd="0" presId="urn:microsoft.com/office/officeart/2008/layout/AlternatingHexagons"/>
    <dgm:cxn modelId="{590508EF-7061-4E84-9013-A7280149D6FE}" type="presParOf" srcId="{ED5078E7-8BE7-43B7-9A28-8EAD23366A9F}" destId="{C7A763DC-AE98-4B0E-9B1C-9390EE76EB44}" srcOrd="4" destOrd="0" presId="urn:microsoft.com/office/officeart/2008/layout/AlternatingHexagon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C6D7A7-1295-433A-833E-E88BCE75C68B}">
      <dsp:nvSpPr>
        <dsp:cNvPr id="0" name=""/>
        <dsp:cNvSpPr/>
      </dsp:nvSpPr>
      <dsp:spPr>
        <a:xfrm>
          <a:off x="1373121" y="0"/>
          <a:ext cx="6397757" cy="5449956"/>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87563D1-6E1A-4CAB-9824-BDDEA50B1B9C}">
      <dsp:nvSpPr>
        <dsp:cNvPr id="0" name=""/>
        <dsp:cNvSpPr/>
      </dsp:nvSpPr>
      <dsp:spPr>
        <a:xfrm>
          <a:off x="2364767" y="517745"/>
          <a:ext cx="2125482" cy="212548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1"/>
              </a:solidFill>
            </a:rPr>
            <a:t>No connection establishment (which can add delay)</a:t>
          </a:r>
          <a:endParaRPr lang="en-NZ" sz="1600" kern="1200" dirty="0">
            <a:solidFill>
              <a:schemeClr val="tx1"/>
            </a:solidFill>
          </a:endParaRPr>
        </a:p>
      </dsp:txBody>
      <dsp:txXfrm>
        <a:off x="2468524" y="621502"/>
        <a:ext cx="1917968" cy="1917968"/>
      </dsp:txXfrm>
    </dsp:sp>
    <dsp:sp modelId="{95CF4E70-DC7C-4F2A-996E-8C8BCC7AF57B}">
      <dsp:nvSpPr>
        <dsp:cNvPr id="0" name=""/>
        <dsp:cNvSpPr/>
      </dsp:nvSpPr>
      <dsp:spPr>
        <a:xfrm>
          <a:off x="4653749" y="517745"/>
          <a:ext cx="2125482" cy="212548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1"/>
              </a:solidFill>
            </a:rPr>
            <a:t>No connection state (</a:t>
          </a:r>
          <a:r>
            <a:rPr lang="en-GB" sz="1600" kern="1200" dirty="0">
              <a:solidFill>
                <a:schemeClr val="tx1"/>
              </a:solidFill>
            </a:rPr>
            <a:t>no allocation of buffers, parameters, sequence numbers, etc.</a:t>
          </a:r>
          <a:r>
            <a:rPr lang="en-US" sz="1600" kern="1200" dirty="0">
              <a:solidFill>
                <a:schemeClr val="tx1"/>
              </a:solidFill>
            </a:rPr>
            <a:t>)</a:t>
          </a:r>
          <a:endParaRPr lang="en-NZ" sz="1600" kern="1200" dirty="0">
            <a:solidFill>
              <a:schemeClr val="tx1"/>
            </a:solidFill>
          </a:endParaRPr>
        </a:p>
      </dsp:txBody>
      <dsp:txXfrm>
        <a:off x="4757506" y="621502"/>
        <a:ext cx="1917968" cy="1917968"/>
      </dsp:txXfrm>
    </dsp:sp>
    <dsp:sp modelId="{34C5FD34-5BCA-4177-B2BD-A6F3FADE43C6}">
      <dsp:nvSpPr>
        <dsp:cNvPr id="0" name=""/>
        <dsp:cNvSpPr/>
      </dsp:nvSpPr>
      <dsp:spPr>
        <a:xfrm>
          <a:off x="2364767" y="2806727"/>
          <a:ext cx="2125482" cy="212548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1"/>
              </a:solidFill>
            </a:rPr>
            <a:t>Small segment header overhead (8 bytes)</a:t>
          </a:r>
          <a:endParaRPr lang="en-NZ" sz="1600" kern="1200" dirty="0">
            <a:solidFill>
              <a:schemeClr val="tx1"/>
            </a:solidFill>
          </a:endParaRPr>
        </a:p>
      </dsp:txBody>
      <dsp:txXfrm>
        <a:off x="2468524" y="2910484"/>
        <a:ext cx="1917968" cy="1917968"/>
      </dsp:txXfrm>
    </dsp:sp>
    <dsp:sp modelId="{ABF28A72-79C9-4444-98C0-6F2D0AAB8116}">
      <dsp:nvSpPr>
        <dsp:cNvPr id="0" name=""/>
        <dsp:cNvSpPr/>
      </dsp:nvSpPr>
      <dsp:spPr>
        <a:xfrm>
          <a:off x="4653749" y="2806727"/>
          <a:ext cx="2125482" cy="212548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dirty="0">
              <a:solidFill>
                <a:schemeClr val="tx1"/>
              </a:solidFill>
            </a:rPr>
            <a:t>Finer application-level control over what data is sent, and when (n</a:t>
          </a:r>
          <a:r>
            <a:rPr lang="en-US" sz="1600" kern="1200" dirty="0">
              <a:solidFill>
                <a:schemeClr val="tx1"/>
              </a:solidFill>
            </a:rPr>
            <a:t>o congestion control)</a:t>
          </a:r>
          <a:endParaRPr lang="en-NZ" sz="1600" kern="1200" dirty="0">
            <a:solidFill>
              <a:schemeClr val="tx1"/>
            </a:solidFill>
          </a:endParaRPr>
        </a:p>
      </dsp:txBody>
      <dsp:txXfrm>
        <a:off x="4757506" y="2910484"/>
        <a:ext cx="1917968" cy="191796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7E4DDC-6611-4B04-B1F8-32F30DD5EC05}">
      <dsp:nvSpPr>
        <dsp:cNvPr id="0" name=""/>
        <dsp:cNvSpPr/>
      </dsp:nvSpPr>
      <dsp:spPr>
        <a:xfrm>
          <a:off x="0" y="22796"/>
          <a:ext cx="8143875" cy="87516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dirty="0">
              <a:solidFill>
                <a:schemeClr val="tx1">
                  <a:lumMod val="75000"/>
                  <a:lumOff val="25000"/>
                </a:schemeClr>
              </a:solidFill>
            </a:rPr>
            <a:t>Network-assisted congestion control</a:t>
          </a:r>
          <a:endParaRPr lang="en-NZ" sz="3400" kern="1200" dirty="0">
            <a:solidFill>
              <a:schemeClr val="tx1">
                <a:lumMod val="75000"/>
                <a:lumOff val="25000"/>
              </a:schemeClr>
            </a:solidFill>
          </a:endParaRPr>
        </a:p>
      </dsp:txBody>
      <dsp:txXfrm>
        <a:off x="42722" y="65518"/>
        <a:ext cx="8058431" cy="789716"/>
      </dsp:txXfrm>
    </dsp:sp>
    <dsp:sp modelId="{F5B14ACB-6C86-4904-BA08-B564AF474F22}">
      <dsp:nvSpPr>
        <dsp:cNvPr id="0" name=""/>
        <dsp:cNvSpPr/>
      </dsp:nvSpPr>
      <dsp:spPr>
        <a:xfrm>
          <a:off x="0" y="897956"/>
          <a:ext cx="8143875" cy="1759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568" tIns="43180" rIns="241808" bIns="43180" numCol="1" spcCol="1270" anchor="t" anchorCtr="0">
          <a:noAutofit/>
        </a:bodyPr>
        <a:lstStyle/>
        <a:p>
          <a:pPr marL="228600" lvl="1" indent="-228600" algn="l" defTabSz="1200150">
            <a:lnSpc>
              <a:spcPct val="90000"/>
            </a:lnSpc>
            <a:spcBef>
              <a:spcPct val="0"/>
            </a:spcBef>
            <a:spcAft>
              <a:spcPct val="20000"/>
            </a:spcAft>
            <a:buChar char="•"/>
          </a:pPr>
          <a:r>
            <a:rPr lang="en-US" sz="2700" kern="1200" dirty="0"/>
            <a:t>Routers provide feedback to the end systems, such as a single bit indicating congestion at a link, the explicit transmission rate supported on an outgoing link</a:t>
          </a:r>
          <a:endParaRPr lang="en-NZ" sz="2700" kern="1200" dirty="0"/>
        </a:p>
      </dsp:txBody>
      <dsp:txXfrm>
        <a:off x="0" y="897956"/>
        <a:ext cx="8143875" cy="1759500"/>
      </dsp:txXfrm>
    </dsp:sp>
    <dsp:sp modelId="{6C938362-72DC-4A23-831D-F735D8544637}">
      <dsp:nvSpPr>
        <dsp:cNvPr id="0" name=""/>
        <dsp:cNvSpPr/>
      </dsp:nvSpPr>
      <dsp:spPr>
        <a:xfrm>
          <a:off x="0" y="2657456"/>
          <a:ext cx="8143875" cy="87516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dirty="0">
              <a:solidFill>
                <a:schemeClr val="tx1">
                  <a:lumMod val="75000"/>
                  <a:lumOff val="25000"/>
                </a:schemeClr>
              </a:solidFill>
            </a:rPr>
            <a:t>End-to-end congestion control</a:t>
          </a:r>
          <a:endParaRPr lang="en-NZ" sz="3400" kern="1200" dirty="0">
            <a:solidFill>
              <a:schemeClr val="tx1">
                <a:lumMod val="75000"/>
                <a:lumOff val="25000"/>
              </a:schemeClr>
            </a:solidFill>
          </a:endParaRPr>
        </a:p>
      </dsp:txBody>
      <dsp:txXfrm>
        <a:off x="42722" y="2700178"/>
        <a:ext cx="8058431" cy="789716"/>
      </dsp:txXfrm>
    </dsp:sp>
    <dsp:sp modelId="{3DFCF9A3-9878-4274-BA99-FFCCA91E14DD}">
      <dsp:nvSpPr>
        <dsp:cNvPr id="0" name=""/>
        <dsp:cNvSpPr/>
      </dsp:nvSpPr>
      <dsp:spPr>
        <a:xfrm>
          <a:off x="0" y="3532616"/>
          <a:ext cx="8143875" cy="14427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568" tIns="43180" rIns="241808" bIns="43180" numCol="1" spcCol="1270" anchor="t" anchorCtr="0">
          <a:noAutofit/>
        </a:bodyPr>
        <a:lstStyle/>
        <a:p>
          <a:pPr marL="228600" lvl="1" indent="-228600" algn="l" defTabSz="1200150">
            <a:lnSpc>
              <a:spcPct val="90000"/>
            </a:lnSpc>
            <a:spcBef>
              <a:spcPct val="0"/>
            </a:spcBef>
            <a:spcAft>
              <a:spcPct val="20000"/>
            </a:spcAft>
            <a:buChar char="•"/>
          </a:pPr>
          <a:r>
            <a:rPr lang="en-US" sz="2700" kern="1200"/>
            <a:t>No explicit support from the network layer </a:t>
          </a:r>
          <a:endParaRPr lang="en-NZ" sz="2700" kern="1200"/>
        </a:p>
        <a:p>
          <a:pPr marL="228600" lvl="1" indent="-228600" algn="l" defTabSz="1200150">
            <a:lnSpc>
              <a:spcPct val="90000"/>
            </a:lnSpc>
            <a:spcBef>
              <a:spcPct val="0"/>
            </a:spcBef>
            <a:spcAft>
              <a:spcPct val="20000"/>
            </a:spcAft>
            <a:buChar char="•"/>
          </a:pPr>
          <a:r>
            <a:rPr lang="en-US" sz="2700" kern="1200" dirty="0"/>
            <a:t>Congestion inferred by the end-systems based on observed packet loss and delay</a:t>
          </a:r>
          <a:endParaRPr lang="en-NZ" sz="2700" kern="1200" dirty="0"/>
        </a:p>
      </dsp:txBody>
      <dsp:txXfrm>
        <a:off x="0" y="3532616"/>
        <a:ext cx="8143875" cy="144279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A72D6E-108F-40F7-A6F9-9D185E38DFC6}">
      <dsp:nvSpPr>
        <dsp:cNvPr id="0" name=""/>
        <dsp:cNvSpPr/>
      </dsp:nvSpPr>
      <dsp:spPr>
        <a:xfrm rot="5400000">
          <a:off x="3854840" y="220845"/>
          <a:ext cx="2531748" cy="2202621"/>
        </a:xfrm>
        <a:prstGeom prst="hexagon">
          <a:avLst>
            <a:gd name="adj" fmla="val 25000"/>
            <a:gd name="vf" fmla="val 115470"/>
          </a:avLst>
        </a:prstGeom>
        <a:solidFill>
          <a:schemeClr val="accent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NZ" sz="1800" kern="1200" dirty="0">
              <a:solidFill>
                <a:schemeClr val="tx1"/>
              </a:solidFill>
            </a:rPr>
            <a:t>Slow start</a:t>
          </a:r>
        </a:p>
      </dsp:txBody>
      <dsp:txXfrm rot="-5400000">
        <a:off x="4362645" y="450813"/>
        <a:ext cx="1516137" cy="1742686"/>
      </dsp:txXfrm>
    </dsp:sp>
    <dsp:sp modelId="{F4B711DF-1FAA-4789-9003-2FD98BC36201}">
      <dsp:nvSpPr>
        <dsp:cNvPr id="0" name=""/>
        <dsp:cNvSpPr/>
      </dsp:nvSpPr>
      <dsp:spPr>
        <a:xfrm>
          <a:off x="6288863" y="562631"/>
          <a:ext cx="2825431" cy="1519049"/>
        </a:xfrm>
        <a:prstGeom prst="rect">
          <a:avLst/>
        </a:prstGeom>
        <a:noFill/>
        <a:ln>
          <a:noFill/>
        </a:ln>
        <a:effectLst/>
      </dsp:spPr>
      <dsp:style>
        <a:lnRef idx="0">
          <a:scrgbClr r="0" g="0" b="0"/>
        </a:lnRef>
        <a:fillRef idx="0">
          <a:scrgbClr r="0" g="0" b="0"/>
        </a:fillRef>
        <a:effectRef idx="0">
          <a:scrgbClr r="0" g="0" b="0"/>
        </a:effectRef>
        <a:fontRef idx="minor"/>
      </dsp:style>
    </dsp:sp>
    <dsp:sp modelId="{38372391-F07E-4097-BB38-B1244D02D8CC}">
      <dsp:nvSpPr>
        <dsp:cNvPr id="0" name=""/>
        <dsp:cNvSpPr/>
      </dsp:nvSpPr>
      <dsp:spPr>
        <a:xfrm rot="5400000">
          <a:off x="1476009" y="220845"/>
          <a:ext cx="2531748" cy="2202621"/>
        </a:xfrm>
        <a:prstGeom prst="hexagon">
          <a:avLst>
            <a:gd name="adj" fmla="val 25000"/>
            <a:gd name="vf" fmla="val 1154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r>
            <a:rPr lang="en-NZ" sz="1800" kern="1200" dirty="0">
              <a:solidFill>
                <a:schemeClr val="tx1"/>
              </a:solidFill>
            </a:rPr>
            <a:t>Additive-Increase, Multiplicative-Decrease (AIMD)</a:t>
          </a:r>
        </a:p>
      </dsp:txBody>
      <dsp:txXfrm rot="-5400000">
        <a:off x="1983814" y="450813"/>
        <a:ext cx="1516137" cy="1742686"/>
      </dsp:txXfrm>
    </dsp:sp>
    <dsp:sp modelId="{A47F6288-C73F-4B0E-97B3-9CE30A6D037B}">
      <dsp:nvSpPr>
        <dsp:cNvPr id="0" name=""/>
        <dsp:cNvSpPr/>
      </dsp:nvSpPr>
      <dsp:spPr>
        <a:xfrm rot="5400000">
          <a:off x="2660867" y="2267449"/>
          <a:ext cx="2531748" cy="2407310"/>
        </a:xfrm>
        <a:prstGeom prst="hexagon">
          <a:avLst>
            <a:gd name="adj" fmla="val 25000"/>
            <a:gd name="vf" fmla="val 115470"/>
          </a:avLst>
        </a:prstGeom>
        <a:solidFill>
          <a:srgbClr val="FF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NZ" sz="1800" kern="1200">
              <a:solidFill>
                <a:schemeClr val="tx1"/>
              </a:solidFill>
            </a:rPr>
            <a:t>Reaction to timeout events</a:t>
          </a:r>
          <a:endParaRPr lang="en-NZ" sz="1800" kern="1200" dirty="0">
            <a:solidFill>
              <a:schemeClr val="tx1"/>
            </a:solidFill>
          </a:endParaRPr>
        </a:p>
      </dsp:txBody>
      <dsp:txXfrm rot="-5400000">
        <a:off x="3114444" y="2616818"/>
        <a:ext cx="1624594" cy="1708572"/>
      </dsp:txXfrm>
    </dsp:sp>
    <dsp:sp modelId="{C8F0EDB1-AF54-4AD4-8EDF-241185E2AF51}">
      <dsp:nvSpPr>
        <dsp:cNvPr id="0" name=""/>
        <dsp:cNvSpPr/>
      </dsp:nvSpPr>
      <dsp:spPr>
        <a:xfrm>
          <a:off x="0" y="652615"/>
          <a:ext cx="2734288" cy="1519049"/>
        </a:xfrm>
        <a:prstGeom prst="rect">
          <a:avLst/>
        </a:prstGeom>
        <a:noFill/>
        <a:ln>
          <a:noFill/>
        </a:ln>
        <a:effectLst/>
      </dsp:spPr>
      <dsp:style>
        <a:lnRef idx="0">
          <a:scrgbClr r="0" g="0" b="0"/>
        </a:lnRef>
        <a:fillRef idx="0">
          <a:scrgbClr r="0" g="0" b="0"/>
        </a:fillRef>
        <a:effectRef idx="0">
          <a:scrgbClr r="0" g="0" b="0"/>
        </a:effectRef>
        <a:fontRef idx="minor"/>
      </dsp:style>
    </dsp:sp>
    <dsp:sp modelId="{C7A763DC-AE98-4B0E-9B1C-9390EE76EB44}">
      <dsp:nvSpPr>
        <dsp:cNvPr id="0" name=""/>
        <dsp:cNvSpPr/>
      </dsp:nvSpPr>
      <dsp:spPr>
        <a:xfrm rot="5400000">
          <a:off x="4904832" y="2355059"/>
          <a:ext cx="2531748" cy="2202621"/>
        </a:xfrm>
        <a:prstGeom prst="hexagon">
          <a:avLst>
            <a:gd name="adj" fmla="val 25000"/>
            <a:gd name="vf" fmla="val 115470"/>
          </a:avLst>
        </a:prstGeom>
        <a:no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NZ" sz="3600" kern="1200"/>
        </a:p>
      </dsp:txBody>
      <dsp:txXfrm rot="-5400000">
        <a:off x="5412637" y="2585027"/>
        <a:ext cx="1516137" cy="1742686"/>
      </dsp:txXfrm>
    </dsp:sp>
  </dsp:spTree>
</dsp:drawing>
</file>

<file path=ppt/diagrams/layout1.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8/layout/AlternatingHexagons">
  <dgm:title val=""/>
  <dgm:desc val=""/>
  <dgm:catLst>
    <dgm:cat type="list" pri="1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alg type="lin">
      <dgm:param type="linDir" val="fromT"/>
    </dgm:alg>
    <dgm:shape xmlns:r="http://schemas.openxmlformats.org/officeDocument/2006/relationships" r:blip="">
      <dgm:adjLst/>
    </dgm:shape>
    <dgm:constrLst>
      <dgm:constr type="primFontSz" for="des" forName="Parent1" val="65"/>
      <dgm:constr type="primFontSz" for="des" forName="Childtext1" refType="primFontSz" refFor="des" refForName="Parent1" op="lte"/>
      <dgm:constr type="w" for="ch" forName="composite" refType="w"/>
      <dgm:constr type="h" for="ch" forName="composite" refType="h"/>
      <dgm:constr type="h" for="ch" forName="spaceBetweenRectangles" refType="w" refFor="ch" refForName="composite" fact="-0.042"/>
      <dgm:constr type="sp" refType="h" refFor="ch" refForName="composite" op="equ" fact="0.1"/>
    </dgm:constrLst>
    <dgm:forEach name="nodesForEach" axis="ch" ptType="node">
      <dgm:layoutNode name="composite">
        <dgm:alg type="composite">
          <dgm:param type="ar" val="3.6"/>
        </dgm:alg>
        <dgm:shape xmlns:r="http://schemas.openxmlformats.org/officeDocument/2006/relationships" r:blip="">
          <dgm:adjLst/>
        </dgm:shape>
        <dgm:choose name="Name1">
          <dgm:if name="Name2" func="var" arg="dir" op="equ" val="norm">
            <dgm:choose name="Name3">
              <dgm:if name="Name4" axis="self" ptType="node" func="posOdd" op="equ" val="1">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dgm:constr type="h" for="ch" forName="BalanceSpacing" refType="h" fact="0.1"/>
                  <dgm:constr type="l" for="ch" forName="BalanceSpacing1" refType="w" fact="0.69"/>
                  <dgm:constr type="t" for="ch" forName="BalanceSpacing1" refType="h" fact="0.2"/>
                  <dgm:constr type="w" for="ch" forName="BalanceSpacing1" refType="w" fact="0.31"/>
                  <dgm:constr type="h" for="ch" forName="BalanceSpacing1" refType="h" fact="0.6"/>
                </dgm:constrLst>
              </dgm:if>
              <dgm:else name="Name5">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 type="l" for="ch" forName="BalanceSpacing1" refType="w" fact="0"/>
                  <dgm:constr type="t" for="ch" forName="BalanceSpacing1" refType="h" fact="0.2"/>
                  <dgm:constr type="w" for="ch" forName="BalanceSpacing1" refType="w" fact="0.3"/>
                  <dgm:constr type="h" for="ch" forName="BalanceSpacing1" refType="h" fact="0.6"/>
                </dgm:constrLst>
              </dgm:else>
            </dgm:choose>
          </dgm:if>
          <dgm:else name="Name6">
            <dgm:choose name="Name7">
              <dgm:if name="Name8" axis="self" ptType="node" func="posOdd" op="equ" val="1">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Lst>
              </dgm:if>
              <dgm:else name="Name9">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fact="0.18"/>
                  <dgm:constr type="h" for="ch" forName="BalanceSpacing" refType="h"/>
                </dgm:constrLst>
              </dgm:else>
            </dgm:choose>
          </dgm:else>
        </dgm:choose>
        <dgm:layoutNode name="Parent1" styleLbl="node1">
          <dgm:varLst>
            <dgm:chMax val="1"/>
            <dgm:chPref val="1"/>
            <dgm:bulletEnabled val="1"/>
          </dgm:varLst>
          <dgm:alg type="tx"/>
          <dgm:shape xmlns:r="http://schemas.openxmlformats.org/officeDocument/2006/relationships" rot="90" type="hexagon" r:blip="">
            <dgm:adjLst>
              <dgm:adj idx="1" val="0.25"/>
              <dgm:adj idx="2" val="1.154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hildtext1" styleLbl="revTx">
          <dgm:varLst>
            <dgm:chMax val="0"/>
            <dgm:chPref val="0"/>
            <dgm:bulletEnabled val="1"/>
          </dgm:varLst>
          <dgm:choose name="Name10">
            <dgm:if name="Name11" func="var" arg="dir" op="equ" val="norm">
              <dgm:choose name="Name12">
                <dgm:if name="Name13" axis="self" ptType="node" func="posOdd" op="equ" val="1">
                  <dgm:alg type="tx">
                    <dgm:param type="parTxLTRAlign" val="l"/>
                  </dgm:alg>
                </dgm:if>
                <dgm:else name="Name14">
                  <dgm:alg type="tx">
                    <dgm:param type="parTxLTRAlign" val="r"/>
                  </dgm:alg>
                </dgm:else>
              </dgm:choose>
            </dgm:if>
            <dgm:else name="Name15">
              <dgm:choose name="Name16">
                <dgm:if name="Name17" axis="self" ptType="node" func="posOdd" op="equ" val="1">
                  <dgm:alg type="tx">
                    <dgm:param type="parTxLTRAlign" val="r"/>
                  </dgm:alg>
                </dgm:if>
                <dgm:else name="Name18">
                  <dgm:alg type="tx">
                    <dgm:param type="parTxLTRAlign" val="l"/>
                  </dgm:alg>
                </dgm:else>
              </dgm:choose>
            </dgm:else>
          </dgm:choose>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BalanceSpacing">
          <dgm:alg type="sp"/>
          <dgm:shape xmlns:r="http://schemas.openxmlformats.org/officeDocument/2006/relationships" r:blip="">
            <dgm:adjLst/>
          </dgm:shape>
        </dgm:layoutNode>
        <dgm:layoutNode name="BalanceSpacing1">
          <dgm:alg type="sp"/>
          <dgm:shape xmlns:r="http://schemas.openxmlformats.org/officeDocument/2006/relationships" r:blip="">
            <dgm:adjLst/>
          </dgm:shape>
        </dgm:layoutNode>
        <dgm:forEach name="Name19" axis="followSib" ptType="sibTrans" hideLastTrans="0" cnt="1">
          <dgm:layoutNode name="Accent1Text" styleLbl="node1">
            <dgm:alg type="tx"/>
            <dgm:shape xmlns:r="http://schemas.openxmlformats.org/officeDocument/2006/relationships" rot="90" type="hexagon" r:blip="">
              <dgm:adjLst>
                <dgm:adj idx="1" val="0.25"/>
                <dgm:adj idx="2" val="1.1547"/>
              </dgm:adjLst>
            </dgm:shape>
            <dgm:presOf axis="self" ptType="sibTrans"/>
            <dgm:constrLst>
              <dgm:constr type="lMarg"/>
              <dgm:constr type="rMarg"/>
              <dgm:constr type="tMarg"/>
              <dgm:constr type="bMarg"/>
            </dgm:constrLst>
            <dgm:ruleLst>
              <dgm:rule type="primFontSz" val="5" fact="NaN" max="NaN"/>
            </dgm:ruleLst>
          </dgm:layoutNode>
        </dgm:forEach>
      </dgm:layoutNode>
      <dgm:forEach name="Name2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4434999" cy="354965"/>
          </a:xfrm>
          <a:prstGeom prst="rect">
            <a:avLst/>
          </a:prstGeom>
        </p:spPr>
        <p:txBody>
          <a:bodyPr vert="horz" lIns="99048" tIns="49524" rIns="99048" bIns="49524" rtlCol="0"/>
          <a:lstStyle>
            <a:lvl1pPr algn="l">
              <a:defRPr sz="1300"/>
            </a:lvl1pPr>
          </a:lstStyle>
          <a:p>
            <a:endParaRPr lang="en-US"/>
          </a:p>
        </p:txBody>
      </p:sp>
      <p:sp>
        <p:nvSpPr>
          <p:cNvPr id="3" name="Date Placeholder 2"/>
          <p:cNvSpPr>
            <a:spLocks noGrp="1"/>
          </p:cNvSpPr>
          <p:nvPr>
            <p:ph type="dt" sz="quarter" idx="1"/>
          </p:nvPr>
        </p:nvSpPr>
        <p:spPr>
          <a:xfrm>
            <a:off x="5797247" y="1"/>
            <a:ext cx="4434999" cy="354965"/>
          </a:xfrm>
          <a:prstGeom prst="rect">
            <a:avLst/>
          </a:prstGeom>
        </p:spPr>
        <p:txBody>
          <a:bodyPr vert="horz" lIns="99048" tIns="49524" rIns="99048" bIns="49524" rtlCol="0"/>
          <a:lstStyle>
            <a:lvl1pPr algn="r">
              <a:defRPr sz="1300"/>
            </a:lvl1pPr>
          </a:lstStyle>
          <a:p>
            <a:fld id="{9171B9FB-064D-4E1A-BDB0-8DB78ADBE212}" type="datetimeFigureOut">
              <a:rPr lang="en-US" smtClean="0"/>
              <a:pPr/>
              <a:t>10/17/25</a:t>
            </a:fld>
            <a:endParaRPr lang="en-US"/>
          </a:p>
        </p:txBody>
      </p:sp>
      <p:sp>
        <p:nvSpPr>
          <p:cNvPr id="4" name="Footer Placeholder 3"/>
          <p:cNvSpPr>
            <a:spLocks noGrp="1"/>
          </p:cNvSpPr>
          <p:nvPr>
            <p:ph type="ftr" sz="quarter" idx="2"/>
          </p:nvPr>
        </p:nvSpPr>
        <p:spPr>
          <a:xfrm>
            <a:off x="1" y="6743104"/>
            <a:ext cx="4434999" cy="354965"/>
          </a:xfrm>
          <a:prstGeom prst="rect">
            <a:avLst/>
          </a:prstGeom>
        </p:spPr>
        <p:txBody>
          <a:bodyPr vert="horz" lIns="99048" tIns="49524" rIns="99048" bIns="49524" rtlCol="0" anchor="b"/>
          <a:lstStyle>
            <a:lvl1pPr algn="l">
              <a:defRPr sz="1300"/>
            </a:lvl1pPr>
          </a:lstStyle>
          <a:p>
            <a:endParaRPr lang="en-US"/>
          </a:p>
        </p:txBody>
      </p:sp>
      <p:sp>
        <p:nvSpPr>
          <p:cNvPr id="5" name="Slide Number Placeholder 4"/>
          <p:cNvSpPr>
            <a:spLocks noGrp="1"/>
          </p:cNvSpPr>
          <p:nvPr>
            <p:ph type="sldNum" sz="quarter" idx="3"/>
          </p:nvPr>
        </p:nvSpPr>
        <p:spPr>
          <a:xfrm>
            <a:off x="5797247" y="6743104"/>
            <a:ext cx="4434999" cy="354965"/>
          </a:xfrm>
          <a:prstGeom prst="rect">
            <a:avLst/>
          </a:prstGeom>
        </p:spPr>
        <p:txBody>
          <a:bodyPr vert="horz" lIns="99048" tIns="49524" rIns="99048" bIns="49524" rtlCol="0" anchor="b"/>
          <a:lstStyle>
            <a:lvl1pPr algn="r">
              <a:defRPr sz="1300"/>
            </a:lvl1pPr>
          </a:lstStyle>
          <a:p>
            <a:fld id="{7D18A78B-FBFA-426E-8172-10B041FD6729}" type="slidenum">
              <a:rPr lang="en-US" smtClean="0"/>
              <a:pPr/>
              <a:t>‹#›</a:t>
            </a:fld>
            <a:endParaRPr lang="en-US"/>
          </a:p>
        </p:txBody>
      </p:sp>
    </p:spTree>
    <p:extLst>
      <p:ext uri="{BB962C8B-B14F-4D97-AF65-F5344CB8AC3E}">
        <p14:creationId xmlns:p14="http://schemas.microsoft.com/office/powerpoint/2010/main" val="2502049168"/>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hdr" sz="quarter"/>
          </p:nvPr>
        </p:nvSpPr>
        <p:spPr bwMode="auto">
          <a:xfrm>
            <a:off x="1" y="1"/>
            <a:ext cx="4434999" cy="35496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defRPr sz="1300"/>
            </a:lvl1pPr>
          </a:lstStyle>
          <a:p>
            <a:pPr>
              <a:defRPr/>
            </a:pPr>
            <a:endParaRPr lang="en-US"/>
          </a:p>
        </p:txBody>
      </p:sp>
      <p:sp>
        <p:nvSpPr>
          <p:cNvPr id="27651" name="Rectangle 3"/>
          <p:cNvSpPr>
            <a:spLocks noGrp="1" noChangeArrowheads="1"/>
          </p:cNvSpPr>
          <p:nvPr>
            <p:ph type="dt" idx="1"/>
          </p:nvPr>
        </p:nvSpPr>
        <p:spPr bwMode="auto">
          <a:xfrm>
            <a:off x="5797247" y="1"/>
            <a:ext cx="4434999" cy="35496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a:defRPr sz="1300"/>
            </a:lvl1pPr>
          </a:lstStyle>
          <a:p>
            <a:pPr>
              <a:defRPr/>
            </a:pPr>
            <a:endParaRPr lang="en-US"/>
          </a:p>
        </p:txBody>
      </p:sp>
      <p:sp>
        <p:nvSpPr>
          <p:cNvPr id="89092" name="Rectangle 4"/>
          <p:cNvSpPr>
            <a:spLocks noGrp="1" noRot="1" noChangeAspect="1" noChangeArrowheads="1" noTextEdit="1"/>
          </p:cNvSpPr>
          <p:nvPr>
            <p:ph type="sldImg" idx="2"/>
          </p:nvPr>
        </p:nvSpPr>
        <p:spPr bwMode="auto">
          <a:xfrm>
            <a:off x="3341688" y="533400"/>
            <a:ext cx="3551237" cy="2662238"/>
          </a:xfrm>
          <a:prstGeom prst="rect">
            <a:avLst/>
          </a:prstGeom>
          <a:noFill/>
          <a:ln w="9525">
            <a:solidFill>
              <a:srgbClr val="000000"/>
            </a:solidFill>
            <a:miter lim="800000"/>
            <a:headEnd/>
            <a:tailEnd/>
          </a:ln>
        </p:spPr>
      </p:sp>
      <p:sp>
        <p:nvSpPr>
          <p:cNvPr id="27653" name="Rectangle 5"/>
          <p:cNvSpPr>
            <a:spLocks noGrp="1" noChangeArrowheads="1"/>
          </p:cNvSpPr>
          <p:nvPr>
            <p:ph type="body" sz="quarter" idx="3"/>
          </p:nvPr>
        </p:nvSpPr>
        <p:spPr bwMode="auto">
          <a:xfrm>
            <a:off x="1023462" y="3372167"/>
            <a:ext cx="8187690" cy="319468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7654" name="Rectangle 6"/>
          <p:cNvSpPr>
            <a:spLocks noGrp="1" noChangeArrowheads="1"/>
          </p:cNvSpPr>
          <p:nvPr>
            <p:ph type="ftr" sz="quarter" idx="4"/>
          </p:nvPr>
        </p:nvSpPr>
        <p:spPr bwMode="auto">
          <a:xfrm>
            <a:off x="1" y="6743104"/>
            <a:ext cx="4434999" cy="35496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defRPr sz="1300"/>
            </a:lvl1pPr>
          </a:lstStyle>
          <a:p>
            <a:pPr>
              <a:defRPr/>
            </a:pPr>
            <a:endParaRPr lang="en-US"/>
          </a:p>
        </p:txBody>
      </p:sp>
      <p:sp>
        <p:nvSpPr>
          <p:cNvPr id="27655" name="Rectangle 7"/>
          <p:cNvSpPr>
            <a:spLocks noGrp="1" noChangeArrowheads="1"/>
          </p:cNvSpPr>
          <p:nvPr>
            <p:ph type="sldNum" sz="quarter" idx="5"/>
          </p:nvPr>
        </p:nvSpPr>
        <p:spPr bwMode="auto">
          <a:xfrm>
            <a:off x="5797247" y="6743104"/>
            <a:ext cx="4434999" cy="35496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a:defRPr sz="1300"/>
            </a:lvl1pPr>
          </a:lstStyle>
          <a:p>
            <a:pPr>
              <a:defRPr/>
            </a:pPr>
            <a:fld id="{CDD86EFA-503C-41EF-9C8B-1F7E04CC0902}" type="slidenum">
              <a:rPr lang="en-US"/>
              <a:pPr>
                <a:defRPr/>
              </a:pPr>
              <a:t>‹#›</a:t>
            </a:fld>
            <a:endParaRPr lang="en-US"/>
          </a:p>
        </p:txBody>
      </p:sp>
    </p:spTree>
    <p:extLst>
      <p:ext uri="{BB962C8B-B14F-4D97-AF65-F5344CB8AC3E}">
        <p14:creationId xmlns:p14="http://schemas.microsoft.com/office/powerpoint/2010/main" val="791835052"/>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foldoc.org/flow+control" TargetMode="External"/><Relationship Id="rId2" Type="http://schemas.openxmlformats.org/officeDocument/2006/relationships/slide" Target="../slides/slide22.xml"/><Relationship Id="rId1" Type="http://schemas.openxmlformats.org/officeDocument/2006/relationships/notesMaster" Target="../notesMasters/notesMaster1.xml"/><Relationship Id="rId4" Type="http://schemas.openxmlformats.org/officeDocument/2006/relationships/hyperlink" Target="http://www.ietf.org/rfc/rfc793.txt" TargetMode="Externa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www.linkedin.com/pulse/we-need-talk-what-communicated-during-tcpip-3-way-gonzalo-murillo/"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3" Type="http://schemas.openxmlformats.org/officeDocument/2006/relationships/hyperlink" Target="https://tools.ietf.org/html/rfc2001" TargetMode="External"/><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a:p>
        </p:txBody>
      </p:sp>
    </p:spTree>
    <p:extLst>
      <p:ext uri="{BB962C8B-B14F-4D97-AF65-F5344CB8AC3E}">
        <p14:creationId xmlns:p14="http://schemas.microsoft.com/office/powerpoint/2010/main" val="7744580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a:defRPr/>
            </a:pPr>
            <a:fld id="{CDD86EFA-503C-41EF-9C8B-1F7E04CC0902}" type="slidenum">
              <a:rPr lang="en-US" smtClean="0"/>
              <a:pPr>
                <a:defRPr/>
              </a:pPr>
              <a:t>2</a:t>
            </a:fld>
            <a:endParaRPr lang="en-US"/>
          </a:p>
        </p:txBody>
      </p:sp>
    </p:spTree>
    <p:extLst>
      <p:ext uri="{BB962C8B-B14F-4D97-AF65-F5344CB8AC3E}">
        <p14:creationId xmlns:p14="http://schemas.microsoft.com/office/powerpoint/2010/main" val="8362076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Transport layer protocols implemented in the end systems not in network routers.</a:t>
            </a:r>
          </a:p>
          <a:p>
            <a:endParaRPr lang="en-NZ" dirty="0"/>
          </a:p>
          <a:p>
            <a:r>
              <a:rPr lang="en-NZ" dirty="0"/>
              <a:t>Sender: break the message into smaller chunks and add header to each chunk to create the segment</a:t>
            </a:r>
          </a:p>
        </p:txBody>
      </p:sp>
    </p:spTree>
    <p:extLst>
      <p:ext uri="{BB962C8B-B14F-4D97-AF65-F5344CB8AC3E}">
        <p14:creationId xmlns:p14="http://schemas.microsoft.com/office/powerpoint/2010/main" val="7084145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IP service model is a best-effort delivery service – unreliable.</a:t>
            </a:r>
          </a:p>
          <a:p>
            <a:endParaRPr lang="en-NZ" dirty="0"/>
          </a:p>
          <a:p>
            <a:r>
              <a:rPr lang="en-NZ" dirty="0"/>
              <a:t>Extending host-to-host delivery to process-to-process delivery.</a:t>
            </a:r>
          </a:p>
          <a:p>
            <a:endParaRPr lang="en-NZ" dirty="0"/>
          </a:p>
          <a:p>
            <a:r>
              <a:rPr lang="en-NZ" dirty="0"/>
              <a:t>Error detection fields in the segment header.</a:t>
            </a:r>
          </a:p>
          <a:p>
            <a:endParaRPr lang="en-NZ" dirty="0"/>
          </a:p>
          <a:p>
            <a:r>
              <a:rPr lang="en-NZ" dirty="0"/>
              <a:t>Congestion control: TCP connections equally share a bandwidth when traversing a congested network link.</a:t>
            </a:r>
          </a:p>
        </p:txBody>
      </p:sp>
    </p:spTree>
    <p:extLst>
      <p:ext uri="{BB962C8B-B14F-4D97-AF65-F5344CB8AC3E}">
        <p14:creationId xmlns:p14="http://schemas.microsoft.com/office/powerpoint/2010/main" val="19636345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Tree>
    <p:extLst>
      <p:ext uri="{BB962C8B-B14F-4D97-AF65-F5344CB8AC3E}">
        <p14:creationId xmlns:p14="http://schemas.microsoft.com/office/powerpoint/2010/main" val="34668672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Gather data chunks at the source host from different sockets, encapsulate each data chunk with header information.</a:t>
            </a:r>
          </a:p>
          <a:p>
            <a:endParaRPr lang="en-GB" dirty="0"/>
          </a:p>
          <a:p>
            <a:r>
              <a:rPr lang="en-GB" dirty="0"/>
              <a:t>Examine header fields to identify the receiving socket and direct the segment to that socket.</a:t>
            </a:r>
          </a:p>
        </p:txBody>
      </p:sp>
    </p:spTree>
    <p:extLst>
      <p:ext uri="{BB962C8B-B14F-4D97-AF65-F5344CB8AC3E}">
        <p14:creationId xmlns:p14="http://schemas.microsoft.com/office/powerpoint/2010/main" val="7701101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Each socket is assigned a port number to help identify specific services on a host.</a:t>
            </a:r>
          </a:p>
        </p:txBody>
      </p:sp>
    </p:spTree>
    <p:extLst>
      <p:ext uri="{BB962C8B-B14F-4D97-AF65-F5344CB8AC3E}">
        <p14:creationId xmlns:p14="http://schemas.microsoft.com/office/powerpoint/2010/main" val="18447262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Socket has two perspectives:</a:t>
            </a:r>
          </a:p>
          <a:p>
            <a:pPr marL="228600" indent="-228600">
              <a:buAutoNum type="arabicPeriod"/>
            </a:pPr>
            <a:r>
              <a:rPr lang="en-US" dirty="0"/>
              <a:t>Facing the application programmer – </a:t>
            </a:r>
            <a:r>
              <a:rPr lang="en-NZ" dirty="0"/>
              <a:t>a socket is a high-level abstraction that allows them to establish communication between different networked applications</a:t>
            </a:r>
            <a:r>
              <a:rPr lang="en-US" dirty="0"/>
              <a:t>;</a:t>
            </a:r>
          </a:p>
          <a:p>
            <a:pPr marL="228600" indent="-228600">
              <a:buAutoNum type="arabicPeriod"/>
            </a:pPr>
            <a:r>
              <a:rPr lang="en-US" dirty="0"/>
              <a:t>Facing the system</a:t>
            </a:r>
            <a:r>
              <a:rPr lang="en-US" baseline="0" dirty="0"/>
              <a:t> programmer who implements the OS – </a:t>
            </a:r>
            <a:r>
              <a:rPr lang="en-NZ" baseline="0" dirty="0"/>
              <a:t>a socket is a mechanism that manages the actual data transmission across the network.</a:t>
            </a:r>
            <a:endParaRPr lang="en-NZ" dirty="0"/>
          </a:p>
          <a:p>
            <a:endParaRPr lang="en-AU" dirty="0"/>
          </a:p>
        </p:txBody>
      </p:sp>
    </p:spTree>
    <p:extLst>
      <p:ext uri="{BB962C8B-B14F-4D97-AF65-F5344CB8AC3E}">
        <p14:creationId xmlns:p14="http://schemas.microsoft.com/office/powerpoint/2010/main" val="9430845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Tree>
    <p:extLst>
      <p:ext uri="{BB962C8B-B14F-4D97-AF65-F5344CB8AC3E}">
        <p14:creationId xmlns:p14="http://schemas.microsoft.com/office/powerpoint/2010/main" val="9211315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sz="1200"/>
              <a:t>Web servers have different sockets for each connecting client.</a:t>
            </a:r>
          </a:p>
          <a:p>
            <a:endParaRPr lang="en-AU"/>
          </a:p>
        </p:txBody>
      </p:sp>
    </p:spTree>
    <p:extLst>
      <p:ext uri="{BB962C8B-B14F-4D97-AF65-F5344CB8AC3E}">
        <p14:creationId xmlns:p14="http://schemas.microsoft.com/office/powerpoint/2010/main" val="32107121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A chooses source port numbers independently of B.</a:t>
            </a:r>
          </a:p>
          <a:p>
            <a:endParaRPr lang="en-NZ" dirty="0"/>
          </a:p>
          <a:p>
            <a:r>
              <a:rPr lang="en-NZ" dirty="0"/>
              <a:t>Server will correctly demultiplex two connections with the same source port number.</a:t>
            </a:r>
          </a:p>
        </p:txBody>
      </p:sp>
    </p:spTree>
    <p:extLst>
      <p:ext uri="{BB962C8B-B14F-4D97-AF65-F5344CB8AC3E}">
        <p14:creationId xmlns:p14="http://schemas.microsoft.com/office/powerpoint/2010/main" val="1763622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Each UDP segment handled independently of others​</a:t>
            </a:r>
          </a:p>
          <a:p>
            <a:endParaRPr lang="en-NZ" dirty="0"/>
          </a:p>
        </p:txBody>
      </p:sp>
    </p:spTree>
    <p:extLst>
      <p:ext uri="{BB962C8B-B14F-4D97-AF65-F5344CB8AC3E}">
        <p14:creationId xmlns:p14="http://schemas.microsoft.com/office/powerpoint/2010/main" val="8160307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UDP length field includes the 8-byte header and the data. </a:t>
            </a:r>
          </a:p>
          <a:p>
            <a:r>
              <a:rPr lang="en-GB" dirty="0"/>
              <a:t>The minimum length is 8 bytes, to cover the header. </a:t>
            </a:r>
          </a:p>
          <a:p>
            <a:r>
              <a:rPr lang="en-GB" dirty="0"/>
              <a:t>The maximum length is 65,515 bytes, which is lower than the largest number that will fit in 16 bits because of the size limit on IP packets.</a:t>
            </a:r>
          </a:p>
          <a:p>
            <a:endParaRPr lang="en-GB" dirty="0"/>
          </a:p>
          <a:p>
            <a:r>
              <a:rPr lang="en-GB" dirty="0"/>
              <a:t>An optional Checksum is also provided for extra reliability. </a:t>
            </a:r>
          </a:p>
          <a:p>
            <a:r>
              <a:rPr lang="en-GB" dirty="0"/>
              <a:t>If it is not used, it is set to zero. </a:t>
            </a:r>
          </a:p>
          <a:p>
            <a:endParaRPr lang="en-GB" dirty="0"/>
          </a:p>
          <a:p>
            <a:r>
              <a:rPr lang="en-NZ" dirty="0"/>
              <a:t>IP </a:t>
            </a:r>
            <a:r>
              <a:rPr lang="en-NZ" dirty="0" err="1"/>
              <a:t>pseudoheader</a:t>
            </a:r>
            <a:r>
              <a:rPr lang="en-NZ" dirty="0"/>
              <a:t>: provide additional error-checking for key parts of the IP header.</a:t>
            </a:r>
            <a:endParaRPr lang="en-AU" dirty="0"/>
          </a:p>
        </p:txBody>
      </p:sp>
    </p:spTree>
    <p:extLst>
      <p:ext uri="{BB962C8B-B14F-4D97-AF65-F5344CB8AC3E}">
        <p14:creationId xmlns:p14="http://schemas.microsoft.com/office/powerpoint/2010/main" val="13748452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UDP does not introduce any delay to establish a connection</a:t>
            </a:r>
          </a:p>
          <a:p>
            <a:pPr marL="171450" indent="-171450">
              <a:buFontTx/>
              <a:buChar char="-"/>
            </a:pPr>
            <a:r>
              <a:rPr lang="en-NZ" dirty="0"/>
              <a:t>probably the principal reason why DNS runs over UDP rather than TCP</a:t>
            </a:r>
          </a:p>
          <a:p>
            <a:pPr marL="171450" indent="-171450">
              <a:buFontTx/>
              <a:buChar char="-"/>
            </a:pPr>
            <a:endParaRPr lang="en-NZ"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Under UDP, as soon as an application process passes data to UDP, UDP will package the data inside a UDP segment and immediately pass the segment to the network layer.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NZ" dirty="0"/>
              <a:t>Since real-time applications often require a minimum sending rate, do not want to overly delay segment transmission, and can tolerate some data loss, TCP’s service model is not particularly well matched to these applications’ need.</a:t>
            </a:r>
            <a:endParaRPr lang="en-GB" dirty="0"/>
          </a:p>
          <a:p>
            <a:pPr marL="0" indent="0">
              <a:buFontTx/>
              <a:buNone/>
            </a:pPr>
            <a:endParaRPr lang="en-AU" dirty="0"/>
          </a:p>
        </p:txBody>
      </p:sp>
    </p:spTree>
    <p:extLst>
      <p:ext uri="{BB962C8B-B14F-4D97-AF65-F5344CB8AC3E}">
        <p14:creationId xmlns:p14="http://schemas.microsoft.com/office/powerpoint/2010/main" val="31298868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TCP does not make any attempt to preserve application message boundaries -- it's just a stream of bytes in each direction. Message boundaries in this context is simply the start &amp; end of the message/packet.</a:t>
            </a:r>
          </a:p>
        </p:txBody>
      </p:sp>
    </p:spTree>
    <p:extLst>
      <p:ext uri="{BB962C8B-B14F-4D97-AF65-F5344CB8AC3E}">
        <p14:creationId xmlns:p14="http://schemas.microsoft.com/office/powerpoint/2010/main" val="22461124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baseline="0" dirty="0"/>
          </a:p>
          <a:p>
            <a:r>
              <a:rPr lang="en-NZ" sz="1200" b="0" i="0" kern="1200" dirty="0">
                <a:solidFill>
                  <a:schemeClr val="tx1"/>
                </a:solidFill>
                <a:effectLst/>
                <a:latin typeface="Arial" charset="0"/>
                <a:ea typeface="+mn-ea"/>
                <a:cs typeface="Arial" charset="0"/>
              </a:rPr>
              <a:t>1. UDP is connectionless, but TCP is connection-oriented. Thus, TCP has fields used for connection maintenance, specifically the flags. UDP does not.</a:t>
            </a:r>
          </a:p>
          <a:p>
            <a:r>
              <a:rPr lang="en-NZ" sz="1200" b="0" i="0" kern="1200" dirty="0">
                <a:solidFill>
                  <a:schemeClr val="tx1"/>
                </a:solidFill>
                <a:effectLst/>
                <a:latin typeface="Arial" charset="0"/>
                <a:ea typeface="+mn-ea"/>
                <a:cs typeface="Arial" charset="0"/>
              </a:rPr>
              <a:t>2. Both protocols have the same port number fields, and they are used the same way in each protocol.</a:t>
            </a:r>
          </a:p>
          <a:p>
            <a:r>
              <a:rPr lang="en-NZ" sz="1200" b="0" i="0" kern="1200" dirty="0">
                <a:solidFill>
                  <a:schemeClr val="tx1"/>
                </a:solidFill>
                <a:effectLst/>
                <a:latin typeface="Arial" charset="0"/>
                <a:ea typeface="+mn-ea"/>
                <a:cs typeface="Arial" charset="0"/>
              </a:rPr>
              <a:t>3. TCP uses acknowledgements to provide reliable transport, whereas UDP does not provide reliable transport. So TCP needs a sequence number and acknowledgement number, but UDP does not.</a:t>
            </a:r>
          </a:p>
          <a:p>
            <a:r>
              <a:rPr lang="en-NZ" sz="1200" b="0" i="0" kern="1200" dirty="0">
                <a:solidFill>
                  <a:schemeClr val="tx1"/>
                </a:solidFill>
                <a:effectLst/>
                <a:latin typeface="Arial" charset="0"/>
                <a:ea typeface="+mn-ea"/>
                <a:cs typeface="Arial" charset="0"/>
              </a:rPr>
              <a:t>4. Because of the options, TCP header lengths vary. Thus, TCP needs the header length field to allow the receiver to separate the end of the header from the data. UDP has no options, no need for a length field, and no need to pad the options field out to a multiple of 32 bits in size.</a:t>
            </a:r>
          </a:p>
          <a:p>
            <a:r>
              <a:rPr lang="en-NZ" sz="1200" b="0" i="0" kern="1200" dirty="0">
                <a:solidFill>
                  <a:schemeClr val="tx1"/>
                </a:solidFill>
                <a:effectLst/>
                <a:latin typeface="Arial" charset="0"/>
                <a:ea typeface="+mn-ea"/>
                <a:cs typeface="Arial" charset="0"/>
              </a:rPr>
              <a:t>5. TCP supports </a:t>
            </a:r>
            <a:r>
              <a:rPr lang="en-NZ" sz="1200" b="0" i="0" kern="1200" dirty="0">
                <a:solidFill>
                  <a:schemeClr val="tx1"/>
                </a:solidFill>
                <a:effectLst/>
                <a:latin typeface="Arial" charset="0"/>
                <a:ea typeface="+mn-ea"/>
                <a:cs typeface="Arial" charset="0"/>
                <a:hlinkClick r:id="rId3"/>
              </a:rPr>
              <a:t>flow control</a:t>
            </a:r>
            <a:r>
              <a:rPr lang="en-NZ" sz="1200" b="0" i="0" kern="1200" dirty="0">
                <a:solidFill>
                  <a:schemeClr val="tx1"/>
                </a:solidFill>
                <a:effectLst/>
                <a:latin typeface="Arial" charset="0"/>
                <a:ea typeface="+mn-ea"/>
                <a:cs typeface="Arial" charset="0"/>
              </a:rPr>
              <a:t>, but UDP does not. TCP's window size field (</a:t>
            </a:r>
            <a:r>
              <a:rPr lang="en-NZ" sz="1200" b="0" i="0" kern="1200" dirty="0" err="1">
                <a:solidFill>
                  <a:schemeClr val="tx1"/>
                </a:solidFill>
                <a:effectLst/>
                <a:latin typeface="Arial" charset="0"/>
                <a:ea typeface="+mn-ea"/>
                <a:cs typeface="Arial" charset="0"/>
              </a:rPr>
              <a:t>rwnd</a:t>
            </a:r>
            <a:r>
              <a:rPr lang="en-NZ" sz="1200" b="0" i="0" kern="1200" dirty="0">
                <a:solidFill>
                  <a:schemeClr val="tx1"/>
                </a:solidFill>
                <a:effectLst/>
                <a:latin typeface="Arial" charset="0"/>
                <a:ea typeface="+mn-ea"/>
                <a:cs typeface="Arial" charset="0"/>
              </a:rPr>
              <a:t> in the text, or Window in the </a:t>
            </a:r>
            <a:r>
              <a:rPr lang="en-NZ" sz="1200" b="0" i="0" kern="1200" dirty="0">
                <a:solidFill>
                  <a:schemeClr val="tx1"/>
                </a:solidFill>
                <a:effectLst/>
                <a:latin typeface="Arial" charset="0"/>
                <a:ea typeface="+mn-ea"/>
                <a:cs typeface="Arial" charset="0"/>
                <a:hlinkClick r:id="rId4"/>
              </a:rPr>
              <a:t>original specification</a:t>
            </a:r>
            <a:r>
              <a:rPr lang="en-NZ" sz="1200" b="0" i="0" kern="1200" dirty="0">
                <a:solidFill>
                  <a:schemeClr val="tx1"/>
                </a:solidFill>
                <a:effectLst/>
                <a:latin typeface="Arial" charset="0"/>
                <a:ea typeface="+mn-ea"/>
                <a:cs typeface="Arial" charset="0"/>
              </a:rPr>
              <a:t>) is used for this. UDP has no </a:t>
            </a:r>
            <a:r>
              <a:rPr lang="en-NZ" sz="1200" b="0" i="0" kern="1200" dirty="0" err="1">
                <a:solidFill>
                  <a:schemeClr val="tx1"/>
                </a:solidFill>
                <a:effectLst/>
                <a:latin typeface="Arial" charset="0"/>
                <a:ea typeface="+mn-ea"/>
                <a:cs typeface="Arial" charset="0"/>
              </a:rPr>
              <a:t>analog</a:t>
            </a:r>
            <a:r>
              <a:rPr lang="en-NZ" sz="1200" b="0" i="0" kern="1200" dirty="0">
                <a:solidFill>
                  <a:schemeClr val="tx1"/>
                </a:solidFill>
                <a:effectLst/>
                <a:latin typeface="Arial" charset="0"/>
                <a:ea typeface="+mn-ea"/>
                <a:cs typeface="Arial" charset="0"/>
              </a:rPr>
              <a:t>.</a:t>
            </a:r>
          </a:p>
          <a:p>
            <a:r>
              <a:rPr lang="en-NZ" sz="1200" b="0" i="0" kern="1200" dirty="0">
                <a:solidFill>
                  <a:schemeClr val="tx1"/>
                </a:solidFill>
                <a:effectLst/>
                <a:latin typeface="Arial" charset="0"/>
                <a:ea typeface="+mn-ea"/>
                <a:cs typeface="Arial" charset="0"/>
              </a:rPr>
              <a:t>6. Both protocols use checksum in like manners, and so both have identical checksum fields.</a:t>
            </a:r>
          </a:p>
          <a:p>
            <a:r>
              <a:rPr lang="en-NZ" sz="1200" b="0" i="0" kern="1200" dirty="0">
                <a:solidFill>
                  <a:schemeClr val="tx1"/>
                </a:solidFill>
                <a:effectLst/>
                <a:latin typeface="Arial" charset="0"/>
                <a:ea typeface="+mn-ea"/>
                <a:cs typeface="Arial" charset="0"/>
              </a:rPr>
              <a:t>7. UDP's length field is necessary in order for the receiving process to have access to the size of the incoming datagram. TCP is a byte-stream protocol, and all bytes are the same length, so a length field is unnecessary.</a:t>
            </a:r>
          </a:p>
          <a:p>
            <a:endParaRPr lang="en-NZ" sz="1200" b="0" i="0" kern="1200" dirty="0">
              <a:solidFill>
                <a:schemeClr val="tx1"/>
              </a:solidFill>
              <a:effectLst/>
              <a:latin typeface="Arial" charset="0"/>
              <a:ea typeface="+mn-ea"/>
              <a:cs typeface="Arial" charset="0"/>
            </a:endParaRPr>
          </a:p>
          <a:p>
            <a:r>
              <a:rPr lang="en-NZ" sz="1200" b="0" i="0" kern="1200" dirty="0">
                <a:solidFill>
                  <a:schemeClr val="tx1"/>
                </a:solidFill>
                <a:effectLst/>
                <a:latin typeface="Arial" charset="0"/>
                <a:ea typeface="+mn-ea"/>
                <a:cs typeface="Arial" charset="0"/>
              </a:rPr>
              <a:t>From other sources:</a:t>
            </a:r>
          </a:p>
          <a:p>
            <a:r>
              <a:rPr lang="en-NZ" sz="1200" b="0" i="0" kern="1200" dirty="0">
                <a:solidFill>
                  <a:schemeClr val="tx1"/>
                </a:solidFill>
                <a:effectLst/>
                <a:latin typeface="Arial" charset="0"/>
                <a:ea typeface="+mn-ea"/>
                <a:cs typeface="Arial" charset="0"/>
              </a:rPr>
              <a:t>a UDP packet is the entire message. Each UDP packet is self contained.</a:t>
            </a:r>
            <a:br>
              <a:rPr lang="en-NZ" dirty="0"/>
            </a:br>
            <a:r>
              <a:rPr lang="en-NZ" sz="1200" b="0" i="0" kern="1200" dirty="0">
                <a:solidFill>
                  <a:schemeClr val="tx1"/>
                </a:solidFill>
                <a:effectLst/>
                <a:latin typeface="Arial" charset="0"/>
                <a:ea typeface="+mn-ea"/>
                <a:cs typeface="Arial" charset="0"/>
              </a:rPr>
              <a:t>TCP packets are part of a stream, a fragment of the whole stream. So</a:t>
            </a:r>
            <a:br>
              <a:rPr lang="en-NZ" dirty="0"/>
            </a:br>
            <a:r>
              <a:rPr lang="en-NZ" sz="1200" b="0" i="0" kern="1200" dirty="0">
                <a:solidFill>
                  <a:schemeClr val="tx1"/>
                </a:solidFill>
                <a:effectLst/>
                <a:latin typeface="Arial" charset="0"/>
                <a:ea typeface="+mn-ea"/>
                <a:cs typeface="Arial" charset="0"/>
              </a:rPr>
              <a:t>nobody knows how long the stream is.</a:t>
            </a:r>
          </a:p>
          <a:p>
            <a:endParaRPr lang="en-NZ" sz="1200" b="0" i="0" kern="1200" dirty="0">
              <a:solidFill>
                <a:schemeClr val="tx1"/>
              </a:solidFill>
              <a:effectLst/>
              <a:latin typeface="Arial" charset="0"/>
              <a:ea typeface="+mn-ea"/>
              <a:cs typeface="Arial" charset="0"/>
            </a:endParaRPr>
          </a:p>
          <a:p>
            <a:r>
              <a:rPr lang="en-NZ" sz="1200" b="0" i="0" kern="1200" dirty="0">
                <a:solidFill>
                  <a:schemeClr val="tx1"/>
                </a:solidFill>
                <a:effectLst/>
                <a:latin typeface="Arial" charset="0"/>
                <a:ea typeface="+mn-ea"/>
                <a:cs typeface="Arial" charset="0"/>
              </a:rPr>
              <a:t>“Because a UDP packet is not "complete" unless it has all the payload.</a:t>
            </a:r>
            <a:br>
              <a:rPr lang="en-NZ" dirty="0"/>
            </a:br>
            <a:r>
              <a:rPr lang="en-NZ" sz="1200" b="0" i="0" kern="1200" dirty="0">
                <a:solidFill>
                  <a:schemeClr val="tx1"/>
                </a:solidFill>
                <a:effectLst/>
                <a:latin typeface="Arial" charset="0"/>
                <a:ea typeface="+mn-ea"/>
                <a:cs typeface="Arial" charset="0"/>
              </a:rPr>
              <a:t>If a UDP packet arrives, and the length says 10-octets, but there were</a:t>
            </a:r>
            <a:br>
              <a:rPr lang="en-NZ" dirty="0"/>
            </a:br>
            <a:r>
              <a:rPr lang="en-NZ" sz="1200" b="0" i="0" kern="1200" dirty="0">
                <a:solidFill>
                  <a:schemeClr val="tx1"/>
                </a:solidFill>
                <a:effectLst/>
                <a:latin typeface="Arial" charset="0"/>
                <a:ea typeface="+mn-ea"/>
                <a:cs typeface="Arial" charset="0"/>
              </a:rPr>
              <a:t>only 9, throw the packet away”</a:t>
            </a:r>
          </a:p>
          <a:p>
            <a:endParaRPr lang="en-NZ" baseline="0" dirty="0"/>
          </a:p>
          <a:p>
            <a:endParaRPr lang="en-NZ" dirty="0"/>
          </a:p>
        </p:txBody>
      </p:sp>
    </p:spTree>
    <p:extLst>
      <p:ext uri="{BB962C8B-B14F-4D97-AF65-F5344CB8AC3E}">
        <p14:creationId xmlns:p14="http://schemas.microsoft.com/office/powerpoint/2010/main" val="8970017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hlinkClick r:id="rId3"/>
              </a:rPr>
              <a:t>https://www.linkedin.com/pulse/we-need-talk-what-communicated-during-tcpip-3-way-gonzalo-murillo/</a:t>
            </a:r>
            <a:endParaRPr lang="en-NZ" dirty="0"/>
          </a:p>
          <a:p>
            <a:endParaRPr lang="en-NZ" dirty="0"/>
          </a:p>
          <a:p>
            <a:pPr>
              <a:buFont typeface="ZapfDingbats" pitchFamily="82" charset="2"/>
              <a:buNone/>
            </a:pPr>
            <a:r>
              <a:rPr lang="en-US" altLang="en-US" sz="2000" u="sng" kern="0" dirty="0">
                <a:solidFill>
                  <a:srgbClr val="FF0000"/>
                </a:solidFill>
              </a:rPr>
              <a:t>ACKs:</a:t>
            </a:r>
            <a:endParaRPr lang="en-US" altLang="en-US" sz="2000" kern="0" dirty="0"/>
          </a:p>
          <a:p>
            <a:pPr lvl="1"/>
            <a:r>
              <a:rPr lang="en-US" altLang="en-US" sz="2000" kern="0" dirty="0"/>
              <a:t>seq # of next byte expected from the other side</a:t>
            </a:r>
          </a:p>
          <a:p>
            <a:endParaRPr lang="en-NZ" dirty="0"/>
          </a:p>
        </p:txBody>
      </p:sp>
    </p:spTree>
    <p:extLst>
      <p:ext uri="{BB962C8B-B14F-4D97-AF65-F5344CB8AC3E}">
        <p14:creationId xmlns:p14="http://schemas.microsoft.com/office/powerpoint/2010/main" val="32850537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Tree>
    <p:extLst>
      <p:ext uri="{BB962C8B-B14F-4D97-AF65-F5344CB8AC3E}">
        <p14:creationId xmlns:p14="http://schemas.microsoft.com/office/powerpoint/2010/main" val="6523398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Either can end the connection. </a:t>
            </a:r>
          </a:p>
          <a:p>
            <a:endParaRPr lang="en-US" baseline="0" dirty="0"/>
          </a:p>
          <a:p>
            <a:r>
              <a:rPr lang="en-US" baseline="0" dirty="0"/>
              <a:t>Why there is a waiting time? </a:t>
            </a:r>
          </a:p>
          <a:p>
            <a:r>
              <a:rPr lang="en-GB" baseline="0" dirty="0"/>
              <a:t>The TIME_WAIT state ensures that all packets related to the connection are handled correctly. </a:t>
            </a:r>
          </a:p>
          <a:p>
            <a:r>
              <a:rPr lang="en-GB" baseline="0" dirty="0"/>
              <a:t>This is particularly important because TCP packets can be delayed or lost in the network.</a:t>
            </a:r>
            <a:endParaRPr lang="en-US" baseline="0" dirty="0"/>
          </a:p>
          <a:p>
            <a:endParaRPr lang="en-US" baseline="0" dirty="0"/>
          </a:p>
        </p:txBody>
      </p:sp>
    </p:spTree>
    <p:extLst>
      <p:ext uri="{BB962C8B-B14F-4D97-AF65-F5344CB8AC3E}">
        <p14:creationId xmlns:p14="http://schemas.microsoft.com/office/powerpoint/2010/main" val="23413757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b="0" i="0" dirty="0">
                <a:solidFill>
                  <a:srgbClr val="0D0D0D"/>
                </a:solidFill>
                <a:effectLst/>
                <a:latin typeface="Söhne"/>
              </a:rPr>
              <a:t>TCP views data as an order stream of bytes.</a:t>
            </a:r>
          </a:p>
          <a:p>
            <a:endParaRPr lang="en-NZ" b="0" i="0" dirty="0">
              <a:solidFill>
                <a:srgbClr val="0D0D0D"/>
              </a:solidFill>
              <a:effectLst/>
              <a:latin typeface="Söhne"/>
            </a:endParaRPr>
          </a:p>
          <a:p>
            <a:r>
              <a:rPr lang="en-NZ" b="0" i="0" dirty="0">
                <a:solidFill>
                  <a:srgbClr val="0D0D0D"/>
                </a:solidFill>
                <a:effectLst/>
                <a:latin typeface="Söhne"/>
              </a:rPr>
              <a:t>Sequence # for a segment is the byte-stream number of the first byte in the segment.</a:t>
            </a:r>
          </a:p>
          <a:p>
            <a:endParaRPr lang="en-NZ" b="0" i="0" dirty="0">
              <a:solidFill>
                <a:srgbClr val="0D0D0D"/>
              </a:solidFill>
              <a:effectLst/>
              <a:latin typeface="Söhne"/>
            </a:endParaRPr>
          </a:p>
          <a:p>
            <a:r>
              <a:rPr lang="en-NZ" b="0" i="0" dirty="0">
                <a:solidFill>
                  <a:srgbClr val="0D0D0D"/>
                </a:solidFill>
                <a:effectLst/>
                <a:latin typeface="Söhne"/>
              </a:rPr>
              <a:t>As data is transmitted, the sequence number is incremented by the number of bytes of data sent in each TCP segment. </a:t>
            </a:r>
            <a:endParaRPr lang="en-NZ" dirty="0"/>
          </a:p>
        </p:txBody>
      </p:sp>
    </p:spTree>
    <p:extLst>
      <p:ext uri="{BB962C8B-B14F-4D97-AF65-F5344CB8AC3E}">
        <p14:creationId xmlns:p14="http://schemas.microsoft.com/office/powerpoint/2010/main" val="3006040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Each character typed by the user will be sent to the remote host.</a:t>
            </a:r>
          </a:p>
          <a:p>
            <a:r>
              <a:rPr lang="en-NZ" dirty="0"/>
              <a:t>The remote host will send back a copy of each character, which will be displayed on the Telnet user’s screen.</a:t>
            </a:r>
          </a:p>
          <a:p>
            <a:r>
              <a:rPr lang="en-NZ" dirty="0"/>
              <a:t>- Echo back for immediate feedback and input verification</a:t>
            </a:r>
          </a:p>
          <a:p>
            <a:endParaRPr lang="en-NZ" dirty="0"/>
          </a:p>
          <a:p>
            <a:r>
              <a:rPr lang="en-NZ" dirty="0"/>
              <a:t>The starting sequence numbers are 42 and 79 for the client and server.</a:t>
            </a:r>
          </a:p>
          <a:p>
            <a:endParaRPr lang="en-NZ" dirty="0"/>
          </a:p>
          <a:p>
            <a:r>
              <a:rPr lang="en-NZ" dirty="0" err="1"/>
              <a:t>Seq</a:t>
            </a:r>
            <a:r>
              <a:rPr lang="en-NZ" dirty="0"/>
              <a:t>#: usually the byte-stream “number” of first byte in segment’s data </a:t>
            </a:r>
          </a:p>
          <a:p>
            <a:r>
              <a:rPr lang="en-NZ" dirty="0"/>
              <a:t>ACK: </a:t>
            </a:r>
            <a:r>
              <a:rPr lang="en-NZ" dirty="0" err="1"/>
              <a:t>seq</a:t>
            </a:r>
            <a:r>
              <a:rPr lang="en-NZ" dirty="0"/>
              <a:t># of next byte expected from the other side</a:t>
            </a:r>
          </a:p>
        </p:txBody>
      </p:sp>
    </p:spTree>
    <p:extLst>
      <p:ext uri="{BB962C8B-B14F-4D97-AF65-F5344CB8AC3E}">
        <p14:creationId xmlns:p14="http://schemas.microsoft.com/office/powerpoint/2010/main" val="41027963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953235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i="0" dirty="0"/>
              <a:t>Whenever the timeout event occurs, TCP retransmits the not-yet-acknowledged segment with the smallest sequence number.</a:t>
            </a:r>
            <a:endParaRPr lang="en-NZ" i="0" dirty="0">
              <a:latin typeface="Arial" charset="0"/>
              <a:cs typeface="Arial" charset="0"/>
            </a:endParaRPr>
          </a:p>
          <a:p>
            <a:endParaRPr lang="en-NZ" altLang="en-US" i="0" dirty="0">
              <a:latin typeface="Arial" charset="0"/>
              <a:cs typeface="Arial" charset="0"/>
            </a:endParaRPr>
          </a:p>
          <a:p>
            <a:r>
              <a:rPr lang="en-US" altLang="en-US" i="0" dirty="0">
                <a:latin typeface="Arial" panose="020B0604020202020204" pitchFamily="34" charset="0"/>
                <a:cs typeface="Arial" panose="020B0604020202020204" pitchFamily="34" charset="0"/>
              </a:rPr>
              <a:t>(new) </a:t>
            </a:r>
            <a:r>
              <a:rPr lang="en-US" altLang="en-US" i="0" dirty="0" err="1">
                <a:latin typeface="Courier New" panose="02070309020205020404" pitchFamily="49" charset="0"/>
                <a:cs typeface="Courier New" panose="02070309020205020404" pitchFamily="49" charset="0"/>
              </a:rPr>
              <a:t>TimoutInterval</a:t>
            </a:r>
            <a:r>
              <a:rPr lang="en-US" altLang="en-US" i="0" dirty="0">
                <a:latin typeface="Courier New" panose="02070309020205020404" pitchFamily="49" charset="0"/>
                <a:cs typeface="Courier New" panose="02070309020205020404" pitchFamily="49" charset="0"/>
              </a:rPr>
              <a:t> </a:t>
            </a:r>
            <a:r>
              <a:rPr lang="en-US" altLang="en-US" i="0" dirty="0">
                <a:latin typeface="Arial" panose="020B0604020202020204" pitchFamily="34" charset="0"/>
                <a:cs typeface="Arial" panose="020B0604020202020204" pitchFamily="34" charset="0"/>
              </a:rPr>
              <a:t>=2* (previous) </a:t>
            </a:r>
            <a:r>
              <a:rPr lang="en-US" altLang="en-US" i="0" dirty="0" err="1">
                <a:latin typeface="Courier New" panose="02070309020205020404" pitchFamily="49" charset="0"/>
                <a:cs typeface="Courier New" panose="02070309020205020404" pitchFamily="49" charset="0"/>
              </a:rPr>
              <a:t>TimeoutInterval</a:t>
            </a:r>
            <a:endParaRPr lang="en-US" altLang="en-US" i="0" dirty="0">
              <a:latin typeface="Courier New" panose="02070309020205020404" pitchFamily="49" charset="0"/>
              <a:cs typeface="Courier New" panose="02070309020205020404" pitchFamily="49" charset="0"/>
            </a:endParaRPr>
          </a:p>
          <a:p>
            <a:r>
              <a:rPr lang="en-US" altLang="en-US" i="0" dirty="0">
                <a:latin typeface="Arial" panose="020B0604020202020204" pitchFamily="34" charset="0"/>
                <a:cs typeface="Arial" panose="020B0604020202020204" pitchFamily="34" charset="0"/>
              </a:rPr>
              <a:t>Motivation: no packet was received for the last timeout period; could be a congestion, trying to slow down the sending process.</a:t>
            </a:r>
          </a:p>
        </p:txBody>
      </p:sp>
    </p:spTree>
    <p:extLst>
      <p:ext uri="{BB962C8B-B14F-4D97-AF65-F5344CB8AC3E}">
        <p14:creationId xmlns:p14="http://schemas.microsoft.com/office/powerpoint/2010/main" val="35155846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2E194E1-BB7A-4F29-9409-1B3E37B9D56D}" type="slidenum">
              <a:rPr lang="en-US" altLang="en-US"/>
              <a:pPr/>
              <a:t>33</a:t>
            </a:fld>
            <a:endParaRPr lang="en-US" altLang="en-US"/>
          </a:p>
        </p:txBody>
      </p:sp>
      <p:sp>
        <p:nvSpPr>
          <p:cNvPr id="192514" name="Rectangle 2"/>
          <p:cNvSpPr>
            <a:spLocks noGrp="1" noRot="1" noChangeAspect="1" noChangeArrowheads="1" noTextEdit="1"/>
          </p:cNvSpPr>
          <p:nvPr>
            <p:ph type="sldImg"/>
          </p:nvPr>
        </p:nvSpPr>
        <p:spPr>
          <a:ln/>
        </p:spPr>
      </p:sp>
      <p:sp>
        <p:nvSpPr>
          <p:cNvPr id="192515" name="Rectangle 3"/>
          <p:cNvSpPr>
            <a:spLocks noGrp="1" noChangeArrowheads="1"/>
          </p:cNvSpPr>
          <p:nvPr>
            <p:ph type="body" idx="1"/>
          </p:nvPr>
        </p:nvSpPr>
        <p:spPr/>
        <p:txBody>
          <a:bodyPr/>
          <a:lstStyle/>
          <a:p>
            <a:r>
              <a:rPr lang="en-NZ" dirty="0"/>
              <a:t>When a segment is sent, a retransmission timer is started. If the segment is acknowledged before the timer expires, the timer is stopped. If, on the other hand, the timer goes off before the acknowledgement comes in, the segment is retransmitted (and the timer </a:t>
            </a:r>
            <a:r>
              <a:rPr lang="en-NZ" dirty="0" err="1"/>
              <a:t>os</a:t>
            </a:r>
            <a:r>
              <a:rPr lang="en-NZ" dirty="0"/>
              <a:t> started again).</a:t>
            </a:r>
            <a:endParaRPr lang="en-US" altLang="en-US" dirty="0"/>
          </a:p>
        </p:txBody>
      </p:sp>
    </p:spTree>
    <p:extLst>
      <p:ext uri="{BB962C8B-B14F-4D97-AF65-F5344CB8AC3E}">
        <p14:creationId xmlns:p14="http://schemas.microsoft.com/office/powerpoint/2010/main" val="23353754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2E194E1-BB7A-4F29-9409-1B3E37B9D56D}" type="slidenum">
              <a:rPr lang="en-US" altLang="en-US"/>
              <a:pPr/>
              <a:t>34</a:t>
            </a:fld>
            <a:endParaRPr lang="en-US" altLang="en-US"/>
          </a:p>
        </p:txBody>
      </p:sp>
      <p:sp>
        <p:nvSpPr>
          <p:cNvPr id="192514" name="Rectangle 2"/>
          <p:cNvSpPr>
            <a:spLocks noGrp="1" noRot="1" noChangeAspect="1" noChangeArrowheads="1" noTextEdit="1"/>
          </p:cNvSpPr>
          <p:nvPr>
            <p:ph type="sldImg"/>
          </p:nvPr>
        </p:nvSpPr>
        <p:spPr>
          <a:ln/>
        </p:spPr>
      </p:sp>
      <p:sp>
        <p:nvSpPr>
          <p:cNvPr id="192515" name="Rectangle 3"/>
          <p:cNvSpPr>
            <a:spLocks noGrp="1" noChangeArrowheads="1"/>
          </p:cNvSpPr>
          <p:nvPr>
            <p:ph type="body" idx="1"/>
          </p:nvPr>
        </p:nvSpPr>
        <p:spPr/>
        <p:txBody>
          <a:bodyPr/>
          <a:lstStyle/>
          <a:p>
            <a:r>
              <a:rPr lang="en-NZ" dirty="0"/>
              <a:t>As long as the ACK for the second segment arrives before the new timeout, the second segment will not be retransmitted.</a:t>
            </a:r>
            <a:endParaRPr lang="en-US" altLang="en-US" dirty="0"/>
          </a:p>
        </p:txBody>
      </p:sp>
    </p:spTree>
    <p:extLst>
      <p:ext uri="{BB962C8B-B14F-4D97-AF65-F5344CB8AC3E}">
        <p14:creationId xmlns:p14="http://schemas.microsoft.com/office/powerpoint/2010/main" val="15533798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First </a:t>
            </a:r>
            <a:r>
              <a:rPr lang="en-NZ" dirty="0" err="1"/>
              <a:t>seg</a:t>
            </a:r>
            <a:r>
              <a:rPr lang="en-NZ" dirty="0"/>
              <a:t> </a:t>
            </a:r>
            <a:r>
              <a:rPr lang="en-NZ" dirty="0" err="1"/>
              <a:t>seq</a:t>
            </a:r>
            <a:r>
              <a:rPr lang="en-NZ" dirty="0"/>
              <a:t># = 80, 12</a:t>
            </a:r>
            <a:r>
              <a:rPr lang="en-NZ" baseline="0" dirty="0"/>
              <a:t> bytes; this one arrives correctly; but its ACK gets lost;  </a:t>
            </a:r>
            <a:endParaRPr lang="en-NZ" dirty="0"/>
          </a:p>
        </p:txBody>
      </p:sp>
    </p:spTree>
    <p:extLst>
      <p:ext uri="{BB962C8B-B14F-4D97-AF65-F5344CB8AC3E}">
        <p14:creationId xmlns:p14="http://schemas.microsoft.com/office/powerpoint/2010/main" val="16149259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First </a:t>
            </a:r>
            <a:r>
              <a:rPr lang="en-NZ" dirty="0" err="1"/>
              <a:t>seg</a:t>
            </a:r>
            <a:r>
              <a:rPr lang="en-NZ" dirty="0"/>
              <a:t> </a:t>
            </a:r>
            <a:r>
              <a:rPr lang="en-NZ" dirty="0" err="1"/>
              <a:t>seq</a:t>
            </a:r>
            <a:r>
              <a:rPr lang="en-NZ" dirty="0"/>
              <a:t># = 80, 12</a:t>
            </a:r>
            <a:r>
              <a:rPr lang="en-NZ" baseline="0" dirty="0"/>
              <a:t> bytes; this one arrives correctly; but its ACK gets lost;  </a:t>
            </a:r>
            <a:endParaRPr lang="en-NZ" dirty="0"/>
          </a:p>
        </p:txBody>
      </p:sp>
    </p:spTree>
    <p:extLst>
      <p:ext uri="{BB962C8B-B14F-4D97-AF65-F5344CB8AC3E}">
        <p14:creationId xmlns:p14="http://schemas.microsoft.com/office/powerpoint/2010/main" val="90561187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Go-back-N: </a:t>
            </a:r>
            <a:r>
              <a:rPr lang="en-NZ" sz="1800" b="0" i="0" u="none" strike="noStrike" dirty="0">
                <a:solidFill>
                  <a:srgbClr val="000000"/>
                </a:solidFill>
                <a:effectLst/>
                <a:highlight>
                  <a:srgbClr val="F5F5F5"/>
                </a:highlight>
                <a:latin typeface="Arial" panose="020B0604020202020204" pitchFamily="34" charset="0"/>
              </a:rPr>
              <a:t>acks are cumulative and re-send all </a:t>
            </a:r>
            <a:r>
              <a:rPr lang="en-NZ" sz="1800" b="0" i="0" u="none" strike="noStrike" dirty="0" err="1">
                <a:solidFill>
                  <a:srgbClr val="000000"/>
                </a:solidFill>
                <a:effectLst/>
                <a:highlight>
                  <a:srgbClr val="F5F5F5"/>
                </a:highlight>
                <a:latin typeface="Arial" panose="020B0604020202020204" pitchFamily="34" charset="0"/>
              </a:rPr>
              <a:t>unACKed</a:t>
            </a:r>
            <a:r>
              <a:rPr lang="en-NZ" sz="1800" b="0" i="0" u="none" strike="noStrike" dirty="0">
                <a:solidFill>
                  <a:srgbClr val="000000"/>
                </a:solidFill>
                <a:effectLst/>
                <a:highlight>
                  <a:srgbClr val="F5F5F5"/>
                </a:highlight>
                <a:latin typeface="Arial" panose="020B0604020202020204" pitchFamily="34" charset="0"/>
              </a:rPr>
              <a:t> segments if there's a timeout.</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dirty="0"/>
          </a:p>
          <a:p>
            <a:r>
              <a:rPr lang="en-GB" dirty="0"/>
              <a:t>SR: receiver individually acknowledges all correctly received packets​; sender only resends the oldest packet for which ACK is not received​.</a:t>
            </a:r>
          </a:p>
          <a:p>
            <a:endParaRPr lang="en-GB" dirty="0"/>
          </a:p>
          <a:p>
            <a:r>
              <a:rPr lang="en-GB" dirty="0"/>
              <a:t>Selective ACK:</a:t>
            </a:r>
          </a:p>
          <a:p>
            <a:r>
              <a:rPr lang="en-GB" dirty="0"/>
              <a:t>Allow a TCP receiver to acknowledge out-of-order segments selectively rather than just cumulatively acknowledging the last correctly received, in-order segment.</a:t>
            </a:r>
          </a:p>
          <a:p>
            <a:endParaRPr lang="en-GB" dirty="0"/>
          </a:p>
          <a:p>
            <a:r>
              <a:rPr lang="en-GB" dirty="0"/>
              <a:t>When combined with selective retransmission – skipping the retransmission of segments that have already been selectively acknowledged by the receiver – TCP looks a lot like the generic SR protocol.</a:t>
            </a:r>
            <a:endParaRPr lang="en-NZ" dirty="0"/>
          </a:p>
        </p:txBody>
      </p:sp>
    </p:spTree>
    <p:extLst>
      <p:ext uri="{BB962C8B-B14F-4D97-AF65-F5344CB8AC3E}">
        <p14:creationId xmlns:p14="http://schemas.microsoft.com/office/powerpoint/2010/main" val="15678433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F1269-0715-AA0F-C88C-A37A7F1B71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E6C6A1-11A6-CB18-4B66-4F19E2191C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896CB3-1D14-A952-FC05-294C1110BA8A}"/>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Go-back-N: </a:t>
            </a:r>
            <a:r>
              <a:rPr lang="en-NZ" sz="1800" b="0" i="0" u="none" strike="noStrike" dirty="0">
                <a:solidFill>
                  <a:srgbClr val="000000"/>
                </a:solidFill>
                <a:effectLst/>
                <a:highlight>
                  <a:srgbClr val="F5F5F5"/>
                </a:highlight>
                <a:latin typeface="Arial" panose="020B0604020202020204" pitchFamily="34" charset="0"/>
              </a:rPr>
              <a:t>acks are cumulative and re-send all </a:t>
            </a:r>
            <a:r>
              <a:rPr lang="en-NZ" sz="1800" b="0" i="0" u="none" strike="noStrike" dirty="0" err="1">
                <a:solidFill>
                  <a:srgbClr val="000000"/>
                </a:solidFill>
                <a:effectLst/>
                <a:highlight>
                  <a:srgbClr val="F5F5F5"/>
                </a:highlight>
                <a:latin typeface="Arial" panose="020B0604020202020204" pitchFamily="34" charset="0"/>
              </a:rPr>
              <a:t>unACKed</a:t>
            </a:r>
            <a:r>
              <a:rPr lang="en-NZ" sz="1800" b="0" i="0" u="none" strike="noStrike" dirty="0">
                <a:solidFill>
                  <a:srgbClr val="000000"/>
                </a:solidFill>
                <a:effectLst/>
                <a:highlight>
                  <a:srgbClr val="F5F5F5"/>
                </a:highlight>
                <a:latin typeface="Arial" panose="020B0604020202020204" pitchFamily="34" charset="0"/>
              </a:rPr>
              <a:t> segments if there's a timeout.</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dirty="0"/>
          </a:p>
          <a:p>
            <a:r>
              <a:rPr lang="en-GB" dirty="0"/>
              <a:t>SR: receiver individually acknowledges all correctly received packets​; sender only resends the oldest packet for which ACK is not received​.</a:t>
            </a:r>
          </a:p>
          <a:p>
            <a:endParaRPr lang="en-GB" dirty="0"/>
          </a:p>
          <a:p>
            <a:r>
              <a:rPr lang="en-GB" dirty="0"/>
              <a:t>Selective ACK:</a:t>
            </a:r>
          </a:p>
          <a:p>
            <a:r>
              <a:rPr lang="en-GB" dirty="0"/>
              <a:t>Allow a TCP receiver to acknowledge out-of-order segments selectively rather than just cumulatively acknowledging the last correctly received, in-order segment.</a:t>
            </a:r>
          </a:p>
          <a:p>
            <a:endParaRPr lang="en-GB" dirty="0"/>
          </a:p>
          <a:p>
            <a:r>
              <a:rPr lang="en-GB" dirty="0"/>
              <a:t>When combined with selective retransmission – skipping the retransmission of segments that have already been selectively acknowledged by the receiver – TCP looks a lot like the generic SR protocol.</a:t>
            </a:r>
            <a:endParaRPr lang="en-NZ" dirty="0"/>
          </a:p>
        </p:txBody>
      </p:sp>
    </p:spTree>
    <p:extLst>
      <p:ext uri="{BB962C8B-B14F-4D97-AF65-F5344CB8AC3E}">
        <p14:creationId xmlns:p14="http://schemas.microsoft.com/office/powerpoint/2010/main" val="28338712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Why not</a:t>
            </a:r>
            <a:r>
              <a:rPr lang="en-NZ" baseline="0" dirty="0"/>
              <a:t> use retransmitted segments?</a:t>
            </a:r>
            <a:endParaRPr lang="en-NZ" dirty="0"/>
          </a:p>
        </p:txBody>
      </p:sp>
    </p:spTree>
    <p:extLst>
      <p:ext uri="{BB962C8B-B14F-4D97-AF65-F5344CB8AC3E}">
        <p14:creationId xmlns:p14="http://schemas.microsoft.com/office/powerpoint/2010/main" val="38140401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err="1"/>
              <a:t>DevRTT</a:t>
            </a:r>
            <a:r>
              <a:rPr lang="en-NZ" dirty="0"/>
              <a:t> refers to the deviation of the Round-Trip Time (RTT).</a:t>
            </a:r>
          </a:p>
        </p:txBody>
      </p:sp>
    </p:spTree>
    <p:extLst>
      <p:ext uri="{BB962C8B-B14F-4D97-AF65-F5344CB8AC3E}">
        <p14:creationId xmlns:p14="http://schemas.microsoft.com/office/powerpoint/2010/main" val="18118230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When TCP receives a segment at the other end, the segment's data is placed in the TCP connection's receive buffer. The application reads the stream of data from this buffer. Each side of the connection has its own send buffer and its own receive buffer.</a:t>
            </a:r>
          </a:p>
        </p:txBody>
      </p:sp>
    </p:spTree>
    <p:extLst>
      <p:ext uri="{BB962C8B-B14F-4D97-AF65-F5344CB8AC3E}">
        <p14:creationId xmlns:p14="http://schemas.microsoft.com/office/powerpoint/2010/main" val="56470816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err="1"/>
              <a:t>LastByteRead</a:t>
            </a:r>
            <a:r>
              <a:rPr lang="en-NZ" dirty="0"/>
              <a:t> = the number of the last byte in the data stream read from the buffer by the application process in B. </a:t>
            </a:r>
          </a:p>
          <a:p>
            <a:r>
              <a:rPr lang="en-NZ" dirty="0" err="1"/>
              <a:t>LastByteRcvd</a:t>
            </a:r>
            <a:r>
              <a:rPr lang="en-NZ" dirty="0"/>
              <a:t> = the number of the last byte in the data stream that has arrived from the network and has been placed in the receive buffer at B.</a:t>
            </a:r>
          </a:p>
        </p:txBody>
      </p:sp>
    </p:spTree>
    <p:extLst>
      <p:ext uri="{BB962C8B-B14F-4D97-AF65-F5344CB8AC3E}">
        <p14:creationId xmlns:p14="http://schemas.microsoft.com/office/powerpoint/2010/main" val="1020930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Tree>
    <p:extLst>
      <p:ext uri="{BB962C8B-B14F-4D97-AF65-F5344CB8AC3E}">
        <p14:creationId xmlns:p14="http://schemas.microsoft.com/office/powerpoint/2010/main" val="850166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NZ" sz="1200" dirty="0" err="1"/>
              <a:t>LastByteSent</a:t>
            </a:r>
            <a:r>
              <a:rPr lang="en-NZ" sz="1200" dirty="0"/>
              <a:t> - </a:t>
            </a:r>
            <a:r>
              <a:rPr lang="en-NZ" sz="1200" dirty="0" err="1"/>
              <a:t>LastByteAcked</a:t>
            </a:r>
            <a:r>
              <a:rPr lang="en-NZ" sz="1200" dirty="0"/>
              <a:t>, is the number of unacknowledged data that A has sent</a:t>
            </a:r>
          </a:p>
          <a:p>
            <a:endParaRPr lang="en-NZ" dirty="0"/>
          </a:p>
        </p:txBody>
      </p:sp>
    </p:spTree>
    <p:extLst>
      <p:ext uri="{BB962C8B-B14F-4D97-AF65-F5344CB8AC3E}">
        <p14:creationId xmlns:p14="http://schemas.microsoft.com/office/powerpoint/2010/main" val="386804172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Congestion control is not so much a service provided to the invoking application; it is a service to the network as a whole. ​</a:t>
            </a:r>
            <a:endParaRPr lang="en-AU" dirty="0"/>
          </a:p>
        </p:txBody>
      </p:sp>
    </p:spTree>
    <p:extLst>
      <p:ext uri="{BB962C8B-B14F-4D97-AF65-F5344CB8AC3E}">
        <p14:creationId xmlns:p14="http://schemas.microsoft.com/office/powerpoint/2010/main" val="108280578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solidFill>
                  <a:schemeClr val="tx1"/>
                </a:solidFill>
              </a:rPr>
              <a:t>packet loss typically results from overflowing router buffers as the network becomes congested; congestion control </a:t>
            </a:r>
            <a:r>
              <a:rPr lang="en-NZ" i="1" dirty="0">
                <a:solidFill>
                  <a:schemeClr val="tx1"/>
                </a:solidFill>
              </a:rPr>
              <a:t>treats the cause</a:t>
            </a:r>
            <a:r>
              <a:rPr lang="en-NZ" dirty="0">
                <a:solidFill>
                  <a:schemeClr val="tx1"/>
                </a:solidFill>
              </a:rPr>
              <a:t> of packet loss.</a:t>
            </a:r>
            <a:endParaRPr lang="en-NZ" dirty="0"/>
          </a:p>
        </p:txBody>
      </p:sp>
    </p:spTree>
    <p:extLst>
      <p:ext uri="{BB962C8B-B14F-4D97-AF65-F5344CB8AC3E}">
        <p14:creationId xmlns:p14="http://schemas.microsoft.com/office/powerpoint/2010/main" val="13024891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The constraint above limits the amount of unacknowledged data at the sender and therefore indirectly limits the sender’s send rate.</a:t>
            </a:r>
          </a:p>
        </p:txBody>
      </p:sp>
    </p:spTree>
    <p:extLst>
      <p:ext uri="{BB962C8B-B14F-4D97-AF65-F5344CB8AC3E}">
        <p14:creationId xmlns:p14="http://schemas.microsoft.com/office/powerpoint/2010/main" val="298413453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The constraint above limits the amount of unacknowledged data at the sender and therefore indirectly limits the sender’s send rate.</a:t>
            </a:r>
          </a:p>
        </p:txBody>
      </p:sp>
    </p:spTree>
    <p:extLst>
      <p:ext uri="{BB962C8B-B14F-4D97-AF65-F5344CB8AC3E}">
        <p14:creationId xmlns:p14="http://schemas.microsoft.com/office/powerpoint/2010/main" val="141459614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Fast retransmit is</a:t>
            </a:r>
            <a:r>
              <a:rPr lang="en-NZ" baseline="0" dirty="0"/>
              <a:t> not in conflict with congestion avoidance. </a:t>
            </a:r>
          </a:p>
          <a:p>
            <a:r>
              <a:rPr lang="en-NZ" baseline="0" dirty="0"/>
              <a:t>It can be done at the same time: first (fast) retransmit the missing segment, and then decrease </a:t>
            </a:r>
            <a:r>
              <a:rPr lang="en-NZ" baseline="0" dirty="0" err="1"/>
              <a:t>CongWin</a:t>
            </a:r>
            <a:r>
              <a:rPr lang="en-NZ" baseline="0" dirty="0"/>
              <a:t>.</a:t>
            </a:r>
          </a:p>
          <a:p>
            <a:r>
              <a:rPr lang="en-NZ" baseline="0" dirty="0"/>
              <a:t>The latter is about rate; the former is about which segment to be retransmitted!</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NZ" dirty="0">
                <a:hlinkClick r:id="rId3"/>
              </a:rPr>
              <a:t>https://tools.ietf.org/html/rfc2001</a:t>
            </a:r>
            <a:endParaRPr lang="en-NZ" dirty="0"/>
          </a:p>
          <a:p>
            <a:endParaRPr lang="en-NZ" dirty="0"/>
          </a:p>
          <a:p>
            <a:r>
              <a:rPr lang="en-GB" dirty="0"/>
              <a:t>When there is excessive congestion, then one (or more) router buffers along the path overflows, causing a datagram (containing a TCP segment) to be dropped. </a:t>
            </a:r>
          </a:p>
          <a:p>
            <a:r>
              <a:rPr lang="en-GB" dirty="0"/>
              <a:t>The dropped datagram, in turn, results in a loss event at the sender—either a timeout or the receipt of three duplicate ACKs</a:t>
            </a:r>
            <a:endParaRPr lang="en-NZ" dirty="0"/>
          </a:p>
        </p:txBody>
      </p:sp>
    </p:spTree>
    <p:extLst>
      <p:ext uri="{BB962C8B-B14F-4D97-AF65-F5344CB8AC3E}">
        <p14:creationId xmlns:p14="http://schemas.microsoft.com/office/powerpoint/2010/main" val="21207968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How do the TCP senders determine their sending rates such that they don’t congest the network but at the same time make use of all the available bandwidth?</a:t>
            </a:r>
          </a:p>
          <a:p>
            <a:endParaRPr lang="en-GB" dirty="0"/>
          </a:p>
          <a:p>
            <a:r>
              <a:rPr lang="en-GB" dirty="0"/>
              <a:t>TCP’s strategy for adjusting its transmission rate is to increase its rate in response to arriving ACKs until a loss event occurs, at which point, the transmission rate is decreased. T</a:t>
            </a:r>
            <a:endParaRPr lang="en-AU" dirty="0"/>
          </a:p>
        </p:txBody>
      </p:sp>
    </p:spTree>
    <p:extLst>
      <p:ext uri="{BB962C8B-B14F-4D97-AF65-F5344CB8AC3E}">
        <p14:creationId xmlns:p14="http://schemas.microsoft.com/office/powerpoint/2010/main" val="124322806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Used by a TCP sender to control the amount of outstanding data being injected into the network</a:t>
            </a:r>
          </a:p>
          <a:p>
            <a:endParaRPr lang="en-GB"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Used by a TCP </a:t>
            </a:r>
            <a:r>
              <a:rPr lang="en-GB" dirty="0">
                <a:solidFill>
                  <a:schemeClr val="tx1">
                    <a:lumMod val="75000"/>
                    <a:lumOff val="25000"/>
                  </a:schemeClr>
                </a:solidFill>
              </a:rPr>
              <a:t>sender to detect and repair loss</a:t>
            </a:r>
            <a:endParaRPr lang="en-AU" dirty="0">
              <a:solidFill>
                <a:schemeClr val="tx1">
                  <a:lumMod val="75000"/>
                  <a:lumOff val="25000"/>
                </a:schemeClr>
              </a:solidFill>
            </a:endParaRPr>
          </a:p>
        </p:txBody>
      </p:sp>
    </p:spTree>
    <p:extLst>
      <p:ext uri="{BB962C8B-B14F-4D97-AF65-F5344CB8AC3E}">
        <p14:creationId xmlns:p14="http://schemas.microsoft.com/office/powerpoint/2010/main" val="9895762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maximum segment size (MSS) is a parameter of the Options field of the TCP header that specifies the largest amount of data, specified in bytes.</a:t>
            </a:r>
          </a:p>
          <a:p>
            <a:endParaRPr lang="en-AU" dirty="0"/>
          </a:p>
          <a:p>
            <a:r>
              <a:rPr lang="en-GB" dirty="0"/>
              <a:t>Example: MSS = 500 bytes &amp; RTT = 200 msec The initial rate is about 20 kbps (bits per second)</a:t>
            </a:r>
          </a:p>
          <a:p>
            <a:endParaRPr lang="en-GB" dirty="0"/>
          </a:p>
          <a:p>
            <a:r>
              <a:rPr lang="en-GB" dirty="0"/>
              <a:t>Since the available bandwidth to the TCP sender may be much larger than MSS/RTT, the TCP sender would like to find the amount of available bandwidth quickly.</a:t>
            </a:r>
          </a:p>
        </p:txBody>
      </p:sp>
    </p:spTree>
    <p:extLst>
      <p:ext uri="{BB962C8B-B14F-4D97-AF65-F5344CB8AC3E}">
        <p14:creationId xmlns:p14="http://schemas.microsoft.com/office/powerpoint/2010/main" val="329987053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Long-lived TCP connections</a:t>
            </a:r>
          </a:p>
        </p:txBody>
      </p:sp>
    </p:spTree>
    <p:extLst>
      <p:ext uri="{BB962C8B-B14F-4D97-AF65-F5344CB8AC3E}">
        <p14:creationId xmlns:p14="http://schemas.microsoft.com/office/powerpoint/2010/main" val="251400366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336085600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Tree>
    <p:extLst>
      <p:ext uri="{BB962C8B-B14F-4D97-AF65-F5344CB8AC3E}">
        <p14:creationId xmlns:p14="http://schemas.microsoft.com/office/powerpoint/2010/main" val="419231627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TCP Tahoe and Reno algorithms are named after versions of the 4.3BSD operating system where they were first implemented, and these versions were named after geographical locations.</a:t>
            </a:r>
          </a:p>
          <a:p>
            <a:endParaRPr lang="en-NZ" dirty="0"/>
          </a:p>
          <a:p>
            <a:r>
              <a:rPr lang="en-GB" dirty="0"/>
              <a:t>An early version of TCP, known as TCP Tahoe, unconditionally cut its congestion window to 1 MSS and entered the slow-start phase after either a timeout-indicated or triple-duplicate-ACK-indicated loss event. </a:t>
            </a:r>
          </a:p>
          <a:p>
            <a:endParaRPr lang="en-GB" dirty="0"/>
          </a:p>
          <a:p>
            <a:r>
              <a:rPr lang="en-GB" dirty="0"/>
              <a:t>The newer version of TCP, TCP Reno, incorporated fast recovery.</a:t>
            </a:r>
            <a:endParaRPr lang="en-NZ" dirty="0"/>
          </a:p>
          <a:p>
            <a:endParaRPr lang="en-NZ"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The threshold is initially equal to 8 MSS.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For the first eight transmission rounds, Tahoe and Reno take identical actions. The congestion window climbs exponentially fast during slow start and hits the threshold at the fourth round of transmission.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The congestion window then climbs linearly until a triple duplicate- ACK event occurs, just after transmission round 8.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Note that the congestion window is when this loss event occurs.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The value of ssthresh is then set to CongWin/2.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Under TCP Reno, the congestion window is set to ssthresh+3 and then grows linearly.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Under TCP Tahoe, the congestion window is set to 1 MSS and grows exponentially until it reaches the value of ssthresh , at which point it grows linearly.</a:t>
            </a:r>
            <a:endParaRPr lang="en-NZ" dirty="0"/>
          </a:p>
        </p:txBody>
      </p:sp>
    </p:spTree>
    <p:extLst>
      <p:ext uri="{BB962C8B-B14F-4D97-AF65-F5344CB8AC3E}">
        <p14:creationId xmlns:p14="http://schemas.microsoft.com/office/powerpoint/2010/main" val="39755360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6" name="Rectangle 7"/>
          <p:cNvSpPr>
            <a:spLocks noChangeArrowheads="1"/>
          </p:cNvSpPr>
          <p:nvPr/>
        </p:nvSpPr>
        <p:spPr bwMode="auto">
          <a:xfrm>
            <a:off x="0" y="1676400"/>
            <a:ext cx="9144000" cy="1902346"/>
          </a:xfrm>
          <a:prstGeom prst="rect">
            <a:avLst/>
          </a:prstGeom>
          <a:noFill/>
          <a:ln>
            <a:solidFill>
              <a:srgbClr val="800000"/>
            </a:solidFill>
            <a:headEnd/>
            <a:tailEnd/>
          </a:ln>
        </p:spPr>
        <p:style>
          <a:lnRef idx="2">
            <a:schemeClr val="accent2">
              <a:shade val="50000"/>
            </a:schemeClr>
          </a:lnRef>
          <a:fillRef idx="1">
            <a:schemeClr val="accent2"/>
          </a:fillRef>
          <a:effectRef idx="0">
            <a:schemeClr val="accent2"/>
          </a:effectRef>
          <a:fontRef idx="minor">
            <a:schemeClr val="lt1"/>
          </a:fontRef>
        </p:style>
        <p:txBody>
          <a:bodyPr wrap="none" anchor="ctr"/>
          <a:lstStyle/>
          <a:p>
            <a:pPr>
              <a:defRPr/>
            </a:pPr>
            <a:endParaRPr lang="en-US"/>
          </a:p>
        </p:txBody>
      </p:sp>
      <p:sp>
        <p:nvSpPr>
          <p:cNvPr id="6146" name="Rectangle 2"/>
          <p:cNvSpPr>
            <a:spLocks noGrp="1" noChangeArrowheads="1"/>
          </p:cNvSpPr>
          <p:nvPr userDrawn="1">
            <p:ph type="ctrTitle"/>
          </p:nvPr>
        </p:nvSpPr>
        <p:spPr>
          <a:xfrm>
            <a:off x="685800" y="1882775"/>
            <a:ext cx="7772400" cy="1470025"/>
          </a:xfrm>
        </p:spPr>
        <p:txBody>
          <a:bodyPr/>
          <a:lstStyle>
            <a:lvl1pPr>
              <a:defRPr sz="4000">
                <a:solidFill>
                  <a:schemeClr val="tx1"/>
                </a:solidFill>
              </a:defRPr>
            </a:lvl1pPr>
          </a:lstStyle>
          <a:p>
            <a:r>
              <a:rPr lang="en-US"/>
              <a:t>Click to edit Master title style</a:t>
            </a:r>
          </a:p>
        </p:txBody>
      </p:sp>
      <p:sp>
        <p:nvSpPr>
          <p:cNvPr id="6147" name="Rectangle 3"/>
          <p:cNvSpPr>
            <a:spLocks noGrp="1" noChangeArrowheads="1"/>
          </p:cNvSpPr>
          <p:nvPr userDrawn="1">
            <p:ph type="subTitle" idx="1"/>
          </p:nvPr>
        </p:nvSpPr>
        <p:spPr>
          <a:xfrm>
            <a:off x="1371600" y="4343400"/>
            <a:ext cx="6400800" cy="1752600"/>
          </a:xfrm>
        </p:spPr>
        <p:txBody>
          <a:bodyPr/>
          <a:lstStyle>
            <a:lvl1pPr marL="0" indent="0" algn="ctr">
              <a:buFont typeface="Wingdings" pitchFamily="2" charset="2"/>
              <a:buNone/>
              <a:defRPr sz="2800"/>
            </a:lvl1pPr>
          </a:lstStyle>
          <a:p>
            <a:r>
              <a:rPr lang="en-US"/>
              <a:t>Click to edit Master subtitle style</a:t>
            </a:r>
          </a:p>
        </p:txBody>
      </p:sp>
    </p:spTree>
    <p:extLst>
      <p:ext uri="{BB962C8B-B14F-4D97-AF65-F5344CB8AC3E}">
        <p14:creationId xmlns:p14="http://schemas.microsoft.com/office/powerpoint/2010/main" val="33841914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p:cNvSpPr>
            <a:spLocks noGrp="1"/>
          </p:cNvSpPr>
          <p:nvPr>
            <p:ph idx="1"/>
          </p:nvPr>
        </p:nvSpPr>
        <p:spPr>
          <a:xfrm>
            <a:off x="457200" y="990600"/>
            <a:ext cx="8229600" cy="5334000"/>
          </a:xfrm>
        </p:spPr>
        <p:txBody>
          <a:bodyPr/>
          <a:lstStyle>
            <a:lvl1pPr>
              <a:defRPr sz="3100">
                <a:solidFill>
                  <a:schemeClr val="tx1"/>
                </a:solidFill>
                <a:latin typeface="Arial" panose="020B0604020202020204" pitchFamily="34" charset="0"/>
                <a:cs typeface="Arial" panose="020B0604020202020204" pitchFamily="34" charset="0"/>
              </a:defRPr>
            </a:lvl1pPr>
            <a:lvl2pPr>
              <a:defRPr sz="2600">
                <a:latin typeface="Arial" panose="020B0604020202020204" pitchFamily="34" charset="0"/>
                <a:cs typeface="Arial" panose="020B0604020202020204" pitchFamily="34" charset="0"/>
              </a:defRPr>
            </a:lvl2pPr>
            <a:lvl3pPr>
              <a:defRPr sz="2000">
                <a:latin typeface="Arial" panose="020B0604020202020204" pitchFamily="34" charset="0"/>
                <a:cs typeface="Arial" panose="020B0604020202020204" pitchFamily="34" charset="0"/>
              </a:defRPr>
            </a:lvl3pPr>
            <a:lvl4pPr>
              <a:defRPr sz="1800">
                <a:latin typeface="Arial" panose="020B0604020202020204" pitchFamily="34" charset="0"/>
                <a:cs typeface="Arial" panose="020B0604020202020204" pitchFamily="34" charset="0"/>
              </a:defRPr>
            </a:lvl4pPr>
            <a:lvl5pPr>
              <a:defRPr sz="18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3"/>
          </p:nvPr>
        </p:nvSpPr>
        <p:spPr bwMode="auto">
          <a:xfrm>
            <a:off x="76200" y="6553200"/>
            <a:ext cx="2438400" cy="2667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chemeClr val="tx1"/>
                </a:solidFill>
                <a:latin typeface="Arial" panose="020B0604020202020204" pitchFamily="34" charset="0"/>
                <a:cs typeface="Arial" panose="020B0604020202020204" pitchFamily="34" charset="0"/>
              </a:defRPr>
            </a:lvl1pPr>
          </a:lstStyle>
          <a:p>
            <a:pPr>
              <a:defRPr/>
            </a:pPr>
            <a:endParaRPr lang="en-US"/>
          </a:p>
        </p:txBody>
      </p:sp>
      <p:sp>
        <p:nvSpPr>
          <p:cNvPr id="5" name="Rectangle 6"/>
          <p:cNvSpPr>
            <a:spLocks noGrp="1" noChangeArrowheads="1"/>
          </p:cNvSpPr>
          <p:nvPr>
            <p:ph type="sldNum" sz="quarter" idx="4"/>
          </p:nvPr>
        </p:nvSpPr>
        <p:spPr bwMode="auto">
          <a:xfrm>
            <a:off x="6972300" y="6553200"/>
            <a:ext cx="2011363" cy="27827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chemeClr val="tx1"/>
                </a:solidFill>
                <a:latin typeface="Arial" panose="020B0604020202020204" pitchFamily="34" charset="0"/>
                <a:cs typeface="Arial" panose="020B0604020202020204" pitchFamily="34" charset="0"/>
              </a:defRPr>
            </a:lvl1pPr>
          </a:lstStyle>
          <a:p>
            <a:pPr>
              <a:defRPr/>
            </a:pPr>
            <a:fld id="{DACE9E11-39C8-4E20-894F-A4A883CCF6EF}" type="slidenum">
              <a:rPr lang="en-US" smtClean="0"/>
              <a:pPr>
                <a:defRPr/>
              </a:pPr>
              <a:t>‹#›</a:t>
            </a:fld>
            <a:endParaRPr lang="en-US"/>
          </a:p>
        </p:txBody>
      </p:sp>
    </p:spTree>
    <p:extLst>
      <p:ext uri="{BB962C8B-B14F-4D97-AF65-F5344CB8AC3E}">
        <p14:creationId xmlns:p14="http://schemas.microsoft.com/office/powerpoint/2010/main" val="16818422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13540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457200" y="1066800"/>
            <a:ext cx="4040188" cy="54102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5" y="1066800"/>
            <a:ext cx="4041775" cy="54102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8"/>
          <p:cNvSpPr>
            <a:spLocks noGrp="1"/>
          </p:cNvSpPr>
          <p:nvPr>
            <p:ph type="title"/>
          </p:nvPr>
        </p:nvSpPr>
        <p:spPr/>
        <p:txBody>
          <a:bodyPr/>
          <a:lstStyle/>
          <a:p>
            <a:r>
              <a:rPr lang="en-US"/>
              <a:t>Click to edit Master title style</a:t>
            </a:r>
          </a:p>
        </p:txBody>
      </p:sp>
      <p:sp>
        <p:nvSpPr>
          <p:cNvPr id="5" name="Rectangle 5"/>
          <p:cNvSpPr>
            <a:spLocks noGrp="1" noChangeArrowheads="1"/>
          </p:cNvSpPr>
          <p:nvPr>
            <p:ph type="ftr" sz="quarter" idx="3"/>
          </p:nvPr>
        </p:nvSpPr>
        <p:spPr bwMode="auto">
          <a:xfrm>
            <a:off x="76200" y="6553200"/>
            <a:ext cx="2438400" cy="2667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chemeClr val="tx1"/>
                </a:solidFill>
                <a:latin typeface="Arial" panose="020B0604020202020204" pitchFamily="34" charset="0"/>
                <a:cs typeface="Arial" panose="020B0604020202020204" pitchFamily="34" charset="0"/>
              </a:defRPr>
            </a:lvl1pPr>
          </a:lstStyle>
          <a:p>
            <a:pPr>
              <a:defRPr/>
            </a:pPr>
            <a:endParaRPr lang="en-US"/>
          </a:p>
        </p:txBody>
      </p:sp>
      <p:sp>
        <p:nvSpPr>
          <p:cNvPr id="7" name="Slide Number Placeholder 6"/>
          <p:cNvSpPr>
            <a:spLocks noGrp="1" noChangeArrowheads="1"/>
          </p:cNvSpPr>
          <p:nvPr>
            <p:ph type="sldNum" sz="quarter" idx="10"/>
          </p:nvPr>
        </p:nvSpPr>
        <p:spPr bwMode="auto">
          <a:xfrm>
            <a:off x="6972300" y="6553200"/>
            <a:ext cx="2011363" cy="27827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chemeClr val="tx1"/>
                </a:solidFill>
                <a:latin typeface="Arial" panose="020B0604020202020204" pitchFamily="34" charset="0"/>
                <a:cs typeface="Arial" panose="020B0604020202020204" pitchFamily="34" charset="0"/>
              </a:defRPr>
            </a:lvl1pPr>
          </a:lstStyle>
          <a:p>
            <a:pPr>
              <a:defRPr/>
            </a:pPr>
            <a:fld id="{DACE9E11-39C8-4E20-894F-A4A883CCF6EF}" type="slidenum">
              <a:rPr lang="en-US" smtClean="0"/>
              <a:pPr>
                <a:defRPr/>
              </a:pPr>
              <a:t>‹#›</a:t>
            </a:fld>
            <a:endParaRPr lang="en-US"/>
          </a:p>
        </p:txBody>
      </p:sp>
    </p:spTree>
    <p:extLst>
      <p:ext uri="{BB962C8B-B14F-4D97-AF65-F5344CB8AC3E}">
        <p14:creationId xmlns:p14="http://schemas.microsoft.com/office/powerpoint/2010/main" val="24785768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6" name="Rectangle 6"/>
          <p:cNvSpPr>
            <a:spLocks noGrp="1" noChangeArrowheads="1"/>
          </p:cNvSpPr>
          <p:nvPr>
            <p:ph type="sldNum" sz="quarter" idx="4"/>
          </p:nvPr>
        </p:nvSpPr>
        <p:spPr bwMode="auto">
          <a:xfrm>
            <a:off x="6972300" y="6553200"/>
            <a:ext cx="2011363" cy="27827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chemeClr val="tx1"/>
                </a:solidFill>
                <a:latin typeface="Arial" panose="020B0604020202020204" pitchFamily="34" charset="0"/>
                <a:cs typeface="Arial" panose="020B0604020202020204" pitchFamily="34" charset="0"/>
              </a:defRPr>
            </a:lvl1pPr>
          </a:lstStyle>
          <a:p>
            <a:pPr>
              <a:defRPr/>
            </a:pPr>
            <a:fld id="{DACE9E11-39C8-4E20-894F-A4A883CCF6EF}" type="slidenum">
              <a:rPr lang="en-US" smtClean="0"/>
              <a:pPr>
                <a:defRPr/>
              </a:pPr>
              <a:t>‹#›</a:t>
            </a:fld>
            <a:endParaRPr lang="en-US"/>
          </a:p>
        </p:txBody>
      </p:sp>
    </p:spTree>
    <p:extLst>
      <p:ext uri="{BB962C8B-B14F-4D97-AF65-F5344CB8AC3E}">
        <p14:creationId xmlns:p14="http://schemas.microsoft.com/office/powerpoint/2010/main" val="10308877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lvl1pPr>
              <a:defRPr sz="800"/>
            </a:lvl1pPr>
          </a:lstStyle>
          <a:p>
            <a:pPr>
              <a:defRPr/>
            </a:pPr>
            <a:endParaRPr lang="en-US" i="0"/>
          </a:p>
        </p:txBody>
      </p:sp>
      <p:sp>
        <p:nvSpPr>
          <p:cNvPr id="4" name="Content Placeholder 2"/>
          <p:cNvSpPr>
            <a:spLocks noGrp="1"/>
          </p:cNvSpPr>
          <p:nvPr>
            <p:ph idx="1"/>
          </p:nvPr>
        </p:nvSpPr>
        <p:spPr>
          <a:xfrm>
            <a:off x="914399" y="1610713"/>
            <a:ext cx="7790214" cy="4600081"/>
          </a:xfrm>
        </p:spPr>
        <p:txBody>
          <a:bodyPr/>
          <a:lstStyle>
            <a:lvl1pPr>
              <a:buFont typeface="Arial" pitchFamily="34" charset="0"/>
              <a:buNone/>
              <a:defRPr/>
            </a:lvl1pPr>
            <a:lvl2pPr>
              <a:buClr>
                <a:srgbClr val="0000FF"/>
              </a:buClr>
              <a:defRPr/>
            </a:lvl2pPr>
            <a:lvl3pPr>
              <a:buClr>
                <a:srgbClr val="0000FF"/>
              </a:buClr>
              <a:defRPr/>
            </a:lvl3pPr>
            <a:lvl4pPr>
              <a:buClr>
                <a:srgbClr val="0000FF"/>
              </a:buClr>
              <a:defRPr/>
            </a:lvl4pPr>
            <a:lvl5pPr>
              <a:buClr>
                <a:srgbClr val="0000FF"/>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358623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6400"/>
            <a:ext cx="40386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76400"/>
            <a:ext cx="40386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91"/>
          <p:cNvSpPr>
            <a:spLocks noGrp="1" noChangeArrowheads="1"/>
          </p:cNvSpPr>
          <p:nvPr>
            <p:ph type="dt" sz="half" idx="10"/>
          </p:nvPr>
        </p:nvSpPr>
        <p:spPr>
          <a:xfrm>
            <a:off x="457200" y="6248400"/>
            <a:ext cx="2133600" cy="457200"/>
          </a:xfrm>
          <a:prstGeom prst="rect">
            <a:avLst/>
          </a:prstGeom>
          <a:ln/>
        </p:spPr>
        <p:txBody>
          <a:bodyPr/>
          <a:lstStyle>
            <a:lvl1pPr>
              <a:defRPr/>
            </a:lvl1pPr>
          </a:lstStyle>
          <a:p>
            <a:pPr>
              <a:defRPr/>
            </a:pPr>
            <a:endParaRPr lang="en-US"/>
          </a:p>
        </p:txBody>
      </p:sp>
      <p:sp>
        <p:nvSpPr>
          <p:cNvPr id="6" name="Rectangle 1092"/>
          <p:cNvSpPr>
            <a:spLocks noGrp="1" noChangeArrowheads="1"/>
          </p:cNvSpPr>
          <p:nvPr>
            <p:ph type="ftr" sz="quarter" idx="11"/>
          </p:nvPr>
        </p:nvSpPr>
        <p:spPr>
          <a:ln/>
        </p:spPr>
        <p:txBody>
          <a:bodyPr/>
          <a:lstStyle>
            <a:lvl1pPr>
              <a:defRPr/>
            </a:lvl1pPr>
          </a:lstStyle>
          <a:p>
            <a:pPr>
              <a:defRPr/>
            </a:pPr>
            <a:endParaRPr lang="en-US"/>
          </a:p>
        </p:txBody>
      </p:sp>
      <p:sp>
        <p:nvSpPr>
          <p:cNvPr id="7" name="Rectangle 1093"/>
          <p:cNvSpPr>
            <a:spLocks noGrp="1" noChangeArrowheads="1"/>
          </p:cNvSpPr>
          <p:nvPr>
            <p:ph type="sldNum" sz="quarter" idx="12"/>
          </p:nvPr>
        </p:nvSpPr>
        <p:spPr>
          <a:ln/>
        </p:spPr>
        <p:txBody>
          <a:bodyPr/>
          <a:lstStyle>
            <a:lvl1pPr>
              <a:defRPr/>
            </a:lvl1pPr>
          </a:lstStyle>
          <a:p>
            <a:pPr>
              <a:defRPr/>
            </a:pPr>
            <a:fld id="{80DE0355-9741-7640-AC4F-CF3347F782AD}" type="slidenum">
              <a:rPr lang="en-US"/>
              <a:pPr>
                <a:defRPr/>
              </a:pPr>
              <a:t>‹#›</a:t>
            </a:fld>
            <a:endParaRPr lang="en-US"/>
          </a:p>
        </p:txBody>
      </p:sp>
    </p:spTree>
    <p:extLst>
      <p:ext uri="{BB962C8B-B14F-4D97-AF65-F5344CB8AC3E}">
        <p14:creationId xmlns:p14="http://schemas.microsoft.com/office/powerpoint/2010/main" val="22438245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91"/>
          <p:cNvSpPr>
            <a:spLocks noGrp="1" noChangeArrowheads="1"/>
          </p:cNvSpPr>
          <p:nvPr>
            <p:ph type="dt" sz="half" idx="10"/>
          </p:nvPr>
        </p:nvSpPr>
        <p:spPr>
          <a:xfrm>
            <a:off x="457200" y="6248400"/>
            <a:ext cx="2133600" cy="457200"/>
          </a:xfrm>
          <a:prstGeom prst="rect">
            <a:avLst/>
          </a:prstGeom>
          <a:ln/>
        </p:spPr>
        <p:txBody>
          <a:bodyPr/>
          <a:lstStyle>
            <a:lvl1pPr>
              <a:defRPr/>
            </a:lvl1pPr>
          </a:lstStyle>
          <a:p>
            <a:pPr>
              <a:defRPr/>
            </a:pPr>
            <a:endParaRPr lang="en-US"/>
          </a:p>
        </p:txBody>
      </p:sp>
      <p:sp>
        <p:nvSpPr>
          <p:cNvPr id="4" name="Rectangle 1092"/>
          <p:cNvSpPr>
            <a:spLocks noGrp="1" noChangeArrowheads="1"/>
          </p:cNvSpPr>
          <p:nvPr>
            <p:ph type="ftr" sz="quarter" idx="11"/>
          </p:nvPr>
        </p:nvSpPr>
        <p:spPr>
          <a:ln/>
        </p:spPr>
        <p:txBody>
          <a:bodyPr/>
          <a:lstStyle>
            <a:lvl1pPr>
              <a:defRPr/>
            </a:lvl1pPr>
          </a:lstStyle>
          <a:p>
            <a:pPr>
              <a:defRPr/>
            </a:pPr>
            <a:endParaRPr lang="en-US"/>
          </a:p>
        </p:txBody>
      </p:sp>
      <p:sp>
        <p:nvSpPr>
          <p:cNvPr id="5" name="Rectangle 1093"/>
          <p:cNvSpPr>
            <a:spLocks noGrp="1" noChangeArrowheads="1"/>
          </p:cNvSpPr>
          <p:nvPr>
            <p:ph type="sldNum" sz="quarter" idx="12"/>
          </p:nvPr>
        </p:nvSpPr>
        <p:spPr>
          <a:ln/>
        </p:spPr>
        <p:txBody>
          <a:bodyPr/>
          <a:lstStyle>
            <a:lvl1pPr>
              <a:defRPr/>
            </a:lvl1pPr>
          </a:lstStyle>
          <a:p>
            <a:pPr>
              <a:defRPr/>
            </a:pPr>
            <a:fld id="{F077EB57-2F86-E04E-ACF4-B5B9117ACB7A}" type="slidenum">
              <a:rPr lang="en-US"/>
              <a:pPr>
                <a:defRPr/>
              </a:pPr>
              <a:t>‹#›</a:t>
            </a:fld>
            <a:endParaRPr lang="en-US"/>
          </a:p>
        </p:txBody>
      </p:sp>
    </p:spTree>
    <p:extLst>
      <p:ext uri="{BB962C8B-B14F-4D97-AF65-F5344CB8AC3E}">
        <p14:creationId xmlns:p14="http://schemas.microsoft.com/office/powerpoint/2010/main" val="14565333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069263" cy="685800"/>
          </a:xfrm>
        </p:spPr>
        <p:txBody>
          <a:bodyPr/>
          <a:lstStyle/>
          <a:p>
            <a:r>
              <a:rPr lang="en-US"/>
              <a:t>Click to edit Master title style</a:t>
            </a:r>
          </a:p>
        </p:txBody>
      </p:sp>
      <p:sp>
        <p:nvSpPr>
          <p:cNvPr id="3" name="Text Placeholder 2"/>
          <p:cNvSpPr>
            <a:spLocks noGrp="1"/>
          </p:cNvSpPr>
          <p:nvPr>
            <p:ph type="body" sz="half" idx="1"/>
          </p:nvPr>
        </p:nvSpPr>
        <p:spPr>
          <a:xfrm>
            <a:off x="457200" y="1219200"/>
            <a:ext cx="415290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2500" y="1219200"/>
            <a:ext cx="415290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0"/>
          </p:nvPr>
        </p:nvSpPr>
        <p:spPr>
          <a:xfrm>
            <a:off x="8001000" y="6324600"/>
            <a:ext cx="914400" cy="381000"/>
          </a:xfrm>
        </p:spPr>
        <p:txBody>
          <a:bodyPr/>
          <a:lstStyle>
            <a:lvl1pPr>
              <a:defRPr/>
            </a:lvl1pPr>
          </a:lstStyle>
          <a:p>
            <a:fld id="{BFD486B6-1D19-4441-9EC5-9E127FDEC898}" type="slidenum">
              <a:rPr lang="en-US" altLang="en-US"/>
              <a:pPr/>
              <a:t>‹#›</a:t>
            </a:fld>
            <a:endParaRPr lang="en-US" altLang="en-US"/>
          </a:p>
        </p:txBody>
      </p:sp>
    </p:spTree>
    <p:extLst>
      <p:ext uri="{BB962C8B-B14F-4D97-AF65-F5344CB8AC3E}">
        <p14:creationId xmlns:p14="http://schemas.microsoft.com/office/powerpoint/2010/main" val="8070164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OverTx">
  <p:cSld name="Title and 2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304800" y="381000"/>
            <a:ext cx="8069263" cy="685800"/>
          </a:xfrm>
        </p:spPr>
        <p:txBody>
          <a:bodyPr/>
          <a:lstStyle/>
          <a:p>
            <a:r>
              <a:rPr lang="en-US"/>
              <a:t>Click to edit Master title style</a:t>
            </a:r>
          </a:p>
        </p:txBody>
      </p:sp>
      <p:sp>
        <p:nvSpPr>
          <p:cNvPr id="3" name="Content Placeholder 2"/>
          <p:cNvSpPr>
            <a:spLocks noGrp="1"/>
          </p:cNvSpPr>
          <p:nvPr>
            <p:ph sz="quarter" idx="1"/>
          </p:nvPr>
        </p:nvSpPr>
        <p:spPr>
          <a:xfrm>
            <a:off x="457200" y="1219200"/>
            <a:ext cx="415290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762500" y="1219200"/>
            <a:ext cx="415290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half" idx="3"/>
          </p:nvPr>
        </p:nvSpPr>
        <p:spPr>
          <a:xfrm>
            <a:off x="457200" y="4038600"/>
            <a:ext cx="8458200" cy="266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0"/>
          </p:nvPr>
        </p:nvSpPr>
        <p:spPr>
          <a:xfrm>
            <a:off x="8001000" y="6324600"/>
            <a:ext cx="914400" cy="381000"/>
          </a:xfrm>
        </p:spPr>
        <p:txBody>
          <a:bodyPr/>
          <a:lstStyle>
            <a:lvl1pPr>
              <a:defRPr/>
            </a:lvl1pPr>
          </a:lstStyle>
          <a:p>
            <a:fld id="{416E6285-D75D-4FCC-AA30-4C86105966CF}" type="slidenum">
              <a:rPr lang="en-US" altLang="en-US"/>
              <a:pPr/>
              <a:t>‹#›</a:t>
            </a:fld>
            <a:endParaRPr lang="en-US" altLang="en-US"/>
          </a:p>
        </p:txBody>
      </p:sp>
    </p:spTree>
    <p:extLst>
      <p:ext uri="{BB962C8B-B14F-4D97-AF65-F5344CB8AC3E}">
        <p14:creationId xmlns:p14="http://schemas.microsoft.com/office/powerpoint/2010/main" val="39899995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1" name="Rectangle 7"/>
          <p:cNvSpPr>
            <a:spLocks noChangeArrowheads="1"/>
          </p:cNvSpPr>
          <p:nvPr/>
        </p:nvSpPr>
        <p:spPr bwMode="auto">
          <a:xfrm>
            <a:off x="0" y="0"/>
            <a:ext cx="9144000" cy="865697"/>
          </a:xfrm>
          <a:prstGeom prst="rect">
            <a:avLst/>
          </a:prstGeom>
          <a:noFill/>
          <a:ln>
            <a:solidFill>
              <a:srgbClr val="800000"/>
            </a:solidFill>
            <a:headEnd/>
            <a:tailEnd/>
          </a:ln>
        </p:spPr>
        <p:style>
          <a:lnRef idx="2">
            <a:schemeClr val="accent2">
              <a:shade val="50000"/>
            </a:schemeClr>
          </a:lnRef>
          <a:fillRef idx="1">
            <a:schemeClr val="accent2"/>
          </a:fillRef>
          <a:effectRef idx="0">
            <a:schemeClr val="accent2"/>
          </a:effectRef>
          <a:fontRef idx="minor">
            <a:schemeClr val="lt1"/>
          </a:fontRef>
        </p:style>
        <p:txBody>
          <a:bodyPr wrap="none" anchor="ctr"/>
          <a:lstStyle/>
          <a:p>
            <a:pPr>
              <a:defRPr/>
            </a:pPr>
            <a:endParaRPr lang="en-US">
              <a:latin typeface="Arial" panose="020B0604020202020204" pitchFamily="34" charset="0"/>
              <a:cs typeface="Arial" panose="020B0604020202020204" pitchFamily="34" charset="0"/>
            </a:endParaRPr>
          </a:p>
        </p:txBody>
      </p:sp>
      <p:sp>
        <p:nvSpPr>
          <p:cNvPr id="13315" name="Rectangle 2"/>
          <p:cNvSpPr>
            <a:spLocks noGrp="1" noChangeArrowheads="1"/>
          </p:cNvSpPr>
          <p:nvPr userDrawn="1">
            <p:ph type="title"/>
          </p:nvPr>
        </p:nvSpPr>
        <p:spPr bwMode="auto">
          <a:xfrm>
            <a:off x="457200" y="70056"/>
            <a:ext cx="8229600" cy="7239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3316" name="Rectangle 3"/>
          <p:cNvSpPr>
            <a:spLocks noGrp="1" noChangeArrowheads="1"/>
          </p:cNvSpPr>
          <p:nvPr userDrawn="1">
            <p:ph type="body" idx="1"/>
          </p:nvPr>
        </p:nvSpPr>
        <p:spPr bwMode="auto">
          <a:xfrm>
            <a:off x="457200" y="1066800"/>
            <a:ext cx="8229600" cy="5334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9" name="Rectangle 5"/>
          <p:cNvSpPr>
            <a:spLocks noGrp="1" noChangeArrowheads="1"/>
          </p:cNvSpPr>
          <p:nvPr userDrawn="1">
            <p:ph type="ftr" sz="quarter" idx="3"/>
          </p:nvPr>
        </p:nvSpPr>
        <p:spPr bwMode="auto">
          <a:xfrm>
            <a:off x="76200" y="6553200"/>
            <a:ext cx="2438400" cy="2667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chemeClr val="tx1"/>
                </a:solidFill>
                <a:latin typeface="Arial" panose="020B0604020202020204" pitchFamily="34" charset="0"/>
                <a:cs typeface="Arial" panose="020B0604020202020204" pitchFamily="34" charset="0"/>
              </a:defRPr>
            </a:lvl1pPr>
          </a:lstStyle>
          <a:p>
            <a:pPr>
              <a:defRPr/>
            </a:pPr>
            <a:endParaRPr lang="en-US"/>
          </a:p>
        </p:txBody>
      </p:sp>
      <p:sp>
        <p:nvSpPr>
          <p:cNvPr id="1030" name="Rectangle 6"/>
          <p:cNvSpPr>
            <a:spLocks noGrp="1" noChangeArrowheads="1"/>
          </p:cNvSpPr>
          <p:nvPr userDrawn="1">
            <p:ph type="sldNum" sz="quarter" idx="4"/>
          </p:nvPr>
        </p:nvSpPr>
        <p:spPr bwMode="auto">
          <a:xfrm>
            <a:off x="6972300" y="6553200"/>
            <a:ext cx="2011363" cy="27827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chemeClr val="tx1"/>
                </a:solidFill>
                <a:latin typeface="Arial" panose="020B0604020202020204" pitchFamily="34" charset="0"/>
                <a:cs typeface="Arial" panose="020B0604020202020204" pitchFamily="34" charset="0"/>
              </a:defRPr>
            </a:lvl1pPr>
          </a:lstStyle>
          <a:p>
            <a:pPr>
              <a:defRPr/>
            </a:pPr>
            <a:fld id="{DACE9E11-39C8-4E20-894F-A4A883CCF6EF}" type="slidenum">
              <a:rPr lang="en-US" smtClean="0"/>
              <a:pPr>
                <a:defRPr/>
              </a:pPr>
              <a:t>‹#›</a:t>
            </a:fld>
            <a:endParaRPr lang="en-US"/>
          </a:p>
        </p:txBody>
      </p:sp>
      <p:sp>
        <p:nvSpPr>
          <p:cNvPr id="3" name="TextBox 2">
            <a:extLst>
              <a:ext uri="{FF2B5EF4-FFF2-40B4-BE49-F238E27FC236}">
                <a16:creationId xmlns:a16="http://schemas.microsoft.com/office/drawing/2014/main" id="{9D319C1C-E4D1-30C3-F882-44279EEE4F7E}"/>
              </a:ext>
            </a:extLst>
          </p:cNvPr>
          <p:cNvSpPr txBox="1"/>
          <p:nvPr userDrawn="1">
            <p:extLst>
              <p:ext uri="{1162E1C5-73C7-4A58-AE30-91384D911F3F}">
                <p184:classification xmlns:p184="http://schemas.microsoft.com/office/powerpoint/2018/4/main" val="ftr"/>
              </p:ext>
            </p:extLst>
          </p:nvPr>
        </p:nvSpPr>
        <p:spPr>
          <a:xfrm>
            <a:off x="4320350" y="6687820"/>
            <a:ext cx="523875" cy="106680"/>
          </a:xfrm>
          <a:prstGeom prst="rect">
            <a:avLst/>
          </a:prstGeom>
        </p:spPr>
        <p:txBody>
          <a:bodyPr horzOverflow="overflow" lIns="0" tIns="0" rIns="0" bIns="0">
            <a:spAutoFit/>
          </a:bodyPr>
          <a:lstStyle/>
          <a:p>
            <a:pPr algn="l"/>
            <a:r>
              <a:rPr lang="en-US" sz="700">
                <a:solidFill>
                  <a:srgbClr val="000000">
                    <a:alpha val="50000"/>
                  </a:srgbClr>
                </a:solidFill>
                <a:latin typeface="Calibri" panose="020F0502020204030204" pitchFamily="34" charset="0"/>
                <a:cs typeface="Calibri" panose="020F0502020204030204" pitchFamily="34" charset="0"/>
              </a:rPr>
              <a:t>In-Confidence</a:t>
            </a:r>
          </a:p>
        </p:txBody>
      </p:sp>
    </p:spTree>
    <p:extLst>
      <p:ext uri="{BB962C8B-B14F-4D97-AF65-F5344CB8AC3E}">
        <p14:creationId xmlns:p14="http://schemas.microsoft.com/office/powerpoint/2010/main" val="3806536233"/>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3" r:id="rId4"/>
    <p:sldLayoutId id="2147483724" r:id="rId5"/>
    <p:sldLayoutId id="2147483727" r:id="rId6"/>
    <p:sldLayoutId id="2147483728" r:id="rId7"/>
    <p:sldLayoutId id="2147483729" r:id="rId8"/>
    <p:sldLayoutId id="2147483730" r:id="rId9"/>
    <p:sldLayoutId id="2147483731" r:id="rId10"/>
  </p:sldLayoutIdLst>
  <p:hf hdr="0" ftr="0" dt="0"/>
  <p:txStyles>
    <p:titleStyle>
      <a:lvl1pPr algn="ctr" rtl="0" eaLnBrk="0" fontAlgn="base" hangingPunct="0">
        <a:spcBef>
          <a:spcPct val="0"/>
        </a:spcBef>
        <a:spcAft>
          <a:spcPct val="0"/>
        </a:spcAft>
        <a:defRPr sz="3600">
          <a:solidFill>
            <a:schemeClr val="accent2"/>
          </a:solidFill>
          <a:latin typeface="Arial" panose="020B0604020202020204" pitchFamily="34" charset="0"/>
          <a:ea typeface="+mj-ea"/>
          <a:cs typeface="Arial" panose="020B0604020202020204" pitchFamily="34" charset="0"/>
        </a:defRPr>
      </a:lvl1pPr>
      <a:lvl2pPr algn="ctr" rtl="0" eaLnBrk="0" fontAlgn="base" hangingPunct="0">
        <a:spcBef>
          <a:spcPct val="0"/>
        </a:spcBef>
        <a:spcAft>
          <a:spcPct val="0"/>
        </a:spcAft>
        <a:defRPr sz="3600">
          <a:solidFill>
            <a:schemeClr val="bg1"/>
          </a:solidFill>
          <a:latin typeface="Palatino Linotype" pitchFamily="18" charset="0"/>
          <a:cs typeface="Arial" charset="0"/>
        </a:defRPr>
      </a:lvl2pPr>
      <a:lvl3pPr algn="ctr" rtl="0" eaLnBrk="0" fontAlgn="base" hangingPunct="0">
        <a:spcBef>
          <a:spcPct val="0"/>
        </a:spcBef>
        <a:spcAft>
          <a:spcPct val="0"/>
        </a:spcAft>
        <a:defRPr sz="3600">
          <a:solidFill>
            <a:schemeClr val="bg1"/>
          </a:solidFill>
          <a:latin typeface="Palatino Linotype" pitchFamily="18" charset="0"/>
          <a:cs typeface="Arial" charset="0"/>
        </a:defRPr>
      </a:lvl3pPr>
      <a:lvl4pPr algn="ctr" rtl="0" eaLnBrk="0" fontAlgn="base" hangingPunct="0">
        <a:spcBef>
          <a:spcPct val="0"/>
        </a:spcBef>
        <a:spcAft>
          <a:spcPct val="0"/>
        </a:spcAft>
        <a:defRPr sz="3600">
          <a:solidFill>
            <a:schemeClr val="bg1"/>
          </a:solidFill>
          <a:latin typeface="Palatino Linotype" pitchFamily="18" charset="0"/>
          <a:cs typeface="Arial" charset="0"/>
        </a:defRPr>
      </a:lvl4pPr>
      <a:lvl5pPr algn="ctr" rtl="0" eaLnBrk="0" fontAlgn="base" hangingPunct="0">
        <a:spcBef>
          <a:spcPct val="0"/>
        </a:spcBef>
        <a:spcAft>
          <a:spcPct val="0"/>
        </a:spcAft>
        <a:defRPr sz="3600">
          <a:solidFill>
            <a:schemeClr val="bg1"/>
          </a:solidFill>
          <a:latin typeface="Palatino Linotype" pitchFamily="18" charset="0"/>
          <a:cs typeface="Arial" charset="0"/>
        </a:defRPr>
      </a:lvl5pPr>
      <a:lvl6pPr marL="457200" algn="ctr" rtl="0" fontAlgn="base">
        <a:spcBef>
          <a:spcPct val="0"/>
        </a:spcBef>
        <a:spcAft>
          <a:spcPct val="0"/>
        </a:spcAft>
        <a:defRPr sz="3600">
          <a:solidFill>
            <a:schemeClr val="bg1"/>
          </a:solidFill>
          <a:latin typeface="Palatino Linotype" pitchFamily="18" charset="0"/>
          <a:cs typeface="Arial" charset="0"/>
        </a:defRPr>
      </a:lvl6pPr>
      <a:lvl7pPr marL="914400" algn="ctr" rtl="0" fontAlgn="base">
        <a:spcBef>
          <a:spcPct val="0"/>
        </a:spcBef>
        <a:spcAft>
          <a:spcPct val="0"/>
        </a:spcAft>
        <a:defRPr sz="3600">
          <a:solidFill>
            <a:schemeClr val="bg1"/>
          </a:solidFill>
          <a:latin typeface="Palatino Linotype" pitchFamily="18" charset="0"/>
          <a:cs typeface="Arial" charset="0"/>
        </a:defRPr>
      </a:lvl7pPr>
      <a:lvl8pPr marL="1371600" algn="ctr" rtl="0" fontAlgn="base">
        <a:spcBef>
          <a:spcPct val="0"/>
        </a:spcBef>
        <a:spcAft>
          <a:spcPct val="0"/>
        </a:spcAft>
        <a:defRPr sz="3600">
          <a:solidFill>
            <a:schemeClr val="bg1"/>
          </a:solidFill>
          <a:latin typeface="Palatino Linotype" pitchFamily="18" charset="0"/>
          <a:cs typeface="Arial" charset="0"/>
        </a:defRPr>
      </a:lvl8pPr>
      <a:lvl9pPr marL="1828800" algn="ctr" rtl="0" fontAlgn="base">
        <a:spcBef>
          <a:spcPct val="0"/>
        </a:spcBef>
        <a:spcAft>
          <a:spcPct val="0"/>
        </a:spcAft>
        <a:defRPr sz="3600">
          <a:solidFill>
            <a:schemeClr val="bg1"/>
          </a:solidFill>
          <a:latin typeface="Palatino Linotype" pitchFamily="18" charset="0"/>
          <a:cs typeface="Arial" charset="0"/>
        </a:defRPr>
      </a:lvl9pPr>
    </p:titleStyle>
    <p:bodyStyle>
      <a:lvl1pPr marL="342900" indent="-342900" algn="l" rtl="0" eaLnBrk="0" fontAlgn="base" hangingPunct="0">
        <a:spcBef>
          <a:spcPct val="20000"/>
        </a:spcBef>
        <a:spcAft>
          <a:spcPct val="0"/>
        </a:spcAft>
        <a:buClr>
          <a:schemeClr val="accent2"/>
        </a:buClr>
        <a:buFont typeface="Wingdings" pitchFamily="2" charset="2"/>
        <a:buChar char="§"/>
        <a:defRPr sz="3200">
          <a:solidFill>
            <a:schemeClr val="tx1"/>
          </a:solidFill>
          <a:latin typeface="Arial" panose="020B0604020202020204" pitchFamily="34" charset="0"/>
          <a:ea typeface="+mn-ea"/>
          <a:cs typeface="Arial" panose="020B0604020202020204" pitchFamily="34" charset="0"/>
        </a:defRPr>
      </a:lvl1pPr>
      <a:lvl2pPr marL="742950" indent="-285750" algn="l" rtl="0" eaLnBrk="0" fontAlgn="base" hangingPunct="0">
        <a:spcBef>
          <a:spcPct val="20000"/>
        </a:spcBef>
        <a:spcAft>
          <a:spcPct val="0"/>
        </a:spcAft>
        <a:buClr>
          <a:srgbClr val="00B050"/>
        </a:buClr>
        <a:buChar char="•"/>
        <a:defRPr sz="2800">
          <a:solidFill>
            <a:schemeClr val="tx1"/>
          </a:solidFill>
          <a:latin typeface="Arial" panose="020B0604020202020204" pitchFamily="34" charset="0"/>
          <a:cs typeface="Arial" panose="020B0604020202020204" pitchFamily="34" charset="0"/>
        </a:defRPr>
      </a:lvl2pPr>
      <a:lvl3pPr marL="1143000" indent="-228600" algn="l" rtl="0" eaLnBrk="0" fontAlgn="base" hangingPunct="0">
        <a:spcBef>
          <a:spcPct val="20000"/>
        </a:spcBef>
        <a:spcAft>
          <a:spcPct val="0"/>
        </a:spcAft>
        <a:buChar char="o"/>
        <a:defRPr sz="2000">
          <a:solidFill>
            <a:schemeClr val="tx1"/>
          </a:solidFill>
          <a:latin typeface="Arial" panose="020B0604020202020204" pitchFamily="34" charset="0"/>
          <a:cs typeface="Arial" panose="020B0604020202020204" pitchFamily="34" charset="0"/>
        </a:defRPr>
      </a:lvl3pPr>
      <a:lvl4pPr marL="1600200" indent="-228600" algn="l" rtl="0" eaLnBrk="0" fontAlgn="base" hangingPunct="0">
        <a:spcBef>
          <a:spcPct val="20000"/>
        </a:spcBef>
        <a:spcAft>
          <a:spcPct val="0"/>
        </a:spcAft>
        <a:buChar char="–"/>
        <a:defRPr sz="1800">
          <a:solidFill>
            <a:schemeClr val="tx1"/>
          </a:solidFill>
          <a:latin typeface="Arial" panose="020B0604020202020204" pitchFamily="34" charset="0"/>
          <a:cs typeface="Arial" panose="020B0604020202020204" pitchFamily="34" charset="0"/>
        </a:defRPr>
      </a:lvl4pPr>
      <a:lvl5pPr marL="2057400" indent="-228600" algn="l" rtl="0" eaLnBrk="0" fontAlgn="base" hangingPunct="0">
        <a:spcBef>
          <a:spcPct val="20000"/>
        </a:spcBef>
        <a:spcAft>
          <a:spcPct val="0"/>
        </a:spcAft>
        <a:buChar char="»"/>
        <a:defRPr sz="1800">
          <a:solidFill>
            <a:schemeClr val="tx1"/>
          </a:solidFill>
          <a:latin typeface="Arial" panose="020B0604020202020204" pitchFamily="34" charset="0"/>
          <a:cs typeface="Arial" panose="020B0604020202020204" pitchFamily="34" charset="0"/>
        </a:defRPr>
      </a:lvl5pPr>
      <a:lvl6pPr marL="2514600" indent="-228600" algn="l" rtl="0" fontAlgn="base">
        <a:spcBef>
          <a:spcPct val="20000"/>
        </a:spcBef>
        <a:spcAft>
          <a:spcPct val="0"/>
        </a:spcAft>
        <a:buChar char="»"/>
        <a:defRPr>
          <a:solidFill>
            <a:schemeClr val="tx1"/>
          </a:solidFill>
          <a:latin typeface="+mn-lt"/>
          <a:cs typeface="+mn-cs"/>
        </a:defRPr>
      </a:lvl6pPr>
      <a:lvl7pPr marL="2971800" indent="-228600" algn="l" rtl="0" fontAlgn="base">
        <a:spcBef>
          <a:spcPct val="20000"/>
        </a:spcBef>
        <a:spcAft>
          <a:spcPct val="0"/>
        </a:spcAft>
        <a:buChar char="»"/>
        <a:defRPr>
          <a:solidFill>
            <a:schemeClr val="tx1"/>
          </a:solidFill>
          <a:latin typeface="+mn-lt"/>
          <a:cs typeface="+mn-cs"/>
        </a:defRPr>
      </a:lvl7pPr>
      <a:lvl8pPr marL="3429000" indent="-228600" algn="l" rtl="0" fontAlgn="base">
        <a:spcBef>
          <a:spcPct val="20000"/>
        </a:spcBef>
        <a:spcAft>
          <a:spcPct val="0"/>
        </a:spcAft>
        <a:buChar char="»"/>
        <a:defRPr>
          <a:solidFill>
            <a:schemeClr val="tx1"/>
          </a:solidFill>
          <a:latin typeface="+mn-lt"/>
          <a:cs typeface="+mn-cs"/>
        </a:defRPr>
      </a:lvl8pPr>
      <a:lvl9pPr marL="3886200" indent="-228600" algn="l" rtl="0" fontAlgn="base">
        <a:spcBef>
          <a:spcPct val="20000"/>
        </a:spcBef>
        <a:spcAft>
          <a:spcPct val="0"/>
        </a:spcAft>
        <a:buChar char="»"/>
        <a:defRPr>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Barry.wu@canterbury.ac.nz"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4.wmf"/><Relationship Id="rId3" Type="http://schemas.openxmlformats.org/officeDocument/2006/relationships/image" Target="../media/image1.wmf"/><Relationship Id="rId7" Type="http://schemas.openxmlformats.org/officeDocument/2006/relationships/oleObject" Target="../embeddings/oleObject2.bin"/><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wmf"/><Relationship Id="rId11" Type="http://schemas.openxmlformats.org/officeDocument/2006/relationships/image" Target="../media/image6.png"/><Relationship Id="rId5" Type="http://schemas.openxmlformats.org/officeDocument/2006/relationships/oleObject" Target="../embeddings/oleObject1.bin"/><Relationship Id="rId10" Type="http://schemas.openxmlformats.org/officeDocument/2006/relationships/image" Target="../media/image5.wmf"/><Relationship Id="rId4" Type="http://schemas.openxmlformats.org/officeDocument/2006/relationships/image" Target="../media/image2.png"/><Relationship Id="rId9" Type="http://schemas.openxmlformats.org/officeDocument/2006/relationships/oleObject" Target="../embeddings/oleObject3.bin"/></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9.em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oleObject" Target="../embeddings/oleObject6.bin"/><Relationship Id="rId4" Type="http://schemas.openxmlformats.org/officeDocument/2006/relationships/image" Target="../media/image10.wm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5.xml"/><Relationship Id="rId4" Type="http://schemas.openxmlformats.org/officeDocument/2006/relationships/image" Target="../media/image13.jpeg"/></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10.w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oleObject" Target="../embeddings/oleObject6.bin"/><Relationship Id="rId4" Type="http://schemas.openxmlformats.org/officeDocument/2006/relationships/image" Target="../media/image10.wmf"/></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0.w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0.w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oleObject" Target="../embeddings/oleObject7.bin"/><Relationship Id="rId4" Type="http://schemas.openxmlformats.org/officeDocument/2006/relationships/image" Target="../media/image10.w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26.xml"/><Relationship Id="rId1" Type="http://schemas.openxmlformats.org/officeDocument/2006/relationships/slideLayout" Target="../slideLayouts/slideLayout8.xml"/><Relationship Id="rId5" Type="http://schemas.openxmlformats.org/officeDocument/2006/relationships/oleObject" Target="../embeddings/oleObject7.bin"/><Relationship Id="rId4" Type="http://schemas.openxmlformats.org/officeDocument/2006/relationships/image" Target="../media/image10.w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27.xml"/><Relationship Id="rId1" Type="http://schemas.openxmlformats.org/officeDocument/2006/relationships/slideLayout" Target="../slideLayouts/slideLayout8.xml"/><Relationship Id="rId5" Type="http://schemas.openxmlformats.org/officeDocument/2006/relationships/oleObject" Target="../embeddings/oleObject7.bin"/><Relationship Id="rId4" Type="http://schemas.openxmlformats.org/officeDocument/2006/relationships/image" Target="../media/image10.wmf"/></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8.bin"/><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8.bin"/><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18.svg"/></Relationships>
</file>

<file path=ppt/slides/_rels/slide6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18.svg"/></Relationships>
</file>

<file path=ppt/slides/_rels/slide6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10.wmf"/></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44.xml"/><Relationship Id="rId1" Type="http://schemas.openxmlformats.org/officeDocument/2006/relationships/slideLayout" Target="../slideLayouts/slideLayout4.xml"/><Relationship Id="rId4" Type="http://schemas.openxmlformats.org/officeDocument/2006/relationships/image" Target="../media/image19.emf"/></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hyperlink" Target="https://users.cs.northwestern.edu/~akuzma/classes/CS340-w05/lecture_notes.ht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85800" y="3810000"/>
            <a:ext cx="7696200" cy="1752600"/>
          </a:xfrm>
        </p:spPr>
        <p:txBody>
          <a:bodyPr/>
          <a:lstStyle/>
          <a:p>
            <a:r>
              <a:rPr lang="en-US" sz="2400" dirty="0">
                <a:latin typeface="+mj-lt"/>
              </a:rPr>
              <a:t>Dr Barry Wu</a:t>
            </a:r>
          </a:p>
          <a:p>
            <a:endParaRPr lang="en-US" altLang="zh-CN" sz="1800" dirty="0">
              <a:latin typeface="+mj-lt"/>
            </a:endParaRPr>
          </a:p>
          <a:p>
            <a:r>
              <a:rPr lang="en-US" altLang="zh-CN" sz="1800" dirty="0">
                <a:latin typeface="+mj-lt"/>
              </a:rPr>
              <a:t>WRC</a:t>
            </a:r>
          </a:p>
          <a:p>
            <a:r>
              <a:rPr lang="en-US" altLang="zh-CN" sz="1800" dirty="0">
                <a:latin typeface="+mj-lt"/>
              </a:rPr>
              <a:t>University of Canterbury</a:t>
            </a:r>
          </a:p>
          <a:p>
            <a:r>
              <a:rPr lang="en-US" sz="1600">
                <a:latin typeface="+mj-lt"/>
                <a:hlinkClick r:id="rId3"/>
              </a:rPr>
              <a:t>Barry.wu@</a:t>
            </a:r>
            <a:r>
              <a:rPr lang="en-US" sz="1600" dirty="0">
                <a:latin typeface="+mj-lt"/>
                <a:hlinkClick r:id="rId3"/>
              </a:rPr>
              <a:t>canterbury.ac.nz</a:t>
            </a:r>
            <a:endParaRPr lang="en-US" sz="1600" dirty="0">
              <a:latin typeface="+mj-lt"/>
            </a:endParaRPr>
          </a:p>
        </p:txBody>
      </p:sp>
      <p:sp>
        <p:nvSpPr>
          <p:cNvPr id="4" name="TextBox 3"/>
          <p:cNvSpPr txBox="1"/>
          <p:nvPr/>
        </p:nvSpPr>
        <p:spPr>
          <a:xfrm>
            <a:off x="838200" y="594578"/>
            <a:ext cx="7391400" cy="830997"/>
          </a:xfrm>
          <a:prstGeom prst="rect">
            <a:avLst/>
          </a:prstGeom>
          <a:noFill/>
        </p:spPr>
        <p:txBody>
          <a:bodyPr wrap="square" rtlCol="0">
            <a:spAutoFit/>
          </a:bodyPr>
          <a:lstStyle/>
          <a:p>
            <a:pPr algn="ctr"/>
            <a:r>
              <a:rPr lang="en-US" sz="2400">
                <a:latin typeface="+mj-lt"/>
              </a:rPr>
              <a:t>COSC264</a:t>
            </a:r>
          </a:p>
          <a:p>
            <a:pPr algn="ctr"/>
            <a:r>
              <a:rPr lang="en-NZ" sz="2400">
                <a:latin typeface="+mj-lt"/>
              </a:rPr>
              <a:t>Introduction to Computer Networks and the Internet</a:t>
            </a:r>
            <a:endParaRPr lang="en-US" sz="2400">
              <a:latin typeface="+mj-lt"/>
            </a:endParaRPr>
          </a:p>
        </p:txBody>
      </p:sp>
      <p:sp>
        <p:nvSpPr>
          <p:cNvPr id="5" name="Title 4"/>
          <p:cNvSpPr>
            <a:spLocks noGrp="1"/>
          </p:cNvSpPr>
          <p:nvPr>
            <p:ph type="ctrTitle"/>
          </p:nvPr>
        </p:nvSpPr>
        <p:spPr/>
        <p:txBody>
          <a:bodyPr/>
          <a:lstStyle/>
          <a:p>
            <a:r>
              <a:rPr lang="en-NZ" sz="3200"/>
              <a:t>Transport Layer Protocols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a:t>Learning Objectives</a:t>
            </a:r>
            <a:endParaRPr lang="ko-KR" altLang="en-US"/>
          </a:p>
        </p:txBody>
      </p:sp>
      <p:sp>
        <p:nvSpPr>
          <p:cNvPr id="3" name="Content Placeholder 2"/>
          <p:cNvSpPr>
            <a:spLocks noGrp="1"/>
          </p:cNvSpPr>
          <p:nvPr>
            <p:ph idx="1"/>
          </p:nvPr>
        </p:nvSpPr>
        <p:spPr/>
        <p:txBody>
          <a:bodyPr/>
          <a:lstStyle/>
          <a:p>
            <a:r>
              <a:rPr lang="en-US" altLang="ko-KR" dirty="0"/>
              <a:t>At the end of the lectures, you will be able to:</a:t>
            </a:r>
          </a:p>
          <a:p>
            <a:pPr lvl="1">
              <a:spcAft>
                <a:spcPts val="600"/>
              </a:spcAft>
            </a:pPr>
            <a:r>
              <a:rPr lang="en-NZ" altLang="en-US" sz="2400" dirty="0"/>
              <a:t>Describe transport-layer services</a:t>
            </a:r>
          </a:p>
          <a:p>
            <a:pPr lvl="1">
              <a:spcAft>
                <a:spcPts val="600"/>
              </a:spcAft>
            </a:pPr>
            <a:r>
              <a:rPr lang="en-NZ" altLang="en-US" sz="2400" dirty="0"/>
              <a:t>Explain the concept of multiplexing and demultiplexing</a:t>
            </a:r>
          </a:p>
          <a:p>
            <a:pPr lvl="1">
              <a:spcAft>
                <a:spcPts val="600"/>
              </a:spcAft>
            </a:pPr>
            <a:r>
              <a:rPr lang="en-NZ" altLang="en-US" sz="2400" dirty="0"/>
              <a:t>Present an overview of the UDP services</a:t>
            </a:r>
          </a:p>
          <a:p>
            <a:pPr lvl="1">
              <a:spcAft>
                <a:spcPts val="600"/>
              </a:spcAft>
            </a:pPr>
            <a:r>
              <a:rPr lang="en-NZ" altLang="en-US" sz="2400" dirty="0"/>
              <a:t>Explain the TCP connection management</a:t>
            </a:r>
          </a:p>
          <a:p>
            <a:pPr lvl="1">
              <a:spcAft>
                <a:spcPts val="600"/>
              </a:spcAft>
            </a:pPr>
            <a:r>
              <a:rPr lang="en-NZ" altLang="en-US" sz="2400" dirty="0"/>
              <a:t>Understand how TCP provides reliable data transfer, flow control, and congestion control</a:t>
            </a:r>
            <a:endParaRPr lang="ko-KR" altLang="en-US" sz="2400" dirty="0"/>
          </a:p>
        </p:txBody>
      </p:sp>
      <p:sp>
        <p:nvSpPr>
          <p:cNvPr id="4" name="Slide Number Placeholder 3"/>
          <p:cNvSpPr>
            <a:spLocks noGrp="1"/>
          </p:cNvSpPr>
          <p:nvPr>
            <p:ph type="sldNum" sz="quarter" idx="11"/>
          </p:nvPr>
        </p:nvSpPr>
        <p:spPr bwMode="auto">
          <a:xfrm>
            <a:off x="6972300" y="6553200"/>
            <a:ext cx="2011363" cy="27827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400" kern="1200">
                <a:solidFill>
                  <a:schemeClr val="tx1"/>
                </a:solidFill>
                <a:latin typeface="+mn-lt"/>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DACE9E11-39C8-4E20-894F-A4A883CCF6EF}" type="slidenum">
              <a:rPr lang="en-US" smtClean="0"/>
              <a:pPr>
                <a:defRPr/>
              </a:pPr>
              <a:t>2</a:t>
            </a:fld>
            <a:endParaRPr lang="en-US"/>
          </a:p>
        </p:txBody>
      </p:sp>
    </p:spTree>
    <p:extLst>
      <p:ext uri="{BB962C8B-B14F-4D97-AF65-F5344CB8AC3E}">
        <p14:creationId xmlns:p14="http://schemas.microsoft.com/office/powerpoint/2010/main" val="606395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Outline</a:t>
            </a:r>
          </a:p>
        </p:txBody>
      </p:sp>
      <p:sp>
        <p:nvSpPr>
          <p:cNvPr id="3" name="Content Placeholder 2"/>
          <p:cNvSpPr>
            <a:spLocks noGrp="1"/>
          </p:cNvSpPr>
          <p:nvPr>
            <p:ph idx="1"/>
          </p:nvPr>
        </p:nvSpPr>
        <p:spPr>
          <a:xfrm>
            <a:off x="457200" y="1295400"/>
            <a:ext cx="8229600" cy="5029200"/>
          </a:xfrm>
        </p:spPr>
        <p:txBody>
          <a:bodyPr/>
          <a:lstStyle/>
          <a:p>
            <a:pPr>
              <a:spcBef>
                <a:spcPts val="600"/>
              </a:spcBef>
              <a:spcAft>
                <a:spcPts val="600"/>
              </a:spcAft>
            </a:pPr>
            <a:r>
              <a:rPr lang="en-US" altLang="en-US"/>
              <a:t>Transport-layer services</a:t>
            </a:r>
          </a:p>
          <a:p>
            <a:pPr>
              <a:spcBef>
                <a:spcPts val="600"/>
              </a:spcBef>
              <a:spcAft>
                <a:spcPts val="600"/>
              </a:spcAft>
            </a:pPr>
            <a:endParaRPr lang="en-US" altLang="en-US"/>
          </a:p>
          <a:p>
            <a:pPr>
              <a:spcBef>
                <a:spcPts val="600"/>
              </a:spcBef>
              <a:spcAft>
                <a:spcPts val="600"/>
              </a:spcAft>
            </a:pPr>
            <a:r>
              <a:rPr lang="en-US" altLang="en-US"/>
              <a:t>Multiplexing and demultiplexing</a:t>
            </a:r>
          </a:p>
          <a:p>
            <a:pPr>
              <a:spcBef>
                <a:spcPts val="600"/>
              </a:spcBef>
              <a:spcAft>
                <a:spcPts val="600"/>
              </a:spcAft>
            </a:pPr>
            <a:endParaRPr lang="en-US" altLang="en-US"/>
          </a:p>
          <a:p>
            <a:pPr>
              <a:spcBef>
                <a:spcPts val="600"/>
              </a:spcBef>
              <a:spcAft>
                <a:spcPts val="600"/>
              </a:spcAft>
            </a:pPr>
            <a:r>
              <a:rPr lang="en-US" altLang="en-US"/>
              <a:t>Connectionless transport: UDP</a:t>
            </a:r>
          </a:p>
          <a:p>
            <a:pPr>
              <a:spcBef>
                <a:spcPts val="600"/>
              </a:spcBef>
              <a:spcAft>
                <a:spcPts val="600"/>
              </a:spcAft>
            </a:pPr>
            <a:endParaRPr lang="en-US" altLang="en-US"/>
          </a:p>
          <a:p>
            <a:pPr>
              <a:spcBef>
                <a:spcPts val="600"/>
              </a:spcBef>
              <a:spcAft>
                <a:spcPts val="600"/>
              </a:spcAft>
            </a:pPr>
            <a:r>
              <a:rPr lang="en-US" altLang="en-US"/>
              <a:t>Connection-oriented transport: TCP</a:t>
            </a:r>
          </a:p>
        </p:txBody>
      </p:sp>
      <p:sp>
        <p:nvSpPr>
          <p:cNvPr id="7" name="Slide Number Placeholder 6"/>
          <p:cNvSpPr>
            <a:spLocks noGrp="1"/>
          </p:cNvSpPr>
          <p:nvPr>
            <p:ph type="sldNum" sz="quarter" idx="4"/>
          </p:nvPr>
        </p:nvSpPr>
        <p:spPr/>
        <p:txBody>
          <a:bodyPr/>
          <a:lstStyle/>
          <a:p>
            <a:pPr>
              <a:defRPr/>
            </a:pPr>
            <a:fld id="{DACE9E11-39C8-4E20-894F-A4A883CCF6EF}" type="slidenum">
              <a:rPr lang="en-US" smtClean="0"/>
              <a:pPr>
                <a:defRPr/>
              </a:pPr>
              <a:t>3</a:t>
            </a:fld>
            <a:endParaRPr lang="en-US"/>
          </a:p>
        </p:txBody>
      </p:sp>
    </p:spTree>
    <p:extLst>
      <p:ext uri="{BB962C8B-B14F-4D97-AF65-F5344CB8AC3E}">
        <p14:creationId xmlns:p14="http://schemas.microsoft.com/office/powerpoint/2010/main" val="8876520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8355AA0-DD21-4DC9-D772-6BC2F2959B51}"/>
              </a:ext>
            </a:extLst>
          </p:cNvPr>
          <p:cNvSpPr>
            <a:spLocks noGrp="1"/>
          </p:cNvSpPr>
          <p:nvPr>
            <p:ph type="ctrTitle"/>
          </p:nvPr>
        </p:nvSpPr>
        <p:spPr/>
        <p:txBody>
          <a:bodyPr/>
          <a:lstStyle/>
          <a:p>
            <a:r>
              <a:rPr lang="en-AU"/>
              <a:t>Introduction to </a:t>
            </a:r>
            <a:r>
              <a:rPr lang="en-US"/>
              <a:t>t</a:t>
            </a:r>
            <a:r>
              <a:rPr lang="en-US" altLang="en-US"/>
              <a:t>ransport-layer services</a:t>
            </a:r>
            <a:endParaRPr lang="en-AU"/>
          </a:p>
        </p:txBody>
      </p:sp>
      <p:sp>
        <p:nvSpPr>
          <p:cNvPr id="6" name="Subtitle 5">
            <a:extLst>
              <a:ext uri="{FF2B5EF4-FFF2-40B4-BE49-F238E27FC236}">
                <a16:creationId xmlns:a16="http://schemas.microsoft.com/office/drawing/2014/main" id="{99AFAC23-F187-02A5-F87F-4A267D700FBB}"/>
              </a:ext>
            </a:extLst>
          </p:cNvPr>
          <p:cNvSpPr>
            <a:spLocks noGrp="1"/>
          </p:cNvSpPr>
          <p:nvPr>
            <p:ph type="subTitle" idx="1"/>
          </p:nvPr>
        </p:nvSpPr>
        <p:spPr/>
        <p:txBody>
          <a:bodyPr/>
          <a:lstStyle/>
          <a:p>
            <a:endParaRPr lang="en-AU"/>
          </a:p>
        </p:txBody>
      </p:sp>
      <p:sp>
        <p:nvSpPr>
          <p:cNvPr id="4" name="Slide Number Placeholder 3">
            <a:extLst>
              <a:ext uri="{FF2B5EF4-FFF2-40B4-BE49-F238E27FC236}">
                <a16:creationId xmlns:a16="http://schemas.microsoft.com/office/drawing/2014/main" id="{B4FD12DC-51F8-9D5A-F748-D4C1A05A3674}"/>
              </a:ext>
            </a:extLst>
          </p:cNvPr>
          <p:cNvSpPr>
            <a:spLocks noGrp="1"/>
          </p:cNvSpPr>
          <p:nvPr>
            <p:ph type="sldNum" sz="quarter" idx="4294967295"/>
          </p:nvPr>
        </p:nvSpPr>
        <p:spPr>
          <a:xfrm>
            <a:off x="7132638" y="6553200"/>
            <a:ext cx="2011362" cy="277813"/>
          </a:xfrm>
        </p:spPr>
        <p:txBody>
          <a:bodyPr/>
          <a:lstStyle/>
          <a:p>
            <a:pPr>
              <a:defRPr/>
            </a:pPr>
            <a:fld id="{DACE9E11-39C8-4E20-894F-A4A883CCF6EF}" type="slidenum">
              <a:rPr lang="en-US" smtClean="0"/>
              <a:pPr>
                <a:defRPr/>
              </a:pPr>
              <a:t>4</a:t>
            </a:fld>
            <a:endParaRPr lang="en-US"/>
          </a:p>
        </p:txBody>
      </p:sp>
    </p:spTree>
    <p:extLst>
      <p:ext uri="{BB962C8B-B14F-4D97-AF65-F5344CB8AC3E}">
        <p14:creationId xmlns:p14="http://schemas.microsoft.com/office/powerpoint/2010/main" val="37147401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10AF2-FC30-0AC1-1A09-A46304603EEA}"/>
              </a:ext>
            </a:extLst>
          </p:cNvPr>
          <p:cNvSpPr>
            <a:spLocks noGrp="1"/>
          </p:cNvSpPr>
          <p:nvPr>
            <p:ph type="title"/>
          </p:nvPr>
        </p:nvSpPr>
        <p:spPr/>
        <p:txBody>
          <a:bodyPr/>
          <a:lstStyle/>
          <a:p>
            <a:r>
              <a:rPr lang="en-US" altLang="en-US"/>
              <a:t>Transport Protocols</a:t>
            </a:r>
            <a:endParaRPr lang="en-AU"/>
          </a:p>
        </p:txBody>
      </p:sp>
      <p:sp>
        <p:nvSpPr>
          <p:cNvPr id="3" name="Content Placeholder 2">
            <a:extLst>
              <a:ext uri="{FF2B5EF4-FFF2-40B4-BE49-F238E27FC236}">
                <a16:creationId xmlns:a16="http://schemas.microsoft.com/office/drawing/2014/main" id="{E157608F-5869-6445-7B35-1AE5C683E3FE}"/>
              </a:ext>
            </a:extLst>
          </p:cNvPr>
          <p:cNvSpPr>
            <a:spLocks noGrp="1"/>
          </p:cNvSpPr>
          <p:nvPr>
            <p:ph idx="1"/>
          </p:nvPr>
        </p:nvSpPr>
        <p:spPr>
          <a:xfrm>
            <a:off x="457200" y="990600"/>
            <a:ext cx="4953000" cy="5715000"/>
          </a:xfrm>
        </p:spPr>
        <p:txBody>
          <a:bodyPr/>
          <a:lstStyle/>
          <a:p>
            <a:r>
              <a:rPr lang="en-US" altLang="en-US" sz="2400" dirty="0"/>
              <a:t>Provide</a:t>
            </a:r>
            <a:r>
              <a:rPr lang="en-US" altLang="en-US" sz="2400" i="1" dirty="0">
                <a:solidFill>
                  <a:srgbClr val="FF0000"/>
                </a:solidFill>
              </a:rPr>
              <a:t> </a:t>
            </a:r>
            <a:r>
              <a:rPr lang="en-US" altLang="en-US" sz="2400" dirty="0">
                <a:solidFill>
                  <a:srgbClr val="FF0000"/>
                </a:solidFill>
              </a:rPr>
              <a:t>logical communication</a:t>
            </a:r>
            <a:r>
              <a:rPr lang="en-US" altLang="en-US" sz="2400" dirty="0"/>
              <a:t> between application processes running on different hosts</a:t>
            </a:r>
          </a:p>
          <a:p>
            <a:r>
              <a:rPr lang="en-US" altLang="en-US" sz="2400" dirty="0"/>
              <a:t>Run on end hosts </a:t>
            </a:r>
          </a:p>
          <a:p>
            <a:pPr lvl="1"/>
            <a:r>
              <a:rPr lang="en-US" altLang="en-US" sz="1800" u="sng" dirty="0"/>
              <a:t>Send</a:t>
            </a:r>
            <a:r>
              <a:rPr lang="en-AU" altLang="en-US" sz="1800" u="sng" dirty="0"/>
              <a:t>er</a:t>
            </a:r>
            <a:r>
              <a:rPr lang="en-US" altLang="en-US" sz="1800" u="sng" dirty="0"/>
              <a:t>:</a:t>
            </a:r>
            <a:r>
              <a:rPr lang="en-US" altLang="en-US" sz="1800" dirty="0"/>
              <a:t> the transport layer converts the message from a sending application into transport-layer segments and passes them to the network layer</a:t>
            </a:r>
          </a:p>
          <a:p>
            <a:pPr lvl="1"/>
            <a:r>
              <a:rPr lang="en-US" altLang="en-US" sz="1800" u="sng" dirty="0"/>
              <a:t>Receiver:</a:t>
            </a:r>
            <a:r>
              <a:rPr lang="en-US" altLang="en-US" sz="1800" dirty="0"/>
              <a:t> the transport layer receives segments from below and processes them, making available the data in the segments to the receiving application</a:t>
            </a:r>
          </a:p>
          <a:p>
            <a:r>
              <a:rPr lang="en-US" altLang="en-US" sz="2400" dirty="0"/>
              <a:t>Multiple transport protocols available to applications</a:t>
            </a:r>
          </a:p>
          <a:p>
            <a:pPr lvl="1"/>
            <a:r>
              <a:rPr lang="en-US" altLang="en-US" sz="2000" dirty="0"/>
              <a:t>Internet: mainly TCP and UDP</a:t>
            </a:r>
          </a:p>
        </p:txBody>
      </p:sp>
      <p:sp>
        <p:nvSpPr>
          <p:cNvPr id="4" name="Slide Number Placeholder 3">
            <a:extLst>
              <a:ext uri="{FF2B5EF4-FFF2-40B4-BE49-F238E27FC236}">
                <a16:creationId xmlns:a16="http://schemas.microsoft.com/office/drawing/2014/main" id="{BC0DB916-053B-E3B4-060B-A90256791166}"/>
              </a:ext>
            </a:extLst>
          </p:cNvPr>
          <p:cNvSpPr>
            <a:spLocks noGrp="1"/>
          </p:cNvSpPr>
          <p:nvPr>
            <p:ph type="sldNum" sz="quarter" idx="4"/>
          </p:nvPr>
        </p:nvSpPr>
        <p:spPr/>
        <p:txBody>
          <a:bodyPr/>
          <a:lstStyle/>
          <a:p>
            <a:pPr>
              <a:defRPr/>
            </a:pPr>
            <a:fld id="{DACE9E11-39C8-4E20-894F-A4A883CCF6EF}" type="slidenum">
              <a:rPr lang="en-US" smtClean="0"/>
              <a:pPr>
                <a:defRPr/>
              </a:pPr>
              <a:t>5</a:t>
            </a:fld>
            <a:endParaRPr lang="en-US"/>
          </a:p>
        </p:txBody>
      </p:sp>
      <p:grpSp>
        <p:nvGrpSpPr>
          <p:cNvPr id="5" name="Group 4">
            <a:extLst>
              <a:ext uri="{FF2B5EF4-FFF2-40B4-BE49-F238E27FC236}">
                <a16:creationId xmlns:a16="http://schemas.microsoft.com/office/drawing/2014/main" id="{5DB36030-712F-59BD-30B2-0B0D749AFFB6}"/>
              </a:ext>
            </a:extLst>
          </p:cNvPr>
          <p:cNvGrpSpPr/>
          <p:nvPr/>
        </p:nvGrpSpPr>
        <p:grpSpPr>
          <a:xfrm>
            <a:off x="5354637" y="1416050"/>
            <a:ext cx="3770313" cy="4467225"/>
            <a:chOff x="5354637" y="1416050"/>
            <a:chExt cx="3770313" cy="4467225"/>
          </a:xfrm>
        </p:grpSpPr>
        <p:sp>
          <p:nvSpPr>
            <p:cNvPr id="6" name="Freeform 275">
              <a:extLst>
                <a:ext uri="{FF2B5EF4-FFF2-40B4-BE49-F238E27FC236}">
                  <a16:creationId xmlns:a16="http://schemas.microsoft.com/office/drawing/2014/main" id="{CF0AE8C3-62DA-3D8B-ECA3-E3DF813685C7}"/>
                </a:ext>
              </a:extLst>
            </p:cNvPr>
            <p:cNvSpPr>
              <a:spLocks/>
            </p:cNvSpPr>
            <p:nvPr/>
          </p:nvSpPr>
          <p:spPr bwMode="auto">
            <a:xfrm>
              <a:off x="7075487" y="3532188"/>
              <a:ext cx="1314450" cy="674687"/>
            </a:xfrm>
            <a:custGeom>
              <a:avLst/>
              <a:gdLst>
                <a:gd name="T0" fmla="*/ 606425 w 828"/>
                <a:gd name="T1" fmla="*/ 47625 h 425"/>
                <a:gd name="T2" fmla="*/ 587375 w 828"/>
                <a:gd name="T3" fmla="*/ 47625 h 425"/>
                <a:gd name="T4" fmla="*/ 200025 w 828"/>
                <a:gd name="T5" fmla="*/ 50800 h 425"/>
                <a:gd name="T6" fmla="*/ 9525 w 828"/>
                <a:gd name="T7" fmla="*/ 200025 h 425"/>
                <a:gd name="T8" fmla="*/ 146050 w 828"/>
                <a:gd name="T9" fmla="*/ 434975 h 425"/>
                <a:gd name="T10" fmla="*/ 463550 w 828"/>
                <a:gd name="T11" fmla="*/ 609600 h 425"/>
                <a:gd name="T12" fmla="*/ 857250 w 828"/>
                <a:gd name="T13" fmla="*/ 660400 h 425"/>
                <a:gd name="T14" fmla="*/ 1108075 w 828"/>
                <a:gd name="T15" fmla="*/ 523875 h 425"/>
                <a:gd name="T16" fmla="*/ 1231900 w 828"/>
                <a:gd name="T17" fmla="*/ 269875 h 425"/>
                <a:gd name="T18" fmla="*/ 1257300 w 828"/>
                <a:gd name="T19" fmla="*/ 34925 h 425"/>
                <a:gd name="T20" fmla="*/ 889000 w 828"/>
                <a:gd name="T21" fmla="*/ 60325 h 425"/>
                <a:gd name="T22" fmla="*/ 606425 w 828"/>
                <a:gd name="T23" fmla="*/ 47625 h 4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8"/>
                <a:gd name="T37" fmla="*/ 0 h 425"/>
                <a:gd name="T38" fmla="*/ 828 w 828"/>
                <a:gd name="T39" fmla="*/ 425 h 4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8" h="425">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DDDDDD"/>
            </a:solidFill>
            <a:ln w="9525">
              <a:noFill/>
              <a:round/>
              <a:headEnd/>
              <a:tailEnd/>
            </a:ln>
          </p:spPr>
          <p:txBody>
            <a:bodyPr/>
            <a:lstStyle/>
            <a:p>
              <a:endParaRPr lang="en-US"/>
            </a:p>
          </p:txBody>
        </p:sp>
        <p:sp>
          <p:nvSpPr>
            <p:cNvPr id="7" name="Freeform 276">
              <a:extLst>
                <a:ext uri="{FF2B5EF4-FFF2-40B4-BE49-F238E27FC236}">
                  <a16:creationId xmlns:a16="http://schemas.microsoft.com/office/drawing/2014/main" id="{AFAC04F8-068F-D912-F0C8-A77E876E3DC2}"/>
                </a:ext>
              </a:extLst>
            </p:cNvPr>
            <p:cNvSpPr>
              <a:spLocks/>
            </p:cNvSpPr>
            <p:nvPr/>
          </p:nvSpPr>
          <p:spPr bwMode="auto">
            <a:xfrm>
              <a:off x="7094537" y="2006600"/>
              <a:ext cx="1730375" cy="1044575"/>
            </a:xfrm>
            <a:custGeom>
              <a:avLst/>
              <a:gdLst>
                <a:gd name="T0" fmla="*/ 959057 w 765"/>
                <a:gd name="T1" fmla="*/ 22758 h 459"/>
                <a:gd name="T2" fmla="*/ 651435 w 765"/>
                <a:gd name="T3" fmla="*/ 159303 h 459"/>
                <a:gd name="T4" fmla="*/ 217145 w 765"/>
                <a:gd name="T5" fmla="*/ 227576 h 459"/>
                <a:gd name="T6" fmla="*/ 31667 w 765"/>
                <a:gd name="T7" fmla="*/ 764656 h 459"/>
                <a:gd name="T8" fmla="*/ 407147 w 765"/>
                <a:gd name="T9" fmla="*/ 1010439 h 459"/>
                <a:gd name="T10" fmla="*/ 782627 w 765"/>
                <a:gd name="T11" fmla="*/ 969475 h 459"/>
                <a:gd name="T12" fmla="*/ 1320966 w 765"/>
                <a:gd name="T13" fmla="*/ 1010439 h 459"/>
                <a:gd name="T14" fmla="*/ 1578826 w 765"/>
                <a:gd name="T15" fmla="*/ 987681 h 459"/>
                <a:gd name="T16" fmla="*/ 1700970 w 765"/>
                <a:gd name="T17" fmla="*/ 846584 h 459"/>
                <a:gd name="T18" fmla="*/ 1696446 w 765"/>
                <a:gd name="T19" fmla="*/ 359571 h 459"/>
                <a:gd name="T20" fmla="*/ 1497396 w 765"/>
                <a:gd name="T21" fmla="*/ 77376 h 459"/>
                <a:gd name="T22" fmla="*/ 959057 w 765"/>
                <a:gd name="T23" fmla="*/ 22758 h 4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65"/>
                <a:gd name="T37" fmla="*/ 0 h 459"/>
                <a:gd name="T38" fmla="*/ 765 w 765"/>
                <a:gd name="T39" fmla="*/ 459 h 4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rgbClr val="DDDDDD"/>
                </a:gs>
                <a:gs pos="100000">
                  <a:schemeClr val="bg1"/>
                </a:gs>
              </a:gsLst>
              <a:lin ang="0" scaled="1"/>
            </a:gradFill>
            <a:ln w="9525">
              <a:noFill/>
              <a:round/>
              <a:headEnd/>
              <a:tailEnd/>
            </a:ln>
          </p:spPr>
          <p:txBody>
            <a:bodyPr/>
            <a:lstStyle/>
            <a:p>
              <a:endParaRPr lang="en-US"/>
            </a:p>
          </p:txBody>
        </p:sp>
        <p:sp>
          <p:nvSpPr>
            <p:cNvPr id="8" name="Freeform 277">
              <a:extLst>
                <a:ext uri="{FF2B5EF4-FFF2-40B4-BE49-F238E27FC236}">
                  <a16:creationId xmlns:a16="http://schemas.microsoft.com/office/drawing/2014/main" id="{B0D222F2-29D3-A9EB-2225-572A2321E0CD}"/>
                </a:ext>
              </a:extLst>
            </p:cNvPr>
            <p:cNvSpPr>
              <a:spLocks/>
            </p:cNvSpPr>
            <p:nvPr/>
          </p:nvSpPr>
          <p:spPr bwMode="auto">
            <a:xfrm>
              <a:off x="5354637" y="1714500"/>
              <a:ext cx="1644650" cy="1071563"/>
            </a:xfrm>
            <a:custGeom>
              <a:avLst/>
              <a:gdLst>
                <a:gd name="T0" fmla="*/ 1028700 w 1036"/>
                <a:gd name="T1" fmla="*/ 17463 h 675"/>
                <a:gd name="T2" fmla="*/ 619125 w 1036"/>
                <a:gd name="T3" fmla="*/ 84138 h 675"/>
                <a:gd name="T4" fmla="*/ 327025 w 1036"/>
                <a:gd name="T5" fmla="*/ 204788 h 675"/>
                <a:gd name="T6" fmla="*/ 241300 w 1036"/>
                <a:gd name="T7" fmla="*/ 363538 h 675"/>
                <a:gd name="T8" fmla="*/ 34925 w 1036"/>
                <a:gd name="T9" fmla="*/ 471488 h 675"/>
                <a:gd name="T10" fmla="*/ 28575 w 1036"/>
                <a:gd name="T11" fmla="*/ 728663 h 675"/>
                <a:gd name="T12" fmla="*/ 209550 w 1036"/>
                <a:gd name="T13" fmla="*/ 776288 h 675"/>
                <a:gd name="T14" fmla="*/ 727075 w 1036"/>
                <a:gd name="T15" fmla="*/ 776288 h 675"/>
                <a:gd name="T16" fmla="*/ 949325 w 1036"/>
                <a:gd name="T17" fmla="*/ 881063 h 675"/>
                <a:gd name="T18" fmla="*/ 1193800 w 1036"/>
                <a:gd name="T19" fmla="*/ 1042988 h 675"/>
                <a:gd name="T20" fmla="*/ 1381125 w 1036"/>
                <a:gd name="T21" fmla="*/ 1049338 h 675"/>
                <a:gd name="T22" fmla="*/ 1511300 w 1036"/>
                <a:gd name="T23" fmla="*/ 957263 h 675"/>
                <a:gd name="T24" fmla="*/ 1574800 w 1036"/>
                <a:gd name="T25" fmla="*/ 706438 h 675"/>
                <a:gd name="T26" fmla="*/ 1616075 w 1036"/>
                <a:gd name="T27" fmla="*/ 461963 h 675"/>
                <a:gd name="T28" fmla="*/ 1622425 w 1036"/>
                <a:gd name="T29" fmla="*/ 169863 h 675"/>
                <a:gd name="T30" fmla="*/ 1482725 w 1036"/>
                <a:gd name="T31" fmla="*/ 26988 h 675"/>
                <a:gd name="T32" fmla="*/ 1231900 w 1036"/>
                <a:gd name="T33" fmla="*/ 4763 h 675"/>
                <a:gd name="T34" fmla="*/ 1028700 w 1036"/>
                <a:gd name="T35" fmla="*/ 17463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DDDDDD"/>
            </a:solidFill>
            <a:ln w="9525">
              <a:noFill/>
              <a:round/>
              <a:headEnd/>
              <a:tailEnd/>
            </a:ln>
          </p:spPr>
          <p:txBody>
            <a:bodyPr/>
            <a:lstStyle/>
            <a:p>
              <a:endParaRPr lang="en-US"/>
            </a:p>
          </p:txBody>
        </p:sp>
        <p:grpSp>
          <p:nvGrpSpPr>
            <p:cNvPr id="9" name="Group 278">
              <a:extLst>
                <a:ext uri="{FF2B5EF4-FFF2-40B4-BE49-F238E27FC236}">
                  <a16:creationId xmlns:a16="http://schemas.microsoft.com/office/drawing/2014/main" id="{F420D96B-0A2F-F4BC-D8A6-62F6AF9B0E8B}"/>
                </a:ext>
              </a:extLst>
            </p:cNvPr>
            <p:cNvGrpSpPr>
              <a:grpSpLocks/>
            </p:cNvGrpSpPr>
            <p:nvPr/>
          </p:nvGrpSpPr>
          <p:grpSpPr bwMode="auto">
            <a:xfrm>
              <a:off x="5441950" y="3049588"/>
              <a:ext cx="1458912" cy="933450"/>
              <a:chOff x="2889" y="1631"/>
              <a:chExt cx="980" cy="743"/>
            </a:xfrm>
          </p:grpSpPr>
          <p:sp>
            <p:nvSpPr>
              <p:cNvPr id="398" name="Rectangle 279">
                <a:extLst>
                  <a:ext uri="{FF2B5EF4-FFF2-40B4-BE49-F238E27FC236}">
                    <a16:creationId xmlns:a16="http://schemas.microsoft.com/office/drawing/2014/main" id="{736C1437-38A4-F0BF-9842-0F435E8A2267}"/>
                  </a:ext>
                </a:extLst>
              </p:cNvPr>
              <p:cNvSpPr>
                <a:spLocks noChangeArrowheads="1"/>
              </p:cNvSpPr>
              <p:nvPr/>
            </p:nvSpPr>
            <p:spPr bwMode="auto">
              <a:xfrm>
                <a:off x="3046" y="1841"/>
                <a:ext cx="663" cy="533"/>
              </a:xfrm>
              <a:prstGeom prst="rect">
                <a:avLst/>
              </a:prstGeom>
              <a:solidFill>
                <a:srgbClr val="DDDDDD"/>
              </a:solidFill>
              <a:ln w="9525">
                <a:noFill/>
                <a:miter lim="800000"/>
                <a:headEnd/>
                <a:tailEnd/>
              </a:ln>
            </p:spPr>
            <p:txBody>
              <a:bodyPr wrap="none" anchor="ctr"/>
              <a:lstStyle/>
              <a:p>
                <a:endParaRPr lang="he-IL"/>
              </a:p>
            </p:txBody>
          </p:sp>
          <p:sp>
            <p:nvSpPr>
              <p:cNvPr id="399" name="AutoShape 280">
                <a:extLst>
                  <a:ext uri="{FF2B5EF4-FFF2-40B4-BE49-F238E27FC236}">
                    <a16:creationId xmlns:a16="http://schemas.microsoft.com/office/drawing/2014/main" id="{B73CCE7F-5C93-C160-1BA4-473D4E635BDB}"/>
                  </a:ext>
                </a:extLst>
              </p:cNvPr>
              <p:cNvSpPr>
                <a:spLocks noChangeArrowheads="1"/>
              </p:cNvSpPr>
              <p:nvPr/>
            </p:nvSpPr>
            <p:spPr bwMode="auto">
              <a:xfrm>
                <a:off x="2889" y="1631"/>
                <a:ext cx="980" cy="253"/>
              </a:xfrm>
              <a:prstGeom prst="triangle">
                <a:avLst>
                  <a:gd name="adj" fmla="val 50000"/>
                </a:avLst>
              </a:prstGeom>
              <a:solidFill>
                <a:srgbClr val="DDDDDD"/>
              </a:solidFill>
              <a:ln w="9525">
                <a:noFill/>
                <a:miter lim="800000"/>
                <a:headEnd/>
                <a:tailEnd/>
              </a:ln>
            </p:spPr>
            <p:txBody>
              <a:bodyPr wrap="none" anchor="ctr"/>
              <a:lstStyle/>
              <a:p>
                <a:endParaRPr lang="he-IL" sz="2400">
                  <a:solidFill>
                    <a:srgbClr val="00CCFF"/>
                  </a:solidFill>
                  <a:latin typeface="Times New Roman" pitchFamily="18" charset="0"/>
                </a:endParaRPr>
              </a:p>
            </p:txBody>
          </p:sp>
        </p:grpSp>
        <p:grpSp>
          <p:nvGrpSpPr>
            <p:cNvPr id="10" name="Group 281">
              <a:extLst>
                <a:ext uri="{FF2B5EF4-FFF2-40B4-BE49-F238E27FC236}">
                  <a16:creationId xmlns:a16="http://schemas.microsoft.com/office/drawing/2014/main" id="{A6365DE4-972A-1ECB-9CE3-48D74BA2B0B6}"/>
                </a:ext>
              </a:extLst>
            </p:cNvPr>
            <p:cNvGrpSpPr>
              <a:grpSpLocks/>
            </p:cNvGrpSpPr>
            <p:nvPr/>
          </p:nvGrpSpPr>
          <p:grpSpPr bwMode="auto">
            <a:xfrm>
              <a:off x="6143625" y="1906588"/>
              <a:ext cx="336550" cy="531812"/>
              <a:chOff x="3796" y="1043"/>
              <a:chExt cx="865" cy="1237"/>
            </a:xfrm>
          </p:grpSpPr>
          <p:sp>
            <p:nvSpPr>
              <p:cNvPr id="368" name="Line 282">
                <a:extLst>
                  <a:ext uri="{FF2B5EF4-FFF2-40B4-BE49-F238E27FC236}">
                    <a16:creationId xmlns:a16="http://schemas.microsoft.com/office/drawing/2014/main" id="{D000FF0D-2557-9B69-97BD-E3346348153C}"/>
                  </a:ext>
                </a:extLst>
              </p:cNvPr>
              <p:cNvSpPr>
                <a:spLocks noChangeShapeType="1"/>
              </p:cNvSpPr>
              <p:nvPr/>
            </p:nvSpPr>
            <p:spPr bwMode="auto">
              <a:xfrm flipH="1">
                <a:off x="3992" y="1481"/>
                <a:ext cx="235" cy="724"/>
              </a:xfrm>
              <a:prstGeom prst="line">
                <a:avLst/>
              </a:prstGeom>
              <a:noFill/>
              <a:ln w="9525">
                <a:solidFill>
                  <a:schemeClr val="bg2"/>
                </a:solidFill>
                <a:round/>
                <a:headEnd/>
                <a:tailEnd/>
              </a:ln>
            </p:spPr>
            <p:txBody>
              <a:bodyPr wrap="none"/>
              <a:lstStyle/>
              <a:p>
                <a:endParaRPr lang="en-US"/>
              </a:p>
            </p:txBody>
          </p:sp>
          <p:sp>
            <p:nvSpPr>
              <p:cNvPr id="369" name="Line 283">
                <a:extLst>
                  <a:ext uri="{FF2B5EF4-FFF2-40B4-BE49-F238E27FC236}">
                    <a16:creationId xmlns:a16="http://schemas.microsoft.com/office/drawing/2014/main" id="{32C9A8D3-B6CE-5AC4-A06F-695EDFF6B452}"/>
                  </a:ext>
                </a:extLst>
              </p:cNvPr>
              <p:cNvSpPr>
                <a:spLocks noChangeShapeType="1"/>
              </p:cNvSpPr>
              <p:nvPr/>
            </p:nvSpPr>
            <p:spPr bwMode="auto">
              <a:xfrm>
                <a:off x="4227" y="1481"/>
                <a:ext cx="236" cy="720"/>
              </a:xfrm>
              <a:prstGeom prst="line">
                <a:avLst/>
              </a:prstGeom>
              <a:noFill/>
              <a:ln w="9525">
                <a:solidFill>
                  <a:schemeClr val="bg2"/>
                </a:solidFill>
                <a:round/>
                <a:headEnd/>
                <a:tailEnd/>
              </a:ln>
            </p:spPr>
            <p:txBody>
              <a:bodyPr wrap="none"/>
              <a:lstStyle/>
              <a:p>
                <a:endParaRPr lang="en-US"/>
              </a:p>
            </p:txBody>
          </p:sp>
          <p:sp>
            <p:nvSpPr>
              <p:cNvPr id="370" name="Line 284">
                <a:extLst>
                  <a:ext uri="{FF2B5EF4-FFF2-40B4-BE49-F238E27FC236}">
                    <a16:creationId xmlns:a16="http://schemas.microsoft.com/office/drawing/2014/main" id="{E9D65963-D320-E84B-B710-566DF70237D8}"/>
                  </a:ext>
                </a:extLst>
              </p:cNvPr>
              <p:cNvSpPr>
                <a:spLocks noChangeShapeType="1"/>
              </p:cNvSpPr>
              <p:nvPr/>
            </p:nvSpPr>
            <p:spPr bwMode="auto">
              <a:xfrm>
                <a:off x="3992" y="2201"/>
                <a:ext cx="235" cy="79"/>
              </a:xfrm>
              <a:prstGeom prst="line">
                <a:avLst/>
              </a:prstGeom>
              <a:noFill/>
              <a:ln w="9525">
                <a:solidFill>
                  <a:schemeClr val="bg2"/>
                </a:solidFill>
                <a:round/>
                <a:headEnd/>
                <a:tailEnd/>
              </a:ln>
            </p:spPr>
            <p:txBody>
              <a:bodyPr wrap="none"/>
              <a:lstStyle/>
              <a:p>
                <a:endParaRPr lang="en-US"/>
              </a:p>
            </p:txBody>
          </p:sp>
          <p:sp>
            <p:nvSpPr>
              <p:cNvPr id="371" name="Line 285">
                <a:extLst>
                  <a:ext uri="{FF2B5EF4-FFF2-40B4-BE49-F238E27FC236}">
                    <a16:creationId xmlns:a16="http://schemas.microsoft.com/office/drawing/2014/main" id="{556D1F78-7F88-CBCA-0AE6-D5782CC3068A}"/>
                  </a:ext>
                </a:extLst>
              </p:cNvPr>
              <p:cNvSpPr>
                <a:spLocks noChangeShapeType="1"/>
              </p:cNvSpPr>
              <p:nvPr/>
            </p:nvSpPr>
            <p:spPr bwMode="auto">
              <a:xfrm flipH="1">
                <a:off x="4227" y="2201"/>
                <a:ext cx="236" cy="79"/>
              </a:xfrm>
              <a:prstGeom prst="line">
                <a:avLst/>
              </a:prstGeom>
              <a:noFill/>
              <a:ln w="9525">
                <a:solidFill>
                  <a:schemeClr val="bg2"/>
                </a:solidFill>
                <a:round/>
                <a:headEnd/>
                <a:tailEnd/>
              </a:ln>
            </p:spPr>
            <p:txBody>
              <a:bodyPr wrap="none"/>
              <a:lstStyle/>
              <a:p>
                <a:endParaRPr lang="en-US"/>
              </a:p>
            </p:txBody>
          </p:sp>
          <p:sp>
            <p:nvSpPr>
              <p:cNvPr id="372" name="Line 286">
                <a:extLst>
                  <a:ext uri="{FF2B5EF4-FFF2-40B4-BE49-F238E27FC236}">
                    <a16:creationId xmlns:a16="http://schemas.microsoft.com/office/drawing/2014/main" id="{7526145A-3D0E-3A78-8087-ADB0830A2494}"/>
                  </a:ext>
                </a:extLst>
              </p:cNvPr>
              <p:cNvSpPr>
                <a:spLocks noChangeShapeType="1"/>
              </p:cNvSpPr>
              <p:nvPr/>
            </p:nvSpPr>
            <p:spPr bwMode="auto">
              <a:xfrm>
                <a:off x="4227" y="1497"/>
                <a:ext cx="0" cy="783"/>
              </a:xfrm>
              <a:prstGeom prst="line">
                <a:avLst/>
              </a:prstGeom>
              <a:noFill/>
              <a:ln w="9525">
                <a:solidFill>
                  <a:schemeClr val="bg2"/>
                </a:solidFill>
                <a:round/>
                <a:headEnd/>
                <a:tailEnd/>
              </a:ln>
            </p:spPr>
            <p:txBody>
              <a:bodyPr wrap="none"/>
              <a:lstStyle/>
              <a:p>
                <a:endParaRPr lang="en-US"/>
              </a:p>
            </p:txBody>
          </p:sp>
          <p:sp>
            <p:nvSpPr>
              <p:cNvPr id="373" name="Line 287">
                <a:extLst>
                  <a:ext uri="{FF2B5EF4-FFF2-40B4-BE49-F238E27FC236}">
                    <a16:creationId xmlns:a16="http://schemas.microsoft.com/office/drawing/2014/main" id="{74C87CD7-4FF4-C417-63E4-101EAF122B8C}"/>
                  </a:ext>
                </a:extLst>
              </p:cNvPr>
              <p:cNvSpPr>
                <a:spLocks noChangeShapeType="1"/>
              </p:cNvSpPr>
              <p:nvPr/>
            </p:nvSpPr>
            <p:spPr bwMode="auto">
              <a:xfrm flipV="1">
                <a:off x="3992" y="2127"/>
                <a:ext cx="235" cy="78"/>
              </a:xfrm>
              <a:prstGeom prst="line">
                <a:avLst/>
              </a:prstGeom>
              <a:noFill/>
              <a:ln w="9525">
                <a:solidFill>
                  <a:schemeClr val="bg2"/>
                </a:solidFill>
                <a:round/>
                <a:headEnd/>
                <a:tailEnd/>
              </a:ln>
            </p:spPr>
            <p:txBody>
              <a:bodyPr wrap="none"/>
              <a:lstStyle/>
              <a:p>
                <a:endParaRPr lang="en-US"/>
              </a:p>
            </p:txBody>
          </p:sp>
          <p:sp>
            <p:nvSpPr>
              <p:cNvPr id="374" name="Line 288">
                <a:extLst>
                  <a:ext uri="{FF2B5EF4-FFF2-40B4-BE49-F238E27FC236}">
                    <a16:creationId xmlns:a16="http://schemas.microsoft.com/office/drawing/2014/main" id="{53C09B2E-A619-E083-2D6C-414988467E72}"/>
                  </a:ext>
                </a:extLst>
              </p:cNvPr>
              <p:cNvSpPr>
                <a:spLocks noChangeShapeType="1"/>
              </p:cNvSpPr>
              <p:nvPr/>
            </p:nvSpPr>
            <p:spPr bwMode="auto">
              <a:xfrm flipH="1" flipV="1">
                <a:off x="4227" y="2127"/>
                <a:ext cx="236" cy="74"/>
              </a:xfrm>
              <a:prstGeom prst="line">
                <a:avLst/>
              </a:prstGeom>
              <a:noFill/>
              <a:ln w="9525">
                <a:solidFill>
                  <a:schemeClr val="bg2"/>
                </a:solidFill>
                <a:round/>
                <a:headEnd/>
                <a:tailEnd/>
              </a:ln>
            </p:spPr>
            <p:txBody>
              <a:bodyPr wrap="none"/>
              <a:lstStyle/>
              <a:p>
                <a:endParaRPr lang="en-US"/>
              </a:p>
            </p:txBody>
          </p:sp>
          <p:sp>
            <p:nvSpPr>
              <p:cNvPr id="375" name="Line 289">
                <a:extLst>
                  <a:ext uri="{FF2B5EF4-FFF2-40B4-BE49-F238E27FC236}">
                    <a16:creationId xmlns:a16="http://schemas.microsoft.com/office/drawing/2014/main" id="{812F7CDA-6A42-FD74-561B-A953E6F91D5D}"/>
                  </a:ext>
                </a:extLst>
              </p:cNvPr>
              <p:cNvSpPr>
                <a:spLocks noChangeShapeType="1"/>
              </p:cNvSpPr>
              <p:nvPr/>
            </p:nvSpPr>
            <p:spPr bwMode="auto">
              <a:xfrm>
                <a:off x="4092" y="1890"/>
                <a:ext cx="135" cy="60"/>
              </a:xfrm>
              <a:prstGeom prst="line">
                <a:avLst/>
              </a:prstGeom>
              <a:noFill/>
              <a:ln w="9525">
                <a:solidFill>
                  <a:schemeClr val="bg2"/>
                </a:solidFill>
                <a:round/>
                <a:headEnd/>
                <a:tailEnd/>
              </a:ln>
            </p:spPr>
            <p:txBody>
              <a:bodyPr wrap="none"/>
              <a:lstStyle/>
              <a:p>
                <a:endParaRPr lang="en-US"/>
              </a:p>
            </p:txBody>
          </p:sp>
          <p:sp>
            <p:nvSpPr>
              <p:cNvPr id="376" name="Line 290">
                <a:extLst>
                  <a:ext uri="{FF2B5EF4-FFF2-40B4-BE49-F238E27FC236}">
                    <a16:creationId xmlns:a16="http://schemas.microsoft.com/office/drawing/2014/main" id="{00BB8041-1580-9007-7719-BF10200E9427}"/>
                  </a:ext>
                </a:extLst>
              </p:cNvPr>
              <p:cNvSpPr>
                <a:spLocks noChangeShapeType="1"/>
              </p:cNvSpPr>
              <p:nvPr/>
            </p:nvSpPr>
            <p:spPr bwMode="auto">
              <a:xfrm flipV="1">
                <a:off x="4227" y="1890"/>
                <a:ext cx="143" cy="60"/>
              </a:xfrm>
              <a:prstGeom prst="line">
                <a:avLst/>
              </a:prstGeom>
              <a:noFill/>
              <a:ln w="9525">
                <a:solidFill>
                  <a:schemeClr val="bg2"/>
                </a:solidFill>
                <a:round/>
                <a:headEnd/>
                <a:tailEnd/>
              </a:ln>
            </p:spPr>
            <p:txBody>
              <a:bodyPr wrap="none"/>
              <a:lstStyle/>
              <a:p>
                <a:endParaRPr lang="en-US"/>
              </a:p>
            </p:txBody>
          </p:sp>
          <p:sp>
            <p:nvSpPr>
              <p:cNvPr id="377" name="Line 291">
                <a:extLst>
                  <a:ext uri="{FF2B5EF4-FFF2-40B4-BE49-F238E27FC236}">
                    <a16:creationId xmlns:a16="http://schemas.microsoft.com/office/drawing/2014/main" id="{3218EE70-CB22-25E3-D384-3EC7B530899D}"/>
                  </a:ext>
                </a:extLst>
              </p:cNvPr>
              <p:cNvSpPr>
                <a:spLocks noChangeShapeType="1"/>
              </p:cNvSpPr>
              <p:nvPr/>
            </p:nvSpPr>
            <p:spPr bwMode="auto">
              <a:xfrm>
                <a:off x="4047" y="1996"/>
                <a:ext cx="175" cy="81"/>
              </a:xfrm>
              <a:prstGeom prst="line">
                <a:avLst/>
              </a:prstGeom>
              <a:noFill/>
              <a:ln w="9525">
                <a:solidFill>
                  <a:schemeClr val="bg2"/>
                </a:solidFill>
                <a:round/>
                <a:headEnd/>
                <a:tailEnd/>
              </a:ln>
            </p:spPr>
            <p:txBody>
              <a:bodyPr wrap="none"/>
              <a:lstStyle/>
              <a:p>
                <a:endParaRPr lang="en-US"/>
              </a:p>
            </p:txBody>
          </p:sp>
          <p:sp>
            <p:nvSpPr>
              <p:cNvPr id="378" name="Line 292">
                <a:extLst>
                  <a:ext uri="{FF2B5EF4-FFF2-40B4-BE49-F238E27FC236}">
                    <a16:creationId xmlns:a16="http://schemas.microsoft.com/office/drawing/2014/main" id="{35F0FB7B-1B41-C1D2-23F5-5CEF06D8A335}"/>
                  </a:ext>
                </a:extLst>
              </p:cNvPr>
              <p:cNvSpPr>
                <a:spLocks noChangeShapeType="1"/>
              </p:cNvSpPr>
              <p:nvPr/>
            </p:nvSpPr>
            <p:spPr bwMode="auto">
              <a:xfrm flipV="1">
                <a:off x="4227" y="2012"/>
                <a:ext cx="176" cy="71"/>
              </a:xfrm>
              <a:prstGeom prst="line">
                <a:avLst/>
              </a:prstGeom>
              <a:noFill/>
              <a:ln w="9525">
                <a:solidFill>
                  <a:schemeClr val="bg2"/>
                </a:solidFill>
                <a:round/>
                <a:headEnd/>
                <a:tailEnd/>
              </a:ln>
            </p:spPr>
            <p:txBody>
              <a:bodyPr wrap="none"/>
              <a:lstStyle/>
              <a:p>
                <a:endParaRPr lang="en-US"/>
              </a:p>
            </p:txBody>
          </p:sp>
          <p:sp>
            <p:nvSpPr>
              <p:cNvPr id="379" name="Line 293">
                <a:extLst>
                  <a:ext uri="{FF2B5EF4-FFF2-40B4-BE49-F238E27FC236}">
                    <a16:creationId xmlns:a16="http://schemas.microsoft.com/office/drawing/2014/main" id="{594B3F32-08A9-FCDE-2FA4-102A46DE2183}"/>
                  </a:ext>
                </a:extLst>
              </p:cNvPr>
              <p:cNvSpPr>
                <a:spLocks noChangeShapeType="1"/>
              </p:cNvSpPr>
              <p:nvPr/>
            </p:nvSpPr>
            <p:spPr bwMode="auto">
              <a:xfrm flipV="1">
                <a:off x="4227" y="1782"/>
                <a:ext cx="90" cy="29"/>
              </a:xfrm>
              <a:prstGeom prst="line">
                <a:avLst/>
              </a:prstGeom>
              <a:noFill/>
              <a:ln w="9525">
                <a:solidFill>
                  <a:schemeClr val="bg2"/>
                </a:solidFill>
                <a:round/>
                <a:headEnd/>
                <a:tailEnd/>
              </a:ln>
            </p:spPr>
            <p:txBody>
              <a:bodyPr wrap="none"/>
              <a:lstStyle/>
              <a:p>
                <a:endParaRPr lang="en-US"/>
              </a:p>
            </p:txBody>
          </p:sp>
          <p:sp>
            <p:nvSpPr>
              <p:cNvPr id="380" name="Line 294">
                <a:extLst>
                  <a:ext uri="{FF2B5EF4-FFF2-40B4-BE49-F238E27FC236}">
                    <a16:creationId xmlns:a16="http://schemas.microsoft.com/office/drawing/2014/main" id="{0170B398-43DA-498B-B8F9-45E69959C1FE}"/>
                  </a:ext>
                </a:extLst>
              </p:cNvPr>
              <p:cNvSpPr>
                <a:spLocks noChangeShapeType="1"/>
              </p:cNvSpPr>
              <p:nvPr/>
            </p:nvSpPr>
            <p:spPr bwMode="auto">
              <a:xfrm flipV="1">
                <a:off x="4227" y="1632"/>
                <a:ext cx="57" cy="22"/>
              </a:xfrm>
              <a:prstGeom prst="line">
                <a:avLst/>
              </a:prstGeom>
              <a:noFill/>
              <a:ln w="9525">
                <a:solidFill>
                  <a:schemeClr val="bg2"/>
                </a:solidFill>
                <a:round/>
                <a:headEnd/>
                <a:tailEnd/>
              </a:ln>
            </p:spPr>
            <p:txBody>
              <a:bodyPr wrap="none"/>
              <a:lstStyle/>
              <a:p>
                <a:endParaRPr lang="en-US"/>
              </a:p>
            </p:txBody>
          </p:sp>
          <p:sp>
            <p:nvSpPr>
              <p:cNvPr id="381" name="Line 295">
                <a:extLst>
                  <a:ext uri="{FF2B5EF4-FFF2-40B4-BE49-F238E27FC236}">
                    <a16:creationId xmlns:a16="http://schemas.microsoft.com/office/drawing/2014/main" id="{5A11F3FD-F0C7-0F55-AE48-8544E35A9553}"/>
                  </a:ext>
                </a:extLst>
              </p:cNvPr>
              <p:cNvSpPr>
                <a:spLocks noChangeShapeType="1"/>
              </p:cNvSpPr>
              <p:nvPr/>
            </p:nvSpPr>
            <p:spPr bwMode="auto">
              <a:xfrm>
                <a:off x="4126" y="1772"/>
                <a:ext cx="109" cy="39"/>
              </a:xfrm>
              <a:prstGeom prst="line">
                <a:avLst/>
              </a:prstGeom>
              <a:noFill/>
              <a:ln w="9525">
                <a:solidFill>
                  <a:schemeClr val="bg2"/>
                </a:solidFill>
                <a:round/>
                <a:headEnd/>
                <a:tailEnd/>
              </a:ln>
            </p:spPr>
            <p:txBody>
              <a:bodyPr wrap="none"/>
              <a:lstStyle/>
              <a:p>
                <a:endParaRPr lang="en-US"/>
              </a:p>
            </p:txBody>
          </p:sp>
          <p:sp>
            <p:nvSpPr>
              <p:cNvPr id="382" name="Line 296">
                <a:extLst>
                  <a:ext uri="{FF2B5EF4-FFF2-40B4-BE49-F238E27FC236}">
                    <a16:creationId xmlns:a16="http://schemas.microsoft.com/office/drawing/2014/main" id="{E2142C97-8A07-8FAB-FBF0-AE06EA7F8E71}"/>
                  </a:ext>
                </a:extLst>
              </p:cNvPr>
              <p:cNvSpPr>
                <a:spLocks noChangeShapeType="1"/>
              </p:cNvSpPr>
              <p:nvPr/>
            </p:nvSpPr>
            <p:spPr bwMode="auto">
              <a:xfrm>
                <a:off x="4175" y="1625"/>
                <a:ext cx="63" cy="39"/>
              </a:xfrm>
              <a:prstGeom prst="line">
                <a:avLst/>
              </a:prstGeom>
              <a:noFill/>
              <a:ln w="9525">
                <a:solidFill>
                  <a:schemeClr val="bg2"/>
                </a:solidFill>
                <a:round/>
                <a:headEnd/>
                <a:tailEnd/>
              </a:ln>
            </p:spPr>
            <p:txBody>
              <a:bodyPr wrap="none"/>
              <a:lstStyle/>
              <a:p>
                <a:endParaRPr lang="en-US"/>
              </a:p>
            </p:txBody>
          </p:sp>
          <p:grpSp>
            <p:nvGrpSpPr>
              <p:cNvPr id="383" name="Group 297">
                <a:extLst>
                  <a:ext uri="{FF2B5EF4-FFF2-40B4-BE49-F238E27FC236}">
                    <a16:creationId xmlns:a16="http://schemas.microsoft.com/office/drawing/2014/main" id="{7CB78430-3030-463D-EDA8-52402CEA442D}"/>
                  </a:ext>
                </a:extLst>
              </p:cNvPr>
              <p:cNvGrpSpPr>
                <a:grpSpLocks/>
              </p:cNvGrpSpPr>
              <p:nvPr/>
            </p:nvGrpSpPr>
            <p:grpSpPr bwMode="auto">
              <a:xfrm>
                <a:off x="4269" y="1415"/>
                <a:ext cx="392" cy="137"/>
                <a:chOff x="4227" y="1360"/>
                <a:chExt cx="863" cy="270"/>
              </a:xfrm>
            </p:grpSpPr>
            <p:sp>
              <p:nvSpPr>
                <p:cNvPr id="394" name="Line 298">
                  <a:extLst>
                    <a:ext uri="{FF2B5EF4-FFF2-40B4-BE49-F238E27FC236}">
                      <a16:creationId xmlns:a16="http://schemas.microsoft.com/office/drawing/2014/main" id="{2B778906-4829-7654-4A91-39765812617B}"/>
                    </a:ext>
                  </a:extLst>
                </p:cNvPr>
                <p:cNvSpPr>
                  <a:spLocks noChangeShapeType="1"/>
                </p:cNvSpPr>
                <p:nvPr/>
              </p:nvSpPr>
              <p:spPr bwMode="auto">
                <a:xfrm>
                  <a:off x="4227" y="1604"/>
                  <a:ext cx="0" cy="0"/>
                </a:xfrm>
                <a:prstGeom prst="line">
                  <a:avLst/>
                </a:prstGeom>
                <a:noFill/>
                <a:ln w="9525">
                  <a:solidFill>
                    <a:schemeClr val="bg2"/>
                  </a:solidFill>
                  <a:round/>
                  <a:headEnd/>
                  <a:tailEnd/>
                </a:ln>
              </p:spPr>
              <p:txBody>
                <a:bodyPr wrap="none"/>
                <a:lstStyle/>
                <a:p>
                  <a:endParaRPr lang="en-US"/>
                </a:p>
              </p:txBody>
            </p:sp>
            <p:sp>
              <p:nvSpPr>
                <p:cNvPr id="395" name="Line 299">
                  <a:extLst>
                    <a:ext uri="{FF2B5EF4-FFF2-40B4-BE49-F238E27FC236}">
                      <a16:creationId xmlns:a16="http://schemas.microsoft.com/office/drawing/2014/main" id="{0455C98F-D76E-2D0D-C5B8-5CA4B86B6DDD}"/>
                    </a:ext>
                  </a:extLst>
                </p:cNvPr>
                <p:cNvSpPr>
                  <a:spLocks noChangeShapeType="1"/>
                </p:cNvSpPr>
                <p:nvPr/>
              </p:nvSpPr>
              <p:spPr bwMode="auto">
                <a:xfrm rot="6361956" flipH="1" flipV="1">
                  <a:off x="4464" y="1205"/>
                  <a:ext cx="189" cy="500"/>
                </a:xfrm>
                <a:prstGeom prst="line">
                  <a:avLst/>
                </a:prstGeom>
                <a:noFill/>
                <a:ln w="31750">
                  <a:solidFill>
                    <a:schemeClr val="bg2"/>
                  </a:solidFill>
                  <a:round/>
                  <a:headEnd/>
                  <a:tailEnd/>
                </a:ln>
              </p:spPr>
              <p:txBody>
                <a:bodyPr wrap="none"/>
                <a:lstStyle/>
                <a:p>
                  <a:endParaRPr lang="en-US"/>
                </a:p>
              </p:txBody>
            </p:sp>
            <p:sp>
              <p:nvSpPr>
                <p:cNvPr id="396" name="Line 300">
                  <a:extLst>
                    <a:ext uri="{FF2B5EF4-FFF2-40B4-BE49-F238E27FC236}">
                      <a16:creationId xmlns:a16="http://schemas.microsoft.com/office/drawing/2014/main" id="{A795C784-B8B4-0C42-91CE-A681404D9DD0}"/>
                    </a:ext>
                  </a:extLst>
                </p:cNvPr>
                <p:cNvSpPr>
                  <a:spLocks noChangeShapeType="1"/>
                </p:cNvSpPr>
                <p:nvPr/>
              </p:nvSpPr>
              <p:spPr bwMode="auto">
                <a:xfrm rot="6361956">
                  <a:off x="4602" y="1393"/>
                  <a:ext cx="189" cy="203"/>
                </a:xfrm>
                <a:prstGeom prst="line">
                  <a:avLst/>
                </a:prstGeom>
                <a:noFill/>
                <a:ln w="31750">
                  <a:solidFill>
                    <a:schemeClr val="bg2"/>
                  </a:solidFill>
                  <a:round/>
                  <a:headEnd/>
                  <a:tailEnd/>
                </a:ln>
              </p:spPr>
              <p:txBody>
                <a:bodyPr wrap="none"/>
                <a:lstStyle/>
                <a:p>
                  <a:endParaRPr lang="en-US"/>
                </a:p>
              </p:txBody>
            </p:sp>
            <p:sp>
              <p:nvSpPr>
                <p:cNvPr id="397" name="Line 301">
                  <a:extLst>
                    <a:ext uri="{FF2B5EF4-FFF2-40B4-BE49-F238E27FC236}">
                      <a16:creationId xmlns:a16="http://schemas.microsoft.com/office/drawing/2014/main" id="{0F5C0AEC-27EC-60AB-5CBE-533C415630CC}"/>
                    </a:ext>
                  </a:extLst>
                </p:cNvPr>
                <p:cNvSpPr>
                  <a:spLocks noChangeShapeType="1"/>
                </p:cNvSpPr>
                <p:nvPr/>
              </p:nvSpPr>
              <p:spPr bwMode="auto">
                <a:xfrm rot="6361956" flipH="1" flipV="1">
                  <a:off x="4745" y="1286"/>
                  <a:ext cx="189" cy="500"/>
                </a:xfrm>
                <a:prstGeom prst="line">
                  <a:avLst/>
                </a:prstGeom>
                <a:noFill/>
                <a:ln w="31750">
                  <a:solidFill>
                    <a:schemeClr val="bg2"/>
                  </a:solidFill>
                  <a:round/>
                  <a:headEnd/>
                  <a:tailEnd/>
                </a:ln>
              </p:spPr>
              <p:txBody>
                <a:bodyPr wrap="none"/>
                <a:lstStyle/>
                <a:p>
                  <a:endParaRPr lang="en-US"/>
                </a:p>
              </p:txBody>
            </p:sp>
          </p:grpSp>
          <p:grpSp>
            <p:nvGrpSpPr>
              <p:cNvPr id="384" name="Group 302">
                <a:extLst>
                  <a:ext uri="{FF2B5EF4-FFF2-40B4-BE49-F238E27FC236}">
                    <a16:creationId xmlns:a16="http://schemas.microsoft.com/office/drawing/2014/main" id="{8A996751-B481-ED14-F736-ADC11AE5D471}"/>
                  </a:ext>
                </a:extLst>
              </p:cNvPr>
              <p:cNvGrpSpPr>
                <a:grpSpLocks/>
              </p:cNvGrpSpPr>
              <p:nvPr/>
            </p:nvGrpSpPr>
            <p:grpSpPr bwMode="auto">
              <a:xfrm rot="5700496">
                <a:off x="4053" y="1170"/>
                <a:ext cx="392" cy="137"/>
                <a:chOff x="4227" y="1360"/>
                <a:chExt cx="863" cy="270"/>
              </a:xfrm>
            </p:grpSpPr>
            <p:sp>
              <p:nvSpPr>
                <p:cNvPr id="390" name="Line 303">
                  <a:extLst>
                    <a:ext uri="{FF2B5EF4-FFF2-40B4-BE49-F238E27FC236}">
                      <a16:creationId xmlns:a16="http://schemas.microsoft.com/office/drawing/2014/main" id="{E061AAEA-3669-E847-5E0B-9EBB485E8262}"/>
                    </a:ext>
                  </a:extLst>
                </p:cNvPr>
                <p:cNvSpPr>
                  <a:spLocks noChangeShapeType="1"/>
                </p:cNvSpPr>
                <p:nvPr/>
              </p:nvSpPr>
              <p:spPr bwMode="auto">
                <a:xfrm>
                  <a:off x="4227" y="1604"/>
                  <a:ext cx="0" cy="0"/>
                </a:xfrm>
                <a:prstGeom prst="line">
                  <a:avLst/>
                </a:prstGeom>
                <a:noFill/>
                <a:ln w="9525">
                  <a:solidFill>
                    <a:schemeClr val="bg2"/>
                  </a:solidFill>
                  <a:round/>
                  <a:headEnd/>
                  <a:tailEnd/>
                </a:ln>
              </p:spPr>
              <p:txBody>
                <a:bodyPr wrap="none"/>
                <a:lstStyle/>
                <a:p>
                  <a:endParaRPr lang="en-US"/>
                </a:p>
              </p:txBody>
            </p:sp>
            <p:sp>
              <p:nvSpPr>
                <p:cNvPr id="391" name="Line 304">
                  <a:extLst>
                    <a:ext uri="{FF2B5EF4-FFF2-40B4-BE49-F238E27FC236}">
                      <a16:creationId xmlns:a16="http://schemas.microsoft.com/office/drawing/2014/main" id="{6473D618-19B3-B14C-F52B-8FBF5E2E5BEB}"/>
                    </a:ext>
                  </a:extLst>
                </p:cNvPr>
                <p:cNvSpPr>
                  <a:spLocks noChangeShapeType="1"/>
                </p:cNvSpPr>
                <p:nvPr/>
              </p:nvSpPr>
              <p:spPr bwMode="auto">
                <a:xfrm rot="6361956" flipH="1" flipV="1">
                  <a:off x="4464" y="1205"/>
                  <a:ext cx="189" cy="500"/>
                </a:xfrm>
                <a:prstGeom prst="line">
                  <a:avLst/>
                </a:prstGeom>
                <a:noFill/>
                <a:ln w="31750">
                  <a:solidFill>
                    <a:schemeClr val="bg2"/>
                  </a:solidFill>
                  <a:round/>
                  <a:headEnd/>
                  <a:tailEnd/>
                </a:ln>
              </p:spPr>
              <p:txBody>
                <a:bodyPr wrap="none"/>
                <a:lstStyle/>
                <a:p>
                  <a:endParaRPr lang="en-US"/>
                </a:p>
              </p:txBody>
            </p:sp>
            <p:sp>
              <p:nvSpPr>
                <p:cNvPr id="392" name="Line 305">
                  <a:extLst>
                    <a:ext uri="{FF2B5EF4-FFF2-40B4-BE49-F238E27FC236}">
                      <a16:creationId xmlns:a16="http://schemas.microsoft.com/office/drawing/2014/main" id="{66E05701-8328-9269-F9A7-B711F1AD280A}"/>
                    </a:ext>
                  </a:extLst>
                </p:cNvPr>
                <p:cNvSpPr>
                  <a:spLocks noChangeShapeType="1"/>
                </p:cNvSpPr>
                <p:nvPr/>
              </p:nvSpPr>
              <p:spPr bwMode="auto">
                <a:xfrm rot="6361956">
                  <a:off x="4602" y="1393"/>
                  <a:ext cx="189" cy="203"/>
                </a:xfrm>
                <a:prstGeom prst="line">
                  <a:avLst/>
                </a:prstGeom>
                <a:noFill/>
                <a:ln w="31750">
                  <a:solidFill>
                    <a:schemeClr val="bg2"/>
                  </a:solidFill>
                  <a:round/>
                  <a:headEnd/>
                  <a:tailEnd/>
                </a:ln>
              </p:spPr>
              <p:txBody>
                <a:bodyPr wrap="none"/>
                <a:lstStyle/>
                <a:p>
                  <a:endParaRPr lang="en-US"/>
                </a:p>
              </p:txBody>
            </p:sp>
            <p:sp>
              <p:nvSpPr>
                <p:cNvPr id="393" name="Line 306">
                  <a:extLst>
                    <a:ext uri="{FF2B5EF4-FFF2-40B4-BE49-F238E27FC236}">
                      <a16:creationId xmlns:a16="http://schemas.microsoft.com/office/drawing/2014/main" id="{32011040-9D46-70EC-1D5B-192FD135943B}"/>
                    </a:ext>
                  </a:extLst>
                </p:cNvPr>
                <p:cNvSpPr>
                  <a:spLocks noChangeShapeType="1"/>
                </p:cNvSpPr>
                <p:nvPr/>
              </p:nvSpPr>
              <p:spPr bwMode="auto">
                <a:xfrm rot="6361956" flipH="1" flipV="1">
                  <a:off x="4745" y="1286"/>
                  <a:ext cx="189" cy="500"/>
                </a:xfrm>
                <a:prstGeom prst="line">
                  <a:avLst/>
                </a:prstGeom>
                <a:noFill/>
                <a:ln w="31750">
                  <a:solidFill>
                    <a:schemeClr val="bg2"/>
                  </a:solidFill>
                  <a:round/>
                  <a:headEnd/>
                  <a:tailEnd/>
                </a:ln>
              </p:spPr>
              <p:txBody>
                <a:bodyPr wrap="none"/>
                <a:lstStyle/>
                <a:p>
                  <a:endParaRPr lang="en-US"/>
                </a:p>
              </p:txBody>
            </p:sp>
          </p:grpSp>
          <p:grpSp>
            <p:nvGrpSpPr>
              <p:cNvPr id="385" name="Group 307">
                <a:extLst>
                  <a:ext uri="{FF2B5EF4-FFF2-40B4-BE49-F238E27FC236}">
                    <a16:creationId xmlns:a16="http://schemas.microsoft.com/office/drawing/2014/main" id="{126ABC15-86F4-8972-7188-BD0F971DBEF1}"/>
                  </a:ext>
                </a:extLst>
              </p:cNvPr>
              <p:cNvGrpSpPr>
                <a:grpSpLocks/>
              </p:cNvGrpSpPr>
              <p:nvPr/>
            </p:nvGrpSpPr>
            <p:grpSpPr bwMode="auto">
              <a:xfrm rot="10800000">
                <a:off x="3796" y="1402"/>
                <a:ext cx="392" cy="137"/>
                <a:chOff x="4227" y="1360"/>
                <a:chExt cx="863" cy="270"/>
              </a:xfrm>
            </p:grpSpPr>
            <p:sp>
              <p:nvSpPr>
                <p:cNvPr id="386" name="Line 308">
                  <a:extLst>
                    <a:ext uri="{FF2B5EF4-FFF2-40B4-BE49-F238E27FC236}">
                      <a16:creationId xmlns:a16="http://schemas.microsoft.com/office/drawing/2014/main" id="{272000C0-6CDC-8CBF-0B3D-4ECB83EC8BDD}"/>
                    </a:ext>
                  </a:extLst>
                </p:cNvPr>
                <p:cNvSpPr>
                  <a:spLocks noChangeShapeType="1"/>
                </p:cNvSpPr>
                <p:nvPr/>
              </p:nvSpPr>
              <p:spPr bwMode="auto">
                <a:xfrm>
                  <a:off x="4227" y="1604"/>
                  <a:ext cx="0" cy="0"/>
                </a:xfrm>
                <a:prstGeom prst="line">
                  <a:avLst/>
                </a:prstGeom>
                <a:noFill/>
                <a:ln w="9525">
                  <a:solidFill>
                    <a:schemeClr val="bg2"/>
                  </a:solidFill>
                  <a:round/>
                  <a:headEnd/>
                  <a:tailEnd/>
                </a:ln>
              </p:spPr>
              <p:txBody>
                <a:bodyPr wrap="none"/>
                <a:lstStyle/>
                <a:p>
                  <a:endParaRPr lang="en-US"/>
                </a:p>
              </p:txBody>
            </p:sp>
            <p:sp>
              <p:nvSpPr>
                <p:cNvPr id="387" name="Line 309">
                  <a:extLst>
                    <a:ext uri="{FF2B5EF4-FFF2-40B4-BE49-F238E27FC236}">
                      <a16:creationId xmlns:a16="http://schemas.microsoft.com/office/drawing/2014/main" id="{6D268FE9-673F-79B1-7542-898BAD52264C}"/>
                    </a:ext>
                  </a:extLst>
                </p:cNvPr>
                <p:cNvSpPr>
                  <a:spLocks noChangeShapeType="1"/>
                </p:cNvSpPr>
                <p:nvPr/>
              </p:nvSpPr>
              <p:spPr bwMode="auto">
                <a:xfrm rot="6361956" flipH="1" flipV="1">
                  <a:off x="4464" y="1205"/>
                  <a:ext cx="189" cy="500"/>
                </a:xfrm>
                <a:prstGeom prst="line">
                  <a:avLst/>
                </a:prstGeom>
                <a:noFill/>
                <a:ln w="31750">
                  <a:solidFill>
                    <a:schemeClr val="bg2"/>
                  </a:solidFill>
                  <a:round/>
                  <a:headEnd/>
                  <a:tailEnd/>
                </a:ln>
              </p:spPr>
              <p:txBody>
                <a:bodyPr wrap="none"/>
                <a:lstStyle/>
                <a:p>
                  <a:endParaRPr lang="en-US"/>
                </a:p>
              </p:txBody>
            </p:sp>
            <p:sp>
              <p:nvSpPr>
                <p:cNvPr id="388" name="Line 310">
                  <a:extLst>
                    <a:ext uri="{FF2B5EF4-FFF2-40B4-BE49-F238E27FC236}">
                      <a16:creationId xmlns:a16="http://schemas.microsoft.com/office/drawing/2014/main" id="{4E37E6B2-E89D-EC65-ECDA-8C62C5715DFC}"/>
                    </a:ext>
                  </a:extLst>
                </p:cNvPr>
                <p:cNvSpPr>
                  <a:spLocks noChangeShapeType="1"/>
                </p:cNvSpPr>
                <p:nvPr/>
              </p:nvSpPr>
              <p:spPr bwMode="auto">
                <a:xfrm rot="6361956">
                  <a:off x="4602" y="1393"/>
                  <a:ext cx="189" cy="203"/>
                </a:xfrm>
                <a:prstGeom prst="line">
                  <a:avLst/>
                </a:prstGeom>
                <a:noFill/>
                <a:ln w="31750">
                  <a:solidFill>
                    <a:schemeClr val="bg2"/>
                  </a:solidFill>
                  <a:round/>
                  <a:headEnd/>
                  <a:tailEnd/>
                </a:ln>
              </p:spPr>
              <p:txBody>
                <a:bodyPr wrap="none"/>
                <a:lstStyle/>
                <a:p>
                  <a:endParaRPr lang="en-US"/>
                </a:p>
              </p:txBody>
            </p:sp>
            <p:sp>
              <p:nvSpPr>
                <p:cNvPr id="389" name="Line 311">
                  <a:extLst>
                    <a:ext uri="{FF2B5EF4-FFF2-40B4-BE49-F238E27FC236}">
                      <a16:creationId xmlns:a16="http://schemas.microsoft.com/office/drawing/2014/main" id="{0230DE7A-0C66-3C1D-C702-53D5C350C712}"/>
                    </a:ext>
                  </a:extLst>
                </p:cNvPr>
                <p:cNvSpPr>
                  <a:spLocks noChangeShapeType="1"/>
                </p:cNvSpPr>
                <p:nvPr/>
              </p:nvSpPr>
              <p:spPr bwMode="auto">
                <a:xfrm rot="6361956" flipH="1" flipV="1">
                  <a:off x="4745" y="1286"/>
                  <a:ext cx="189" cy="500"/>
                </a:xfrm>
                <a:prstGeom prst="line">
                  <a:avLst/>
                </a:prstGeom>
                <a:noFill/>
                <a:ln w="31750">
                  <a:solidFill>
                    <a:schemeClr val="bg2"/>
                  </a:solidFill>
                  <a:round/>
                  <a:headEnd/>
                  <a:tailEnd/>
                </a:ln>
              </p:spPr>
              <p:txBody>
                <a:bodyPr wrap="none"/>
                <a:lstStyle/>
                <a:p>
                  <a:endParaRPr lang="en-US"/>
                </a:p>
              </p:txBody>
            </p:sp>
          </p:grpSp>
        </p:grpSp>
        <p:sp>
          <p:nvSpPr>
            <p:cNvPr id="11" name="Oval 312">
              <a:extLst>
                <a:ext uri="{FF2B5EF4-FFF2-40B4-BE49-F238E27FC236}">
                  <a16:creationId xmlns:a16="http://schemas.microsoft.com/office/drawing/2014/main" id="{1F146CC8-86B8-3370-5FF0-80CCE79E63BE}"/>
                </a:ext>
              </a:extLst>
            </p:cNvPr>
            <p:cNvSpPr>
              <a:spLocks noChangeArrowheads="1"/>
            </p:cNvSpPr>
            <p:nvPr/>
          </p:nvSpPr>
          <p:spPr bwMode="auto">
            <a:xfrm>
              <a:off x="7200900" y="3727450"/>
              <a:ext cx="358775" cy="95250"/>
            </a:xfrm>
            <a:prstGeom prst="ellipse">
              <a:avLst/>
            </a:prstGeom>
            <a:solidFill>
              <a:srgbClr val="DDDDDD"/>
            </a:solidFill>
            <a:ln w="12700">
              <a:solidFill>
                <a:schemeClr val="folHlink"/>
              </a:solidFill>
              <a:round/>
              <a:headEnd/>
              <a:tailEnd/>
            </a:ln>
          </p:spPr>
          <p:txBody>
            <a:bodyPr wrap="none" anchor="ctr"/>
            <a:lstStyle/>
            <a:p>
              <a:endParaRPr lang="he-IL"/>
            </a:p>
          </p:txBody>
        </p:sp>
        <p:sp>
          <p:nvSpPr>
            <p:cNvPr id="12" name="Line 313">
              <a:extLst>
                <a:ext uri="{FF2B5EF4-FFF2-40B4-BE49-F238E27FC236}">
                  <a16:creationId xmlns:a16="http://schemas.microsoft.com/office/drawing/2014/main" id="{0087770F-58EE-528C-BCEF-5797E3F174AE}"/>
                </a:ext>
              </a:extLst>
            </p:cNvPr>
            <p:cNvSpPr>
              <a:spLocks noChangeShapeType="1"/>
            </p:cNvSpPr>
            <p:nvPr/>
          </p:nvSpPr>
          <p:spPr bwMode="auto">
            <a:xfrm>
              <a:off x="7200900" y="3719513"/>
              <a:ext cx="0" cy="58737"/>
            </a:xfrm>
            <a:prstGeom prst="line">
              <a:avLst/>
            </a:prstGeom>
            <a:noFill/>
            <a:ln w="12700">
              <a:solidFill>
                <a:schemeClr val="folHlink"/>
              </a:solidFill>
              <a:round/>
              <a:headEnd/>
              <a:tailEnd/>
            </a:ln>
          </p:spPr>
          <p:txBody>
            <a:bodyPr wrap="none" anchor="ctr"/>
            <a:lstStyle/>
            <a:p>
              <a:endParaRPr lang="en-US"/>
            </a:p>
          </p:txBody>
        </p:sp>
        <p:sp>
          <p:nvSpPr>
            <p:cNvPr id="13" name="Line 314">
              <a:extLst>
                <a:ext uri="{FF2B5EF4-FFF2-40B4-BE49-F238E27FC236}">
                  <a16:creationId xmlns:a16="http://schemas.microsoft.com/office/drawing/2014/main" id="{54CAB7AA-1072-D249-2391-9F87AED383A9}"/>
                </a:ext>
              </a:extLst>
            </p:cNvPr>
            <p:cNvSpPr>
              <a:spLocks noChangeShapeType="1"/>
            </p:cNvSpPr>
            <p:nvPr/>
          </p:nvSpPr>
          <p:spPr bwMode="auto">
            <a:xfrm>
              <a:off x="7559675" y="3719513"/>
              <a:ext cx="0" cy="58737"/>
            </a:xfrm>
            <a:prstGeom prst="line">
              <a:avLst/>
            </a:prstGeom>
            <a:noFill/>
            <a:ln w="12700">
              <a:solidFill>
                <a:schemeClr val="folHlink"/>
              </a:solidFill>
              <a:round/>
              <a:headEnd/>
              <a:tailEnd/>
            </a:ln>
          </p:spPr>
          <p:txBody>
            <a:bodyPr wrap="none" anchor="ctr"/>
            <a:lstStyle/>
            <a:p>
              <a:endParaRPr lang="en-US"/>
            </a:p>
          </p:txBody>
        </p:sp>
        <p:sp>
          <p:nvSpPr>
            <p:cNvPr id="14" name="Rectangle 315">
              <a:extLst>
                <a:ext uri="{FF2B5EF4-FFF2-40B4-BE49-F238E27FC236}">
                  <a16:creationId xmlns:a16="http://schemas.microsoft.com/office/drawing/2014/main" id="{C9D1CE90-6776-0248-6622-E1DBDDEE4174}"/>
                </a:ext>
              </a:extLst>
            </p:cNvPr>
            <p:cNvSpPr>
              <a:spLocks noChangeArrowheads="1"/>
            </p:cNvSpPr>
            <p:nvPr/>
          </p:nvSpPr>
          <p:spPr bwMode="auto">
            <a:xfrm>
              <a:off x="7200900" y="3719513"/>
              <a:ext cx="355600" cy="58737"/>
            </a:xfrm>
            <a:prstGeom prst="rect">
              <a:avLst/>
            </a:prstGeom>
            <a:solidFill>
              <a:srgbClr val="DDDDDD"/>
            </a:solidFill>
            <a:ln w="12700">
              <a:noFill/>
              <a:miter lim="800000"/>
              <a:headEnd/>
              <a:tailEnd/>
            </a:ln>
          </p:spPr>
          <p:txBody>
            <a:bodyPr wrap="none" anchor="ctr"/>
            <a:lstStyle/>
            <a:p>
              <a:endParaRPr lang="he-IL" sz="2400">
                <a:latin typeface="Times New Roman" pitchFamily="18" charset="0"/>
              </a:endParaRPr>
            </a:p>
          </p:txBody>
        </p:sp>
        <p:sp>
          <p:nvSpPr>
            <p:cNvPr id="15" name="Oval 316">
              <a:extLst>
                <a:ext uri="{FF2B5EF4-FFF2-40B4-BE49-F238E27FC236}">
                  <a16:creationId xmlns:a16="http://schemas.microsoft.com/office/drawing/2014/main" id="{8D44F3D5-AA46-88A0-FE0D-45529D504166}"/>
                </a:ext>
              </a:extLst>
            </p:cNvPr>
            <p:cNvSpPr>
              <a:spLocks noChangeArrowheads="1"/>
            </p:cNvSpPr>
            <p:nvPr/>
          </p:nvSpPr>
          <p:spPr bwMode="auto">
            <a:xfrm>
              <a:off x="7197725" y="3651250"/>
              <a:ext cx="358775" cy="111125"/>
            </a:xfrm>
            <a:prstGeom prst="ellipse">
              <a:avLst/>
            </a:prstGeom>
            <a:solidFill>
              <a:srgbClr val="DDDDDD"/>
            </a:solidFill>
            <a:ln w="12700">
              <a:solidFill>
                <a:schemeClr val="folHlink"/>
              </a:solidFill>
              <a:round/>
              <a:headEnd/>
              <a:tailEnd/>
            </a:ln>
          </p:spPr>
          <p:txBody>
            <a:bodyPr wrap="none" anchor="ctr"/>
            <a:lstStyle/>
            <a:p>
              <a:endParaRPr lang="he-IL"/>
            </a:p>
          </p:txBody>
        </p:sp>
        <p:grpSp>
          <p:nvGrpSpPr>
            <p:cNvPr id="16" name="Group 317">
              <a:extLst>
                <a:ext uri="{FF2B5EF4-FFF2-40B4-BE49-F238E27FC236}">
                  <a16:creationId xmlns:a16="http://schemas.microsoft.com/office/drawing/2014/main" id="{B965B720-A542-A607-2D27-935F05C3F6D5}"/>
                </a:ext>
              </a:extLst>
            </p:cNvPr>
            <p:cNvGrpSpPr>
              <a:grpSpLocks/>
            </p:cNvGrpSpPr>
            <p:nvPr/>
          </p:nvGrpSpPr>
          <p:grpSpPr bwMode="auto">
            <a:xfrm>
              <a:off x="7283450" y="3675063"/>
              <a:ext cx="179387" cy="65087"/>
              <a:chOff x="2848" y="848"/>
              <a:chExt cx="140" cy="98"/>
            </a:xfrm>
          </p:grpSpPr>
          <p:sp>
            <p:nvSpPr>
              <p:cNvPr id="365" name="Line 318">
                <a:extLst>
                  <a:ext uri="{FF2B5EF4-FFF2-40B4-BE49-F238E27FC236}">
                    <a16:creationId xmlns:a16="http://schemas.microsoft.com/office/drawing/2014/main" id="{DC09D0FC-4A43-40BC-8FEA-650571046A33}"/>
                  </a:ext>
                </a:extLst>
              </p:cNvPr>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en-US"/>
              </a:p>
            </p:txBody>
          </p:sp>
          <p:sp>
            <p:nvSpPr>
              <p:cNvPr id="366" name="Line 319">
                <a:extLst>
                  <a:ext uri="{FF2B5EF4-FFF2-40B4-BE49-F238E27FC236}">
                    <a16:creationId xmlns:a16="http://schemas.microsoft.com/office/drawing/2014/main" id="{38361559-749A-0A0B-058F-4CC9A2A8655F}"/>
                  </a:ext>
                </a:extLst>
              </p:cNvPr>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en-US"/>
              </a:p>
            </p:txBody>
          </p:sp>
          <p:sp>
            <p:nvSpPr>
              <p:cNvPr id="367" name="Line 320">
                <a:extLst>
                  <a:ext uri="{FF2B5EF4-FFF2-40B4-BE49-F238E27FC236}">
                    <a16:creationId xmlns:a16="http://schemas.microsoft.com/office/drawing/2014/main" id="{D7B3A694-E0E3-8A2B-BB33-EBD54574E20D}"/>
                  </a:ext>
                </a:extLst>
              </p:cNvPr>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en-US"/>
              </a:p>
            </p:txBody>
          </p:sp>
        </p:grpSp>
        <p:grpSp>
          <p:nvGrpSpPr>
            <p:cNvPr id="17" name="Group 321">
              <a:extLst>
                <a:ext uri="{FF2B5EF4-FFF2-40B4-BE49-F238E27FC236}">
                  <a16:creationId xmlns:a16="http://schemas.microsoft.com/office/drawing/2014/main" id="{63157B6D-D0B1-7942-E01E-ADF1E4E1BF0B}"/>
                </a:ext>
              </a:extLst>
            </p:cNvPr>
            <p:cNvGrpSpPr>
              <a:grpSpLocks/>
            </p:cNvGrpSpPr>
            <p:nvPr/>
          </p:nvGrpSpPr>
          <p:grpSpPr bwMode="auto">
            <a:xfrm flipV="1">
              <a:off x="7283450" y="3675063"/>
              <a:ext cx="179387" cy="65087"/>
              <a:chOff x="2848" y="848"/>
              <a:chExt cx="140" cy="98"/>
            </a:xfrm>
          </p:grpSpPr>
          <p:sp>
            <p:nvSpPr>
              <p:cNvPr id="362" name="Line 322">
                <a:extLst>
                  <a:ext uri="{FF2B5EF4-FFF2-40B4-BE49-F238E27FC236}">
                    <a16:creationId xmlns:a16="http://schemas.microsoft.com/office/drawing/2014/main" id="{AC57AE76-E60E-2F06-30DD-EAE84F33A0B0}"/>
                  </a:ext>
                </a:extLst>
              </p:cNvPr>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en-US"/>
              </a:p>
            </p:txBody>
          </p:sp>
          <p:sp>
            <p:nvSpPr>
              <p:cNvPr id="363" name="Line 323">
                <a:extLst>
                  <a:ext uri="{FF2B5EF4-FFF2-40B4-BE49-F238E27FC236}">
                    <a16:creationId xmlns:a16="http://schemas.microsoft.com/office/drawing/2014/main" id="{92A36191-0B9F-FCC5-1AE8-2EDFD31A4DD2}"/>
                  </a:ext>
                </a:extLst>
              </p:cNvPr>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en-US"/>
              </a:p>
            </p:txBody>
          </p:sp>
          <p:sp>
            <p:nvSpPr>
              <p:cNvPr id="364" name="Line 324">
                <a:extLst>
                  <a:ext uri="{FF2B5EF4-FFF2-40B4-BE49-F238E27FC236}">
                    <a16:creationId xmlns:a16="http://schemas.microsoft.com/office/drawing/2014/main" id="{0ACB1551-D9E5-EB94-E61E-10AA202A917B}"/>
                  </a:ext>
                </a:extLst>
              </p:cNvPr>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en-US"/>
              </a:p>
            </p:txBody>
          </p:sp>
        </p:grpSp>
        <p:sp>
          <p:nvSpPr>
            <p:cNvPr id="18" name="Oval 325">
              <a:extLst>
                <a:ext uri="{FF2B5EF4-FFF2-40B4-BE49-F238E27FC236}">
                  <a16:creationId xmlns:a16="http://schemas.microsoft.com/office/drawing/2014/main" id="{96669531-D157-F9B3-E49B-4F3917D5CCC4}"/>
                </a:ext>
              </a:extLst>
            </p:cNvPr>
            <p:cNvSpPr>
              <a:spLocks noChangeArrowheads="1"/>
            </p:cNvSpPr>
            <p:nvPr/>
          </p:nvSpPr>
          <p:spPr bwMode="auto">
            <a:xfrm>
              <a:off x="7556500" y="4006850"/>
              <a:ext cx="358775" cy="95250"/>
            </a:xfrm>
            <a:prstGeom prst="ellipse">
              <a:avLst/>
            </a:prstGeom>
            <a:solidFill>
              <a:srgbClr val="DDDDDD"/>
            </a:solidFill>
            <a:ln w="12700">
              <a:solidFill>
                <a:schemeClr val="folHlink"/>
              </a:solidFill>
              <a:round/>
              <a:headEnd/>
              <a:tailEnd/>
            </a:ln>
          </p:spPr>
          <p:txBody>
            <a:bodyPr wrap="none" anchor="ctr"/>
            <a:lstStyle/>
            <a:p>
              <a:endParaRPr lang="he-IL"/>
            </a:p>
          </p:txBody>
        </p:sp>
        <p:sp>
          <p:nvSpPr>
            <p:cNvPr id="19" name="Line 326">
              <a:extLst>
                <a:ext uri="{FF2B5EF4-FFF2-40B4-BE49-F238E27FC236}">
                  <a16:creationId xmlns:a16="http://schemas.microsoft.com/office/drawing/2014/main" id="{96E47568-F246-80B9-38F1-C4EC36747EC6}"/>
                </a:ext>
              </a:extLst>
            </p:cNvPr>
            <p:cNvSpPr>
              <a:spLocks noChangeShapeType="1"/>
            </p:cNvSpPr>
            <p:nvPr/>
          </p:nvSpPr>
          <p:spPr bwMode="auto">
            <a:xfrm>
              <a:off x="7556500" y="3998913"/>
              <a:ext cx="0" cy="58737"/>
            </a:xfrm>
            <a:prstGeom prst="line">
              <a:avLst/>
            </a:prstGeom>
            <a:noFill/>
            <a:ln w="12700">
              <a:solidFill>
                <a:schemeClr val="folHlink"/>
              </a:solidFill>
              <a:round/>
              <a:headEnd/>
              <a:tailEnd/>
            </a:ln>
          </p:spPr>
          <p:txBody>
            <a:bodyPr wrap="none" anchor="ctr"/>
            <a:lstStyle/>
            <a:p>
              <a:endParaRPr lang="en-US"/>
            </a:p>
          </p:txBody>
        </p:sp>
        <p:sp>
          <p:nvSpPr>
            <p:cNvPr id="20" name="Line 327">
              <a:extLst>
                <a:ext uri="{FF2B5EF4-FFF2-40B4-BE49-F238E27FC236}">
                  <a16:creationId xmlns:a16="http://schemas.microsoft.com/office/drawing/2014/main" id="{CA20A4CD-73B7-C71B-EC9C-46B0EEC9FE1A}"/>
                </a:ext>
              </a:extLst>
            </p:cNvPr>
            <p:cNvSpPr>
              <a:spLocks noChangeShapeType="1"/>
            </p:cNvSpPr>
            <p:nvPr/>
          </p:nvSpPr>
          <p:spPr bwMode="auto">
            <a:xfrm>
              <a:off x="7915275" y="3998913"/>
              <a:ext cx="0" cy="58737"/>
            </a:xfrm>
            <a:prstGeom prst="line">
              <a:avLst/>
            </a:prstGeom>
            <a:noFill/>
            <a:ln w="12700">
              <a:solidFill>
                <a:schemeClr val="folHlink"/>
              </a:solidFill>
              <a:round/>
              <a:headEnd/>
              <a:tailEnd/>
            </a:ln>
          </p:spPr>
          <p:txBody>
            <a:bodyPr wrap="none" anchor="ctr"/>
            <a:lstStyle/>
            <a:p>
              <a:endParaRPr lang="en-US"/>
            </a:p>
          </p:txBody>
        </p:sp>
        <p:sp>
          <p:nvSpPr>
            <p:cNvPr id="21" name="Rectangle 328">
              <a:extLst>
                <a:ext uri="{FF2B5EF4-FFF2-40B4-BE49-F238E27FC236}">
                  <a16:creationId xmlns:a16="http://schemas.microsoft.com/office/drawing/2014/main" id="{FB3AED9D-D03C-E4C8-746F-3365931F52EC}"/>
                </a:ext>
              </a:extLst>
            </p:cNvPr>
            <p:cNvSpPr>
              <a:spLocks noChangeArrowheads="1"/>
            </p:cNvSpPr>
            <p:nvPr/>
          </p:nvSpPr>
          <p:spPr bwMode="auto">
            <a:xfrm>
              <a:off x="7556500" y="3998913"/>
              <a:ext cx="355600" cy="58737"/>
            </a:xfrm>
            <a:prstGeom prst="rect">
              <a:avLst/>
            </a:prstGeom>
            <a:solidFill>
              <a:srgbClr val="DDDDDD"/>
            </a:solidFill>
            <a:ln w="12700">
              <a:noFill/>
              <a:miter lim="800000"/>
              <a:headEnd/>
              <a:tailEnd/>
            </a:ln>
          </p:spPr>
          <p:txBody>
            <a:bodyPr wrap="none" anchor="ctr"/>
            <a:lstStyle/>
            <a:p>
              <a:endParaRPr lang="he-IL" sz="2400">
                <a:latin typeface="Times New Roman" pitchFamily="18" charset="0"/>
              </a:endParaRPr>
            </a:p>
          </p:txBody>
        </p:sp>
        <p:sp>
          <p:nvSpPr>
            <p:cNvPr id="22" name="Oval 329">
              <a:extLst>
                <a:ext uri="{FF2B5EF4-FFF2-40B4-BE49-F238E27FC236}">
                  <a16:creationId xmlns:a16="http://schemas.microsoft.com/office/drawing/2014/main" id="{1F985333-AECC-533F-E846-4B7ED456E0CA}"/>
                </a:ext>
              </a:extLst>
            </p:cNvPr>
            <p:cNvSpPr>
              <a:spLocks noChangeArrowheads="1"/>
            </p:cNvSpPr>
            <p:nvPr/>
          </p:nvSpPr>
          <p:spPr bwMode="auto">
            <a:xfrm>
              <a:off x="7553325" y="3930650"/>
              <a:ext cx="358775" cy="111125"/>
            </a:xfrm>
            <a:prstGeom prst="ellipse">
              <a:avLst/>
            </a:prstGeom>
            <a:solidFill>
              <a:srgbClr val="DDDDDD"/>
            </a:solidFill>
            <a:ln w="12700">
              <a:solidFill>
                <a:schemeClr val="folHlink"/>
              </a:solidFill>
              <a:round/>
              <a:headEnd/>
              <a:tailEnd/>
            </a:ln>
          </p:spPr>
          <p:txBody>
            <a:bodyPr wrap="none" anchor="ctr"/>
            <a:lstStyle/>
            <a:p>
              <a:endParaRPr lang="he-IL"/>
            </a:p>
          </p:txBody>
        </p:sp>
        <p:grpSp>
          <p:nvGrpSpPr>
            <p:cNvPr id="23" name="Group 330">
              <a:extLst>
                <a:ext uri="{FF2B5EF4-FFF2-40B4-BE49-F238E27FC236}">
                  <a16:creationId xmlns:a16="http://schemas.microsoft.com/office/drawing/2014/main" id="{5170AB45-1404-DFEE-1D81-F52A43425A01}"/>
                </a:ext>
              </a:extLst>
            </p:cNvPr>
            <p:cNvGrpSpPr>
              <a:grpSpLocks/>
            </p:cNvGrpSpPr>
            <p:nvPr/>
          </p:nvGrpSpPr>
          <p:grpSpPr bwMode="auto">
            <a:xfrm>
              <a:off x="7639050" y="3954463"/>
              <a:ext cx="179387" cy="65087"/>
              <a:chOff x="2848" y="848"/>
              <a:chExt cx="140" cy="98"/>
            </a:xfrm>
          </p:grpSpPr>
          <p:sp>
            <p:nvSpPr>
              <p:cNvPr id="359" name="Line 331">
                <a:extLst>
                  <a:ext uri="{FF2B5EF4-FFF2-40B4-BE49-F238E27FC236}">
                    <a16:creationId xmlns:a16="http://schemas.microsoft.com/office/drawing/2014/main" id="{93897FAA-28B0-EECA-C54E-EF1A06067103}"/>
                  </a:ext>
                </a:extLst>
              </p:cNvPr>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en-US"/>
              </a:p>
            </p:txBody>
          </p:sp>
          <p:sp>
            <p:nvSpPr>
              <p:cNvPr id="360" name="Line 332">
                <a:extLst>
                  <a:ext uri="{FF2B5EF4-FFF2-40B4-BE49-F238E27FC236}">
                    <a16:creationId xmlns:a16="http://schemas.microsoft.com/office/drawing/2014/main" id="{6E9D9327-081A-2EC8-125C-39BB2AFC36DC}"/>
                  </a:ext>
                </a:extLst>
              </p:cNvPr>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en-US"/>
              </a:p>
            </p:txBody>
          </p:sp>
          <p:sp>
            <p:nvSpPr>
              <p:cNvPr id="361" name="Line 333">
                <a:extLst>
                  <a:ext uri="{FF2B5EF4-FFF2-40B4-BE49-F238E27FC236}">
                    <a16:creationId xmlns:a16="http://schemas.microsoft.com/office/drawing/2014/main" id="{7E00B550-0B9D-DBC0-F93B-D0CF3D3159C8}"/>
                  </a:ext>
                </a:extLst>
              </p:cNvPr>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en-US"/>
              </a:p>
            </p:txBody>
          </p:sp>
        </p:grpSp>
        <p:grpSp>
          <p:nvGrpSpPr>
            <p:cNvPr id="24" name="Group 334">
              <a:extLst>
                <a:ext uri="{FF2B5EF4-FFF2-40B4-BE49-F238E27FC236}">
                  <a16:creationId xmlns:a16="http://schemas.microsoft.com/office/drawing/2014/main" id="{BE659F83-0935-42FE-E2A4-B85D09EB34DA}"/>
                </a:ext>
              </a:extLst>
            </p:cNvPr>
            <p:cNvGrpSpPr>
              <a:grpSpLocks/>
            </p:cNvGrpSpPr>
            <p:nvPr/>
          </p:nvGrpSpPr>
          <p:grpSpPr bwMode="auto">
            <a:xfrm flipV="1">
              <a:off x="7639050" y="3954463"/>
              <a:ext cx="179387" cy="65087"/>
              <a:chOff x="2848" y="848"/>
              <a:chExt cx="140" cy="98"/>
            </a:xfrm>
          </p:grpSpPr>
          <p:sp>
            <p:nvSpPr>
              <p:cNvPr id="356" name="Line 335">
                <a:extLst>
                  <a:ext uri="{FF2B5EF4-FFF2-40B4-BE49-F238E27FC236}">
                    <a16:creationId xmlns:a16="http://schemas.microsoft.com/office/drawing/2014/main" id="{EB4E1C09-31F7-956D-E364-5D44A97FACD1}"/>
                  </a:ext>
                </a:extLst>
              </p:cNvPr>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en-US"/>
              </a:p>
            </p:txBody>
          </p:sp>
          <p:sp>
            <p:nvSpPr>
              <p:cNvPr id="357" name="Line 336">
                <a:extLst>
                  <a:ext uri="{FF2B5EF4-FFF2-40B4-BE49-F238E27FC236}">
                    <a16:creationId xmlns:a16="http://schemas.microsoft.com/office/drawing/2014/main" id="{6FCABA10-47DF-565A-39CA-D4416B5D15B7}"/>
                  </a:ext>
                </a:extLst>
              </p:cNvPr>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en-US"/>
              </a:p>
            </p:txBody>
          </p:sp>
          <p:sp>
            <p:nvSpPr>
              <p:cNvPr id="358" name="Line 337">
                <a:extLst>
                  <a:ext uri="{FF2B5EF4-FFF2-40B4-BE49-F238E27FC236}">
                    <a16:creationId xmlns:a16="http://schemas.microsoft.com/office/drawing/2014/main" id="{088A8350-3660-00FD-B776-6F359189A96D}"/>
                  </a:ext>
                </a:extLst>
              </p:cNvPr>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en-US"/>
              </a:p>
            </p:txBody>
          </p:sp>
        </p:grpSp>
        <p:sp>
          <p:nvSpPr>
            <p:cNvPr id="25" name="Oval 338">
              <a:extLst>
                <a:ext uri="{FF2B5EF4-FFF2-40B4-BE49-F238E27FC236}">
                  <a16:creationId xmlns:a16="http://schemas.microsoft.com/office/drawing/2014/main" id="{45964BB8-4931-6AC5-CA2C-07C4C4446B56}"/>
                </a:ext>
              </a:extLst>
            </p:cNvPr>
            <p:cNvSpPr>
              <a:spLocks noChangeArrowheads="1"/>
            </p:cNvSpPr>
            <p:nvPr/>
          </p:nvSpPr>
          <p:spPr bwMode="auto">
            <a:xfrm>
              <a:off x="7835900" y="3740150"/>
              <a:ext cx="358775" cy="95250"/>
            </a:xfrm>
            <a:prstGeom prst="ellipse">
              <a:avLst/>
            </a:prstGeom>
            <a:solidFill>
              <a:srgbClr val="DDDDDD"/>
            </a:solidFill>
            <a:ln w="12700">
              <a:solidFill>
                <a:schemeClr val="folHlink"/>
              </a:solidFill>
              <a:round/>
              <a:headEnd/>
              <a:tailEnd/>
            </a:ln>
          </p:spPr>
          <p:txBody>
            <a:bodyPr wrap="none" anchor="ctr"/>
            <a:lstStyle/>
            <a:p>
              <a:endParaRPr lang="he-IL"/>
            </a:p>
          </p:txBody>
        </p:sp>
        <p:sp>
          <p:nvSpPr>
            <p:cNvPr id="26" name="Line 339">
              <a:extLst>
                <a:ext uri="{FF2B5EF4-FFF2-40B4-BE49-F238E27FC236}">
                  <a16:creationId xmlns:a16="http://schemas.microsoft.com/office/drawing/2014/main" id="{EF58E6C6-4BDF-06EC-7D5E-BD9B7DD2D188}"/>
                </a:ext>
              </a:extLst>
            </p:cNvPr>
            <p:cNvSpPr>
              <a:spLocks noChangeShapeType="1"/>
            </p:cNvSpPr>
            <p:nvPr/>
          </p:nvSpPr>
          <p:spPr bwMode="auto">
            <a:xfrm>
              <a:off x="7835900" y="3732213"/>
              <a:ext cx="0" cy="58737"/>
            </a:xfrm>
            <a:prstGeom prst="line">
              <a:avLst/>
            </a:prstGeom>
            <a:noFill/>
            <a:ln w="12700">
              <a:solidFill>
                <a:schemeClr val="folHlink"/>
              </a:solidFill>
              <a:round/>
              <a:headEnd/>
              <a:tailEnd/>
            </a:ln>
          </p:spPr>
          <p:txBody>
            <a:bodyPr wrap="none" anchor="ctr"/>
            <a:lstStyle/>
            <a:p>
              <a:endParaRPr lang="en-US"/>
            </a:p>
          </p:txBody>
        </p:sp>
        <p:sp>
          <p:nvSpPr>
            <p:cNvPr id="27" name="Line 340">
              <a:extLst>
                <a:ext uri="{FF2B5EF4-FFF2-40B4-BE49-F238E27FC236}">
                  <a16:creationId xmlns:a16="http://schemas.microsoft.com/office/drawing/2014/main" id="{209E2389-31C4-E23B-5504-5EE1084BBB09}"/>
                </a:ext>
              </a:extLst>
            </p:cNvPr>
            <p:cNvSpPr>
              <a:spLocks noChangeShapeType="1"/>
            </p:cNvSpPr>
            <p:nvPr/>
          </p:nvSpPr>
          <p:spPr bwMode="auto">
            <a:xfrm>
              <a:off x="8194675" y="3732213"/>
              <a:ext cx="0" cy="58737"/>
            </a:xfrm>
            <a:prstGeom prst="line">
              <a:avLst/>
            </a:prstGeom>
            <a:noFill/>
            <a:ln w="12700">
              <a:solidFill>
                <a:schemeClr val="folHlink"/>
              </a:solidFill>
              <a:round/>
              <a:headEnd/>
              <a:tailEnd/>
            </a:ln>
          </p:spPr>
          <p:txBody>
            <a:bodyPr wrap="none" anchor="ctr"/>
            <a:lstStyle/>
            <a:p>
              <a:endParaRPr lang="en-US"/>
            </a:p>
          </p:txBody>
        </p:sp>
        <p:sp>
          <p:nvSpPr>
            <p:cNvPr id="28" name="Rectangle 341">
              <a:extLst>
                <a:ext uri="{FF2B5EF4-FFF2-40B4-BE49-F238E27FC236}">
                  <a16:creationId xmlns:a16="http://schemas.microsoft.com/office/drawing/2014/main" id="{4B62ABED-FFA6-617A-DEF6-7B88707BD05D}"/>
                </a:ext>
              </a:extLst>
            </p:cNvPr>
            <p:cNvSpPr>
              <a:spLocks noChangeArrowheads="1"/>
            </p:cNvSpPr>
            <p:nvPr/>
          </p:nvSpPr>
          <p:spPr bwMode="auto">
            <a:xfrm>
              <a:off x="7835900" y="3732213"/>
              <a:ext cx="355600" cy="58737"/>
            </a:xfrm>
            <a:prstGeom prst="rect">
              <a:avLst/>
            </a:prstGeom>
            <a:solidFill>
              <a:srgbClr val="DDDDDD"/>
            </a:solidFill>
            <a:ln w="12700">
              <a:noFill/>
              <a:miter lim="800000"/>
              <a:headEnd/>
              <a:tailEnd/>
            </a:ln>
          </p:spPr>
          <p:txBody>
            <a:bodyPr wrap="none" anchor="ctr"/>
            <a:lstStyle/>
            <a:p>
              <a:endParaRPr lang="he-IL" sz="2400">
                <a:latin typeface="Times New Roman" pitchFamily="18" charset="0"/>
              </a:endParaRPr>
            </a:p>
          </p:txBody>
        </p:sp>
        <p:sp>
          <p:nvSpPr>
            <p:cNvPr id="29" name="Oval 342">
              <a:extLst>
                <a:ext uri="{FF2B5EF4-FFF2-40B4-BE49-F238E27FC236}">
                  <a16:creationId xmlns:a16="http://schemas.microsoft.com/office/drawing/2014/main" id="{EF9B42B1-33AD-1FA7-E2BB-B312DF2A8ED9}"/>
                </a:ext>
              </a:extLst>
            </p:cNvPr>
            <p:cNvSpPr>
              <a:spLocks noChangeArrowheads="1"/>
            </p:cNvSpPr>
            <p:nvPr/>
          </p:nvSpPr>
          <p:spPr bwMode="auto">
            <a:xfrm>
              <a:off x="7832725" y="3663950"/>
              <a:ext cx="358775" cy="111125"/>
            </a:xfrm>
            <a:prstGeom prst="ellipse">
              <a:avLst/>
            </a:prstGeom>
            <a:solidFill>
              <a:srgbClr val="DDDDDD"/>
            </a:solidFill>
            <a:ln w="12700">
              <a:solidFill>
                <a:schemeClr val="folHlink"/>
              </a:solidFill>
              <a:round/>
              <a:headEnd/>
              <a:tailEnd/>
            </a:ln>
          </p:spPr>
          <p:txBody>
            <a:bodyPr wrap="none" anchor="ctr"/>
            <a:lstStyle/>
            <a:p>
              <a:endParaRPr lang="he-IL"/>
            </a:p>
          </p:txBody>
        </p:sp>
        <p:grpSp>
          <p:nvGrpSpPr>
            <p:cNvPr id="30" name="Group 343">
              <a:extLst>
                <a:ext uri="{FF2B5EF4-FFF2-40B4-BE49-F238E27FC236}">
                  <a16:creationId xmlns:a16="http://schemas.microsoft.com/office/drawing/2014/main" id="{88412E2C-5B02-ACE0-81A4-054AFBF1F299}"/>
                </a:ext>
              </a:extLst>
            </p:cNvPr>
            <p:cNvGrpSpPr>
              <a:grpSpLocks/>
            </p:cNvGrpSpPr>
            <p:nvPr/>
          </p:nvGrpSpPr>
          <p:grpSpPr bwMode="auto">
            <a:xfrm>
              <a:off x="7918450" y="3687763"/>
              <a:ext cx="179387" cy="65087"/>
              <a:chOff x="2848" y="848"/>
              <a:chExt cx="140" cy="98"/>
            </a:xfrm>
          </p:grpSpPr>
          <p:sp>
            <p:nvSpPr>
              <p:cNvPr id="353" name="Line 344">
                <a:extLst>
                  <a:ext uri="{FF2B5EF4-FFF2-40B4-BE49-F238E27FC236}">
                    <a16:creationId xmlns:a16="http://schemas.microsoft.com/office/drawing/2014/main" id="{13AEB514-9B69-4F6F-4B89-03537E56889A}"/>
                  </a:ext>
                </a:extLst>
              </p:cNvPr>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en-US"/>
              </a:p>
            </p:txBody>
          </p:sp>
          <p:sp>
            <p:nvSpPr>
              <p:cNvPr id="354" name="Line 345">
                <a:extLst>
                  <a:ext uri="{FF2B5EF4-FFF2-40B4-BE49-F238E27FC236}">
                    <a16:creationId xmlns:a16="http://schemas.microsoft.com/office/drawing/2014/main" id="{3A301AD9-42C3-744E-0F67-AEBE9D897AD9}"/>
                  </a:ext>
                </a:extLst>
              </p:cNvPr>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en-US"/>
              </a:p>
            </p:txBody>
          </p:sp>
          <p:sp>
            <p:nvSpPr>
              <p:cNvPr id="355" name="Line 346">
                <a:extLst>
                  <a:ext uri="{FF2B5EF4-FFF2-40B4-BE49-F238E27FC236}">
                    <a16:creationId xmlns:a16="http://schemas.microsoft.com/office/drawing/2014/main" id="{302AEACB-BE54-55CA-CBA3-55EDD83B44EA}"/>
                  </a:ext>
                </a:extLst>
              </p:cNvPr>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en-US"/>
              </a:p>
            </p:txBody>
          </p:sp>
        </p:grpSp>
        <p:grpSp>
          <p:nvGrpSpPr>
            <p:cNvPr id="31" name="Group 347">
              <a:extLst>
                <a:ext uri="{FF2B5EF4-FFF2-40B4-BE49-F238E27FC236}">
                  <a16:creationId xmlns:a16="http://schemas.microsoft.com/office/drawing/2014/main" id="{6A6FED00-7605-9C7B-E9B9-43185668AB33}"/>
                </a:ext>
              </a:extLst>
            </p:cNvPr>
            <p:cNvGrpSpPr>
              <a:grpSpLocks/>
            </p:cNvGrpSpPr>
            <p:nvPr/>
          </p:nvGrpSpPr>
          <p:grpSpPr bwMode="auto">
            <a:xfrm flipV="1">
              <a:off x="7918450" y="3687763"/>
              <a:ext cx="179387" cy="65087"/>
              <a:chOff x="2848" y="848"/>
              <a:chExt cx="140" cy="98"/>
            </a:xfrm>
          </p:grpSpPr>
          <p:sp>
            <p:nvSpPr>
              <p:cNvPr id="350" name="Line 348">
                <a:extLst>
                  <a:ext uri="{FF2B5EF4-FFF2-40B4-BE49-F238E27FC236}">
                    <a16:creationId xmlns:a16="http://schemas.microsoft.com/office/drawing/2014/main" id="{453F3239-98AA-E716-3031-6C7CD3C2E4C3}"/>
                  </a:ext>
                </a:extLst>
              </p:cNvPr>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en-US"/>
              </a:p>
            </p:txBody>
          </p:sp>
          <p:sp>
            <p:nvSpPr>
              <p:cNvPr id="351" name="Line 349">
                <a:extLst>
                  <a:ext uri="{FF2B5EF4-FFF2-40B4-BE49-F238E27FC236}">
                    <a16:creationId xmlns:a16="http://schemas.microsoft.com/office/drawing/2014/main" id="{6A395A52-22C4-1807-CFB1-BC8A94E7C14A}"/>
                  </a:ext>
                </a:extLst>
              </p:cNvPr>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en-US"/>
              </a:p>
            </p:txBody>
          </p:sp>
          <p:sp>
            <p:nvSpPr>
              <p:cNvPr id="352" name="Line 350">
                <a:extLst>
                  <a:ext uri="{FF2B5EF4-FFF2-40B4-BE49-F238E27FC236}">
                    <a16:creationId xmlns:a16="http://schemas.microsoft.com/office/drawing/2014/main" id="{2348DC72-4F8D-D6AE-1984-070835755982}"/>
                  </a:ext>
                </a:extLst>
              </p:cNvPr>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en-US"/>
              </a:p>
            </p:txBody>
          </p:sp>
        </p:grpSp>
        <p:sp>
          <p:nvSpPr>
            <p:cNvPr id="32" name="Oval 351">
              <a:extLst>
                <a:ext uri="{FF2B5EF4-FFF2-40B4-BE49-F238E27FC236}">
                  <a16:creationId xmlns:a16="http://schemas.microsoft.com/office/drawing/2014/main" id="{4C01888B-AC8E-82D9-9BFE-4FC13897AE46}"/>
                </a:ext>
              </a:extLst>
            </p:cNvPr>
            <p:cNvSpPr>
              <a:spLocks noChangeArrowheads="1"/>
            </p:cNvSpPr>
            <p:nvPr/>
          </p:nvSpPr>
          <p:spPr bwMode="auto">
            <a:xfrm>
              <a:off x="7300912" y="2578100"/>
              <a:ext cx="347663" cy="88900"/>
            </a:xfrm>
            <a:prstGeom prst="ellipse">
              <a:avLst/>
            </a:prstGeom>
            <a:solidFill>
              <a:srgbClr val="DDDDDD"/>
            </a:solidFill>
            <a:ln w="12700">
              <a:solidFill>
                <a:schemeClr val="folHlink"/>
              </a:solidFill>
              <a:round/>
              <a:headEnd/>
              <a:tailEnd/>
            </a:ln>
          </p:spPr>
          <p:txBody>
            <a:bodyPr wrap="none" anchor="ctr"/>
            <a:lstStyle/>
            <a:p>
              <a:endParaRPr lang="he-IL"/>
            </a:p>
          </p:txBody>
        </p:sp>
        <p:sp>
          <p:nvSpPr>
            <p:cNvPr id="33" name="Line 352">
              <a:extLst>
                <a:ext uri="{FF2B5EF4-FFF2-40B4-BE49-F238E27FC236}">
                  <a16:creationId xmlns:a16="http://schemas.microsoft.com/office/drawing/2014/main" id="{C7923A87-F9E3-9F66-7131-2ED4B2AECDDA}"/>
                </a:ext>
              </a:extLst>
            </p:cNvPr>
            <p:cNvSpPr>
              <a:spLocks noChangeShapeType="1"/>
            </p:cNvSpPr>
            <p:nvPr/>
          </p:nvSpPr>
          <p:spPr bwMode="auto">
            <a:xfrm>
              <a:off x="7300912" y="2570163"/>
              <a:ext cx="0" cy="55562"/>
            </a:xfrm>
            <a:prstGeom prst="line">
              <a:avLst/>
            </a:prstGeom>
            <a:noFill/>
            <a:ln w="12700">
              <a:solidFill>
                <a:schemeClr val="folHlink"/>
              </a:solidFill>
              <a:round/>
              <a:headEnd/>
              <a:tailEnd/>
            </a:ln>
          </p:spPr>
          <p:txBody>
            <a:bodyPr wrap="none" anchor="ctr"/>
            <a:lstStyle/>
            <a:p>
              <a:endParaRPr lang="en-US"/>
            </a:p>
          </p:txBody>
        </p:sp>
        <p:sp>
          <p:nvSpPr>
            <p:cNvPr id="34" name="Line 353">
              <a:extLst>
                <a:ext uri="{FF2B5EF4-FFF2-40B4-BE49-F238E27FC236}">
                  <a16:creationId xmlns:a16="http://schemas.microsoft.com/office/drawing/2014/main" id="{175272E0-3913-3315-AD5B-01ADEE782B33}"/>
                </a:ext>
              </a:extLst>
            </p:cNvPr>
            <p:cNvSpPr>
              <a:spLocks noChangeShapeType="1"/>
            </p:cNvSpPr>
            <p:nvPr/>
          </p:nvSpPr>
          <p:spPr bwMode="auto">
            <a:xfrm>
              <a:off x="7648575" y="2570163"/>
              <a:ext cx="0" cy="55562"/>
            </a:xfrm>
            <a:prstGeom prst="line">
              <a:avLst/>
            </a:prstGeom>
            <a:noFill/>
            <a:ln w="12700">
              <a:solidFill>
                <a:schemeClr val="folHlink"/>
              </a:solidFill>
              <a:round/>
              <a:headEnd/>
              <a:tailEnd/>
            </a:ln>
          </p:spPr>
          <p:txBody>
            <a:bodyPr wrap="none" anchor="ctr"/>
            <a:lstStyle/>
            <a:p>
              <a:endParaRPr lang="en-US"/>
            </a:p>
          </p:txBody>
        </p:sp>
        <p:sp>
          <p:nvSpPr>
            <p:cNvPr id="35" name="Rectangle 354">
              <a:extLst>
                <a:ext uri="{FF2B5EF4-FFF2-40B4-BE49-F238E27FC236}">
                  <a16:creationId xmlns:a16="http://schemas.microsoft.com/office/drawing/2014/main" id="{65C0B485-CD7F-9F37-FBCC-4DDD130B25C8}"/>
                </a:ext>
              </a:extLst>
            </p:cNvPr>
            <p:cNvSpPr>
              <a:spLocks noChangeArrowheads="1"/>
            </p:cNvSpPr>
            <p:nvPr/>
          </p:nvSpPr>
          <p:spPr bwMode="auto">
            <a:xfrm>
              <a:off x="7300912" y="2570163"/>
              <a:ext cx="344488" cy="53975"/>
            </a:xfrm>
            <a:prstGeom prst="rect">
              <a:avLst/>
            </a:prstGeom>
            <a:solidFill>
              <a:srgbClr val="DDDDDD"/>
            </a:solidFill>
            <a:ln w="12700">
              <a:noFill/>
              <a:miter lim="800000"/>
              <a:headEnd/>
              <a:tailEnd/>
            </a:ln>
          </p:spPr>
          <p:txBody>
            <a:bodyPr wrap="none" anchor="ctr"/>
            <a:lstStyle/>
            <a:p>
              <a:endParaRPr lang="he-IL" sz="2400">
                <a:latin typeface="Times New Roman" pitchFamily="18" charset="0"/>
              </a:endParaRPr>
            </a:p>
          </p:txBody>
        </p:sp>
        <p:sp>
          <p:nvSpPr>
            <p:cNvPr id="36" name="Oval 355">
              <a:extLst>
                <a:ext uri="{FF2B5EF4-FFF2-40B4-BE49-F238E27FC236}">
                  <a16:creationId xmlns:a16="http://schemas.microsoft.com/office/drawing/2014/main" id="{1D693727-1704-21FE-088D-CBA96F2B26D6}"/>
                </a:ext>
              </a:extLst>
            </p:cNvPr>
            <p:cNvSpPr>
              <a:spLocks noChangeArrowheads="1"/>
            </p:cNvSpPr>
            <p:nvPr/>
          </p:nvSpPr>
          <p:spPr bwMode="auto">
            <a:xfrm>
              <a:off x="7297737" y="2506663"/>
              <a:ext cx="347663" cy="103187"/>
            </a:xfrm>
            <a:prstGeom prst="ellipse">
              <a:avLst/>
            </a:prstGeom>
            <a:solidFill>
              <a:srgbClr val="DDDDDD"/>
            </a:solidFill>
            <a:ln w="12700">
              <a:solidFill>
                <a:schemeClr val="folHlink"/>
              </a:solidFill>
              <a:round/>
              <a:headEnd/>
              <a:tailEnd/>
            </a:ln>
          </p:spPr>
          <p:txBody>
            <a:bodyPr wrap="none" anchor="ctr"/>
            <a:lstStyle/>
            <a:p>
              <a:endParaRPr lang="he-IL"/>
            </a:p>
          </p:txBody>
        </p:sp>
        <p:grpSp>
          <p:nvGrpSpPr>
            <p:cNvPr id="37" name="Group 356">
              <a:extLst>
                <a:ext uri="{FF2B5EF4-FFF2-40B4-BE49-F238E27FC236}">
                  <a16:creationId xmlns:a16="http://schemas.microsoft.com/office/drawing/2014/main" id="{CE44C31B-91CA-C19D-8D99-DC44B0C83A18}"/>
                </a:ext>
              </a:extLst>
            </p:cNvPr>
            <p:cNvGrpSpPr>
              <a:grpSpLocks/>
            </p:cNvGrpSpPr>
            <p:nvPr/>
          </p:nvGrpSpPr>
          <p:grpSpPr bwMode="auto">
            <a:xfrm>
              <a:off x="7381875" y="2528888"/>
              <a:ext cx="171450" cy="61912"/>
              <a:chOff x="2848" y="848"/>
              <a:chExt cx="140" cy="98"/>
            </a:xfrm>
          </p:grpSpPr>
          <p:sp>
            <p:nvSpPr>
              <p:cNvPr id="347" name="Line 357">
                <a:extLst>
                  <a:ext uri="{FF2B5EF4-FFF2-40B4-BE49-F238E27FC236}">
                    <a16:creationId xmlns:a16="http://schemas.microsoft.com/office/drawing/2014/main" id="{8AE142A8-9567-6212-1A2B-0D3039B9BF87}"/>
                  </a:ext>
                </a:extLst>
              </p:cNvPr>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en-US"/>
              </a:p>
            </p:txBody>
          </p:sp>
          <p:sp>
            <p:nvSpPr>
              <p:cNvPr id="348" name="Line 358">
                <a:extLst>
                  <a:ext uri="{FF2B5EF4-FFF2-40B4-BE49-F238E27FC236}">
                    <a16:creationId xmlns:a16="http://schemas.microsoft.com/office/drawing/2014/main" id="{64696EC6-D034-8A4C-108A-72520544F2AC}"/>
                  </a:ext>
                </a:extLst>
              </p:cNvPr>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en-US"/>
              </a:p>
            </p:txBody>
          </p:sp>
          <p:sp>
            <p:nvSpPr>
              <p:cNvPr id="349" name="Line 359">
                <a:extLst>
                  <a:ext uri="{FF2B5EF4-FFF2-40B4-BE49-F238E27FC236}">
                    <a16:creationId xmlns:a16="http://schemas.microsoft.com/office/drawing/2014/main" id="{3FF7A024-2BD3-85DA-3A8E-38934EDCF52E}"/>
                  </a:ext>
                </a:extLst>
              </p:cNvPr>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en-US"/>
              </a:p>
            </p:txBody>
          </p:sp>
        </p:grpSp>
        <p:grpSp>
          <p:nvGrpSpPr>
            <p:cNvPr id="38" name="Group 360">
              <a:extLst>
                <a:ext uri="{FF2B5EF4-FFF2-40B4-BE49-F238E27FC236}">
                  <a16:creationId xmlns:a16="http://schemas.microsoft.com/office/drawing/2014/main" id="{7A1D9208-81C5-8FCA-18E3-FA28356CF489}"/>
                </a:ext>
              </a:extLst>
            </p:cNvPr>
            <p:cNvGrpSpPr>
              <a:grpSpLocks/>
            </p:cNvGrpSpPr>
            <p:nvPr/>
          </p:nvGrpSpPr>
          <p:grpSpPr bwMode="auto">
            <a:xfrm flipV="1">
              <a:off x="7381875" y="2528888"/>
              <a:ext cx="171450" cy="60325"/>
              <a:chOff x="2848" y="848"/>
              <a:chExt cx="140" cy="98"/>
            </a:xfrm>
          </p:grpSpPr>
          <p:sp>
            <p:nvSpPr>
              <p:cNvPr id="344" name="Line 361">
                <a:extLst>
                  <a:ext uri="{FF2B5EF4-FFF2-40B4-BE49-F238E27FC236}">
                    <a16:creationId xmlns:a16="http://schemas.microsoft.com/office/drawing/2014/main" id="{F0B9D39E-62F8-00B3-BEB7-65E26D919B72}"/>
                  </a:ext>
                </a:extLst>
              </p:cNvPr>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en-US"/>
              </a:p>
            </p:txBody>
          </p:sp>
          <p:sp>
            <p:nvSpPr>
              <p:cNvPr id="345" name="Line 362">
                <a:extLst>
                  <a:ext uri="{FF2B5EF4-FFF2-40B4-BE49-F238E27FC236}">
                    <a16:creationId xmlns:a16="http://schemas.microsoft.com/office/drawing/2014/main" id="{74F563F7-FE49-224D-CA98-85058290FE91}"/>
                  </a:ext>
                </a:extLst>
              </p:cNvPr>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en-US"/>
              </a:p>
            </p:txBody>
          </p:sp>
          <p:sp>
            <p:nvSpPr>
              <p:cNvPr id="346" name="Line 363">
                <a:extLst>
                  <a:ext uri="{FF2B5EF4-FFF2-40B4-BE49-F238E27FC236}">
                    <a16:creationId xmlns:a16="http://schemas.microsoft.com/office/drawing/2014/main" id="{8EB8BFA1-982D-0009-4C5D-6422B653D55C}"/>
                  </a:ext>
                </a:extLst>
              </p:cNvPr>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en-US"/>
              </a:p>
            </p:txBody>
          </p:sp>
        </p:grpSp>
        <p:sp>
          <p:nvSpPr>
            <p:cNvPr id="39" name="Oval 364">
              <a:extLst>
                <a:ext uri="{FF2B5EF4-FFF2-40B4-BE49-F238E27FC236}">
                  <a16:creationId xmlns:a16="http://schemas.microsoft.com/office/drawing/2014/main" id="{F5C1C065-FE99-CF01-CAA1-71019F5A6946}"/>
                </a:ext>
              </a:extLst>
            </p:cNvPr>
            <p:cNvSpPr>
              <a:spLocks noChangeArrowheads="1"/>
            </p:cNvSpPr>
            <p:nvPr/>
          </p:nvSpPr>
          <p:spPr bwMode="auto">
            <a:xfrm>
              <a:off x="7299325" y="2838450"/>
              <a:ext cx="358775" cy="95250"/>
            </a:xfrm>
            <a:prstGeom prst="ellipse">
              <a:avLst/>
            </a:prstGeom>
            <a:solidFill>
              <a:srgbClr val="DDDDDD"/>
            </a:solidFill>
            <a:ln w="12700">
              <a:solidFill>
                <a:schemeClr val="folHlink"/>
              </a:solidFill>
              <a:round/>
              <a:headEnd/>
              <a:tailEnd/>
            </a:ln>
          </p:spPr>
          <p:txBody>
            <a:bodyPr wrap="none" anchor="ctr"/>
            <a:lstStyle/>
            <a:p>
              <a:endParaRPr lang="he-IL"/>
            </a:p>
          </p:txBody>
        </p:sp>
        <p:sp>
          <p:nvSpPr>
            <p:cNvPr id="40" name="Line 365">
              <a:extLst>
                <a:ext uri="{FF2B5EF4-FFF2-40B4-BE49-F238E27FC236}">
                  <a16:creationId xmlns:a16="http://schemas.microsoft.com/office/drawing/2014/main" id="{D3407592-6F2D-45BA-81B4-DAC755731850}"/>
                </a:ext>
              </a:extLst>
            </p:cNvPr>
            <p:cNvSpPr>
              <a:spLocks noChangeShapeType="1"/>
            </p:cNvSpPr>
            <p:nvPr/>
          </p:nvSpPr>
          <p:spPr bwMode="auto">
            <a:xfrm>
              <a:off x="7299325" y="2830513"/>
              <a:ext cx="0" cy="58737"/>
            </a:xfrm>
            <a:prstGeom prst="line">
              <a:avLst/>
            </a:prstGeom>
            <a:noFill/>
            <a:ln w="12700">
              <a:solidFill>
                <a:schemeClr val="folHlink"/>
              </a:solidFill>
              <a:round/>
              <a:headEnd/>
              <a:tailEnd/>
            </a:ln>
          </p:spPr>
          <p:txBody>
            <a:bodyPr wrap="none" anchor="ctr"/>
            <a:lstStyle/>
            <a:p>
              <a:endParaRPr lang="en-US"/>
            </a:p>
          </p:txBody>
        </p:sp>
        <p:sp>
          <p:nvSpPr>
            <p:cNvPr id="41" name="Line 366">
              <a:extLst>
                <a:ext uri="{FF2B5EF4-FFF2-40B4-BE49-F238E27FC236}">
                  <a16:creationId xmlns:a16="http://schemas.microsoft.com/office/drawing/2014/main" id="{8B1EA361-8FA7-14A0-F2EA-EC27C412BE1C}"/>
                </a:ext>
              </a:extLst>
            </p:cNvPr>
            <p:cNvSpPr>
              <a:spLocks noChangeShapeType="1"/>
            </p:cNvSpPr>
            <p:nvPr/>
          </p:nvSpPr>
          <p:spPr bwMode="auto">
            <a:xfrm>
              <a:off x="7658100" y="2830513"/>
              <a:ext cx="0" cy="58737"/>
            </a:xfrm>
            <a:prstGeom prst="line">
              <a:avLst/>
            </a:prstGeom>
            <a:noFill/>
            <a:ln w="12700">
              <a:solidFill>
                <a:schemeClr val="folHlink"/>
              </a:solidFill>
              <a:round/>
              <a:headEnd/>
              <a:tailEnd/>
            </a:ln>
          </p:spPr>
          <p:txBody>
            <a:bodyPr wrap="none" anchor="ctr"/>
            <a:lstStyle/>
            <a:p>
              <a:endParaRPr lang="en-US"/>
            </a:p>
          </p:txBody>
        </p:sp>
        <p:sp>
          <p:nvSpPr>
            <p:cNvPr id="42" name="Rectangle 367">
              <a:extLst>
                <a:ext uri="{FF2B5EF4-FFF2-40B4-BE49-F238E27FC236}">
                  <a16:creationId xmlns:a16="http://schemas.microsoft.com/office/drawing/2014/main" id="{A4694909-1EBD-13D7-84DA-FB314104576B}"/>
                </a:ext>
              </a:extLst>
            </p:cNvPr>
            <p:cNvSpPr>
              <a:spLocks noChangeArrowheads="1"/>
            </p:cNvSpPr>
            <p:nvPr/>
          </p:nvSpPr>
          <p:spPr bwMode="auto">
            <a:xfrm>
              <a:off x="7299325" y="2830513"/>
              <a:ext cx="355600" cy="58737"/>
            </a:xfrm>
            <a:prstGeom prst="rect">
              <a:avLst/>
            </a:prstGeom>
            <a:solidFill>
              <a:srgbClr val="DDDDDD"/>
            </a:solidFill>
            <a:ln w="12700">
              <a:noFill/>
              <a:miter lim="800000"/>
              <a:headEnd/>
              <a:tailEnd/>
            </a:ln>
          </p:spPr>
          <p:txBody>
            <a:bodyPr wrap="none" anchor="ctr"/>
            <a:lstStyle/>
            <a:p>
              <a:endParaRPr lang="he-IL" sz="2400">
                <a:latin typeface="Times New Roman" pitchFamily="18" charset="0"/>
              </a:endParaRPr>
            </a:p>
          </p:txBody>
        </p:sp>
        <p:sp>
          <p:nvSpPr>
            <p:cNvPr id="43" name="Oval 368">
              <a:extLst>
                <a:ext uri="{FF2B5EF4-FFF2-40B4-BE49-F238E27FC236}">
                  <a16:creationId xmlns:a16="http://schemas.microsoft.com/office/drawing/2014/main" id="{F8C73F28-8083-ADB5-2165-54725B700381}"/>
                </a:ext>
              </a:extLst>
            </p:cNvPr>
            <p:cNvSpPr>
              <a:spLocks noChangeArrowheads="1"/>
            </p:cNvSpPr>
            <p:nvPr/>
          </p:nvSpPr>
          <p:spPr bwMode="auto">
            <a:xfrm>
              <a:off x="7296150" y="2762250"/>
              <a:ext cx="358775" cy="111125"/>
            </a:xfrm>
            <a:prstGeom prst="ellipse">
              <a:avLst/>
            </a:prstGeom>
            <a:solidFill>
              <a:srgbClr val="DDDDDD"/>
            </a:solidFill>
            <a:ln w="12700">
              <a:solidFill>
                <a:schemeClr val="folHlink"/>
              </a:solidFill>
              <a:round/>
              <a:headEnd/>
              <a:tailEnd/>
            </a:ln>
          </p:spPr>
          <p:txBody>
            <a:bodyPr wrap="none" anchor="ctr"/>
            <a:lstStyle/>
            <a:p>
              <a:endParaRPr lang="he-IL"/>
            </a:p>
          </p:txBody>
        </p:sp>
        <p:grpSp>
          <p:nvGrpSpPr>
            <p:cNvPr id="44" name="Group 369">
              <a:extLst>
                <a:ext uri="{FF2B5EF4-FFF2-40B4-BE49-F238E27FC236}">
                  <a16:creationId xmlns:a16="http://schemas.microsoft.com/office/drawing/2014/main" id="{95ED4EC1-DBC2-6CCE-B925-71114F6C038D}"/>
                </a:ext>
              </a:extLst>
            </p:cNvPr>
            <p:cNvGrpSpPr>
              <a:grpSpLocks/>
            </p:cNvGrpSpPr>
            <p:nvPr/>
          </p:nvGrpSpPr>
          <p:grpSpPr bwMode="auto">
            <a:xfrm>
              <a:off x="7381875" y="2786063"/>
              <a:ext cx="179387" cy="65087"/>
              <a:chOff x="2848" y="848"/>
              <a:chExt cx="140" cy="98"/>
            </a:xfrm>
          </p:grpSpPr>
          <p:sp>
            <p:nvSpPr>
              <p:cNvPr id="341" name="Line 370">
                <a:extLst>
                  <a:ext uri="{FF2B5EF4-FFF2-40B4-BE49-F238E27FC236}">
                    <a16:creationId xmlns:a16="http://schemas.microsoft.com/office/drawing/2014/main" id="{F99901D7-9156-2222-FBA0-A419CFBFC777}"/>
                  </a:ext>
                </a:extLst>
              </p:cNvPr>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en-US"/>
              </a:p>
            </p:txBody>
          </p:sp>
          <p:sp>
            <p:nvSpPr>
              <p:cNvPr id="342" name="Line 371">
                <a:extLst>
                  <a:ext uri="{FF2B5EF4-FFF2-40B4-BE49-F238E27FC236}">
                    <a16:creationId xmlns:a16="http://schemas.microsoft.com/office/drawing/2014/main" id="{0CF882FC-1E99-CEC0-BBAD-FBA977180390}"/>
                  </a:ext>
                </a:extLst>
              </p:cNvPr>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en-US"/>
              </a:p>
            </p:txBody>
          </p:sp>
          <p:sp>
            <p:nvSpPr>
              <p:cNvPr id="343" name="Line 372">
                <a:extLst>
                  <a:ext uri="{FF2B5EF4-FFF2-40B4-BE49-F238E27FC236}">
                    <a16:creationId xmlns:a16="http://schemas.microsoft.com/office/drawing/2014/main" id="{4B7356E9-6E36-4F64-2CB7-6D9C8050CCDD}"/>
                  </a:ext>
                </a:extLst>
              </p:cNvPr>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en-US"/>
              </a:p>
            </p:txBody>
          </p:sp>
        </p:grpSp>
        <p:grpSp>
          <p:nvGrpSpPr>
            <p:cNvPr id="45" name="Group 373">
              <a:extLst>
                <a:ext uri="{FF2B5EF4-FFF2-40B4-BE49-F238E27FC236}">
                  <a16:creationId xmlns:a16="http://schemas.microsoft.com/office/drawing/2014/main" id="{E5F5B3AD-D9D2-6EDE-C329-9F98BB2E1855}"/>
                </a:ext>
              </a:extLst>
            </p:cNvPr>
            <p:cNvGrpSpPr>
              <a:grpSpLocks/>
            </p:cNvGrpSpPr>
            <p:nvPr/>
          </p:nvGrpSpPr>
          <p:grpSpPr bwMode="auto">
            <a:xfrm flipV="1">
              <a:off x="7381875" y="2786063"/>
              <a:ext cx="179387" cy="65087"/>
              <a:chOff x="2848" y="848"/>
              <a:chExt cx="140" cy="98"/>
            </a:xfrm>
          </p:grpSpPr>
          <p:sp>
            <p:nvSpPr>
              <p:cNvPr id="338" name="Line 374">
                <a:extLst>
                  <a:ext uri="{FF2B5EF4-FFF2-40B4-BE49-F238E27FC236}">
                    <a16:creationId xmlns:a16="http://schemas.microsoft.com/office/drawing/2014/main" id="{1EAB763B-C89F-F236-8BD2-04DEFFB754DD}"/>
                  </a:ext>
                </a:extLst>
              </p:cNvPr>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en-US"/>
              </a:p>
            </p:txBody>
          </p:sp>
          <p:sp>
            <p:nvSpPr>
              <p:cNvPr id="339" name="Line 375">
                <a:extLst>
                  <a:ext uri="{FF2B5EF4-FFF2-40B4-BE49-F238E27FC236}">
                    <a16:creationId xmlns:a16="http://schemas.microsoft.com/office/drawing/2014/main" id="{1AAFB2D7-92BF-7760-04A3-56BDC626E6B4}"/>
                  </a:ext>
                </a:extLst>
              </p:cNvPr>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en-US"/>
              </a:p>
            </p:txBody>
          </p:sp>
          <p:sp>
            <p:nvSpPr>
              <p:cNvPr id="340" name="Line 376">
                <a:extLst>
                  <a:ext uri="{FF2B5EF4-FFF2-40B4-BE49-F238E27FC236}">
                    <a16:creationId xmlns:a16="http://schemas.microsoft.com/office/drawing/2014/main" id="{9CAB3C16-8F96-A8F9-D54D-5F50B376688F}"/>
                  </a:ext>
                </a:extLst>
              </p:cNvPr>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en-US"/>
              </a:p>
            </p:txBody>
          </p:sp>
        </p:grpSp>
        <p:sp>
          <p:nvSpPr>
            <p:cNvPr id="46" name="Oval 377">
              <a:extLst>
                <a:ext uri="{FF2B5EF4-FFF2-40B4-BE49-F238E27FC236}">
                  <a16:creationId xmlns:a16="http://schemas.microsoft.com/office/drawing/2014/main" id="{F6852D6F-53C0-D13F-E90B-4B90012E171B}"/>
                </a:ext>
              </a:extLst>
            </p:cNvPr>
            <p:cNvSpPr>
              <a:spLocks noChangeArrowheads="1"/>
            </p:cNvSpPr>
            <p:nvPr/>
          </p:nvSpPr>
          <p:spPr bwMode="auto">
            <a:xfrm>
              <a:off x="7775575" y="2479675"/>
              <a:ext cx="330200" cy="85725"/>
            </a:xfrm>
            <a:prstGeom prst="ellipse">
              <a:avLst/>
            </a:prstGeom>
            <a:solidFill>
              <a:srgbClr val="DDDDDD"/>
            </a:solidFill>
            <a:ln w="12700">
              <a:solidFill>
                <a:schemeClr val="folHlink"/>
              </a:solidFill>
              <a:round/>
              <a:headEnd/>
              <a:tailEnd/>
            </a:ln>
          </p:spPr>
          <p:txBody>
            <a:bodyPr wrap="none" anchor="ctr"/>
            <a:lstStyle/>
            <a:p>
              <a:endParaRPr lang="he-IL"/>
            </a:p>
          </p:txBody>
        </p:sp>
        <p:sp>
          <p:nvSpPr>
            <p:cNvPr id="47" name="Line 378">
              <a:extLst>
                <a:ext uri="{FF2B5EF4-FFF2-40B4-BE49-F238E27FC236}">
                  <a16:creationId xmlns:a16="http://schemas.microsoft.com/office/drawing/2014/main" id="{61233080-A11C-CB43-7C82-80403893EFC6}"/>
                </a:ext>
              </a:extLst>
            </p:cNvPr>
            <p:cNvSpPr>
              <a:spLocks noChangeShapeType="1"/>
            </p:cNvSpPr>
            <p:nvPr/>
          </p:nvSpPr>
          <p:spPr bwMode="auto">
            <a:xfrm>
              <a:off x="7775575" y="2473325"/>
              <a:ext cx="0" cy="52388"/>
            </a:xfrm>
            <a:prstGeom prst="line">
              <a:avLst/>
            </a:prstGeom>
            <a:noFill/>
            <a:ln w="12700">
              <a:solidFill>
                <a:schemeClr val="folHlink"/>
              </a:solidFill>
              <a:round/>
              <a:headEnd/>
              <a:tailEnd/>
            </a:ln>
          </p:spPr>
          <p:txBody>
            <a:bodyPr wrap="none" anchor="ctr"/>
            <a:lstStyle/>
            <a:p>
              <a:endParaRPr lang="en-US"/>
            </a:p>
          </p:txBody>
        </p:sp>
        <p:sp>
          <p:nvSpPr>
            <p:cNvPr id="48" name="Line 379">
              <a:extLst>
                <a:ext uri="{FF2B5EF4-FFF2-40B4-BE49-F238E27FC236}">
                  <a16:creationId xmlns:a16="http://schemas.microsoft.com/office/drawing/2014/main" id="{8920152F-3CC1-DC67-6674-87705EF21639}"/>
                </a:ext>
              </a:extLst>
            </p:cNvPr>
            <p:cNvSpPr>
              <a:spLocks noChangeShapeType="1"/>
            </p:cNvSpPr>
            <p:nvPr/>
          </p:nvSpPr>
          <p:spPr bwMode="auto">
            <a:xfrm>
              <a:off x="8105775" y="2473325"/>
              <a:ext cx="0" cy="52388"/>
            </a:xfrm>
            <a:prstGeom prst="line">
              <a:avLst/>
            </a:prstGeom>
            <a:noFill/>
            <a:ln w="12700">
              <a:solidFill>
                <a:schemeClr val="folHlink"/>
              </a:solidFill>
              <a:round/>
              <a:headEnd/>
              <a:tailEnd/>
            </a:ln>
          </p:spPr>
          <p:txBody>
            <a:bodyPr wrap="none" anchor="ctr"/>
            <a:lstStyle/>
            <a:p>
              <a:endParaRPr lang="en-US"/>
            </a:p>
          </p:txBody>
        </p:sp>
        <p:sp>
          <p:nvSpPr>
            <p:cNvPr id="49" name="Rectangle 380">
              <a:extLst>
                <a:ext uri="{FF2B5EF4-FFF2-40B4-BE49-F238E27FC236}">
                  <a16:creationId xmlns:a16="http://schemas.microsoft.com/office/drawing/2014/main" id="{97BE2184-21C6-CB44-A298-81B3437FCE87}"/>
                </a:ext>
              </a:extLst>
            </p:cNvPr>
            <p:cNvSpPr>
              <a:spLocks noChangeArrowheads="1"/>
            </p:cNvSpPr>
            <p:nvPr/>
          </p:nvSpPr>
          <p:spPr bwMode="auto">
            <a:xfrm>
              <a:off x="7775575" y="2473325"/>
              <a:ext cx="327025" cy="52388"/>
            </a:xfrm>
            <a:prstGeom prst="rect">
              <a:avLst/>
            </a:prstGeom>
            <a:solidFill>
              <a:srgbClr val="DDDDDD"/>
            </a:solidFill>
            <a:ln w="12700">
              <a:noFill/>
              <a:miter lim="800000"/>
              <a:headEnd/>
              <a:tailEnd/>
            </a:ln>
          </p:spPr>
          <p:txBody>
            <a:bodyPr wrap="none" anchor="ctr"/>
            <a:lstStyle/>
            <a:p>
              <a:endParaRPr lang="he-IL" sz="2400">
                <a:solidFill>
                  <a:schemeClr val="bg2"/>
                </a:solidFill>
                <a:latin typeface="Times New Roman" pitchFamily="18" charset="0"/>
              </a:endParaRPr>
            </a:p>
          </p:txBody>
        </p:sp>
        <p:sp>
          <p:nvSpPr>
            <p:cNvPr id="50" name="Oval 381">
              <a:extLst>
                <a:ext uri="{FF2B5EF4-FFF2-40B4-BE49-F238E27FC236}">
                  <a16:creationId xmlns:a16="http://schemas.microsoft.com/office/drawing/2014/main" id="{FC0FD756-8915-504E-F0CE-D1329AB6B4E6}"/>
                </a:ext>
              </a:extLst>
            </p:cNvPr>
            <p:cNvSpPr>
              <a:spLocks noChangeArrowheads="1"/>
            </p:cNvSpPr>
            <p:nvPr/>
          </p:nvSpPr>
          <p:spPr bwMode="auto">
            <a:xfrm>
              <a:off x="7772400" y="2411413"/>
              <a:ext cx="330200" cy="100012"/>
            </a:xfrm>
            <a:prstGeom prst="ellipse">
              <a:avLst/>
            </a:prstGeom>
            <a:solidFill>
              <a:srgbClr val="DDDDDD"/>
            </a:solidFill>
            <a:ln w="12700">
              <a:solidFill>
                <a:schemeClr val="folHlink"/>
              </a:solidFill>
              <a:round/>
              <a:headEnd/>
              <a:tailEnd/>
            </a:ln>
          </p:spPr>
          <p:txBody>
            <a:bodyPr wrap="none" anchor="ctr"/>
            <a:lstStyle/>
            <a:p>
              <a:endParaRPr lang="he-IL"/>
            </a:p>
          </p:txBody>
        </p:sp>
        <p:grpSp>
          <p:nvGrpSpPr>
            <p:cNvPr id="51" name="Group 382">
              <a:extLst>
                <a:ext uri="{FF2B5EF4-FFF2-40B4-BE49-F238E27FC236}">
                  <a16:creationId xmlns:a16="http://schemas.microsoft.com/office/drawing/2014/main" id="{896D0262-C750-0BF3-C654-988B367271A8}"/>
                </a:ext>
              </a:extLst>
            </p:cNvPr>
            <p:cNvGrpSpPr>
              <a:grpSpLocks/>
            </p:cNvGrpSpPr>
            <p:nvPr/>
          </p:nvGrpSpPr>
          <p:grpSpPr bwMode="auto">
            <a:xfrm>
              <a:off x="7851775" y="2433638"/>
              <a:ext cx="163512" cy="57150"/>
              <a:chOff x="2848" y="848"/>
              <a:chExt cx="140" cy="98"/>
            </a:xfrm>
          </p:grpSpPr>
          <p:sp>
            <p:nvSpPr>
              <p:cNvPr id="335" name="Line 383">
                <a:extLst>
                  <a:ext uri="{FF2B5EF4-FFF2-40B4-BE49-F238E27FC236}">
                    <a16:creationId xmlns:a16="http://schemas.microsoft.com/office/drawing/2014/main" id="{4E71E23B-9A46-50E6-338A-F5547814BC5A}"/>
                  </a:ext>
                </a:extLst>
              </p:cNvPr>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en-US"/>
              </a:p>
            </p:txBody>
          </p:sp>
          <p:sp>
            <p:nvSpPr>
              <p:cNvPr id="336" name="Line 384">
                <a:extLst>
                  <a:ext uri="{FF2B5EF4-FFF2-40B4-BE49-F238E27FC236}">
                    <a16:creationId xmlns:a16="http://schemas.microsoft.com/office/drawing/2014/main" id="{1B8FD71C-83C5-EA86-50E1-B99A8852E374}"/>
                  </a:ext>
                </a:extLst>
              </p:cNvPr>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en-US"/>
              </a:p>
            </p:txBody>
          </p:sp>
          <p:sp>
            <p:nvSpPr>
              <p:cNvPr id="337" name="Line 385">
                <a:extLst>
                  <a:ext uri="{FF2B5EF4-FFF2-40B4-BE49-F238E27FC236}">
                    <a16:creationId xmlns:a16="http://schemas.microsoft.com/office/drawing/2014/main" id="{5EC194F9-0046-192C-020E-2FAA4DEF96FF}"/>
                  </a:ext>
                </a:extLst>
              </p:cNvPr>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en-US"/>
              </a:p>
            </p:txBody>
          </p:sp>
        </p:grpSp>
        <p:grpSp>
          <p:nvGrpSpPr>
            <p:cNvPr id="52" name="Group 386">
              <a:extLst>
                <a:ext uri="{FF2B5EF4-FFF2-40B4-BE49-F238E27FC236}">
                  <a16:creationId xmlns:a16="http://schemas.microsoft.com/office/drawing/2014/main" id="{FFE490FF-C9A8-214D-D845-9E7ABE465B01}"/>
                </a:ext>
              </a:extLst>
            </p:cNvPr>
            <p:cNvGrpSpPr>
              <a:grpSpLocks/>
            </p:cNvGrpSpPr>
            <p:nvPr/>
          </p:nvGrpSpPr>
          <p:grpSpPr bwMode="auto">
            <a:xfrm flipV="1">
              <a:off x="7851775" y="2432050"/>
              <a:ext cx="163512" cy="58738"/>
              <a:chOff x="2848" y="848"/>
              <a:chExt cx="140" cy="98"/>
            </a:xfrm>
          </p:grpSpPr>
          <p:sp>
            <p:nvSpPr>
              <p:cNvPr id="332" name="Line 387">
                <a:extLst>
                  <a:ext uri="{FF2B5EF4-FFF2-40B4-BE49-F238E27FC236}">
                    <a16:creationId xmlns:a16="http://schemas.microsoft.com/office/drawing/2014/main" id="{772615B1-EBFA-65D8-8837-1B158FB27768}"/>
                  </a:ext>
                </a:extLst>
              </p:cNvPr>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en-US"/>
              </a:p>
            </p:txBody>
          </p:sp>
          <p:sp>
            <p:nvSpPr>
              <p:cNvPr id="333" name="Line 388">
                <a:extLst>
                  <a:ext uri="{FF2B5EF4-FFF2-40B4-BE49-F238E27FC236}">
                    <a16:creationId xmlns:a16="http://schemas.microsoft.com/office/drawing/2014/main" id="{2A07A479-08BB-B84F-BE47-B60BCE9FBD81}"/>
                  </a:ext>
                </a:extLst>
              </p:cNvPr>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en-US"/>
              </a:p>
            </p:txBody>
          </p:sp>
          <p:sp>
            <p:nvSpPr>
              <p:cNvPr id="334" name="Line 389">
                <a:extLst>
                  <a:ext uri="{FF2B5EF4-FFF2-40B4-BE49-F238E27FC236}">
                    <a16:creationId xmlns:a16="http://schemas.microsoft.com/office/drawing/2014/main" id="{5822B7CD-BB03-FD01-DF89-F6F5DAFFCB93}"/>
                  </a:ext>
                </a:extLst>
              </p:cNvPr>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en-US"/>
              </a:p>
            </p:txBody>
          </p:sp>
        </p:grpSp>
        <p:sp>
          <p:nvSpPr>
            <p:cNvPr id="53" name="Oval 390">
              <a:extLst>
                <a:ext uri="{FF2B5EF4-FFF2-40B4-BE49-F238E27FC236}">
                  <a16:creationId xmlns:a16="http://schemas.microsoft.com/office/drawing/2014/main" id="{968CC0BF-6371-CF6F-F5A0-36C00B2BA271}"/>
                </a:ext>
              </a:extLst>
            </p:cNvPr>
            <p:cNvSpPr>
              <a:spLocks noChangeArrowheads="1"/>
            </p:cNvSpPr>
            <p:nvPr/>
          </p:nvSpPr>
          <p:spPr bwMode="auto">
            <a:xfrm>
              <a:off x="7861300" y="2838450"/>
              <a:ext cx="358775" cy="95250"/>
            </a:xfrm>
            <a:prstGeom prst="ellipse">
              <a:avLst/>
            </a:prstGeom>
            <a:solidFill>
              <a:srgbClr val="DDDDDD"/>
            </a:solidFill>
            <a:ln w="12700">
              <a:solidFill>
                <a:schemeClr val="folHlink"/>
              </a:solidFill>
              <a:round/>
              <a:headEnd/>
              <a:tailEnd/>
            </a:ln>
          </p:spPr>
          <p:txBody>
            <a:bodyPr wrap="none" anchor="ctr"/>
            <a:lstStyle/>
            <a:p>
              <a:endParaRPr lang="he-IL"/>
            </a:p>
          </p:txBody>
        </p:sp>
        <p:sp>
          <p:nvSpPr>
            <p:cNvPr id="54" name="Line 391">
              <a:extLst>
                <a:ext uri="{FF2B5EF4-FFF2-40B4-BE49-F238E27FC236}">
                  <a16:creationId xmlns:a16="http://schemas.microsoft.com/office/drawing/2014/main" id="{0F9289F0-5D64-8E62-8B43-F453D73CB247}"/>
                </a:ext>
              </a:extLst>
            </p:cNvPr>
            <p:cNvSpPr>
              <a:spLocks noChangeShapeType="1"/>
            </p:cNvSpPr>
            <p:nvPr/>
          </p:nvSpPr>
          <p:spPr bwMode="auto">
            <a:xfrm>
              <a:off x="7861300" y="2830513"/>
              <a:ext cx="0" cy="58737"/>
            </a:xfrm>
            <a:prstGeom prst="line">
              <a:avLst/>
            </a:prstGeom>
            <a:noFill/>
            <a:ln w="12700">
              <a:solidFill>
                <a:schemeClr val="folHlink"/>
              </a:solidFill>
              <a:round/>
              <a:headEnd/>
              <a:tailEnd/>
            </a:ln>
          </p:spPr>
          <p:txBody>
            <a:bodyPr wrap="none" anchor="ctr"/>
            <a:lstStyle/>
            <a:p>
              <a:endParaRPr lang="en-US"/>
            </a:p>
          </p:txBody>
        </p:sp>
        <p:sp>
          <p:nvSpPr>
            <p:cNvPr id="55" name="Line 392">
              <a:extLst>
                <a:ext uri="{FF2B5EF4-FFF2-40B4-BE49-F238E27FC236}">
                  <a16:creationId xmlns:a16="http://schemas.microsoft.com/office/drawing/2014/main" id="{9C28366B-B05C-0F62-2C64-81E9AB4EB530}"/>
                </a:ext>
              </a:extLst>
            </p:cNvPr>
            <p:cNvSpPr>
              <a:spLocks noChangeShapeType="1"/>
            </p:cNvSpPr>
            <p:nvPr/>
          </p:nvSpPr>
          <p:spPr bwMode="auto">
            <a:xfrm>
              <a:off x="8220075" y="2830513"/>
              <a:ext cx="0" cy="58737"/>
            </a:xfrm>
            <a:prstGeom prst="line">
              <a:avLst/>
            </a:prstGeom>
            <a:noFill/>
            <a:ln w="12700">
              <a:solidFill>
                <a:schemeClr val="folHlink"/>
              </a:solidFill>
              <a:round/>
              <a:headEnd/>
              <a:tailEnd/>
            </a:ln>
          </p:spPr>
          <p:txBody>
            <a:bodyPr wrap="none" anchor="ctr"/>
            <a:lstStyle/>
            <a:p>
              <a:endParaRPr lang="en-US"/>
            </a:p>
          </p:txBody>
        </p:sp>
        <p:sp>
          <p:nvSpPr>
            <p:cNvPr id="56" name="Rectangle 393">
              <a:extLst>
                <a:ext uri="{FF2B5EF4-FFF2-40B4-BE49-F238E27FC236}">
                  <a16:creationId xmlns:a16="http://schemas.microsoft.com/office/drawing/2014/main" id="{D432800A-606D-0741-0DA7-3F10F48089CC}"/>
                </a:ext>
              </a:extLst>
            </p:cNvPr>
            <p:cNvSpPr>
              <a:spLocks noChangeArrowheads="1"/>
            </p:cNvSpPr>
            <p:nvPr/>
          </p:nvSpPr>
          <p:spPr bwMode="auto">
            <a:xfrm>
              <a:off x="7861300" y="2830513"/>
              <a:ext cx="355600" cy="58737"/>
            </a:xfrm>
            <a:prstGeom prst="rect">
              <a:avLst/>
            </a:prstGeom>
            <a:solidFill>
              <a:srgbClr val="DDDDDD"/>
            </a:solidFill>
            <a:ln w="12700">
              <a:noFill/>
              <a:miter lim="800000"/>
              <a:headEnd/>
              <a:tailEnd/>
            </a:ln>
          </p:spPr>
          <p:txBody>
            <a:bodyPr wrap="none" anchor="ctr"/>
            <a:lstStyle/>
            <a:p>
              <a:endParaRPr lang="he-IL" sz="2400">
                <a:latin typeface="Times New Roman" pitchFamily="18" charset="0"/>
              </a:endParaRPr>
            </a:p>
          </p:txBody>
        </p:sp>
        <p:sp>
          <p:nvSpPr>
            <p:cNvPr id="57" name="Oval 394">
              <a:extLst>
                <a:ext uri="{FF2B5EF4-FFF2-40B4-BE49-F238E27FC236}">
                  <a16:creationId xmlns:a16="http://schemas.microsoft.com/office/drawing/2014/main" id="{6DD89888-8B8B-350E-D8F4-24AA7CA3D6DF}"/>
                </a:ext>
              </a:extLst>
            </p:cNvPr>
            <p:cNvSpPr>
              <a:spLocks noChangeArrowheads="1"/>
            </p:cNvSpPr>
            <p:nvPr/>
          </p:nvSpPr>
          <p:spPr bwMode="auto">
            <a:xfrm>
              <a:off x="7858125" y="2762250"/>
              <a:ext cx="358775" cy="111125"/>
            </a:xfrm>
            <a:prstGeom prst="ellipse">
              <a:avLst/>
            </a:prstGeom>
            <a:solidFill>
              <a:srgbClr val="DDDDDD"/>
            </a:solidFill>
            <a:ln w="12700">
              <a:solidFill>
                <a:schemeClr val="folHlink"/>
              </a:solidFill>
              <a:round/>
              <a:headEnd/>
              <a:tailEnd/>
            </a:ln>
          </p:spPr>
          <p:txBody>
            <a:bodyPr wrap="none" anchor="ctr"/>
            <a:lstStyle/>
            <a:p>
              <a:endParaRPr lang="he-IL"/>
            </a:p>
          </p:txBody>
        </p:sp>
        <p:grpSp>
          <p:nvGrpSpPr>
            <p:cNvPr id="58" name="Group 395">
              <a:extLst>
                <a:ext uri="{FF2B5EF4-FFF2-40B4-BE49-F238E27FC236}">
                  <a16:creationId xmlns:a16="http://schemas.microsoft.com/office/drawing/2014/main" id="{991662D0-59DC-F5A0-B834-6EDB1F005B28}"/>
                </a:ext>
              </a:extLst>
            </p:cNvPr>
            <p:cNvGrpSpPr>
              <a:grpSpLocks/>
            </p:cNvGrpSpPr>
            <p:nvPr/>
          </p:nvGrpSpPr>
          <p:grpSpPr bwMode="auto">
            <a:xfrm>
              <a:off x="7943850" y="2786063"/>
              <a:ext cx="179387" cy="65087"/>
              <a:chOff x="2848" y="848"/>
              <a:chExt cx="140" cy="98"/>
            </a:xfrm>
          </p:grpSpPr>
          <p:sp>
            <p:nvSpPr>
              <p:cNvPr id="329" name="Line 396">
                <a:extLst>
                  <a:ext uri="{FF2B5EF4-FFF2-40B4-BE49-F238E27FC236}">
                    <a16:creationId xmlns:a16="http://schemas.microsoft.com/office/drawing/2014/main" id="{F12AB709-D0EF-CE36-9D1F-88DC61C8B107}"/>
                  </a:ext>
                </a:extLst>
              </p:cNvPr>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en-US"/>
              </a:p>
            </p:txBody>
          </p:sp>
          <p:sp>
            <p:nvSpPr>
              <p:cNvPr id="330" name="Line 397">
                <a:extLst>
                  <a:ext uri="{FF2B5EF4-FFF2-40B4-BE49-F238E27FC236}">
                    <a16:creationId xmlns:a16="http://schemas.microsoft.com/office/drawing/2014/main" id="{56234031-F41D-7B71-6639-888140C1D536}"/>
                  </a:ext>
                </a:extLst>
              </p:cNvPr>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en-US"/>
              </a:p>
            </p:txBody>
          </p:sp>
          <p:sp>
            <p:nvSpPr>
              <p:cNvPr id="331" name="Line 398">
                <a:extLst>
                  <a:ext uri="{FF2B5EF4-FFF2-40B4-BE49-F238E27FC236}">
                    <a16:creationId xmlns:a16="http://schemas.microsoft.com/office/drawing/2014/main" id="{E468C4AA-9FC0-476F-5D58-0D743A0CF9F3}"/>
                  </a:ext>
                </a:extLst>
              </p:cNvPr>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en-US"/>
              </a:p>
            </p:txBody>
          </p:sp>
        </p:grpSp>
        <p:grpSp>
          <p:nvGrpSpPr>
            <p:cNvPr id="59" name="Group 399">
              <a:extLst>
                <a:ext uri="{FF2B5EF4-FFF2-40B4-BE49-F238E27FC236}">
                  <a16:creationId xmlns:a16="http://schemas.microsoft.com/office/drawing/2014/main" id="{FCC0B66C-BA37-E837-48CF-6988061D845F}"/>
                </a:ext>
              </a:extLst>
            </p:cNvPr>
            <p:cNvGrpSpPr>
              <a:grpSpLocks/>
            </p:cNvGrpSpPr>
            <p:nvPr/>
          </p:nvGrpSpPr>
          <p:grpSpPr bwMode="auto">
            <a:xfrm flipV="1">
              <a:off x="7943850" y="2786063"/>
              <a:ext cx="179387" cy="65087"/>
              <a:chOff x="2848" y="848"/>
              <a:chExt cx="140" cy="98"/>
            </a:xfrm>
          </p:grpSpPr>
          <p:sp>
            <p:nvSpPr>
              <p:cNvPr id="326" name="Line 400">
                <a:extLst>
                  <a:ext uri="{FF2B5EF4-FFF2-40B4-BE49-F238E27FC236}">
                    <a16:creationId xmlns:a16="http://schemas.microsoft.com/office/drawing/2014/main" id="{B914A977-2326-C434-1FBC-B54767AC9103}"/>
                  </a:ext>
                </a:extLst>
              </p:cNvPr>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en-US"/>
              </a:p>
            </p:txBody>
          </p:sp>
          <p:sp>
            <p:nvSpPr>
              <p:cNvPr id="327" name="Line 401">
                <a:extLst>
                  <a:ext uri="{FF2B5EF4-FFF2-40B4-BE49-F238E27FC236}">
                    <a16:creationId xmlns:a16="http://schemas.microsoft.com/office/drawing/2014/main" id="{19EF2512-5651-46C3-D29E-088C8D28ABBE}"/>
                  </a:ext>
                </a:extLst>
              </p:cNvPr>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en-US"/>
              </a:p>
            </p:txBody>
          </p:sp>
          <p:sp>
            <p:nvSpPr>
              <p:cNvPr id="328" name="Line 402">
                <a:extLst>
                  <a:ext uri="{FF2B5EF4-FFF2-40B4-BE49-F238E27FC236}">
                    <a16:creationId xmlns:a16="http://schemas.microsoft.com/office/drawing/2014/main" id="{5389F3E1-449B-4EBB-779C-D74861ABEE27}"/>
                  </a:ext>
                </a:extLst>
              </p:cNvPr>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en-US"/>
              </a:p>
            </p:txBody>
          </p:sp>
        </p:grpSp>
        <p:sp>
          <p:nvSpPr>
            <p:cNvPr id="60" name="Oval 403">
              <a:extLst>
                <a:ext uri="{FF2B5EF4-FFF2-40B4-BE49-F238E27FC236}">
                  <a16:creationId xmlns:a16="http://schemas.microsoft.com/office/drawing/2014/main" id="{704295EF-71A4-9DD3-8B3E-2304B5960EA0}"/>
                </a:ext>
              </a:extLst>
            </p:cNvPr>
            <p:cNvSpPr>
              <a:spLocks noChangeArrowheads="1"/>
            </p:cNvSpPr>
            <p:nvPr/>
          </p:nvSpPr>
          <p:spPr bwMode="auto">
            <a:xfrm>
              <a:off x="6451600" y="2573338"/>
              <a:ext cx="346075" cy="87312"/>
            </a:xfrm>
            <a:prstGeom prst="ellipse">
              <a:avLst/>
            </a:prstGeom>
            <a:solidFill>
              <a:srgbClr val="DDDDDD"/>
            </a:solidFill>
            <a:ln w="12700">
              <a:solidFill>
                <a:schemeClr val="folHlink"/>
              </a:solidFill>
              <a:round/>
              <a:headEnd/>
              <a:tailEnd/>
            </a:ln>
          </p:spPr>
          <p:txBody>
            <a:bodyPr wrap="none" anchor="ctr"/>
            <a:lstStyle/>
            <a:p>
              <a:endParaRPr lang="he-IL"/>
            </a:p>
          </p:txBody>
        </p:sp>
        <p:sp>
          <p:nvSpPr>
            <p:cNvPr id="61" name="Line 404">
              <a:extLst>
                <a:ext uri="{FF2B5EF4-FFF2-40B4-BE49-F238E27FC236}">
                  <a16:creationId xmlns:a16="http://schemas.microsoft.com/office/drawing/2014/main" id="{CE0B68D9-BFEE-CA16-F03E-6518B2F44E4D}"/>
                </a:ext>
              </a:extLst>
            </p:cNvPr>
            <p:cNvSpPr>
              <a:spLocks noChangeShapeType="1"/>
            </p:cNvSpPr>
            <p:nvPr/>
          </p:nvSpPr>
          <p:spPr bwMode="auto">
            <a:xfrm>
              <a:off x="6451600" y="2565400"/>
              <a:ext cx="0" cy="53975"/>
            </a:xfrm>
            <a:prstGeom prst="line">
              <a:avLst/>
            </a:prstGeom>
            <a:noFill/>
            <a:ln w="12700">
              <a:solidFill>
                <a:schemeClr val="folHlink"/>
              </a:solidFill>
              <a:round/>
              <a:headEnd/>
              <a:tailEnd/>
            </a:ln>
          </p:spPr>
          <p:txBody>
            <a:bodyPr wrap="none" anchor="ctr"/>
            <a:lstStyle/>
            <a:p>
              <a:endParaRPr lang="en-US"/>
            </a:p>
          </p:txBody>
        </p:sp>
        <p:sp>
          <p:nvSpPr>
            <p:cNvPr id="62" name="Line 405">
              <a:extLst>
                <a:ext uri="{FF2B5EF4-FFF2-40B4-BE49-F238E27FC236}">
                  <a16:creationId xmlns:a16="http://schemas.microsoft.com/office/drawing/2014/main" id="{E8FA437C-CF52-9E88-EE5C-557FA84C4642}"/>
                </a:ext>
              </a:extLst>
            </p:cNvPr>
            <p:cNvSpPr>
              <a:spLocks noChangeShapeType="1"/>
            </p:cNvSpPr>
            <p:nvPr/>
          </p:nvSpPr>
          <p:spPr bwMode="auto">
            <a:xfrm>
              <a:off x="6797675" y="2565400"/>
              <a:ext cx="0" cy="53975"/>
            </a:xfrm>
            <a:prstGeom prst="line">
              <a:avLst/>
            </a:prstGeom>
            <a:noFill/>
            <a:ln w="12700">
              <a:solidFill>
                <a:schemeClr val="folHlink"/>
              </a:solidFill>
              <a:round/>
              <a:headEnd/>
              <a:tailEnd/>
            </a:ln>
          </p:spPr>
          <p:txBody>
            <a:bodyPr wrap="none" anchor="ctr"/>
            <a:lstStyle/>
            <a:p>
              <a:endParaRPr lang="en-US"/>
            </a:p>
          </p:txBody>
        </p:sp>
        <p:sp>
          <p:nvSpPr>
            <p:cNvPr id="63" name="Rectangle 406">
              <a:extLst>
                <a:ext uri="{FF2B5EF4-FFF2-40B4-BE49-F238E27FC236}">
                  <a16:creationId xmlns:a16="http://schemas.microsoft.com/office/drawing/2014/main" id="{D37183AA-7902-C4F8-EBE6-188BB6B50362}"/>
                </a:ext>
              </a:extLst>
            </p:cNvPr>
            <p:cNvSpPr>
              <a:spLocks noChangeArrowheads="1"/>
            </p:cNvSpPr>
            <p:nvPr/>
          </p:nvSpPr>
          <p:spPr bwMode="auto">
            <a:xfrm>
              <a:off x="6451600" y="2565400"/>
              <a:ext cx="342900" cy="53975"/>
            </a:xfrm>
            <a:prstGeom prst="rect">
              <a:avLst/>
            </a:prstGeom>
            <a:solidFill>
              <a:srgbClr val="DDDDDD"/>
            </a:solidFill>
            <a:ln w="12700">
              <a:noFill/>
              <a:miter lim="800000"/>
              <a:headEnd/>
              <a:tailEnd/>
            </a:ln>
          </p:spPr>
          <p:txBody>
            <a:bodyPr wrap="none" anchor="ctr"/>
            <a:lstStyle/>
            <a:p>
              <a:endParaRPr lang="he-IL" sz="2400">
                <a:latin typeface="Times New Roman" pitchFamily="18" charset="0"/>
              </a:endParaRPr>
            </a:p>
          </p:txBody>
        </p:sp>
        <p:sp>
          <p:nvSpPr>
            <p:cNvPr id="64" name="Oval 407">
              <a:extLst>
                <a:ext uri="{FF2B5EF4-FFF2-40B4-BE49-F238E27FC236}">
                  <a16:creationId xmlns:a16="http://schemas.microsoft.com/office/drawing/2014/main" id="{5378DC64-2D2B-F878-065F-303E7D31B45C}"/>
                </a:ext>
              </a:extLst>
            </p:cNvPr>
            <p:cNvSpPr>
              <a:spLocks noChangeArrowheads="1"/>
            </p:cNvSpPr>
            <p:nvPr/>
          </p:nvSpPr>
          <p:spPr bwMode="auto">
            <a:xfrm>
              <a:off x="6448425" y="2501900"/>
              <a:ext cx="346075" cy="103188"/>
            </a:xfrm>
            <a:prstGeom prst="ellipse">
              <a:avLst/>
            </a:prstGeom>
            <a:solidFill>
              <a:srgbClr val="DDDDDD"/>
            </a:solidFill>
            <a:ln w="12700">
              <a:solidFill>
                <a:schemeClr val="folHlink"/>
              </a:solidFill>
              <a:round/>
              <a:headEnd/>
              <a:tailEnd/>
            </a:ln>
          </p:spPr>
          <p:txBody>
            <a:bodyPr wrap="none" anchor="ctr"/>
            <a:lstStyle/>
            <a:p>
              <a:endParaRPr lang="he-IL"/>
            </a:p>
          </p:txBody>
        </p:sp>
        <p:grpSp>
          <p:nvGrpSpPr>
            <p:cNvPr id="65" name="Group 408">
              <a:extLst>
                <a:ext uri="{FF2B5EF4-FFF2-40B4-BE49-F238E27FC236}">
                  <a16:creationId xmlns:a16="http://schemas.microsoft.com/office/drawing/2014/main" id="{4612A9FD-8910-8253-5A42-71B6DD59D671}"/>
                </a:ext>
              </a:extLst>
            </p:cNvPr>
            <p:cNvGrpSpPr>
              <a:grpSpLocks/>
            </p:cNvGrpSpPr>
            <p:nvPr/>
          </p:nvGrpSpPr>
          <p:grpSpPr bwMode="auto">
            <a:xfrm>
              <a:off x="6532562" y="2524125"/>
              <a:ext cx="171450" cy="60325"/>
              <a:chOff x="2848" y="848"/>
              <a:chExt cx="140" cy="98"/>
            </a:xfrm>
          </p:grpSpPr>
          <p:sp>
            <p:nvSpPr>
              <p:cNvPr id="323" name="Line 409">
                <a:extLst>
                  <a:ext uri="{FF2B5EF4-FFF2-40B4-BE49-F238E27FC236}">
                    <a16:creationId xmlns:a16="http://schemas.microsoft.com/office/drawing/2014/main" id="{359E1FC8-DF68-A6E8-80F3-47C9F0FE735C}"/>
                  </a:ext>
                </a:extLst>
              </p:cNvPr>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en-US"/>
              </a:p>
            </p:txBody>
          </p:sp>
          <p:sp>
            <p:nvSpPr>
              <p:cNvPr id="324" name="Line 410">
                <a:extLst>
                  <a:ext uri="{FF2B5EF4-FFF2-40B4-BE49-F238E27FC236}">
                    <a16:creationId xmlns:a16="http://schemas.microsoft.com/office/drawing/2014/main" id="{B0A71C29-F49F-D323-D9E4-F5345F176194}"/>
                  </a:ext>
                </a:extLst>
              </p:cNvPr>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en-US"/>
              </a:p>
            </p:txBody>
          </p:sp>
          <p:sp>
            <p:nvSpPr>
              <p:cNvPr id="325" name="Line 411">
                <a:extLst>
                  <a:ext uri="{FF2B5EF4-FFF2-40B4-BE49-F238E27FC236}">
                    <a16:creationId xmlns:a16="http://schemas.microsoft.com/office/drawing/2014/main" id="{1FBC7A8B-660A-48E4-7A94-4E9379CA23B0}"/>
                  </a:ext>
                </a:extLst>
              </p:cNvPr>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en-US"/>
              </a:p>
            </p:txBody>
          </p:sp>
        </p:grpSp>
        <p:grpSp>
          <p:nvGrpSpPr>
            <p:cNvPr id="66" name="Group 412">
              <a:extLst>
                <a:ext uri="{FF2B5EF4-FFF2-40B4-BE49-F238E27FC236}">
                  <a16:creationId xmlns:a16="http://schemas.microsoft.com/office/drawing/2014/main" id="{997D244F-AC09-BCC3-6807-8334591FEC13}"/>
                </a:ext>
              </a:extLst>
            </p:cNvPr>
            <p:cNvGrpSpPr>
              <a:grpSpLocks/>
            </p:cNvGrpSpPr>
            <p:nvPr/>
          </p:nvGrpSpPr>
          <p:grpSpPr bwMode="auto">
            <a:xfrm flipV="1">
              <a:off x="6532562" y="2524125"/>
              <a:ext cx="171450" cy="58738"/>
              <a:chOff x="2848" y="848"/>
              <a:chExt cx="140" cy="98"/>
            </a:xfrm>
          </p:grpSpPr>
          <p:sp>
            <p:nvSpPr>
              <p:cNvPr id="320" name="Line 413">
                <a:extLst>
                  <a:ext uri="{FF2B5EF4-FFF2-40B4-BE49-F238E27FC236}">
                    <a16:creationId xmlns:a16="http://schemas.microsoft.com/office/drawing/2014/main" id="{FA72DD43-00C3-4220-EBA0-259CACDB6411}"/>
                  </a:ext>
                </a:extLst>
              </p:cNvPr>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en-US"/>
              </a:p>
            </p:txBody>
          </p:sp>
          <p:sp>
            <p:nvSpPr>
              <p:cNvPr id="321" name="Line 414">
                <a:extLst>
                  <a:ext uri="{FF2B5EF4-FFF2-40B4-BE49-F238E27FC236}">
                    <a16:creationId xmlns:a16="http://schemas.microsoft.com/office/drawing/2014/main" id="{0D54E837-7035-15DA-3675-6B40DDF08FAA}"/>
                  </a:ext>
                </a:extLst>
              </p:cNvPr>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en-US"/>
              </a:p>
            </p:txBody>
          </p:sp>
          <p:sp>
            <p:nvSpPr>
              <p:cNvPr id="322" name="Line 415">
                <a:extLst>
                  <a:ext uri="{FF2B5EF4-FFF2-40B4-BE49-F238E27FC236}">
                    <a16:creationId xmlns:a16="http://schemas.microsoft.com/office/drawing/2014/main" id="{F38541C4-B2A0-1717-BC5D-FD5DB0429168}"/>
                  </a:ext>
                </a:extLst>
              </p:cNvPr>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en-US"/>
              </a:p>
            </p:txBody>
          </p:sp>
        </p:grpSp>
        <p:sp>
          <p:nvSpPr>
            <p:cNvPr id="67" name="Oval 416">
              <a:extLst>
                <a:ext uri="{FF2B5EF4-FFF2-40B4-BE49-F238E27FC236}">
                  <a16:creationId xmlns:a16="http://schemas.microsoft.com/office/drawing/2014/main" id="{99B3313D-161F-408A-2BCD-2C9DDA483919}"/>
                </a:ext>
              </a:extLst>
            </p:cNvPr>
            <p:cNvSpPr>
              <a:spLocks noChangeArrowheads="1"/>
            </p:cNvSpPr>
            <p:nvPr/>
          </p:nvSpPr>
          <p:spPr bwMode="auto">
            <a:xfrm>
              <a:off x="6145212" y="3722688"/>
              <a:ext cx="346075" cy="87312"/>
            </a:xfrm>
            <a:prstGeom prst="ellipse">
              <a:avLst/>
            </a:prstGeom>
            <a:solidFill>
              <a:srgbClr val="DDDDDD"/>
            </a:solidFill>
            <a:ln w="12700">
              <a:solidFill>
                <a:schemeClr val="folHlink"/>
              </a:solidFill>
              <a:round/>
              <a:headEnd/>
              <a:tailEnd/>
            </a:ln>
          </p:spPr>
          <p:txBody>
            <a:bodyPr wrap="none" anchor="ctr"/>
            <a:lstStyle/>
            <a:p>
              <a:endParaRPr lang="he-IL"/>
            </a:p>
          </p:txBody>
        </p:sp>
        <p:sp>
          <p:nvSpPr>
            <p:cNvPr id="68" name="Line 417">
              <a:extLst>
                <a:ext uri="{FF2B5EF4-FFF2-40B4-BE49-F238E27FC236}">
                  <a16:creationId xmlns:a16="http://schemas.microsoft.com/office/drawing/2014/main" id="{CBDAED5A-DBA0-BE4D-E9B6-0C0B7BF5A665}"/>
                </a:ext>
              </a:extLst>
            </p:cNvPr>
            <p:cNvSpPr>
              <a:spLocks noChangeShapeType="1"/>
            </p:cNvSpPr>
            <p:nvPr/>
          </p:nvSpPr>
          <p:spPr bwMode="auto">
            <a:xfrm>
              <a:off x="6145212" y="3714750"/>
              <a:ext cx="0" cy="53975"/>
            </a:xfrm>
            <a:prstGeom prst="line">
              <a:avLst/>
            </a:prstGeom>
            <a:noFill/>
            <a:ln w="12700">
              <a:solidFill>
                <a:schemeClr val="folHlink"/>
              </a:solidFill>
              <a:round/>
              <a:headEnd/>
              <a:tailEnd/>
            </a:ln>
          </p:spPr>
          <p:txBody>
            <a:bodyPr wrap="none" anchor="ctr"/>
            <a:lstStyle/>
            <a:p>
              <a:endParaRPr lang="en-US"/>
            </a:p>
          </p:txBody>
        </p:sp>
        <p:sp>
          <p:nvSpPr>
            <p:cNvPr id="69" name="Line 418">
              <a:extLst>
                <a:ext uri="{FF2B5EF4-FFF2-40B4-BE49-F238E27FC236}">
                  <a16:creationId xmlns:a16="http://schemas.microsoft.com/office/drawing/2014/main" id="{4B07857D-8152-5968-965D-CFE96ECC8892}"/>
                </a:ext>
              </a:extLst>
            </p:cNvPr>
            <p:cNvSpPr>
              <a:spLocks noChangeShapeType="1"/>
            </p:cNvSpPr>
            <p:nvPr/>
          </p:nvSpPr>
          <p:spPr bwMode="auto">
            <a:xfrm>
              <a:off x="6491287" y="3714750"/>
              <a:ext cx="0" cy="53975"/>
            </a:xfrm>
            <a:prstGeom prst="line">
              <a:avLst/>
            </a:prstGeom>
            <a:noFill/>
            <a:ln w="12700">
              <a:solidFill>
                <a:schemeClr val="folHlink"/>
              </a:solidFill>
              <a:round/>
              <a:headEnd/>
              <a:tailEnd/>
            </a:ln>
          </p:spPr>
          <p:txBody>
            <a:bodyPr wrap="none" anchor="ctr"/>
            <a:lstStyle/>
            <a:p>
              <a:endParaRPr lang="en-US"/>
            </a:p>
          </p:txBody>
        </p:sp>
        <p:sp>
          <p:nvSpPr>
            <p:cNvPr id="70" name="Rectangle 419">
              <a:extLst>
                <a:ext uri="{FF2B5EF4-FFF2-40B4-BE49-F238E27FC236}">
                  <a16:creationId xmlns:a16="http://schemas.microsoft.com/office/drawing/2014/main" id="{507B7ECF-963D-8C33-E54B-8916675C41B6}"/>
                </a:ext>
              </a:extLst>
            </p:cNvPr>
            <p:cNvSpPr>
              <a:spLocks noChangeArrowheads="1"/>
            </p:cNvSpPr>
            <p:nvPr/>
          </p:nvSpPr>
          <p:spPr bwMode="auto">
            <a:xfrm>
              <a:off x="6145212" y="3714750"/>
              <a:ext cx="342900" cy="53975"/>
            </a:xfrm>
            <a:prstGeom prst="rect">
              <a:avLst/>
            </a:prstGeom>
            <a:solidFill>
              <a:srgbClr val="DDDDDD"/>
            </a:solidFill>
            <a:ln w="12700">
              <a:noFill/>
              <a:miter lim="800000"/>
              <a:headEnd/>
              <a:tailEnd/>
            </a:ln>
          </p:spPr>
          <p:txBody>
            <a:bodyPr wrap="none" anchor="ctr"/>
            <a:lstStyle/>
            <a:p>
              <a:endParaRPr lang="he-IL" sz="2400">
                <a:latin typeface="Times New Roman" pitchFamily="18" charset="0"/>
              </a:endParaRPr>
            </a:p>
          </p:txBody>
        </p:sp>
        <p:sp>
          <p:nvSpPr>
            <p:cNvPr id="71" name="Oval 420">
              <a:extLst>
                <a:ext uri="{FF2B5EF4-FFF2-40B4-BE49-F238E27FC236}">
                  <a16:creationId xmlns:a16="http://schemas.microsoft.com/office/drawing/2014/main" id="{1DFC0311-31C4-D14E-1C07-CF33B5584A17}"/>
                </a:ext>
              </a:extLst>
            </p:cNvPr>
            <p:cNvSpPr>
              <a:spLocks noChangeArrowheads="1"/>
            </p:cNvSpPr>
            <p:nvPr/>
          </p:nvSpPr>
          <p:spPr bwMode="auto">
            <a:xfrm>
              <a:off x="6142037" y="3651250"/>
              <a:ext cx="346075" cy="103188"/>
            </a:xfrm>
            <a:prstGeom prst="ellipse">
              <a:avLst/>
            </a:prstGeom>
            <a:solidFill>
              <a:srgbClr val="DDDDDD"/>
            </a:solidFill>
            <a:ln w="12700">
              <a:solidFill>
                <a:schemeClr val="folHlink"/>
              </a:solidFill>
              <a:round/>
              <a:headEnd/>
              <a:tailEnd/>
            </a:ln>
          </p:spPr>
          <p:txBody>
            <a:bodyPr wrap="none" anchor="ctr"/>
            <a:lstStyle/>
            <a:p>
              <a:endParaRPr lang="he-IL"/>
            </a:p>
          </p:txBody>
        </p:sp>
        <p:grpSp>
          <p:nvGrpSpPr>
            <p:cNvPr id="72" name="Group 421">
              <a:extLst>
                <a:ext uri="{FF2B5EF4-FFF2-40B4-BE49-F238E27FC236}">
                  <a16:creationId xmlns:a16="http://schemas.microsoft.com/office/drawing/2014/main" id="{FB09A470-0B9F-AEAB-F7A4-823AE3C7ADED}"/>
                </a:ext>
              </a:extLst>
            </p:cNvPr>
            <p:cNvGrpSpPr>
              <a:grpSpLocks/>
            </p:cNvGrpSpPr>
            <p:nvPr/>
          </p:nvGrpSpPr>
          <p:grpSpPr bwMode="auto">
            <a:xfrm>
              <a:off x="6226175" y="3673475"/>
              <a:ext cx="171450" cy="60325"/>
              <a:chOff x="2848" y="848"/>
              <a:chExt cx="140" cy="98"/>
            </a:xfrm>
          </p:grpSpPr>
          <p:sp>
            <p:nvSpPr>
              <p:cNvPr id="317" name="Line 422">
                <a:extLst>
                  <a:ext uri="{FF2B5EF4-FFF2-40B4-BE49-F238E27FC236}">
                    <a16:creationId xmlns:a16="http://schemas.microsoft.com/office/drawing/2014/main" id="{F39BBFA7-9AFC-4276-5F59-98A93F577265}"/>
                  </a:ext>
                </a:extLst>
              </p:cNvPr>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en-US"/>
              </a:p>
            </p:txBody>
          </p:sp>
          <p:sp>
            <p:nvSpPr>
              <p:cNvPr id="318" name="Line 423">
                <a:extLst>
                  <a:ext uri="{FF2B5EF4-FFF2-40B4-BE49-F238E27FC236}">
                    <a16:creationId xmlns:a16="http://schemas.microsoft.com/office/drawing/2014/main" id="{1FE746D6-5D5E-619F-F033-639BB97D8C0C}"/>
                  </a:ext>
                </a:extLst>
              </p:cNvPr>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en-US"/>
              </a:p>
            </p:txBody>
          </p:sp>
          <p:sp>
            <p:nvSpPr>
              <p:cNvPr id="319" name="Line 424">
                <a:extLst>
                  <a:ext uri="{FF2B5EF4-FFF2-40B4-BE49-F238E27FC236}">
                    <a16:creationId xmlns:a16="http://schemas.microsoft.com/office/drawing/2014/main" id="{A9906391-23C7-90A6-DC63-87FDAF442F86}"/>
                  </a:ext>
                </a:extLst>
              </p:cNvPr>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en-US"/>
              </a:p>
            </p:txBody>
          </p:sp>
        </p:grpSp>
        <p:grpSp>
          <p:nvGrpSpPr>
            <p:cNvPr id="73" name="Group 425">
              <a:extLst>
                <a:ext uri="{FF2B5EF4-FFF2-40B4-BE49-F238E27FC236}">
                  <a16:creationId xmlns:a16="http://schemas.microsoft.com/office/drawing/2014/main" id="{ABFCDC27-342A-C0F9-FBF6-EA54121D8635}"/>
                </a:ext>
              </a:extLst>
            </p:cNvPr>
            <p:cNvGrpSpPr>
              <a:grpSpLocks/>
            </p:cNvGrpSpPr>
            <p:nvPr/>
          </p:nvGrpSpPr>
          <p:grpSpPr bwMode="auto">
            <a:xfrm flipV="1">
              <a:off x="6226175" y="3673475"/>
              <a:ext cx="171450" cy="58738"/>
              <a:chOff x="2848" y="848"/>
              <a:chExt cx="140" cy="98"/>
            </a:xfrm>
          </p:grpSpPr>
          <p:sp>
            <p:nvSpPr>
              <p:cNvPr id="314" name="Line 426">
                <a:extLst>
                  <a:ext uri="{FF2B5EF4-FFF2-40B4-BE49-F238E27FC236}">
                    <a16:creationId xmlns:a16="http://schemas.microsoft.com/office/drawing/2014/main" id="{BA560D04-9E6B-876E-85B6-779F8BB6541A}"/>
                  </a:ext>
                </a:extLst>
              </p:cNvPr>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en-US"/>
              </a:p>
            </p:txBody>
          </p:sp>
          <p:sp>
            <p:nvSpPr>
              <p:cNvPr id="315" name="Line 427">
                <a:extLst>
                  <a:ext uri="{FF2B5EF4-FFF2-40B4-BE49-F238E27FC236}">
                    <a16:creationId xmlns:a16="http://schemas.microsoft.com/office/drawing/2014/main" id="{4FD1F8C6-6B3B-BAFF-BB0C-AB524DCF9783}"/>
                  </a:ext>
                </a:extLst>
              </p:cNvPr>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en-US"/>
              </a:p>
            </p:txBody>
          </p:sp>
          <p:sp>
            <p:nvSpPr>
              <p:cNvPr id="316" name="Line 428">
                <a:extLst>
                  <a:ext uri="{FF2B5EF4-FFF2-40B4-BE49-F238E27FC236}">
                    <a16:creationId xmlns:a16="http://schemas.microsoft.com/office/drawing/2014/main" id="{79ACF781-0986-0260-FB90-908182805897}"/>
                  </a:ext>
                </a:extLst>
              </p:cNvPr>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en-US"/>
              </a:p>
            </p:txBody>
          </p:sp>
        </p:grpSp>
        <p:sp>
          <p:nvSpPr>
            <p:cNvPr id="74" name="Line 429">
              <a:extLst>
                <a:ext uri="{FF2B5EF4-FFF2-40B4-BE49-F238E27FC236}">
                  <a16:creationId xmlns:a16="http://schemas.microsoft.com/office/drawing/2014/main" id="{CBE1B0A6-3F65-AFC4-B9D4-E75C035C137C}"/>
                </a:ext>
              </a:extLst>
            </p:cNvPr>
            <p:cNvSpPr>
              <a:spLocks noChangeShapeType="1"/>
            </p:cNvSpPr>
            <p:nvPr/>
          </p:nvSpPr>
          <p:spPr bwMode="auto">
            <a:xfrm flipV="1">
              <a:off x="7343775" y="4079875"/>
              <a:ext cx="227012" cy="436563"/>
            </a:xfrm>
            <a:prstGeom prst="line">
              <a:avLst/>
            </a:prstGeom>
            <a:noFill/>
            <a:ln w="9525">
              <a:solidFill>
                <a:schemeClr val="bg2"/>
              </a:solidFill>
              <a:round/>
              <a:headEnd/>
              <a:tailEnd/>
            </a:ln>
          </p:spPr>
          <p:txBody>
            <a:bodyPr/>
            <a:lstStyle/>
            <a:p>
              <a:endParaRPr lang="en-US"/>
            </a:p>
          </p:txBody>
        </p:sp>
        <p:sp>
          <p:nvSpPr>
            <p:cNvPr id="75" name="Line 430">
              <a:extLst>
                <a:ext uri="{FF2B5EF4-FFF2-40B4-BE49-F238E27FC236}">
                  <a16:creationId xmlns:a16="http://schemas.microsoft.com/office/drawing/2014/main" id="{25AEBA11-46A0-E6A9-DE15-7FEE9C11BFA4}"/>
                </a:ext>
              </a:extLst>
            </p:cNvPr>
            <p:cNvSpPr>
              <a:spLocks noChangeShapeType="1"/>
            </p:cNvSpPr>
            <p:nvPr/>
          </p:nvSpPr>
          <p:spPr bwMode="auto">
            <a:xfrm>
              <a:off x="7467600" y="3817938"/>
              <a:ext cx="163512" cy="120650"/>
            </a:xfrm>
            <a:prstGeom prst="line">
              <a:avLst/>
            </a:prstGeom>
            <a:noFill/>
            <a:ln w="9525">
              <a:solidFill>
                <a:schemeClr val="bg2"/>
              </a:solidFill>
              <a:round/>
              <a:headEnd/>
              <a:tailEnd/>
            </a:ln>
          </p:spPr>
          <p:txBody>
            <a:bodyPr/>
            <a:lstStyle/>
            <a:p>
              <a:endParaRPr lang="en-US"/>
            </a:p>
          </p:txBody>
        </p:sp>
        <p:sp>
          <p:nvSpPr>
            <p:cNvPr id="76" name="Line 431">
              <a:extLst>
                <a:ext uri="{FF2B5EF4-FFF2-40B4-BE49-F238E27FC236}">
                  <a16:creationId xmlns:a16="http://schemas.microsoft.com/office/drawing/2014/main" id="{12ADA160-00E7-FC54-6355-2851A4AB85E7}"/>
                </a:ext>
              </a:extLst>
            </p:cNvPr>
            <p:cNvSpPr>
              <a:spLocks noChangeShapeType="1"/>
            </p:cNvSpPr>
            <p:nvPr/>
          </p:nvSpPr>
          <p:spPr bwMode="auto">
            <a:xfrm>
              <a:off x="7564437" y="3738563"/>
              <a:ext cx="279400" cy="0"/>
            </a:xfrm>
            <a:prstGeom prst="line">
              <a:avLst/>
            </a:prstGeom>
            <a:noFill/>
            <a:ln w="9525">
              <a:solidFill>
                <a:schemeClr val="bg2"/>
              </a:solidFill>
              <a:round/>
              <a:headEnd/>
              <a:tailEnd/>
            </a:ln>
          </p:spPr>
          <p:txBody>
            <a:bodyPr/>
            <a:lstStyle/>
            <a:p>
              <a:endParaRPr lang="en-US"/>
            </a:p>
          </p:txBody>
        </p:sp>
        <p:sp>
          <p:nvSpPr>
            <p:cNvPr id="77" name="Line 432">
              <a:extLst>
                <a:ext uri="{FF2B5EF4-FFF2-40B4-BE49-F238E27FC236}">
                  <a16:creationId xmlns:a16="http://schemas.microsoft.com/office/drawing/2014/main" id="{4A55C3A6-BBFF-118C-1CBE-B969B78D9EE3}"/>
                </a:ext>
              </a:extLst>
            </p:cNvPr>
            <p:cNvSpPr>
              <a:spLocks noChangeShapeType="1"/>
            </p:cNvSpPr>
            <p:nvPr/>
          </p:nvSpPr>
          <p:spPr bwMode="auto">
            <a:xfrm flipV="1">
              <a:off x="7800975" y="3824288"/>
              <a:ext cx="134937" cy="104775"/>
            </a:xfrm>
            <a:prstGeom prst="line">
              <a:avLst/>
            </a:prstGeom>
            <a:noFill/>
            <a:ln w="9525">
              <a:solidFill>
                <a:schemeClr val="bg2"/>
              </a:solidFill>
              <a:round/>
              <a:headEnd/>
              <a:tailEnd/>
            </a:ln>
          </p:spPr>
          <p:txBody>
            <a:bodyPr/>
            <a:lstStyle/>
            <a:p>
              <a:endParaRPr lang="en-US"/>
            </a:p>
          </p:txBody>
        </p:sp>
        <p:sp>
          <p:nvSpPr>
            <p:cNvPr id="78" name="Line 433">
              <a:extLst>
                <a:ext uri="{FF2B5EF4-FFF2-40B4-BE49-F238E27FC236}">
                  <a16:creationId xmlns:a16="http://schemas.microsoft.com/office/drawing/2014/main" id="{73F5B32C-1EA5-690D-DF0C-961626874F0C}"/>
                </a:ext>
              </a:extLst>
            </p:cNvPr>
            <p:cNvSpPr>
              <a:spLocks noChangeShapeType="1"/>
            </p:cNvSpPr>
            <p:nvPr/>
          </p:nvSpPr>
          <p:spPr bwMode="auto">
            <a:xfrm>
              <a:off x="6499225" y="3744913"/>
              <a:ext cx="679450" cy="0"/>
            </a:xfrm>
            <a:prstGeom prst="line">
              <a:avLst/>
            </a:prstGeom>
            <a:noFill/>
            <a:ln w="9525">
              <a:solidFill>
                <a:schemeClr val="bg2"/>
              </a:solidFill>
              <a:round/>
              <a:headEnd/>
              <a:tailEnd/>
            </a:ln>
          </p:spPr>
          <p:txBody>
            <a:bodyPr/>
            <a:lstStyle/>
            <a:p>
              <a:endParaRPr lang="en-US"/>
            </a:p>
          </p:txBody>
        </p:sp>
        <p:sp>
          <p:nvSpPr>
            <p:cNvPr id="79" name="Line 434">
              <a:extLst>
                <a:ext uri="{FF2B5EF4-FFF2-40B4-BE49-F238E27FC236}">
                  <a16:creationId xmlns:a16="http://schemas.microsoft.com/office/drawing/2014/main" id="{4300926F-FBB1-4BB2-1CE8-F6ED293FE336}"/>
                </a:ext>
              </a:extLst>
            </p:cNvPr>
            <p:cNvSpPr>
              <a:spLocks noChangeShapeType="1"/>
            </p:cNvSpPr>
            <p:nvPr/>
          </p:nvSpPr>
          <p:spPr bwMode="auto">
            <a:xfrm>
              <a:off x="6794500" y="2592388"/>
              <a:ext cx="509587" cy="3175"/>
            </a:xfrm>
            <a:prstGeom prst="line">
              <a:avLst/>
            </a:prstGeom>
            <a:noFill/>
            <a:ln w="9525">
              <a:solidFill>
                <a:schemeClr val="bg2"/>
              </a:solidFill>
              <a:round/>
              <a:headEnd/>
              <a:tailEnd/>
            </a:ln>
          </p:spPr>
          <p:txBody>
            <a:bodyPr/>
            <a:lstStyle/>
            <a:p>
              <a:endParaRPr lang="en-US"/>
            </a:p>
          </p:txBody>
        </p:sp>
        <p:sp>
          <p:nvSpPr>
            <p:cNvPr id="80" name="Line 435">
              <a:extLst>
                <a:ext uri="{FF2B5EF4-FFF2-40B4-BE49-F238E27FC236}">
                  <a16:creationId xmlns:a16="http://schemas.microsoft.com/office/drawing/2014/main" id="{7D8FC82D-775B-DEA0-786E-F1E55D011E68}"/>
                </a:ext>
              </a:extLst>
            </p:cNvPr>
            <p:cNvSpPr>
              <a:spLocks noChangeShapeType="1"/>
            </p:cNvSpPr>
            <p:nvPr/>
          </p:nvSpPr>
          <p:spPr bwMode="auto">
            <a:xfrm>
              <a:off x="6361112" y="2420938"/>
              <a:ext cx="152400" cy="82550"/>
            </a:xfrm>
            <a:prstGeom prst="line">
              <a:avLst/>
            </a:prstGeom>
            <a:noFill/>
            <a:ln w="9525">
              <a:solidFill>
                <a:schemeClr val="bg2"/>
              </a:solidFill>
              <a:round/>
              <a:headEnd/>
              <a:tailEnd/>
            </a:ln>
          </p:spPr>
          <p:txBody>
            <a:bodyPr/>
            <a:lstStyle/>
            <a:p>
              <a:endParaRPr lang="en-US"/>
            </a:p>
          </p:txBody>
        </p:sp>
        <p:sp>
          <p:nvSpPr>
            <p:cNvPr id="81" name="Freeform 436">
              <a:extLst>
                <a:ext uri="{FF2B5EF4-FFF2-40B4-BE49-F238E27FC236}">
                  <a16:creationId xmlns:a16="http://schemas.microsoft.com/office/drawing/2014/main" id="{7E965BD9-A029-B3CF-79D1-5C546B336F23}"/>
                </a:ext>
              </a:extLst>
            </p:cNvPr>
            <p:cNvSpPr>
              <a:spLocks/>
            </p:cNvSpPr>
            <p:nvPr/>
          </p:nvSpPr>
          <p:spPr bwMode="auto">
            <a:xfrm>
              <a:off x="5681662" y="4427538"/>
              <a:ext cx="2979738" cy="1455737"/>
            </a:xfrm>
            <a:custGeom>
              <a:avLst/>
              <a:gdLst>
                <a:gd name="T0" fmla="*/ 1411288 w 1877"/>
                <a:gd name="T1" fmla="*/ 36512 h 917"/>
                <a:gd name="T2" fmla="*/ 1098550 w 1877"/>
                <a:gd name="T3" fmla="*/ 173037 h 917"/>
                <a:gd name="T4" fmla="*/ 658813 w 1877"/>
                <a:gd name="T5" fmla="*/ 144462 h 917"/>
                <a:gd name="T6" fmla="*/ 177800 w 1877"/>
                <a:gd name="T7" fmla="*/ 269875 h 917"/>
                <a:gd name="T8" fmla="*/ 79375 w 1877"/>
                <a:gd name="T9" fmla="*/ 560387 h 917"/>
                <a:gd name="T10" fmla="*/ 22225 w 1877"/>
                <a:gd name="T11" fmla="*/ 838200 h 917"/>
                <a:gd name="T12" fmla="*/ 220663 w 1877"/>
                <a:gd name="T13" fmla="*/ 1031875 h 917"/>
                <a:gd name="T14" fmla="*/ 801688 w 1877"/>
                <a:gd name="T15" fmla="*/ 1239837 h 917"/>
                <a:gd name="T16" fmla="*/ 1481138 w 1877"/>
                <a:gd name="T17" fmla="*/ 1406525 h 917"/>
                <a:gd name="T18" fmla="*/ 2174876 w 1877"/>
                <a:gd name="T19" fmla="*/ 1430337 h 917"/>
                <a:gd name="T20" fmla="*/ 2660651 w 1877"/>
                <a:gd name="T21" fmla="*/ 1258887 h 917"/>
                <a:gd name="T22" fmla="*/ 2952751 w 1877"/>
                <a:gd name="T23" fmla="*/ 990600 h 917"/>
                <a:gd name="T24" fmla="*/ 2819401 w 1877"/>
                <a:gd name="T25" fmla="*/ 347662 h 917"/>
                <a:gd name="T26" fmla="*/ 2386013 w 1877"/>
                <a:gd name="T27" fmla="*/ 158750 h 917"/>
                <a:gd name="T28" fmla="*/ 1905001 w 1877"/>
                <a:gd name="T29" fmla="*/ 20637 h 917"/>
                <a:gd name="T30" fmla="*/ 1411288 w 1877"/>
                <a:gd name="T31" fmla="*/ 36512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DDDDDD"/>
            </a:solidFill>
            <a:ln w="9525">
              <a:noFill/>
              <a:round/>
              <a:headEnd/>
              <a:tailEnd/>
            </a:ln>
          </p:spPr>
          <p:txBody>
            <a:bodyPr/>
            <a:lstStyle/>
            <a:p>
              <a:endParaRPr lang="en-US"/>
            </a:p>
          </p:txBody>
        </p:sp>
        <p:sp>
          <p:nvSpPr>
            <p:cNvPr id="82" name="Line 437">
              <a:extLst>
                <a:ext uri="{FF2B5EF4-FFF2-40B4-BE49-F238E27FC236}">
                  <a16:creationId xmlns:a16="http://schemas.microsoft.com/office/drawing/2014/main" id="{91E1FA26-C5AC-1908-E940-9A379065050D}"/>
                </a:ext>
              </a:extLst>
            </p:cNvPr>
            <p:cNvSpPr>
              <a:spLocks noChangeShapeType="1"/>
            </p:cNvSpPr>
            <p:nvPr/>
          </p:nvSpPr>
          <p:spPr bwMode="auto">
            <a:xfrm rot="16200000">
              <a:off x="7916862" y="5164138"/>
              <a:ext cx="523875" cy="139700"/>
            </a:xfrm>
            <a:prstGeom prst="line">
              <a:avLst/>
            </a:prstGeom>
            <a:noFill/>
            <a:ln w="12700">
              <a:solidFill>
                <a:schemeClr val="bg2"/>
              </a:solidFill>
              <a:round/>
              <a:headEnd/>
              <a:tailEnd/>
            </a:ln>
          </p:spPr>
          <p:txBody>
            <a:bodyPr wrap="none" anchor="ctr"/>
            <a:lstStyle/>
            <a:p>
              <a:endParaRPr lang="en-US"/>
            </a:p>
          </p:txBody>
        </p:sp>
        <p:sp>
          <p:nvSpPr>
            <p:cNvPr id="83" name="Line 438">
              <a:extLst>
                <a:ext uri="{FF2B5EF4-FFF2-40B4-BE49-F238E27FC236}">
                  <a16:creationId xmlns:a16="http://schemas.microsoft.com/office/drawing/2014/main" id="{2BFA3956-58FA-E0CA-E785-81F4CCEEB316}"/>
                </a:ext>
              </a:extLst>
            </p:cNvPr>
            <p:cNvSpPr>
              <a:spLocks noChangeShapeType="1"/>
            </p:cNvSpPr>
            <p:nvPr/>
          </p:nvSpPr>
          <p:spPr bwMode="auto">
            <a:xfrm rot="5400000" flipV="1">
              <a:off x="8062912" y="5445125"/>
              <a:ext cx="3175" cy="85725"/>
            </a:xfrm>
            <a:prstGeom prst="line">
              <a:avLst/>
            </a:prstGeom>
            <a:noFill/>
            <a:ln w="12700">
              <a:solidFill>
                <a:schemeClr val="bg2"/>
              </a:solidFill>
              <a:round/>
              <a:headEnd/>
              <a:tailEnd/>
            </a:ln>
          </p:spPr>
          <p:txBody>
            <a:bodyPr wrap="none" anchor="ctr"/>
            <a:lstStyle/>
            <a:p>
              <a:endParaRPr lang="en-US"/>
            </a:p>
          </p:txBody>
        </p:sp>
        <p:sp>
          <p:nvSpPr>
            <p:cNvPr id="84" name="Line 439">
              <a:extLst>
                <a:ext uri="{FF2B5EF4-FFF2-40B4-BE49-F238E27FC236}">
                  <a16:creationId xmlns:a16="http://schemas.microsoft.com/office/drawing/2014/main" id="{5AC2244F-7577-9B75-C38A-A9E306D74B18}"/>
                </a:ext>
              </a:extLst>
            </p:cNvPr>
            <p:cNvSpPr>
              <a:spLocks noChangeShapeType="1"/>
            </p:cNvSpPr>
            <p:nvPr/>
          </p:nvSpPr>
          <p:spPr bwMode="auto">
            <a:xfrm rot="16200000">
              <a:off x="8248650" y="5121275"/>
              <a:ext cx="0" cy="114300"/>
            </a:xfrm>
            <a:prstGeom prst="line">
              <a:avLst/>
            </a:prstGeom>
            <a:noFill/>
            <a:ln w="12700">
              <a:solidFill>
                <a:schemeClr val="bg2"/>
              </a:solidFill>
              <a:round/>
              <a:headEnd/>
              <a:tailEnd/>
            </a:ln>
          </p:spPr>
          <p:txBody>
            <a:bodyPr wrap="none" anchor="ctr"/>
            <a:lstStyle/>
            <a:p>
              <a:endParaRPr lang="en-US"/>
            </a:p>
          </p:txBody>
        </p:sp>
        <p:grpSp>
          <p:nvGrpSpPr>
            <p:cNvPr id="85" name="Group 440">
              <a:extLst>
                <a:ext uri="{FF2B5EF4-FFF2-40B4-BE49-F238E27FC236}">
                  <a16:creationId xmlns:a16="http://schemas.microsoft.com/office/drawing/2014/main" id="{47329300-27D0-633F-B381-C5B7847CECA3}"/>
                </a:ext>
              </a:extLst>
            </p:cNvPr>
            <p:cNvGrpSpPr>
              <a:grpSpLocks/>
            </p:cNvGrpSpPr>
            <p:nvPr/>
          </p:nvGrpSpPr>
          <p:grpSpPr bwMode="auto">
            <a:xfrm>
              <a:off x="7827962" y="4830763"/>
              <a:ext cx="501650" cy="234950"/>
              <a:chOff x="4701" y="2996"/>
              <a:chExt cx="316" cy="148"/>
            </a:xfrm>
          </p:grpSpPr>
          <p:sp>
            <p:nvSpPr>
              <p:cNvPr id="301" name="Oval 441">
                <a:extLst>
                  <a:ext uri="{FF2B5EF4-FFF2-40B4-BE49-F238E27FC236}">
                    <a16:creationId xmlns:a16="http://schemas.microsoft.com/office/drawing/2014/main" id="{9C6DD8A5-4F68-867C-A800-80B8A46FE620}"/>
                  </a:ext>
                </a:extLst>
              </p:cNvPr>
              <p:cNvSpPr>
                <a:spLocks noChangeArrowheads="1"/>
              </p:cNvSpPr>
              <p:nvPr/>
            </p:nvSpPr>
            <p:spPr bwMode="auto">
              <a:xfrm>
                <a:off x="4704" y="3062"/>
                <a:ext cx="313" cy="82"/>
              </a:xfrm>
              <a:prstGeom prst="ellipse">
                <a:avLst/>
              </a:prstGeom>
              <a:solidFill>
                <a:srgbClr val="DDDDDD"/>
              </a:solidFill>
              <a:ln w="12700">
                <a:solidFill>
                  <a:schemeClr val="folHlink"/>
                </a:solidFill>
                <a:round/>
                <a:headEnd/>
                <a:tailEnd/>
              </a:ln>
            </p:spPr>
            <p:txBody>
              <a:bodyPr wrap="none" anchor="ctr"/>
              <a:lstStyle/>
              <a:p>
                <a:endParaRPr lang="he-IL"/>
              </a:p>
            </p:txBody>
          </p:sp>
          <p:sp>
            <p:nvSpPr>
              <p:cNvPr id="302" name="Line 442">
                <a:extLst>
                  <a:ext uri="{FF2B5EF4-FFF2-40B4-BE49-F238E27FC236}">
                    <a16:creationId xmlns:a16="http://schemas.microsoft.com/office/drawing/2014/main" id="{7FADD9E2-79A0-74B1-9F57-2665A96A3E1E}"/>
                  </a:ext>
                </a:extLst>
              </p:cNvPr>
              <p:cNvSpPr>
                <a:spLocks noChangeShapeType="1"/>
              </p:cNvSpPr>
              <p:nvPr/>
            </p:nvSpPr>
            <p:spPr bwMode="auto">
              <a:xfrm>
                <a:off x="4704" y="3055"/>
                <a:ext cx="0" cy="51"/>
              </a:xfrm>
              <a:prstGeom prst="line">
                <a:avLst/>
              </a:prstGeom>
              <a:noFill/>
              <a:ln w="12700">
                <a:solidFill>
                  <a:schemeClr val="folHlink"/>
                </a:solidFill>
                <a:round/>
                <a:headEnd/>
                <a:tailEnd/>
              </a:ln>
            </p:spPr>
            <p:txBody>
              <a:bodyPr wrap="none" anchor="ctr"/>
              <a:lstStyle/>
              <a:p>
                <a:endParaRPr lang="en-US"/>
              </a:p>
            </p:txBody>
          </p:sp>
          <p:sp>
            <p:nvSpPr>
              <p:cNvPr id="303" name="Line 443">
                <a:extLst>
                  <a:ext uri="{FF2B5EF4-FFF2-40B4-BE49-F238E27FC236}">
                    <a16:creationId xmlns:a16="http://schemas.microsoft.com/office/drawing/2014/main" id="{6E1D2E4B-57D6-4134-C422-EA9A0B5993EA}"/>
                  </a:ext>
                </a:extLst>
              </p:cNvPr>
              <p:cNvSpPr>
                <a:spLocks noChangeShapeType="1"/>
              </p:cNvSpPr>
              <p:nvPr/>
            </p:nvSpPr>
            <p:spPr bwMode="auto">
              <a:xfrm>
                <a:off x="5017" y="3055"/>
                <a:ext cx="0" cy="51"/>
              </a:xfrm>
              <a:prstGeom prst="line">
                <a:avLst/>
              </a:prstGeom>
              <a:noFill/>
              <a:ln w="12700">
                <a:solidFill>
                  <a:schemeClr val="folHlink"/>
                </a:solidFill>
                <a:round/>
                <a:headEnd/>
                <a:tailEnd/>
              </a:ln>
            </p:spPr>
            <p:txBody>
              <a:bodyPr wrap="none" anchor="ctr"/>
              <a:lstStyle/>
              <a:p>
                <a:endParaRPr lang="en-US"/>
              </a:p>
            </p:txBody>
          </p:sp>
          <p:sp>
            <p:nvSpPr>
              <p:cNvPr id="304" name="Rectangle 444">
                <a:extLst>
                  <a:ext uri="{FF2B5EF4-FFF2-40B4-BE49-F238E27FC236}">
                    <a16:creationId xmlns:a16="http://schemas.microsoft.com/office/drawing/2014/main" id="{605B3FEC-DA3B-D49C-5C61-E6B06D0A5563}"/>
                  </a:ext>
                </a:extLst>
              </p:cNvPr>
              <p:cNvSpPr>
                <a:spLocks noChangeArrowheads="1"/>
              </p:cNvSpPr>
              <p:nvPr/>
            </p:nvSpPr>
            <p:spPr bwMode="auto">
              <a:xfrm>
                <a:off x="4704" y="3055"/>
                <a:ext cx="310" cy="50"/>
              </a:xfrm>
              <a:prstGeom prst="rect">
                <a:avLst/>
              </a:prstGeom>
              <a:solidFill>
                <a:srgbClr val="DDDDDD"/>
              </a:solidFill>
              <a:ln w="12700">
                <a:noFill/>
                <a:miter lim="800000"/>
                <a:headEnd/>
                <a:tailEnd/>
              </a:ln>
            </p:spPr>
            <p:txBody>
              <a:bodyPr wrap="none" anchor="ctr"/>
              <a:lstStyle/>
              <a:p>
                <a:endParaRPr lang="he-IL" sz="2400">
                  <a:latin typeface="Times New Roman" pitchFamily="18" charset="0"/>
                </a:endParaRPr>
              </a:p>
            </p:txBody>
          </p:sp>
          <p:sp>
            <p:nvSpPr>
              <p:cNvPr id="305" name="Oval 445">
                <a:extLst>
                  <a:ext uri="{FF2B5EF4-FFF2-40B4-BE49-F238E27FC236}">
                    <a16:creationId xmlns:a16="http://schemas.microsoft.com/office/drawing/2014/main" id="{F32EFA00-A50B-4591-F99F-4F74079469B4}"/>
                  </a:ext>
                </a:extLst>
              </p:cNvPr>
              <p:cNvSpPr>
                <a:spLocks noChangeArrowheads="1"/>
              </p:cNvSpPr>
              <p:nvPr/>
            </p:nvSpPr>
            <p:spPr bwMode="auto">
              <a:xfrm>
                <a:off x="4701" y="2996"/>
                <a:ext cx="313" cy="96"/>
              </a:xfrm>
              <a:prstGeom prst="ellipse">
                <a:avLst/>
              </a:prstGeom>
              <a:solidFill>
                <a:srgbClr val="DDDDDD"/>
              </a:solidFill>
              <a:ln w="12700">
                <a:solidFill>
                  <a:schemeClr val="folHlink"/>
                </a:solidFill>
                <a:round/>
                <a:headEnd/>
                <a:tailEnd/>
              </a:ln>
            </p:spPr>
            <p:txBody>
              <a:bodyPr wrap="none" anchor="ctr"/>
              <a:lstStyle/>
              <a:p>
                <a:endParaRPr lang="he-IL"/>
              </a:p>
            </p:txBody>
          </p:sp>
          <p:grpSp>
            <p:nvGrpSpPr>
              <p:cNvPr id="306" name="Group 446">
                <a:extLst>
                  <a:ext uri="{FF2B5EF4-FFF2-40B4-BE49-F238E27FC236}">
                    <a16:creationId xmlns:a16="http://schemas.microsoft.com/office/drawing/2014/main" id="{2F365AC0-EF8B-E3B3-D102-407397EEE1A6}"/>
                  </a:ext>
                </a:extLst>
              </p:cNvPr>
              <p:cNvGrpSpPr>
                <a:grpSpLocks/>
              </p:cNvGrpSpPr>
              <p:nvPr/>
            </p:nvGrpSpPr>
            <p:grpSpPr bwMode="auto">
              <a:xfrm>
                <a:off x="4776" y="3017"/>
                <a:ext cx="156" cy="56"/>
                <a:chOff x="2848" y="848"/>
                <a:chExt cx="140" cy="98"/>
              </a:xfrm>
            </p:grpSpPr>
            <p:sp>
              <p:nvSpPr>
                <p:cNvPr id="311" name="Line 447">
                  <a:extLst>
                    <a:ext uri="{FF2B5EF4-FFF2-40B4-BE49-F238E27FC236}">
                      <a16:creationId xmlns:a16="http://schemas.microsoft.com/office/drawing/2014/main" id="{A0695C4A-4233-9AE3-BA4B-71124B7A7615}"/>
                    </a:ext>
                  </a:extLst>
                </p:cNvPr>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en-US"/>
                </a:p>
              </p:txBody>
            </p:sp>
            <p:sp>
              <p:nvSpPr>
                <p:cNvPr id="312" name="Line 448">
                  <a:extLst>
                    <a:ext uri="{FF2B5EF4-FFF2-40B4-BE49-F238E27FC236}">
                      <a16:creationId xmlns:a16="http://schemas.microsoft.com/office/drawing/2014/main" id="{39F62374-8777-6A80-6EFA-55260ABCE2A4}"/>
                    </a:ext>
                  </a:extLst>
                </p:cNvPr>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en-US"/>
                </a:p>
              </p:txBody>
            </p:sp>
            <p:sp>
              <p:nvSpPr>
                <p:cNvPr id="313" name="Line 449">
                  <a:extLst>
                    <a:ext uri="{FF2B5EF4-FFF2-40B4-BE49-F238E27FC236}">
                      <a16:creationId xmlns:a16="http://schemas.microsoft.com/office/drawing/2014/main" id="{0F6D5FBC-E536-566B-D446-FA2C38C76D3D}"/>
                    </a:ext>
                  </a:extLst>
                </p:cNvPr>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en-US"/>
                </a:p>
              </p:txBody>
            </p:sp>
          </p:grpSp>
          <p:grpSp>
            <p:nvGrpSpPr>
              <p:cNvPr id="307" name="Group 450">
                <a:extLst>
                  <a:ext uri="{FF2B5EF4-FFF2-40B4-BE49-F238E27FC236}">
                    <a16:creationId xmlns:a16="http://schemas.microsoft.com/office/drawing/2014/main" id="{AC9715BF-4305-F811-8DBB-A9B287516EBB}"/>
                  </a:ext>
                </a:extLst>
              </p:cNvPr>
              <p:cNvGrpSpPr>
                <a:grpSpLocks/>
              </p:cNvGrpSpPr>
              <p:nvPr/>
            </p:nvGrpSpPr>
            <p:grpSpPr bwMode="auto">
              <a:xfrm flipV="1">
                <a:off x="4776" y="3016"/>
                <a:ext cx="156" cy="56"/>
                <a:chOff x="2848" y="848"/>
                <a:chExt cx="140" cy="98"/>
              </a:xfrm>
            </p:grpSpPr>
            <p:sp>
              <p:nvSpPr>
                <p:cNvPr id="308" name="Line 451">
                  <a:extLst>
                    <a:ext uri="{FF2B5EF4-FFF2-40B4-BE49-F238E27FC236}">
                      <a16:creationId xmlns:a16="http://schemas.microsoft.com/office/drawing/2014/main" id="{088E38FA-E0BA-6A3C-C915-811C2C1B0D53}"/>
                    </a:ext>
                  </a:extLst>
                </p:cNvPr>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en-US"/>
                </a:p>
              </p:txBody>
            </p:sp>
            <p:sp>
              <p:nvSpPr>
                <p:cNvPr id="309" name="Line 452">
                  <a:extLst>
                    <a:ext uri="{FF2B5EF4-FFF2-40B4-BE49-F238E27FC236}">
                      <a16:creationId xmlns:a16="http://schemas.microsoft.com/office/drawing/2014/main" id="{10C9E0B9-71D4-AEF5-0A1D-9C83FCE58E19}"/>
                    </a:ext>
                  </a:extLst>
                </p:cNvPr>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en-US"/>
                </a:p>
              </p:txBody>
            </p:sp>
            <p:sp>
              <p:nvSpPr>
                <p:cNvPr id="310" name="Line 453">
                  <a:extLst>
                    <a:ext uri="{FF2B5EF4-FFF2-40B4-BE49-F238E27FC236}">
                      <a16:creationId xmlns:a16="http://schemas.microsoft.com/office/drawing/2014/main" id="{2DFBE9A6-3941-7098-1A2C-68575EFED2DD}"/>
                    </a:ext>
                  </a:extLst>
                </p:cNvPr>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en-US"/>
                </a:p>
              </p:txBody>
            </p:sp>
          </p:grpSp>
        </p:grpSp>
        <p:grpSp>
          <p:nvGrpSpPr>
            <p:cNvPr id="86" name="Group 454">
              <a:extLst>
                <a:ext uri="{FF2B5EF4-FFF2-40B4-BE49-F238E27FC236}">
                  <a16:creationId xmlns:a16="http://schemas.microsoft.com/office/drawing/2014/main" id="{62B6E14D-12A8-F014-D1B0-89FAD1A001FA}"/>
                </a:ext>
              </a:extLst>
            </p:cNvPr>
            <p:cNvGrpSpPr>
              <a:grpSpLocks/>
            </p:cNvGrpSpPr>
            <p:nvPr/>
          </p:nvGrpSpPr>
          <p:grpSpPr bwMode="auto">
            <a:xfrm>
              <a:off x="7011987" y="4554538"/>
              <a:ext cx="501650" cy="234950"/>
              <a:chOff x="3600" y="219"/>
              <a:chExt cx="360" cy="175"/>
            </a:xfrm>
          </p:grpSpPr>
          <p:sp>
            <p:nvSpPr>
              <p:cNvPr id="288" name="Oval 455">
                <a:extLst>
                  <a:ext uri="{FF2B5EF4-FFF2-40B4-BE49-F238E27FC236}">
                    <a16:creationId xmlns:a16="http://schemas.microsoft.com/office/drawing/2014/main" id="{26C4AD1C-34FC-2A3F-AF5B-53FE78798604}"/>
                  </a:ext>
                </a:extLst>
              </p:cNvPr>
              <p:cNvSpPr>
                <a:spLocks noChangeArrowheads="1"/>
              </p:cNvSpPr>
              <p:nvPr/>
            </p:nvSpPr>
            <p:spPr bwMode="auto">
              <a:xfrm>
                <a:off x="3603" y="297"/>
                <a:ext cx="357" cy="97"/>
              </a:xfrm>
              <a:prstGeom prst="ellipse">
                <a:avLst/>
              </a:prstGeom>
              <a:solidFill>
                <a:srgbClr val="DDDDDD"/>
              </a:solidFill>
              <a:ln w="12700">
                <a:solidFill>
                  <a:schemeClr val="tx1"/>
                </a:solidFill>
                <a:round/>
                <a:headEnd/>
                <a:tailEnd/>
              </a:ln>
            </p:spPr>
            <p:txBody>
              <a:bodyPr wrap="none" anchor="ctr"/>
              <a:lstStyle/>
              <a:p>
                <a:endParaRPr lang="he-IL"/>
              </a:p>
            </p:txBody>
          </p:sp>
          <p:sp>
            <p:nvSpPr>
              <p:cNvPr id="289" name="Line 456">
                <a:extLst>
                  <a:ext uri="{FF2B5EF4-FFF2-40B4-BE49-F238E27FC236}">
                    <a16:creationId xmlns:a16="http://schemas.microsoft.com/office/drawing/2014/main" id="{0246ED12-54A4-3CA2-6FB9-2B0A9B2CAFDB}"/>
                  </a:ext>
                </a:extLst>
              </p:cNvPr>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en-US"/>
              </a:p>
            </p:txBody>
          </p:sp>
          <p:sp>
            <p:nvSpPr>
              <p:cNvPr id="290" name="Line 457">
                <a:extLst>
                  <a:ext uri="{FF2B5EF4-FFF2-40B4-BE49-F238E27FC236}">
                    <a16:creationId xmlns:a16="http://schemas.microsoft.com/office/drawing/2014/main" id="{8CE70032-ADF3-27A7-6179-965FE3E8CBE0}"/>
                  </a:ext>
                </a:extLst>
              </p:cNvPr>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en-US"/>
              </a:p>
            </p:txBody>
          </p:sp>
          <p:sp>
            <p:nvSpPr>
              <p:cNvPr id="291" name="Rectangle 458">
                <a:extLst>
                  <a:ext uri="{FF2B5EF4-FFF2-40B4-BE49-F238E27FC236}">
                    <a16:creationId xmlns:a16="http://schemas.microsoft.com/office/drawing/2014/main" id="{4AA584B8-EA8F-0C42-9C11-AD2F6B86EA45}"/>
                  </a:ext>
                </a:extLst>
              </p:cNvPr>
              <p:cNvSpPr>
                <a:spLocks noChangeArrowheads="1"/>
              </p:cNvSpPr>
              <p:nvPr/>
            </p:nvSpPr>
            <p:spPr bwMode="auto">
              <a:xfrm>
                <a:off x="3603" y="289"/>
                <a:ext cx="354" cy="59"/>
              </a:xfrm>
              <a:prstGeom prst="rect">
                <a:avLst/>
              </a:prstGeom>
              <a:solidFill>
                <a:srgbClr val="DDDDDD"/>
              </a:solidFill>
              <a:ln w="12700">
                <a:noFill/>
                <a:miter lim="800000"/>
                <a:headEnd/>
                <a:tailEnd/>
              </a:ln>
            </p:spPr>
            <p:txBody>
              <a:bodyPr wrap="none" anchor="ctr"/>
              <a:lstStyle/>
              <a:p>
                <a:endParaRPr lang="he-IL" sz="2400">
                  <a:latin typeface="Times New Roman" pitchFamily="18" charset="0"/>
                </a:endParaRPr>
              </a:p>
            </p:txBody>
          </p:sp>
          <p:sp>
            <p:nvSpPr>
              <p:cNvPr id="292" name="Oval 459">
                <a:extLst>
                  <a:ext uri="{FF2B5EF4-FFF2-40B4-BE49-F238E27FC236}">
                    <a16:creationId xmlns:a16="http://schemas.microsoft.com/office/drawing/2014/main" id="{98A90082-51EA-6713-7962-CA6F47E8B288}"/>
                  </a:ext>
                </a:extLst>
              </p:cNvPr>
              <p:cNvSpPr>
                <a:spLocks noChangeArrowheads="1"/>
              </p:cNvSpPr>
              <p:nvPr/>
            </p:nvSpPr>
            <p:spPr bwMode="auto">
              <a:xfrm>
                <a:off x="3600" y="219"/>
                <a:ext cx="357" cy="113"/>
              </a:xfrm>
              <a:prstGeom prst="ellipse">
                <a:avLst/>
              </a:prstGeom>
              <a:solidFill>
                <a:srgbClr val="DDDDDD"/>
              </a:solidFill>
              <a:ln w="12700">
                <a:solidFill>
                  <a:schemeClr val="tx1"/>
                </a:solidFill>
                <a:round/>
                <a:headEnd/>
                <a:tailEnd/>
              </a:ln>
            </p:spPr>
            <p:txBody>
              <a:bodyPr wrap="none" anchor="ctr"/>
              <a:lstStyle/>
              <a:p>
                <a:endParaRPr lang="he-IL"/>
              </a:p>
            </p:txBody>
          </p:sp>
          <p:grpSp>
            <p:nvGrpSpPr>
              <p:cNvPr id="293" name="Group 460">
                <a:extLst>
                  <a:ext uri="{FF2B5EF4-FFF2-40B4-BE49-F238E27FC236}">
                    <a16:creationId xmlns:a16="http://schemas.microsoft.com/office/drawing/2014/main" id="{5BBC10FC-6B2A-2B18-6171-1EDFFB6FA0AF}"/>
                  </a:ext>
                </a:extLst>
              </p:cNvPr>
              <p:cNvGrpSpPr>
                <a:grpSpLocks/>
              </p:cNvGrpSpPr>
              <p:nvPr/>
            </p:nvGrpSpPr>
            <p:grpSpPr bwMode="auto">
              <a:xfrm>
                <a:off x="3686" y="244"/>
                <a:ext cx="177" cy="66"/>
                <a:chOff x="2848" y="848"/>
                <a:chExt cx="140" cy="98"/>
              </a:xfrm>
            </p:grpSpPr>
            <p:sp>
              <p:nvSpPr>
                <p:cNvPr id="298" name="Line 461">
                  <a:extLst>
                    <a:ext uri="{FF2B5EF4-FFF2-40B4-BE49-F238E27FC236}">
                      <a16:creationId xmlns:a16="http://schemas.microsoft.com/office/drawing/2014/main" id="{44265769-A44E-958F-B7E0-9C1CACCA2EFD}"/>
                    </a:ext>
                  </a:extLst>
                </p:cNvPr>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en-US"/>
                </a:p>
              </p:txBody>
            </p:sp>
            <p:sp>
              <p:nvSpPr>
                <p:cNvPr id="299" name="Line 462">
                  <a:extLst>
                    <a:ext uri="{FF2B5EF4-FFF2-40B4-BE49-F238E27FC236}">
                      <a16:creationId xmlns:a16="http://schemas.microsoft.com/office/drawing/2014/main" id="{B6B5F58B-E20B-1083-E0D9-56A01107A777}"/>
                    </a:ext>
                  </a:extLst>
                </p:cNvPr>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en-US"/>
                </a:p>
              </p:txBody>
            </p:sp>
            <p:sp>
              <p:nvSpPr>
                <p:cNvPr id="300" name="Line 463">
                  <a:extLst>
                    <a:ext uri="{FF2B5EF4-FFF2-40B4-BE49-F238E27FC236}">
                      <a16:creationId xmlns:a16="http://schemas.microsoft.com/office/drawing/2014/main" id="{8C5351B7-9218-4371-5D0A-70B300A8CC76}"/>
                    </a:ext>
                  </a:extLst>
                </p:cNvPr>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en-US"/>
                </a:p>
              </p:txBody>
            </p:sp>
          </p:grpSp>
          <p:grpSp>
            <p:nvGrpSpPr>
              <p:cNvPr id="294" name="Group 464">
                <a:extLst>
                  <a:ext uri="{FF2B5EF4-FFF2-40B4-BE49-F238E27FC236}">
                    <a16:creationId xmlns:a16="http://schemas.microsoft.com/office/drawing/2014/main" id="{AC84CF58-2D51-615B-5F39-1E59DF4A9FB8}"/>
                  </a:ext>
                </a:extLst>
              </p:cNvPr>
              <p:cNvGrpSpPr>
                <a:grpSpLocks/>
              </p:cNvGrpSpPr>
              <p:nvPr/>
            </p:nvGrpSpPr>
            <p:grpSpPr bwMode="auto">
              <a:xfrm flipV="1">
                <a:off x="3686" y="243"/>
                <a:ext cx="177" cy="66"/>
                <a:chOff x="2848" y="848"/>
                <a:chExt cx="140" cy="98"/>
              </a:xfrm>
            </p:grpSpPr>
            <p:sp>
              <p:nvSpPr>
                <p:cNvPr id="295" name="Line 465">
                  <a:extLst>
                    <a:ext uri="{FF2B5EF4-FFF2-40B4-BE49-F238E27FC236}">
                      <a16:creationId xmlns:a16="http://schemas.microsoft.com/office/drawing/2014/main" id="{4DB4E2CD-5877-59B3-DCCB-E3226FC46324}"/>
                    </a:ext>
                  </a:extLst>
                </p:cNvPr>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en-US"/>
                </a:p>
              </p:txBody>
            </p:sp>
            <p:sp>
              <p:nvSpPr>
                <p:cNvPr id="296" name="Line 466">
                  <a:extLst>
                    <a:ext uri="{FF2B5EF4-FFF2-40B4-BE49-F238E27FC236}">
                      <a16:creationId xmlns:a16="http://schemas.microsoft.com/office/drawing/2014/main" id="{72E1FE29-04F8-AF7A-5D04-E9292AB4C30B}"/>
                    </a:ext>
                  </a:extLst>
                </p:cNvPr>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en-US"/>
                </a:p>
              </p:txBody>
            </p:sp>
            <p:sp>
              <p:nvSpPr>
                <p:cNvPr id="297" name="Line 467">
                  <a:extLst>
                    <a:ext uri="{FF2B5EF4-FFF2-40B4-BE49-F238E27FC236}">
                      <a16:creationId xmlns:a16="http://schemas.microsoft.com/office/drawing/2014/main" id="{A33A6BF1-8B31-18A5-8DA2-15ED8BD86204}"/>
                    </a:ext>
                  </a:extLst>
                </p:cNvPr>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en-US"/>
                </a:p>
              </p:txBody>
            </p:sp>
          </p:grpSp>
        </p:grpSp>
        <p:grpSp>
          <p:nvGrpSpPr>
            <p:cNvPr id="87" name="Group 468">
              <a:extLst>
                <a:ext uri="{FF2B5EF4-FFF2-40B4-BE49-F238E27FC236}">
                  <a16:creationId xmlns:a16="http://schemas.microsoft.com/office/drawing/2014/main" id="{33F53A9D-085C-88F2-EC4A-2429993A7717}"/>
                </a:ext>
              </a:extLst>
            </p:cNvPr>
            <p:cNvGrpSpPr>
              <a:grpSpLocks/>
            </p:cNvGrpSpPr>
            <p:nvPr/>
          </p:nvGrpSpPr>
          <p:grpSpPr bwMode="auto">
            <a:xfrm>
              <a:off x="6346825" y="4859338"/>
              <a:ext cx="501650" cy="234950"/>
              <a:chOff x="3600" y="219"/>
              <a:chExt cx="360" cy="175"/>
            </a:xfrm>
          </p:grpSpPr>
          <p:sp>
            <p:nvSpPr>
              <p:cNvPr id="275" name="Oval 469">
                <a:extLst>
                  <a:ext uri="{FF2B5EF4-FFF2-40B4-BE49-F238E27FC236}">
                    <a16:creationId xmlns:a16="http://schemas.microsoft.com/office/drawing/2014/main" id="{6C92AD64-3F72-BACE-5F25-75C3E5A3D333}"/>
                  </a:ext>
                </a:extLst>
              </p:cNvPr>
              <p:cNvSpPr>
                <a:spLocks noChangeArrowheads="1"/>
              </p:cNvSpPr>
              <p:nvPr/>
            </p:nvSpPr>
            <p:spPr bwMode="auto">
              <a:xfrm>
                <a:off x="3603" y="297"/>
                <a:ext cx="357" cy="97"/>
              </a:xfrm>
              <a:prstGeom prst="ellipse">
                <a:avLst/>
              </a:prstGeom>
              <a:solidFill>
                <a:srgbClr val="DDDDDD"/>
              </a:solidFill>
              <a:ln w="12700">
                <a:solidFill>
                  <a:schemeClr val="tx1"/>
                </a:solidFill>
                <a:round/>
                <a:headEnd/>
                <a:tailEnd/>
              </a:ln>
            </p:spPr>
            <p:txBody>
              <a:bodyPr wrap="none" anchor="ctr"/>
              <a:lstStyle/>
              <a:p>
                <a:endParaRPr lang="he-IL"/>
              </a:p>
            </p:txBody>
          </p:sp>
          <p:sp>
            <p:nvSpPr>
              <p:cNvPr id="276" name="Line 470">
                <a:extLst>
                  <a:ext uri="{FF2B5EF4-FFF2-40B4-BE49-F238E27FC236}">
                    <a16:creationId xmlns:a16="http://schemas.microsoft.com/office/drawing/2014/main" id="{DD03061B-C593-2C26-3917-B0126C5BD917}"/>
                  </a:ext>
                </a:extLst>
              </p:cNvPr>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en-US"/>
              </a:p>
            </p:txBody>
          </p:sp>
          <p:sp>
            <p:nvSpPr>
              <p:cNvPr id="277" name="Line 471">
                <a:extLst>
                  <a:ext uri="{FF2B5EF4-FFF2-40B4-BE49-F238E27FC236}">
                    <a16:creationId xmlns:a16="http://schemas.microsoft.com/office/drawing/2014/main" id="{88F1CEC5-4F47-E1A9-A549-8710183B3D43}"/>
                  </a:ext>
                </a:extLst>
              </p:cNvPr>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en-US"/>
              </a:p>
            </p:txBody>
          </p:sp>
          <p:sp>
            <p:nvSpPr>
              <p:cNvPr id="278" name="Rectangle 472">
                <a:extLst>
                  <a:ext uri="{FF2B5EF4-FFF2-40B4-BE49-F238E27FC236}">
                    <a16:creationId xmlns:a16="http://schemas.microsoft.com/office/drawing/2014/main" id="{15B043C6-7454-4CDC-CEBD-D735D55FCF0C}"/>
                  </a:ext>
                </a:extLst>
              </p:cNvPr>
              <p:cNvSpPr>
                <a:spLocks noChangeArrowheads="1"/>
              </p:cNvSpPr>
              <p:nvPr/>
            </p:nvSpPr>
            <p:spPr bwMode="auto">
              <a:xfrm>
                <a:off x="3603" y="289"/>
                <a:ext cx="354" cy="59"/>
              </a:xfrm>
              <a:prstGeom prst="rect">
                <a:avLst/>
              </a:prstGeom>
              <a:solidFill>
                <a:srgbClr val="DDDDDD"/>
              </a:solidFill>
              <a:ln w="12700">
                <a:noFill/>
                <a:miter lim="800000"/>
                <a:headEnd/>
                <a:tailEnd/>
              </a:ln>
            </p:spPr>
            <p:txBody>
              <a:bodyPr wrap="none" anchor="ctr"/>
              <a:lstStyle/>
              <a:p>
                <a:endParaRPr lang="he-IL" sz="2400">
                  <a:latin typeface="Times New Roman" pitchFamily="18" charset="0"/>
                </a:endParaRPr>
              </a:p>
            </p:txBody>
          </p:sp>
          <p:sp>
            <p:nvSpPr>
              <p:cNvPr id="279" name="Oval 473">
                <a:extLst>
                  <a:ext uri="{FF2B5EF4-FFF2-40B4-BE49-F238E27FC236}">
                    <a16:creationId xmlns:a16="http://schemas.microsoft.com/office/drawing/2014/main" id="{8275F759-F1DD-2252-FDAA-D991CC623637}"/>
                  </a:ext>
                </a:extLst>
              </p:cNvPr>
              <p:cNvSpPr>
                <a:spLocks noChangeArrowheads="1"/>
              </p:cNvSpPr>
              <p:nvPr/>
            </p:nvSpPr>
            <p:spPr bwMode="auto">
              <a:xfrm>
                <a:off x="3600" y="219"/>
                <a:ext cx="357" cy="113"/>
              </a:xfrm>
              <a:prstGeom prst="ellipse">
                <a:avLst/>
              </a:prstGeom>
              <a:solidFill>
                <a:srgbClr val="DDDDDD"/>
              </a:solidFill>
              <a:ln w="12700">
                <a:solidFill>
                  <a:schemeClr val="tx1"/>
                </a:solidFill>
                <a:round/>
                <a:headEnd/>
                <a:tailEnd/>
              </a:ln>
            </p:spPr>
            <p:txBody>
              <a:bodyPr wrap="none" anchor="ctr"/>
              <a:lstStyle/>
              <a:p>
                <a:endParaRPr lang="he-IL"/>
              </a:p>
            </p:txBody>
          </p:sp>
          <p:grpSp>
            <p:nvGrpSpPr>
              <p:cNvPr id="280" name="Group 474">
                <a:extLst>
                  <a:ext uri="{FF2B5EF4-FFF2-40B4-BE49-F238E27FC236}">
                    <a16:creationId xmlns:a16="http://schemas.microsoft.com/office/drawing/2014/main" id="{5764B503-20B7-C21F-DD2B-B7AC6FC472CD}"/>
                  </a:ext>
                </a:extLst>
              </p:cNvPr>
              <p:cNvGrpSpPr>
                <a:grpSpLocks/>
              </p:cNvGrpSpPr>
              <p:nvPr/>
            </p:nvGrpSpPr>
            <p:grpSpPr bwMode="auto">
              <a:xfrm>
                <a:off x="3686" y="244"/>
                <a:ext cx="177" cy="66"/>
                <a:chOff x="2848" y="848"/>
                <a:chExt cx="140" cy="98"/>
              </a:xfrm>
            </p:grpSpPr>
            <p:sp>
              <p:nvSpPr>
                <p:cNvPr id="285" name="Line 475">
                  <a:extLst>
                    <a:ext uri="{FF2B5EF4-FFF2-40B4-BE49-F238E27FC236}">
                      <a16:creationId xmlns:a16="http://schemas.microsoft.com/office/drawing/2014/main" id="{CE433B11-8E4A-C523-C400-37824A7DE44B}"/>
                    </a:ext>
                  </a:extLst>
                </p:cNvPr>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en-US"/>
                </a:p>
              </p:txBody>
            </p:sp>
            <p:sp>
              <p:nvSpPr>
                <p:cNvPr id="286" name="Line 476">
                  <a:extLst>
                    <a:ext uri="{FF2B5EF4-FFF2-40B4-BE49-F238E27FC236}">
                      <a16:creationId xmlns:a16="http://schemas.microsoft.com/office/drawing/2014/main" id="{A7AD9ABC-233B-1E2B-08A7-03896D21F119}"/>
                    </a:ext>
                  </a:extLst>
                </p:cNvPr>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en-US"/>
                </a:p>
              </p:txBody>
            </p:sp>
            <p:sp>
              <p:nvSpPr>
                <p:cNvPr id="287" name="Line 477">
                  <a:extLst>
                    <a:ext uri="{FF2B5EF4-FFF2-40B4-BE49-F238E27FC236}">
                      <a16:creationId xmlns:a16="http://schemas.microsoft.com/office/drawing/2014/main" id="{72C804C6-9CEA-CF7D-EFB3-DB7AF1473F53}"/>
                    </a:ext>
                  </a:extLst>
                </p:cNvPr>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en-US"/>
                </a:p>
              </p:txBody>
            </p:sp>
          </p:grpSp>
          <p:grpSp>
            <p:nvGrpSpPr>
              <p:cNvPr id="281" name="Group 478">
                <a:extLst>
                  <a:ext uri="{FF2B5EF4-FFF2-40B4-BE49-F238E27FC236}">
                    <a16:creationId xmlns:a16="http://schemas.microsoft.com/office/drawing/2014/main" id="{A2B37B88-DF97-38BB-91FF-6AB72BD5FCA0}"/>
                  </a:ext>
                </a:extLst>
              </p:cNvPr>
              <p:cNvGrpSpPr>
                <a:grpSpLocks/>
              </p:cNvGrpSpPr>
              <p:nvPr/>
            </p:nvGrpSpPr>
            <p:grpSpPr bwMode="auto">
              <a:xfrm flipV="1">
                <a:off x="3686" y="243"/>
                <a:ext cx="177" cy="66"/>
                <a:chOff x="2848" y="848"/>
                <a:chExt cx="140" cy="98"/>
              </a:xfrm>
            </p:grpSpPr>
            <p:sp>
              <p:nvSpPr>
                <p:cNvPr id="282" name="Line 479">
                  <a:extLst>
                    <a:ext uri="{FF2B5EF4-FFF2-40B4-BE49-F238E27FC236}">
                      <a16:creationId xmlns:a16="http://schemas.microsoft.com/office/drawing/2014/main" id="{8FE35638-9FA0-24AA-5B75-C5EE7378ACBF}"/>
                    </a:ext>
                  </a:extLst>
                </p:cNvPr>
                <p:cNvSpPr>
                  <a:spLocks noChangeShapeType="1"/>
                </p:cNvSpPr>
                <p:nvPr/>
              </p:nvSpPr>
              <p:spPr bwMode="auto">
                <a:xfrm flipV="1">
                  <a:off x="2848" y="848"/>
                  <a:ext cx="50" cy="2"/>
                </a:xfrm>
                <a:prstGeom prst="line">
                  <a:avLst/>
                </a:prstGeom>
                <a:noFill/>
                <a:ln w="28575">
                  <a:solidFill>
                    <a:schemeClr val="tx1"/>
                  </a:solidFill>
                  <a:round/>
                  <a:headEnd/>
                  <a:tailEnd/>
                </a:ln>
              </p:spPr>
              <p:txBody>
                <a:bodyPr wrap="none" anchor="ctr"/>
                <a:lstStyle/>
                <a:p>
                  <a:endParaRPr lang="en-US"/>
                </a:p>
              </p:txBody>
            </p:sp>
            <p:sp>
              <p:nvSpPr>
                <p:cNvPr id="283" name="Line 480">
                  <a:extLst>
                    <a:ext uri="{FF2B5EF4-FFF2-40B4-BE49-F238E27FC236}">
                      <a16:creationId xmlns:a16="http://schemas.microsoft.com/office/drawing/2014/main" id="{783B9C06-1F7F-4562-5D3D-2BB3D4B586B6}"/>
                    </a:ext>
                  </a:extLst>
                </p:cNvPr>
                <p:cNvSpPr>
                  <a:spLocks noChangeShapeType="1"/>
                </p:cNvSpPr>
                <p:nvPr/>
              </p:nvSpPr>
              <p:spPr bwMode="auto">
                <a:xfrm>
                  <a:off x="2944" y="946"/>
                  <a:ext cx="44" cy="0"/>
                </a:xfrm>
                <a:prstGeom prst="line">
                  <a:avLst/>
                </a:prstGeom>
                <a:noFill/>
                <a:ln w="28575">
                  <a:solidFill>
                    <a:schemeClr val="tx1"/>
                  </a:solidFill>
                  <a:round/>
                  <a:headEnd/>
                  <a:tailEnd/>
                </a:ln>
              </p:spPr>
              <p:txBody>
                <a:bodyPr wrap="none" anchor="ctr"/>
                <a:lstStyle/>
                <a:p>
                  <a:endParaRPr lang="en-US"/>
                </a:p>
              </p:txBody>
            </p:sp>
            <p:sp>
              <p:nvSpPr>
                <p:cNvPr id="284" name="Line 481">
                  <a:extLst>
                    <a:ext uri="{FF2B5EF4-FFF2-40B4-BE49-F238E27FC236}">
                      <a16:creationId xmlns:a16="http://schemas.microsoft.com/office/drawing/2014/main" id="{28C6DA1B-2CD6-5750-144F-ED6E0ADFF0E9}"/>
                    </a:ext>
                  </a:extLst>
                </p:cNvPr>
                <p:cNvSpPr>
                  <a:spLocks noChangeShapeType="1"/>
                </p:cNvSpPr>
                <p:nvPr/>
              </p:nvSpPr>
              <p:spPr bwMode="auto">
                <a:xfrm>
                  <a:off x="2894" y="850"/>
                  <a:ext cx="52" cy="96"/>
                </a:xfrm>
                <a:prstGeom prst="line">
                  <a:avLst/>
                </a:prstGeom>
                <a:noFill/>
                <a:ln w="28575">
                  <a:solidFill>
                    <a:schemeClr val="tx1"/>
                  </a:solidFill>
                  <a:round/>
                  <a:headEnd/>
                  <a:tailEnd/>
                </a:ln>
              </p:spPr>
              <p:txBody>
                <a:bodyPr wrap="none" anchor="ctr"/>
                <a:lstStyle/>
                <a:p>
                  <a:endParaRPr lang="en-US"/>
                </a:p>
              </p:txBody>
            </p:sp>
          </p:grpSp>
        </p:grpSp>
        <p:sp>
          <p:nvSpPr>
            <p:cNvPr id="88" name="Line 482">
              <a:extLst>
                <a:ext uri="{FF2B5EF4-FFF2-40B4-BE49-F238E27FC236}">
                  <a16:creationId xmlns:a16="http://schemas.microsoft.com/office/drawing/2014/main" id="{153624BA-8F9E-534B-4E4D-929C1FE58A5C}"/>
                </a:ext>
              </a:extLst>
            </p:cNvPr>
            <p:cNvSpPr>
              <a:spLocks noChangeShapeType="1"/>
            </p:cNvSpPr>
            <p:nvPr/>
          </p:nvSpPr>
          <p:spPr bwMode="auto">
            <a:xfrm>
              <a:off x="7461250" y="4765675"/>
              <a:ext cx="358775" cy="120650"/>
            </a:xfrm>
            <a:prstGeom prst="line">
              <a:avLst/>
            </a:prstGeom>
            <a:noFill/>
            <a:ln w="9525">
              <a:solidFill>
                <a:schemeClr val="bg2"/>
              </a:solidFill>
              <a:round/>
              <a:headEnd/>
              <a:tailEnd/>
            </a:ln>
          </p:spPr>
          <p:txBody>
            <a:bodyPr/>
            <a:lstStyle/>
            <a:p>
              <a:endParaRPr lang="en-US"/>
            </a:p>
          </p:txBody>
        </p:sp>
        <p:sp>
          <p:nvSpPr>
            <p:cNvPr id="89" name="Line 483">
              <a:extLst>
                <a:ext uri="{FF2B5EF4-FFF2-40B4-BE49-F238E27FC236}">
                  <a16:creationId xmlns:a16="http://schemas.microsoft.com/office/drawing/2014/main" id="{2DA536F4-22E1-66FC-5D74-AE1647F3F8C5}"/>
                </a:ext>
              </a:extLst>
            </p:cNvPr>
            <p:cNvSpPr>
              <a:spLocks noChangeShapeType="1"/>
            </p:cNvSpPr>
            <p:nvPr/>
          </p:nvSpPr>
          <p:spPr bwMode="auto">
            <a:xfrm flipV="1">
              <a:off x="6808787" y="4778375"/>
              <a:ext cx="277813" cy="109538"/>
            </a:xfrm>
            <a:prstGeom prst="line">
              <a:avLst/>
            </a:prstGeom>
            <a:noFill/>
            <a:ln w="9525">
              <a:solidFill>
                <a:schemeClr val="bg2"/>
              </a:solidFill>
              <a:round/>
              <a:headEnd/>
              <a:tailEnd/>
            </a:ln>
          </p:spPr>
          <p:txBody>
            <a:bodyPr/>
            <a:lstStyle/>
            <a:p>
              <a:endParaRPr lang="en-US"/>
            </a:p>
          </p:txBody>
        </p:sp>
        <p:sp>
          <p:nvSpPr>
            <p:cNvPr id="90" name="Line 484">
              <a:extLst>
                <a:ext uri="{FF2B5EF4-FFF2-40B4-BE49-F238E27FC236}">
                  <a16:creationId xmlns:a16="http://schemas.microsoft.com/office/drawing/2014/main" id="{7A5DD65F-4910-1357-1B3C-58B9FA475358}"/>
                </a:ext>
              </a:extLst>
            </p:cNvPr>
            <p:cNvSpPr>
              <a:spLocks noChangeShapeType="1"/>
            </p:cNvSpPr>
            <p:nvPr/>
          </p:nvSpPr>
          <p:spPr bwMode="auto">
            <a:xfrm flipV="1">
              <a:off x="6851650" y="4981575"/>
              <a:ext cx="971550" cy="0"/>
            </a:xfrm>
            <a:prstGeom prst="line">
              <a:avLst/>
            </a:prstGeom>
            <a:noFill/>
            <a:ln w="9525">
              <a:solidFill>
                <a:schemeClr val="bg2"/>
              </a:solidFill>
              <a:round/>
              <a:headEnd/>
              <a:tailEnd/>
            </a:ln>
          </p:spPr>
          <p:txBody>
            <a:bodyPr/>
            <a:lstStyle/>
            <a:p>
              <a:endParaRPr lang="en-US"/>
            </a:p>
          </p:txBody>
        </p:sp>
        <p:sp>
          <p:nvSpPr>
            <p:cNvPr id="91" name="Line 485">
              <a:extLst>
                <a:ext uri="{FF2B5EF4-FFF2-40B4-BE49-F238E27FC236}">
                  <a16:creationId xmlns:a16="http://schemas.microsoft.com/office/drawing/2014/main" id="{E6E31ABC-93F2-BB0B-A77D-20044C1DCE50}"/>
                </a:ext>
              </a:extLst>
            </p:cNvPr>
            <p:cNvSpPr>
              <a:spLocks noChangeShapeType="1"/>
            </p:cNvSpPr>
            <p:nvPr/>
          </p:nvSpPr>
          <p:spPr bwMode="auto">
            <a:xfrm flipH="1">
              <a:off x="6146800" y="4727575"/>
              <a:ext cx="254000" cy="469900"/>
            </a:xfrm>
            <a:prstGeom prst="line">
              <a:avLst/>
            </a:prstGeom>
            <a:noFill/>
            <a:ln w="9525">
              <a:solidFill>
                <a:schemeClr val="bg2"/>
              </a:solidFill>
              <a:round/>
              <a:headEnd/>
              <a:tailEnd/>
            </a:ln>
          </p:spPr>
          <p:txBody>
            <a:bodyPr/>
            <a:lstStyle/>
            <a:p>
              <a:endParaRPr lang="en-US"/>
            </a:p>
          </p:txBody>
        </p:sp>
        <p:sp>
          <p:nvSpPr>
            <p:cNvPr id="92" name="Line 486">
              <a:extLst>
                <a:ext uri="{FF2B5EF4-FFF2-40B4-BE49-F238E27FC236}">
                  <a16:creationId xmlns:a16="http://schemas.microsoft.com/office/drawing/2014/main" id="{556586A8-F366-4BC5-EC65-C3AA2E9A517B}"/>
                </a:ext>
              </a:extLst>
            </p:cNvPr>
            <p:cNvSpPr>
              <a:spLocks noChangeShapeType="1"/>
            </p:cNvSpPr>
            <p:nvPr/>
          </p:nvSpPr>
          <p:spPr bwMode="auto">
            <a:xfrm>
              <a:off x="6172200" y="4778375"/>
              <a:ext cx="196850" cy="0"/>
            </a:xfrm>
            <a:prstGeom prst="line">
              <a:avLst/>
            </a:prstGeom>
            <a:noFill/>
            <a:ln w="9525">
              <a:solidFill>
                <a:schemeClr val="bg2"/>
              </a:solidFill>
              <a:round/>
              <a:headEnd/>
              <a:tailEnd/>
            </a:ln>
          </p:spPr>
          <p:txBody>
            <a:bodyPr/>
            <a:lstStyle/>
            <a:p>
              <a:endParaRPr lang="en-US"/>
            </a:p>
          </p:txBody>
        </p:sp>
        <p:sp>
          <p:nvSpPr>
            <p:cNvPr id="93" name="Line 487">
              <a:extLst>
                <a:ext uri="{FF2B5EF4-FFF2-40B4-BE49-F238E27FC236}">
                  <a16:creationId xmlns:a16="http://schemas.microsoft.com/office/drawing/2014/main" id="{DA63A7AD-D77C-2547-E550-E49509C4C645}"/>
                </a:ext>
              </a:extLst>
            </p:cNvPr>
            <p:cNvSpPr>
              <a:spLocks noChangeShapeType="1"/>
            </p:cNvSpPr>
            <p:nvPr/>
          </p:nvSpPr>
          <p:spPr bwMode="auto">
            <a:xfrm>
              <a:off x="6032500" y="5114925"/>
              <a:ext cx="153987" cy="0"/>
            </a:xfrm>
            <a:prstGeom prst="line">
              <a:avLst/>
            </a:prstGeom>
            <a:noFill/>
            <a:ln w="9525">
              <a:solidFill>
                <a:schemeClr val="bg2"/>
              </a:solidFill>
              <a:round/>
              <a:headEnd/>
              <a:tailEnd/>
            </a:ln>
          </p:spPr>
          <p:txBody>
            <a:bodyPr/>
            <a:lstStyle/>
            <a:p>
              <a:endParaRPr lang="en-US"/>
            </a:p>
          </p:txBody>
        </p:sp>
        <p:sp>
          <p:nvSpPr>
            <p:cNvPr id="94" name="Line 488">
              <a:extLst>
                <a:ext uri="{FF2B5EF4-FFF2-40B4-BE49-F238E27FC236}">
                  <a16:creationId xmlns:a16="http://schemas.microsoft.com/office/drawing/2014/main" id="{EBB2B4D3-D1B9-A0D2-C4DF-22462FB5E8A1}"/>
                </a:ext>
              </a:extLst>
            </p:cNvPr>
            <p:cNvSpPr>
              <a:spLocks noChangeShapeType="1"/>
            </p:cNvSpPr>
            <p:nvPr/>
          </p:nvSpPr>
          <p:spPr bwMode="auto">
            <a:xfrm>
              <a:off x="6284912" y="5194300"/>
              <a:ext cx="490538" cy="0"/>
            </a:xfrm>
            <a:prstGeom prst="line">
              <a:avLst/>
            </a:prstGeom>
            <a:noFill/>
            <a:ln w="9525">
              <a:solidFill>
                <a:schemeClr val="bg2"/>
              </a:solidFill>
              <a:round/>
              <a:headEnd/>
              <a:tailEnd/>
            </a:ln>
          </p:spPr>
          <p:txBody>
            <a:bodyPr/>
            <a:lstStyle/>
            <a:p>
              <a:endParaRPr lang="en-US"/>
            </a:p>
          </p:txBody>
        </p:sp>
        <p:sp>
          <p:nvSpPr>
            <p:cNvPr id="95" name="Line 489">
              <a:extLst>
                <a:ext uri="{FF2B5EF4-FFF2-40B4-BE49-F238E27FC236}">
                  <a16:creationId xmlns:a16="http://schemas.microsoft.com/office/drawing/2014/main" id="{021305CF-9E96-A659-8592-15CC69BD7970}"/>
                </a:ext>
              </a:extLst>
            </p:cNvPr>
            <p:cNvSpPr>
              <a:spLocks noChangeShapeType="1"/>
            </p:cNvSpPr>
            <p:nvPr/>
          </p:nvSpPr>
          <p:spPr bwMode="auto">
            <a:xfrm flipH="1">
              <a:off x="6524625" y="5102225"/>
              <a:ext cx="53975" cy="85725"/>
            </a:xfrm>
            <a:prstGeom prst="line">
              <a:avLst/>
            </a:prstGeom>
            <a:noFill/>
            <a:ln w="9525">
              <a:solidFill>
                <a:schemeClr val="bg2"/>
              </a:solidFill>
              <a:round/>
              <a:headEnd/>
              <a:tailEnd/>
            </a:ln>
          </p:spPr>
          <p:txBody>
            <a:bodyPr/>
            <a:lstStyle/>
            <a:p>
              <a:endParaRPr lang="en-US"/>
            </a:p>
          </p:txBody>
        </p:sp>
        <p:sp>
          <p:nvSpPr>
            <p:cNvPr id="96" name="Line 490">
              <a:extLst>
                <a:ext uri="{FF2B5EF4-FFF2-40B4-BE49-F238E27FC236}">
                  <a16:creationId xmlns:a16="http://schemas.microsoft.com/office/drawing/2014/main" id="{F3D875CC-EDBC-C05F-7E6F-2004E4BA7266}"/>
                </a:ext>
              </a:extLst>
            </p:cNvPr>
            <p:cNvSpPr>
              <a:spLocks noChangeShapeType="1"/>
            </p:cNvSpPr>
            <p:nvPr/>
          </p:nvSpPr>
          <p:spPr bwMode="auto">
            <a:xfrm>
              <a:off x="6337300" y="5191125"/>
              <a:ext cx="1587" cy="82550"/>
            </a:xfrm>
            <a:prstGeom prst="line">
              <a:avLst/>
            </a:prstGeom>
            <a:noFill/>
            <a:ln w="9525">
              <a:solidFill>
                <a:schemeClr val="bg2"/>
              </a:solidFill>
              <a:round/>
              <a:headEnd/>
              <a:tailEnd/>
            </a:ln>
          </p:spPr>
          <p:txBody>
            <a:bodyPr/>
            <a:lstStyle/>
            <a:p>
              <a:endParaRPr lang="en-US"/>
            </a:p>
          </p:txBody>
        </p:sp>
        <p:sp>
          <p:nvSpPr>
            <p:cNvPr id="97" name="Line 491">
              <a:extLst>
                <a:ext uri="{FF2B5EF4-FFF2-40B4-BE49-F238E27FC236}">
                  <a16:creationId xmlns:a16="http://schemas.microsoft.com/office/drawing/2014/main" id="{F000388D-0A07-4034-1B9F-6DEAB09202EC}"/>
                </a:ext>
              </a:extLst>
            </p:cNvPr>
            <p:cNvSpPr>
              <a:spLocks noChangeShapeType="1"/>
            </p:cNvSpPr>
            <p:nvPr/>
          </p:nvSpPr>
          <p:spPr bwMode="auto">
            <a:xfrm flipH="1" flipV="1">
              <a:off x="6734175" y="5199063"/>
              <a:ext cx="0" cy="76200"/>
            </a:xfrm>
            <a:prstGeom prst="line">
              <a:avLst/>
            </a:prstGeom>
            <a:noFill/>
            <a:ln w="9525">
              <a:solidFill>
                <a:schemeClr val="bg2"/>
              </a:solidFill>
              <a:round/>
              <a:headEnd/>
              <a:tailEnd/>
            </a:ln>
          </p:spPr>
          <p:txBody>
            <a:bodyPr/>
            <a:lstStyle/>
            <a:p>
              <a:endParaRPr lang="en-US"/>
            </a:p>
          </p:txBody>
        </p:sp>
        <p:sp>
          <p:nvSpPr>
            <p:cNvPr id="98" name="Line 492">
              <a:extLst>
                <a:ext uri="{FF2B5EF4-FFF2-40B4-BE49-F238E27FC236}">
                  <a16:creationId xmlns:a16="http://schemas.microsoft.com/office/drawing/2014/main" id="{465929E4-857C-71F2-A8F8-888C20829CC1}"/>
                </a:ext>
              </a:extLst>
            </p:cNvPr>
            <p:cNvSpPr>
              <a:spLocks noChangeShapeType="1"/>
            </p:cNvSpPr>
            <p:nvPr/>
          </p:nvSpPr>
          <p:spPr bwMode="auto">
            <a:xfrm>
              <a:off x="6815137" y="5057775"/>
              <a:ext cx="503238" cy="269875"/>
            </a:xfrm>
            <a:prstGeom prst="line">
              <a:avLst/>
            </a:prstGeom>
            <a:noFill/>
            <a:ln w="9525">
              <a:solidFill>
                <a:schemeClr val="bg2"/>
              </a:solidFill>
              <a:round/>
              <a:headEnd/>
              <a:tailEnd/>
            </a:ln>
          </p:spPr>
          <p:txBody>
            <a:bodyPr/>
            <a:lstStyle/>
            <a:p>
              <a:endParaRPr lang="en-US"/>
            </a:p>
          </p:txBody>
        </p:sp>
        <p:sp>
          <p:nvSpPr>
            <p:cNvPr id="99" name="Line 493">
              <a:extLst>
                <a:ext uri="{FF2B5EF4-FFF2-40B4-BE49-F238E27FC236}">
                  <a16:creationId xmlns:a16="http://schemas.microsoft.com/office/drawing/2014/main" id="{89A3AC84-99FA-8FAA-B1C7-6CF64119221A}"/>
                </a:ext>
              </a:extLst>
            </p:cNvPr>
            <p:cNvSpPr>
              <a:spLocks noChangeShapeType="1"/>
            </p:cNvSpPr>
            <p:nvPr/>
          </p:nvSpPr>
          <p:spPr bwMode="auto">
            <a:xfrm>
              <a:off x="6264275" y="4992688"/>
              <a:ext cx="80962" cy="0"/>
            </a:xfrm>
            <a:prstGeom prst="line">
              <a:avLst/>
            </a:prstGeom>
            <a:noFill/>
            <a:ln w="9525">
              <a:solidFill>
                <a:schemeClr val="bg2"/>
              </a:solidFill>
              <a:round/>
              <a:headEnd/>
              <a:tailEnd/>
            </a:ln>
          </p:spPr>
          <p:txBody>
            <a:bodyPr/>
            <a:lstStyle/>
            <a:p>
              <a:endParaRPr lang="en-US"/>
            </a:p>
          </p:txBody>
        </p:sp>
        <p:grpSp>
          <p:nvGrpSpPr>
            <p:cNvPr id="100" name="Group 494">
              <a:extLst>
                <a:ext uri="{FF2B5EF4-FFF2-40B4-BE49-F238E27FC236}">
                  <a16:creationId xmlns:a16="http://schemas.microsoft.com/office/drawing/2014/main" id="{6B393A87-4004-5B52-E7B4-94A5753A4CFF}"/>
                </a:ext>
              </a:extLst>
            </p:cNvPr>
            <p:cNvGrpSpPr>
              <a:grpSpLocks/>
            </p:cNvGrpSpPr>
            <p:nvPr/>
          </p:nvGrpSpPr>
          <p:grpSpPr bwMode="auto">
            <a:xfrm>
              <a:off x="5449887" y="1752600"/>
              <a:ext cx="3021013" cy="3981450"/>
              <a:chOff x="-1203" y="1352"/>
              <a:chExt cx="1903" cy="2508"/>
            </a:xfrm>
          </p:grpSpPr>
          <p:grpSp>
            <p:nvGrpSpPr>
              <p:cNvPr id="235" name="Group 495">
                <a:extLst>
                  <a:ext uri="{FF2B5EF4-FFF2-40B4-BE49-F238E27FC236}">
                    <a16:creationId xmlns:a16="http://schemas.microsoft.com/office/drawing/2014/main" id="{43E6F04B-5237-1ED3-CAD8-CC91D54D1E84}"/>
                  </a:ext>
                </a:extLst>
              </p:cNvPr>
              <p:cNvGrpSpPr>
                <a:grpSpLocks/>
              </p:cNvGrpSpPr>
              <p:nvPr/>
            </p:nvGrpSpPr>
            <p:grpSpPr bwMode="auto">
              <a:xfrm>
                <a:off x="-1203" y="1647"/>
                <a:ext cx="436" cy="114"/>
                <a:chOff x="3072" y="739"/>
                <a:chExt cx="652" cy="146"/>
              </a:xfrm>
            </p:grpSpPr>
            <p:pic>
              <p:nvPicPr>
                <p:cNvPr id="272" name="Picture 496" descr="lgv_fqmg[1]">
                  <a:extLst>
                    <a:ext uri="{FF2B5EF4-FFF2-40B4-BE49-F238E27FC236}">
                      <a16:creationId xmlns:a16="http://schemas.microsoft.com/office/drawing/2014/main" id="{9C50A53C-38AF-FA63-8D08-32B4A3D0852D}"/>
                    </a:ext>
                  </a:extLst>
                </p:cNvPr>
                <p:cNvPicPr>
                  <a:picLocks noChangeAspect="1" noChangeArrowheads="1"/>
                </p:cNvPicPr>
                <p:nvPr/>
              </p:nvPicPr>
              <p:blipFill>
                <a:blip r:embed="rId3" cstate="print"/>
                <a:srcRect/>
                <a:stretch>
                  <a:fillRect/>
                </a:stretch>
              </p:blipFill>
              <p:spPr bwMode="auto">
                <a:xfrm flipH="1">
                  <a:off x="3237" y="739"/>
                  <a:ext cx="487" cy="146"/>
                </a:xfrm>
                <a:prstGeom prst="rect">
                  <a:avLst/>
                </a:prstGeom>
                <a:noFill/>
                <a:ln w="9525">
                  <a:noFill/>
                  <a:miter lim="800000"/>
                  <a:headEnd/>
                  <a:tailEnd/>
                </a:ln>
              </p:spPr>
            </p:pic>
            <p:sp>
              <p:nvSpPr>
                <p:cNvPr id="273" name="Line 497">
                  <a:extLst>
                    <a:ext uri="{FF2B5EF4-FFF2-40B4-BE49-F238E27FC236}">
                      <a16:creationId xmlns:a16="http://schemas.microsoft.com/office/drawing/2014/main" id="{1A98C9DC-CF8B-7287-93E0-12B445072360}"/>
                    </a:ext>
                  </a:extLst>
                </p:cNvPr>
                <p:cNvSpPr>
                  <a:spLocks noChangeShapeType="1"/>
                </p:cNvSpPr>
                <p:nvPr/>
              </p:nvSpPr>
              <p:spPr bwMode="auto">
                <a:xfrm flipH="1">
                  <a:off x="3104" y="784"/>
                  <a:ext cx="88" cy="0"/>
                </a:xfrm>
                <a:prstGeom prst="line">
                  <a:avLst/>
                </a:prstGeom>
                <a:noFill/>
                <a:ln w="9525">
                  <a:solidFill>
                    <a:schemeClr val="tx1"/>
                  </a:solidFill>
                  <a:round/>
                  <a:headEnd/>
                  <a:tailEnd/>
                </a:ln>
              </p:spPr>
              <p:txBody>
                <a:bodyPr/>
                <a:lstStyle/>
                <a:p>
                  <a:endParaRPr lang="en-US"/>
                </a:p>
              </p:txBody>
            </p:sp>
            <p:sp>
              <p:nvSpPr>
                <p:cNvPr id="274" name="Line 498">
                  <a:extLst>
                    <a:ext uri="{FF2B5EF4-FFF2-40B4-BE49-F238E27FC236}">
                      <a16:creationId xmlns:a16="http://schemas.microsoft.com/office/drawing/2014/main" id="{E42AD2AD-4B75-DF02-96F9-5EC418069656}"/>
                    </a:ext>
                  </a:extLst>
                </p:cNvPr>
                <p:cNvSpPr>
                  <a:spLocks noChangeShapeType="1"/>
                </p:cNvSpPr>
                <p:nvPr/>
              </p:nvSpPr>
              <p:spPr bwMode="auto">
                <a:xfrm flipH="1">
                  <a:off x="3072" y="760"/>
                  <a:ext cx="144" cy="0"/>
                </a:xfrm>
                <a:prstGeom prst="line">
                  <a:avLst/>
                </a:prstGeom>
                <a:noFill/>
                <a:ln w="9525">
                  <a:solidFill>
                    <a:schemeClr val="tx1"/>
                  </a:solidFill>
                  <a:round/>
                  <a:headEnd/>
                  <a:tailEnd/>
                </a:ln>
              </p:spPr>
              <p:txBody>
                <a:bodyPr/>
                <a:lstStyle/>
                <a:p>
                  <a:endParaRPr lang="en-US"/>
                </a:p>
              </p:txBody>
            </p:sp>
          </p:grpSp>
          <p:pic>
            <p:nvPicPr>
              <p:cNvPr id="236" name="Picture 499" descr="imgyjavg[1]">
                <a:extLst>
                  <a:ext uri="{FF2B5EF4-FFF2-40B4-BE49-F238E27FC236}">
                    <a16:creationId xmlns:a16="http://schemas.microsoft.com/office/drawing/2014/main" id="{4EDA99E2-8677-0B07-C401-9827288E613B}"/>
                  </a:ext>
                </a:extLst>
              </p:cNvPr>
              <p:cNvPicPr>
                <a:picLocks noChangeAspect="1" noChangeArrowheads="1"/>
              </p:cNvPicPr>
              <p:nvPr/>
            </p:nvPicPr>
            <p:blipFill>
              <a:blip r:embed="rId4" cstate="print"/>
              <a:srcRect/>
              <a:stretch>
                <a:fillRect/>
              </a:stretch>
            </p:blipFill>
            <p:spPr bwMode="auto">
              <a:xfrm>
                <a:off x="-1027" y="1466"/>
                <a:ext cx="232" cy="168"/>
              </a:xfrm>
              <a:prstGeom prst="rect">
                <a:avLst/>
              </a:prstGeom>
              <a:noFill/>
              <a:ln w="9525">
                <a:noFill/>
                <a:miter lim="800000"/>
                <a:headEnd/>
                <a:tailEnd/>
              </a:ln>
            </p:spPr>
          </p:pic>
          <p:grpSp>
            <p:nvGrpSpPr>
              <p:cNvPr id="237" name="Group 500">
                <a:extLst>
                  <a:ext uri="{FF2B5EF4-FFF2-40B4-BE49-F238E27FC236}">
                    <a16:creationId xmlns:a16="http://schemas.microsoft.com/office/drawing/2014/main" id="{01E08AC4-6939-0277-24C5-FD9A8C9F316F}"/>
                  </a:ext>
                </a:extLst>
              </p:cNvPr>
              <p:cNvGrpSpPr>
                <a:grpSpLocks/>
              </p:cNvGrpSpPr>
              <p:nvPr/>
            </p:nvGrpSpPr>
            <p:grpSpPr bwMode="auto">
              <a:xfrm>
                <a:off x="-546" y="1352"/>
                <a:ext cx="256" cy="269"/>
                <a:chOff x="2870" y="1518"/>
                <a:chExt cx="292" cy="320"/>
              </a:xfrm>
            </p:grpSpPr>
            <p:graphicFrame>
              <p:nvGraphicFramePr>
                <p:cNvPr id="270" name="Object 501">
                  <a:extLst>
                    <a:ext uri="{FF2B5EF4-FFF2-40B4-BE49-F238E27FC236}">
                      <a16:creationId xmlns:a16="http://schemas.microsoft.com/office/drawing/2014/main" id="{0912589F-E65B-E555-EAD8-C8E4B797A438}"/>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
                        <p:embed/>
                      </p:oleObj>
                    </mc:Choice>
                    <mc:Fallback>
                      <p:oleObj name="Clip" r:id="rId5" imgW="819000" imgH="847800" progId="">
                        <p:embed/>
                        <p:pic>
                          <p:nvPicPr>
                            <p:cNvPr id="270" name="Object 501">
                              <a:extLst>
                                <a:ext uri="{FF2B5EF4-FFF2-40B4-BE49-F238E27FC236}">
                                  <a16:creationId xmlns:a16="http://schemas.microsoft.com/office/drawing/2014/main" id="{0912589F-E65B-E555-EAD8-C8E4B797A43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1" name="Object 502">
                  <a:extLst>
                    <a:ext uri="{FF2B5EF4-FFF2-40B4-BE49-F238E27FC236}">
                      <a16:creationId xmlns:a16="http://schemas.microsoft.com/office/drawing/2014/main" id="{2840EBA6-7C67-7233-572F-A54CAC810D20}"/>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
                        <p:embed/>
                      </p:oleObj>
                    </mc:Choice>
                    <mc:Fallback>
                      <p:oleObj name="Clip" r:id="rId7" imgW="1266840" imgH="1200240" progId="">
                        <p:embed/>
                        <p:pic>
                          <p:nvPicPr>
                            <p:cNvPr id="271" name="Object 502">
                              <a:extLst>
                                <a:ext uri="{FF2B5EF4-FFF2-40B4-BE49-F238E27FC236}">
                                  <a16:creationId xmlns:a16="http://schemas.microsoft.com/office/drawing/2014/main" id="{2840EBA6-7C67-7233-572F-A54CAC810D2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38" name="Group 503">
                <a:extLst>
                  <a:ext uri="{FF2B5EF4-FFF2-40B4-BE49-F238E27FC236}">
                    <a16:creationId xmlns:a16="http://schemas.microsoft.com/office/drawing/2014/main" id="{29B0E89B-B956-34B8-AB9C-E01EA412E55B}"/>
                  </a:ext>
                </a:extLst>
              </p:cNvPr>
              <p:cNvGrpSpPr>
                <a:grpSpLocks/>
              </p:cNvGrpSpPr>
              <p:nvPr/>
            </p:nvGrpSpPr>
            <p:grpSpPr bwMode="auto">
              <a:xfrm>
                <a:off x="-1002" y="2262"/>
                <a:ext cx="209" cy="224"/>
                <a:chOff x="2870" y="1518"/>
                <a:chExt cx="292" cy="320"/>
              </a:xfrm>
            </p:grpSpPr>
            <p:graphicFrame>
              <p:nvGraphicFramePr>
                <p:cNvPr id="268" name="Object 504">
                  <a:extLst>
                    <a:ext uri="{FF2B5EF4-FFF2-40B4-BE49-F238E27FC236}">
                      <a16:creationId xmlns:a16="http://schemas.microsoft.com/office/drawing/2014/main" id="{DB8FF1BE-1B4B-8760-F49B-9019D6A4090F}"/>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
                        <p:embed/>
                      </p:oleObj>
                    </mc:Choice>
                    <mc:Fallback>
                      <p:oleObj name="Clip" r:id="rId5" imgW="819000" imgH="847800" progId="">
                        <p:embed/>
                        <p:pic>
                          <p:nvPicPr>
                            <p:cNvPr id="268" name="Object 504">
                              <a:extLst>
                                <a:ext uri="{FF2B5EF4-FFF2-40B4-BE49-F238E27FC236}">
                                  <a16:creationId xmlns:a16="http://schemas.microsoft.com/office/drawing/2014/main" id="{DB8FF1BE-1B4B-8760-F49B-9019D6A4090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9" name="Object 505">
                  <a:extLst>
                    <a:ext uri="{FF2B5EF4-FFF2-40B4-BE49-F238E27FC236}">
                      <a16:creationId xmlns:a16="http://schemas.microsoft.com/office/drawing/2014/main" id="{3A57AFE4-194E-D831-275C-D38DC1A988E7}"/>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
                        <p:embed/>
                      </p:oleObj>
                    </mc:Choice>
                    <mc:Fallback>
                      <p:oleObj name="Clip" r:id="rId7" imgW="1266840" imgH="1200240" progId="">
                        <p:embed/>
                        <p:pic>
                          <p:nvPicPr>
                            <p:cNvPr id="269" name="Object 505">
                              <a:extLst>
                                <a:ext uri="{FF2B5EF4-FFF2-40B4-BE49-F238E27FC236}">
                                  <a16:creationId xmlns:a16="http://schemas.microsoft.com/office/drawing/2014/main" id="{3A57AFE4-194E-D831-275C-D38DC1A988E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239" name="Object 506">
                <a:extLst>
                  <a:ext uri="{FF2B5EF4-FFF2-40B4-BE49-F238E27FC236}">
                    <a16:creationId xmlns:a16="http://schemas.microsoft.com/office/drawing/2014/main" id="{7311D441-9D11-A29B-033C-0DEB028CDDC4}"/>
                  </a:ext>
                </a:extLst>
              </p:cNvPr>
              <p:cNvGraphicFramePr>
                <a:graphicFrameLocks noChangeAspect="1"/>
              </p:cNvGraphicFramePr>
              <p:nvPr/>
            </p:nvGraphicFramePr>
            <p:xfrm>
              <a:off x="-732" y="2289"/>
              <a:ext cx="207" cy="173"/>
            </p:xfrm>
            <a:graphic>
              <a:graphicData uri="http://schemas.openxmlformats.org/presentationml/2006/ole">
                <mc:AlternateContent xmlns:mc="http://schemas.openxmlformats.org/markup-compatibility/2006">
                  <mc:Choice xmlns:v="urn:schemas-microsoft-com:vml" Requires="v">
                    <p:oleObj name="Clip" r:id="rId9" imgW="1305000" imgH="1085760" progId="">
                      <p:embed/>
                    </p:oleObj>
                  </mc:Choice>
                  <mc:Fallback>
                    <p:oleObj name="Clip" r:id="rId9" imgW="1305000" imgH="1085760" progId="">
                      <p:embed/>
                      <p:pic>
                        <p:nvPicPr>
                          <p:cNvPr id="239" name="Object 506">
                            <a:extLst>
                              <a:ext uri="{FF2B5EF4-FFF2-40B4-BE49-F238E27FC236}">
                                <a16:creationId xmlns:a16="http://schemas.microsoft.com/office/drawing/2014/main" id="{7311D441-9D11-A29B-033C-0DEB028CDDC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32" y="2289"/>
                            <a:ext cx="207" cy="17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40" name="Group 507">
                <a:extLst>
                  <a:ext uri="{FF2B5EF4-FFF2-40B4-BE49-F238E27FC236}">
                    <a16:creationId xmlns:a16="http://schemas.microsoft.com/office/drawing/2014/main" id="{1E0EA6EB-A0AE-493F-1CD9-76DCD019FD60}"/>
                  </a:ext>
                </a:extLst>
              </p:cNvPr>
              <p:cNvGrpSpPr>
                <a:grpSpLocks/>
              </p:cNvGrpSpPr>
              <p:nvPr/>
            </p:nvGrpSpPr>
            <p:grpSpPr bwMode="auto">
              <a:xfrm>
                <a:off x="310" y="3575"/>
                <a:ext cx="125" cy="230"/>
                <a:chOff x="4180" y="783"/>
                <a:chExt cx="150" cy="307"/>
              </a:xfrm>
            </p:grpSpPr>
            <p:sp>
              <p:nvSpPr>
                <p:cNvPr id="260" name="AutoShape 508">
                  <a:extLst>
                    <a:ext uri="{FF2B5EF4-FFF2-40B4-BE49-F238E27FC236}">
                      <a16:creationId xmlns:a16="http://schemas.microsoft.com/office/drawing/2014/main" id="{5AE697E8-C16C-0F10-BB7D-DB2D9428F00B}"/>
                    </a:ext>
                  </a:extLst>
                </p:cNvPr>
                <p:cNvSpPr>
                  <a:spLocks noChangeArrowheads="1"/>
                </p:cNvSpPr>
                <p:nvPr/>
              </p:nvSpPr>
              <p:spPr bwMode="auto">
                <a:xfrm>
                  <a:off x="4180" y="1019"/>
                  <a:ext cx="150" cy="71"/>
                </a:xfrm>
                <a:prstGeom prst="parallelogram">
                  <a:avLst>
                    <a:gd name="adj" fmla="val 81387"/>
                  </a:avLst>
                </a:prstGeom>
                <a:solidFill>
                  <a:srgbClr val="33CCCC"/>
                </a:solidFill>
                <a:ln w="9525">
                  <a:noFill/>
                  <a:miter lim="800000"/>
                  <a:headEnd/>
                  <a:tailEnd/>
                </a:ln>
              </p:spPr>
              <p:txBody>
                <a:bodyPr wrap="none" anchor="ctr"/>
                <a:lstStyle/>
                <a:p>
                  <a:endParaRPr lang="he-IL"/>
                </a:p>
              </p:txBody>
            </p:sp>
            <p:sp>
              <p:nvSpPr>
                <p:cNvPr id="261" name="Rectangle 509">
                  <a:extLst>
                    <a:ext uri="{FF2B5EF4-FFF2-40B4-BE49-F238E27FC236}">
                      <a16:creationId xmlns:a16="http://schemas.microsoft.com/office/drawing/2014/main" id="{E6DF1E10-0A5D-211B-E4F3-D091888E1759}"/>
                    </a:ext>
                  </a:extLst>
                </p:cNvPr>
                <p:cNvSpPr>
                  <a:spLocks noChangeArrowheads="1"/>
                </p:cNvSpPr>
                <p:nvPr/>
              </p:nvSpPr>
              <p:spPr bwMode="auto">
                <a:xfrm>
                  <a:off x="4256" y="785"/>
                  <a:ext cx="69" cy="236"/>
                </a:xfrm>
                <a:prstGeom prst="rect">
                  <a:avLst/>
                </a:prstGeom>
                <a:solidFill>
                  <a:srgbClr val="33CCCC"/>
                </a:solidFill>
                <a:ln w="9525">
                  <a:noFill/>
                  <a:miter lim="800000"/>
                  <a:headEnd/>
                  <a:tailEnd/>
                </a:ln>
              </p:spPr>
              <p:txBody>
                <a:bodyPr wrap="none" anchor="ctr"/>
                <a:lstStyle/>
                <a:p>
                  <a:endParaRPr lang="he-IL"/>
                </a:p>
              </p:txBody>
            </p:sp>
            <p:sp>
              <p:nvSpPr>
                <p:cNvPr id="262" name="Rectangle 510">
                  <a:extLst>
                    <a:ext uri="{FF2B5EF4-FFF2-40B4-BE49-F238E27FC236}">
                      <a16:creationId xmlns:a16="http://schemas.microsoft.com/office/drawing/2014/main" id="{8A1CDB4A-D2FC-83BF-8F9F-1A5ACA357E23}"/>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p>
                  <a:endParaRPr lang="he-IL"/>
                </a:p>
              </p:txBody>
            </p:sp>
            <p:sp>
              <p:nvSpPr>
                <p:cNvPr id="263" name="AutoShape 511">
                  <a:extLst>
                    <a:ext uri="{FF2B5EF4-FFF2-40B4-BE49-F238E27FC236}">
                      <a16:creationId xmlns:a16="http://schemas.microsoft.com/office/drawing/2014/main" id="{D2BF5F3E-9F88-FAE3-CEE9-A31A6FD5FB60}"/>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endParaRPr lang="he-IL"/>
                </a:p>
              </p:txBody>
            </p:sp>
            <p:sp>
              <p:nvSpPr>
                <p:cNvPr id="264" name="Line 512">
                  <a:extLst>
                    <a:ext uri="{FF2B5EF4-FFF2-40B4-BE49-F238E27FC236}">
                      <a16:creationId xmlns:a16="http://schemas.microsoft.com/office/drawing/2014/main" id="{68AD0A88-2F7F-9ADD-1BD8-39B3C6B29DD4}"/>
                    </a:ext>
                  </a:extLst>
                </p:cNvPr>
                <p:cNvSpPr>
                  <a:spLocks noChangeShapeType="1"/>
                </p:cNvSpPr>
                <p:nvPr/>
              </p:nvSpPr>
              <p:spPr bwMode="auto">
                <a:xfrm>
                  <a:off x="4330" y="788"/>
                  <a:ext cx="0" cy="231"/>
                </a:xfrm>
                <a:prstGeom prst="line">
                  <a:avLst/>
                </a:prstGeom>
                <a:noFill/>
                <a:ln w="9525">
                  <a:solidFill>
                    <a:schemeClr val="tx1"/>
                  </a:solidFill>
                  <a:round/>
                  <a:headEnd/>
                  <a:tailEnd/>
                </a:ln>
              </p:spPr>
              <p:txBody>
                <a:bodyPr wrap="none" anchor="ctr"/>
                <a:lstStyle/>
                <a:p>
                  <a:endParaRPr lang="en-US"/>
                </a:p>
              </p:txBody>
            </p:sp>
            <p:sp>
              <p:nvSpPr>
                <p:cNvPr id="265" name="Line 513">
                  <a:extLst>
                    <a:ext uri="{FF2B5EF4-FFF2-40B4-BE49-F238E27FC236}">
                      <a16:creationId xmlns:a16="http://schemas.microsoft.com/office/drawing/2014/main" id="{4057955E-E17F-A1CB-385F-BACCD874180A}"/>
                    </a:ext>
                  </a:extLst>
                </p:cNvPr>
                <p:cNvSpPr>
                  <a:spLocks noChangeShapeType="1"/>
                </p:cNvSpPr>
                <p:nvPr/>
              </p:nvSpPr>
              <p:spPr bwMode="auto">
                <a:xfrm flipH="1">
                  <a:off x="4276" y="1019"/>
                  <a:ext cx="54" cy="69"/>
                </a:xfrm>
                <a:prstGeom prst="line">
                  <a:avLst/>
                </a:prstGeom>
                <a:noFill/>
                <a:ln w="9525">
                  <a:solidFill>
                    <a:schemeClr val="tx1"/>
                  </a:solidFill>
                  <a:round/>
                  <a:headEnd/>
                  <a:tailEnd/>
                </a:ln>
              </p:spPr>
              <p:txBody>
                <a:bodyPr wrap="none" anchor="ctr"/>
                <a:lstStyle/>
                <a:p>
                  <a:endParaRPr lang="en-US"/>
                </a:p>
              </p:txBody>
            </p:sp>
            <p:sp>
              <p:nvSpPr>
                <p:cNvPr id="266" name="Rectangle 514">
                  <a:extLst>
                    <a:ext uri="{FF2B5EF4-FFF2-40B4-BE49-F238E27FC236}">
                      <a16:creationId xmlns:a16="http://schemas.microsoft.com/office/drawing/2014/main" id="{E78351AA-9964-3042-7F9C-15DCCE40257D}"/>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p>
                  <a:endParaRPr lang="he-IL"/>
                </a:p>
              </p:txBody>
            </p:sp>
            <p:sp>
              <p:nvSpPr>
                <p:cNvPr id="267" name="Rectangle 515">
                  <a:extLst>
                    <a:ext uri="{FF2B5EF4-FFF2-40B4-BE49-F238E27FC236}">
                      <a16:creationId xmlns:a16="http://schemas.microsoft.com/office/drawing/2014/main" id="{19033B8F-943D-4581-F197-ECF1C39AE08E}"/>
                    </a:ext>
                  </a:extLst>
                </p:cNvPr>
                <p:cNvSpPr>
                  <a:spLocks noChangeArrowheads="1"/>
                </p:cNvSpPr>
                <p:nvPr/>
              </p:nvSpPr>
              <p:spPr bwMode="auto">
                <a:xfrm>
                  <a:off x="4202" y="924"/>
                  <a:ext cx="48" cy="48"/>
                </a:xfrm>
                <a:prstGeom prst="rect">
                  <a:avLst/>
                </a:prstGeom>
                <a:solidFill>
                  <a:schemeClr val="bg1"/>
                </a:solidFill>
                <a:ln w="9525">
                  <a:noFill/>
                  <a:miter lim="800000"/>
                  <a:headEnd/>
                  <a:tailEnd/>
                </a:ln>
              </p:spPr>
              <p:txBody>
                <a:bodyPr wrap="none" anchor="ctr"/>
                <a:lstStyle/>
                <a:p>
                  <a:endParaRPr lang="he-IL"/>
                </a:p>
              </p:txBody>
            </p:sp>
          </p:grpSp>
          <p:graphicFrame>
            <p:nvGraphicFramePr>
              <p:cNvPr id="241" name="Object 516">
                <a:extLst>
                  <a:ext uri="{FF2B5EF4-FFF2-40B4-BE49-F238E27FC236}">
                    <a16:creationId xmlns:a16="http://schemas.microsoft.com/office/drawing/2014/main" id="{F6CB83FA-DB1A-AFD5-79D2-E1783D81E596}"/>
                  </a:ext>
                </a:extLst>
              </p:cNvPr>
              <p:cNvGraphicFramePr>
                <a:graphicFrameLocks noChangeAspect="1"/>
              </p:cNvGraphicFramePr>
              <p:nvPr/>
            </p:nvGraphicFramePr>
            <p:xfrm>
              <a:off x="-975" y="3384"/>
              <a:ext cx="216" cy="180"/>
            </p:xfrm>
            <a:graphic>
              <a:graphicData uri="http://schemas.openxmlformats.org/presentationml/2006/ole">
                <mc:AlternateContent xmlns:mc="http://schemas.openxmlformats.org/markup-compatibility/2006">
                  <mc:Choice xmlns:v="urn:schemas-microsoft-com:vml" Requires="v">
                    <p:oleObj name="Clip" r:id="rId9" imgW="1305000" imgH="1085760" progId="">
                      <p:embed/>
                    </p:oleObj>
                  </mc:Choice>
                  <mc:Fallback>
                    <p:oleObj name="Clip" r:id="rId9" imgW="1305000" imgH="1085760" progId="">
                      <p:embed/>
                      <p:pic>
                        <p:nvPicPr>
                          <p:cNvPr id="241" name="Object 516">
                            <a:extLst>
                              <a:ext uri="{FF2B5EF4-FFF2-40B4-BE49-F238E27FC236}">
                                <a16:creationId xmlns:a16="http://schemas.microsoft.com/office/drawing/2014/main" id="{F6CB83FA-DB1A-AFD5-79D2-E1783D81E59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75" y="3384"/>
                            <a:ext cx="216"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2" name="Object 517">
                <a:extLst>
                  <a:ext uri="{FF2B5EF4-FFF2-40B4-BE49-F238E27FC236}">
                    <a16:creationId xmlns:a16="http://schemas.microsoft.com/office/drawing/2014/main" id="{AED71243-34EC-52D0-A4E2-65AE8A7105F5}"/>
                  </a:ext>
                </a:extLst>
              </p:cNvPr>
              <p:cNvGraphicFramePr>
                <a:graphicFrameLocks noChangeAspect="1"/>
              </p:cNvGraphicFramePr>
              <p:nvPr/>
            </p:nvGraphicFramePr>
            <p:xfrm>
              <a:off x="-871" y="3184"/>
              <a:ext cx="216" cy="180"/>
            </p:xfrm>
            <a:graphic>
              <a:graphicData uri="http://schemas.openxmlformats.org/presentationml/2006/ole">
                <mc:AlternateContent xmlns:mc="http://schemas.openxmlformats.org/markup-compatibility/2006">
                  <mc:Choice xmlns:v="urn:schemas-microsoft-com:vml" Requires="v">
                    <p:oleObj name="Clip" r:id="rId9" imgW="1305000" imgH="1085760" progId="">
                      <p:embed/>
                    </p:oleObj>
                  </mc:Choice>
                  <mc:Fallback>
                    <p:oleObj name="Clip" r:id="rId9" imgW="1305000" imgH="1085760" progId="">
                      <p:embed/>
                      <p:pic>
                        <p:nvPicPr>
                          <p:cNvPr id="242" name="Object 517">
                            <a:extLst>
                              <a:ext uri="{FF2B5EF4-FFF2-40B4-BE49-F238E27FC236}">
                                <a16:creationId xmlns:a16="http://schemas.microsoft.com/office/drawing/2014/main" id="{AED71243-34EC-52D0-A4E2-65AE8A7105F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71" y="3184"/>
                            <a:ext cx="216"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3" name="Object 518">
                <a:extLst>
                  <a:ext uri="{FF2B5EF4-FFF2-40B4-BE49-F238E27FC236}">
                    <a16:creationId xmlns:a16="http://schemas.microsoft.com/office/drawing/2014/main" id="{8A7C7918-7172-E841-2E8D-29224F14ABD3}"/>
                  </a:ext>
                </a:extLst>
              </p:cNvPr>
              <p:cNvGraphicFramePr>
                <a:graphicFrameLocks noChangeAspect="1"/>
              </p:cNvGraphicFramePr>
              <p:nvPr/>
            </p:nvGraphicFramePr>
            <p:xfrm>
              <a:off x="-703" y="3544"/>
              <a:ext cx="216" cy="180"/>
            </p:xfrm>
            <a:graphic>
              <a:graphicData uri="http://schemas.openxmlformats.org/presentationml/2006/ole">
                <mc:AlternateContent xmlns:mc="http://schemas.openxmlformats.org/markup-compatibility/2006">
                  <mc:Choice xmlns:v="urn:schemas-microsoft-com:vml" Requires="v">
                    <p:oleObj name="Clip" r:id="rId9" imgW="1305000" imgH="1085760" progId="">
                      <p:embed/>
                    </p:oleObj>
                  </mc:Choice>
                  <mc:Fallback>
                    <p:oleObj name="Clip" r:id="rId9" imgW="1305000" imgH="1085760" progId="">
                      <p:embed/>
                      <p:pic>
                        <p:nvPicPr>
                          <p:cNvPr id="243" name="Object 518">
                            <a:extLst>
                              <a:ext uri="{FF2B5EF4-FFF2-40B4-BE49-F238E27FC236}">
                                <a16:creationId xmlns:a16="http://schemas.microsoft.com/office/drawing/2014/main" id="{8A7C7918-7172-E841-2E8D-29224F14ABD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3" y="3544"/>
                            <a:ext cx="216"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4" name="Object 519">
                <a:extLst>
                  <a:ext uri="{FF2B5EF4-FFF2-40B4-BE49-F238E27FC236}">
                    <a16:creationId xmlns:a16="http://schemas.microsoft.com/office/drawing/2014/main" id="{EDCC1057-4D17-F6FB-4C8A-E532CA747A19}"/>
                  </a:ext>
                </a:extLst>
              </p:cNvPr>
              <p:cNvGraphicFramePr>
                <a:graphicFrameLocks noChangeAspect="1"/>
              </p:cNvGraphicFramePr>
              <p:nvPr/>
            </p:nvGraphicFramePr>
            <p:xfrm>
              <a:off x="-489" y="3546"/>
              <a:ext cx="216" cy="180"/>
            </p:xfrm>
            <a:graphic>
              <a:graphicData uri="http://schemas.openxmlformats.org/presentationml/2006/ole">
                <mc:AlternateContent xmlns:mc="http://schemas.openxmlformats.org/markup-compatibility/2006">
                  <mc:Choice xmlns:v="urn:schemas-microsoft-com:vml" Requires="v">
                    <p:oleObj name="Clip" r:id="rId9" imgW="1305000" imgH="1085760" progId="">
                      <p:embed/>
                    </p:oleObj>
                  </mc:Choice>
                  <mc:Fallback>
                    <p:oleObj name="Clip" r:id="rId9" imgW="1305000" imgH="1085760" progId="">
                      <p:embed/>
                      <p:pic>
                        <p:nvPicPr>
                          <p:cNvPr id="244" name="Object 519">
                            <a:extLst>
                              <a:ext uri="{FF2B5EF4-FFF2-40B4-BE49-F238E27FC236}">
                                <a16:creationId xmlns:a16="http://schemas.microsoft.com/office/drawing/2014/main" id="{EDCC1057-4D17-F6FB-4C8A-E532CA747A1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9" y="3546"/>
                            <a:ext cx="216" cy="1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45" name="Group 520">
                <a:extLst>
                  <a:ext uri="{FF2B5EF4-FFF2-40B4-BE49-F238E27FC236}">
                    <a16:creationId xmlns:a16="http://schemas.microsoft.com/office/drawing/2014/main" id="{99BA89EE-2B16-9080-8D86-DD62FF7463CF}"/>
                  </a:ext>
                </a:extLst>
              </p:cNvPr>
              <p:cNvGrpSpPr>
                <a:grpSpLocks/>
              </p:cNvGrpSpPr>
              <p:nvPr/>
            </p:nvGrpSpPr>
            <p:grpSpPr bwMode="auto">
              <a:xfrm>
                <a:off x="83" y="3625"/>
                <a:ext cx="172" cy="215"/>
                <a:chOff x="2870" y="1518"/>
                <a:chExt cx="292" cy="320"/>
              </a:xfrm>
            </p:grpSpPr>
            <p:graphicFrame>
              <p:nvGraphicFramePr>
                <p:cNvPr id="258" name="Object 521">
                  <a:extLst>
                    <a:ext uri="{FF2B5EF4-FFF2-40B4-BE49-F238E27FC236}">
                      <a16:creationId xmlns:a16="http://schemas.microsoft.com/office/drawing/2014/main" id="{88072A8F-FA06-F711-4724-84674E7DB729}"/>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
                        <p:embed/>
                      </p:oleObj>
                    </mc:Choice>
                    <mc:Fallback>
                      <p:oleObj name="Clip" r:id="rId5" imgW="819000" imgH="847800" progId="">
                        <p:embed/>
                        <p:pic>
                          <p:nvPicPr>
                            <p:cNvPr id="258" name="Object 521">
                              <a:extLst>
                                <a:ext uri="{FF2B5EF4-FFF2-40B4-BE49-F238E27FC236}">
                                  <a16:creationId xmlns:a16="http://schemas.microsoft.com/office/drawing/2014/main" id="{88072A8F-FA06-F711-4724-84674E7DB72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9" name="Object 522">
                  <a:extLst>
                    <a:ext uri="{FF2B5EF4-FFF2-40B4-BE49-F238E27FC236}">
                      <a16:creationId xmlns:a16="http://schemas.microsoft.com/office/drawing/2014/main" id="{8B37EADF-FCCA-DDE6-7516-F57B2679B6A7}"/>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
                        <p:embed/>
                      </p:oleObj>
                    </mc:Choice>
                    <mc:Fallback>
                      <p:oleObj name="Clip" r:id="rId7" imgW="1266840" imgH="1200240" progId="">
                        <p:embed/>
                        <p:pic>
                          <p:nvPicPr>
                            <p:cNvPr id="259" name="Object 522">
                              <a:extLst>
                                <a:ext uri="{FF2B5EF4-FFF2-40B4-BE49-F238E27FC236}">
                                  <a16:creationId xmlns:a16="http://schemas.microsoft.com/office/drawing/2014/main" id="{8B37EADF-FCCA-DDE6-7516-F57B2679B6A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46" name="Group 523">
                <a:extLst>
                  <a:ext uri="{FF2B5EF4-FFF2-40B4-BE49-F238E27FC236}">
                    <a16:creationId xmlns:a16="http://schemas.microsoft.com/office/drawing/2014/main" id="{16686F7E-041B-5AAE-989E-60C89B571212}"/>
                  </a:ext>
                </a:extLst>
              </p:cNvPr>
              <p:cNvGrpSpPr>
                <a:grpSpLocks/>
              </p:cNvGrpSpPr>
              <p:nvPr/>
            </p:nvGrpSpPr>
            <p:grpSpPr bwMode="auto">
              <a:xfrm>
                <a:off x="-201" y="3657"/>
                <a:ext cx="220" cy="203"/>
                <a:chOff x="2870" y="1518"/>
                <a:chExt cx="292" cy="320"/>
              </a:xfrm>
            </p:grpSpPr>
            <p:graphicFrame>
              <p:nvGraphicFramePr>
                <p:cNvPr id="256" name="Object 524">
                  <a:extLst>
                    <a:ext uri="{FF2B5EF4-FFF2-40B4-BE49-F238E27FC236}">
                      <a16:creationId xmlns:a16="http://schemas.microsoft.com/office/drawing/2014/main" id="{5B4E0DF6-97BB-C522-86D4-9140FF4C53AF}"/>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name="Clip" r:id="rId5" imgW="819000" imgH="847800" progId="">
                        <p:embed/>
                      </p:oleObj>
                    </mc:Choice>
                    <mc:Fallback>
                      <p:oleObj name="Clip" r:id="rId5" imgW="819000" imgH="847800" progId="">
                        <p:embed/>
                        <p:pic>
                          <p:nvPicPr>
                            <p:cNvPr id="256" name="Object 524">
                              <a:extLst>
                                <a:ext uri="{FF2B5EF4-FFF2-40B4-BE49-F238E27FC236}">
                                  <a16:creationId xmlns:a16="http://schemas.microsoft.com/office/drawing/2014/main" id="{5B4E0DF6-97BB-C522-86D4-9140FF4C53A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7" name="Object 525">
                  <a:extLst>
                    <a:ext uri="{FF2B5EF4-FFF2-40B4-BE49-F238E27FC236}">
                      <a16:creationId xmlns:a16="http://schemas.microsoft.com/office/drawing/2014/main" id="{CE2962EC-5326-8CC7-5508-7217F5BD06BE}"/>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name="Clip" r:id="rId7" imgW="1266840" imgH="1200240" progId="">
                        <p:embed/>
                      </p:oleObj>
                    </mc:Choice>
                    <mc:Fallback>
                      <p:oleObj name="Clip" r:id="rId7" imgW="1266840" imgH="1200240" progId="">
                        <p:embed/>
                        <p:pic>
                          <p:nvPicPr>
                            <p:cNvPr id="257" name="Object 525">
                              <a:extLst>
                                <a:ext uri="{FF2B5EF4-FFF2-40B4-BE49-F238E27FC236}">
                                  <a16:creationId xmlns:a16="http://schemas.microsoft.com/office/drawing/2014/main" id="{CE2962EC-5326-8CC7-5508-7217F5BD06B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47" name="Group 526">
                <a:extLst>
                  <a:ext uri="{FF2B5EF4-FFF2-40B4-BE49-F238E27FC236}">
                    <a16:creationId xmlns:a16="http://schemas.microsoft.com/office/drawing/2014/main" id="{B544285B-FD58-C7A4-BE9A-091BB20D8CEA}"/>
                  </a:ext>
                </a:extLst>
              </p:cNvPr>
              <p:cNvGrpSpPr>
                <a:grpSpLocks/>
              </p:cNvGrpSpPr>
              <p:nvPr/>
            </p:nvGrpSpPr>
            <p:grpSpPr bwMode="auto">
              <a:xfrm>
                <a:off x="569" y="3419"/>
                <a:ext cx="131" cy="258"/>
                <a:chOff x="4180" y="783"/>
                <a:chExt cx="150" cy="307"/>
              </a:xfrm>
            </p:grpSpPr>
            <p:sp>
              <p:nvSpPr>
                <p:cNvPr id="248" name="AutoShape 527">
                  <a:extLst>
                    <a:ext uri="{FF2B5EF4-FFF2-40B4-BE49-F238E27FC236}">
                      <a16:creationId xmlns:a16="http://schemas.microsoft.com/office/drawing/2014/main" id="{6ACD9F3F-05C1-5388-A63C-431A7C6269FE}"/>
                    </a:ext>
                  </a:extLst>
                </p:cNvPr>
                <p:cNvSpPr>
                  <a:spLocks noChangeArrowheads="1"/>
                </p:cNvSpPr>
                <p:nvPr/>
              </p:nvSpPr>
              <p:spPr bwMode="auto">
                <a:xfrm>
                  <a:off x="4180" y="1019"/>
                  <a:ext cx="150" cy="71"/>
                </a:xfrm>
                <a:prstGeom prst="parallelogram">
                  <a:avLst>
                    <a:gd name="adj" fmla="val 81387"/>
                  </a:avLst>
                </a:prstGeom>
                <a:solidFill>
                  <a:srgbClr val="33CCCC"/>
                </a:solidFill>
                <a:ln w="9525">
                  <a:noFill/>
                  <a:miter lim="800000"/>
                  <a:headEnd/>
                  <a:tailEnd/>
                </a:ln>
              </p:spPr>
              <p:txBody>
                <a:bodyPr wrap="none" anchor="ctr"/>
                <a:lstStyle/>
                <a:p>
                  <a:endParaRPr lang="he-IL"/>
                </a:p>
              </p:txBody>
            </p:sp>
            <p:sp>
              <p:nvSpPr>
                <p:cNvPr id="249" name="Rectangle 528">
                  <a:extLst>
                    <a:ext uri="{FF2B5EF4-FFF2-40B4-BE49-F238E27FC236}">
                      <a16:creationId xmlns:a16="http://schemas.microsoft.com/office/drawing/2014/main" id="{AD9FAE9E-2B57-C006-BCA3-EBC0C01E15DB}"/>
                    </a:ext>
                  </a:extLst>
                </p:cNvPr>
                <p:cNvSpPr>
                  <a:spLocks noChangeArrowheads="1"/>
                </p:cNvSpPr>
                <p:nvPr/>
              </p:nvSpPr>
              <p:spPr bwMode="auto">
                <a:xfrm>
                  <a:off x="4256" y="785"/>
                  <a:ext cx="69" cy="236"/>
                </a:xfrm>
                <a:prstGeom prst="rect">
                  <a:avLst/>
                </a:prstGeom>
                <a:solidFill>
                  <a:srgbClr val="33CCCC"/>
                </a:solidFill>
                <a:ln w="9525">
                  <a:noFill/>
                  <a:miter lim="800000"/>
                  <a:headEnd/>
                  <a:tailEnd/>
                </a:ln>
              </p:spPr>
              <p:txBody>
                <a:bodyPr wrap="none" anchor="ctr"/>
                <a:lstStyle/>
                <a:p>
                  <a:endParaRPr lang="he-IL"/>
                </a:p>
              </p:txBody>
            </p:sp>
            <p:sp>
              <p:nvSpPr>
                <p:cNvPr id="250" name="Rectangle 529">
                  <a:extLst>
                    <a:ext uri="{FF2B5EF4-FFF2-40B4-BE49-F238E27FC236}">
                      <a16:creationId xmlns:a16="http://schemas.microsoft.com/office/drawing/2014/main" id="{19FA79AA-DA76-2321-F4F2-25AE17FEB0F7}"/>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p>
                  <a:endParaRPr lang="he-IL"/>
                </a:p>
              </p:txBody>
            </p:sp>
            <p:sp>
              <p:nvSpPr>
                <p:cNvPr id="251" name="AutoShape 530">
                  <a:extLst>
                    <a:ext uri="{FF2B5EF4-FFF2-40B4-BE49-F238E27FC236}">
                      <a16:creationId xmlns:a16="http://schemas.microsoft.com/office/drawing/2014/main" id="{0B242C9B-EEFC-1CCD-FD9A-42929961E63A}"/>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p>
                  <a:endParaRPr lang="he-IL"/>
                </a:p>
              </p:txBody>
            </p:sp>
            <p:sp>
              <p:nvSpPr>
                <p:cNvPr id="252" name="Line 531">
                  <a:extLst>
                    <a:ext uri="{FF2B5EF4-FFF2-40B4-BE49-F238E27FC236}">
                      <a16:creationId xmlns:a16="http://schemas.microsoft.com/office/drawing/2014/main" id="{31BD7691-6ECE-D04E-1201-7773D4133E64}"/>
                    </a:ext>
                  </a:extLst>
                </p:cNvPr>
                <p:cNvSpPr>
                  <a:spLocks noChangeShapeType="1"/>
                </p:cNvSpPr>
                <p:nvPr/>
              </p:nvSpPr>
              <p:spPr bwMode="auto">
                <a:xfrm>
                  <a:off x="4330" y="788"/>
                  <a:ext cx="0" cy="231"/>
                </a:xfrm>
                <a:prstGeom prst="line">
                  <a:avLst/>
                </a:prstGeom>
                <a:noFill/>
                <a:ln w="9525">
                  <a:solidFill>
                    <a:schemeClr val="tx1"/>
                  </a:solidFill>
                  <a:round/>
                  <a:headEnd/>
                  <a:tailEnd/>
                </a:ln>
              </p:spPr>
              <p:txBody>
                <a:bodyPr wrap="none" anchor="ctr"/>
                <a:lstStyle/>
                <a:p>
                  <a:endParaRPr lang="en-US"/>
                </a:p>
              </p:txBody>
            </p:sp>
            <p:sp>
              <p:nvSpPr>
                <p:cNvPr id="253" name="Line 532">
                  <a:extLst>
                    <a:ext uri="{FF2B5EF4-FFF2-40B4-BE49-F238E27FC236}">
                      <a16:creationId xmlns:a16="http://schemas.microsoft.com/office/drawing/2014/main" id="{22FB155B-5AE2-558B-7F2B-973278BF5D10}"/>
                    </a:ext>
                  </a:extLst>
                </p:cNvPr>
                <p:cNvSpPr>
                  <a:spLocks noChangeShapeType="1"/>
                </p:cNvSpPr>
                <p:nvPr/>
              </p:nvSpPr>
              <p:spPr bwMode="auto">
                <a:xfrm flipH="1">
                  <a:off x="4276" y="1019"/>
                  <a:ext cx="54" cy="69"/>
                </a:xfrm>
                <a:prstGeom prst="line">
                  <a:avLst/>
                </a:prstGeom>
                <a:noFill/>
                <a:ln w="9525">
                  <a:solidFill>
                    <a:schemeClr val="tx1"/>
                  </a:solidFill>
                  <a:round/>
                  <a:headEnd/>
                  <a:tailEnd/>
                </a:ln>
              </p:spPr>
              <p:txBody>
                <a:bodyPr wrap="none" anchor="ctr"/>
                <a:lstStyle/>
                <a:p>
                  <a:endParaRPr lang="en-US"/>
                </a:p>
              </p:txBody>
            </p:sp>
            <p:sp>
              <p:nvSpPr>
                <p:cNvPr id="254" name="Rectangle 533">
                  <a:extLst>
                    <a:ext uri="{FF2B5EF4-FFF2-40B4-BE49-F238E27FC236}">
                      <a16:creationId xmlns:a16="http://schemas.microsoft.com/office/drawing/2014/main" id="{685E4490-D4F5-0246-6E49-41C47D87052C}"/>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p>
                  <a:endParaRPr lang="he-IL"/>
                </a:p>
              </p:txBody>
            </p:sp>
            <p:sp>
              <p:nvSpPr>
                <p:cNvPr id="255" name="Rectangle 534">
                  <a:extLst>
                    <a:ext uri="{FF2B5EF4-FFF2-40B4-BE49-F238E27FC236}">
                      <a16:creationId xmlns:a16="http://schemas.microsoft.com/office/drawing/2014/main" id="{718092C4-0B6C-E73D-A9EE-F4EBF62A4069}"/>
                    </a:ext>
                  </a:extLst>
                </p:cNvPr>
                <p:cNvSpPr>
                  <a:spLocks noChangeArrowheads="1"/>
                </p:cNvSpPr>
                <p:nvPr/>
              </p:nvSpPr>
              <p:spPr bwMode="auto">
                <a:xfrm>
                  <a:off x="4202" y="924"/>
                  <a:ext cx="48" cy="48"/>
                </a:xfrm>
                <a:prstGeom prst="rect">
                  <a:avLst/>
                </a:prstGeom>
                <a:solidFill>
                  <a:schemeClr val="bg1"/>
                </a:solidFill>
                <a:ln w="9525">
                  <a:noFill/>
                  <a:miter lim="800000"/>
                  <a:headEnd/>
                  <a:tailEnd/>
                </a:ln>
              </p:spPr>
              <p:txBody>
                <a:bodyPr wrap="none" anchor="ctr"/>
                <a:lstStyle/>
                <a:p>
                  <a:endParaRPr lang="he-IL"/>
                </a:p>
              </p:txBody>
            </p:sp>
          </p:grpSp>
        </p:grpSp>
        <p:sp>
          <p:nvSpPr>
            <p:cNvPr id="101" name="Line 535">
              <a:extLst>
                <a:ext uri="{FF2B5EF4-FFF2-40B4-BE49-F238E27FC236}">
                  <a16:creationId xmlns:a16="http://schemas.microsoft.com/office/drawing/2014/main" id="{8EC35507-CAFC-7D5C-B8B9-FDEC22D924CB}"/>
                </a:ext>
              </a:extLst>
            </p:cNvPr>
            <p:cNvSpPr>
              <a:spLocks noChangeShapeType="1"/>
            </p:cNvSpPr>
            <p:nvPr/>
          </p:nvSpPr>
          <p:spPr bwMode="auto">
            <a:xfrm flipH="1">
              <a:off x="6353175" y="3514725"/>
              <a:ext cx="3175" cy="144463"/>
            </a:xfrm>
            <a:prstGeom prst="line">
              <a:avLst/>
            </a:prstGeom>
            <a:noFill/>
            <a:ln w="9525">
              <a:solidFill>
                <a:schemeClr val="bg2"/>
              </a:solidFill>
              <a:round/>
              <a:headEnd/>
              <a:tailEnd/>
            </a:ln>
          </p:spPr>
          <p:txBody>
            <a:bodyPr/>
            <a:lstStyle/>
            <a:p>
              <a:endParaRPr lang="en-US"/>
            </a:p>
          </p:txBody>
        </p:sp>
        <p:sp>
          <p:nvSpPr>
            <p:cNvPr id="102" name="Line 536">
              <a:extLst>
                <a:ext uri="{FF2B5EF4-FFF2-40B4-BE49-F238E27FC236}">
                  <a16:creationId xmlns:a16="http://schemas.microsoft.com/office/drawing/2014/main" id="{2D5E7A4B-D973-A96B-0FAC-791B87225BBE}"/>
                </a:ext>
              </a:extLst>
            </p:cNvPr>
            <p:cNvSpPr>
              <a:spLocks noChangeShapeType="1"/>
            </p:cNvSpPr>
            <p:nvPr/>
          </p:nvSpPr>
          <p:spPr bwMode="auto">
            <a:xfrm flipV="1">
              <a:off x="7650162" y="2497138"/>
              <a:ext cx="123825" cy="87312"/>
            </a:xfrm>
            <a:prstGeom prst="line">
              <a:avLst/>
            </a:prstGeom>
            <a:noFill/>
            <a:ln w="9525">
              <a:solidFill>
                <a:schemeClr val="bg2"/>
              </a:solidFill>
              <a:round/>
              <a:headEnd/>
              <a:tailEnd/>
            </a:ln>
          </p:spPr>
          <p:txBody>
            <a:bodyPr/>
            <a:lstStyle/>
            <a:p>
              <a:endParaRPr lang="en-US"/>
            </a:p>
          </p:txBody>
        </p:sp>
        <p:sp>
          <p:nvSpPr>
            <p:cNvPr id="103" name="Line 537">
              <a:extLst>
                <a:ext uri="{FF2B5EF4-FFF2-40B4-BE49-F238E27FC236}">
                  <a16:creationId xmlns:a16="http://schemas.microsoft.com/office/drawing/2014/main" id="{E5760BBF-BBFA-C9AD-CE0F-1700B58AA042}"/>
                </a:ext>
              </a:extLst>
            </p:cNvPr>
            <p:cNvSpPr>
              <a:spLocks noChangeShapeType="1"/>
            </p:cNvSpPr>
            <p:nvPr/>
          </p:nvSpPr>
          <p:spPr bwMode="auto">
            <a:xfrm>
              <a:off x="7477125" y="2670175"/>
              <a:ext cx="0" cy="82550"/>
            </a:xfrm>
            <a:prstGeom prst="line">
              <a:avLst/>
            </a:prstGeom>
            <a:noFill/>
            <a:ln w="9525">
              <a:solidFill>
                <a:schemeClr val="bg2"/>
              </a:solidFill>
              <a:round/>
              <a:headEnd/>
              <a:tailEnd/>
            </a:ln>
          </p:spPr>
          <p:txBody>
            <a:bodyPr/>
            <a:lstStyle/>
            <a:p>
              <a:endParaRPr lang="en-US"/>
            </a:p>
          </p:txBody>
        </p:sp>
        <p:sp>
          <p:nvSpPr>
            <p:cNvPr id="104" name="Line 538">
              <a:extLst>
                <a:ext uri="{FF2B5EF4-FFF2-40B4-BE49-F238E27FC236}">
                  <a16:creationId xmlns:a16="http://schemas.microsoft.com/office/drawing/2014/main" id="{6C53C079-696B-254C-F336-3826DF3C4447}"/>
                </a:ext>
              </a:extLst>
            </p:cNvPr>
            <p:cNvSpPr>
              <a:spLocks noChangeShapeType="1"/>
            </p:cNvSpPr>
            <p:nvPr/>
          </p:nvSpPr>
          <p:spPr bwMode="auto">
            <a:xfrm flipV="1">
              <a:off x="7648575" y="2566988"/>
              <a:ext cx="263525" cy="288925"/>
            </a:xfrm>
            <a:prstGeom prst="line">
              <a:avLst/>
            </a:prstGeom>
            <a:noFill/>
            <a:ln w="9525">
              <a:solidFill>
                <a:schemeClr val="bg2"/>
              </a:solidFill>
              <a:round/>
              <a:headEnd/>
              <a:tailEnd/>
            </a:ln>
          </p:spPr>
          <p:txBody>
            <a:bodyPr/>
            <a:lstStyle/>
            <a:p>
              <a:endParaRPr lang="en-US"/>
            </a:p>
          </p:txBody>
        </p:sp>
        <p:sp>
          <p:nvSpPr>
            <p:cNvPr id="105" name="Line 539">
              <a:extLst>
                <a:ext uri="{FF2B5EF4-FFF2-40B4-BE49-F238E27FC236}">
                  <a16:creationId xmlns:a16="http://schemas.microsoft.com/office/drawing/2014/main" id="{9CE81B55-E276-A4A4-8CB1-37DE4A6D846E}"/>
                </a:ext>
              </a:extLst>
            </p:cNvPr>
            <p:cNvSpPr>
              <a:spLocks noChangeShapeType="1"/>
            </p:cNvSpPr>
            <p:nvPr/>
          </p:nvSpPr>
          <p:spPr bwMode="auto">
            <a:xfrm>
              <a:off x="8013700" y="2565400"/>
              <a:ext cx="0" cy="196850"/>
            </a:xfrm>
            <a:prstGeom prst="line">
              <a:avLst/>
            </a:prstGeom>
            <a:noFill/>
            <a:ln w="9525">
              <a:solidFill>
                <a:schemeClr val="bg2"/>
              </a:solidFill>
              <a:round/>
              <a:headEnd/>
              <a:tailEnd/>
            </a:ln>
          </p:spPr>
          <p:txBody>
            <a:bodyPr/>
            <a:lstStyle/>
            <a:p>
              <a:endParaRPr lang="en-US"/>
            </a:p>
          </p:txBody>
        </p:sp>
        <p:sp>
          <p:nvSpPr>
            <p:cNvPr id="106" name="Line 540">
              <a:extLst>
                <a:ext uri="{FF2B5EF4-FFF2-40B4-BE49-F238E27FC236}">
                  <a16:creationId xmlns:a16="http://schemas.microsoft.com/office/drawing/2014/main" id="{F7998142-5DBB-2BF5-9CC2-BBFA0907D2C9}"/>
                </a:ext>
              </a:extLst>
            </p:cNvPr>
            <p:cNvSpPr>
              <a:spLocks noChangeShapeType="1"/>
            </p:cNvSpPr>
            <p:nvPr/>
          </p:nvSpPr>
          <p:spPr bwMode="auto">
            <a:xfrm>
              <a:off x="7667625" y="2871788"/>
              <a:ext cx="188912" cy="0"/>
            </a:xfrm>
            <a:prstGeom prst="line">
              <a:avLst/>
            </a:prstGeom>
            <a:noFill/>
            <a:ln w="9525">
              <a:solidFill>
                <a:schemeClr val="bg2"/>
              </a:solidFill>
              <a:round/>
              <a:headEnd/>
              <a:tailEnd/>
            </a:ln>
          </p:spPr>
          <p:txBody>
            <a:bodyPr/>
            <a:lstStyle/>
            <a:p>
              <a:endParaRPr lang="en-US"/>
            </a:p>
          </p:txBody>
        </p:sp>
        <p:sp>
          <p:nvSpPr>
            <p:cNvPr id="107" name="Line 541">
              <a:extLst>
                <a:ext uri="{FF2B5EF4-FFF2-40B4-BE49-F238E27FC236}">
                  <a16:creationId xmlns:a16="http://schemas.microsoft.com/office/drawing/2014/main" id="{548149F8-5877-D7F9-3742-46B7C33E94DC}"/>
                </a:ext>
              </a:extLst>
            </p:cNvPr>
            <p:cNvSpPr>
              <a:spLocks noChangeShapeType="1"/>
            </p:cNvSpPr>
            <p:nvPr/>
          </p:nvSpPr>
          <p:spPr bwMode="auto">
            <a:xfrm flipV="1">
              <a:off x="5962650" y="3738563"/>
              <a:ext cx="168275" cy="3175"/>
            </a:xfrm>
            <a:prstGeom prst="line">
              <a:avLst/>
            </a:prstGeom>
            <a:noFill/>
            <a:ln w="9525">
              <a:solidFill>
                <a:schemeClr val="bg2"/>
              </a:solidFill>
              <a:round/>
              <a:headEnd/>
              <a:tailEnd/>
            </a:ln>
          </p:spPr>
          <p:txBody>
            <a:bodyPr/>
            <a:lstStyle/>
            <a:p>
              <a:endParaRPr lang="en-US"/>
            </a:p>
          </p:txBody>
        </p:sp>
        <p:sp>
          <p:nvSpPr>
            <p:cNvPr id="108" name="Line 542">
              <a:extLst>
                <a:ext uri="{FF2B5EF4-FFF2-40B4-BE49-F238E27FC236}">
                  <a16:creationId xmlns:a16="http://schemas.microsoft.com/office/drawing/2014/main" id="{49FD86B9-061E-3362-1F63-EC53616DF9FE}"/>
                </a:ext>
              </a:extLst>
            </p:cNvPr>
            <p:cNvSpPr>
              <a:spLocks noChangeShapeType="1"/>
            </p:cNvSpPr>
            <p:nvPr/>
          </p:nvSpPr>
          <p:spPr bwMode="auto">
            <a:xfrm flipV="1">
              <a:off x="8081962" y="2265363"/>
              <a:ext cx="238125" cy="168275"/>
            </a:xfrm>
            <a:prstGeom prst="line">
              <a:avLst/>
            </a:prstGeom>
            <a:noFill/>
            <a:ln w="9525">
              <a:solidFill>
                <a:schemeClr val="bg2"/>
              </a:solidFill>
              <a:round/>
              <a:headEnd/>
              <a:tailEnd/>
            </a:ln>
          </p:spPr>
          <p:txBody>
            <a:bodyPr/>
            <a:lstStyle/>
            <a:p>
              <a:endParaRPr lang="en-US"/>
            </a:p>
          </p:txBody>
        </p:sp>
        <p:sp>
          <p:nvSpPr>
            <p:cNvPr id="109" name="Line 543">
              <a:extLst>
                <a:ext uri="{FF2B5EF4-FFF2-40B4-BE49-F238E27FC236}">
                  <a16:creationId xmlns:a16="http://schemas.microsoft.com/office/drawing/2014/main" id="{FFC42123-741B-59A3-E68A-6E24D22320BF}"/>
                </a:ext>
              </a:extLst>
            </p:cNvPr>
            <p:cNvSpPr>
              <a:spLocks noChangeShapeType="1"/>
            </p:cNvSpPr>
            <p:nvPr/>
          </p:nvSpPr>
          <p:spPr bwMode="auto">
            <a:xfrm>
              <a:off x="8221662" y="2862263"/>
              <a:ext cx="177800" cy="0"/>
            </a:xfrm>
            <a:prstGeom prst="line">
              <a:avLst/>
            </a:prstGeom>
            <a:noFill/>
            <a:ln w="9525">
              <a:solidFill>
                <a:schemeClr val="bg2"/>
              </a:solidFill>
              <a:round/>
              <a:headEnd/>
              <a:tailEnd/>
            </a:ln>
          </p:spPr>
          <p:txBody>
            <a:bodyPr/>
            <a:lstStyle/>
            <a:p>
              <a:endParaRPr lang="en-US"/>
            </a:p>
          </p:txBody>
        </p:sp>
        <p:sp>
          <p:nvSpPr>
            <p:cNvPr id="110" name="Line 544">
              <a:extLst>
                <a:ext uri="{FF2B5EF4-FFF2-40B4-BE49-F238E27FC236}">
                  <a16:creationId xmlns:a16="http://schemas.microsoft.com/office/drawing/2014/main" id="{B285CFF8-E2C8-AAF8-8EA2-07CEFC727511}"/>
                </a:ext>
              </a:extLst>
            </p:cNvPr>
            <p:cNvSpPr>
              <a:spLocks noChangeShapeType="1"/>
            </p:cNvSpPr>
            <p:nvPr/>
          </p:nvSpPr>
          <p:spPr bwMode="auto">
            <a:xfrm flipH="1">
              <a:off x="7367587" y="2938463"/>
              <a:ext cx="98425" cy="704850"/>
            </a:xfrm>
            <a:prstGeom prst="line">
              <a:avLst/>
            </a:prstGeom>
            <a:noFill/>
            <a:ln w="9525">
              <a:solidFill>
                <a:schemeClr val="bg2"/>
              </a:solidFill>
              <a:round/>
              <a:headEnd/>
              <a:tailEnd/>
            </a:ln>
          </p:spPr>
          <p:txBody>
            <a:bodyPr/>
            <a:lstStyle/>
            <a:p>
              <a:endParaRPr lang="en-US"/>
            </a:p>
          </p:txBody>
        </p:sp>
        <p:sp>
          <p:nvSpPr>
            <p:cNvPr id="111" name="Line 545">
              <a:extLst>
                <a:ext uri="{FF2B5EF4-FFF2-40B4-BE49-F238E27FC236}">
                  <a16:creationId xmlns:a16="http://schemas.microsoft.com/office/drawing/2014/main" id="{4B26F2C8-34BB-98E9-1EB7-A3C7E72F6A0D}"/>
                </a:ext>
              </a:extLst>
            </p:cNvPr>
            <p:cNvSpPr>
              <a:spLocks noChangeShapeType="1"/>
            </p:cNvSpPr>
            <p:nvPr/>
          </p:nvSpPr>
          <p:spPr bwMode="auto">
            <a:xfrm flipH="1">
              <a:off x="7958137" y="2938463"/>
              <a:ext cx="111125" cy="727075"/>
            </a:xfrm>
            <a:prstGeom prst="line">
              <a:avLst/>
            </a:prstGeom>
            <a:noFill/>
            <a:ln w="9525">
              <a:solidFill>
                <a:schemeClr val="bg2"/>
              </a:solidFill>
              <a:round/>
              <a:headEnd/>
              <a:tailEnd/>
            </a:ln>
          </p:spPr>
          <p:txBody>
            <a:bodyPr/>
            <a:lstStyle/>
            <a:p>
              <a:endParaRPr lang="en-US"/>
            </a:p>
          </p:txBody>
        </p:sp>
        <p:grpSp>
          <p:nvGrpSpPr>
            <p:cNvPr id="112" name="Group 546">
              <a:extLst>
                <a:ext uri="{FF2B5EF4-FFF2-40B4-BE49-F238E27FC236}">
                  <a16:creationId xmlns:a16="http://schemas.microsoft.com/office/drawing/2014/main" id="{9BD05907-D610-4CCD-3D05-9245F0AD0A85}"/>
                </a:ext>
              </a:extLst>
            </p:cNvPr>
            <p:cNvGrpSpPr>
              <a:grpSpLocks/>
            </p:cNvGrpSpPr>
            <p:nvPr/>
          </p:nvGrpSpPr>
          <p:grpSpPr bwMode="auto">
            <a:xfrm>
              <a:off x="7010400" y="4556125"/>
              <a:ext cx="501650" cy="234950"/>
              <a:chOff x="4701" y="2996"/>
              <a:chExt cx="316" cy="148"/>
            </a:xfrm>
          </p:grpSpPr>
          <p:sp>
            <p:nvSpPr>
              <p:cNvPr id="222" name="Oval 547">
                <a:extLst>
                  <a:ext uri="{FF2B5EF4-FFF2-40B4-BE49-F238E27FC236}">
                    <a16:creationId xmlns:a16="http://schemas.microsoft.com/office/drawing/2014/main" id="{788E82FA-C165-5B9F-0597-E4C47C5EF21C}"/>
                  </a:ext>
                </a:extLst>
              </p:cNvPr>
              <p:cNvSpPr>
                <a:spLocks noChangeArrowheads="1"/>
              </p:cNvSpPr>
              <p:nvPr/>
            </p:nvSpPr>
            <p:spPr bwMode="auto">
              <a:xfrm>
                <a:off x="4704" y="3062"/>
                <a:ext cx="313" cy="82"/>
              </a:xfrm>
              <a:prstGeom prst="ellipse">
                <a:avLst/>
              </a:prstGeom>
              <a:solidFill>
                <a:srgbClr val="DDDDDD"/>
              </a:solidFill>
              <a:ln w="12700">
                <a:solidFill>
                  <a:schemeClr val="folHlink"/>
                </a:solidFill>
                <a:round/>
                <a:headEnd/>
                <a:tailEnd/>
              </a:ln>
            </p:spPr>
            <p:txBody>
              <a:bodyPr wrap="none" anchor="ctr"/>
              <a:lstStyle/>
              <a:p>
                <a:endParaRPr lang="he-IL"/>
              </a:p>
            </p:txBody>
          </p:sp>
          <p:sp>
            <p:nvSpPr>
              <p:cNvPr id="223" name="Line 548">
                <a:extLst>
                  <a:ext uri="{FF2B5EF4-FFF2-40B4-BE49-F238E27FC236}">
                    <a16:creationId xmlns:a16="http://schemas.microsoft.com/office/drawing/2014/main" id="{E63D9DFF-B1E9-71C4-7EEC-9B9F8B5F35CC}"/>
                  </a:ext>
                </a:extLst>
              </p:cNvPr>
              <p:cNvSpPr>
                <a:spLocks noChangeShapeType="1"/>
              </p:cNvSpPr>
              <p:nvPr/>
            </p:nvSpPr>
            <p:spPr bwMode="auto">
              <a:xfrm>
                <a:off x="4704" y="3055"/>
                <a:ext cx="0" cy="51"/>
              </a:xfrm>
              <a:prstGeom prst="line">
                <a:avLst/>
              </a:prstGeom>
              <a:noFill/>
              <a:ln w="12700">
                <a:solidFill>
                  <a:schemeClr val="folHlink"/>
                </a:solidFill>
                <a:round/>
                <a:headEnd/>
                <a:tailEnd/>
              </a:ln>
            </p:spPr>
            <p:txBody>
              <a:bodyPr wrap="none" anchor="ctr"/>
              <a:lstStyle/>
              <a:p>
                <a:endParaRPr lang="en-US"/>
              </a:p>
            </p:txBody>
          </p:sp>
          <p:sp>
            <p:nvSpPr>
              <p:cNvPr id="224" name="Line 549">
                <a:extLst>
                  <a:ext uri="{FF2B5EF4-FFF2-40B4-BE49-F238E27FC236}">
                    <a16:creationId xmlns:a16="http://schemas.microsoft.com/office/drawing/2014/main" id="{7D462570-3D86-3CEB-1FAC-0CDF99DBC5B6}"/>
                  </a:ext>
                </a:extLst>
              </p:cNvPr>
              <p:cNvSpPr>
                <a:spLocks noChangeShapeType="1"/>
              </p:cNvSpPr>
              <p:nvPr/>
            </p:nvSpPr>
            <p:spPr bwMode="auto">
              <a:xfrm>
                <a:off x="5017" y="3055"/>
                <a:ext cx="0" cy="51"/>
              </a:xfrm>
              <a:prstGeom prst="line">
                <a:avLst/>
              </a:prstGeom>
              <a:noFill/>
              <a:ln w="12700">
                <a:solidFill>
                  <a:schemeClr val="folHlink"/>
                </a:solidFill>
                <a:round/>
                <a:headEnd/>
                <a:tailEnd/>
              </a:ln>
            </p:spPr>
            <p:txBody>
              <a:bodyPr wrap="none" anchor="ctr"/>
              <a:lstStyle/>
              <a:p>
                <a:endParaRPr lang="en-US"/>
              </a:p>
            </p:txBody>
          </p:sp>
          <p:sp>
            <p:nvSpPr>
              <p:cNvPr id="225" name="Rectangle 550">
                <a:extLst>
                  <a:ext uri="{FF2B5EF4-FFF2-40B4-BE49-F238E27FC236}">
                    <a16:creationId xmlns:a16="http://schemas.microsoft.com/office/drawing/2014/main" id="{CB05AEAA-C3F0-F17B-3C70-FB05A723A25F}"/>
                  </a:ext>
                </a:extLst>
              </p:cNvPr>
              <p:cNvSpPr>
                <a:spLocks noChangeArrowheads="1"/>
              </p:cNvSpPr>
              <p:nvPr/>
            </p:nvSpPr>
            <p:spPr bwMode="auto">
              <a:xfrm>
                <a:off x="4704" y="3055"/>
                <a:ext cx="310" cy="50"/>
              </a:xfrm>
              <a:prstGeom prst="rect">
                <a:avLst/>
              </a:prstGeom>
              <a:solidFill>
                <a:srgbClr val="DDDDDD"/>
              </a:solidFill>
              <a:ln w="12700">
                <a:noFill/>
                <a:miter lim="800000"/>
                <a:headEnd/>
                <a:tailEnd/>
              </a:ln>
            </p:spPr>
            <p:txBody>
              <a:bodyPr wrap="none" anchor="ctr"/>
              <a:lstStyle/>
              <a:p>
                <a:endParaRPr lang="he-IL" sz="2400">
                  <a:latin typeface="Times New Roman" pitchFamily="18" charset="0"/>
                </a:endParaRPr>
              </a:p>
            </p:txBody>
          </p:sp>
          <p:sp>
            <p:nvSpPr>
              <p:cNvPr id="226" name="Oval 551">
                <a:extLst>
                  <a:ext uri="{FF2B5EF4-FFF2-40B4-BE49-F238E27FC236}">
                    <a16:creationId xmlns:a16="http://schemas.microsoft.com/office/drawing/2014/main" id="{8636AFF9-95B6-5764-46BB-5E4170702734}"/>
                  </a:ext>
                </a:extLst>
              </p:cNvPr>
              <p:cNvSpPr>
                <a:spLocks noChangeArrowheads="1"/>
              </p:cNvSpPr>
              <p:nvPr/>
            </p:nvSpPr>
            <p:spPr bwMode="auto">
              <a:xfrm>
                <a:off x="4701" y="2996"/>
                <a:ext cx="313" cy="96"/>
              </a:xfrm>
              <a:prstGeom prst="ellipse">
                <a:avLst/>
              </a:prstGeom>
              <a:solidFill>
                <a:srgbClr val="DDDDDD"/>
              </a:solidFill>
              <a:ln w="12700">
                <a:solidFill>
                  <a:schemeClr val="folHlink"/>
                </a:solidFill>
                <a:round/>
                <a:headEnd/>
                <a:tailEnd/>
              </a:ln>
            </p:spPr>
            <p:txBody>
              <a:bodyPr wrap="none" anchor="ctr"/>
              <a:lstStyle/>
              <a:p>
                <a:endParaRPr lang="he-IL"/>
              </a:p>
            </p:txBody>
          </p:sp>
          <p:grpSp>
            <p:nvGrpSpPr>
              <p:cNvPr id="227" name="Group 552">
                <a:extLst>
                  <a:ext uri="{FF2B5EF4-FFF2-40B4-BE49-F238E27FC236}">
                    <a16:creationId xmlns:a16="http://schemas.microsoft.com/office/drawing/2014/main" id="{C8734115-9F20-98C4-CE11-C6699D31B761}"/>
                  </a:ext>
                </a:extLst>
              </p:cNvPr>
              <p:cNvGrpSpPr>
                <a:grpSpLocks/>
              </p:cNvGrpSpPr>
              <p:nvPr/>
            </p:nvGrpSpPr>
            <p:grpSpPr bwMode="auto">
              <a:xfrm>
                <a:off x="4776" y="3017"/>
                <a:ext cx="156" cy="56"/>
                <a:chOff x="2848" y="848"/>
                <a:chExt cx="140" cy="98"/>
              </a:xfrm>
            </p:grpSpPr>
            <p:sp>
              <p:nvSpPr>
                <p:cNvPr id="232" name="Line 553">
                  <a:extLst>
                    <a:ext uri="{FF2B5EF4-FFF2-40B4-BE49-F238E27FC236}">
                      <a16:creationId xmlns:a16="http://schemas.microsoft.com/office/drawing/2014/main" id="{420621A5-0C17-EE70-035D-8E0055EAA585}"/>
                    </a:ext>
                  </a:extLst>
                </p:cNvPr>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en-US"/>
                </a:p>
              </p:txBody>
            </p:sp>
            <p:sp>
              <p:nvSpPr>
                <p:cNvPr id="233" name="Line 554">
                  <a:extLst>
                    <a:ext uri="{FF2B5EF4-FFF2-40B4-BE49-F238E27FC236}">
                      <a16:creationId xmlns:a16="http://schemas.microsoft.com/office/drawing/2014/main" id="{6C948B19-1624-A662-F4BD-27E28F3907C4}"/>
                    </a:ext>
                  </a:extLst>
                </p:cNvPr>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en-US"/>
                </a:p>
              </p:txBody>
            </p:sp>
            <p:sp>
              <p:nvSpPr>
                <p:cNvPr id="234" name="Line 555">
                  <a:extLst>
                    <a:ext uri="{FF2B5EF4-FFF2-40B4-BE49-F238E27FC236}">
                      <a16:creationId xmlns:a16="http://schemas.microsoft.com/office/drawing/2014/main" id="{7B94F003-9498-F98A-1FDC-92BD7B4A1368}"/>
                    </a:ext>
                  </a:extLst>
                </p:cNvPr>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en-US"/>
                </a:p>
              </p:txBody>
            </p:sp>
          </p:grpSp>
          <p:grpSp>
            <p:nvGrpSpPr>
              <p:cNvPr id="228" name="Group 556">
                <a:extLst>
                  <a:ext uri="{FF2B5EF4-FFF2-40B4-BE49-F238E27FC236}">
                    <a16:creationId xmlns:a16="http://schemas.microsoft.com/office/drawing/2014/main" id="{6486003C-0306-D9D3-DB59-192330B31CD2}"/>
                  </a:ext>
                </a:extLst>
              </p:cNvPr>
              <p:cNvGrpSpPr>
                <a:grpSpLocks/>
              </p:cNvGrpSpPr>
              <p:nvPr/>
            </p:nvGrpSpPr>
            <p:grpSpPr bwMode="auto">
              <a:xfrm flipV="1">
                <a:off x="4776" y="3016"/>
                <a:ext cx="156" cy="56"/>
                <a:chOff x="2848" y="848"/>
                <a:chExt cx="140" cy="98"/>
              </a:xfrm>
            </p:grpSpPr>
            <p:sp>
              <p:nvSpPr>
                <p:cNvPr id="229" name="Line 557">
                  <a:extLst>
                    <a:ext uri="{FF2B5EF4-FFF2-40B4-BE49-F238E27FC236}">
                      <a16:creationId xmlns:a16="http://schemas.microsoft.com/office/drawing/2014/main" id="{BA809B1F-FFC6-92BD-6810-85E91E1392FE}"/>
                    </a:ext>
                  </a:extLst>
                </p:cNvPr>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en-US"/>
                </a:p>
              </p:txBody>
            </p:sp>
            <p:sp>
              <p:nvSpPr>
                <p:cNvPr id="230" name="Line 558">
                  <a:extLst>
                    <a:ext uri="{FF2B5EF4-FFF2-40B4-BE49-F238E27FC236}">
                      <a16:creationId xmlns:a16="http://schemas.microsoft.com/office/drawing/2014/main" id="{87CD926D-0B84-E555-0DD3-07892576257A}"/>
                    </a:ext>
                  </a:extLst>
                </p:cNvPr>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en-US"/>
                </a:p>
              </p:txBody>
            </p:sp>
            <p:sp>
              <p:nvSpPr>
                <p:cNvPr id="231" name="Line 559">
                  <a:extLst>
                    <a:ext uri="{FF2B5EF4-FFF2-40B4-BE49-F238E27FC236}">
                      <a16:creationId xmlns:a16="http://schemas.microsoft.com/office/drawing/2014/main" id="{FEC9E84E-7C09-334E-FBCC-F69EFA6738D0}"/>
                    </a:ext>
                  </a:extLst>
                </p:cNvPr>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en-US"/>
                </a:p>
              </p:txBody>
            </p:sp>
          </p:grpSp>
        </p:grpSp>
        <p:grpSp>
          <p:nvGrpSpPr>
            <p:cNvPr id="113" name="Group 560">
              <a:extLst>
                <a:ext uri="{FF2B5EF4-FFF2-40B4-BE49-F238E27FC236}">
                  <a16:creationId xmlns:a16="http://schemas.microsoft.com/office/drawing/2014/main" id="{A1785650-A279-6719-CA37-373D2B313F17}"/>
                </a:ext>
              </a:extLst>
            </p:cNvPr>
            <p:cNvGrpSpPr>
              <a:grpSpLocks/>
            </p:cNvGrpSpPr>
            <p:nvPr/>
          </p:nvGrpSpPr>
          <p:grpSpPr bwMode="auto">
            <a:xfrm>
              <a:off x="6345237" y="4857750"/>
              <a:ext cx="501650" cy="234950"/>
              <a:chOff x="4701" y="2996"/>
              <a:chExt cx="316" cy="148"/>
            </a:xfrm>
          </p:grpSpPr>
          <p:sp>
            <p:nvSpPr>
              <p:cNvPr id="209" name="Oval 561">
                <a:extLst>
                  <a:ext uri="{FF2B5EF4-FFF2-40B4-BE49-F238E27FC236}">
                    <a16:creationId xmlns:a16="http://schemas.microsoft.com/office/drawing/2014/main" id="{68CA181F-6018-306C-8214-1663E946E2A9}"/>
                  </a:ext>
                </a:extLst>
              </p:cNvPr>
              <p:cNvSpPr>
                <a:spLocks noChangeArrowheads="1"/>
              </p:cNvSpPr>
              <p:nvPr/>
            </p:nvSpPr>
            <p:spPr bwMode="auto">
              <a:xfrm>
                <a:off x="4704" y="3062"/>
                <a:ext cx="313" cy="82"/>
              </a:xfrm>
              <a:prstGeom prst="ellipse">
                <a:avLst/>
              </a:prstGeom>
              <a:solidFill>
                <a:srgbClr val="DDDDDD"/>
              </a:solidFill>
              <a:ln w="12700">
                <a:solidFill>
                  <a:schemeClr val="folHlink"/>
                </a:solidFill>
                <a:round/>
                <a:headEnd/>
                <a:tailEnd/>
              </a:ln>
            </p:spPr>
            <p:txBody>
              <a:bodyPr wrap="none" anchor="ctr"/>
              <a:lstStyle/>
              <a:p>
                <a:endParaRPr lang="he-IL"/>
              </a:p>
            </p:txBody>
          </p:sp>
          <p:sp>
            <p:nvSpPr>
              <p:cNvPr id="210" name="Line 562">
                <a:extLst>
                  <a:ext uri="{FF2B5EF4-FFF2-40B4-BE49-F238E27FC236}">
                    <a16:creationId xmlns:a16="http://schemas.microsoft.com/office/drawing/2014/main" id="{6F77D73E-EF7B-66E3-2EC1-8038B55753CD}"/>
                  </a:ext>
                </a:extLst>
              </p:cNvPr>
              <p:cNvSpPr>
                <a:spLocks noChangeShapeType="1"/>
              </p:cNvSpPr>
              <p:nvPr/>
            </p:nvSpPr>
            <p:spPr bwMode="auto">
              <a:xfrm>
                <a:off x="4704" y="3055"/>
                <a:ext cx="0" cy="51"/>
              </a:xfrm>
              <a:prstGeom prst="line">
                <a:avLst/>
              </a:prstGeom>
              <a:noFill/>
              <a:ln w="12700">
                <a:solidFill>
                  <a:schemeClr val="folHlink"/>
                </a:solidFill>
                <a:round/>
                <a:headEnd/>
                <a:tailEnd/>
              </a:ln>
            </p:spPr>
            <p:txBody>
              <a:bodyPr wrap="none" anchor="ctr"/>
              <a:lstStyle/>
              <a:p>
                <a:endParaRPr lang="en-US"/>
              </a:p>
            </p:txBody>
          </p:sp>
          <p:sp>
            <p:nvSpPr>
              <p:cNvPr id="211" name="Line 563">
                <a:extLst>
                  <a:ext uri="{FF2B5EF4-FFF2-40B4-BE49-F238E27FC236}">
                    <a16:creationId xmlns:a16="http://schemas.microsoft.com/office/drawing/2014/main" id="{194EECDA-9E4D-53EF-0548-72E5511AF456}"/>
                  </a:ext>
                </a:extLst>
              </p:cNvPr>
              <p:cNvSpPr>
                <a:spLocks noChangeShapeType="1"/>
              </p:cNvSpPr>
              <p:nvPr/>
            </p:nvSpPr>
            <p:spPr bwMode="auto">
              <a:xfrm>
                <a:off x="5017" y="3055"/>
                <a:ext cx="0" cy="51"/>
              </a:xfrm>
              <a:prstGeom prst="line">
                <a:avLst/>
              </a:prstGeom>
              <a:noFill/>
              <a:ln w="12700">
                <a:solidFill>
                  <a:schemeClr val="folHlink"/>
                </a:solidFill>
                <a:round/>
                <a:headEnd/>
                <a:tailEnd/>
              </a:ln>
            </p:spPr>
            <p:txBody>
              <a:bodyPr wrap="none" anchor="ctr"/>
              <a:lstStyle/>
              <a:p>
                <a:endParaRPr lang="en-US"/>
              </a:p>
            </p:txBody>
          </p:sp>
          <p:sp>
            <p:nvSpPr>
              <p:cNvPr id="212" name="Rectangle 564">
                <a:extLst>
                  <a:ext uri="{FF2B5EF4-FFF2-40B4-BE49-F238E27FC236}">
                    <a16:creationId xmlns:a16="http://schemas.microsoft.com/office/drawing/2014/main" id="{DAB4BFD8-B59B-FA72-74DA-C973F33CD470}"/>
                  </a:ext>
                </a:extLst>
              </p:cNvPr>
              <p:cNvSpPr>
                <a:spLocks noChangeArrowheads="1"/>
              </p:cNvSpPr>
              <p:nvPr/>
            </p:nvSpPr>
            <p:spPr bwMode="auto">
              <a:xfrm>
                <a:off x="4704" y="3055"/>
                <a:ext cx="310" cy="50"/>
              </a:xfrm>
              <a:prstGeom prst="rect">
                <a:avLst/>
              </a:prstGeom>
              <a:solidFill>
                <a:srgbClr val="DDDDDD"/>
              </a:solidFill>
              <a:ln w="12700">
                <a:noFill/>
                <a:miter lim="800000"/>
                <a:headEnd/>
                <a:tailEnd/>
              </a:ln>
            </p:spPr>
            <p:txBody>
              <a:bodyPr wrap="none" anchor="ctr"/>
              <a:lstStyle/>
              <a:p>
                <a:endParaRPr lang="he-IL" sz="2400">
                  <a:latin typeface="Times New Roman" pitchFamily="18" charset="0"/>
                </a:endParaRPr>
              </a:p>
            </p:txBody>
          </p:sp>
          <p:sp>
            <p:nvSpPr>
              <p:cNvPr id="213" name="Oval 565">
                <a:extLst>
                  <a:ext uri="{FF2B5EF4-FFF2-40B4-BE49-F238E27FC236}">
                    <a16:creationId xmlns:a16="http://schemas.microsoft.com/office/drawing/2014/main" id="{8211DB63-A9DE-9771-ED14-E41BF96E1EE4}"/>
                  </a:ext>
                </a:extLst>
              </p:cNvPr>
              <p:cNvSpPr>
                <a:spLocks noChangeArrowheads="1"/>
              </p:cNvSpPr>
              <p:nvPr/>
            </p:nvSpPr>
            <p:spPr bwMode="auto">
              <a:xfrm>
                <a:off x="4701" y="2996"/>
                <a:ext cx="313" cy="96"/>
              </a:xfrm>
              <a:prstGeom prst="ellipse">
                <a:avLst/>
              </a:prstGeom>
              <a:solidFill>
                <a:srgbClr val="DDDDDD"/>
              </a:solidFill>
              <a:ln w="12700">
                <a:solidFill>
                  <a:schemeClr val="folHlink"/>
                </a:solidFill>
                <a:round/>
                <a:headEnd/>
                <a:tailEnd/>
              </a:ln>
            </p:spPr>
            <p:txBody>
              <a:bodyPr wrap="none" anchor="ctr"/>
              <a:lstStyle/>
              <a:p>
                <a:endParaRPr lang="he-IL"/>
              </a:p>
            </p:txBody>
          </p:sp>
          <p:grpSp>
            <p:nvGrpSpPr>
              <p:cNvPr id="214" name="Group 566">
                <a:extLst>
                  <a:ext uri="{FF2B5EF4-FFF2-40B4-BE49-F238E27FC236}">
                    <a16:creationId xmlns:a16="http://schemas.microsoft.com/office/drawing/2014/main" id="{88E2E738-FE67-0BCC-2559-79B239E09C86}"/>
                  </a:ext>
                </a:extLst>
              </p:cNvPr>
              <p:cNvGrpSpPr>
                <a:grpSpLocks/>
              </p:cNvGrpSpPr>
              <p:nvPr/>
            </p:nvGrpSpPr>
            <p:grpSpPr bwMode="auto">
              <a:xfrm>
                <a:off x="4776" y="3017"/>
                <a:ext cx="156" cy="56"/>
                <a:chOff x="2848" y="848"/>
                <a:chExt cx="140" cy="98"/>
              </a:xfrm>
            </p:grpSpPr>
            <p:sp>
              <p:nvSpPr>
                <p:cNvPr id="219" name="Line 567">
                  <a:extLst>
                    <a:ext uri="{FF2B5EF4-FFF2-40B4-BE49-F238E27FC236}">
                      <a16:creationId xmlns:a16="http://schemas.microsoft.com/office/drawing/2014/main" id="{B37D6376-C276-32F9-EF5C-19541D1795BF}"/>
                    </a:ext>
                  </a:extLst>
                </p:cNvPr>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en-US"/>
                </a:p>
              </p:txBody>
            </p:sp>
            <p:sp>
              <p:nvSpPr>
                <p:cNvPr id="220" name="Line 568">
                  <a:extLst>
                    <a:ext uri="{FF2B5EF4-FFF2-40B4-BE49-F238E27FC236}">
                      <a16:creationId xmlns:a16="http://schemas.microsoft.com/office/drawing/2014/main" id="{14BC33FF-C402-C02E-6E26-063D1E05C0FD}"/>
                    </a:ext>
                  </a:extLst>
                </p:cNvPr>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en-US"/>
                </a:p>
              </p:txBody>
            </p:sp>
            <p:sp>
              <p:nvSpPr>
                <p:cNvPr id="221" name="Line 569">
                  <a:extLst>
                    <a:ext uri="{FF2B5EF4-FFF2-40B4-BE49-F238E27FC236}">
                      <a16:creationId xmlns:a16="http://schemas.microsoft.com/office/drawing/2014/main" id="{D7B8A8BB-57BC-B3D9-BAB0-125858D1E218}"/>
                    </a:ext>
                  </a:extLst>
                </p:cNvPr>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en-US"/>
                </a:p>
              </p:txBody>
            </p:sp>
          </p:grpSp>
          <p:grpSp>
            <p:nvGrpSpPr>
              <p:cNvPr id="215" name="Group 570">
                <a:extLst>
                  <a:ext uri="{FF2B5EF4-FFF2-40B4-BE49-F238E27FC236}">
                    <a16:creationId xmlns:a16="http://schemas.microsoft.com/office/drawing/2014/main" id="{42122C42-F881-9592-7F41-ADD6F9B12AE0}"/>
                  </a:ext>
                </a:extLst>
              </p:cNvPr>
              <p:cNvGrpSpPr>
                <a:grpSpLocks/>
              </p:cNvGrpSpPr>
              <p:nvPr/>
            </p:nvGrpSpPr>
            <p:grpSpPr bwMode="auto">
              <a:xfrm flipV="1">
                <a:off x="4776" y="3016"/>
                <a:ext cx="156" cy="56"/>
                <a:chOff x="2848" y="848"/>
                <a:chExt cx="140" cy="98"/>
              </a:xfrm>
            </p:grpSpPr>
            <p:sp>
              <p:nvSpPr>
                <p:cNvPr id="216" name="Line 571">
                  <a:extLst>
                    <a:ext uri="{FF2B5EF4-FFF2-40B4-BE49-F238E27FC236}">
                      <a16:creationId xmlns:a16="http://schemas.microsoft.com/office/drawing/2014/main" id="{A91FCAFF-F173-300A-184C-1E1938BA9A85}"/>
                    </a:ext>
                  </a:extLst>
                </p:cNvPr>
                <p:cNvSpPr>
                  <a:spLocks noChangeShapeType="1"/>
                </p:cNvSpPr>
                <p:nvPr/>
              </p:nvSpPr>
              <p:spPr bwMode="auto">
                <a:xfrm flipV="1">
                  <a:off x="2848" y="848"/>
                  <a:ext cx="50" cy="2"/>
                </a:xfrm>
                <a:prstGeom prst="line">
                  <a:avLst/>
                </a:prstGeom>
                <a:noFill/>
                <a:ln w="28575">
                  <a:solidFill>
                    <a:schemeClr val="bg2"/>
                  </a:solidFill>
                  <a:round/>
                  <a:headEnd/>
                  <a:tailEnd/>
                </a:ln>
              </p:spPr>
              <p:txBody>
                <a:bodyPr wrap="none" anchor="ctr"/>
                <a:lstStyle/>
                <a:p>
                  <a:endParaRPr lang="en-US"/>
                </a:p>
              </p:txBody>
            </p:sp>
            <p:sp>
              <p:nvSpPr>
                <p:cNvPr id="217" name="Line 572">
                  <a:extLst>
                    <a:ext uri="{FF2B5EF4-FFF2-40B4-BE49-F238E27FC236}">
                      <a16:creationId xmlns:a16="http://schemas.microsoft.com/office/drawing/2014/main" id="{C4214447-974D-C958-C2E6-5B92B2105D44}"/>
                    </a:ext>
                  </a:extLst>
                </p:cNvPr>
                <p:cNvSpPr>
                  <a:spLocks noChangeShapeType="1"/>
                </p:cNvSpPr>
                <p:nvPr/>
              </p:nvSpPr>
              <p:spPr bwMode="auto">
                <a:xfrm>
                  <a:off x="2944" y="946"/>
                  <a:ext cx="44" cy="0"/>
                </a:xfrm>
                <a:prstGeom prst="line">
                  <a:avLst/>
                </a:prstGeom>
                <a:noFill/>
                <a:ln w="28575">
                  <a:solidFill>
                    <a:schemeClr val="bg2"/>
                  </a:solidFill>
                  <a:round/>
                  <a:headEnd/>
                  <a:tailEnd/>
                </a:ln>
              </p:spPr>
              <p:txBody>
                <a:bodyPr wrap="none" anchor="ctr"/>
                <a:lstStyle/>
                <a:p>
                  <a:endParaRPr lang="en-US"/>
                </a:p>
              </p:txBody>
            </p:sp>
            <p:sp>
              <p:nvSpPr>
                <p:cNvPr id="218" name="Line 573">
                  <a:extLst>
                    <a:ext uri="{FF2B5EF4-FFF2-40B4-BE49-F238E27FC236}">
                      <a16:creationId xmlns:a16="http://schemas.microsoft.com/office/drawing/2014/main" id="{41D07D7C-ED35-3B3C-F338-1F1ACC6ECFAF}"/>
                    </a:ext>
                  </a:extLst>
                </p:cNvPr>
                <p:cNvSpPr>
                  <a:spLocks noChangeShapeType="1"/>
                </p:cNvSpPr>
                <p:nvPr/>
              </p:nvSpPr>
              <p:spPr bwMode="auto">
                <a:xfrm>
                  <a:off x="2894" y="850"/>
                  <a:ext cx="52" cy="96"/>
                </a:xfrm>
                <a:prstGeom prst="line">
                  <a:avLst/>
                </a:prstGeom>
                <a:noFill/>
                <a:ln w="28575">
                  <a:solidFill>
                    <a:schemeClr val="bg2"/>
                  </a:solidFill>
                  <a:round/>
                  <a:headEnd/>
                  <a:tailEnd/>
                </a:ln>
              </p:spPr>
              <p:txBody>
                <a:bodyPr wrap="none" anchor="ctr"/>
                <a:lstStyle/>
                <a:p>
                  <a:endParaRPr lang="en-US"/>
                </a:p>
              </p:txBody>
            </p:sp>
          </p:grpSp>
        </p:grpSp>
        <p:grpSp>
          <p:nvGrpSpPr>
            <p:cNvPr id="114" name="Group 574">
              <a:extLst>
                <a:ext uri="{FF2B5EF4-FFF2-40B4-BE49-F238E27FC236}">
                  <a16:creationId xmlns:a16="http://schemas.microsoft.com/office/drawing/2014/main" id="{39E1D9AF-D463-8BD4-DD1B-8DFACB50F430}"/>
                </a:ext>
              </a:extLst>
            </p:cNvPr>
            <p:cNvGrpSpPr>
              <a:grpSpLocks/>
            </p:cNvGrpSpPr>
            <p:nvPr/>
          </p:nvGrpSpPr>
          <p:grpSpPr bwMode="auto">
            <a:xfrm>
              <a:off x="7175500" y="5043488"/>
              <a:ext cx="290512" cy="404812"/>
              <a:chOff x="4290" y="3130"/>
              <a:chExt cx="183" cy="255"/>
            </a:xfrm>
          </p:grpSpPr>
          <p:pic>
            <p:nvPicPr>
              <p:cNvPr id="191" name="Picture 575" descr="31u_bnrz[1]">
                <a:extLst>
                  <a:ext uri="{FF2B5EF4-FFF2-40B4-BE49-F238E27FC236}">
                    <a16:creationId xmlns:a16="http://schemas.microsoft.com/office/drawing/2014/main" id="{0C2D1BC6-D096-8E00-309D-599FD6A235A5}"/>
                  </a:ext>
                </a:extLst>
              </p:cNvPr>
              <p:cNvPicPr>
                <a:picLocks noChangeAspect="1" noChangeArrowheads="1"/>
              </p:cNvPicPr>
              <p:nvPr/>
            </p:nvPicPr>
            <p:blipFill>
              <a:blip r:embed="rId11" cstate="print"/>
              <a:srcRect/>
              <a:stretch>
                <a:fillRect/>
              </a:stretch>
            </p:blipFill>
            <p:spPr bwMode="auto">
              <a:xfrm>
                <a:off x="4343" y="3211"/>
                <a:ext cx="121" cy="174"/>
              </a:xfrm>
              <a:prstGeom prst="rect">
                <a:avLst/>
              </a:prstGeom>
              <a:solidFill>
                <a:srgbClr val="DDDDDD"/>
              </a:solidFill>
              <a:ln w="9525">
                <a:noFill/>
                <a:miter lim="800000"/>
                <a:headEnd/>
                <a:tailEnd/>
              </a:ln>
            </p:spPr>
          </p:pic>
          <p:sp>
            <p:nvSpPr>
              <p:cNvPr id="192" name="Freeform 576">
                <a:extLst>
                  <a:ext uri="{FF2B5EF4-FFF2-40B4-BE49-F238E27FC236}">
                    <a16:creationId xmlns:a16="http://schemas.microsoft.com/office/drawing/2014/main" id="{52152F15-F219-DF4C-95CD-8A8825541E42}"/>
                  </a:ext>
                </a:extLst>
              </p:cNvPr>
              <p:cNvSpPr>
                <a:spLocks/>
              </p:cNvSpPr>
              <p:nvPr/>
            </p:nvSpPr>
            <p:spPr bwMode="auto">
              <a:xfrm>
                <a:off x="4339" y="3143"/>
                <a:ext cx="33" cy="39"/>
              </a:xfrm>
              <a:custGeom>
                <a:avLst/>
                <a:gdLst>
                  <a:gd name="T0" fmla="*/ 12 w 199"/>
                  <a:gd name="T1" fmla="*/ 5 h 232"/>
                  <a:gd name="T2" fmla="*/ 9 w 199"/>
                  <a:gd name="T3" fmla="*/ 7 h 232"/>
                  <a:gd name="T4" fmla="*/ 7 w 199"/>
                  <a:gd name="T5" fmla="*/ 8 h 232"/>
                  <a:gd name="T6" fmla="*/ 5 w 199"/>
                  <a:gd name="T7" fmla="*/ 11 h 232"/>
                  <a:gd name="T8" fmla="*/ 3 w 199"/>
                  <a:gd name="T9" fmla="*/ 13 h 232"/>
                  <a:gd name="T10" fmla="*/ 2 w 199"/>
                  <a:gd name="T11" fmla="*/ 15 h 232"/>
                  <a:gd name="T12" fmla="*/ 1 w 199"/>
                  <a:gd name="T13" fmla="*/ 18 h 232"/>
                  <a:gd name="T14" fmla="*/ 0 w 199"/>
                  <a:gd name="T15" fmla="*/ 21 h 232"/>
                  <a:gd name="T16" fmla="*/ 0 w 199"/>
                  <a:gd name="T17" fmla="*/ 24 h 232"/>
                  <a:gd name="T18" fmla="*/ 0 w 199"/>
                  <a:gd name="T19" fmla="*/ 28 h 232"/>
                  <a:gd name="T20" fmla="*/ 2 w 199"/>
                  <a:gd name="T21" fmla="*/ 31 h 232"/>
                  <a:gd name="T22" fmla="*/ 4 w 199"/>
                  <a:gd name="T23" fmla="*/ 34 h 232"/>
                  <a:gd name="T24" fmla="*/ 7 w 199"/>
                  <a:gd name="T25" fmla="*/ 36 h 232"/>
                  <a:gd name="T26" fmla="*/ 11 w 199"/>
                  <a:gd name="T27" fmla="*/ 38 h 232"/>
                  <a:gd name="T28" fmla="*/ 15 w 199"/>
                  <a:gd name="T29" fmla="*/ 39 h 232"/>
                  <a:gd name="T30" fmla="*/ 18 w 199"/>
                  <a:gd name="T31" fmla="*/ 39 h 232"/>
                  <a:gd name="T32" fmla="*/ 22 w 199"/>
                  <a:gd name="T33" fmla="*/ 38 h 232"/>
                  <a:gd name="T34" fmla="*/ 23 w 199"/>
                  <a:gd name="T35" fmla="*/ 38 h 232"/>
                  <a:gd name="T36" fmla="*/ 24 w 199"/>
                  <a:gd name="T37" fmla="*/ 38 h 232"/>
                  <a:gd name="T38" fmla="*/ 24 w 199"/>
                  <a:gd name="T39" fmla="*/ 37 h 232"/>
                  <a:gd name="T40" fmla="*/ 25 w 199"/>
                  <a:gd name="T41" fmla="*/ 37 h 232"/>
                  <a:gd name="T42" fmla="*/ 24 w 199"/>
                  <a:gd name="T43" fmla="*/ 36 h 232"/>
                  <a:gd name="T44" fmla="*/ 23 w 199"/>
                  <a:gd name="T45" fmla="*/ 35 h 232"/>
                  <a:gd name="T46" fmla="*/ 22 w 199"/>
                  <a:gd name="T47" fmla="*/ 34 h 232"/>
                  <a:gd name="T48" fmla="*/ 21 w 199"/>
                  <a:gd name="T49" fmla="*/ 34 h 232"/>
                  <a:gd name="T50" fmla="*/ 19 w 199"/>
                  <a:gd name="T51" fmla="*/ 33 h 232"/>
                  <a:gd name="T52" fmla="*/ 17 w 199"/>
                  <a:gd name="T53" fmla="*/ 33 h 232"/>
                  <a:gd name="T54" fmla="*/ 16 w 199"/>
                  <a:gd name="T55" fmla="*/ 32 h 232"/>
                  <a:gd name="T56" fmla="*/ 14 w 199"/>
                  <a:gd name="T57" fmla="*/ 32 h 232"/>
                  <a:gd name="T58" fmla="*/ 12 w 199"/>
                  <a:gd name="T59" fmla="*/ 31 h 232"/>
                  <a:gd name="T60" fmla="*/ 10 w 199"/>
                  <a:gd name="T61" fmla="*/ 31 h 232"/>
                  <a:gd name="T62" fmla="*/ 9 w 199"/>
                  <a:gd name="T63" fmla="*/ 30 h 232"/>
                  <a:gd name="T64" fmla="*/ 7 w 199"/>
                  <a:gd name="T65" fmla="*/ 28 h 232"/>
                  <a:gd name="T66" fmla="*/ 7 w 199"/>
                  <a:gd name="T67" fmla="*/ 22 h 232"/>
                  <a:gd name="T68" fmla="*/ 8 w 199"/>
                  <a:gd name="T69" fmla="*/ 16 h 232"/>
                  <a:gd name="T70" fmla="*/ 11 w 199"/>
                  <a:gd name="T71" fmla="*/ 12 h 232"/>
                  <a:gd name="T72" fmla="*/ 16 w 199"/>
                  <a:gd name="T73" fmla="*/ 8 h 232"/>
                  <a:gd name="T74" fmla="*/ 20 w 199"/>
                  <a:gd name="T75" fmla="*/ 6 h 232"/>
                  <a:gd name="T76" fmla="*/ 25 w 199"/>
                  <a:gd name="T77" fmla="*/ 4 h 232"/>
                  <a:gd name="T78" fmla="*/ 30 w 199"/>
                  <a:gd name="T79" fmla="*/ 2 h 232"/>
                  <a:gd name="T80" fmla="*/ 33 w 199"/>
                  <a:gd name="T81" fmla="*/ 1 h 232"/>
                  <a:gd name="T82" fmla="*/ 31 w 199"/>
                  <a:gd name="T83" fmla="*/ 0 h 232"/>
                  <a:gd name="T84" fmla="*/ 29 w 199"/>
                  <a:gd name="T85" fmla="*/ 0 h 232"/>
                  <a:gd name="T86" fmla="*/ 26 w 199"/>
                  <a:gd name="T87" fmla="*/ 0 h 232"/>
                  <a:gd name="T88" fmla="*/ 23 w 199"/>
                  <a:gd name="T89" fmla="*/ 1 h 232"/>
                  <a:gd name="T90" fmla="*/ 20 w 199"/>
                  <a:gd name="T91" fmla="*/ 2 h 232"/>
                  <a:gd name="T92" fmla="*/ 17 w 199"/>
                  <a:gd name="T93" fmla="*/ 3 h 232"/>
                  <a:gd name="T94" fmla="*/ 14 w 199"/>
                  <a:gd name="T95" fmla="*/ 4 h 232"/>
                  <a:gd name="T96" fmla="*/ 12 w 199"/>
                  <a:gd name="T97" fmla="*/ 5 h 23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9"/>
                  <a:gd name="T148" fmla="*/ 0 h 232"/>
                  <a:gd name="T149" fmla="*/ 199 w 199"/>
                  <a:gd name="T150" fmla="*/ 232 h 23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w="9525">
                <a:noFill/>
                <a:round/>
                <a:headEnd/>
                <a:tailEnd/>
              </a:ln>
            </p:spPr>
            <p:txBody>
              <a:bodyPr/>
              <a:lstStyle/>
              <a:p>
                <a:endParaRPr lang="en-US"/>
              </a:p>
            </p:txBody>
          </p:sp>
          <p:sp>
            <p:nvSpPr>
              <p:cNvPr id="193" name="Freeform 577">
                <a:extLst>
                  <a:ext uri="{FF2B5EF4-FFF2-40B4-BE49-F238E27FC236}">
                    <a16:creationId xmlns:a16="http://schemas.microsoft.com/office/drawing/2014/main" id="{A8D72688-60DE-30A0-F28D-FF22BE4DD4BE}"/>
                  </a:ext>
                </a:extLst>
              </p:cNvPr>
              <p:cNvSpPr>
                <a:spLocks/>
              </p:cNvSpPr>
              <p:nvPr/>
            </p:nvSpPr>
            <p:spPr bwMode="auto">
              <a:xfrm>
                <a:off x="4395" y="3142"/>
                <a:ext cx="22" cy="30"/>
              </a:xfrm>
              <a:custGeom>
                <a:avLst/>
                <a:gdLst>
                  <a:gd name="T0" fmla="*/ 19 w 128"/>
                  <a:gd name="T1" fmla="*/ 10 h 180"/>
                  <a:gd name="T2" fmla="*/ 19 w 128"/>
                  <a:gd name="T3" fmla="*/ 13 h 180"/>
                  <a:gd name="T4" fmla="*/ 19 w 128"/>
                  <a:gd name="T5" fmla="*/ 16 h 180"/>
                  <a:gd name="T6" fmla="*/ 18 w 128"/>
                  <a:gd name="T7" fmla="*/ 18 h 180"/>
                  <a:gd name="T8" fmla="*/ 16 w 128"/>
                  <a:gd name="T9" fmla="*/ 20 h 180"/>
                  <a:gd name="T10" fmla="*/ 13 w 128"/>
                  <a:gd name="T11" fmla="*/ 22 h 180"/>
                  <a:gd name="T12" fmla="*/ 10 w 128"/>
                  <a:gd name="T13" fmla="*/ 24 h 180"/>
                  <a:gd name="T14" fmla="*/ 8 w 128"/>
                  <a:gd name="T15" fmla="*/ 26 h 180"/>
                  <a:gd name="T16" fmla="*/ 5 w 128"/>
                  <a:gd name="T17" fmla="*/ 27 h 180"/>
                  <a:gd name="T18" fmla="*/ 5 w 128"/>
                  <a:gd name="T19" fmla="*/ 28 h 180"/>
                  <a:gd name="T20" fmla="*/ 5 w 128"/>
                  <a:gd name="T21" fmla="*/ 28 h 180"/>
                  <a:gd name="T22" fmla="*/ 5 w 128"/>
                  <a:gd name="T23" fmla="*/ 29 h 180"/>
                  <a:gd name="T24" fmla="*/ 5 w 128"/>
                  <a:gd name="T25" fmla="*/ 30 h 180"/>
                  <a:gd name="T26" fmla="*/ 6 w 128"/>
                  <a:gd name="T27" fmla="*/ 30 h 180"/>
                  <a:gd name="T28" fmla="*/ 6 w 128"/>
                  <a:gd name="T29" fmla="*/ 30 h 180"/>
                  <a:gd name="T30" fmla="*/ 6 w 128"/>
                  <a:gd name="T31" fmla="*/ 30 h 180"/>
                  <a:gd name="T32" fmla="*/ 7 w 128"/>
                  <a:gd name="T33" fmla="*/ 30 h 180"/>
                  <a:gd name="T34" fmla="*/ 10 w 128"/>
                  <a:gd name="T35" fmla="*/ 28 h 180"/>
                  <a:gd name="T36" fmla="*/ 13 w 128"/>
                  <a:gd name="T37" fmla="*/ 26 h 180"/>
                  <a:gd name="T38" fmla="*/ 16 w 128"/>
                  <a:gd name="T39" fmla="*/ 24 h 180"/>
                  <a:gd name="T40" fmla="*/ 19 w 128"/>
                  <a:gd name="T41" fmla="*/ 22 h 180"/>
                  <a:gd name="T42" fmla="*/ 21 w 128"/>
                  <a:gd name="T43" fmla="*/ 19 h 180"/>
                  <a:gd name="T44" fmla="*/ 22 w 128"/>
                  <a:gd name="T45" fmla="*/ 16 h 180"/>
                  <a:gd name="T46" fmla="*/ 22 w 128"/>
                  <a:gd name="T47" fmla="*/ 13 h 180"/>
                  <a:gd name="T48" fmla="*/ 21 w 128"/>
                  <a:gd name="T49" fmla="*/ 9 h 180"/>
                  <a:gd name="T50" fmla="*/ 19 w 128"/>
                  <a:gd name="T51" fmla="*/ 7 h 180"/>
                  <a:gd name="T52" fmla="*/ 17 w 128"/>
                  <a:gd name="T53" fmla="*/ 4 h 180"/>
                  <a:gd name="T54" fmla="*/ 14 w 128"/>
                  <a:gd name="T55" fmla="*/ 2 h 180"/>
                  <a:gd name="T56" fmla="*/ 10 w 128"/>
                  <a:gd name="T57" fmla="*/ 1 h 180"/>
                  <a:gd name="T58" fmla="*/ 6 w 128"/>
                  <a:gd name="T59" fmla="*/ 0 h 180"/>
                  <a:gd name="T60" fmla="*/ 3 w 128"/>
                  <a:gd name="T61" fmla="*/ 0 h 180"/>
                  <a:gd name="T62" fmla="*/ 1 w 128"/>
                  <a:gd name="T63" fmla="*/ 0 h 180"/>
                  <a:gd name="T64" fmla="*/ 0 w 128"/>
                  <a:gd name="T65" fmla="*/ 1 h 180"/>
                  <a:gd name="T66" fmla="*/ 2 w 128"/>
                  <a:gd name="T67" fmla="*/ 2 h 180"/>
                  <a:gd name="T68" fmla="*/ 5 w 128"/>
                  <a:gd name="T69" fmla="*/ 2 h 180"/>
                  <a:gd name="T70" fmla="*/ 8 w 128"/>
                  <a:gd name="T71" fmla="*/ 3 h 180"/>
                  <a:gd name="T72" fmla="*/ 10 w 128"/>
                  <a:gd name="T73" fmla="*/ 4 h 180"/>
                  <a:gd name="T74" fmla="*/ 13 w 128"/>
                  <a:gd name="T75" fmla="*/ 5 h 180"/>
                  <a:gd name="T76" fmla="*/ 15 w 128"/>
                  <a:gd name="T77" fmla="*/ 6 h 180"/>
                  <a:gd name="T78" fmla="*/ 17 w 128"/>
                  <a:gd name="T79" fmla="*/ 8 h 180"/>
                  <a:gd name="T80" fmla="*/ 19 w 128"/>
                  <a:gd name="T81" fmla="*/ 10 h 18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0"/>
                  <a:gd name="T125" fmla="*/ 128 w 128"/>
                  <a:gd name="T126" fmla="*/ 180 h 18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w="9525">
                <a:noFill/>
                <a:round/>
                <a:headEnd/>
                <a:tailEnd/>
              </a:ln>
            </p:spPr>
            <p:txBody>
              <a:bodyPr/>
              <a:lstStyle/>
              <a:p>
                <a:endParaRPr lang="en-US"/>
              </a:p>
            </p:txBody>
          </p:sp>
          <p:sp>
            <p:nvSpPr>
              <p:cNvPr id="194" name="Freeform 578">
                <a:extLst>
                  <a:ext uri="{FF2B5EF4-FFF2-40B4-BE49-F238E27FC236}">
                    <a16:creationId xmlns:a16="http://schemas.microsoft.com/office/drawing/2014/main" id="{6131F147-1CF6-4A2E-2D50-C8C1AEAB1BCB}"/>
                  </a:ext>
                </a:extLst>
              </p:cNvPr>
              <p:cNvSpPr>
                <a:spLocks/>
              </p:cNvSpPr>
              <p:nvPr/>
            </p:nvSpPr>
            <p:spPr bwMode="auto">
              <a:xfrm>
                <a:off x="4318" y="3135"/>
                <a:ext cx="54" cy="63"/>
              </a:xfrm>
              <a:custGeom>
                <a:avLst/>
                <a:gdLst>
                  <a:gd name="T0" fmla="*/ 17 w 322"/>
                  <a:gd name="T1" fmla="*/ 12 h 378"/>
                  <a:gd name="T2" fmla="*/ 9 w 322"/>
                  <a:gd name="T3" fmla="*/ 19 h 378"/>
                  <a:gd name="T4" fmla="*/ 3 w 322"/>
                  <a:gd name="T5" fmla="*/ 28 h 378"/>
                  <a:gd name="T6" fmla="*/ 0 w 322"/>
                  <a:gd name="T7" fmla="*/ 38 h 378"/>
                  <a:gd name="T8" fmla="*/ 1 w 322"/>
                  <a:gd name="T9" fmla="*/ 44 h 378"/>
                  <a:gd name="T10" fmla="*/ 2 w 322"/>
                  <a:gd name="T11" fmla="*/ 47 h 378"/>
                  <a:gd name="T12" fmla="*/ 3 w 322"/>
                  <a:gd name="T13" fmla="*/ 50 h 378"/>
                  <a:gd name="T14" fmla="*/ 5 w 322"/>
                  <a:gd name="T15" fmla="*/ 52 h 378"/>
                  <a:gd name="T16" fmla="*/ 9 w 322"/>
                  <a:gd name="T17" fmla="*/ 54 h 378"/>
                  <a:gd name="T18" fmla="*/ 14 w 322"/>
                  <a:gd name="T19" fmla="*/ 56 h 378"/>
                  <a:gd name="T20" fmla="*/ 20 w 322"/>
                  <a:gd name="T21" fmla="*/ 58 h 378"/>
                  <a:gd name="T22" fmla="*/ 25 w 322"/>
                  <a:gd name="T23" fmla="*/ 60 h 378"/>
                  <a:gd name="T24" fmla="*/ 31 w 322"/>
                  <a:gd name="T25" fmla="*/ 61 h 378"/>
                  <a:gd name="T26" fmla="*/ 37 w 322"/>
                  <a:gd name="T27" fmla="*/ 62 h 378"/>
                  <a:gd name="T28" fmla="*/ 43 w 322"/>
                  <a:gd name="T29" fmla="*/ 62 h 378"/>
                  <a:gd name="T30" fmla="*/ 48 w 322"/>
                  <a:gd name="T31" fmla="*/ 63 h 378"/>
                  <a:gd name="T32" fmla="*/ 52 w 322"/>
                  <a:gd name="T33" fmla="*/ 63 h 378"/>
                  <a:gd name="T34" fmla="*/ 54 w 322"/>
                  <a:gd name="T35" fmla="*/ 62 h 378"/>
                  <a:gd name="T36" fmla="*/ 54 w 322"/>
                  <a:gd name="T37" fmla="*/ 60 h 378"/>
                  <a:gd name="T38" fmla="*/ 53 w 322"/>
                  <a:gd name="T39" fmla="*/ 59 h 378"/>
                  <a:gd name="T40" fmla="*/ 49 w 322"/>
                  <a:gd name="T41" fmla="*/ 58 h 378"/>
                  <a:gd name="T42" fmla="*/ 44 w 322"/>
                  <a:gd name="T43" fmla="*/ 57 h 378"/>
                  <a:gd name="T44" fmla="*/ 39 w 322"/>
                  <a:gd name="T45" fmla="*/ 56 h 378"/>
                  <a:gd name="T46" fmla="*/ 34 w 322"/>
                  <a:gd name="T47" fmla="*/ 55 h 378"/>
                  <a:gd name="T48" fmla="*/ 29 w 322"/>
                  <a:gd name="T49" fmla="*/ 54 h 378"/>
                  <a:gd name="T50" fmla="*/ 23 w 322"/>
                  <a:gd name="T51" fmla="*/ 53 h 378"/>
                  <a:gd name="T52" fmla="*/ 18 w 322"/>
                  <a:gd name="T53" fmla="*/ 52 h 378"/>
                  <a:gd name="T54" fmla="*/ 13 w 322"/>
                  <a:gd name="T55" fmla="*/ 50 h 378"/>
                  <a:gd name="T56" fmla="*/ 9 w 322"/>
                  <a:gd name="T57" fmla="*/ 47 h 378"/>
                  <a:gd name="T58" fmla="*/ 6 w 322"/>
                  <a:gd name="T59" fmla="*/ 43 h 378"/>
                  <a:gd name="T60" fmla="*/ 6 w 322"/>
                  <a:gd name="T61" fmla="*/ 39 h 378"/>
                  <a:gd name="T62" fmla="*/ 6 w 322"/>
                  <a:gd name="T63" fmla="*/ 33 h 378"/>
                  <a:gd name="T64" fmla="*/ 9 w 322"/>
                  <a:gd name="T65" fmla="*/ 28 h 378"/>
                  <a:gd name="T66" fmla="*/ 12 w 322"/>
                  <a:gd name="T67" fmla="*/ 23 h 378"/>
                  <a:gd name="T68" fmla="*/ 16 w 322"/>
                  <a:gd name="T69" fmla="*/ 18 h 378"/>
                  <a:gd name="T70" fmla="*/ 21 w 322"/>
                  <a:gd name="T71" fmla="*/ 14 h 378"/>
                  <a:gd name="T72" fmla="*/ 26 w 322"/>
                  <a:gd name="T73" fmla="*/ 9 h 378"/>
                  <a:gd name="T74" fmla="*/ 33 w 322"/>
                  <a:gd name="T75" fmla="*/ 6 h 378"/>
                  <a:gd name="T76" fmla="*/ 40 w 322"/>
                  <a:gd name="T77" fmla="*/ 3 h 378"/>
                  <a:gd name="T78" fmla="*/ 44 w 322"/>
                  <a:gd name="T79" fmla="*/ 1 h 378"/>
                  <a:gd name="T80" fmla="*/ 43 w 322"/>
                  <a:gd name="T81" fmla="*/ 0 h 378"/>
                  <a:gd name="T82" fmla="*/ 37 w 322"/>
                  <a:gd name="T83" fmla="*/ 1 h 378"/>
                  <a:gd name="T84" fmla="*/ 30 w 322"/>
                  <a:gd name="T85" fmla="*/ 3 h 378"/>
                  <a:gd name="T86" fmla="*/ 24 w 322"/>
                  <a:gd name="T87" fmla="*/ 6 h 3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2"/>
                  <a:gd name="T133" fmla="*/ 0 h 378"/>
                  <a:gd name="T134" fmla="*/ 322 w 322"/>
                  <a:gd name="T135" fmla="*/ 378 h 37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w="9525">
                <a:noFill/>
                <a:round/>
                <a:headEnd/>
                <a:tailEnd/>
              </a:ln>
            </p:spPr>
            <p:txBody>
              <a:bodyPr/>
              <a:lstStyle/>
              <a:p>
                <a:endParaRPr lang="en-US"/>
              </a:p>
            </p:txBody>
          </p:sp>
          <p:sp>
            <p:nvSpPr>
              <p:cNvPr id="195" name="Freeform 579">
                <a:extLst>
                  <a:ext uri="{FF2B5EF4-FFF2-40B4-BE49-F238E27FC236}">
                    <a16:creationId xmlns:a16="http://schemas.microsoft.com/office/drawing/2014/main" id="{0AD22B02-CA44-D585-64CE-FB724B21D6AB}"/>
                  </a:ext>
                </a:extLst>
              </p:cNvPr>
              <p:cNvSpPr>
                <a:spLocks/>
              </p:cNvSpPr>
              <p:nvPr/>
            </p:nvSpPr>
            <p:spPr bwMode="auto">
              <a:xfrm>
                <a:off x="4394" y="3133"/>
                <a:ext cx="47" cy="42"/>
              </a:xfrm>
              <a:custGeom>
                <a:avLst/>
                <a:gdLst>
                  <a:gd name="T0" fmla="*/ 39 w 283"/>
                  <a:gd name="T1" fmla="*/ 13 h 252"/>
                  <a:gd name="T2" fmla="*/ 41 w 283"/>
                  <a:gd name="T3" fmla="*/ 15 h 252"/>
                  <a:gd name="T4" fmla="*/ 43 w 283"/>
                  <a:gd name="T5" fmla="*/ 18 h 252"/>
                  <a:gd name="T6" fmla="*/ 43 w 283"/>
                  <a:gd name="T7" fmla="*/ 21 h 252"/>
                  <a:gd name="T8" fmla="*/ 43 w 283"/>
                  <a:gd name="T9" fmla="*/ 24 h 252"/>
                  <a:gd name="T10" fmla="*/ 43 w 283"/>
                  <a:gd name="T11" fmla="*/ 26 h 252"/>
                  <a:gd name="T12" fmla="*/ 42 w 283"/>
                  <a:gd name="T13" fmla="*/ 28 h 252"/>
                  <a:gd name="T14" fmla="*/ 41 w 283"/>
                  <a:gd name="T15" fmla="*/ 31 h 252"/>
                  <a:gd name="T16" fmla="*/ 39 w 283"/>
                  <a:gd name="T17" fmla="*/ 32 h 252"/>
                  <a:gd name="T18" fmla="*/ 37 w 283"/>
                  <a:gd name="T19" fmla="*/ 34 h 252"/>
                  <a:gd name="T20" fmla="*/ 36 w 283"/>
                  <a:gd name="T21" fmla="*/ 36 h 252"/>
                  <a:gd name="T22" fmla="*/ 34 w 283"/>
                  <a:gd name="T23" fmla="*/ 37 h 252"/>
                  <a:gd name="T24" fmla="*/ 32 w 283"/>
                  <a:gd name="T25" fmla="*/ 39 h 252"/>
                  <a:gd name="T26" fmla="*/ 32 w 283"/>
                  <a:gd name="T27" fmla="*/ 40 h 252"/>
                  <a:gd name="T28" fmla="*/ 32 w 283"/>
                  <a:gd name="T29" fmla="*/ 40 h 252"/>
                  <a:gd name="T30" fmla="*/ 32 w 283"/>
                  <a:gd name="T31" fmla="*/ 41 h 252"/>
                  <a:gd name="T32" fmla="*/ 32 w 283"/>
                  <a:gd name="T33" fmla="*/ 41 h 252"/>
                  <a:gd name="T34" fmla="*/ 33 w 283"/>
                  <a:gd name="T35" fmla="*/ 42 h 252"/>
                  <a:gd name="T36" fmla="*/ 34 w 283"/>
                  <a:gd name="T37" fmla="*/ 42 h 252"/>
                  <a:gd name="T38" fmla="*/ 34 w 283"/>
                  <a:gd name="T39" fmla="*/ 42 h 252"/>
                  <a:gd name="T40" fmla="*/ 35 w 283"/>
                  <a:gd name="T41" fmla="*/ 41 h 252"/>
                  <a:gd name="T42" fmla="*/ 39 w 283"/>
                  <a:gd name="T43" fmla="*/ 39 h 252"/>
                  <a:gd name="T44" fmla="*/ 42 w 283"/>
                  <a:gd name="T45" fmla="*/ 36 h 252"/>
                  <a:gd name="T46" fmla="*/ 45 w 283"/>
                  <a:gd name="T47" fmla="*/ 32 h 252"/>
                  <a:gd name="T48" fmla="*/ 46 w 283"/>
                  <a:gd name="T49" fmla="*/ 28 h 252"/>
                  <a:gd name="T50" fmla="*/ 47 w 283"/>
                  <a:gd name="T51" fmla="*/ 24 h 252"/>
                  <a:gd name="T52" fmla="*/ 47 w 283"/>
                  <a:gd name="T53" fmla="*/ 19 h 252"/>
                  <a:gd name="T54" fmla="*/ 45 w 283"/>
                  <a:gd name="T55" fmla="*/ 15 h 252"/>
                  <a:gd name="T56" fmla="*/ 42 w 283"/>
                  <a:gd name="T57" fmla="*/ 12 h 252"/>
                  <a:gd name="T58" fmla="*/ 40 w 283"/>
                  <a:gd name="T59" fmla="*/ 10 h 252"/>
                  <a:gd name="T60" fmla="*/ 37 w 283"/>
                  <a:gd name="T61" fmla="*/ 8 h 252"/>
                  <a:gd name="T62" fmla="*/ 34 w 283"/>
                  <a:gd name="T63" fmla="*/ 7 h 252"/>
                  <a:gd name="T64" fmla="*/ 31 w 283"/>
                  <a:gd name="T65" fmla="*/ 5 h 252"/>
                  <a:gd name="T66" fmla="*/ 27 w 283"/>
                  <a:gd name="T67" fmla="*/ 4 h 252"/>
                  <a:gd name="T68" fmla="*/ 24 w 283"/>
                  <a:gd name="T69" fmla="*/ 3 h 252"/>
                  <a:gd name="T70" fmla="*/ 20 w 283"/>
                  <a:gd name="T71" fmla="*/ 2 h 252"/>
                  <a:gd name="T72" fmla="*/ 17 w 283"/>
                  <a:gd name="T73" fmla="*/ 1 h 252"/>
                  <a:gd name="T74" fmla="*/ 14 w 283"/>
                  <a:gd name="T75" fmla="*/ 1 h 252"/>
                  <a:gd name="T76" fmla="*/ 11 w 283"/>
                  <a:gd name="T77" fmla="*/ 0 h 252"/>
                  <a:gd name="T78" fmla="*/ 8 w 283"/>
                  <a:gd name="T79" fmla="*/ 0 h 252"/>
                  <a:gd name="T80" fmla="*/ 6 w 283"/>
                  <a:gd name="T81" fmla="*/ 0 h 252"/>
                  <a:gd name="T82" fmla="*/ 3 w 283"/>
                  <a:gd name="T83" fmla="*/ 0 h 252"/>
                  <a:gd name="T84" fmla="*/ 2 w 283"/>
                  <a:gd name="T85" fmla="*/ 0 h 252"/>
                  <a:gd name="T86" fmla="*/ 1 w 283"/>
                  <a:gd name="T87" fmla="*/ 0 h 252"/>
                  <a:gd name="T88" fmla="*/ 0 w 283"/>
                  <a:gd name="T89" fmla="*/ 1 h 252"/>
                  <a:gd name="T90" fmla="*/ 2 w 283"/>
                  <a:gd name="T91" fmla="*/ 1 h 252"/>
                  <a:gd name="T92" fmla="*/ 4 w 283"/>
                  <a:gd name="T93" fmla="*/ 1 h 252"/>
                  <a:gd name="T94" fmla="*/ 6 w 283"/>
                  <a:gd name="T95" fmla="*/ 2 h 252"/>
                  <a:gd name="T96" fmla="*/ 9 w 283"/>
                  <a:gd name="T97" fmla="*/ 2 h 252"/>
                  <a:gd name="T98" fmla="*/ 11 w 283"/>
                  <a:gd name="T99" fmla="*/ 3 h 252"/>
                  <a:gd name="T100" fmla="*/ 14 w 283"/>
                  <a:gd name="T101" fmla="*/ 3 h 252"/>
                  <a:gd name="T102" fmla="*/ 16 w 283"/>
                  <a:gd name="T103" fmla="*/ 4 h 252"/>
                  <a:gd name="T104" fmla="*/ 19 w 283"/>
                  <a:gd name="T105" fmla="*/ 4 h 252"/>
                  <a:gd name="T106" fmla="*/ 21 w 283"/>
                  <a:gd name="T107" fmla="*/ 5 h 252"/>
                  <a:gd name="T108" fmla="*/ 24 w 283"/>
                  <a:gd name="T109" fmla="*/ 6 h 252"/>
                  <a:gd name="T110" fmla="*/ 27 w 283"/>
                  <a:gd name="T111" fmla="*/ 7 h 252"/>
                  <a:gd name="T112" fmla="*/ 29 w 283"/>
                  <a:gd name="T113" fmla="*/ 8 h 252"/>
                  <a:gd name="T114" fmla="*/ 32 w 283"/>
                  <a:gd name="T115" fmla="*/ 9 h 252"/>
                  <a:gd name="T116" fmla="*/ 35 w 283"/>
                  <a:gd name="T117" fmla="*/ 10 h 252"/>
                  <a:gd name="T118" fmla="*/ 37 w 283"/>
                  <a:gd name="T119" fmla="*/ 11 h 252"/>
                  <a:gd name="T120" fmla="*/ 39 w 283"/>
                  <a:gd name="T121" fmla="*/ 13 h 25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3"/>
                  <a:gd name="T184" fmla="*/ 0 h 252"/>
                  <a:gd name="T185" fmla="*/ 283 w 283"/>
                  <a:gd name="T186" fmla="*/ 252 h 25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w="9525">
                <a:noFill/>
                <a:round/>
                <a:headEnd/>
                <a:tailEnd/>
              </a:ln>
            </p:spPr>
            <p:txBody>
              <a:bodyPr/>
              <a:lstStyle/>
              <a:p>
                <a:endParaRPr lang="en-US"/>
              </a:p>
            </p:txBody>
          </p:sp>
          <p:sp>
            <p:nvSpPr>
              <p:cNvPr id="196" name="Freeform 580">
                <a:extLst>
                  <a:ext uri="{FF2B5EF4-FFF2-40B4-BE49-F238E27FC236}">
                    <a16:creationId xmlns:a16="http://schemas.microsoft.com/office/drawing/2014/main" id="{67E1CBA0-EB47-60A2-B477-3F01EA0EB152}"/>
                  </a:ext>
                </a:extLst>
              </p:cNvPr>
              <p:cNvSpPr>
                <a:spLocks/>
              </p:cNvSpPr>
              <p:nvPr/>
            </p:nvSpPr>
            <p:spPr bwMode="auto">
              <a:xfrm>
                <a:off x="4298" y="3153"/>
                <a:ext cx="19" cy="39"/>
              </a:xfrm>
              <a:custGeom>
                <a:avLst/>
                <a:gdLst>
                  <a:gd name="T0" fmla="*/ 0 w 114"/>
                  <a:gd name="T1" fmla="*/ 21 h 238"/>
                  <a:gd name="T2" fmla="*/ 0 w 114"/>
                  <a:gd name="T3" fmla="*/ 24 h 238"/>
                  <a:gd name="T4" fmla="*/ 1 w 114"/>
                  <a:gd name="T5" fmla="*/ 28 h 238"/>
                  <a:gd name="T6" fmla="*/ 2 w 114"/>
                  <a:gd name="T7" fmla="*/ 30 h 238"/>
                  <a:gd name="T8" fmla="*/ 4 w 114"/>
                  <a:gd name="T9" fmla="*/ 33 h 238"/>
                  <a:gd name="T10" fmla="*/ 6 w 114"/>
                  <a:gd name="T11" fmla="*/ 35 h 238"/>
                  <a:gd name="T12" fmla="*/ 9 w 114"/>
                  <a:gd name="T13" fmla="*/ 37 h 238"/>
                  <a:gd name="T14" fmla="*/ 12 w 114"/>
                  <a:gd name="T15" fmla="*/ 38 h 238"/>
                  <a:gd name="T16" fmla="*/ 15 w 114"/>
                  <a:gd name="T17" fmla="*/ 39 h 238"/>
                  <a:gd name="T18" fmla="*/ 16 w 114"/>
                  <a:gd name="T19" fmla="*/ 39 h 238"/>
                  <a:gd name="T20" fmla="*/ 17 w 114"/>
                  <a:gd name="T21" fmla="*/ 39 h 238"/>
                  <a:gd name="T22" fmla="*/ 18 w 114"/>
                  <a:gd name="T23" fmla="*/ 38 h 238"/>
                  <a:gd name="T24" fmla="*/ 19 w 114"/>
                  <a:gd name="T25" fmla="*/ 37 h 238"/>
                  <a:gd name="T26" fmla="*/ 19 w 114"/>
                  <a:gd name="T27" fmla="*/ 36 h 238"/>
                  <a:gd name="T28" fmla="*/ 18 w 114"/>
                  <a:gd name="T29" fmla="*/ 35 h 238"/>
                  <a:gd name="T30" fmla="*/ 18 w 114"/>
                  <a:gd name="T31" fmla="*/ 35 h 238"/>
                  <a:gd name="T32" fmla="*/ 17 w 114"/>
                  <a:gd name="T33" fmla="*/ 34 h 238"/>
                  <a:gd name="T34" fmla="*/ 14 w 114"/>
                  <a:gd name="T35" fmla="*/ 33 h 238"/>
                  <a:gd name="T36" fmla="*/ 11 w 114"/>
                  <a:gd name="T37" fmla="*/ 32 h 238"/>
                  <a:gd name="T38" fmla="*/ 8 w 114"/>
                  <a:gd name="T39" fmla="*/ 29 h 238"/>
                  <a:gd name="T40" fmla="*/ 7 w 114"/>
                  <a:gd name="T41" fmla="*/ 27 h 238"/>
                  <a:gd name="T42" fmla="*/ 5 w 114"/>
                  <a:gd name="T43" fmla="*/ 24 h 238"/>
                  <a:gd name="T44" fmla="*/ 5 w 114"/>
                  <a:gd name="T45" fmla="*/ 21 h 238"/>
                  <a:gd name="T46" fmla="*/ 5 w 114"/>
                  <a:gd name="T47" fmla="*/ 18 h 238"/>
                  <a:gd name="T48" fmla="*/ 6 w 114"/>
                  <a:gd name="T49" fmla="*/ 15 h 238"/>
                  <a:gd name="T50" fmla="*/ 7 w 114"/>
                  <a:gd name="T51" fmla="*/ 12 h 238"/>
                  <a:gd name="T52" fmla="*/ 9 w 114"/>
                  <a:gd name="T53" fmla="*/ 10 h 238"/>
                  <a:gd name="T54" fmla="*/ 10 w 114"/>
                  <a:gd name="T55" fmla="*/ 8 h 238"/>
                  <a:gd name="T56" fmla="*/ 12 w 114"/>
                  <a:gd name="T57" fmla="*/ 6 h 238"/>
                  <a:gd name="T58" fmla="*/ 14 w 114"/>
                  <a:gd name="T59" fmla="*/ 5 h 238"/>
                  <a:gd name="T60" fmla="*/ 16 w 114"/>
                  <a:gd name="T61" fmla="*/ 3 h 238"/>
                  <a:gd name="T62" fmla="*/ 18 w 114"/>
                  <a:gd name="T63" fmla="*/ 1 h 238"/>
                  <a:gd name="T64" fmla="*/ 19 w 114"/>
                  <a:gd name="T65" fmla="*/ 0 h 238"/>
                  <a:gd name="T66" fmla="*/ 18 w 114"/>
                  <a:gd name="T67" fmla="*/ 0 h 238"/>
                  <a:gd name="T68" fmla="*/ 16 w 114"/>
                  <a:gd name="T69" fmla="*/ 1 h 238"/>
                  <a:gd name="T70" fmla="*/ 13 w 114"/>
                  <a:gd name="T71" fmla="*/ 3 h 238"/>
                  <a:gd name="T72" fmla="*/ 9 w 114"/>
                  <a:gd name="T73" fmla="*/ 6 h 238"/>
                  <a:gd name="T74" fmla="*/ 6 w 114"/>
                  <a:gd name="T75" fmla="*/ 9 h 238"/>
                  <a:gd name="T76" fmla="*/ 3 w 114"/>
                  <a:gd name="T77" fmla="*/ 13 h 238"/>
                  <a:gd name="T78" fmla="*/ 1 w 114"/>
                  <a:gd name="T79" fmla="*/ 17 h 238"/>
                  <a:gd name="T80" fmla="*/ 0 w 114"/>
                  <a:gd name="T81" fmla="*/ 21 h 2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4"/>
                  <a:gd name="T124" fmla="*/ 0 h 238"/>
                  <a:gd name="T125" fmla="*/ 114 w 114"/>
                  <a:gd name="T126" fmla="*/ 238 h 2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w="9525">
                <a:noFill/>
                <a:round/>
                <a:headEnd/>
                <a:tailEnd/>
              </a:ln>
            </p:spPr>
            <p:txBody>
              <a:bodyPr/>
              <a:lstStyle/>
              <a:p>
                <a:endParaRPr lang="en-US"/>
              </a:p>
            </p:txBody>
          </p:sp>
          <p:sp>
            <p:nvSpPr>
              <p:cNvPr id="197" name="Freeform 581">
                <a:extLst>
                  <a:ext uri="{FF2B5EF4-FFF2-40B4-BE49-F238E27FC236}">
                    <a16:creationId xmlns:a16="http://schemas.microsoft.com/office/drawing/2014/main" id="{D9F40472-B9FB-7E99-38B1-E61A932BB2D3}"/>
                  </a:ext>
                </a:extLst>
              </p:cNvPr>
              <p:cNvSpPr>
                <a:spLocks/>
              </p:cNvSpPr>
              <p:nvPr/>
            </p:nvSpPr>
            <p:spPr bwMode="auto">
              <a:xfrm>
                <a:off x="4432" y="3130"/>
                <a:ext cx="41" cy="52"/>
              </a:xfrm>
              <a:custGeom>
                <a:avLst/>
                <a:gdLst>
                  <a:gd name="T0" fmla="*/ 35 w 246"/>
                  <a:gd name="T1" fmla="*/ 21 h 310"/>
                  <a:gd name="T2" fmla="*/ 37 w 246"/>
                  <a:gd name="T3" fmla="*/ 24 h 310"/>
                  <a:gd name="T4" fmla="*/ 38 w 246"/>
                  <a:gd name="T5" fmla="*/ 28 h 310"/>
                  <a:gd name="T6" fmla="*/ 37 w 246"/>
                  <a:gd name="T7" fmla="*/ 31 h 310"/>
                  <a:gd name="T8" fmla="*/ 35 w 246"/>
                  <a:gd name="T9" fmla="*/ 35 h 310"/>
                  <a:gd name="T10" fmla="*/ 31 w 246"/>
                  <a:gd name="T11" fmla="*/ 38 h 310"/>
                  <a:gd name="T12" fmla="*/ 28 w 246"/>
                  <a:gd name="T13" fmla="*/ 41 h 310"/>
                  <a:gd name="T14" fmla="*/ 24 w 246"/>
                  <a:gd name="T15" fmla="*/ 44 h 310"/>
                  <a:gd name="T16" fmla="*/ 22 w 246"/>
                  <a:gd name="T17" fmla="*/ 47 h 310"/>
                  <a:gd name="T18" fmla="*/ 21 w 246"/>
                  <a:gd name="T19" fmla="*/ 48 h 310"/>
                  <a:gd name="T20" fmla="*/ 20 w 246"/>
                  <a:gd name="T21" fmla="*/ 50 h 310"/>
                  <a:gd name="T22" fmla="*/ 20 w 246"/>
                  <a:gd name="T23" fmla="*/ 51 h 310"/>
                  <a:gd name="T24" fmla="*/ 22 w 246"/>
                  <a:gd name="T25" fmla="*/ 52 h 310"/>
                  <a:gd name="T26" fmla="*/ 23 w 246"/>
                  <a:gd name="T27" fmla="*/ 52 h 310"/>
                  <a:gd name="T28" fmla="*/ 26 w 246"/>
                  <a:gd name="T29" fmla="*/ 49 h 310"/>
                  <a:gd name="T30" fmla="*/ 30 w 246"/>
                  <a:gd name="T31" fmla="*/ 45 h 310"/>
                  <a:gd name="T32" fmla="*/ 35 w 246"/>
                  <a:gd name="T33" fmla="*/ 41 h 310"/>
                  <a:gd name="T34" fmla="*/ 39 w 246"/>
                  <a:gd name="T35" fmla="*/ 37 h 310"/>
                  <a:gd name="T36" fmla="*/ 41 w 246"/>
                  <a:gd name="T37" fmla="*/ 31 h 310"/>
                  <a:gd name="T38" fmla="*/ 40 w 246"/>
                  <a:gd name="T39" fmla="*/ 26 h 310"/>
                  <a:gd name="T40" fmla="*/ 38 w 246"/>
                  <a:gd name="T41" fmla="*/ 20 h 310"/>
                  <a:gd name="T42" fmla="*/ 34 w 246"/>
                  <a:gd name="T43" fmla="*/ 16 h 310"/>
                  <a:gd name="T44" fmla="*/ 30 w 246"/>
                  <a:gd name="T45" fmla="*/ 12 h 310"/>
                  <a:gd name="T46" fmla="*/ 25 w 246"/>
                  <a:gd name="T47" fmla="*/ 10 h 310"/>
                  <a:gd name="T48" fmla="*/ 21 w 246"/>
                  <a:gd name="T49" fmla="*/ 7 h 310"/>
                  <a:gd name="T50" fmla="*/ 16 w 246"/>
                  <a:gd name="T51" fmla="*/ 5 h 310"/>
                  <a:gd name="T52" fmla="*/ 12 w 246"/>
                  <a:gd name="T53" fmla="*/ 3 h 310"/>
                  <a:gd name="T54" fmla="*/ 8 w 246"/>
                  <a:gd name="T55" fmla="*/ 1 h 310"/>
                  <a:gd name="T56" fmla="*/ 4 w 246"/>
                  <a:gd name="T57" fmla="*/ 0 h 310"/>
                  <a:gd name="T58" fmla="*/ 1 w 246"/>
                  <a:gd name="T59" fmla="*/ 0 h 310"/>
                  <a:gd name="T60" fmla="*/ 1 w 246"/>
                  <a:gd name="T61" fmla="*/ 1 h 310"/>
                  <a:gd name="T62" fmla="*/ 5 w 246"/>
                  <a:gd name="T63" fmla="*/ 2 h 310"/>
                  <a:gd name="T64" fmla="*/ 9 w 246"/>
                  <a:gd name="T65" fmla="*/ 4 h 310"/>
                  <a:gd name="T66" fmla="*/ 13 w 246"/>
                  <a:gd name="T67" fmla="*/ 6 h 310"/>
                  <a:gd name="T68" fmla="*/ 18 w 246"/>
                  <a:gd name="T69" fmla="*/ 9 h 310"/>
                  <a:gd name="T70" fmla="*/ 22 w 246"/>
                  <a:gd name="T71" fmla="*/ 12 h 310"/>
                  <a:gd name="T72" fmla="*/ 27 w 246"/>
                  <a:gd name="T73" fmla="*/ 15 h 310"/>
                  <a:gd name="T74" fmla="*/ 31 w 246"/>
                  <a:gd name="T75" fmla="*/ 18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6"/>
                  <a:gd name="T115" fmla="*/ 0 h 310"/>
                  <a:gd name="T116" fmla="*/ 246 w 246"/>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w="9525">
                <a:noFill/>
                <a:round/>
                <a:headEnd/>
                <a:tailEnd/>
              </a:ln>
            </p:spPr>
            <p:txBody>
              <a:bodyPr/>
              <a:lstStyle/>
              <a:p>
                <a:endParaRPr lang="en-US"/>
              </a:p>
            </p:txBody>
          </p:sp>
          <p:sp>
            <p:nvSpPr>
              <p:cNvPr id="198" name="Freeform 582">
                <a:extLst>
                  <a:ext uri="{FF2B5EF4-FFF2-40B4-BE49-F238E27FC236}">
                    <a16:creationId xmlns:a16="http://schemas.microsoft.com/office/drawing/2014/main" id="{588E4F88-1DBB-3FD6-63AA-A58286A461D2}"/>
                  </a:ext>
                </a:extLst>
              </p:cNvPr>
              <p:cNvSpPr>
                <a:spLocks/>
              </p:cNvSpPr>
              <p:nvPr/>
            </p:nvSpPr>
            <p:spPr bwMode="auto">
              <a:xfrm>
                <a:off x="4387" y="3191"/>
                <a:ext cx="14" cy="31"/>
              </a:xfrm>
              <a:custGeom>
                <a:avLst/>
                <a:gdLst>
                  <a:gd name="T0" fmla="*/ 5 w 83"/>
                  <a:gd name="T1" fmla="*/ 2 h 187"/>
                  <a:gd name="T2" fmla="*/ 5 w 83"/>
                  <a:gd name="T3" fmla="*/ 1 h 187"/>
                  <a:gd name="T4" fmla="*/ 4 w 83"/>
                  <a:gd name="T5" fmla="*/ 0 h 187"/>
                  <a:gd name="T6" fmla="*/ 3 w 83"/>
                  <a:gd name="T7" fmla="*/ 0 h 187"/>
                  <a:gd name="T8" fmla="*/ 2 w 83"/>
                  <a:gd name="T9" fmla="*/ 0 h 187"/>
                  <a:gd name="T10" fmla="*/ 1 w 83"/>
                  <a:gd name="T11" fmla="*/ 0 h 187"/>
                  <a:gd name="T12" fmla="*/ 1 w 83"/>
                  <a:gd name="T13" fmla="*/ 1 h 187"/>
                  <a:gd name="T14" fmla="*/ 0 w 83"/>
                  <a:gd name="T15" fmla="*/ 2 h 187"/>
                  <a:gd name="T16" fmla="*/ 0 w 83"/>
                  <a:gd name="T17" fmla="*/ 3 h 187"/>
                  <a:gd name="T18" fmla="*/ 1 w 83"/>
                  <a:gd name="T19" fmla="*/ 7 h 187"/>
                  <a:gd name="T20" fmla="*/ 3 w 83"/>
                  <a:gd name="T21" fmla="*/ 12 h 187"/>
                  <a:gd name="T22" fmla="*/ 5 w 83"/>
                  <a:gd name="T23" fmla="*/ 17 h 187"/>
                  <a:gd name="T24" fmla="*/ 7 w 83"/>
                  <a:gd name="T25" fmla="*/ 21 h 187"/>
                  <a:gd name="T26" fmla="*/ 9 w 83"/>
                  <a:gd name="T27" fmla="*/ 25 h 187"/>
                  <a:gd name="T28" fmla="*/ 11 w 83"/>
                  <a:gd name="T29" fmla="*/ 28 h 187"/>
                  <a:gd name="T30" fmla="*/ 13 w 83"/>
                  <a:gd name="T31" fmla="*/ 31 h 187"/>
                  <a:gd name="T32" fmla="*/ 14 w 83"/>
                  <a:gd name="T33" fmla="*/ 31 h 187"/>
                  <a:gd name="T34" fmla="*/ 13 w 83"/>
                  <a:gd name="T35" fmla="*/ 29 h 187"/>
                  <a:gd name="T36" fmla="*/ 13 w 83"/>
                  <a:gd name="T37" fmla="*/ 26 h 187"/>
                  <a:gd name="T38" fmla="*/ 11 w 83"/>
                  <a:gd name="T39" fmla="*/ 23 h 187"/>
                  <a:gd name="T40" fmla="*/ 10 w 83"/>
                  <a:gd name="T41" fmla="*/ 19 h 187"/>
                  <a:gd name="T42" fmla="*/ 9 w 83"/>
                  <a:gd name="T43" fmla="*/ 15 h 187"/>
                  <a:gd name="T44" fmla="*/ 7 w 83"/>
                  <a:gd name="T45" fmla="*/ 10 h 187"/>
                  <a:gd name="T46" fmla="*/ 6 w 83"/>
                  <a:gd name="T47" fmla="*/ 6 h 187"/>
                  <a:gd name="T48" fmla="*/ 5 w 83"/>
                  <a:gd name="T49" fmla="*/ 2 h 18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3"/>
                  <a:gd name="T76" fmla="*/ 0 h 187"/>
                  <a:gd name="T77" fmla="*/ 83 w 83"/>
                  <a:gd name="T78" fmla="*/ 187 h 18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w="9525">
                <a:noFill/>
                <a:round/>
                <a:headEnd/>
                <a:tailEnd/>
              </a:ln>
            </p:spPr>
            <p:txBody>
              <a:bodyPr/>
              <a:lstStyle/>
              <a:p>
                <a:endParaRPr lang="en-US"/>
              </a:p>
            </p:txBody>
          </p:sp>
          <p:sp>
            <p:nvSpPr>
              <p:cNvPr id="199" name="Freeform 583">
                <a:extLst>
                  <a:ext uri="{FF2B5EF4-FFF2-40B4-BE49-F238E27FC236}">
                    <a16:creationId xmlns:a16="http://schemas.microsoft.com/office/drawing/2014/main" id="{390A28DA-C5A2-A9EC-6F9A-94EB0C9D4587}"/>
                  </a:ext>
                </a:extLst>
              </p:cNvPr>
              <p:cNvSpPr>
                <a:spLocks/>
              </p:cNvSpPr>
              <p:nvPr/>
            </p:nvSpPr>
            <p:spPr bwMode="auto">
              <a:xfrm>
                <a:off x="4381" y="3174"/>
                <a:ext cx="7" cy="16"/>
              </a:xfrm>
              <a:custGeom>
                <a:avLst/>
                <a:gdLst>
                  <a:gd name="T0" fmla="*/ 4 w 44"/>
                  <a:gd name="T1" fmla="*/ 2 h 94"/>
                  <a:gd name="T2" fmla="*/ 3 w 44"/>
                  <a:gd name="T3" fmla="*/ 1 h 94"/>
                  <a:gd name="T4" fmla="*/ 3 w 44"/>
                  <a:gd name="T5" fmla="*/ 0 h 94"/>
                  <a:gd name="T6" fmla="*/ 2 w 44"/>
                  <a:gd name="T7" fmla="*/ 0 h 94"/>
                  <a:gd name="T8" fmla="*/ 2 w 44"/>
                  <a:gd name="T9" fmla="*/ 0 h 94"/>
                  <a:gd name="T10" fmla="*/ 1 w 44"/>
                  <a:gd name="T11" fmla="*/ 0 h 94"/>
                  <a:gd name="T12" fmla="*/ 0 w 44"/>
                  <a:gd name="T13" fmla="*/ 1 h 94"/>
                  <a:gd name="T14" fmla="*/ 0 w 44"/>
                  <a:gd name="T15" fmla="*/ 1 h 94"/>
                  <a:gd name="T16" fmla="*/ 0 w 44"/>
                  <a:gd name="T17" fmla="*/ 2 h 94"/>
                  <a:gd name="T18" fmla="*/ 0 w 44"/>
                  <a:gd name="T19" fmla="*/ 4 h 94"/>
                  <a:gd name="T20" fmla="*/ 1 w 44"/>
                  <a:gd name="T21" fmla="*/ 6 h 94"/>
                  <a:gd name="T22" fmla="*/ 1 w 44"/>
                  <a:gd name="T23" fmla="*/ 9 h 94"/>
                  <a:gd name="T24" fmla="*/ 2 w 44"/>
                  <a:gd name="T25" fmla="*/ 11 h 94"/>
                  <a:gd name="T26" fmla="*/ 3 w 44"/>
                  <a:gd name="T27" fmla="*/ 13 h 94"/>
                  <a:gd name="T28" fmla="*/ 4 w 44"/>
                  <a:gd name="T29" fmla="*/ 15 h 94"/>
                  <a:gd name="T30" fmla="*/ 6 w 44"/>
                  <a:gd name="T31" fmla="*/ 16 h 94"/>
                  <a:gd name="T32" fmla="*/ 7 w 44"/>
                  <a:gd name="T33" fmla="*/ 16 h 94"/>
                  <a:gd name="T34" fmla="*/ 7 w 44"/>
                  <a:gd name="T35" fmla="*/ 13 h 94"/>
                  <a:gd name="T36" fmla="*/ 6 w 44"/>
                  <a:gd name="T37" fmla="*/ 9 h 94"/>
                  <a:gd name="T38" fmla="*/ 5 w 44"/>
                  <a:gd name="T39" fmla="*/ 5 h 94"/>
                  <a:gd name="T40" fmla="*/ 4 w 44"/>
                  <a:gd name="T41" fmla="*/ 2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4"/>
                  <a:gd name="T64" fmla="*/ 0 h 94"/>
                  <a:gd name="T65" fmla="*/ 44 w 44"/>
                  <a:gd name="T66" fmla="*/ 94 h 9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w="9525">
                <a:noFill/>
                <a:round/>
                <a:headEnd/>
                <a:tailEnd/>
              </a:ln>
            </p:spPr>
            <p:txBody>
              <a:bodyPr/>
              <a:lstStyle/>
              <a:p>
                <a:endParaRPr lang="en-US"/>
              </a:p>
            </p:txBody>
          </p:sp>
          <p:sp>
            <p:nvSpPr>
              <p:cNvPr id="200" name="Freeform 584">
                <a:extLst>
                  <a:ext uri="{FF2B5EF4-FFF2-40B4-BE49-F238E27FC236}">
                    <a16:creationId xmlns:a16="http://schemas.microsoft.com/office/drawing/2014/main" id="{BC76C9A5-9E16-87D5-3617-F4BDAC1E05AC}"/>
                  </a:ext>
                </a:extLst>
              </p:cNvPr>
              <p:cNvSpPr>
                <a:spLocks/>
              </p:cNvSpPr>
              <p:nvPr/>
            </p:nvSpPr>
            <p:spPr bwMode="auto">
              <a:xfrm>
                <a:off x="4375" y="3163"/>
                <a:ext cx="6" cy="9"/>
              </a:xfrm>
              <a:custGeom>
                <a:avLst/>
                <a:gdLst>
                  <a:gd name="T0" fmla="*/ 3 w 38"/>
                  <a:gd name="T1" fmla="*/ 1 h 54"/>
                  <a:gd name="T2" fmla="*/ 3 w 38"/>
                  <a:gd name="T3" fmla="*/ 1 h 54"/>
                  <a:gd name="T4" fmla="*/ 3 w 38"/>
                  <a:gd name="T5" fmla="*/ 1 h 54"/>
                  <a:gd name="T6" fmla="*/ 3 w 38"/>
                  <a:gd name="T7" fmla="*/ 1 h 54"/>
                  <a:gd name="T8" fmla="*/ 3 w 38"/>
                  <a:gd name="T9" fmla="*/ 1 h 54"/>
                  <a:gd name="T10" fmla="*/ 3 w 38"/>
                  <a:gd name="T11" fmla="*/ 1 h 54"/>
                  <a:gd name="T12" fmla="*/ 2 w 38"/>
                  <a:gd name="T13" fmla="*/ 0 h 54"/>
                  <a:gd name="T14" fmla="*/ 2 w 38"/>
                  <a:gd name="T15" fmla="*/ 0 h 54"/>
                  <a:gd name="T16" fmla="*/ 1 w 38"/>
                  <a:gd name="T17" fmla="*/ 0 h 54"/>
                  <a:gd name="T18" fmla="*/ 1 w 38"/>
                  <a:gd name="T19" fmla="*/ 0 h 54"/>
                  <a:gd name="T20" fmla="*/ 0 w 38"/>
                  <a:gd name="T21" fmla="*/ 1 h 54"/>
                  <a:gd name="T22" fmla="*/ 0 w 38"/>
                  <a:gd name="T23" fmla="*/ 1 h 54"/>
                  <a:gd name="T24" fmla="*/ 0 w 38"/>
                  <a:gd name="T25" fmla="*/ 2 h 54"/>
                  <a:gd name="T26" fmla="*/ 0 w 38"/>
                  <a:gd name="T27" fmla="*/ 3 h 54"/>
                  <a:gd name="T28" fmla="*/ 1 w 38"/>
                  <a:gd name="T29" fmla="*/ 4 h 54"/>
                  <a:gd name="T30" fmla="*/ 1 w 38"/>
                  <a:gd name="T31" fmla="*/ 5 h 54"/>
                  <a:gd name="T32" fmla="*/ 2 w 38"/>
                  <a:gd name="T33" fmla="*/ 7 h 54"/>
                  <a:gd name="T34" fmla="*/ 3 w 38"/>
                  <a:gd name="T35" fmla="*/ 8 h 54"/>
                  <a:gd name="T36" fmla="*/ 4 w 38"/>
                  <a:gd name="T37" fmla="*/ 8 h 54"/>
                  <a:gd name="T38" fmla="*/ 5 w 38"/>
                  <a:gd name="T39" fmla="*/ 9 h 54"/>
                  <a:gd name="T40" fmla="*/ 6 w 38"/>
                  <a:gd name="T41" fmla="*/ 9 h 54"/>
                  <a:gd name="T42" fmla="*/ 6 w 38"/>
                  <a:gd name="T43" fmla="*/ 7 h 54"/>
                  <a:gd name="T44" fmla="*/ 5 w 38"/>
                  <a:gd name="T45" fmla="*/ 5 h 54"/>
                  <a:gd name="T46" fmla="*/ 4 w 38"/>
                  <a:gd name="T47" fmla="*/ 3 h 54"/>
                  <a:gd name="T48" fmla="*/ 3 w 38"/>
                  <a:gd name="T49" fmla="*/ 1 h 5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
                  <a:gd name="T76" fmla="*/ 0 h 54"/>
                  <a:gd name="T77" fmla="*/ 38 w 38"/>
                  <a:gd name="T78" fmla="*/ 54 h 5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w="9525">
                <a:noFill/>
                <a:round/>
                <a:headEnd/>
                <a:tailEnd/>
              </a:ln>
            </p:spPr>
            <p:txBody>
              <a:bodyPr/>
              <a:lstStyle/>
              <a:p>
                <a:endParaRPr lang="en-US"/>
              </a:p>
            </p:txBody>
          </p:sp>
          <p:sp>
            <p:nvSpPr>
              <p:cNvPr id="201" name="Freeform 585">
                <a:extLst>
                  <a:ext uri="{FF2B5EF4-FFF2-40B4-BE49-F238E27FC236}">
                    <a16:creationId xmlns:a16="http://schemas.microsoft.com/office/drawing/2014/main" id="{7D31AD05-8836-592B-1047-46F6207167AA}"/>
                  </a:ext>
                </a:extLst>
              </p:cNvPr>
              <p:cNvSpPr>
                <a:spLocks/>
              </p:cNvSpPr>
              <p:nvPr/>
            </p:nvSpPr>
            <p:spPr bwMode="auto">
              <a:xfrm>
                <a:off x="4370" y="3155"/>
                <a:ext cx="8" cy="6"/>
              </a:xfrm>
              <a:custGeom>
                <a:avLst/>
                <a:gdLst>
                  <a:gd name="T0" fmla="*/ 6 w 52"/>
                  <a:gd name="T1" fmla="*/ 4 h 36"/>
                  <a:gd name="T2" fmla="*/ 7 w 52"/>
                  <a:gd name="T3" fmla="*/ 4 h 36"/>
                  <a:gd name="T4" fmla="*/ 8 w 52"/>
                  <a:gd name="T5" fmla="*/ 3 h 36"/>
                  <a:gd name="T6" fmla="*/ 8 w 52"/>
                  <a:gd name="T7" fmla="*/ 3 h 36"/>
                  <a:gd name="T8" fmla="*/ 8 w 52"/>
                  <a:gd name="T9" fmla="*/ 2 h 36"/>
                  <a:gd name="T10" fmla="*/ 8 w 52"/>
                  <a:gd name="T11" fmla="*/ 1 h 36"/>
                  <a:gd name="T12" fmla="*/ 7 w 52"/>
                  <a:gd name="T13" fmla="*/ 0 h 36"/>
                  <a:gd name="T14" fmla="*/ 6 w 52"/>
                  <a:gd name="T15" fmla="*/ 0 h 36"/>
                  <a:gd name="T16" fmla="*/ 6 w 52"/>
                  <a:gd name="T17" fmla="*/ 0 h 36"/>
                  <a:gd name="T18" fmla="*/ 5 w 52"/>
                  <a:gd name="T19" fmla="*/ 0 h 36"/>
                  <a:gd name="T20" fmla="*/ 4 w 52"/>
                  <a:gd name="T21" fmla="*/ 0 h 36"/>
                  <a:gd name="T22" fmla="*/ 3 w 52"/>
                  <a:gd name="T23" fmla="*/ 1 h 36"/>
                  <a:gd name="T24" fmla="*/ 2 w 52"/>
                  <a:gd name="T25" fmla="*/ 1 h 36"/>
                  <a:gd name="T26" fmla="*/ 1 w 52"/>
                  <a:gd name="T27" fmla="*/ 2 h 36"/>
                  <a:gd name="T28" fmla="*/ 0 w 52"/>
                  <a:gd name="T29" fmla="*/ 4 h 36"/>
                  <a:gd name="T30" fmla="*/ 0 w 52"/>
                  <a:gd name="T31" fmla="*/ 5 h 36"/>
                  <a:gd name="T32" fmla="*/ 0 w 52"/>
                  <a:gd name="T33" fmla="*/ 5 h 36"/>
                  <a:gd name="T34" fmla="*/ 1 w 52"/>
                  <a:gd name="T35" fmla="*/ 6 h 36"/>
                  <a:gd name="T36" fmla="*/ 1 w 52"/>
                  <a:gd name="T37" fmla="*/ 6 h 36"/>
                  <a:gd name="T38" fmla="*/ 2 w 52"/>
                  <a:gd name="T39" fmla="*/ 6 h 36"/>
                  <a:gd name="T40" fmla="*/ 3 w 52"/>
                  <a:gd name="T41" fmla="*/ 6 h 36"/>
                  <a:gd name="T42" fmla="*/ 4 w 52"/>
                  <a:gd name="T43" fmla="*/ 6 h 36"/>
                  <a:gd name="T44" fmla="*/ 5 w 52"/>
                  <a:gd name="T45" fmla="*/ 5 h 36"/>
                  <a:gd name="T46" fmla="*/ 6 w 52"/>
                  <a:gd name="T47" fmla="*/ 5 h 36"/>
                  <a:gd name="T48" fmla="*/ 6 w 52"/>
                  <a:gd name="T49" fmla="*/ 4 h 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2"/>
                  <a:gd name="T76" fmla="*/ 0 h 36"/>
                  <a:gd name="T77" fmla="*/ 52 w 52"/>
                  <a:gd name="T78" fmla="*/ 36 h 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w="9525">
                <a:noFill/>
                <a:round/>
                <a:headEnd/>
                <a:tailEnd/>
              </a:ln>
            </p:spPr>
            <p:txBody>
              <a:bodyPr/>
              <a:lstStyle/>
              <a:p>
                <a:endParaRPr lang="en-US"/>
              </a:p>
            </p:txBody>
          </p:sp>
          <p:sp>
            <p:nvSpPr>
              <p:cNvPr id="202" name="Freeform 586">
                <a:extLst>
                  <a:ext uri="{FF2B5EF4-FFF2-40B4-BE49-F238E27FC236}">
                    <a16:creationId xmlns:a16="http://schemas.microsoft.com/office/drawing/2014/main" id="{B94A4158-674E-F2E4-5D10-836D79656C97}"/>
                  </a:ext>
                </a:extLst>
              </p:cNvPr>
              <p:cNvSpPr>
                <a:spLocks/>
              </p:cNvSpPr>
              <p:nvPr/>
            </p:nvSpPr>
            <p:spPr bwMode="auto">
              <a:xfrm>
                <a:off x="4330" y="3145"/>
                <a:ext cx="33" cy="39"/>
              </a:xfrm>
              <a:custGeom>
                <a:avLst/>
                <a:gdLst>
                  <a:gd name="T0" fmla="*/ 12 w 198"/>
                  <a:gd name="T1" fmla="*/ 6 h 236"/>
                  <a:gd name="T2" fmla="*/ 10 w 198"/>
                  <a:gd name="T3" fmla="*/ 8 h 236"/>
                  <a:gd name="T4" fmla="*/ 8 w 198"/>
                  <a:gd name="T5" fmla="*/ 10 h 236"/>
                  <a:gd name="T6" fmla="*/ 6 w 198"/>
                  <a:gd name="T7" fmla="*/ 12 h 236"/>
                  <a:gd name="T8" fmla="*/ 4 w 198"/>
                  <a:gd name="T9" fmla="*/ 14 h 236"/>
                  <a:gd name="T10" fmla="*/ 2 w 198"/>
                  <a:gd name="T11" fmla="*/ 17 h 236"/>
                  <a:gd name="T12" fmla="*/ 1 w 198"/>
                  <a:gd name="T13" fmla="*/ 19 h 236"/>
                  <a:gd name="T14" fmla="*/ 0 w 198"/>
                  <a:gd name="T15" fmla="*/ 21 h 236"/>
                  <a:gd name="T16" fmla="*/ 0 w 198"/>
                  <a:gd name="T17" fmla="*/ 24 h 236"/>
                  <a:gd name="T18" fmla="*/ 0 w 198"/>
                  <a:gd name="T19" fmla="*/ 28 h 236"/>
                  <a:gd name="T20" fmla="*/ 2 w 198"/>
                  <a:gd name="T21" fmla="*/ 31 h 236"/>
                  <a:gd name="T22" fmla="*/ 4 w 198"/>
                  <a:gd name="T23" fmla="*/ 34 h 236"/>
                  <a:gd name="T24" fmla="*/ 7 w 198"/>
                  <a:gd name="T25" fmla="*/ 36 h 236"/>
                  <a:gd name="T26" fmla="*/ 11 w 198"/>
                  <a:gd name="T27" fmla="*/ 38 h 236"/>
                  <a:gd name="T28" fmla="*/ 15 w 198"/>
                  <a:gd name="T29" fmla="*/ 39 h 236"/>
                  <a:gd name="T30" fmla="*/ 18 w 198"/>
                  <a:gd name="T31" fmla="*/ 39 h 236"/>
                  <a:gd name="T32" fmla="*/ 22 w 198"/>
                  <a:gd name="T33" fmla="*/ 38 h 236"/>
                  <a:gd name="T34" fmla="*/ 23 w 198"/>
                  <a:gd name="T35" fmla="*/ 38 h 236"/>
                  <a:gd name="T36" fmla="*/ 24 w 198"/>
                  <a:gd name="T37" fmla="*/ 38 h 236"/>
                  <a:gd name="T38" fmla="*/ 24 w 198"/>
                  <a:gd name="T39" fmla="*/ 37 h 236"/>
                  <a:gd name="T40" fmla="*/ 24 w 198"/>
                  <a:gd name="T41" fmla="*/ 37 h 236"/>
                  <a:gd name="T42" fmla="*/ 24 w 198"/>
                  <a:gd name="T43" fmla="*/ 36 h 236"/>
                  <a:gd name="T44" fmla="*/ 24 w 198"/>
                  <a:gd name="T45" fmla="*/ 36 h 236"/>
                  <a:gd name="T46" fmla="*/ 23 w 198"/>
                  <a:gd name="T47" fmla="*/ 36 h 236"/>
                  <a:gd name="T48" fmla="*/ 22 w 198"/>
                  <a:gd name="T49" fmla="*/ 36 h 236"/>
                  <a:gd name="T50" fmla="*/ 21 w 198"/>
                  <a:gd name="T51" fmla="*/ 36 h 236"/>
                  <a:gd name="T52" fmla="*/ 20 w 198"/>
                  <a:gd name="T53" fmla="*/ 36 h 236"/>
                  <a:gd name="T54" fmla="*/ 19 w 198"/>
                  <a:gd name="T55" fmla="*/ 36 h 236"/>
                  <a:gd name="T56" fmla="*/ 18 w 198"/>
                  <a:gd name="T57" fmla="*/ 36 h 236"/>
                  <a:gd name="T58" fmla="*/ 16 w 198"/>
                  <a:gd name="T59" fmla="*/ 36 h 236"/>
                  <a:gd name="T60" fmla="*/ 15 w 198"/>
                  <a:gd name="T61" fmla="*/ 36 h 236"/>
                  <a:gd name="T62" fmla="*/ 13 w 198"/>
                  <a:gd name="T63" fmla="*/ 35 h 236"/>
                  <a:gd name="T64" fmla="*/ 10 w 198"/>
                  <a:gd name="T65" fmla="*/ 35 h 236"/>
                  <a:gd name="T66" fmla="*/ 8 w 198"/>
                  <a:gd name="T67" fmla="*/ 34 h 236"/>
                  <a:gd name="T68" fmla="*/ 7 w 198"/>
                  <a:gd name="T69" fmla="*/ 33 h 236"/>
                  <a:gd name="T70" fmla="*/ 5 w 198"/>
                  <a:gd name="T71" fmla="*/ 31 h 236"/>
                  <a:gd name="T72" fmla="*/ 3 w 198"/>
                  <a:gd name="T73" fmla="*/ 29 h 236"/>
                  <a:gd name="T74" fmla="*/ 2 w 198"/>
                  <a:gd name="T75" fmla="*/ 26 h 236"/>
                  <a:gd name="T76" fmla="*/ 3 w 198"/>
                  <a:gd name="T77" fmla="*/ 23 h 236"/>
                  <a:gd name="T78" fmla="*/ 4 w 198"/>
                  <a:gd name="T79" fmla="*/ 20 h 236"/>
                  <a:gd name="T80" fmla="*/ 5 w 198"/>
                  <a:gd name="T81" fmla="*/ 18 h 236"/>
                  <a:gd name="T82" fmla="*/ 7 w 198"/>
                  <a:gd name="T83" fmla="*/ 16 h 236"/>
                  <a:gd name="T84" fmla="*/ 8 w 198"/>
                  <a:gd name="T85" fmla="*/ 14 h 236"/>
                  <a:gd name="T86" fmla="*/ 10 w 198"/>
                  <a:gd name="T87" fmla="*/ 12 h 236"/>
                  <a:gd name="T88" fmla="*/ 13 w 198"/>
                  <a:gd name="T89" fmla="*/ 10 h 236"/>
                  <a:gd name="T90" fmla="*/ 16 w 198"/>
                  <a:gd name="T91" fmla="*/ 8 h 236"/>
                  <a:gd name="T92" fmla="*/ 18 w 198"/>
                  <a:gd name="T93" fmla="*/ 6 h 236"/>
                  <a:gd name="T94" fmla="*/ 21 w 198"/>
                  <a:gd name="T95" fmla="*/ 5 h 236"/>
                  <a:gd name="T96" fmla="*/ 24 w 198"/>
                  <a:gd name="T97" fmla="*/ 4 h 236"/>
                  <a:gd name="T98" fmla="*/ 26 w 198"/>
                  <a:gd name="T99" fmla="*/ 3 h 236"/>
                  <a:gd name="T100" fmla="*/ 29 w 198"/>
                  <a:gd name="T101" fmla="*/ 2 h 236"/>
                  <a:gd name="T102" fmla="*/ 31 w 198"/>
                  <a:gd name="T103" fmla="*/ 2 h 236"/>
                  <a:gd name="T104" fmla="*/ 33 w 198"/>
                  <a:gd name="T105" fmla="*/ 1 h 236"/>
                  <a:gd name="T106" fmla="*/ 32 w 198"/>
                  <a:gd name="T107" fmla="*/ 0 h 236"/>
                  <a:gd name="T108" fmla="*/ 30 w 198"/>
                  <a:gd name="T109" fmla="*/ 0 h 236"/>
                  <a:gd name="T110" fmla="*/ 27 w 198"/>
                  <a:gd name="T111" fmla="*/ 0 h 236"/>
                  <a:gd name="T112" fmla="*/ 24 w 198"/>
                  <a:gd name="T113" fmla="*/ 1 h 236"/>
                  <a:gd name="T114" fmla="*/ 21 w 198"/>
                  <a:gd name="T115" fmla="*/ 2 h 236"/>
                  <a:gd name="T116" fmla="*/ 17 w 198"/>
                  <a:gd name="T117" fmla="*/ 3 h 236"/>
                  <a:gd name="T118" fmla="*/ 15 w 198"/>
                  <a:gd name="T119" fmla="*/ 5 h 236"/>
                  <a:gd name="T120" fmla="*/ 12 w 198"/>
                  <a:gd name="T121" fmla="*/ 6 h 2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98"/>
                  <a:gd name="T184" fmla="*/ 0 h 236"/>
                  <a:gd name="T185" fmla="*/ 198 w 198"/>
                  <a:gd name="T186" fmla="*/ 236 h 2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w="9525">
                <a:solidFill>
                  <a:schemeClr val="bg2"/>
                </a:solidFill>
                <a:round/>
                <a:headEnd/>
                <a:tailEnd/>
              </a:ln>
            </p:spPr>
            <p:txBody>
              <a:bodyPr/>
              <a:lstStyle/>
              <a:p>
                <a:endParaRPr lang="en-US"/>
              </a:p>
            </p:txBody>
          </p:sp>
          <p:sp>
            <p:nvSpPr>
              <p:cNvPr id="203" name="Freeform 587">
                <a:extLst>
                  <a:ext uri="{FF2B5EF4-FFF2-40B4-BE49-F238E27FC236}">
                    <a16:creationId xmlns:a16="http://schemas.microsoft.com/office/drawing/2014/main" id="{C20B8B6C-B213-83C3-6DED-B6C5A91E76CC}"/>
                  </a:ext>
                </a:extLst>
              </p:cNvPr>
              <p:cNvSpPr>
                <a:spLocks/>
              </p:cNvSpPr>
              <p:nvPr/>
            </p:nvSpPr>
            <p:spPr bwMode="auto">
              <a:xfrm>
                <a:off x="4386" y="3145"/>
                <a:ext cx="22" cy="30"/>
              </a:xfrm>
              <a:custGeom>
                <a:avLst/>
                <a:gdLst>
                  <a:gd name="T0" fmla="*/ 19 w 128"/>
                  <a:gd name="T1" fmla="*/ 10 h 183"/>
                  <a:gd name="T2" fmla="*/ 19 w 128"/>
                  <a:gd name="T3" fmla="*/ 13 h 183"/>
                  <a:gd name="T4" fmla="*/ 19 w 128"/>
                  <a:gd name="T5" fmla="*/ 16 h 183"/>
                  <a:gd name="T6" fmla="*/ 17 w 128"/>
                  <a:gd name="T7" fmla="*/ 18 h 183"/>
                  <a:gd name="T8" fmla="*/ 15 w 128"/>
                  <a:gd name="T9" fmla="*/ 20 h 183"/>
                  <a:gd name="T10" fmla="*/ 13 w 128"/>
                  <a:gd name="T11" fmla="*/ 22 h 183"/>
                  <a:gd name="T12" fmla="*/ 10 w 128"/>
                  <a:gd name="T13" fmla="*/ 24 h 183"/>
                  <a:gd name="T14" fmla="*/ 7 w 128"/>
                  <a:gd name="T15" fmla="*/ 26 h 183"/>
                  <a:gd name="T16" fmla="*/ 5 w 128"/>
                  <a:gd name="T17" fmla="*/ 27 h 183"/>
                  <a:gd name="T18" fmla="*/ 5 w 128"/>
                  <a:gd name="T19" fmla="*/ 28 h 183"/>
                  <a:gd name="T20" fmla="*/ 4 w 128"/>
                  <a:gd name="T21" fmla="*/ 28 h 183"/>
                  <a:gd name="T22" fmla="*/ 4 w 128"/>
                  <a:gd name="T23" fmla="*/ 29 h 183"/>
                  <a:gd name="T24" fmla="*/ 5 w 128"/>
                  <a:gd name="T25" fmla="*/ 29 h 183"/>
                  <a:gd name="T26" fmla="*/ 5 w 128"/>
                  <a:gd name="T27" fmla="*/ 30 h 183"/>
                  <a:gd name="T28" fmla="*/ 6 w 128"/>
                  <a:gd name="T29" fmla="*/ 30 h 183"/>
                  <a:gd name="T30" fmla="*/ 6 w 128"/>
                  <a:gd name="T31" fmla="*/ 30 h 183"/>
                  <a:gd name="T32" fmla="*/ 7 w 128"/>
                  <a:gd name="T33" fmla="*/ 30 h 183"/>
                  <a:gd name="T34" fmla="*/ 10 w 128"/>
                  <a:gd name="T35" fmla="*/ 28 h 183"/>
                  <a:gd name="T36" fmla="*/ 13 w 128"/>
                  <a:gd name="T37" fmla="*/ 26 h 183"/>
                  <a:gd name="T38" fmla="*/ 16 w 128"/>
                  <a:gd name="T39" fmla="*/ 24 h 183"/>
                  <a:gd name="T40" fmla="*/ 19 w 128"/>
                  <a:gd name="T41" fmla="*/ 22 h 183"/>
                  <a:gd name="T42" fmla="*/ 20 w 128"/>
                  <a:gd name="T43" fmla="*/ 19 h 183"/>
                  <a:gd name="T44" fmla="*/ 21 w 128"/>
                  <a:gd name="T45" fmla="*/ 16 h 183"/>
                  <a:gd name="T46" fmla="*/ 22 w 128"/>
                  <a:gd name="T47" fmla="*/ 13 h 183"/>
                  <a:gd name="T48" fmla="*/ 21 w 128"/>
                  <a:gd name="T49" fmla="*/ 10 h 183"/>
                  <a:gd name="T50" fmla="*/ 19 w 128"/>
                  <a:gd name="T51" fmla="*/ 7 h 183"/>
                  <a:gd name="T52" fmla="*/ 17 w 128"/>
                  <a:gd name="T53" fmla="*/ 5 h 183"/>
                  <a:gd name="T54" fmla="*/ 14 w 128"/>
                  <a:gd name="T55" fmla="*/ 3 h 183"/>
                  <a:gd name="T56" fmla="*/ 10 w 128"/>
                  <a:gd name="T57" fmla="*/ 1 h 183"/>
                  <a:gd name="T58" fmla="*/ 7 w 128"/>
                  <a:gd name="T59" fmla="*/ 0 h 183"/>
                  <a:gd name="T60" fmla="*/ 4 w 128"/>
                  <a:gd name="T61" fmla="*/ 0 h 183"/>
                  <a:gd name="T62" fmla="*/ 2 w 128"/>
                  <a:gd name="T63" fmla="*/ 0 h 183"/>
                  <a:gd name="T64" fmla="*/ 0 w 128"/>
                  <a:gd name="T65" fmla="*/ 1 h 183"/>
                  <a:gd name="T66" fmla="*/ 3 w 128"/>
                  <a:gd name="T67" fmla="*/ 2 h 183"/>
                  <a:gd name="T68" fmla="*/ 6 w 128"/>
                  <a:gd name="T69" fmla="*/ 2 h 183"/>
                  <a:gd name="T70" fmla="*/ 8 w 128"/>
                  <a:gd name="T71" fmla="*/ 3 h 183"/>
                  <a:gd name="T72" fmla="*/ 11 w 128"/>
                  <a:gd name="T73" fmla="*/ 4 h 183"/>
                  <a:gd name="T74" fmla="*/ 13 w 128"/>
                  <a:gd name="T75" fmla="*/ 5 h 183"/>
                  <a:gd name="T76" fmla="*/ 15 w 128"/>
                  <a:gd name="T77" fmla="*/ 6 h 183"/>
                  <a:gd name="T78" fmla="*/ 17 w 128"/>
                  <a:gd name="T79" fmla="*/ 8 h 183"/>
                  <a:gd name="T80" fmla="*/ 19 w 128"/>
                  <a:gd name="T81" fmla="*/ 10 h 18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3"/>
                  <a:gd name="T125" fmla="*/ 128 w 128"/>
                  <a:gd name="T126" fmla="*/ 183 h 18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w="9525">
                <a:solidFill>
                  <a:schemeClr val="bg2"/>
                </a:solidFill>
                <a:round/>
                <a:headEnd/>
                <a:tailEnd/>
              </a:ln>
            </p:spPr>
            <p:txBody>
              <a:bodyPr/>
              <a:lstStyle/>
              <a:p>
                <a:endParaRPr lang="en-US"/>
              </a:p>
            </p:txBody>
          </p:sp>
          <p:sp>
            <p:nvSpPr>
              <p:cNvPr id="204" name="Freeform 588">
                <a:extLst>
                  <a:ext uri="{FF2B5EF4-FFF2-40B4-BE49-F238E27FC236}">
                    <a16:creationId xmlns:a16="http://schemas.microsoft.com/office/drawing/2014/main" id="{DC6496E7-961C-1F60-1C24-B6E91C26FD08}"/>
                  </a:ext>
                </a:extLst>
              </p:cNvPr>
              <p:cNvSpPr>
                <a:spLocks/>
              </p:cNvSpPr>
              <p:nvPr/>
            </p:nvSpPr>
            <p:spPr bwMode="auto">
              <a:xfrm>
                <a:off x="4309" y="3138"/>
                <a:ext cx="53" cy="63"/>
              </a:xfrm>
              <a:custGeom>
                <a:avLst/>
                <a:gdLst>
                  <a:gd name="T0" fmla="*/ 17 w 323"/>
                  <a:gd name="T1" fmla="*/ 12 h 379"/>
                  <a:gd name="T2" fmla="*/ 9 w 323"/>
                  <a:gd name="T3" fmla="*/ 19 h 379"/>
                  <a:gd name="T4" fmla="*/ 3 w 323"/>
                  <a:gd name="T5" fmla="*/ 28 h 379"/>
                  <a:gd name="T6" fmla="*/ 0 w 323"/>
                  <a:gd name="T7" fmla="*/ 38 h 379"/>
                  <a:gd name="T8" fmla="*/ 1 w 323"/>
                  <a:gd name="T9" fmla="*/ 44 h 379"/>
                  <a:gd name="T10" fmla="*/ 2 w 323"/>
                  <a:gd name="T11" fmla="*/ 47 h 379"/>
                  <a:gd name="T12" fmla="*/ 3 w 323"/>
                  <a:gd name="T13" fmla="*/ 50 h 379"/>
                  <a:gd name="T14" fmla="*/ 6 w 323"/>
                  <a:gd name="T15" fmla="*/ 52 h 379"/>
                  <a:gd name="T16" fmla="*/ 9 w 323"/>
                  <a:gd name="T17" fmla="*/ 54 h 379"/>
                  <a:gd name="T18" fmla="*/ 14 w 323"/>
                  <a:gd name="T19" fmla="*/ 57 h 379"/>
                  <a:gd name="T20" fmla="*/ 20 w 323"/>
                  <a:gd name="T21" fmla="*/ 58 h 379"/>
                  <a:gd name="T22" fmla="*/ 25 w 323"/>
                  <a:gd name="T23" fmla="*/ 60 h 379"/>
                  <a:gd name="T24" fmla="*/ 31 w 323"/>
                  <a:gd name="T25" fmla="*/ 61 h 379"/>
                  <a:gd name="T26" fmla="*/ 36 w 323"/>
                  <a:gd name="T27" fmla="*/ 62 h 379"/>
                  <a:gd name="T28" fmla="*/ 42 w 323"/>
                  <a:gd name="T29" fmla="*/ 62 h 379"/>
                  <a:gd name="T30" fmla="*/ 48 w 323"/>
                  <a:gd name="T31" fmla="*/ 63 h 379"/>
                  <a:gd name="T32" fmla="*/ 51 w 323"/>
                  <a:gd name="T33" fmla="*/ 63 h 379"/>
                  <a:gd name="T34" fmla="*/ 53 w 323"/>
                  <a:gd name="T35" fmla="*/ 62 h 379"/>
                  <a:gd name="T36" fmla="*/ 53 w 323"/>
                  <a:gd name="T37" fmla="*/ 60 h 379"/>
                  <a:gd name="T38" fmla="*/ 52 w 323"/>
                  <a:gd name="T39" fmla="*/ 59 h 379"/>
                  <a:gd name="T40" fmla="*/ 48 w 323"/>
                  <a:gd name="T41" fmla="*/ 58 h 379"/>
                  <a:gd name="T42" fmla="*/ 43 w 323"/>
                  <a:gd name="T43" fmla="*/ 58 h 379"/>
                  <a:gd name="T44" fmla="*/ 38 w 323"/>
                  <a:gd name="T45" fmla="*/ 58 h 379"/>
                  <a:gd name="T46" fmla="*/ 33 w 323"/>
                  <a:gd name="T47" fmla="*/ 57 h 379"/>
                  <a:gd name="T48" fmla="*/ 28 w 323"/>
                  <a:gd name="T49" fmla="*/ 56 h 379"/>
                  <a:gd name="T50" fmla="*/ 22 w 323"/>
                  <a:gd name="T51" fmla="*/ 55 h 379"/>
                  <a:gd name="T52" fmla="*/ 17 w 323"/>
                  <a:gd name="T53" fmla="*/ 53 h 379"/>
                  <a:gd name="T54" fmla="*/ 12 w 323"/>
                  <a:gd name="T55" fmla="*/ 51 h 379"/>
                  <a:gd name="T56" fmla="*/ 8 w 323"/>
                  <a:gd name="T57" fmla="*/ 48 h 379"/>
                  <a:gd name="T58" fmla="*/ 6 w 323"/>
                  <a:gd name="T59" fmla="*/ 45 h 379"/>
                  <a:gd name="T60" fmla="*/ 5 w 323"/>
                  <a:gd name="T61" fmla="*/ 40 h 379"/>
                  <a:gd name="T62" fmla="*/ 6 w 323"/>
                  <a:gd name="T63" fmla="*/ 33 h 379"/>
                  <a:gd name="T64" fmla="*/ 8 w 323"/>
                  <a:gd name="T65" fmla="*/ 27 h 379"/>
                  <a:gd name="T66" fmla="*/ 11 w 323"/>
                  <a:gd name="T67" fmla="*/ 23 h 379"/>
                  <a:gd name="T68" fmla="*/ 15 w 323"/>
                  <a:gd name="T69" fmla="*/ 18 h 379"/>
                  <a:gd name="T70" fmla="*/ 19 w 323"/>
                  <a:gd name="T71" fmla="*/ 15 h 379"/>
                  <a:gd name="T72" fmla="*/ 24 w 323"/>
                  <a:gd name="T73" fmla="*/ 11 h 379"/>
                  <a:gd name="T74" fmla="*/ 30 w 323"/>
                  <a:gd name="T75" fmla="*/ 7 h 379"/>
                  <a:gd name="T76" fmla="*/ 36 w 323"/>
                  <a:gd name="T77" fmla="*/ 4 h 379"/>
                  <a:gd name="T78" fmla="*/ 42 w 323"/>
                  <a:gd name="T79" fmla="*/ 1 h 379"/>
                  <a:gd name="T80" fmla="*/ 42 w 323"/>
                  <a:gd name="T81" fmla="*/ 0 h 379"/>
                  <a:gd name="T82" fmla="*/ 36 w 323"/>
                  <a:gd name="T83" fmla="*/ 1 h 379"/>
                  <a:gd name="T84" fmla="*/ 30 w 323"/>
                  <a:gd name="T85" fmla="*/ 3 h 379"/>
                  <a:gd name="T86" fmla="*/ 23 w 323"/>
                  <a:gd name="T87" fmla="*/ 6 h 37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3"/>
                  <a:gd name="T133" fmla="*/ 0 h 379"/>
                  <a:gd name="T134" fmla="*/ 323 w 323"/>
                  <a:gd name="T135" fmla="*/ 379 h 37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w="9525">
                <a:solidFill>
                  <a:schemeClr val="bg2"/>
                </a:solidFill>
                <a:round/>
                <a:headEnd/>
                <a:tailEnd/>
              </a:ln>
            </p:spPr>
            <p:txBody>
              <a:bodyPr/>
              <a:lstStyle/>
              <a:p>
                <a:endParaRPr lang="en-US"/>
              </a:p>
            </p:txBody>
          </p:sp>
          <p:sp>
            <p:nvSpPr>
              <p:cNvPr id="205" name="Freeform 589">
                <a:extLst>
                  <a:ext uri="{FF2B5EF4-FFF2-40B4-BE49-F238E27FC236}">
                    <a16:creationId xmlns:a16="http://schemas.microsoft.com/office/drawing/2014/main" id="{6E745F6C-EB29-4AB5-12B3-99F94C9C4A42}"/>
                  </a:ext>
                </a:extLst>
              </p:cNvPr>
              <p:cNvSpPr>
                <a:spLocks/>
              </p:cNvSpPr>
              <p:nvPr/>
            </p:nvSpPr>
            <p:spPr bwMode="auto">
              <a:xfrm>
                <a:off x="4384" y="3136"/>
                <a:ext cx="47" cy="42"/>
              </a:xfrm>
              <a:custGeom>
                <a:avLst/>
                <a:gdLst>
                  <a:gd name="T0" fmla="*/ 39 w 282"/>
                  <a:gd name="T1" fmla="*/ 13 h 253"/>
                  <a:gd name="T2" fmla="*/ 41 w 282"/>
                  <a:gd name="T3" fmla="*/ 15 h 253"/>
                  <a:gd name="T4" fmla="*/ 42 w 282"/>
                  <a:gd name="T5" fmla="*/ 18 h 253"/>
                  <a:gd name="T6" fmla="*/ 43 w 282"/>
                  <a:gd name="T7" fmla="*/ 21 h 253"/>
                  <a:gd name="T8" fmla="*/ 43 w 282"/>
                  <a:gd name="T9" fmla="*/ 24 h 253"/>
                  <a:gd name="T10" fmla="*/ 43 w 282"/>
                  <a:gd name="T11" fmla="*/ 26 h 253"/>
                  <a:gd name="T12" fmla="*/ 42 w 282"/>
                  <a:gd name="T13" fmla="*/ 28 h 253"/>
                  <a:gd name="T14" fmla="*/ 41 w 282"/>
                  <a:gd name="T15" fmla="*/ 31 h 253"/>
                  <a:gd name="T16" fmla="*/ 39 w 282"/>
                  <a:gd name="T17" fmla="*/ 32 h 253"/>
                  <a:gd name="T18" fmla="*/ 37 w 282"/>
                  <a:gd name="T19" fmla="*/ 34 h 253"/>
                  <a:gd name="T20" fmla="*/ 36 w 282"/>
                  <a:gd name="T21" fmla="*/ 36 h 253"/>
                  <a:gd name="T22" fmla="*/ 34 w 282"/>
                  <a:gd name="T23" fmla="*/ 37 h 253"/>
                  <a:gd name="T24" fmla="*/ 32 w 282"/>
                  <a:gd name="T25" fmla="*/ 39 h 253"/>
                  <a:gd name="T26" fmla="*/ 32 w 282"/>
                  <a:gd name="T27" fmla="*/ 40 h 253"/>
                  <a:gd name="T28" fmla="*/ 32 w 282"/>
                  <a:gd name="T29" fmla="*/ 40 h 253"/>
                  <a:gd name="T30" fmla="*/ 32 w 282"/>
                  <a:gd name="T31" fmla="*/ 41 h 253"/>
                  <a:gd name="T32" fmla="*/ 32 w 282"/>
                  <a:gd name="T33" fmla="*/ 41 h 253"/>
                  <a:gd name="T34" fmla="*/ 33 w 282"/>
                  <a:gd name="T35" fmla="*/ 42 h 253"/>
                  <a:gd name="T36" fmla="*/ 33 w 282"/>
                  <a:gd name="T37" fmla="*/ 42 h 253"/>
                  <a:gd name="T38" fmla="*/ 34 w 282"/>
                  <a:gd name="T39" fmla="*/ 42 h 253"/>
                  <a:gd name="T40" fmla="*/ 35 w 282"/>
                  <a:gd name="T41" fmla="*/ 41 h 253"/>
                  <a:gd name="T42" fmla="*/ 39 w 282"/>
                  <a:gd name="T43" fmla="*/ 39 h 253"/>
                  <a:gd name="T44" fmla="*/ 42 w 282"/>
                  <a:gd name="T45" fmla="*/ 36 h 253"/>
                  <a:gd name="T46" fmla="*/ 45 w 282"/>
                  <a:gd name="T47" fmla="*/ 32 h 253"/>
                  <a:gd name="T48" fmla="*/ 46 w 282"/>
                  <a:gd name="T49" fmla="*/ 28 h 253"/>
                  <a:gd name="T50" fmla="*/ 47 w 282"/>
                  <a:gd name="T51" fmla="*/ 23 h 253"/>
                  <a:gd name="T52" fmla="*/ 47 w 282"/>
                  <a:gd name="T53" fmla="*/ 19 h 253"/>
                  <a:gd name="T54" fmla="*/ 45 w 282"/>
                  <a:gd name="T55" fmla="*/ 15 h 253"/>
                  <a:gd name="T56" fmla="*/ 42 w 282"/>
                  <a:gd name="T57" fmla="*/ 12 h 253"/>
                  <a:gd name="T58" fmla="*/ 39 w 282"/>
                  <a:gd name="T59" fmla="*/ 10 h 253"/>
                  <a:gd name="T60" fmla="*/ 37 w 282"/>
                  <a:gd name="T61" fmla="*/ 8 h 253"/>
                  <a:gd name="T62" fmla="*/ 34 w 282"/>
                  <a:gd name="T63" fmla="*/ 6 h 253"/>
                  <a:gd name="T64" fmla="*/ 30 w 282"/>
                  <a:gd name="T65" fmla="*/ 5 h 253"/>
                  <a:gd name="T66" fmla="*/ 27 w 282"/>
                  <a:gd name="T67" fmla="*/ 4 h 253"/>
                  <a:gd name="T68" fmla="*/ 24 w 282"/>
                  <a:gd name="T69" fmla="*/ 3 h 253"/>
                  <a:gd name="T70" fmla="*/ 20 w 282"/>
                  <a:gd name="T71" fmla="*/ 2 h 253"/>
                  <a:gd name="T72" fmla="*/ 17 w 282"/>
                  <a:gd name="T73" fmla="*/ 1 h 253"/>
                  <a:gd name="T74" fmla="*/ 14 w 282"/>
                  <a:gd name="T75" fmla="*/ 1 h 253"/>
                  <a:gd name="T76" fmla="*/ 10 w 282"/>
                  <a:gd name="T77" fmla="*/ 0 h 253"/>
                  <a:gd name="T78" fmla="*/ 8 w 282"/>
                  <a:gd name="T79" fmla="*/ 0 h 253"/>
                  <a:gd name="T80" fmla="*/ 5 w 282"/>
                  <a:gd name="T81" fmla="*/ 0 h 253"/>
                  <a:gd name="T82" fmla="*/ 3 w 282"/>
                  <a:gd name="T83" fmla="*/ 0 h 253"/>
                  <a:gd name="T84" fmla="*/ 2 w 282"/>
                  <a:gd name="T85" fmla="*/ 0 h 253"/>
                  <a:gd name="T86" fmla="*/ 1 w 282"/>
                  <a:gd name="T87" fmla="*/ 1 h 253"/>
                  <a:gd name="T88" fmla="*/ 0 w 282"/>
                  <a:gd name="T89" fmla="*/ 1 h 253"/>
                  <a:gd name="T90" fmla="*/ 2 w 282"/>
                  <a:gd name="T91" fmla="*/ 1 h 253"/>
                  <a:gd name="T92" fmla="*/ 4 w 282"/>
                  <a:gd name="T93" fmla="*/ 1 h 253"/>
                  <a:gd name="T94" fmla="*/ 6 w 282"/>
                  <a:gd name="T95" fmla="*/ 2 h 253"/>
                  <a:gd name="T96" fmla="*/ 9 w 282"/>
                  <a:gd name="T97" fmla="*/ 2 h 253"/>
                  <a:gd name="T98" fmla="*/ 11 w 282"/>
                  <a:gd name="T99" fmla="*/ 3 h 253"/>
                  <a:gd name="T100" fmla="*/ 14 w 282"/>
                  <a:gd name="T101" fmla="*/ 3 h 253"/>
                  <a:gd name="T102" fmla="*/ 16 w 282"/>
                  <a:gd name="T103" fmla="*/ 4 h 253"/>
                  <a:gd name="T104" fmla="*/ 19 w 282"/>
                  <a:gd name="T105" fmla="*/ 4 h 253"/>
                  <a:gd name="T106" fmla="*/ 22 w 282"/>
                  <a:gd name="T107" fmla="*/ 5 h 253"/>
                  <a:gd name="T108" fmla="*/ 24 w 282"/>
                  <a:gd name="T109" fmla="*/ 6 h 253"/>
                  <a:gd name="T110" fmla="*/ 27 w 282"/>
                  <a:gd name="T111" fmla="*/ 7 h 253"/>
                  <a:gd name="T112" fmla="*/ 29 w 282"/>
                  <a:gd name="T113" fmla="*/ 8 h 253"/>
                  <a:gd name="T114" fmla="*/ 32 w 282"/>
                  <a:gd name="T115" fmla="*/ 9 h 253"/>
                  <a:gd name="T116" fmla="*/ 35 w 282"/>
                  <a:gd name="T117" fmla="*/ 10 h 253"/>
                  <a:gd name="T118" fmla="*/ 37 w 282"/>
                  <a:gd name="T119" fmla="*/ 11 h 253"/>
                  <a:gd name="T120" fmla="*/ 39 w 282"/>
                  <a:gd name="T121" fmla="*/ 13 h 25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2"/>
                  <a:gd name="T184" fmla="*/ 0 h 253"/>
                  <a:gd name="T185" fmla="*/ 282 w 282"/>
                  <a:gd name="T186" fmla="*/ 253 h 25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w="9525">
                <a:solidFill>
                  <a:schemeClr val="bg2"/>
                </a:solidFill>
                <a:round/>
                <a:headEnd/>
                <a:tailEnd/>
              </a:ln>
            </p:spPr>
            <p:txBody>
              <a:bodyPr/>
              <a:lstStyle/>
              <a:p>
                <a:endParaRPr lang="en-US"/>
              </a:p>
            </p:txBody>
          </p:sp>
          <p:sp>
            <p:nvSpPr>
              <p:cNvPr id="206" name="Freeform 590">
                <a:extLst>
                  <a:ext uri="{FF2B5EF4-FFF2-40B4-BE49-F238E27FC236}">
                    <a16:creationId xmlns:a16="http://schemas.microsoft.com/office/drawing/2014/main" id="{F3B8DF64-4E5C-FFB3-0511-255D53F6D6A3}"/>
                  </a:ext>
                </a:extLst>
              </p:cNvPr>
              <p:cNvSpPr>
                <a:spLocks/>
              </p:cNvSpPr>
              <p:nvPr/>
            </p:nvSpPr>
            <p:spPr bwMode="auto">
              <a:xfrm>
                <a:off x="4290" y="3159"/>
                <a:ext cx="19" cy="39"/>
              </a:xfrm>
              <a:custGeom>
                <a:avLst/>
                <a:gdLst>
                  <a:gd name="T0" fmla="*/ 0 w 115"/>
                  <a:gd name="T1" fmla="*/ 21 h 236"/>
                  <a:gd name="T2" fmla="*/ 0 w 115"/>
                  <a:gd name="T3" fmla="*/ 24 h 236"/>
                  <a:gd name="T4" fmla="*/ 1 w 115"/>
                  <a:gd name="T5" fmla="*/ 27 h 236"/>
                  <a:gd name="T6" fmla="*/ 2 w 115"/>
                  <a:gd name="T7" fmla="*/ 30 h 236"/>
                  <a:gd name="T8" fmla="*/ 4 w 115"/>
                  <a:gd name="T9" fmla="*/ 33 h 236"/>
                  <a:gd name="T10" fmla="*/ 6 w 115"/>
                  <a:gd name="T11" fmla="*/ 35 h 236"/>
                  <a:gd name="T12" fmla="*/ 9 w 115"/>
                  <a:gd name="T13" fmla="*/ 37 h 236"/>
                  <a:gd name="T14" fmla="*/ 12 w 115"/>
                  <a:gd name="T15" fmla="*/ 38 h 236"/>
                  <a:gd name="T16" fmla="*/ 15 w 115"/>
                  <a:gd name="T17" fmla="*/ 39 h 236"/>
                  <a:gd name="T18" fmla="*/ 16 w 115"/>
                  <a:gd name="T19" fmla="*/ 39 h 236"/>
                  <a:gd name="T20" fmla="*/ 17 w 115"/>
                  <a:gd name="T21" fmla="*/ 39 h 236"/>
                  <a:gd name="T22" fmla="*/ 18 w 115"/>
                  <a:gd name="T23" fmla="*/ 38 h 236"/>
                  <a:gd name="T24" fmla="*/ 18 w 115"/>
                  <a:gd name="T25" fmla="*/ 37 h 236"/>
                  <a:gd name="T26" fmla="*/ 18 w 115"/>
                  <a:gd name="T27" fmla="*/ 36 h 236"/>
                  <a:gd name="T28" fmla="*/ 18 w 115"/>
                  <a:gd name="T29" fmla="*/ 36 h 236"/>
                  <a:gd name="T30" fmla="*/ 18 w 115"/>
                  <a:gd name="T31" fmla="*/ 35 h 236"/>
                  <a:gd name="T32" fmla="*/ 17 w 115"/>
                  <a:gd name="T33" fmla="*/ 34 h 236"/>
                  <a:gd name="T34" fmla="*/ 14 w 115"/>
                  <a:gd name="T35" fmla="*/ 33 h 236"/>
                  <a:gd name="T36" fmla="*/ 11 w 115"/>
                  <a:gd name="T37" fmla="*/ 32 h 236"/>
                  <a:gd name="T38" fmla="*/ 8 w 115"/>
                  <a:gd name="T39" fmla="*/ 30 h 236"/>
                  <a:gd name="T40" fmla="*/ 7 w 115"/>
                  <a:gd name="T41" fmla="*/ 27 h 236"/>
                  <a:gd name="T42" fmla="*/ 5 w 115"/>
                  <a:gd name="T43" fmla="*/ 24 h 236"/>
                  <a:gd name="T44" fmla="*/ 5 w 115"/>
                  <a:gd name="T45" fmla="*/ 21 h 236"/>
                  <a:gd name="T46" fmla="*/ 5 w 115"/>
                  <a:gd name="T47" fmla="*/ 18 h 236"/>
                  <a:gd name="T48" fmla="*/ 6 w 115"/>
                  <a:gd name="T49" fmla="*/ 15 h 236"/>
                  <a:gd name="T50" fmla="*/ 7 w 115"/>
                  <a:gd name="T51" fmla="*/ 12 h 236"/>
                  <a:gd name="T52" fmla="*/ 9 w 115"/>
                  <a:gd name="T53" fmla="*/ 10 h 236"/>
                  <a:gd name="T54" fmla="*/ 12 w 115"/>
                  <a:gd name="T55" fmla="*/ 8 h 236"/>
                  <a:gd name="T56" fmla="*/ 14 w 115"/>
                  <a:gd name="T57" fmla="*/ 5 h 236"/>
                  <a:gd name="T58" fmla="*/ 16 w 115"/>
                  <a:gd name="T59" fmla="*/ 4 h 236"/>
                  <a:gd name="T60" fmla="*/ 18 w 115"/>
                  <a:gd name="T61" fmla="*/ 2 h 236"/>
                  <a:gd name="T62" fmla="*/ 19 w 115"/>
                  <a:gd name="T63" fmla="*/ 1 h 236"/>
                  <a:gd name="T64" fmla="*/ 19 w 115"/>
                  <a:gd name="T65" fmla="*/ 0 h 236"/>
                  <a:gd name="T66" fmla="*/ 17 w 115"/>
                  <a:gd name="T67" fmla="*/ 1 h 236"/>
                  <a:gd name="T68" fmla="*/ 14 w 115"/>
                  <a:gd name="T69" fmla="*/ 2 h 236"/>
                  <a:gd name="T70" fmla="*/ 11 w 115"/>
                  <a:gd name="T71" fmla="*/ 4 h 236"/>
                  <a:gd name="T72" fmla="*/ 8 w 115"/>
                  <a:gd name="T73" fmla="*/ 7 h 236"/>
                  <a:gd name="T74" fmla="*/ 5 w 115"/>
                  <a:gd name="T75" fmla="*/ 10 h 236"/>
                  <a:gd name="T76" fmla="*/ 3 w 115"/>
                  <a:gd name="T77" fmla="*/ 14 h 236"/>
                  <a:gd name="T78" fmla="*/ 1 w 115"/>
                  <a:gd name="T79" fmla="*/ 17 h 236"/>
                  <a:gd name="T80" fmla="*/ 0 w 115"/>
                  <a:gd name="T81" fmla="*/ 21 h 2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5"/>
                  <a:gd name="T124" fmla="*/ 0 h 236"/>
                  <a:gd name="T125" fmla="*/ 115 w 115"/>
                  <a:gd name="T126" fmla="*/ 236 h 2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w="9525">
                <a:solidFill>
                  <a:schemeClr val="bg2"/>
                </a:solidFill>
                <a:round/>
                <a:headEnd/>
                <a:tailEnd/>
              </a:ln>
            </p:spPr>
            <p:txBody>
              <a:bodyPr/>
              <a:lstStyle/>
              <a:p>
                <a:endParaRPr lang="en-US"/>
              </a:p>
            </p:txBody>
          </p:sp>
          <p:sp>
            <p:nvSpPr>
              <p:cNvPr id="207" name="Freeform 591">
                <a:extLst>
                  <a:ext uri="{FF2B5EF4-FFF2-40B4-BE49-F238E27FC236}">
                    <a16:creationId xmlns:a16="http://schemas.microsoft.com/office/drawing/2014/main" id="{F17C693C-1269-6202-8E27-90ECA00A19C6}"/>
                  </a:ext>
                </a:extLst>
              </p:cNvPr>
              <p:cNvSpPr>
                <a:spLocks/>
              </p:cNvSpPr>
              <p:nvPr/>
            </p:nvSpPr>
            <p:spPr bwMode="auto">
              <a:xfrm>
                <a:off x="4423" y="3133"/>
                <a:ext cx="41" cy="52"/>
              </a:xfrm>
              <a:custGeom>
                <a:avLst/>
                <a:gdLst>
                  <a:gd name="T0" fmla="*/ 35 w 245"/>
                  <a:gd name="T1" fmla="*/ 21 h 310"/>
                  <a:gd name="T2" fmla="*/ 37 w 245"/>
                  <a:gd name="T3" fmla="*/ 24 h 310"/>
                  <a:gd name="T4" fmla="*/ 38 w 245"/>
                  <a:gd name="T5" fmla="*/ 28 h 310"/>
                  <a:gd name="T6" fmla="*/ 37 w 245"/>
                  <a:gd name="T7" fmla="*/ 31 h 310"/>
                  <a:gd name="T8" fmla="*/ 35 w 245"/>
                  <a:gd name="T9" fmla="*/ 35 h 310"/>
                  <a:gd name="T10" fmla="*/ 31 w 245"/>
                  <a:gd name="T11" fmla="*/ 38 h 310"/>
                  <a:gd name="T12" fmla="*/ 28 w 245"/>
                  <a:gd name="T13" fmla="*/ 41 h 310"/>
                  <a:gd name="T14" fmla="*/ 24 w 245"/>
                  <a:gd name="T15" fmla="*/ 44 h 310"/>
                  <a:gd name="T16" fmla="*/ 21 w 245"/>
                  <a:gd name="T17" fmla="*/ 47 h 310"/>
                  <a:gd name="T18" fmla="*/ 21 w 245"/>
                  <a:gd name="T19" fmla="*/ 48 h 310"/>
                  <a:gd name="T20" fmla="*/ 20 w 245"/>
                  <a:gd name="T21" fmla="*/ 50 h 310"/>
                  <a:gd name="T22" fmla="*/ 20 w 245"/>
                  <a:gd name="T23" fmla="*/ 51 h 310"/>
                  <a:gd name="T24" fmla="*/ 22 w 245"/>
                  <a:gd name="T25" fmla="*/ 52 h 310"/>
                  <a:gd name="T26" fmla="*/ 23 w 245"/>
                  <a:gd name="T27" fmla="*/ 52 h 310"/>
                  <a:gd name="T28" fmla="*/ 26 w 245"/>
                  <a:gd name="T29" fmla="*/ 49 h 310"/>
                  <a:gd name="T30" fmla="*/ 30 w 245"/>
                  <a:gd name="T31" fmla="*/ 45 h 310"/>
                  <a:gd name="T32" fmla="*/ 35 w 245"/>
                  <a:gd name="T33" fmla="*/ 41 h 310"/>
                  <a:gd name="T34" fmla="*/ 38 w 245"/>
                  <a:gd name="T35" fmla="*/ 37 h 310"/>
                  <a:gd name="T36" fmla="*/ 41 w 245"/>
                  <a:gd name="T37" fmla="*/ 31 h 310"/>
                  <a:gd name="T38" fmla="*/ 41 w 245"/>
                  <a:gd name="T39" fmla="*/ 25 h 310"/>
                  <a:gd name="T40" fmla="*/ 38 w 245"/>
                  <a:gd name="T41" fmla="*/ 20 h 310"/>
                  <a:gd name="T42" fmla="*/ 34 w 245"/>
                  <a:gd name="T43" fmla="*/ 16 h 310"/>
                  <a:gd name="T44" fmla="*/ 29 w 245"/>
                  <a:gd name="T45" fmla="*/ 13 h 310"/>
                  <a:gd name="T46" fmla="*/ 25 w 245"/>
                  <a:gd name="T47" fmla="*/ 10 h 310"/>
                  <a:gd name="T48" fmla="*/ 20 w 245"/>
                  <a:gd name="T49" fmla="*/ 8 h 310"/>
                  <a:gd name="T50" fmla="*/ 16 w 245"/>
                  <a:gd name="T51" fmla="*/ 5 h 310"/>
                  <a:gd name="T52" fmla="*/ 11 w 245"/>
                  <a:gd name="T53" fmla="*/ 3 h 310"/>
                  <a:gd name="T54" fmla="*/ 7 w 245"/>
                  <a:gd name="T55" fmla="*/ 1 h 310"/>
                  <a:gd name="T56" fmla="*/ 3 w 245"/>
                  <a:gd name="T57" fmla="*/ 0 h 310"/>
                  <a:gd name="T58" fmla="*/ 1 w 245"/>
                  <a:gd name="T59" fmla="*/ 0 h 310"/>
                  <a:gd name="T60" fmla="*/ 2 w 245"/>
                  <a:gd name="T61" fmla="*/ 1 h 310"/>
                  <a:gd name="T62" fmla="*/ 6 w 245"/>
                  <a:gd name="T63" fmla="*/ 3 h 310"/>
                  <a:gd name="T64" fmla="*/ 10 w 245"/>
                  <a:gd name="T65" fmla="*/ 5 h 310"/>
                  <a:gd name="T66" fmla="*/ 14 w 245"/>
                  <a:gd name="T67" fmla="*/ 7 h 310"/>
                  <a:gd name="T68" fmla="*/ 19 w 245"/>
                  <a:gd name="T69" fmla="*/ 10 h 310"/>
                  <a:gd name="T70" fmla="*/ 23 w 245"/>
                  <a:gd name="T71" fmla="*/ 12 h 310"/>
                  <a:gd name="T72" fmla="*/ 28 w 245"/>
                  <a:gd name="T73" fmla="*/ 15 h 310"/>
                  <a:gd name="T74" fmla="*/ 31 w 245"/>
                  <a:gd name="T75" fmla="*/ 18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5"/>
                  <a:gd name="T115" fmla="*/ 0 h 310"/>
                  <a:gd name="T116" fmla="*/ 245 w 245"/>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w="9525">
                <a:solidFill>
                  <a:schemeClr val="bg2"/>
                </a:solidFill>
                <a:round/>
                <a:headEnd/>
                <a:tailEnd/>
              </a:ln>
            </p:spPr>
            <p:txBody>
              <a:bodyPr/>
              <a:lstStyle/>
              <a:p>
                <a:endParaRPr lang="en-US"/>
              </a:p>
            </p:txBody>
          </p:sp>
          <p:sp>
            <p:nvSpPr>
              <p:cNvPr id="208" name="Freeform 592">
                <a:extLst>
                  <a:ext uri="{FF2B5EF4-FFF2-40B4-BE49-F238E27FC236}">
                    <a16:creationId xmlns:a16="http://schemas.microsoft.com/office/drawing/2014/main" id="{1FF05607-7EAD-4020-C5C4-12E52ED11724}"/>
                  </a:ext>
                </a:extLst>
              </p:cNvPr>
              <p:cNvSpPr>
                <a:spLocks/>
              </p:cNvSpPr>
              <p:nvPr/>
            </p:nvSpPr>
            <p:spPr bwMode="auto">
              <a:xfrm>
                <a:off x="4338" y="3209"/>
                <a:ext cx="125" cy="175"/>
              </a:xfrm>
              <a:custGeom>
                <a:avLst/>
                <a:gdLst>
                  <a:gd name="T0" fmla="*/ 0 w 125"/>
                  <a:gd name="T1" fmla="*/ 175 h 175"/>
                  <a:gd name="T2" fmla="*/ 0 w 125"/>
                  <a:gd name="T3" fmla="*/ 144 h 175"/>
                  <a:gd name="T4" fmla="*/ 11 w 125"/>
                  <a:gd name="T5" fmla="*/ 144 h 175"/>
                  <a:gd name="T6" fmla="*/ 11 w 125"/>
                  <a:gd name="T7" fmla="*/ 118 h 175"/>
                  <a:gd name="T8" fmla="*/ 23 w 125"/>
                  <a:gd name="T9" fmla="*/ 114 h 175"/>
                  <a:gd name="T10" fmla="*/ 20 w 125"/>
                  <a:gd name="T11" fmla="*/ 88 h 175"/>
                  <a:gd name="T12" fmla="*/ 30 w 125"/>
                  <a:gd name="T13" fmla="*/ 84 h 175"/>
                  <a:gd name="T14" fmla="*/ 30 w 125"/>
                  <a:gd name="T15" fmla="*/ 58 h 175"/>
                  <a:gd name="T16" fmla="*/ 39 w 125"/>
                  <a:gd name="T17" fmla="*/ 54 h 175"/>
                  <a:gd name="T18" fmla="*/ 39 w 125"/>
                  <a:gd name="T19" fmla="*/ 28 h 175"/>
                  <a:gd name="T20" fmla="*/ 48 w 125"/>
                  <a:gd name="T21" fmla="*/ 28 h 175"/>
                  <a:gd name="T22" fmla="*/ 56 w 125"/>
                  <a:gd name="T23" fmla="*/ 0 h 175"/>
                  <a:gd name="T24" fmla="*/ 80 w 125"/>
                  <a:gd name="T25" fmla="*/ 0 h 175"/>
                  <a:gd name="T26" fmla="*/ 81 w 125"/>
                  <a:gd name="T27" fmla="*/ 25 h 175"/>
                  <a:gd name="T28" fmla="*/ 92 w 125"/>
                  <a:gd name="T29" fmla="*/ 24 h 175"/>
                  <a:gd name="T30" fmla="*/ 93 w 125"/>
                  <a:gd name="T31" fmla="*/ 49 h 175"/>
                  <a:gd name="T32" fmla="*/ 102 w 125"/>
                  <a:gd name="T33" fmla="*/ 54 h 175"/>
                  <a:gd name="T34" fmla="*/ 99 w 125"/>
                  <a:gd name="T35" fmla="*/ 81 h 175"/>
                  <a:gd name="T36" fmla="*/ 114 w 125"/>
                  <a:gd name="T37" fmla="*/ 82 h 175"/>
                  <a:gd name="T38" fmla="*/ 107 w 125"/>
                  <a:gd name="T39" fmla="*/ 81 h 175"/>
                  <a:gd name="T40" fmla="*/ 108 w 125"/>
                  <a:gd name="T41" fmla="*/ 114 h 175"/>
                  <a:gd name="T42" fmla="*/ 117 w 125"/>
                  <a:gd name="T43" fmla="*/ 117 h 175"/>
                  <a:gd name="T44" fmla="*/ 122 w 125"/>
                  <a:gd name="T45" fmla="*/ 142 h 175"/>
                  <a:gd name="T46" fmla="*/ 125 w 125"/>
                  <a:gd name="T47" fmla="*/ 175 h 175"/>
                  <a:gd name="T48" fmla="*/ 0 w 125"/>
                  <a:gd name="T49" fmla="*/ 175 h 1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25"/>
                  <a:gd name="T76" fmla="*/ 0 h 175"/>
                  <a:gd name="T77" fmla="*/ 125 w 125"/>
                  <a:gd name="T78" fmla="*/ 175 h 1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25" h="175">
                    <a:moveTo>
                      <a:pt x="0" y="175"/>
                    </a:moveTo>
                    <a:lnTo>
                      <a:pt x="0" y="144"/>
                    </a:lnTo>
                    <a:lnTo>
                      <a:pt x="11" y="144"/>
                    </a:lnTo>
                    <a:lnTo>
                      <a:pt x="11" y="118"/>
                    </a:lnTo>
                    <a:lnTo>
                      <a:pt x="23" y="114"/>
                    </a:lnTo>
                    <a:lnTo>
                      <a:pt x="20" y="88"/>
                    </a:lnTo>
                    <a:lnTo>
                      <a:pt x="30" y="84"/>
                    </a:lnTo>
                    <a:lnTo>
                      <a:pt x="30" y="58"/>
                    </a:lnTo>
                    <a:lnTo>
                      <a:pt x="39" y="54"/>
                    </a:lnTo>
                    <a:lnTo>
                      <a:pt x="39" y="28"/>
                    </a:lnTo>
                    <a:lnTo>
                      <a:pt x="48" y="28"/>
                    </a:lnTo>
                    <a:lnTo>
                      <a:pt x="56" y="0"/>
                    </a:lnTo>
                    <a:lnTo>
                      <a:pt x="80" y="0"/>
                    </a:lnTo>
                    <a:lnTo>
                      <a:pt x="81" y="25"/>
                    </a:lnTo>
                    <a:lnTo>
                      <a:pt x="92" y="24"/>
                    </a:lnTo>
                    <a:lnTo>
                      <a:pt x="93" y="49"/>
                    </a:lnTo>
                    <a:lnTo>
                      <a:pt x="102" y="54"/>
                    </a:lnTo>
                    <a:lnTo>
                      <a:pt x="99" y="81"/>
                    </a:lnTo>
                    <a:lnTo>
                      <a:pt x="114" y="82"/>
                    </a:lnTo>
                    <a:lnTo>
                      <a:pt x="107" y="81"/>
                    </a:lnTo>
                    <a:lnTo>
                      <a:pt x="108" y="114"/>
                    </a:lnTo>
                    <a:lnTo>
                      <a:pt x="117" y="117"/>
                    </a:lnTo>
                    <a:lnTo>
                      <a:pt x="122" y="142"/>
                    </a:lnTo>
                    <a:lnTo>
                      <a:pt x="125" y="175"/>
                    </a:lnTo>
                    <a:lnTo>
                      <a:pt x="0" y="175"/>
                    </a:lnTo>
                    <a:close/>
                  </a:path>
                </a:pathLst>
              </a:custGeom>
              <a:solidFill>
                <a:srgbClr val="DDDDDD"/>
              </a:solidFill>
              <a:ln w="9525">
                <a:solidFill>
                  <a:schemeClr val="bg2"/>
                </a:solidFill>
                <a:round/>
                <a:headEnd/>
                <a:tailEnd/>
              </a:ln>
            </p:spPr>
            <p:txBody>
              <a:bodyPr/>
              <a:lstStyle/>
              <a:p>
                <a:endParaRPr lang="en-US"/>
              </a:p>
            </p:txBody>
          </p:sp>
        </p:grpSp>
        <p:grpSp>
          <p:nvGrpSpPr>
            <p:cNvPr id="115" name="Group 593">
              <a:extLst>
                <a:ext uri="{FF2B5EF4-FFF2-40B4-BE49-F238E27FC236}">
                  <a16:creationId xmlns:a16="http://schemas.microsoft.com/office/drawing/2014/main" id="{76A2B256-7BAA-6F5D-2688-55482A009AB6}"/>
                </a:ext>
              </a:extLst>
            </p:cNvPr>
            <p:cNvGrpSpPr>
              <a:grpSpLocks/>
            </p:cNvGrpSpPr>
            <p:nvPr/>
          </p:nvGrpSpPr>
          <p:grpSpPr bwMode="auto">
            <a:xfrm>
              <a:off x="5732462" y="3505200"/>
              <a:ext cx="290513" cy="404813"/>
              <a:chOff x="4290" y="3130"/>
              <a:chExt cx="183" cy="255"/>
            </a:xfrm>
          </p:grpSpPr>
          <p:pic>
            <p:nvPicPr>
              <p:cNvPr id="173" name="Picture 594" descr="31u_bnrz[1]">
                <a:extLst>
                  <a:ext uri="{FF2B5EF4-FFF2-40B4-BE49-F238E27FC236}">
                    <a16:creationId xmlns:a16="http://schemas.microsoft.com/office/drawing/2014/main" id="{A4DA0D7A-6A96-8536-DE10-EB376FF03090}"/>
                  </a:ext>
                </a:extLst>
              </p:cNvPr>
              <p:cNvPicPr>
                <a:picLocks noChangeAspect="1" noChangeArrowheads="1"/>
              </p:cNvPicPr>
              <p:nvPr/>
            </p:nvPicPr>
            <p:blipFill>
              <a:blip r:embed="rId11" cstate="print"/>
              <a:srcRect/>
              <a:stretch>
                <a:fillRect/>
              </a:stretch>
            </p:blipFill>
            <p:spPr bwMode="auto">
              <a:xfrm>
                <a:off x="4343" y="3211"/>
                <a:ext cx="121" cy="174"/>
              </a:xfrm>
              <a:prstGeom prst="rect">
                <a:avLst/>
              </a:prstGeom>
              <a:solidFill>
                <a:srgbClr val="DDDDDD"/>
              </a:solidFill>
              <a:ln w="9525">
                <a:noFill/>
                <a:miter lim="800000"/>
                <a:headEnd/>
                <a:tailEnd/>
              </a:ln>
            </p:spPr>
          </p:pic>
          <p:sp>
            <p:nvSpPr>
              <p:cNvPr id="174" name="Freeform 595">
                <a:extLst>
                  <a:ext uri="{FF2B5EF4-FFF2-40B4-BE49-F238E27FC236}">
                    <a16:creationId xmlns:a16="http://schemas.microsoft.com/office/drawing/2014/main" id="{0D67E226-68A2-1B11-D74C-62C4DFD0EBD0}"/>
                  </a:ext>
                </a:extLst>
              </p:cNvPr>
              <p:cNvSpPr>
                <a:spLocks/>
              </p:cNvSpPr>
              <p:nvPr/>
            </p:nvSpPr>
            <p:spPr bwMode="auto">
              <a:xfrm>
                <a:off x="4339" y="3143"/>
                <a:ext cx="33" cy="39"/>
              </a:xfrm>
              <a:custGeom>
                <a:avLst/>
                <a:gdLst>
                  <a:gd name="T0" fmla="*/ 12 w 199"/>
                  <a:gd name="T1" fmla="*/ 5 h 232"/>
                  <a:gd name="T2" fmla="*/ 9 w 199"/>
                  <a:gd name="T3" fmla="*/ 7 h 232"/>
                  <a:gd name="T4" fmla="*/ 7 w 199"/>
                  <a:gd name="T5" fmla="*/ 8 h 232"/>
                  <a:gd name="T6" fmla="*/ 5 w 199"/>
                  <a:gd name="T7" fmla="*/ 11 h 232"/>
                  <a:gd name="T8" fmla="*/ 3 w 199"/>
                  <a:gd name="T9" fmla="*/ 13 h 232"/>
                  <a:gd name="T10" fmla="*/ 2 w 199"/>
                  <a:gd name="T11" fmla="*/ 15 h 232"/>
                  <a:gd name="T12" fmla="*/ 1 w 199"/>
                  <a:gd name="T13" fmla="*/ 18 h 232"/>
                  <a:gd name="T14" fmla="*/ 0 w 199"/>
                  <a:gd name="T15" fmla="*/ 21 h 232"/>
                  <a:gd name="T16" fmla="*/ 0 w 199"/>
                  <a:gd name="T17" fmla="*/ 24 h 232"/>
                  <a:gd name="T18" fmla="*/ 0 w 199"/>
                  <a:gd name="T19" fmla="*/ 28 h 232"/>
                  <a:gd name="T20" fmla="*/ 2 w 199"/>
                  <a:gd name="T21" fmla="*/ 31 h 232"/>
                  <a:gd name="T22" fmla="*/ 4 w 199"/>
                  <a:gd name="T23" fmla="*/ 34 h 232"/>
                  <a:gd name="T24" fmla="*/ 7 w 199"/>
                  <a:gd name="T25" fmla="*/ 36 h 232"/>
                  <a:gd name="T26" fmla="*/ 11 w 199"/>
                  <a:gd name="T27" fmla="*/ 38 h 232"/>
                  <a:gd name="T28" fmla="*/ 15 w 199"/>
                  <a:gd name="T29" fmla="*/ 39 h 232"/>
                  <a:gd name="T30" fmla="*/ 18 w 199"/>
                  <a:gd name="T31" fmla="*/ 39 h 232"/>
                  <a:gd name="T32" fmla="*/ 22 w 199"/>
                  <a:gd name="T33" fmla="*/ 38 h 232"/>
                  <a:gd name="T34" fmla="*/ 23 w 199"/>
                  <a:gd name="T35" fmla="*/ 38 h 232"/>
                  <a:gd name="T36" fmla="*/ 24 w 199"/>
                  <a:gd name="T37" fmla="*/ 38 h 232"/>
                  <a:gd name="T38" fmla="*/ 24 w 199"/>
                  <a:gd name="T39" fmla="*/ 37 h 232"/>
                  <a:gd name="T40" fmla="*/ 25 w 199"/>
                  <a:gd name="T41" fmla="*/ 37 h 232"/>
                  <a:gd name="T42" fmla="*/ 24 w 199"/>
                  <a:gd name="T43" fmla="*/ 36 h 232"/>
                  <a:gd name="T44" fmla="*/ 23 w 199"/>
                  <a:gd name="T45" fmla="*/ 35 h 232"/>
                  <a:gd name="T46" fmla="*/ 22 w 199"/>
                  <a:gd name="T47" fmla="*/ 34 h 232"/>
                  <a:gd name="T48" fmla="*/ 21 w 199"/>
                  <a:gd name="T49" fmla="*/ 34 h 232"/>
                  <a:gd name="T50" fmla="*/ 19 w 199"/>
                  <a:gd name="T51" fmla="*/ 33 h 232"/>
                  <a:gd name="T52" fmla="*/ 17 w 199"/>
                  <a:gd name="T53" fmla="*/ 33 h 232"/>
                  <a:gd name="T54" fmla="*/ 16 w 199"/>
                  <a:gd name="T55" fmla="*/ 32 h 232"/>
                  <a:gd name="T56" fmla="*/ 14 w 199"/>
                  <a:gd name="T57" fmla="*/ 32 h 232"/>
                  <a:gd name="T58" fmla="*/ 12 w 199"/>
                  <a:gd name="T59" fmla="*/ 31 h 232"/>
                  <a:gd name="T60" fmla="*/ 10 w 199"/>
                  <a:gd name="T61" fmla="*/ 31 h 232"/>
                  <a:gd name="T62" fmla="*/ 9 w 199"/>
                  <a:gd name="T63" fmla="*/ 30 h 232"/>
                  <a:gd name="T64" fmla="*/ 7 w 199"/>
                  <a:gd name="T65" fmla="*/ 28 h 232"/>
                  <a:gd name="T66" fmla="*/ 7 w 199"/>
                  <a:gd name="T67" fmla="*/ 22 h 232"/>
                  <a:gd name="T68" fmla="*/ 8 w 199"/>
                  <a:gd name="T69" fmla="*/ 16 h 232"/>
                  <a:gd name="T70" fmla="*/ 11 w 199"/>
                  <a:gd name="T71" fmla="*/ 12 h 232"/>
                  <a:gd name="T72" fmla="*/ 16 w 199"/>
                  <a:gd name="T73" fmla="*/ 8 h 232"/>
                  <a:gd name="T74" fmla="*/ 20 w 199"/>
                  <a:gd name="T75" fmla="*/ 6 h 232"/>
                  <a:gd name="T76" fmla="*/ 25 w 199"/>
                  <a:gd name="T77" fmla="*/ 4 h 232"/>
                  <a:gd name="T78" fmla="*/ 30 w 199"/>
                  <a:gd name="T79" fmla="*/ 2 h 232"/>
                  <a:gd name="T80" fmla="*/ 33 w 199"/>
                  <a:gd name="T81" fmla="*/ 1 h 232"/>
                  <a:gd name="T82" fmla="*/ 31 w 199"/>
                  <a:gd name="T83" fmla="*/ 0 h 232"/>
                  <a:gd name="T84" fmla="*/ 29 w 199"/>
                  <a:gd name="T85" fmla="*/ 0 h 232"/>
                  <a:gd name="T86" fmla="*/ 26 w 199"/>
                  <a:gd name="T87" fmla="*/ 0 h 232"/>
                  <a:gd name="T88" fmla="*/ 23 w 199"/>
                  <a:gd name="T89" fmla="*/ 1 h 232"/>
                  <a:gd name="T90" fmla="*/ 20 w 199"/>
                  <a:gd name="T91" fmla="*/ 2 h 232"/>
                  <a:gd name="T92" fmla="*/ 17 w 199"/>
                  <a:gd name="T93" fmla="*/ 3 h 232"/>
                  <a:gd name="T94" fmla="*/ 14 w 199"/>
                  <a:gd name="T95" fmla="*/ 4 h 232"/>
                  <a:gd name="T96" fmla="*/ 12 w 199"/>
                  <a:gd name="T97" fmla="*/ 5 h 23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9"/>
                  <a:gd name="T148" fmla="*/ 0 h 232"/>
                  <a:gd name="T149" fmla="*/ 199 w 199"/>
                  <a:gd name="T150" fmla="*/ 232 h 23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9" h="232">
                    <a:moveTo>
                      <a:pt x="70" y="29"/>
                    </a:moveTo>
                    <a:lnTo>
                      <a:pt x="55" y="39"/>
                    </a:lnTo>
                    <a:lnTo>
                      <a:pt x="42" y="50"/>
                    </a:lnTo>
                    <a:lnTo>
                      <a:pt x="30" y="63"/>
                    </a:lnTo>
                    <a:lnTo>
                      <a:pt x="20" y="77"/>
                    </a:lnTo>
                    <a:lnTo>
                      <a:pt x="12" y="91"/>
                    </a:lnTo>
                    <a:lnTo>
                      <a:pt x="6" y="108"/>
                    </a:lnTo>
                    <a:lnTo>
                      <a:pt x="2" y="125"/>
                    </a:lnTo>
                    <a:lnTo>
                      <a:pt x="0" y="142"/>
                    </a:lnTo>
                    <a:lnTo>
                      <a:pt x="2" y="166"/>
                    </a:lnTo>
                    <a:lnTo>
                      <a:pt x="12" y="186"/>
                    </a:lnTo>
                    <a:lnTo>
                      <a:pt x="26" y="203"/>
                    </a:lnTo>
                    <a:lnTo>
                      <a:pt x="45" y="216"/>
                    </a:lnTo>
                    <a:lnTo>
                      <a:pt x="66" y="226"/>
                    </a:lnTo>
                    <a:lnTo>
                      <a:pt x="88" y="230"/>
                    </a:lnTo>
                    <a:lnTo>
                      <a:pt x="111" y="232"/>
                    </a:lnTo>
                    <a:lnTo>
                      <a:pt x="134" y="228"/>
                    </a:lnTo>
                    <a:lnTo>
                      <a:pt x="138" y="228"/>
                    </a:lnTo>
                    <a:lnTo>
                      <a:pt x="143" y="226"/>
                    </a:lnTo>
                    <a:lnTo>
                      <a:pt x="147" y="222"/>
                    </a:lnTo>
                    <a:lnTo>
                      <a:pt x="148" y="218"/>
                    </a:lnTo>
                    <a:lnTo>
                      <a:pt x="145" y="212"/>
                    </a:lnTo>
                    <a:lnTo>
                      <a:pt x="141" y="207"/>
                    </a:lnTo>
                    <a:lnTo>
                      <a:pt x="135" y="203"/>
                    </a:lnTo>
                    <a:lnTo>
                      <a:pt x="129" y="201"/>
                    </a:lnTo>
                    <a:lnTo>
                      <a:pt x="117" y="197"/>
                    </a:lnTo>
                    <a:lnTo>
                      <a:pt x="105" y="195"/>
                    </a:lnTo>
                    <a:lnTo>
                      <a:pt x="94" y="193"/>
                    </a:lnTo>
                    <a:lnTo>
                      <a:pt x="83" y="190"/>
                    </a:lnTo>
                    <a:lnTo>
                      <a:pt x="73" y="187"/>
                    </a:lnTo>
                    <a:lnTo>
                      <a:pt x="62" y="182"/>
                    </a:lnTo>
                    <a:lnTo>
                      <a:pt x="53" y="176"/>
                    </a:lnTo>
                    <a:lnTo>
                      <a:pt x="43" y="167"/>
                    </a:lnTo>
                    <a:lnTo>
                      <a:pt x="40" y="128"/>
                    </a:lnTo>
                    <a:lnTo>
                      <a:pt x="49" y="96"/>
                    </a:lnTo>
                    <a:lnTo>
                      <a:pt x="68" y="71"/>
                    </a:lnTo>
                    <a:lnTo>
                      <a:pt x="94" y="50"/>
                    </a:lnTo>
                    <a:lnTo>
                      <a:pt x="122" y="34"/>
                    </a:lnTo>
                    <a:lnTo>
                      <a:pt x="151" y="21"/>
                    </a:lnTo>
                    <a:lnTo>
                      <a:pt x="178" y="12"/>
                    </a:lnTo>
                    <a:lnTo>
                      <a:pt x="199" y="4"/>
                    </a:lnTo>
                    <a:lnTo>
                      <a:pt x="186" y="1"/>
                    </a:lnTo>
                    <a:lnTo>
                      <a:pt x="172" y="0"/>
                    </a:lnTo>
                    <a:lnTo>
                      <a:pt x="156" y="2"/>
                    </a:lnTo>
                    <a:lnTo>
                      <a:pt x="138" y="4"/>
                    </a:lnTo>
                    <a:lnTo>
                      <a:pt x="121" y="10"/>
                    </a:lnTo>
                    <a:lnTo>
                      <a:pt x="103" y="16"/>
                    </a:lnTo>
                    <a:lnTo>
                      <a:pt x="86" y="23"/>
                    </a:lnTo>
                    <a:lnTo>
                      <a:pt x="70" y="29"/>
                    </a:lnTo>
                    <a:close/>
                  </a:path>
                </a:pathLst>
              </a:custGeom>
              <a:solidFill>
                <a:srgbClr val="C9E8FF"/>
              </a:solidFill>
              <a:ln w="9525">
                <a:noFill/>
                <a:round/>
                <a:headEnd/>
                <a:tailEnd/>
              </a:ln>
            </p:spPr>
            <p:txBody>
              <a:bodyPr/>
              <a:lstStyle/>
              <a:p>
                <a:endParaRPr lang="en-US"/>
              </a:p>
            </p:txBody>
          </p:sp>
          <p:sp>
            <p:nvSpPr>
              <p:cNvPr id="175" name="Freeform 596">
                <a:extLst>
                  <a:ext uri="{FF2B5EF4-FFF2-40B4-BE49-F238E27FC236}">
                    <a16:creationId xmlns:a16="http://schemas.microsoft.com/office/drawing/2014/main" id="{18BC92C6-203A-0D15-F4EB-1134086E2736}"/>
                  </a:ext>
                </a:extLst>
              </p:cNvPr>
              <p:cNvSpPr>
                <a:spLocks/>
              </p:cNvSpPr>
              <p:nvPr/>
            </p:nvSpPr>
            <p:spPr bwMode="auto">
              <a:xfrm>
                <a:off x="4395" y="3142"/>
                <a:ext cx="22" cy="30"/>
              </a:xfrm>
              <a:custGeom>
                <a:avLst/>
                <a:gdLst>
                  <a:gd name="T0" fmla="*/ 19 w 128"/>
                  <a:gd name="T1" fmla="*/ 10 h 180"/>
                  <a:gd name="T2" fmla="*/ 19 w 128"/>
                  <a:gd name="T3" fmla="*/ 13 h 180"/>
                  <a:gd name="T4" fmla="*/ 19 w 128"/>
                  <a:gd name="T5" fmla="*/ 16 h 180"/>
                  <a:gd name="T6" fmla="*/ 18 w 128"/>
                  <a:gd name="T7" fmla="*/ 18 h 180"/>
                  <a:gd name="T8" fmla="*/ 16 w 128"/>
                  <a:gd name="T9" fmla="*/ 20 h 180"/>
                  <a:gd name="T10" fmla="*/ 13 w 128"/>
                  <a:gd name="T11" fmla="*/ 22 h 180"/>
                  <a:gd name="T12" fmla="*/ 10 w 128"/>
                  <a:gd name="T13" fmla="*/ 24 h 180"/>
                  <a:gd name="T14" fmla="*/ 8 w 128"/>
                  <a:gd name="T15" fmla="*/ 26 h 180"/>
                  <a:gd name="T16" fmla="*/ 5 w 128"/>
                  <a:gd name="T17" fmla="*/ 27 h 180"/>
                  <a:gd name="T18" fmla="*/ 5 w 128"/>
                  <a:gd name="T19" fmla="*/ 28 h 180"/>
                  <a:gd name="T20" fmla="*/ 5 w 128"/>
                  <a:gd name="T21" fmla="*/ 28 h 180"/>
                  <a:gd name="T22" fmla="*/ 5 w 128"/>
                  <a:gd name="T23" fmla="*/ 29 h 180"/>
                  <a:gd name="T24" fmla="*/ 5 w 128"/>
                  <a:gd name="T25" fmla="*/ 30 h 180"/>
                  <a:gd name="T26" fmla="*/ 6 w 128"/>
                  <a:gd name="T27" fmla="*/ 30 h 180"/>
                  <a:gd name="T28" fmla="*/ 6 w 128"/>
                  <a:gd name="T29" fmla="*/ 30 h 180"/>
                  <a:gd name="T30" fmla="*/ 6 w 128"/>
                  <a:gd name="T31" fmla="*/ 30 h 180"/>
                  <a:gd name="T32" fmla="*/ 7 w 128"/>
                  <a:gd name="T33" fmla="*/ 30 h 180"/>
                  <a:gd name="T34" fmla="*/ 10 w 128"/>
                  <a:gd name="T35" fmla="*/ 28 h 180"/>
                  <a:gd name="T36" fmla="*/ 13 w 128"/>
                  <a:gd name="T37" fmla="*/ 26 h 180"/>
                  <a:gd name="T38" fmla="*/ 16 w 128"/>
                  <a:gd name="T39" fmla="*/ 24 h 180"/>
                  <a:gd name="T40" fmla="*/ 19 w 128"/>
                  <a:gd name="T41" fmla="*/ 22 h 180"/>
                  <a:gd name="T42" fmla="*/ 21 w 128"/>
                  <a:gd name="T43" fmla="*/ 19 h 180"/>
                  <a:gd name="T44" fmla="*/ 22 w 128"/>
                  <a:gd name="T45" fmla="*/ 16 h 180"/>
                  <a:gd name="T46" fmla="*/ 22 w 128"/>
                  <a:gd name="T47" fmla="*/ 13 h 180"/>
                  <a:gd name="T48" fmla="*/ 21 w 128"/>
                  <a:gd name="T49" fmla="*/ 9 h 180"/>
                  <a:gd name="T50" fmla="*/ 19 w 128"/>
                  <a:gd name="T51" fmla="*/ 7 h 180"/>
                  <a:gd name="T52" fmla="*/ 17 w 128"/>
                  <a:gd name="T53" fmla="*/ 4 h 180"/>
                  <a:gd name="T54" fmla="*/ 14 w 128"/>
                  <a:gd name="T55" fmla="*/ 2 h 180"/>
                  <a:gd name="T56" fmla="*/ 10 w 128"/>
                  <a:gd name="T57" fmla="*/ 1 h 180"/>
                  <a:gd name="T58" fmla="*/ 6 w 128"/>
                  <a:gd name="T59" fmla="*/ 0 h 180"/>
                  <a:gd name="T60" fmla="*/ 3 w 128"/>
                  <a:gd name="T61" fmla="*/ 0 h 180"/>
                  <a:gd name="T62" fmla="*/ 1 w 128"/>
                  <a:gd name="T63" fmla="*/ 0 h 180"/>
                  <a:gd name="T64" fmla="*/ 0 w 128"/>
                  <a:gd name="T65" fmla="*/ 1 h 180"/>
                  <a:gd name="T66" fmla="*/ 2 w 128"/>
                  <a:gd name="T67" fmla="*/ 2 h 180"/>
                  <a:gd name="T68" fmla="*/ 5 w 128"/>
                  <a:gd name="T69" fmla="*/ 2 h 180"/>
                  <a:gd name="T70" fmla="*/ 8 w 128"/>
                  <a:gd name="T71" fmla="*/ 3 h 180"/>
                  <a:gd name="T72" fmla="*/ 10 w 128"/>
                  <a:gd name="T73" fmla="*/ 4 h 180"/>
                  <a:gd name="T74" fmla="*/ 13 w 128"/>
                  <a:gd name="T75" fmla="*/ 5 h 180"/>
                  <a:gd name="T76" fmla="*/ 15 w 128"/>
                  <a:gd name="T77" fmla="*/ 6 h 180"/>
                  <a:gd name="T78" fmla="*/ 17 w 128"/>
                  <a:gd name="T79" fmla="*/ 8 h 180"/>
                  <a:gd name="T80" fmla="*/ 19 w 128"/>
                  <a:gd name="T81" fmla="*/ 10 h 18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0"/>
                  <a:gd name="T125" fmla="*/ 128 w 128"/>
                  <a:gd name="T126" fmla="*/ 180 h 18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0">
                    <a:moveTo>
                      <a:pt x="108" y="59"/>
                    </a:moveTo>
                    <a:lnTo>
                      <a:pt x="113" y="77"/>
                    </a:lnTo>
                    <a:lnTo>
                      <a:pt x="111" y="94"/>
                    </a:lnTo>
                    <a:lnTo>
                      <a:pt x="103" y="108"/>
                    </a:lnTo>
                    <a:lnTo>
                      <a:pt x="91" y="121"/>
                    </a:lnTo>
                    <a:lnTo>
                      <a:pt x="77" y="132"/>
                    </a:lnTo>
                    <a:lnTo>
                      <a:pt x="61" y="144"/>
                    </a:lnTo>
                    <a:lnTo>
                      <a:pt x="45" y="154"/>
                    </a:lnTo>
                    <a:lnTo>
                      <a:pt x="30" y="164"/>
                    </a:lnTo>
                    <a:lnTo>
                      <a:pt x="28" y="168"/>
                    </a:lnTo>
                    <a:lnTo>
                      <a:pt x="27" y="170"/>
                    </a:lnTo>
                    <a:lnTo>
                      <a:pt x="27" y="174"/>
                    </a:lnTo>
                    <a:lnTo>
                      <a:pt x="28" y="177"/>
                    </a:lnTo>
                    <a:lnTo>
                      <a:pt x="32" y="179"/>
                    </a:lnTo>
                    <a:lnTo>
                      <a:pt x="35" y="180"/>
                    </a:lnTo>
                    <a:lnTo>
                      <a:pt x="37" y="180"/>
                    </a:lnTo>
                    <a:lnTo>
                      <a:pt x="41" y="179"/>
                    </a:lnTo>
                    <a:lnTo>
                      <a:pt x="60" y="169"/>
                    </a:lnTo>
                    <a:lnTo>
                      <a:pt x="77" y="158"/>
                    </a:lnTo>
                    <a:lnTo>
                      <a:pt x="94" y="145"/>
                    </a:lnTo>
                    <a:lnTo>
                      <a:pt x="109" y="130"/>
                    </a:lnTo>
                    <a:lnTo>
                      <a:pt x="120" y="114"/>
                    </a:lnTo>
                    <a:lnTo>
                      <a:pt x="127" y="95"/>
                    </a:lnTo>
                    <a:lnTo>
                      <a:pt x="128" y="76"/>
                    </a:lnTo>
                    <a:lnTo>
                      <a:pt x="123" y="55"/>
                    </a:lnTo>
                    <a:lnTo>
                      <a:pt x="113" y="39"/>
                    </a:lnTo>
                    <a:lnTo>
                      <a:pt x="97" y="25"/>
                    </a:lnTo>
                    <a:lnTo>
                      <a:pt x="79" y="15"/>
                    </a:lnTo>
                    <a:lnTo>
                      <a:pt x="57" y="7"/>
                    </a:lnTo>
                    <a:lnTo>
                      <a:pt x="36" y="2"/>
                    </a:lnTo>
                    <a:lnTo>
                      <a:pt x="19" y="0"/>
                    </a:lnTo>
                    <a:lnTo>
                      <a:pt x="6" y="0"/>
                    </a:lnTo>
                    <a:lnTo>
                      <a:pt x="0" y="4"/>
                    </a:lnTo>
                    <a:lnTo>
                      <a:pt x="14" y="9"/>
                    </a:lnTo>
                    <a:lnTo>
                      <a:pt x="29" y="14"/>
                    </a:lnTo>
                    <a:lnTo>
                      <a:pt x="46" y="19"/>
                    </a:lnTo>
                    <a:lnTo>
                      <a:pt x="61" y="23"/>
                    </a:lnTo>
                    <a:lnTo>
                      <a:pt x="76" y="29"/>
                    </a:lnTo>
                    <a:lnTo>
                      <a:pt x="89" y="37"/>
                    </a:lnTo>
                    <a:lnTo>
                      <a:pt x="100" y="46"/>
                    </a:lnTo>
                    <a:lnTo>
                      <a:pt x="108" y="59"/>
                    </a:lnTo>
                    <a:close/>
                  </a:path>
                </a:pathLst>
              </a:custGeom>
              <a:solidFill>
                <a:srgbClr val="C9E8FF"/>
              </a:solidFill>
              <a:ln w="9525">
                <a:noFill/>
                <a:round/>
                <a:headEnd/>
                <a:tailEnd/>
              </a:ln>
            </p:spPr>
            <p:txBody>
              <a:bodyPr/>
              <a:lstStyle/>
              <a:p>
                <a:endParaRPr lang="en-US"/>
              </a:p>
            </p:txBody>
          </p:sp>
          <p:sp>
            <p:nvSpPr>
              <p:cNvPr id="176" name="Freeform 597">
                <a:extLst>
                  <a:ext uri="{FF2B5EF4-FFF2-40B4-BE49-F238E27FC236}">
                    <a16:creationId xmlns:a16="http://schemas.microsoft.com/office/drawing/2014/main" id="{9A3D66E9-7096-CA27-B7CE-AC8A358C35DF}"/>
                  </a:ext>
                </a:extLst>
              </p:cNvPr>
              <p:cNvSpPr>
                <a:spLocks/>
              </p:cNvSpPr>
              <p:nvPr/>
            </p:nvSpPr>
            <p:spPr bwMode="auto">
              <a:xfrm>
                <a:off x="4318" y="3135"/>
                <a:ext cx="54" cy="63"/>
              </a:xfrm>
              <a:custGeom>
                <a:avLst/>
                <a:gdLst>
                  <a:gd name="T0" fmla="*/ 17 w 322"/>
                  <a:gd name="T1" fmla="*/ 12 h 378"/>
                  <a:gd name="T2" fmla="*/ 9 w 322"/>
                  <a:gd name="T3" fmla="*/ 19 h 378"/>
                  <a:gd name="T4" fmla="*/ 3 w 322"/>
                  <a:gd name="T5" fmla="*/ 28 h 378"/>
                  <a:gd name="T6" fmla="*/ 0 w 322"/>
                  <a:gd name="T7" fmla="*/ 38 h 378"/>
                  <a:gd name="T8" fmla="*/ 1 w 322"/>
                  <a:gd name="T9" fmla="*/ 44 h 378"/>
                  <a:gd name="T10" fmla="*/ 2 w 322"/>
                  <a:gd name="T11" fmla="*/ 47 h 378"/>
                  <a:gd name="T12" fmla="*/ 3 w 322"/>
                  <a:gd name="T13" fmla="*/ 50 h 378"/>
                  <a:gd name="T14" fmla="*/ 5 w 322"/>
                  <a:gd name="T15" fmla="*/ 52 h 378"/>
                  <a:gd name="T16" fmla="*/ 9 w 322"/>
                  <a:gd name="T17" fmla="*/ 54 h 378"/>
                  <a:gd name="T18" fmla="*/ 14 w 322"/>
                  <a:gd name="T19" fmla="*/ 56 h 378"/>
                  <a:gd name="T20" fmla="*/ 20 w 322"/>
                  <a:gd name="T21" fmla="*/ 58 h 378"/>
                  <a:gd name="T22" fmla="*/ 25 w 322"/>
                  <a:gd name="T23" fmla="*/ 60 h 378"/>
                  <a:gd name="T24" fmla="*/ 31 w 322"/>
                  <a:gd name="T25" fmla="*/ 61 h 378"/>
                  <a:gd name="T26" fmla="*/ 37 w 322"/>
                  <a:gd name="T27" fmla="*/ 62 h 378"/>
                  <a:gd name="T28" fmla="*/ 43 w 322"/>
                  <a:gd name="T29" fmla="*/ 62 h 378"/>
                  <a:gd name="T30" fmla="*/ 48 w 322"/>
                  <a:gd name="T31" fmla="*/ 63 h 378"/>
                  <a:gd name="T32" fmla="*/ 52 w 322"/>
                  <a:gd name="T33" fmla="*/ 63 h 378"/>
                  <a:gd name="T34" fmla="*/ 54 w 322"/>
                  <a:gd name="T35" fmla="*/ 62 h 378"/>
                  <a:gd name="T36" fmla="*/ 54 w 322"/>
                  <a:gd name="T37" fmla="*/ 60 h 378"/>
                  <a:gd name="T38" fmla="*/ 53 w 322"/>
                  <a:gd name="T39" fmla="*/ 59 h 378"/>
                  <a:gd name="T40" fmla="*/ 49 w 322"/>
                  <a:gd name="T41" fmla="*/ 58 h 378"/>
                  <a:gd name="T42" fmla="*/ 44 w 322"/>
                  <a:gd name="T43" fmla="*/ 57 h 378"/>
                  <a:gd name="T44" fmla="*/ 39 w 322"/>
                  <a:gd name="T45" fmla="*/ 56 h 378"/>
                  <a:gd name="T46" fmla="*/ 34 w 322"/>
                  <a:gd name="T47" fmla="*/ 55 h 378"/>
                  <a:gd name="T48" fmla="*/ 29 w 322"/>
                  <a:gd name="T49" fmla="*/ 54 h 378"/>
                  <a:gd name="T50" fmla="*/ 23 w 322"/>
                  <a:gd name="T51" fmla="*/ 53 h 378"/>
                  <a:gd name="T52" fmla="*/ 18 w 322"/>
                  <a:gd name="T53" fmla="*/ 52 h 378"/>
                  <a:gd name="T54" fmla="*/ 13 w 322"/>
                  <a:gd name="T55" fmla="*/ 50 h 378"/>
                  <a:gd name="T56" fmla="*/ 9 w 322"/>
                  <a:gd name="T57" fmla="*/ 47 h 378"/>
                  <a:gd name="T58" fmla="*/ 6 w 322"/>
                  <a:gd name="T59" fmla="*/ 43 h 378"/>
                  <a:gd name="T60" fmla="*/ 6 w 322"/>
                  <a:gd name="T61" fmla="*/ 39 h 378"/>
                  <a:gd name="T62" fmla="*/ 6 w 322"/>
                  <a:gd name="T63" fmla="*/ 33 h 378"/>
                  <a:gd name="T64" fmla="*/ 9 w 322"/>
                  <a:gd name="T65" fmla="*/ 28 h 378"/>
                  <a:gd name="T66" fmla="*/ 12 w 322"/>
                  <a:gd name="T67" fmla="*/ 23 h 378"/>
                  <a:gd name="T68" fmla="*/ 16 w 322"/>
                  <a:gd name="T69" fmla="*/ 18 h 378"/>
                  <a:gd name="T70" fmla="*/ 21 w 322"/>
                  <a:gd name="T71" fmla="*/ 14 h 378"/>
                  <a:gd name="T72" fmla="*/ 26 w 322"/>
                  <a:gd name="T73" fmla="*/ 9 h 378"/>
                  <a:gd name="T74" fmla="*/ 33 w 322"/>
                  <a:gd name="T75" fmla="*/ 6 h 378"/>
                  <a:gd name="T76" fmla="*/ 40 w 322"/>
                  <a:gd name="T77" fmla="*/ 3 h 378"/>
                  <a:gd name="T78" fmla="*/ 44 w 322"/>
                  <a:gd name="T79" fmla="*/ 1 h 378"/>
                  <a:gd name="T80" fmla="*/ 43 w 322"/>
                  <a:gd name="T81" fmla="*/ 0 h 378"/>
                  <a:gd name="T82" fmla="*/ 37 w 322"/>
                  <a:gd name="T83" fmla="*/ 1 h 378"/>
                  <a:gd name="T84" fmla="*/ 30 w 322"/>
                  <a:gd name="T85" fmla="*/ 3 h 378"/>
                  <a:gd name="T86" fmla="*/ 24 w 322"/>
                  <a:gd name="T87" fmla="*/ 6 h 37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2"/>
                  <a:gd name="T133" fmla="*/ 0 h 378"/>
                  <a:gd name="T134" fmla="*/ 322 w 322"/>
                  <a:gd name="T135" fmla="*/ 378 h 37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2" h="378">
                    <a:moveTo>
                      <a:pt x="125" y="49"/>
                    </a:moveTo>
                    <a:lnTo>
                      <a:pt x="100" y="70"/>
                    </a:lnTo>
                    <a:lnTo>
                      <a:pt x="76" y="90"/>
                    </a:lnTo>
                    <a:lnTo>
                      <a:pt x="53" y="115"/>
                    </a:lnTo>
                    <a:lnTo>
                      <a:pt x="34" y="140"/>
                    </a:lnTo>
                    <a:lnTo>
                      <a:pt x="17" y="166"/>
                    </a:lnTo>
                    <a:lnTo>
                      <a:pt x="5" y="195"/>
                    </a:lnTo>
                    <a:lnTo>
                      <a:pt x="0" y="226"/>
                    </a:lnTo>
                    <a:lnTo>
                      <a:pt x="1" y="258"/>
                    </a:lnTo>
                    <a:lnTo>
                      <a:pt x="3" y="266"/>
                    </a:lnTo>
                    <a:lnTo>
                      <a:pt x="5" y="275"/>
                    </a:lnTo>
                    <a:lnTo>
                      <a:pt x="9" y="282"/>
                    </a:lnTo>
                    <a:lnTo>
                      <a:pt x="14" y="290"/>
                    </a:lnTo>
                    <a:lnTo>
                      <a:pt x="19" y="297"/>
                    </a:lnTo>
                    <a:lnTo>
                      <a:pt x="26" y="304"/>
                    </a:lnTo>
                    <a:lnTo>
                      <a:pt x="32" y="310"/>
                    </a:lnTo>
                    <a:lnTo>
                      <a:pt x="41" y="314"/>
                    </a:lnTo>
                    <a:lnTo>
                      <a:pt x="56" y="324"/>
                    </a:lnTo>
                    <a:lnTo>
                      <a:pt x="71" y="332"/>
                    </a:lnTo>
                    <a:lnTo>
                      <a:pt x="86" y="338"/>
                    </a:lnTo>
                    <a:lnTo>
                      <a:pt x="103" y="344"/>
                    </a:lnTo>
                    <a:lnTo>
                      <a:pt x="119" y="350"/>
                    </a:lnTo>
                    <a:lnTo>
                      <a:pt x="136" y="355"/>
                    </a:lnTo>
                    <a:lnTo>
                      <a:pt x="152" y="359"/>
                    </a:lnTo>
                    <a:lnTo>
                      <a:pt x="168" y="363"/>
                    </a:lnTo>
                    <a:lnTo>
                      <a:pt x="186" y="366"/>
                    </a:lnTo>
                    <a:lnTo>
                      <a:pt x="202" y="368"/>
                    </a:lnTo>
                    <a:lnTo>
                      <a:pt x="220" y="371"/>
                    </a:lnTo>
                    <a:lnTo>
                      <a:pt x="238" y="373"/>
                    </a:lnTo>
                    <a:lnTo>
                      <a:pt x="254" y="374"/>
                    </a:lnTo>
                    <a:lnTo>
                      <a:pt x="272" y="375"/>
                    </a:lnTo>
                    <a:lnTo>
                      <a:pt x="289" y="376"/>
                    </a:lnTo>
                    <a:lnTo>
                      <a:pt x="306" y="378"/>
                    </a:lnTo>
                    <a:lnTo>
                      <a:pt x="311" y="378"/>
                    </a:lnTo>
                    <a:lnTo>
                      <a:pt x="316" y="375"/>
                    </a:lnTo>
                    <a:lnTo>
                      <a:pt x="320" y="371"/>
                    </a:lnTo>
                    <a:lnTo>
                      <a:pt x="322" y="366"/>
                    </a:lnTo>
                    <a:lnTo>
                      <a:pt x="322" y="360"/>
                    </a:lnTo>
                    <a:lnTo>
                      <a:pt x="320" y="356"/>
                    </a:lnTo>
                    <a:lnTo>
                      <a:pt x="315" y="352"/>
                    </a:lnTo>
                    <a:lnTo>
                      <a:pt x="309" y="350"/>
                    </a:lnTo>
                    <a:lnTo>
                      <a:pt x="294" y="347"/>
                    </a:lnTo>
                    <a:lnTo>
                      <a:pt x="279" y="344"/>
                    </a:lnTo>
                    <a:lnTo>
                      <a:pt x="263" y="341"/>
                    </a:lnTo>
                    <a:lnTo>
                      <a:pt x="247" y="338"/>
                    </a:lnTo>
                    <a:lnTo>
                      <a:pt x="232" y="336"/>
                    </a:lnTo>
                    <a:lnTo>
                      <a:pt x="216" y="334"/>
                    </a:lnTo>
                    <a:lnTo>
                      <a:pt x="200" y="332"/>
                    </a:lnTo>
                    <a:lnTo>
                      <a:pt x="185" y="328"/>
                    </a:lnTo>
                    <a:lnTo>
                      <a:pt x="170" y="326"/>
                    </a:lnTo>
                    <a:lnTo>
                      <a:pt x="154" y="322"/>
                    </a:lnTo>
                    <a:lnTo>
                      <a:pt x="139" y="318"/>
                    </a:lnTo>
                    <a:lnTo>
                      <a:pt x="124" y="314"/>
                    </a:lnTo>
                    <a:lnTo>
                      <a:pt x="110" y="309"/>
                    </a:lnTo>
                    <a:lnTo>
                      <a:pt x="94" y="303"/>
                    </a:lnTo>
                    <a:lnTo>
                      <a:pt x="80" y="297"/>
                    </a:lnTo>
                    <a:lnTo>
                      <a:pt x="66" y="289"/>
                    </a:lnTo>
                    <a:lnTo>
                      <a:pt x="55" y="281"/>
                    </a:lnTo>
                    <a:lnTo>
                      <a:pt x="45" y="271"/>
                    </a:lnTo>
                    <a:lnTo>
                      <a:pt x="38" y="259"/>
                    </a:lnTo>
                    <a:lnTo>
                      <a:pt x="35" y="245"/>
                    </a:lnTo>
                    <a:lnTo>
                      <a:pt x="34" y="232"/>
                    </a:lnTo>
                    <a:lnTo>
                      <a:pt x="35" y="216"/>
                    </a:lnTo>
                    <a:lnTo>
                      <a:pt x="38" y="200"/>
                    </a:lnTo>
                    <a:lnTo>
                      <a:pt x="43" y="187"/>
                    </a:lnTo>
                    <a:lnTo>
                      <a:pt x="51" y="170"/>
                    </a:lnTo>
                    <a:lnTo>
                      <a:pt x="60" y="152"/>
                    </a:lnTo>
                    <a:lnTo>
                      <a:pt x="71" y="137"/>
                    </a:lnTo>
                    <a:lnTo>
                      <a:pt x="83" y="124"/>
                    </a:lnTo>
                    <a:lnTo>
                      <a:pt x="94" y="110"/>
                    </a:lnTo>
                    <a:lnTo>
                      <a:pt x="107" y="96"/>
                    </a:lnTo>
                    <a:lnTo>
                      <a:pt x="123" y="82"/>
                    </a:lnTo>
                    <a:lnTo>
                      <a:pt x="138" y="69"/>
                    </a:lnTo>
                    <a:lnTo>
                      <a:pt x="153" y="57"/>
                    </a:lnTo>
                    <a:lnTo>
                      <a:pt x="173" y="47"/>
                    </a:lnTo>
                    <a:lnTo>
                      <a:pt x="195" y="38"/>
                    </a:lnTo>
                    <a:lnTo>
                      <a:pt x="218" y="28"/>
                    </a:lnTo>
                    <a:lnTo>
                      <a:pt x="238" y="20"/>
                    </a:lnTo>
                    <a:lnTo>
                      <a:pt x="254" y="13"/>
                    </a:lnTo>
                    <a:lnTo>
                      <a:pt x="264" y="7"/>
                    </a:lnTo>
                    <a:lnTo>
                      <a:pt x="268" y="2"/>
                    </a:lnTo>
                    <a:lnTo>
                      <a:pt x="256" y="0"/>
                    </a:lnTo>
                    <a:lnTo>
                      <a:pt x="240" y="1"/>
                    </a:lnTo>
                    <a:lnTo>
                      <a:pt x="221" y="4"/>
                    </a:lnTo>
                    <a:lnTo>
                      <a:pt x="201" y="10"/>
                    </a:lnTo>
                    <a:lnTo>
                      <a:pt x="180" y="18"/>
                    </a:lnTo>
                    <a:lnTo>
                      <a:pt x="160" y="27"/>
                    </a:lnTo>
                    <a:lnTo>
                      <a:pt x="141" y="38"/>
                    </a:lnTo>
                    <a:lnTo>
                      <a:pt x="125" y="49"/>
                    </a:lnTo>
                    <a:close/>
                  </a:path>
                </a:pathLst>
              </a:custGeom>
              <a:solidFill>
                <a:srgbClr val="C9E8FF"/>
              </a:solidFill>
              <a:ln w="9525">
                <a:noFill/>
                <a:round/>
                <a:headEnd/>
                <a:tailEnd/>
              </a:ln>
            </p:spPr>
            <p:txBody>
              <a:bodyPr/>
              <a:lstStyle/>
              <a:p>
                <a:endParaRPr lang="en-US"/>
              </a:p>
            </p:txBody>
          </p:sp>
          <p:sp>
            <p:nvSpPr>
              <p:cNvPr id="177" name="Freeform 598">
                <a:extLst>
                  <a:ext uri="{FF2B5EF4-FFF2-40B4-BE49-F238E27FC236}">
                    <a16:creationId xmlns:a16="http://schemas.microsoft.com/office/drawing/2014/main" id="{6DE196B6-3A66-DBB7-4361-30B92DF2E031}"/>
                  </a:ext>
                </a:extLst>
              </p:cNvPr>
              <p:cNvSpPr>
                <a:spLocks/>
              </p:cNvSpPr>
              <p:nvPr/>
            </p:nvSpPr>
            <p:spPr bwMode="auto">
              <a:xfrm>
                <a:off x="4394" y="3133"/>
                <a:ext cx="47" cy="42"/>
              </a:xfrm>
              <a:custGeom>
                <a:avLst/>
                <a:gdLst>
                  <a:gd name="T0" fmla="*/ 39 w 283"/>
                  <a:gd name="T1" fmla="*/ 13 h 252"/>
                  <a:gd name="T2" fmla="*/ 41 w 283"/>
                  <a:gd name="T3" fmla="*/ 15 h 252"/>
                  <a:gd name="T4" fmla="*/ 43 w 283"/>
                  <a:gd name="T5" fmla="*/ 18 h 252"/>
                  <a:gd name="T6" fmla="*/ 43 w 283"/>
                  <a:gd name="T7" fmla="*/ 21 h 252"/>
                  <a:gd name="T8" fmla="*/ 43 w 283"/>
                  <a:gd name="T9" fmla="*/ 24 h 252"/>
                  <a:gd name="T10" fmla="*/ 43 w 283"/>
                  <a:gd name="T11" fmla="*/ 26 h 252"/>
                  <a:gd name="T12" fmla="*/ 42 w 283"/>
                  <a:gd name="T13" fmla="*/ 28 h 252"/>
                  <a:gd name="T14" fmla="*/ 41 w 283"/>
                  <a:gd name="T15" fmla="*/ 31 h 252"/>
                  <a:gd name="T16" fmla="*/ 39 w 283"/>
                  <a:gd name="T17" fmla="*/ 32 h 252"/>
                  <a:gd name="T18" fmla="*/ 37 w 283"/>
                  <a:gd name="T19" fmla="*/ 34 h 252"/>
                  <a:gd name="T20" fmla="*/ 36 w 283"/>
                  <a:gd name="T21" fmla="*/ 36 h 252"/>
                  <a:gd name="T22" fmla="*/ 34 w 283"/>
                  <a:gd name="T23" fmla="*/ 37 h 252"/>
                  <a:gd name="T24" fmla="*/ 32 w 283"/>
                  <a:gd name="T25" fmla="*/ 39 h 252"/>
                  <a:gd name="T26" fmla="*/ 32 w 283"/>
                  <a:gd name="T27" fmla="*/ 40 h 252"/>
                  <a:gd name="T28" fmla="*/ 32 w 283"/>
                  <a:gd name="T29" fmla="*/ 40 h 252"/>
                  <a:gd name="T30" fmla="*/ 32 w 283"/>
                  <a:gd name="T31" fmla="*/ 41 h 252"/>
                  <a:gd name="T32" fmla="*/ 32 w 283"/>
                  <a:gd name="T33" fmla="*/ 41 h 252"/>
                  <a:gd name="T34" fmla="*/ 33 w 283"/>
                  <a:gd name="T35" fmla="*/ 42 h 252"/>
                  <a:gd name="T36" fmla="*/ 34 w 283"/>
                  <a:gd name="T37" fmla="*/ 42 h 252"/>
                  <a:gd name="T38" fmla="*/ 34 w 283"/>
                  <a:gd name="T39" fmla="*/ 42 h 252"/>
                  <a:gd name="T40" fmla="*/ 35 w 283"/>
                  <a:gd name="T41" fmla="*/ 41 h 252"/>
                  <a:gd name="T42" fmla="*/ 39 w 283"/>
                  <a:gd name="T43" fmla="*/ 39 h 252"/>
                  <a:gd name="T44" fmla="*/ 42 w 283"/>
                  <a:gd name="T45" fmla="*/ 36 h 252"/>
                  <a:gd name="T46" fmla="*/ 45 w 283"/>
                  <a:gd name="T47" fmla="*/ 32 h 252"/>
                  <a:gd name="T48" fmla="*/ 46 w 283"/>
                  <a:gd name="T49" fmla="*/ 28 h 252"/>
                  <a:gd name="T50" fmla="*/ 47 w 283"/>
                  <a:gd name="T51" fmla="*/ 24 h 252"/>
                  <a:gd name="T52" fmla="*/ 47 w 283"/>
                  <a:gd name="T53" fmla="*/ 19 h 252"/>
                  <a:gd name="T54" fmla="*/ 45 w 283"/>
                  <a:gd name="T55" fmla="*/ 15 h 252"/>
                  <a:gd name="T56" fmla="*/ 42 w 283"/>
                  <a:gd name="T57" fmla="*/ 12 h 252"/>
                  <a:gd name="T58" fmla="*/ 40 w 283"/>
                  <a:gd name="T59" fmla="*/ 10 h 252"/>
                  <a:gd name="T60" fmla="*/ 37 w 283"/>
                  <a:gd name="T61" fmla="*/ 8 h 252"/>
                  <a:gd name="T62" fmla="*/ 34 w 283"/>
                  <a:gd name="T63" fmla="*/ 7 h 252"/>
                  <a:gd name="T64" fmla="*/ 31 w 283"/>
                  <a:gd name="T65" fmla="*/ 5 h 252"/>
                  <a:gd name="T66" fmla="*/ 27 w 283"/>
                  <a:gd name="T67" fmla="*/ 4 h 252"/>
                  <a:gd name="T68" fmla="*/ 24 w 283"/>
                  <a:gd name="T69" fmla="*/ 3 h 252"/>
                  <a:gd name="T70" fmla="*/ 20 w 283"/>
                  <a:gd name="T71" fmla="*/ 2 h 252"/>
                  <a:gd name="T72" fmla="*/ 17 w 283"/>
                  <a:gd name="T73" fmla="*/ 1 h 252"/>
                  <a:gd name="T74" fmla="*/ 14 w 283"/>
                  <a:gd name="T75" fmla="*/ 1 h 252"/>
                  <a:gd name="T76" fmla="*/ 11 w 283"/>
                  <a:gd name="T77" fmla="*/ 0 h 252"/>
                  <a:gd name="T78" fmla="*/ 8 w 283"/>
                  <a:gd name="T79" fmla="*/ 0 h 252"/>
                  <a:gd name="T80" fmla="*/ 6 w 283"/>
                  <a:gd name="T81" fmla="*/ 0 h 252"/>
                  <a:gd name="T82" fmla="*/ 3 w 283"/>
                  <a:gd name="T83" fmla="*/ 0 h 252"/>
                  <a:gd name="T84" fmla="*/ 2 w 283"/>
                  <a:gd name="T85" fmla="*/ 0 h 252"/>
                  <a:gd name="T86" fmla="*/ 1 w 283"/>
                  <a:gd name="T87" fmla="*/ 0 h 252"/>
                  <a:gd name="T88" fmla="*/ 0 w 283"/>
                  <a:gd name="T89" fmla="*/ 1 h 252"/>
                  <a:gd name="T90" fmla="*/ 2 w 283"/>
                  <a:gd name="T91" fmla="*/ 1 h 252"/>
                  <a:gd name="T92" fmla="*/ 4 w 283"/>
                  <a:gd name="T93" fmla="*/ 1 h 252"/>
                  <a:gd name="T94" fmla="*/ 6 w 283"/>
                  <a:gd name="T95" fmla="*/ 2 h 252"/>
                  <a:gd name="T96" fmla="*/ 9 w 283"/>
                  <a:gd name="T97" fmla="*/ 2 h 252"/>
                  <a:gd name="T98" fmla="*/ 11 w 283"/>
                  <a:gd name="T99" fmla="*/ 3 h 252"/>
                  <a:gd name="T100" fmla="*/ 14 w 283"/>
                  <a:gd name="T101" fmla="*/ 3 h 252"/>
                  <a:gd name="T102" fmla="*/ 16 w 283"/>
                  <a:gd name="T103" fmla="*/ 4 h 252"/>
                  <a:gd name="T104" fmla="*/ 19 w 283"/>
                  <a:gd name="T105" fmla="*/ 4 h 252"/>
                  <a:gd name="T106" fmla="*/ 21 w 283"/>
                  <a:gd name="T107" fmla="*/ 5 h 252"/>
                  <a:gd name="T108" fmla="*/ 24 w 283"/>
                  <a:gd name="T109" fmla="*/ 6 h 252"/>
                  <a:gd name="T110" fmla="*/ 27 w 283"/>
                  <a:gd name="T111" fmla="*/ 7 h 252"/>
                  <a:gd name="T112" fmla="*/ 29 w 283"/>
                  <a:gd name="T113" fmla="*/ 8 h 252"/>
                  <a:gd name="T114" fmla="*/ 32 w 283"/>
                  <a:gd name="T115" fmla="*/ 9 h 252"/>
                  <a:gd name="T116" fmla="*/ 35 w 283"/>
                  <a:gd name="T117" fmla="*/ 10 h 252"/>
                  <a:gd name="T118" fmla="*/ 37 w 283"/>
                  <a:gd name="T119" fmla="*/ 11 h 252"/>
                  <a:gd name="T120" fmla="*/ 39 w 283"/>
                  <a:gd name="T121" fmla="*/ 13 h 25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3"/>
                  <a:gd name="T184" fmla="*/ 0 h 252"/>
                  <a:gd name="T185" fmla="*/ 283 w 283"/>
                  <a:gd name="T186" fmla="*/ 252 h 25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3" h="252">
                    <a:moveTo>
                      <a:pt x="235" y="77"/>
                    </a:moveTo>
                    <a:lnTo>
                      <a:pt x="248" y="91"/>
                    </a:lnTo>
                    <a:lnTo>
                      <a:pt x="256" y="107"/>
                    </a:lnTo>
                    <a:lnTo>
                      <a:pt x="259" y="124"/>
                    </a:lnTo>
                    <a:lnTo>
                      <a:pt x="259" y="142"/>
                    </a:lnTo>
                    <a:lnTo>
                      <a:pt x="257" y="157"/>
                    </a:lnTo>
                    <a:lnTo>
                      <a:pt x="252" y="170"/>
                    </a:lnTo>
                    <a:lnTo>
                      <a:pt x="244" y="183"/>
                    </a:lnTo>
                    <a:lnTo>
                      <a:pt x="236" y="193"/>
                    </a:lnTo>
                    <a:lnTo>
                      <a:pt x="225" y="204"/>
                    </a:lnTo>
                    <a:lnTo>
                      <a:pt x="215" y="214"/>
                    </a:lnTo>
                    <a:lnTo>
                      <a:pt x="204" y="224"/>
                    </a:lnTo>
                    <a:lnTo>
                      <a:pt x="194" y="234"/>
                    </a:lnTo>
                    <a:lnTo>
                      <a:pt x="191" y="238"/>
                    </a:lnTo>
                    <a:lnTo>
                      <a:pt x="191" y="241"/>
                    </a:lnTo>
                    <a:lnTo>
                      <a:pt x="191" y="245"/>
                    </a:lnTo>
                    <a:lnTo>
                      <a:pt x="194" y="248"/>
                    </a:lnTo>
                    <a:lnTo>
                      <a:pt x="197" y="250"/>
                    </a:lnTo>
                    <a:lnTo>
                      <a:pt x="202" y="252"/>
                    </a:lnTo>
                    <a:lnTo>
                      <a:pt x="205" y="250"/>
                    </a:lnTo>
                    <a:lnTo>
                      <a:pt x="209" y="248"/>
                    </a:lnTo>
                    <a:lnTo>
                      <a:pt x="232" y="233"/>
                    </a:lnTo>
                    <a:lnTo>
                      <a:pt x="252" y="214"/>
                    </a:lnTo>
                    <a:lnTo>
                      <a:pt x="268" y="192"/>
                    </a:lnTo>
                    <a:lnTo>
                      <a:pt x="278" y="167"/>
                    </a:lnTo>
                    <a:lnTo>
                      <a:pt x="283" y="141"/>
                    </a:lnTo>
                    <a:lnTo>
                      <a:pt x="280" y="115"/>
                    </a:lnTo>
                    <a:lnTo>
                      <a:pt x="271" y="91"/>
                    </a:lnTo>
                    <a:lnTo>
                      <a:pt x="252" y="69"/>
                    </a:lnTo>
                    <a:lnTo>
                      <a:pt x="238" y="57"/>
                    </a:lnTo>
                    <a:lnTo>
                      <a:pt x="222" y="48"/>
                    </a:lnTo>
                    <a:lnTo>
                      <a:pt x="204" y="39"/>
                    </a:lnTo>
                    <a:lnTo>
                      <a:pt x="184" y="31"/>
                    </a:lnTo>
                    <a:lnTo>
                      <a:pt x="164" y="23"/>
                    </a:lnTo>
                    <a:lnTo>
                      <a:pt x="144" y="17"/>
                    </a:lnTo>
                    <a:lnTo>
                      <a:pt x="123" y="13"/>
                    </a:lnTo>
                    <a:lnTo>
                      <a:pt x="103" y="8"/>
                    </a:lnTo>
                    <a:lnTo>
                      <a:pt x="83" y="5"/>
                    </a:lnTo>
                    <a:lnTo>
                      <a:pt x="66" y="2"/>
                    </a:lnTo>
                    <a:lnTo>
                      <a:pt x="48" y="0"/>
                    </a:lnTo>
                    <a:lnTo>
                      <a:pt x="34" y="0"/>
                    </a:lnTo>
                    <a:lnTo>
                      <a:pt x="21" y="0"/>
                    </a:lnTo>
                    <a:lnTo>
                      <a:pt x="11" y="0"/>
                    </a:lnTo>
                    <a:lnTo>
                      <a:pt x="4" y="2"/>
                    </a:lnTo>
                    <a:lnTo>
                      <a:pt x="0" y="5"/>
                    </a:lnTo>
                    <a:lnTo>
                      <a:pt x="12" y="7"/>
                    </a:lnTo>
                    <a:lnTo>
                      <a:pt x="24" y="8"/>
                    </a:lnTo>
                    <a:lnTo>
                      <a:pt x="38" y="10"/>
                    </a:lnTo>
                    <a:lnTo>
                      <a:pt x="52" y="13"/>
                    </a:lnTo>
                    <a:lnTo>
                      <a:pt x="66" y="16"/>
                    </a:lnTo>
                    <a:lnTo>
                      <a:pt x="82" y="18"/>
                    </a:lnTo>
                    <a:lnTo>
                      <a:pt x="98" y="22"/>
                    </a:lnTo>
                    <a:lnTo>
                      <a:pt x="114" y="25"/>
                    </a:lnTo>
                    <a:lnTo>
                      <a:pt x="129" y="30"/>
                    </a:lnTo>
                    <a:lnTo>
                      <a:pt x="146" y="34"/>
                    </a:lnTo>
                    <a:lnTo>
                      <a:pt x="162" y="39"/>
                    </a:lnTo>
                    <a:lnTo>
                      <a:pt x="177" y="45"/>
                    </a:lnTo>
                    <a:lnTo>
                      <a:pt x="193" y="52"/>
                    </a:lnTo>
                    <a:lnTo>
                      <a:pt x="208" y="60"/>
                    </a:lnTo>
                    <a:lnTo>
                      <a:pt x="222" y="68"/>
                    </a:lnTo>
                    <a:lnTo>
                      <a:pt x="235" y="77"/>
                    </a:lnTo>
                    <a:close/>
                  </a:path>
                </a:pathLst>
              </a:custGeom>
              <a:solidFill>
                <a:srgbClr val="C9E8FF"/>
              </a:solidFill>
              <a:ln w="9525">
                <a:noFill/>
                <a:round/>
                <a:headEnd/>
                <a:tailEnd/>
              </a:ln>
            </p:spPr>
            <p:txBody>
              <a:bodyPr/>
              <a:lstStyle/>
              <a:p>
                <a:endParaRPr lang="en-US"/>
              </a:p>
            </p:txBody>
          </p:sp>
          <p:sp>
            <p:nvSpPr>
              <p:cNvPr id="178" name="Freeform 599">
                <a:extLst>
                  <a:ext uri="{FF2B5EF4-FFF2-40B4-BE49-F238E27FC236}">
                    <a16:creationId xmlns:a16="http://schemas.microsoft.com/office/drawing/2014/main" id="{D972AC59-9B7F-1626-EB63-890C3C700EC5}"/>
                  </a:ext>
                </a:extLst>
              </p:cNvPr>
              <p:cNvSpPr>
                <a:spLocks/>
              </p:cNvSpPr>
              <p:nvPr/>
            </p:nvSpPr>
            <p:spPr bwMode="auto">
              <a:xfrm>
                <a:off x="4298" y="3153"/>
                <a:ext cx="19" cy="39"/>
              </a:xfrm>
              <a:custGeom>
                <a:avLst/>
                <a:gdLst>
                  <a:gd name="T0" fmla="*/ 0 w 114"/>
                  <a:gd name="T1" fmla="*/ 21 h 238"/>
                  <a:gd name="T2" fmla="*/ 0 w 114"/>
                  <a:gd name="T3" fmla="*/ 24 h 238"/>
                  <a:gd name="T4" fmla="*/ 1 w 114"/>
                  <a:gd name="T5" fmla="*/ 28 h 238"/>
                  <a:gd name="T6" fmla="*/ 2 w 114"/>
                  <a:gd name="T7" fmla="*/ 30 h 238"/>
                  <a:gd name="T8" fmla="*/ 4 w 114"/>
                  <a:gd name="T9" fmla="*/ 33 h 238"/>
                  <a:gd name="T10" fmla="*/ 6 w 114"/>
                  <a:gd name="T11" fmla="*/ 35 h 238"/>
                  <a:gd name="T12" fmla="*/ 9 w 114"/>
                  <a:gd name="T13" fmla="*/ 37 h 238"/>
                  <a:gd name="T14" fmla="*/ 12 w 114"/>
                  <a:gd name="T15" fmla="*/ 38 h 238"/>
                  <a:gd name="T16" fmla="*/ 15 w 114"/>
                  <a:gd name="T17" fmla="*/ 39 h 238"/>
                  <a:gd name="T18" fmla="*/ 16 w 114"/>
                  <a:gd name="T19" fmla="*/ 39 h 238"/>
                  <a:gd name="T20" fmla="*/ 17 w 114"/>
                  <a:gd name="T21" fmla="*/ 39 h 238"/>
                  <a:gd name="T22" fmla="*/ 18 w 114"/>
                  <a:gd name="T23" fmla="*/ 38 h 238"/>
                  <a:gd name="T24" fmla="*/ 19 w 114"/>
                  <a:gd name="T25" fmla="*/ 37 h 238"/>
                  <a:gd name="T26" fmla="*/ 19 w 114"/>
                  <a:gd name="T27" fmla="*/ 36 h 238"/>
                  <a:gd name="T28" fmla="*/ 18 w 114"/>
                  <a:gd name="T29" fmla="*/ 35 h 238"/>
                  <a:gd name="T30" fmla="*/ 18 w 114"/>
                  <a:gd name="T31" fmla="*/ 35 h 238"/>
                  <a:gd name="T32" fmla="*/ 17 w 114"/>
                  <a:gd name="T33" fmla="*/ 34 h 238"/>
                  <a:gd name="T34" fmla="*/ 14 w 114"/>
                  <a:gd name="T35" fmla="*/ 33 h 238"/>
                  <a:gd name="T36" fmla="*/ 11 w 114"/>
                  <a:gd name="T37" fmla="*/ 32 h 238"/>
                  <a:gd name="T38" fmla="*/ 8 w 114"/>
                  <a:gd name="T39" fmla="*/ 29 h 238"/>
                  <a:gd name="T40" fmla="*/ 7 w 114"/>
                  <a:gd name="T41" fmla="*/ 27 h 238"/>
                  <a:gd name="T42" fmla="*/ 5 w 114"/>
                  <a:gd name="T43" fmla="*/ 24 h 238"/>
                  <a:gd name="T44" fmla="*/ 5 w 114"/>
                  <a:gd name="T45" fmla="*/ 21 h 238"/>
                  <a:gd name="T46" fmla="*/ 5 w 114"/>
                  <a:gd name="T47" fmla="*/ 18 h 238"/>
                  <a:gd name="T48" fmla="*/ 6 w 114"/>
                  <a:gd name="T49" fmla="*/ 15 h 238"/>
                  <a:gd name="T50" fmla="*/ 7 w 114"/>
                  <a:gd name="T51" fmla="*/ 12 h 238"/>
                  <a:gd name="T52" fmla="*/ 9 w 114"/>
                  <a:gd name="T53" fmla="*/ 10 h 238"/>
                  <a:gd name="T54" fmla="*/ 10 w 114"/>
                  <a:gd name="T55" fmla="*/ 8 h 238"/>
                  <a:gd name="T56" fmla="*/ 12 w 114"/>
                  <a:gd name="T57" fmla="*/ 6 h 238"/>
                  <a:gd name="T58" fmla="*/ 14 w 114"/>
                  <a:gd name="T59" fmla="*/ 5 h 238"/>
                  <a:gd name="T60" fmla="*/ 16 w 114"/>
                  <a:gd name="T61" fmla="*/ 3 h 238"/>
                  <a:gd name="T62" fmla="*/ 18 w 114"/>
                  <a:gd name="T63" fmla="*/ 1 h 238"/>
                  <a:gd name="T64" fmla="*/ 19 w 114"/>
                  <a:gd name="T65" fmla="*/ 0 h 238"/>
                  <a:gd name="T66" fmla="*/ 18 w 114"/>
                  <a:gd name="T67" fmla="*/ 0 h 238"/>
                  <a:gd name="T68" fmla="*/ 16 w 114"/>
                  <a:gd name="T69" fmla="*/ 1 h 238"/>
                  <a:gd name="T70" fmla="*/ 13 w 114"/>
                  <a:gd name="T71" fmla="*/ 3 h 238"/>
                  <a:gd name="T72" fmla="*/ 9 w 114"/>
                  <a:gd name="T73" fmla="*/ 6 h 238"/>
                  <a:gd name="T74" fmla="*/ 6 w 114"/>
                  <a:gd name="T75" fmla="*/ 9 h 238"/>
                  <a:gd name="T76" fmla="*/ 3 w 114"/>
                  <a:gd name="T77" fmla="*/ 13 h 238"/>
                  <a:gd name="T78" fmla="*/ 1 w 114"/>
                  <a:gd name="T79" fmla="*/ 17 h 238"/>
                  <a:gd name="T80" fmla="*/ 0 w 114"/>
                  <a:gd name="T81" fmla="*/ 21 h 2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4"/>
                  <a:gd name="T124" fmla="*/ 0 h 238"/>
                  <a:gd name="T125" fmla="*/ 114 w 114"/>
                  <a:gd name="T126" fmla="*/ 238 h 2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4" h="238">
                    <a:moveTo>
                      <a:pt x="0" y="130"/>
                    </a:moveTo>
                    <a:lnTo>
                      <a:pt x="0" y="149"/>
                    </a:lnTo>
                    <a:lnTo>
                      <a:pt x="4" y="168"/>
                    </a:lnTo>
                    <a:lnTo>
                      <a:pt x="12" y="185"/>
                    </a:lnTo>
                    <a:lnTo>
                      <a:pt x="24" y="200"/>
                    </a:lnTo>
                    <a:lnTo>
                      <a:pt x="38" y="213"/>
                    </a:lnTo>
                    <a:lnTo>
                      <a:pt x="55" y="224"/>
                    </a:lnTo>
                    <a:lnTo>
                      <a:pt x="73" y="232"/>
                    </a:lnTo>
                    <a:lnTo>
                      <a:pt x="92" y="237"/>
                    </a:lnTo>
                    <a:lnTo>
                      <a:pt x="98" y="238"/>
                    </a:lnTo>
                    <a:lnTo>
                      <a:pt x="104" y="235"/>
                    </a:lnTo>
                    <a:lnTo>
                      <a:pt x="109" y="232"/>
                    </a:lnTo>
                    <a:lnTo>
                      <a:pt x="111" y="227"/>
                    </a:lnTo>
                    <a:lnTo>
                      <a:pt x="111" y="222"/>
                    </a:lnTo>
                    <a:lnTo>
                      <a:pt x="110" y="216"/>
                    </a:lnTo>
                    <a:lnTo>
                      <a:pt x="106" y="211"/>
                    </a:lnTo>
                    <a:lnTo>
                      <a:pt x="100" y="209"/>
                    </a:lnTo>
                    <a:lnTo>
                      <a:pt x="82" y="202"/>
                    </a:lnTo>
                    <a:lnTo>
                      <a:pt x="64" y="193"/>
                    </a:lnTo>
                    <a:lnTo>
                      <a:pt x="50" y="180"/>
                    </a:lnTo>
                    <a:lnTo>
                      <a:pt x="39" y="167"/>
                    </a:lnTo>
                    <a:lnTo>
                      <a:pt x="32" y="149"/>
                    </a:lnTo>
                    <a:lnTo>
                      <a:pt x="29" y="131"/>
                    </a:lnTo>
                    <a:lnTo>
                      <a:pt x="29" y="111"/>
                    </a:lnTo>
                    <a:lnTo>
                      <a:pt x="35" y="91"/>
                    </a:lnTo>
                    <a:lnTo>
                      <a:pt x="42" y="76"/>
                    </a:lnTo>
                    <a:lnTo>
                      <a:pt x="51" y="62"/>
                    </a:lnTo>
                    <a:lnTo>
                      <a:pt x="62" y="49"/>
                    </a:lnTo>
                    <a:lnTo>
                      <a:pt x="73" y="38"/>
                    </a:lnTo>
                    <a:lnTo>
                      <a:pt x="84" y="28"/>
                    </a:lnTo>
                    <a:lnTo>
                      <a:pt x="96" y="18"/>
                    </a:lnTo>
                    <a:lnTo>
                      <a:pt x="106" y="9"/>
                    </a:lnTo>
                    <a:lnTo>
                      <a:pt x="114" y="1"/>
                    </a:lnTo>
                    <a:lnTo>
                      <a:pt x="106" y="0"/>
                    </a:lnTo>
                    <a:lnTo>
                      <a:pt x="93" y="6"/>
                    </a:lnTo>
                    <a:lnTo>
                      <a:pt x="76" y="18"/>
                    </a:lnTo>
                    <a:lnTo>
                      <a:pt x="56" y="36"/>
                    </a:lnTo>
                    <a:lnTo>
                      <a:pt x="37" y="57"/>
                    </a:lnTo>
                    <a:lnTo>
                      <a:pt x="20" y="80"/>
                    </a:lnTo>
                    <a:lnTo>
                      <a:pt x="7" y="106"/>
                    </a:lnTo>
                    <a:lnTo>
                      <a:pt x="0" y="130"/>
                    </a:lnTo>
                    <a:close/>
                  </a:path>
                </a:pathLst>
              </a:custGeom>
              <a:solidFill>
                <a:srgbClr val="C9E8FF"/>
              </a:solidFill>
              <a:ln w="9525">
                <a:noFill/>
                <a:round/>
                <a:headEnd/>
                <a:tailEnd/>
              </a:ln>
            </p:spPr>
            <p:txBody>
              <a:bodyPr/>
              <a:lstStyle/>
              <a:p>
                <a:endParaRPr lang="en-US"/>
              </a:p>
            </p:txBody>
          </p:sp>
          <p:sp>
            <p:nvSpPr>
              <p:cNvPr id="179" name="Freeform 600">
                <a:extLst>
                  <a:ext uri="{FF2B5EF4-FFF2-40B4-BE49-F238E27FC236}">
                    <a16:creationId xmlns:a16="http://schemas.microsoft.com/office/drawing/2014/main" id="{C3FE7C38-7FB8-96AB-A3CC-78BE97A355CF}"/>
                  </a:ext>
                </a:extLst>
              </p:cNvPr>
              <p:cNvSpPr>
                <a:spLocks/>
              </p:cNvSpPr>
              <p:nvPr/>
            </p:nvSpPr>
            <p:spPr bwMode="auto">
              <a:xfrm>
                <a:off x="4432" y="3130"/>
                <a:ext cx="41" cy="52"/>
              </a:xfrm>
              <a:custGeom>
                <a:avLst/>
                <a:gdLst>
                  <a:gd name="T0" fmla="*/ 35 w 246"/>
                  <a:gd name="T1" fmla="*/ 21 h 310"/>
                  <a:gd name="T2" fmla="*/ 37 w 246"/>
                  <a:gd name="T3" fmla="*/ 24 h 310"/>
                  <a:gd name="T4" fmla="*/ 38 w 246"/>
                  <a:gd name="T5" fmla="*/ 28 h 310"/>
                  <a:gd name="T6" fmla="*/ 37 w 246"/>
                  <a:gd name="T7" fmla="*/ 31 h 310"/>
                  <a:gd name="T8" fmla="*/ 35 w 246"/>
                  <a:gd name="T9" fmla="*/ 35 h 310"/>
                  <a:gd name="T10" fmla="*/ 31 w 246"/>
                  <a:gd name="T11" fmla="*/ 38 h 310"/>
                  <a:gd name="T12" fmla="*/ 28 w 246"/>
                  <a:gd name="T13" fmla="*/ 41 h 310"/>
                  <a:gd name="T14" fmla="*/ 24 w 246"/>
                  <a:gd name="T15" fmla="*/ 44 h 310"/>
                  <a:gd name="T16" fmla="*/ 22 w 246"/>
                  <a:gd name="T17" fmla="*/ 47 h 310"/>
                  <a:gd name="T18" fmla="*/ 21 w 246"/>
                  <a:gd name="T19" fmla="*/ 48 h 310"/>
                  <a:gd name="T20" fmla="*/ 20 w 246"/>
                  <a:gd name="T21" fmla="*/ 50 h 310"/>
                  <a:gd name="T22" fmla="*/ 20 w 246"/>
                  <a:gd name="T23" fmla="*/ 51 h 310"/>
                  <a:gd name="T24" fmla="*/ 22 w 246"/>
                  <a:gd name="T25" fmla="*/ 52 h 310"/>
                  <a:gd name="T26" fmla="*/ 23 w 246"/>
                  <a:gd name="T27" fmla="*/ 52 h 310"/>
                  <a:gd name="T28" fmla="*/ 26 w 246"/>
                  <a:gd name="T29" fmla="*/ 49 h 310"/>
                  <a:gd name="T30" fmla="*/ 30 w 246"/>
                  <a:gd name="T31" fmla="*/ 45 h 310"/>
                  <a:gd name="T32" fmla="*/ 35 w 246"/>
                  <a:gd name="T33" fmla="*/ 41 h 310"/>
                  <a:gd name="T34" fmla="*/ 39 w 246"/>
                  <a:gd name="T35" fmla="*/ 37 h 310"/>
                  <a:gd name="T36" fmla="*/ 41 w 246"/>
                  <a:gd name="T37" fmla="*/ 31 h 310"/>
                  <a:gd name="T38" fmla="*/ 40 w 246"/>
                  <a:gd name="T39" fmla="*/ 26 h 310"/>
                  <a:gd name="T40" fmla="*/ 38 w 246"/>
                  <a:gd name="T41" fmla="*/ 20 h 310"/>
                  <a:gd name="T42" fmla="*/ 34 w 246"/>
                  <a:gd name="T43" fmla="*/ 16 h 310"/>
                  <a:gd name="T44" fmla="*/ 30 w 246"/>
                  <a:gd name="T45" fmla="*/ 12 h 310"/>
                  <a:gd name="T46" fmla="*/ 25 w 246"/>
                  <a:gd name="T47" fmla="*/ 10 h 310"/>
                  <a:gd name="T48" fmla="*/ 21 w 246"/>
                  <a:gd name="T49" fmla="*/ 7 h 310"/>
                  <a:gd name="T50" fmla="*/ 16 w 246"/>
                  <a:gd name="T51" fmla="*/ 5 h 310"/>
                  <a:gd name="T52" fmla="*/ 12 w 246"/>
                  <a:gd name="T53" fmla="*/ 3 h 310"/>
                  <a:gd name="T54" fmla="*/ 8 w 246"/>
                  <a:gd name="T55" fmla="*/ 1 h 310"/>
                  <a:gd name="T56" fmla="*/ 4 w 246"/>
                  <a:gd name="T57" fmla="*/ 0 h 310"/>
                  <a:gd name="T58" fmla="*/ 1 w 246"/>
                  <a:gd name="T59" fmla="*/ 0 h 310"/>
                  <a:gd name="T60" fmla="*/ 1 w 246"/>
                  <a:gd name="T61" fmla="*/ 1 h 310"/>
                  <a:gd name="T62" fmla="*/ 5 w 246"/>
                  <a:gd name="T63" fmla="*/ 2 h 310"/>
                  <a:gd name="T64" fmla="*/ 9 w 246"/>
                  <a:gd name="T65" fmla="*/ 4 h 310"/>
                  <a:gd name="T66" fmla="*/ 13 w 246"/>
                  <a:gd name="T67" fmla="*/ 6 h 310"/>
                  <a:gd name="T68" fmla="*/ 18 w 246"/>
                  <a:gd name="T69" fmla="*/ 9 h 310"/>
                  <a:gd name="T70" fmla="*/ 22 w 246"/>
                  <a:gd name="T71" fmla="*/ 12 h 310"/>
                  <a:gd name="T72" fmla="*/ 27 w 246"/>
                  <a:gd name="T73" fmla="*/ 15 h 310"/>
                  <a:gd name="T74" fmla="*/ 31 w 246"/>
                  <a:gd name="T75" fmla="*/ 18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6"/>
                  <a:gd name="T115" fmla="*/ 0 h 310"/>
                  <a:gd name="T116" fmla="*/ 246 w 246"/>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6" h="310">
                    <a:moveTo>
                      <a:pt x="199" y="116"/>
                    </a:moveTo>
                    <a:lnTo>
                      <a:pt x="207" y="124"/>
                    </a:lnTo>
                    <a:lnTo>
                      <a:pt x="214" y="133"/>
                    </a:lnTo>
                    <a:lnTo>
                      <a:pt x="219" y="143"/>
                    </a:lnTo>
                    <a:lnTo>
                      <a:pt x="223" y="154"/>
                    </a:lnTo>
                    <a:lnTo>
                      <a:pt x="225" y="164"/>
                    </a:lnTo>
                    <a:lnTo>
                      <a:pt x="225" y="176"/>
                    </a:lnTo>
                    <a:lnTo>
                      <a:pt x="221" y="187"/>
                    </a:lnTo>
                    <a:lnTo>
                      <a:pt x="216" y="197"/>
                    </a:lnTo>
                    <a:lnTo>
                      <a:pt x="208" y="209"/>
                    </a:lnTo>
                    <a:lnTo>
                      <a:pt x="199" y="219"/>
                    </a:lnTo>
                    <a:lnTo>
                      <a:pt x="188" y="228"/>
                    </a:lnTo>
                    <a:lnTo>
                      <a:pt x="177" y="238"/>
                    </a:lnTo>
                    <a:lnTo>
                      <a:pt x="166" y="246"/>
                    </a:lnTo>
                    <a:lnTo>
                      <a:pt x="154" y="255"/>
                    </a:lnTo>
                    <a:lnTo>
                      <a:pt x="143" y="264"/>
                    </a:lnTo>
                    <a:lnTo>
                      <a:pt x="132" y="274"/>
                    </a:lnTo>
                    <a:lnTo>
                      <a:pt x="129" y="278"/>
                    </a:lnTo>
                    <a:lnTo>
                      <a:pt x="126" y="282"/>
                    </a:lnTo>
                    <a:lnTo>
                      <a:pt x="124" y="287"/>
                    </a:lnTo>
                    <a:lnTo>
                      <a:pt x="121" y="292"/>
                    </a:lnTo>
                    <a:lnTo>
                      <a:pt x="120" y="296"/>
                    </a:lnTo>
                    <a:lnTo>
                      <a:pt x="120" y="301"/>
                    </a:lnTo>
                    <a:lnTo>
                      <a:pt x="121" y="305"/>
                    </a:lnTo>
                    <a:lnTo>
                      <a:pt x="125" y="309"/>
                    </a:lnTo>
                    <a:lnTo>
                      <a:pt x="130" y="310"/>
                    </a:lnTo>
                    <a:lnTo>
                      <a:pt x="134" y="310"/>
                    </a:lnTo>
                    <a:lnTo>
                      <a:pt x="139" y="309"/>
                    </a:lnTo>
                    <a:lnTo>
                      <a:pt x="143" y="305"/>
                    </a:lnTo>
                    <a:lnTo>
                      <a:pt x="154" y="293"/>
                    </a:lnTo>
                    <a:lnTo>
                      <a:pt x="167" y="280"/>
                    </a:lnTo>
                    <a:lnTo>
                      <a:pt x="180" y="269"/>
                    </a:lnTo>
                    <a:lnTo>
                      <a:pt x="194" y="257"/>
                    </a:lnTo>
                    <a:lnTo>
                      <a:pt x="207" y="246"/>
                    </a:lnTo>
                    <a:lnTo>
                      <a:pt x="219" y="233"/>
                    </a:lnTo>
                    <a:lnTo>
                      <a:pt x="231" y="219"/>
                    </a:lnTo>
                    <a:lnTo>
                      <a:pt x="239" y="204"/>
                    </a:lnTo>
                    <a:lnTo>
                      <a:pt x="245" y="187"/>
                    </a:lnTo>
                    <a:lnTo>
                      <a:pt x="246" y="170"/>
                    </a:lnTo>
                    <a:lnTo>
                      <a:pt x="242" y="153"/>
                    </a:lnTo>
                    <a:lnTo>
                      <a:pt x="236" y="136"/>
                    </a:lnTo>
                    <a:lnTo>
                      <a:pt x="227" y="120"/>
                    </a:lnTo>
                    <a:lnTo>
                      <a:pt x="215" y="107"/>
                    </a:lnTo>
                    <a:lnTo>
                      <a:pt x="201" y="94"/>
                    </a:lnTo>
                    <a:lnTo>
                      <a:pt x="187" y="82"/>
                    </a:lnTo>
                    <a:lnTo>
                      <a:pt x="177" y="74"/>
                    </a:lnTo>
                    <a:lnTo>
                      <a:pt x="165" y="68"/>
                    </a:lnTo>
                    <a:lnTo>
                      <a:pt x="152" y="60"/>
                    </a:lnTo>
                    <a:lnTo>
                      <a:pt x="139" y="51"/>
                    </a:lnTo>
                    <a:lnTo>
                      <a:pt x="126" y="43"/>
                    </a:lnTo>
                    <a:lnTo>
                      <a:pt x="112" y="35"/>
                    </a:lnTo>
                    <a:lnTo>
                      <a:pt x="98" y="28"/>
                    </a:lnTo>
                    <a:lnTo>
                      <a:pt x="85" y="22"/>
                    </a:lnTo>
                    <a:lnTo>
                      <a:pt x="72" y="16"/>
                    </a:lnTo>
                    <a:lnTo>
                      <a:pt x="59" y="10"/>
                    </a:lnTo>
                    <a:lnTo>
                      <a:pt x="46" y="7"/>
                    </a:lnTo>
                    <a:lnTo>
                      <a:pt x="35" y="3"/>
                    </a:lnTo>
                    <a:lnTo>
                      <a:pt x="24" y="1"/>
                    </a:lnTo>
                    <a:lnTo>
                      <a:pt x="15" y="0"/>
                    </a:lnTo>
                    <a:lnTo>
                      <a:pt x="7" y="1"/>
                    </a:lnTo>
                    <a:lnTo>
                      <a:pt x="0" y="3"/>
                    </a:lnTo>
                    <a:lnTo>
                      <a:pt x="8" y="6"/>
                    </a:lnTo>
                    <a:lnTo>
                      <a:pt x="17" y="9"/>
                    </a:lnTo>
                    <a:lnTo>
                      <a:pt x="28" y="14"/>
                    </a:lnTo>
                    <a:lnTo>
                      <a:pt x="38" y="18"/>
                    </a:lnTo>
                    <a:lnTo>
                      <a:pt x="51" y="24"/>
                    </a:lnTo>
                    <a:lnTo>
                      <a:pt x="64" y="30"/>
                    </a:lnTo>
                    <a:lnTo>
                      <a:pt x="78" y="37"/>
                    </a:lnTo>
                    <a:lnTo>
                      <a:pt x="92" y="43"/>
                    </a:lnTo>
                    <a:lnTo>
                      <a:pt x="106" y="51"/>
                    </a:lnTo>
                    <a:lnTo>
                      <a:pt x="120" y="60"/>
                    </a:lnTo>
                    <a:lnTo>
                      <a:pt x="134" y="69"/>
                    </a:lnTo>
                    <a:lnTo>
                      <a:pt x="148" y="78"/>
                    </a:lnTo>
                    <a:lnTo>
                      <a:pt x="163" y="87"/>
                    </a:lnTo>
                    <a:lnTo>
                      <a:pt x="175" y="96"/>
                    </a:lnTo>
                    <a:lnTo>
                      <a:pt x="187" y="105"/>
                    </a:lnTo>
                    <a:lnTo>
                      <a:pt x="199" y="116"/>
                    </a:lnTo>
                    <a:close/>
                  </a:path>
                </a:pathLst>
              </a:custGeom>
              <a:solidFill>
                <a:srgbClr val="C9E8FF"/>
              </a:solidFill>
              <a:ln w="9525">
                <a:noFill/>
                <a:round/>
                <a:headEnd/>
                <a:tailEnd/>
              </a:ln>
            </p:spPr>
            <p:txBody>
              <a:bodyPr/>
              <a:lstStyle/>
              <a:p>
                <a:endParaRPr lang="en-US"/>
              </a:p>
            </p:txBody>
          </p:sp>
          <p:sp>
            <p:nvSpPr>
              <p:cNvPr id="180" name="Freeform 601">
                <a:extLst>
                  <a:ext uri="{FF2B5EF4-FFF2-40B4-BE49-F238E27FC236}">
                    <a16:creationId xmlns:a16="http://schemas.microsoft.com/office/drawing/2014/main" id="{C443E75F-32B1-F0C4-4459-E4B98FB0323A}"/>
                  </a:ext>
                </a:extLst>
              </p:cNvPr>
              <p:cNvSpPr>
                <a:spLocks/>
              </p:cNvSpPr>
              <p:nvPr/>
            </p:nvSpPr>
            <p:spPr bwMode="auto">
              <a:xfrm>
                <a:off x="4387" y="3191"/>
                <a:ext cx="14" cy="31"/>
              </a:xfrm>
              <a:custGeom>
                <a:avLst/>
                <a:gdLst>
                  <a:gd name="T0" fmla="*/ 5 w 83"/>
                  <a:gd name="T1" fmla="*/ 2 h 187"/>
                  <a:gd name="T2" fmla="*/ 5 w 83"/>
                  <a:gd name="T3" fmla="*/ 1 h 187"/>
                  <a:gd name="T4" fmla="*/ 4 w 83"/>
                  <a:gd name="T5" fmla="*/ 0 h 187"/>
                  <a:gd name="T6" fmla="*/ 3 w 83"/>
                  <a:gd name="T7" fmla="*/ 0 h 187"/>
                  <a:gd name="T8" fmla="*/ 2 w 83"/>
                  <a:gd name="T9" fmla="*/ 0 h 187"/>
                  <a:gd name="T10" fmla="*/ 1 w 83"/>
                  <a:gd name="T11" fmla="*/ 0 h 187"/>
                  <a:gd name="T12" fmla="*/ 1 w 83"/>
                  <a:gd name="T13" fmla="*/ 1 h 187"/>
                  <a:gd name="T14" fmla="*/ 0 w 83"/>
                  <a:gd name="T15" fmla="*/ 2 h 187"/>
                  <a:gd name="T16" fmla="*/ 0 w 83"/>
                  <a:gd name="T17" fmla="*/ 3 h 187"/>
                  <a:gd name="T18" fmla="*/ 1 w 83"/>
                  <a:gd name="T19" fmla="*/ 7 h 187"/>
                  <a:gd name="T20" fmla="*/ 3 w 83"/>
                  <a:gd name="T21" fmla="*/ 12 h 187"/>
                  <a:gd name="T22" fmla="*/ 5 w 83"/>
                  <a:gd name="T23" fmla="*/ 17 h 187"/>
                  <a:gd name="T24" fmla="*/ 7 w 83"/>
                  <a:gd name="T25" fmla="*/ 21 h 187"/>
                  <a:gd name="T26" fmla="*/ 9 w 83"/>
                  <a:gd name="T27" fmla="*/ 25 h 187"/>
                  <a:gd name="T28" fmla="*/ 11 w 83"/>
                  <a:gd name="T29" fmla="*/ 28 h 187"/>
                  <a:gd name="T30" fmla="*/ 13 w 83"/>
                  <a:gd name="T31" fmla="*/ 31 h 187"/>
                  <a:gd name="T32" fmla="*/ 14 w 83"/>
                  <a:gd name="T33" fmla="*/ 31 h 187"/>
                  <a:gd name="T34" fmla="*/ 13 w 83"/>
                  <a:gd name="T35" fmla="*/ 29 h 187"/>
                  <a:gd name="T36" fmla="*/ 13 w 83"/>
                  <a:gd name="T37" fmla="*/ 26 h 187"/>
                  <a:gd name="T38" fmla="*/ 11 w 83"/>
                  <a:gd name="T39" fmla="*/ 23 h 187"/>
                  <a:gd name="T40" fmla="*/ 10 w 83"/>
                  <a:gd name="T41" fmla="*/ 19 h 187"/>
                  <a:gd name="T42" fmla="*/ 9 w 83"/>
                  <a:gd name="T43" fmla="*/ 15 h 187"/>
                  <a:gd name="T44" fmla="*/ 7 w 83"/>
                  <a:gd name="T45" fmla="*/ 10 h 187"/>
                  <a:gd name="T46" fmla="*/ 6 w 83"/>
                  <a:gd name="T47" fmla="*/ 6 h 187"/>
                  <a:gd name="T48" fmla="*/ 5 w 83"/>
                  <a:gd name="T49" fmla="*/ 2 h 18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3"/>
                  <a:gd name="T76" fmla="*/ 0 h 187"/>
                  <a:gd name="T77" fmla="*/ 83 w 83"/>
                  <a:gd name="T78" fmla="*/ 187 h 18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3" h="187">
                    <a:moveTo>
                      <a:pt x="31" y="14"/>
                    </a:moveTo>
                    <a:lnTo>
                      <a:pt x="29" y="8"/>
                    </a:lnTo>
                    <a:lnTo>
                      <a:pt x="25" y="3"/>
                    </a:lnTo>
                    <a:lnTo>
                      <a:pt x="19" y="1"/>
                    </a:lnTo>
                    <a:lnTo>
                      <a:pt x="14" y="0"/>
                    </a:lnTo>
                    <a:lnTo>
                      <a:pt x="8" y="2"/>
                    </a:lnTo>
                    <a:lnTo>
                      <a:pt x="3" y="5"/>
                    </a:lnTo>
                    <a:lnTo>
                      <a:pt x="0" y="11"/>
                    </a:lnTo>
                    <a:lnTo>
                      <a:pt x="0" y="17"/>
                    </a:lnTo>
                    <a:lnTo>
                      <a:pt x="5" y="42"/>
                    </a:lnTo>
                    <a:lnTo>
                      <a:pt x="15" y="71"/>
                    </a:lnTo>
                    <a:lnTo>
                      <a:pt x="27" y="100"/>
                    </a:lnTo>
                    <a:lnTo>
                      <a:pt x="41" y="127"/>
                    </a:lnTo>
                    <a:lnTo>
                      <a:pt x="55" y="151"/>
                    </a:lnTo>
                    <a:lnTo>
                      <a:pt x="68" y="171"/>
                    </a:lnTo>
                    <a:lnTo>
                      <a:pt x="77" y="184"/>
                    </a:lnTo>
                    <a:lnTo>
                      <a:pt x="83" y="187"/>
                    </a:lnTo>
                    <a:lnTo>
                      <a:pt x="80" y="174"/>
                    </a:lnTo>
                    <a:lnTo>
                      <a:pt x="75" y="158"/>
                    </a:lnTo>
                    <a:lnTo>
                      <a:pt x="68" y="138"/>
                    </a:lnTo>
                    <a:lnTo>
                      <a:pt x="59" y="113"/>
                    </a:lnTo>
                    <a:lnTo>
                      <a:pt x="51" y="88"/>
                    </a:lnTo>
                    <a:lnTo>
                      <a:pt x="43" y="63"/>
                    </a:lnTo>
                    <a:lnTo>
                      <a:pt x="36" y="38"/>
                    </a:lnTo>
                    <a:lnTo>
                      <a:pt x="31" y="14"/>
                    </a:lnTo>
                    <a:close/>
                  </a:path>
                </a:pathLst>
              </a:custGeom>
              <a:solidFill>
                <a:srgbClr val="000000"/>
              </a:solidFill>
              <a:ln w="9525">
                <a:noFill/>
                <a:round/>
                <a:headEnd/>
                <a:tailEnd/>
              </a:ln>
            </p:spPr>
            <p:txBody>
              <a:bodyPr/>
              <a:lstStyle/>
              <a:p>
                <a:endParaRPr lang="en-US"/>
              </a:p>
            </p:txBody>
          </p:sp>
          <p:sp>
            <p:nvSpPr>
              <p:cNvPr id="181" name="Freeform 602">
                <a:extLst>
                  <a:ext uri="{FF2B5EF4-FFF2-40B4-BE49-F238E27FC236}">
                    <a16:creationId xmlns:a16="http://schemas.microsoft.com/office/drawing/2014/main" id="{5297B6E5-40E2-ADCE-A402-54A58F751D94}"/>
                  </a:ext>
                </a:extLst>
              </p:cNvPr>
              <p:cNvSpPr>
                <a:spLocks/>
              </p:cNvSpPr>
              <p:nvPr/>
            </p:nvSpPr>
            <p:spPr bwMode="auto">
              <a:xfrm>
                <a:off x="4381" y="3174"/>
                <a:ext cx="7" cy="16"/>
              </a:xfrm>
              <a:custGeom>
                <a:avLst/>
                <a:gdLst>
                  <a:gd name="T0" fmla="*/ 4 w 44"/>
                  <a:gd name="T1" fmla="*/ 2 h 94"/>
                  <a:gd name="T2" fmla="*/ 3 w 44"/>
                  <a:gd name="T3" fmla="*/ 1 h 94"/>
                  <a:gd name="T4" fmla="*/ 3 w 44"/>
                  <a:gd name="T5" fmla="*/ 0 h 94"/>
                  <a:gd name="T6" fmla="*/ 2 w 44"/>
                  <a:gd name="T7" fmla="*/ 0 h 94"/>
                  <a:gd name="T8" fmla="*/ 2 w 44"/>
                  <a:gd name="T9" fmla="*/ 0 h 94"/>
                  <a:gd name="T10" fmla="*/ 1 w 44"/>
                  <a:gd name="T11" fmla="*/ 0 h 94"/>
                  <a:gd name="T12" fmla="*/ 0 w 44"/>
                  <a:gd name="T13" fmla="*/ 1 h 94"/>
                  <a:gd name="T14" fmla="*/ 0 w 44"/>
                  <a:gd name="T15" fmla="*/ 1 h 94"/>
                  <a:gd name="T16" fmla="*/ 0 w 44"/>
                  <a:gd name="T17" fmla="*/ 2 h 94"/>
                  <a:gd name="T18" fmla="*/ 0 w 44"/>
                  <a:gd name="T19" fmla="*/ 4 h 94"/>
                  <a:gd name="T20" fmla="*/ 1 w 44"/>
                  <a:gd name="T21" fmla="*/ 6 h 94"/>
                  <a:gd name="T22" fmla="*/ 1 w 44"/>
                  <a:gd name="T23" fmla="*/ 9 h 94"/>
                  <a:gd name="T24" fmla="*/ 2 w 44"/>
                  <a:gd name="T25" fmla="*/ 11 h 94"/>
                  <a:gd name="T26" fmla="*/ 3 w 44"/>
                  <a:gd name="T27" fmla="*/ 13 h 94"/>
                  <a:gd name="T28" fmla="*/ 4 w 44"/>
                  <a:gd name="T29" fmla="*/ 15 h 94"/>
                  <a:gd name="T30" fmla="*/ 6 w 44"/>
                  <a:gd name="T31" fmla="*/ 16 h 94"/>
                  <a:gd name="T32" fmla="*/ 7 w 44"/>
                  <a:gd name="T33" fmla="*/ 16 h 94"/>
                  <a:gd name="T34" fmla="*/ 7 w 44"/>
                  <a:gd name="T35" fmla="*/ 13 h 94"/>
                  <a:gd name="T36" fmla="*/ 6 w 44"/>
                  <a:gd name="T37" fmla="*/ 9 h 94"/>
                  <a:gd name="T38" fmla="*/ 5 w 44"/>
                  <a:gd name="T39" fmla="*/ 5 h 94"/>
                  <a:gd name="T40" fmla="*/ 4 w 44"/>
                  <a:gd name="T41" fmla="*/ 2 h 9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4"/>
                  <a:gd name="T64" fmla="*/ 0 h 94"/>
                  <a:gd name="T65" fmla="*/ 44 w 44"/>
                  <a:gd name="T66" fmla="*/ 94 h 9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4" h="94">
                    <a:moveTo>
                      <a:pt x="22" y="10"/>
                    </a:moveTo>
                    <a:lnTo>
                      <a:pt x="21" y="6"/>
                    </a:lnTo>
                    <a:lnTo>
                      <a:pt x="18" y="2"/>
                    </a:lnTo>
                    <a:lnTo>
                      <a:pt x="14" y="0"/>
                    </a:lnTo>
                    <a:lnTo>
                      <a:pt x="10" y="0"/>
                    </a:lnTo>
                    <a:lnTo>
                      <a:pt x="6" y="1"/>
                    </a:lnTo>
                    <a:lnTo>
                      <a:pt x="3" y="3"/>
                    </a:lnTo>
                    <a:lnTo>
                      <a:pt x="0" y="7"/>
                    </a:lnTo>
                    <a:lnTo>
                      <a:pt x="0" y="11"/>
                    </a:lnTo>
                    <a:lnTo>
                      <a:pt x="0" y="24"/>
                    </a:lnTo>
                    <a:lnTo>
                      <a:pt x="4" y="38"/>
                    </a:lnTo>
                    <a:lnTo>
                      <a:pt x="8" y="52"/>
                    </a:lnTo>
                    <a:lnTo>
                      <a:pt x="14" y="65"/>
                    </a:lnTo>
                    <a:lnTo>
                      <a:pt x="21" y="78"/>
                    </a:lnTo>
                    <a:lnTo>
                      <a:pt x="28" y="87"/>
                    </a:lnTo>
                    <a:lnTo>
                      <a:pt x="37" y="93"/>
                    </a:lnTo>
                    <a:lnTo>
                      <a:pt x="42" y="94"/>
                    </a:lnTo>
                    <a:lnTo>
                      <a:pt x="44" y="76"/>
                    </a:lnTo>
                    <a:lnTo>
                      <a:pt x="38" y="54"/>
                    </a:lnTo>
                    <a:lnTo>
                      <a:pt x="31" y="32"/>
                    </a:lnTo>
                    <a:lnTo>
                      <a:pt x="22" y="10"/>
                    </a:lnTo>
                    <a:close/>
                  </a:path>
                </a:pathLst>
              </a:custGeom>
              <a:solidFill>
                <a:srgbClr val="000000"/>
              </a:solidFill>
              <a:ln w="9525">
                <a:noFill/>
                <a:round/>
                <a:headEnd/>
                <a:tailEnd/>
              </a:ln>
            </p:spPr>
            <p:txBody>
              <a:bodyPr/>
              <a:lstStyle/>
              <a:p>
                <a:endParaRPr lang="en-US"/>
              </a:p>
            </p:txBody>
          </p:sp>
          <p:sp>
            <p:nvSpPr>
              <p:cNvPr id="182" name="Freeform 603">
                <a:extLst>
                  <a:ext uri="{FF2B5EF4-FFF2-40B4-BE49-F238E27FC236}">
                    <a16:creationId xmlns:a16="http://schemas.microsoft.com/office/drawing/2014/main" id="{4F4A0270-BB0C-24EA-AAA0-CB4F9C787EE8}"/>
                  </a:ext>
                </a:extLst>
              </p:cNvPr>
              <p:cNvSpPr>
                <a:spLocks/>
              </p:cNvSpPr>
              <p:nvPr/>
            </p:nvSpPr>
            <p:spPr bwMode="auto">
              <a:xfrm>
                <a:off x="4375" y="3163"/>
                <a:ext cx="6" cy="9"/>
              </a:xfrm>
              <a:custGeom>
                <a:avLst/>
                <a:gdLst>
                  <a:gd name="T0" fmla="*/ 3 w 38"/>
                  <a:gd name="T1" fmla="*/ 1 h 54"/>
                  <a:gd name="T2" fmla="*/ 3 w 38"/>
                  <a:gd name="T3" fmla="*/ 1 h 54"/>
                  <a:gd name="T4" fmla="*/ 3 w 38"/>
                  <a:gd name="T5" fmla="*/ 1 h 54"/>
                  <a:gd name="T6" fmla="*/ 3 w 38"/>
                  <a:gd name="T7" fmla="*/ 1 h 54"/>
                  <a:gd name="T8" fmla="*/ 3 w 38"/>
                  <a:gd name="T9" fmla="*/ 1 h 54"/>
                  <a:gd name="T10" fmla="*/ 3 w 38"/>
                  <a:gd name="T11" fmla="*/ 1 h 54"/>
                  <a:gd name="T12" fmla="*/ 2 w 38"/>
                  <a:gd name="T13" fmla="*/ 0 h 54"/>
                  <a:gd name="T14" fmla="*/ 2 w 38"/>
                  <a:gd name="T15" fmla="*/ 0 h 54"/>
                  <a:gd name="T16" fmla="*/ 1 w 38"/>
                  <a:gd name="T17" fmla="*/ 0 h 54"/>
                  <a:gd name="T18" fmla="*/ 1 w 38"/>
                  <a:gd name="T19" fmla="*/ 0 h 54"/>
                  <a:gd name="T20" fmla="*/ 0 w 38"/>
                  <a:gd name="T21" fmla="*/ 1 h 54"/>
                  <a:gd name="T22" fmla="*/ 0 w 38"/>
                  <a:gd name="T23" fmla="*/ 1 h 54"/>
                  <a:gd name="T24" fmla="*/ 0 w 38"/>
                  <a:gd name="T25" fmla="*/ 2 h 54"/>
                  <a:gd name="T26" fmla="*/ 0 w 38"/>
                  <a:gd name="T27" fmla="*/ 3 h 54"/>
                  <a:gd name="T28" fmla="*/ 1 w 38"/>
                  <a:gd name="T29" fmla="*/ 4 h 54"/>
                  <a:gd name="T30" fmla="*/ 1 w 38"/>
                  <a:gd name="T31" fmla="*/ 5 h 54"/>
                  <a:gd name="T32" fmla="*/ 2 w 38"/>
                  <a:gd name="T33" fmla="*/ 7 h 54"/>
                  <a:gd name="T34" fmla="*/ 3 w 38"/>
                  <a:gd name="T35" fmla="*/ 8 h 54"/>
                  <a:gd name="T36" fmla="*/ 4 w 38"/>
                  <a:gd name="T37" fmla="*/ 8 h 54"/>
                  <a:gd name="T38" fmla="*/ 5 w 38"/>
                  <a:gd name="T39" fmla="*/ 9 h 54"/>
                  <a:gd name="T40" fmla="*/ 6 w 38"/>
                  <a:gd name="T41" fmla="*/ 9 h 54"/>
                  <a:gd name="T42" fmla="*/ 6 w 38"/>
                  <a:gd name="T43" fmla="*/ 7 h 54"/>
                  <a:gd name="T44" fmla="*/ 5 w 38"/>
                  <a:gd name="T45" fmla="*/ 5 h 54"/>
                  <a:gd name="T46" fmla="*/ 4 w 38"/>
                  <a:gd name="T47" fmla="*/ 3 h 54"/>
                  <a:gd name="T48" fmla="*/ 3 w 38"/>
                  <a:gd name="T49" fmla="*/ 1 h 5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
                  <a:gd name="T76" fmla="*/ 0 h 54"/>
                  <a:gd name="T77" fmla="*/ 38 w 38"/>
                  <a:gd name="T78" fmla="*/ 54 h 5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 h="54">
                    <a:moveTo>
                      <a:pt x="20" y="7"/>
                    </a:moveTo>
                    <a:lnTo>
                      <a:pt x="20" y="8"/>
                    </a:lnTo>
                    <a:lnTo>
                      <a:pt x="19" y="4"/>
                    </a:lnTo>
                    <a:lnTo>
                      <a:pt x="15" y="1"/>
                    </a:lnTo>
                    <a:lnTo>
                      <a:pt x="12" y="0"/>
                    </a:lnTo>
                    <a:lnTo>
                      <a:pt x="7" y="0"/>
                    </a:lnTo>
                    <a:lnTo>
                      <a:pt x="4" y="1"/>
                    </a:lnTo>
                    <a:lnTo>
                      <a:pt x="1" y="4"/>
                    </a:lnTo>
                    <a:lnTo>
                      <a:pt x="0" y="8"/>
                    </a:lnTo>
                    <a:lnTo>
                      <a:pt x="0" y="11"/>
                    </a:lnTo>
                    <a:lnTo>
                      <a:pt x="1" y="17"/>
                    </a:lnTo>
                    <a:lnTo>
                      <a:pt x="4" y="24"/>
                    </a:lnTo>
                    <a:lnTo>
                      <a:pt x="8" y="32"/>
                    </a:lnTo>
                    <a:lnTo>
                      <a:pt x="14" y="39"/>
                    </a:lnTo>
                    <a:lnTo>
                      <a:pt x="20" y="46"/>
                    </a:lnTo>
                    <a:lnTo>
                      <a:pt x="27" y="50"/>
                    </a:lnTo>
                    <a:lnTo>
                      <a:pt x="33" y="54"/>
                    </a:lnTo>
                    <a:lnTo>
                      <a:pt x="38" y="54"/>
                    </a:lnTo>
                    <a:lnTo>
                      <a:pt x="36" y="42"/>
                    </a:lnTo>
                    <a:lnTo>
                      <a:pt x="32" y="29"/>
                    </a:lnTo>
                    <a:lnTo>
                      <a:pt x="25" y="16"/>
                    </a:lnTo>
                    <a:lnTo>
                      <a:pt x="20" y="7"/>
                    </a:lnTo>
                    <a:close/>
                  </a:path>
                </a:pathLst>
              </a:custGeom>
              <a:solidFill>
                <a:srgbClr val="000000"/>
              </a:solidFill>
              <a:ln w="9525">
                <a:noFill/>
                <a:round/>
                <a:headEnd/>
                <a:tailEnd/>
              </a:ln>
            </p:spPr>
            <p:txBody>
              <a:bodyPr/>
              <a:lstStyle/>
              <a:p>
                <a:endParaRPr lang="en-US"/>
              </a:p>
            </p:txBody>
          </p:sp>
          <p:sp>
            <p:nvSpPr>
              <p:cNvPr id="183" name="Freeform 604">
                <a:extLst>
                  <a:ext uri="{FF2B5EF4-FFF2-40B4-BE49-F238E27FC236}">
                    <a16:creationId xmlns:a16="http://schemas.microsoft.com/office/drawing/2014/main" id="{EA4F4583-72F5-F520-356F-4347295F14CA}"/>
                  </a:ext>
                </a:extLst>
              </p:cNvPr>
              <p:cNvSpPr>
                <a:spLocks/>
              </p:cNvSpPr>
              <p:nvPr/>
            </p:nvSpPr>
            <p:spPr bwMode="auto">
              <a:xfrm>
                <a:off x="4370" y="3155"/>
                <a:ext cx="8" cy="6"/>
              </a:xfrm>
              <a:custGeom>
                <a:avLst/>
                <a:gdLst>
                  <a:gd name="T0" fmla="*/ 6 w 52"/>
                  <a:gd name="T1" fmla="*/ 4 h 36"/>
                  <a:gd name="T2" fmla="*/ 7 w 52"/>
                  <a:gd name="T3" fmla="*/ 4 h 36"/>
                  <a:gd name="T4" fmla="*/ 8 w 52"/>
                  <a:gd name="T5" fmla="*/ 3 h 36"/>
                  <a:gd name="T6" fmla="*/ 8 w 52"/>
                  <a:gd name="T7" fmla="*/ 3 h 36"/>
                  <a:gd name="T8" fmla="*/ 8 w 52"/>
                  <a:gd name="T9" fmla="*/ 2 h 36"/>
                  <a:gd name="T10" fmla="*/ 8 w 52"/>
                  <a:gd name="T11" fmla="*/ 1 h 36"/>
                  <a:gd name="T12" fmla="*/ 7 w 52"/>
                  <a:gd name="T13" fmla="*/ 0 h 36"/>
                  <a:gd name="T14" fmla="*/ 6 w 52"/>
                  <a:gd name="T15" fmla="*/ 0 h 36"/>
                  <a:gd name="T16" fmla="*/ 6 w 52"/>
                  <a:gd name="T17" fmla="*/ 0 h 36"/>
                  <a:gd name="T18" fmla="*/ 5 w 52"/>
                  <a:gd name="T19" fmla="*/ 0 h 36"/>
                  <a:gd name="T20" fmla="*/ 4 w 52"/>
                  <a:gd name="T21" fmla="*/ 0 h 36"/>
                  <a:gd name="T22" fmla="*/ 3 w 52"/>
                  <a:gd name="T23" fmla="*/ 1 h 36"/>
                  <a:gd name="T24" fmla="*/ 2 w 52"/>
                  <a:gd name="T25" fmla="*/ 1 h 36"/>
                  <a:gd name="T26" fmla="*/ 1 w 52"/>
                  <a:gd name="T27" fmla="*/ 2 h 36"/>
                  <a:gd name="T28" fmla="*/ 0 w 52"/>
                  <a:gd name="T29" fmla="*/ 4 h 36"/>
                  <a:gd name="T30" fmla="*/ 0 w 52"/>
                  <a:gd name="T31" fmla="*/ 5 h 36"/>
                  <a:gd name="T32" fmla="*/ 0 w 52"/>
                  <a:gd name="T33" fmla="*/ 5 h 36"/>
                  <a:gd name="T34" fmla="*/ 1 w 52"/>
                  <a:gd name="T35" fmla="*/ 6 h 36"/>
                  <a:gd name="T36" fmla="*/ 1 w 52"/>
                  <a:gd name="T37" fmla="*/ 6 h 36"/>
                  <a:gd name="T38" fmla="*/ 2 w 52"/>
                  <a:gd name="T39" fmla="*/ 6 h 36"/>
                  <a:gd name="T40" fmla="*/ 3 w 52"/>
                  <a:gd name="T41" fmla="*/ 6 h 36"/>
                  <a:gd name="T42" fmla="*/ 4 w 52"/>
                  <a:gd name="T43" fmla="*/ 6 h 36"/>
                  <a:gd name="T44" fmla="*/ 5 w 52"/>
                  <a:gd name="T45" fmla="*/ 5 h 36"/>
                  <a:gd name="T46" fmla="*/ 6 w 52"/>
                  <a:gd name="T47" fmla="*/ 5 h 36"/>
                  <a:gd name="T48" fmla="*/ 6 w 52"/>
                  <a:gd name="T49" fmla="*/ 4 h 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2"/>
                  <a:gd name="T76" fmla="*/ 0 h 36"/>
                  <a:gd name="T77" fmla="*/ 52 w 52"/>
                  <a:gd name="T78" fmla="*/ 36 h 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2" h="36">
                    <a:moveTo>
                      <a:pt x="41" y="27"/>
                    </a:moveTo>
                    <a:lnTo>
                      <a:pt x="46" y="24"/>
                    </a:lnTo>
                    <a:lnTo>
                      <a:pt x="51" y="21"/>
                    </a:lnTo>
                    <a:lnTo>
                      <a:pt x="52" y="16"/>
                    </a:lnTo>
                    <a:lnTo>
                      <a:pt x="52" y="12"/>
                    </a:lnTo>
                    <a:lnTo>
                      <a:pt x="50" y="6"/>
                    </a:lnTo>
                    <a:lnTo>
                      <a:pt x="46" y="2"/>
                    </a:lnTo>
                    <a:lnTo>
                      <a:pt x="41" y="0"/>
                    </a:lnTo>
                    <a:lnTo>
                      <a:pt x="36" y="0"/>
                    </a:lnTo>
                    <a:lnTo>
                      <a:pt x="33" y="0"/>
                    </a:lnTo>
                    <a:lnTo>
                      <a:pt x="29" y="1"/>
                    </a:lnTo>
                    <a:lnTo>
                      <a:pt x="21" y="4"/>
                    </a:lnTo>
                    <a:lnTo>
                      <a:pt x="13" y="8"/>
                    </a:lnTo>
                    <a:lnTo>
                      <a:pt x="6" y="15"/>
                    </a:lnTo>
                    <a:lnTo>
                      <a:pt x="3" y="22"/>
                    </a:lnTo>
                    <a:lnTo>
                      <a:pt x="0" y="29"/>
                    </a:lnTo>
                    <a:lnTo>
                      <a:pt x="0" y="31"/>
                    </a:lnTo>
                    <a:lnTo>
                      <a:pt x="4" y="33"/>
                    </a:lnTo>
                    <a:lnTo>
                      <a:pt x="9" y="36"/>
                    </a:lnTo>
                    <a:lnTo>
                      <a:pt x="13" y="36"/>
                    </a:lnTo>
                    <a:lnTo>
                      <a:pt x="18" y="36"/>
                    </a:lnTo>
                    <a:lnTo>
                      <a:pt x="24" y="33"/>
                    </a:lnTo>
                    <a:lnTo>
                      <a:pt x="30" y="32"/>
                    </a:lnTo>
                    <a:lnTo>
                      <a:pt x="36" y="30"/>
                    </a:lnTo>
                    <a:lnTo>
                      <a:pt x="41" y="27"/>
                    </a:lnTo>
                    <a:close/>
                  </a:path>
                </a:pathLst>
              </a:custGeom>
              <a:solidFill>
                <a:srgbClr val="000000"/>
              </a:solidFill>
              <a:ln w="9525">
                <a:noFill/>
                <a:round/>
                <a:headEnd/>
                <a:tailEnd/>
              </a:ln>
            </p:spPr>
            <p:txBody>
              <a:bodyPr/>
              <a:lstStyle/>
              <a:p>
                <a:endParaRPr lang="en-US"/>
              </a:p>
            </p:txBody>
          </p:sp>
          <p:sp>
            <p:nvSpPr>
              <p:cNvPr id="184" name="Freeform 605">
                <a:extLst>
                  <a:ext uri="{FF2B5EF4-FFF2-40B4-BE49-F238E27FC236}">
                    <a16:creationId xmlns:a16="http://schemas.microsoft.com/office/drawing/2014/main" id="{5C8DAC51-5D39-4FDC-8E30-E34FEAE9C009}"/>
                  </a:ext>
                </a:extLst>
              </p:cNvPr>
              <p:cNvSpPr>
                <a:spLocks/>
              </p:cNvSpPr>
              <p:nvPr/>
            </p:nvSpPr>
            <p:spPr bwMode="auto">
              <a:xfrm>
                <a:off x="4330" y="3145"/>
                <a:ext cx="33" cy="39"/>
              </a:xfrm>
              <a:custGeom>
                <a:avLst/>
                <a:gdLst>
                  <a:gd name="T0" fmla="*/ 12 w 198"/>
                  <a:gd name="T1" fmla="*/ 6 h 236"/>
                  <a:gd name="T2" fmla="*/ 10 w 198"/>
                  <a:gd name="T3" fmla="*/ 8 h 236"/>
                  <a:gd name="T4" fmla="*/ 8 w 198"/>
                  <a:gd name="T5" fmla="*/ 10 h 236"/>
                  <a:gd name="T6" fmla="*/ 6 w 198"/>
                  <a:gd name="T7" fmla="*/ 12 h 236"/>
                  <a:gd name="T8" fmla="*/ 4 w 198"/>
                  <a:gd name="T9" fmla="*/ 14 h 236"/>
                  <a:gd name="T10" fmla="*/ 2 w 198"/>
                  <a:gd name="T11" fmla="*/ 17 h 236"/>
                  <a:gd name="T12" fmla="*/ 1 w 198"/>
                  <a:gd name="T13" fmla="*/ 19 h 236"/>
                  <a:gd name="T14" fmla="*/ 0 w 198"/>
                  <a:gd name="T15" fmla="*/ 21 h 236"/>
                  <a:gd name="T16" fmla="*/ 0 w 198"/>
                  <a:gd name="T17" fmla="*/ 24 h 236"/>
                  <a:gd name="T18" fmla="*/ 0 w 198"/>
                  <a:gd name="T19" fmla="*/ 28 h 236"/>
                  <a:gd name="T20" fmla="*/ 2 w 198"/>
                  <a:gd name="T21" fmla="*/ 31 h 236"/>
                  <a:gd name="T22" fmla="*/ 4 w 198"/>
                  <a:gd name="T23" fmla="*/ 34 h 236"/>
                  <a:gd name="T24" fmla="*/ 7 w 198"/>
                  <a:gd name="T25" fmla="*/ 36 h 236"/>
                  <a:gd name="T26" fmla="*/ 11 w 198"/>
                  <a:gd name="T27" fmla="*/ 38 h 236"/>
                  <a:gd name="T28" fmla="*/ 15 w 198"/>
                  <a:gd name="T29" fmla="*/ 39 h 236"/>
                  <a:gd name="T30" fmla="*/ 18 w 198"/>
                  <a:gd name="T31" fmla="*/ 39 h 236"/>
                  <a:gd name="T32" fmla="*/ 22 w 198"/>
                  <a:gd name="T33" fmla="*/ 38 h 236"/>
                  <a:gd name="T34" fmla="*/ 23 w 198"/>
                  <a:gd name="T35" fmla="*/ 38 h 236"/>
                  <a:gd name="T36" fmla="*/ 24 w 198"/>
                  <a:gd name="T37" fmla="*/ 38 h 236"/>
                  <a:gd name="T38" fmla="*/ 24 w 198"/>
                  <a:gd name="T39" fmla="*/ 37 h 236"/>
                  <a:gd name="T40" fmla="*/ 24 w 198"/>
                  <a:gd name="T41" fmla="*/ 37 h 236"/>
                  <a:gd name="T42" fmla="*/ 24 w 198"/>
                  <a:gd name="T43" fmla="*/ 36 h 236"/>
                  <a:gd name="T44" fmla="*/ 24 w 198"/>
                  <a:gd name="T45" fmla="*/ 36 h 236"/>
                  <a:gd name="T46" fmla="*/ 23 w 198"/>
                  <a:gd name="T47" fmla="*/ 36 h 236"/>
                  <a:gd name="T48" fmla="*/ 22 w 198"/>
                  <a:gd name="T49" fmla="*/ 36 h 236"/>
                  <a:gd name="T50" fmla="*/ 21 w 198"/>
                  <a:gd name="T51" fmla="*/ 36 h 236"/>
                  <a:gd name="T52" fmla="*/ 20 w 198"/>
                  <a:gd name="T53" fmla="*/ 36 h 236"/>
                  <a:gd name="T54" fmla="*/ 19 w 198"/>
                  <a:gd name="T55" fmla="*/ 36 h 236"/>
                  <a:gd name="T56" fmla="*/ 18 w 198"/>
                  <a:gd name="T57" fmla="*/ 36 h 236"/>
                  <a:gd name="T58" fmla="*/ 16 w 198"/>
                  <a:gd name="T59" fmla="*/ 36 h 236"/>
                  <a:gd name="T60" fmla="*/ 15 w 198"/>
                  <a:gd name="T61" fmla="*/ 36 h 236"/>
                  <a:gd name="T62" fmla="*/ 13 w 198"/>
                  <a:gd name="T63" fmla="*/ 35 h 236"/>
                  <a:gd name="T64" fmla="*/ 10 w 198"/>
                  <a:gd name="T65" fmla="*/ 35 h 236"/>
                  <a:gd name="T66" fmla="*/ 8 w 198"/>
                  <a:gd name="T67" fmla="*/ 34 h 236"/>
                  <a:gd name="T68" fmla="*/ 7 w 198"/>
                  <a:gd name="T69" fmla="*/ 33 h 236"/>
                  <a:gd name="T70" fmla="*/ 5 w 198"/>
                  <a:gd name="T71" fmla="*/ 31 h 236"/>
                  <a:gd name="T72" fmla="*/ 3 w 198"/>
                  <a:gd name="T73" fmla="*/ 29 h 236"/>
                  <a:gd name="T74" fmla="*/ 2 w 198"/>
                  <a:gd name="T75" fmla="*/ 26 h 236"/>
                  <a:gd name="T76" fmla="*/ 3 w 198"/>
                  <a:gd name="T77" fmla="*/ 23 h 236"/>
                  <a:gd name="T78" fmla="*/ 4 w 198"/>
                  <a:gd name="T79" fmla="*/ 20 h 236"/>
                  <a:gd name="T80" fmla="*/ 5 w 198"/>
                  <a:gd name="T81" fmla="*/ 18 h 236"/>
                  <a:gd name="T82" fmla="*/ 7 w 198"/>
                  <a:gd name="T83" fmla="*/ 16 h 236"/>
                  <a:gd name="T84" fmla="*/ 8 w 198"/>
                  <a:gd name="T85" fmla="*/ 14 h 236"/>
                  <a:gd name="T86" fmla="*/ 10 w 198"/>
                  <a:gd name="T87" fmla="*/ 12 h 236"/>
                  <a:gd name="T88" fmla="*/ 13 w 198"/>
                  <a:gd name="T89" fmla="*/ 10 h 236"/>
                  <a:gd name="T90" fmla="*/ 16 w 198"/>
                  <a:gd name="T91" fmla="*/ 8 h 236"/>
                  <a:gd name="T92" fmla="*/ 18 w 198"/>
                  <a:gd name="T93" fmla="*/ 6 h 236"/>
                  <a:gd name="T94" fmla="*/ 21 w 198"/>
                  <a:gd name="T95" fmla="*/ 5 h 236"/>
                  <a:gd name="T96" fmla="*/ 24 w 198"/>
                  <a:gd name="T97" fmla="*/ 4 h 236"/>
                  <a:gd name="T98" fmla="*/ 26 w 198"/>
                  <a:gd name="T99" fmla="*/ 3 h 236"/>
                  <a:gd name="T100" fmla="*/ 29 w 198"/>
                  <a:gd name="T101" fmla="*/ 2 h 236"/>
                  <a:gd name="T102" fmla="*/ 31 w 198"/>
                  <a:gd name="T103" fmla="*/ 2 h 236"/>
                  <a:gd name="T104" fmla="*/ 33 w 198"/>
                  <a:gd name="T105" fmla="*/ 1 h 236"/>
                  <a:gd name="T106" fmla="*/ 32 w 198"/>
                  <a:gd name="T107" fmla="*/ 0 h 236"/>
                  <a:gd name="T108" fmla="*/ 30 w 198"/>
                  <a:gd name="T109" fmla="*/ 0 h 236"/>
                  <a:gd name="T110" fmla="*/ 27 w 198"/>
                  <a:gd name="T111" fmla="*/ 0 h 236"/>
                  <a:gd name="T112" fmla="*/ 24 w 198"/>
                  <a:gd name="T113" fmla="*/ 1 h 236"/>
                  <a:gd name="T114" fmla="*/ 21 w 198"/>
                  <a:gd name="T115" fmla="*/ 2 h 236"/>
                  <a:gd name="T116" fmla="*/ 17 w 198"/>
                  <a:gd name="T117" fmla="*/ 3 h 236"/>
                  <a:gd name="T118" fmla="*/ 15 w 198"/>
                  <a:gd name="T119" fmla="*/ 5 h 236"/>
                  <a:gd name="T120" fmla="*/ 12 w 198"/>
                  <a:gd name="T121" fmla="*/ 6 h 2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98"/>
                  <a:gd name="T184" fmla="*/ 0 h 236"/>
                  <a:gd name="T185" fmla="*/ 198 w 198"/>
                  <a:gd name="T186" fmla="*/ 236 h 2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98" h="236">
                    <a:moveTo>
                      <a:pt x="73" y="36"/>
                    </a:moveTo>
                    <a:lnTo>
                      <a:pt x="58" y="46"/>
                    </a:lnTo>
                    <a:lnTo>
                      <a:pt x="46" y="58"/>
                    </a:lnTo>
                    <a:lnTo>
                      <a:pt x="33" y="72"/>
                    </a:lnTo>
                    <a:lnTo>
                      <a:pt x="22" y="85"/>
                    </a:lnTo>
                    <a:lnTo>
                      <a:pt x="14" y="100"/>
                    </a:lnTo>
                    <a:lnTo>
                      <a:pt x="7" y="115"/>
                    </a:lnTo>
                    <a:lnTo>
                      <a:pt x="2" y="130"/>
                    </a:lnTo>
                    <a:lnTo>
                      <a:pt x="0" y="146"/>
                    </a:lnTo>
                    <a:lnTo>
                      <a:pt x="2" y="170"/>
                    </a:lnTo>
                    <a:lnTo>
                      <a:pt x="12" y="190"/>
                    </a:lnTo>
                    <a:lnTo>
                      <a:pt x="26" y="207"/>
                    </a:lnTo>
                    <a:lnTo>
                      <a:pt x="43" y="220"/>
                    </a:lnTo>
                    <a:lnTo>
                      <a:pt x="64" y="229"/>
                    </a:lnTo>
                    <a:lnTo>
                      <a:pt x="88" y="235"/>
                    </a:lnTo>
                    <a:lnTo>
                      <a:pt x="110" y="236"/>
                    </a:lnTo>
                    <a:lnTo>
                      <a:pt x="132" y="232"/>
                    </a:lnTo>
                    <a:lnTo>
                      <a:pt x="137" y="232"/>
                    </a:lnTo>
                    <a:lnTo>
                      <a:pt x="142" y="230"/>
                    </a:lnTo>
                    <a:lnTo>
                      <a:pt x="145" y="226"/>
                    </a:lnTo>
                    <a:lnTo>
                      <a:pt x="146" y="221"/>
                    </a:lnTo>
                    <a:lnTo>
                      <a:pt x="145" y="219"/>
                    </a:lnTo>
                    <a:lnTo>
                      <a:pt x="142" y="219"/>
                    </a:lnTo>
                    <a:lnTo>
                      <a:pt x="137" y="217"/>
                    </a:lnTo>
                    <a:lnTo>
                      <a:pt x="131" y="217"/>
                    </a:lnTo>
                    <a:lnTo>
                      <a:pt x="124" y="217"/>
                    </a:lnTo>
                    <a:lnTo>
                      <a:pt x="118" y="217"/>
                    </a:lnTo>
                    <a:lnTo>
                      <a:pt x="112" y="217"/>
                    </a:lnTo>
                    <a:lnTo>
                      <a:pt x="109" y="217"/>
                    </a:lnTo>
                    <a:lnTo>
                      <a:pt x="97" y="216"/>
                    </a:lnTo>
                    <a:lnTo>
                      <a:pt x="87" y="215"/>
                    </a:lnTo>
                    <a:lnTo>
                      <a:pt x="75" y="214"/>
                    </a:lnTo>
                    <a:lnTo>
                      <a:pt x="63" y="211"/>
                    </a:lnTo>
                    <a:lnTo>
                      <a:pt x="51" y="207"/>
                    </a:lnTo>
                    <a:lnTo>
                      <a:pt x="40" y="199"/>
                    </a:lnTo>
                    <a:lnTo>
                      <a:pt x="29" y="189"/>
                    </a:lnTo>
                    <a:lnTo>
                      <a:pt x="17" y="174"/>
                    </a:lnTo>
                    <a:lnTo>
                      <a:pt x="15" y="157"/>
                    </a:lnTo>
                    <a:lnTo>
                      <a:pt x="16" y="141"/>
                    </a:lnTo>
                    <a:lnTo>
                      <a:pt x="21" y="124"/>
                    </a:lnTo>
                    <a:lnTo>
                      <a:pt x="28" y="109"/>
                    </a:lnTo>
                    <a:lnTo>
                      <a:pt x="39" y="96"/>
                    </a:lnTo>
                    <a:lnTo>
                      <a:pt x="50" y="82"/>
                    </a:lnTo>
                    <a:lnTo>
                      <a:pt x="63" y="70"/>
                    </a:lnTo>
                    <a:lnTo>
                      <a:pt x="78" y="59"/>
                    </a:lnTo>
                    <a:lnTo>
                      <a:pt x="94" y="49"/>
                    </a:lnTo>
                    <a:lnTo>
                      <a:pt x="110" y="39"/>
                    </a:lnTo>
                    <a:lnTo>
                      <a:pt x="126" y="31"/>
                    </a:lnTo>
                    <a:lnTo>
                      <a:pt x="142" y="24"/>
                    </a:lnTo>
                    <a:lnTo>
                      <a:pt x="158" y="19"/>
                    </a:lnTo>
                    <a:lnTo>
                      <a:pt x="172" y="13"/>
                    </a:lnTo>
                    <a:lnTo>
                      <a:pt x="186" y="10"/>
                    </a:lnTo>
                    <a:lnTo>
                      <a:pt x="198" y="7"/>
                    </a:lnTo>
                    <a:lnTo>
                      <a:pt x="190" y="3"/>
                    </a:lnTo>
                    <a:lnTo>
                      <a:pt x="177" y="0"/>
                    </a:lnTo>
                    <a:lnTo>
                      <a:pt x="162" y="3"/>
                    </a:lnTo>
                    <a:lnTo>
                      <a:pt x="144" y="6"/>
                    </a:lnTo>
                    <a:lnTo>
                      <a:pt x="124" y="12"/>
                    </a:lnTo>
                    <a:lnTo>
                      <a:pt x="105" y="19"/>
                    </a:lnTo>
                    <a:lnTo>
                      <a:pt x="88" y="28"/>
                    </a:lnTo>
                    <a:lnTo>
                      <a:pt x="73" y="36"/>
                    </a:lnTo>
                    <a:close/>
                  </a:path>
                </a:pathLst>
              </a:custGeom>
              <a:solidFill>
                <a:srgbClr val="000000"/>
              </a:solidFill>
              <a:ln w="9525">
                <a:solidFill>
                  <a:schemeClr val="bg2"/>
                </a:solidFill>
                <a:round/>
                <a:headEnd/>
                <a:tailEnd/>
              </a:ln>
            </p:spPr>
            <p:txBody>
              <a:bodyPr/>
              <a:lstStyle/>
              <a:p>
                <a:endParaRPr lang="en-US"/>
              </a:p>
            </p:txBody>
          </p:sp>
          <p:sp>
            <p:nvSpPr>
              <p:cNvPr id="185" name="Freeform 606">
                <a:extLst>
                  <a:ext uri="{FF2B5EF4-FFF2-40B4-BE49-F238E27FC236}">
                    <a16:creationId xmlns:a16="http://schemas.microsoft.com/office/drawing/2014/main" id="{CA3854EF-6E2D-1C26-BE2D-44314FD85A56}"/>
                  </a:ext>
                </a:extLst>
              </p:cNvPr>
              <p:cNvSpPr>
                <a:spLocks/>
              </p:cNvSpPr>
              <p:nvPr/>
            </p:nvSpPr>
            <p:spPr bwMode="auto">
              <a:xfrm>
                <a:off x="4386" y="3145"/>
                <a:ext cx="22" cy="30"/>
              </a:xfrm>
              <a:custGeom>
                <a:avLst/>
                <a:gdLst>
                  <a:gd name="T0" fmla="*/ 19 w 128"/>
                  <a:gd name="T1" fmla="*/ 10 h 183"/>
                  <a:gd name="T2" fmla="*/ 19 w 128"/>
                  <a:gd name="T3" fmla="*/ 13 h 183"/>
                  <a:gd name="T4" fmla="*/ 19 w 128"/>
                  <a:gd name="T5" fmla="*/ 16 h 183"/>
                  <a:gd name="T6" fmla="*/ 17 w 128"/>
                  <a:gd name="T7" fmla="*/ 18 h 183"/>
                  <a:gd name="T8" fmla="*/ 15 w 128"/>
                  <a:gd name="T9" fmla="*/ 20 h 183"/>
                  <a:gd name="T10" fmla="*/ 13 w 128"/>
                  <a:gd name="T11" fmla="*/ 22 h 183"/>
                  <a:gd name="T12" fmla="*/ 10 w 128"/>
                  <a:gd name="T13" fmla="*/ 24 h 183"/>
                  <a:gd name="T14" fmla="*/ 7 w 128"/>
                  <a:gd name="T15" fmla="*/ 26 h 183"/>
                  <a:gd name="T16" fmla="*/ 5 w 128"/>
                  <a:gd name="T17" fmla="*/ 27 h 183"/>
                  <a:gd name="T18" fmla="*/ 5 w 128"/>
                  <a:gd name="T19" fmla="*/ 28 h 183"/>
                  <a:gd name="T20" fmla="*/ 4 w 128"/>
                  <a:gd name="T21" fmla="*/ 28 h 183"/>
                  <a:gd name="T22" fmla="*/ 4 w 128"/>
                  <a:gd name="T23" fmla="*/ 29 h 183"/>
                  <a:gd name="T24" fmla="*/ 5 w 128"/>
                  <a:gd name="T25" fmla="*/ 29 h 183"/>
                  <a:gd name="T26" fmla="*/ 5 w 128"/>
                  <a:gd name="T27" fmla="*/ 30 h 183"/>
                  <a:gd name="T28" fmla="*/ 6 w 128"/>
                  <a:gd name="T29" fmla="*/ 30 h 183"/>
                  <a:gd name="T30" fmla="*/ 6 w 128"/>
                  <a:gd name="T31" fmla="*/ 30 h 183"/>
                  <a:gd name="T32" fmla="*/ 7 w 128"/>
                  <a:gd name="T33" fmla="*/ 30 h 183"/>
                  <a:gd name="T34" fmla="*/ 10 w 128"/>
                  <a:gd name="T35" fmla="*/ 28 h 183"/>
                  <a:gd name="T36" fmla="*/ 13 w 128"/>
                  <a:gd name="T37" fmla="*/ 26 h 183"/>
                  <a:gd name="T38" fmla="*/ 16 w 128"/>
                  <a:gd name="T39" fmla="*/ 24 h 183"/>
                  <a:gd name="T40" fmla="*/ 19 w 128"/>
                  <a:gd name="T41" fmla="*/ 22 h 183"/>
                  <a:gd name="T42" fmla="*/ 20 w 128"/>
                  <a:gd name="T43" fmla="*/ 19 h 183"/>
                  <a:gd name="T44" fmla="*/ 21 w 128"/>
                  <a:gd name="T45" fmla="*/ 16 h 183"/>
                  <a:gd name="T46" fmla="*/ 22 w 128"/>
                  <a:gd name="T47" fmla="*/ 13 h 183"/>
                  <a:gd name="T48" fmla="*/ 21 w 128"/>
                  <a:gd name="T49" fmla="*/ 10 h 183"/>
                  <a:gd name="T50" fmla="*/ 19 w 128"/>
                  <a:gd name="T51" fmla="*/ 7 h 183"/>
                  <a:gd name="T52" fmla="*/ 17 w 128"/>
                  <a:gd name="T53" fmla="*/ 5 h 183"/>
                  <a:gd name="T54" fmla="*/ 14 w 128"/>
                  <a:gd name="T55" fmla="*/ 3 h 183"/>
                  <a:gd name="T56" fmla="*/ 10 w 128"/>
                  <a:gd name="T57" fmla="*/ 1 h 183"/>
                  <a:gd name="T58" fmla="*/ 7 w 128"/>
                  <a:gd name="T59" fmla="*/ 0 h 183"/>
                  <a:gd name="T60" fmla="*/ 4 w 128"/>
                  <a:gd name="T61" fmla="*/ 0 h 183"/>
                  <a:gd name="T62" fmla="*/ 2 w 128"/>
                  <a:gd name="T63" fmla="*/ 0 h 183"/>
                  <a:gd name="T64" fmla="*/ 0 w 128"/>
                  <a:gd name="T65" fmla="*/ 1 h 183"/>
                  <a:gd name="T66" fmla="*/ 3 w 128"/>
                  <a:gd name="T67" fmla="*/ 2 h 183"/>
                  <a:gd name="T68" fmla="*/ 6 w 128"/>
                  <a:gd name="T69" fmla="*/ 2 h 183"/>
                  <a:gd name="T70" fmla="*/ 8 w 128"/>
                  <a:gd name="T71" fmla="*/ 3 h 183"/>
                  <a:gd name="T72" fmla="*/ 11 w 128"/>
                  <a:gd name="T73" fmla="*/ 4 h 183"/>
                  <a:gd name="T74" fmla="*/ 13 w 128"/>
                  <a:gd name="T75" fmla="*/ 5 h 183"/>
                  <a:gd name="T76" fmla="*/ 15 w 128"/>
                  <a:gd name="T77" fmla="*/ 6 h 183"/>
                  <a:gd name="T78" fmla="*/ 17 w 128"/>
                  <a:gd name="T79" fmla="*/ 8 h 183"/>
                  <a:gd name="T80" fmla="*/ 19 w 128"/>
                  <a:gd name="T81" fmla="*/ 10 h 18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8"/>
                  <a:gd name="T124" fmla="*/ 0 h 183"/>
                  <a:gd name="T125" fmla="*/ 128 w 128"/>
                  <a:gd name="T126" fmla="*/ 183 h 18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8" h="183">
                    <a:moveTo>
                      <a:pt x="108" y="61"/>
                    </a:moveTo>
                    <a:lnTo>
                      <a:pt x="111" y="80"/>
                    </a:lnTo>
                    <a:lnTo>
                      <a:pt x="109" y="97"/>
                    </a:lnTo>
                    <a:lnTo>
                      <a:pt x="101" y="110"/>
                    </a:lnTo>
                    <a:lnTo>
                      <a:pt x="89" y="123"/>
                    </a:lnTo>
                    <a:lnTo>
                      <a:pt x="75" y="134"/>
                    </a:lnTo>
                    <a:lnTo>
                      <a:pt x="60" y="145"/>
                    </a:lnTo>
                    <a:lnTo>
                      <a:pt x="43" y="156"/>
                    </a:lnTo>
                    <a:lnTo>
                      <a:pt x="29" y="167"/>
                    </a:lnTo>
                    <a:lnTo>
                      <a:pt x="27" y="170"/>
                    </a:lnTo>
                    <a:lnTo>
                      <a:pt x="26" y="172"/>
                    </a:lnTo>
                    <a:lnTo>
                      <a:pt x="26" y="176"/>
                    </a:lnTo>
                    <a:lnTo>
                      <a:pt x="28" y="179"/>
                    </a:lnTo>
                    <a:lnTo>
                      <a:pt x="30" y="182"/>
                    </a:lnTo>
                    <a:lnTo>
                      <a:pt x="34" y="183"/>
                    </a:lnTo>
                    <a:lnTo>
                      <a:pt x="37" y="183"/>
                    </a:lnTo>
                    <a:lnTo>
                      <a:pt x="41" y="182"/>
                    </a:lnTo>
                    <a:lnTo>
                      <a:pt x="58" y="171"/>
                    </a:lnTo>
                    <a:lnTo>
                      <a:pt x="76" y="160"/>
                    </a:lnTo>
                    <a:lnTo>
                      <a:pt x="92" y="147"/>
                    </a:lnTo>
                    <a:lnTo>
                      <a:pt x="108" y="132"/>
                    </a:lnTo>
                    <a:lnTo>
                      <a:pt x="118" y="116"/>
                    </a:lnTo>
                    <a:lnTo>
                      <a:pt x="125" y="98"/>
                    </a:lnTo>
                    <a:lnTo>
                      <a:pt x="128" y="78"/>
                    </a:lnTo>
                    <a:lnTo>
                      <a:pt x="123" y="58"/>
                    </a:lnTo>
                    <a:lnTo>
                      <a:pt x="112" y="41"/>
                    </a:lnTo>
                    <a:lnTo>
                      <a:pt x="98" y="28"/>
                    </a:lnTo>
                    <a:lnTo>
                      <a:pt x="80" y="16"/>
                    </a:lnTo>
                    <a:lnTo>
                      <a:pt x="61" y="8"/>
                    </a:lnTo>
                    <a:lnTo>
                      <a:pt x="41" y="2"/>
                    </a:lnTo>
                    <a:lnTo>
                      <a:pt x="23" y="0"/>
                    </a:lnTo>
                    <a:lnTo>
                      <a:pt x="9" y="1"/>
                    </a:lnTo>
                    <a:lnTo>
                      <a:pt x="0" y="6"/>
                    </a:lnTo>
                    <a:lnTo>
                      <a:pt x="16" y="10"/>
                    </a:lnTo>
                    <a:lnTo>
                      <a:pt x="33" y="14"/>
                    </a:lnTo>
                    <a:lnTo>
                      <a:pt x="48" y="17"/>
                    </a:lnTo>
                    <a:lnTo>
                      <a:pt x="63" y="22"/>
                    </a:lnTo>
                    <a:lnTo>
                      <a:pt x="77" y="28"/>
                    </a:lnTo>
                    <a:lnTo>
                      <a:pt x="90" y="36"/>
                    </a:lnTo>
                    <a:lnTo>
                      <a:pt x="101" y="46"/>
                    </a:lnTo>
                    <a:lnTo>
                      <a:pt x="108" y="61"/>
                    </a:lnTo>
                    <a:close/>
                  </a:path>
                </a:pathLst>
              </a:custGeom>
              <a:solidFill>
                <a:srgbClr val="000000"/>
              </a:solidFill>
              <a:ln w="9525">
                <a:solidFill>
                  <a:schemeClr val="bg2"/>
                </a:solidFill>
                <a:round/>
                <a:headEnd/>
                <a:tailEnd/>
              </a:ln>
            </p:spPr>
            <p:txBody>
              <a:bodyPr/>
              <a:lstStyle/>
              <a:p>
                <a:endParaRPr lang="en-US"/>
              </a:p>
            </p:txBody>
          </p:sp>
          <p:sp>
            <p:nvSpPr>
              <p:cNvPr id="186" name="Freeform 607">
                <a:extLst>
                  <a:ext uri="{FF2B5EF4-FFF2-40B4-BE49-F238E27FC236}">
                    <a16:creationId xmlns:a16="http://schemas.microsoft.com/office/drawing/2014/main" id="{D3F36582-6514-6B53-4629-84E2D057A88C}"/>
                  </a:ext>
                </a:extLst>
              </p:cNvPr>
              <p:cNvSpPr>
                <a:spLocks/>
              </p:cNvSpPr>
              <p:nvPr/>
            </p:nvSpPr>
            <p:spPr bwMode="auto">
              <a:xfrm>
                <a:off x="4309" y="3138"/>
                <a:ext cx="53" cy="63"/>
              </a:xfrm>
              <a:custGeom>
                <a:avLst/>
                <a:gdLst>
                  <a:gd name="T0" fmla="*/ 17 w 323"/>
                  <a:gd name="T1" fmla="*/ 12 h 379"/>
                  <a:gd name="T2" fmla="*/ 9 w 323"/>
                  <a:gd name="T3" fmla="*/ 19 h 379"/>
                  <a:gd name="T4" fmla="*/ 3 w 323"/>
                  <a:gd name="T5" fmla="*/ 28 h 379"/>
                  <a:gd name="T6" fmla="*/ 0 w 323"/>
                  <a:gd name="T7" fmla="*/ 38 h 379"/>
                  <a:gd name="T8" fmla="*/ 1 w 323"/>
                  <a:gd name="T9" fmla="*/ 44 h 379"/>
                  <a:gd name="T10" fmla="*/ 2 w 323"/>
                  <a:gd name="T11" fmla="*/ 47 h 379"/>
                  <a:gd name="T12" fmla="*/ 3 w 323"/>
                  <a:gd name="T13" fmla="*/ 50 h 379"/>
                  <a:gd name="T14" fmla="*/ 6 w 323"/>
                  <a:gd name="T15" fmla="*/ 52 h 379"/>
                  <a:gd name="T16" fmla="*/ 9 w 323"/>
                  <a:gd name="T17" fmla="*/ 54 h 379"/>
                  <a:gd name="T18" fmla="*/ 14 w 323"/>
                  <a:gd name="T19" fmla="*/ 57 h 379"/>
                  <a:gd name="T20" fmla="*/ 20 w 323"/>
                  <a:gd name="T21" fmla="*/ 58 h 379"/>
                  <a:gd name="T22" fmla="*/ 25 w 323"/>
                  <a:gd name="T23" fmla="*/ 60 h 379"/>
                  <a:gd name="T24" fmla="*/ 31 w 323"/>
                  <a:gd name="T25" fmla="*/ 61 h 379"/>
                  <a:gd name="T26" fmla="*/ 36 w 323"/>
                  <a:gd name="T27" fmla="*/ 62 h 379"/>
                  <a:gd name="T28" fmla="*/ 42 w 323"/>
                  <a:gd name="T29" fmla="*/ 62 h 379"/>
                  <a:gd name="T30" fmla="*/ 48 w 323"/>
                  <a:gd name="T31" fmla="*/ 63 h 379"/>
                  <a:gd name="T32" fmla="*/ 51 w 323"/>
                  <a:gd name="T33" fmla="*/ 63 h 379"/>
                  <a:gd name="T34" fmla="*/ 53 w 323"/>
                  <a:gd name="T35" fmla="*/ 62 h 379"/>
                  <a:gd name="T36" fmla="*/ 53 w 323"/>
                  <a:gd name="T37" fmla="*/ 60 h 379"/>
                  <a:gd name="T38" fmla="*/ 52 w 323"/>
                  <a:gd name="T39" fmla="*/ 59 h 379"/>
                  <a:gd name="T40" fmla="*/ 48 w 323"/>
                  <a:gd name="T41" fmla="*/ 58 h 379"/>
                  <a:gd name="T42" fmla="*/ 43 w 323"/>
                  <a:gd name="T43" fmla="*/ 58 h 379"/>
                  <a:gd name="T44" fmla="*/ 38 w 323"/>
                  <a:gd name="T45" fmla="*/ 58 h 379"/>
                  <a:gd name="T46" fmla="*/ 33 w 323"/>
                  <a:gd name="T47" fmla="*/ 57 h 379"/>
                  <a:gd name="T48" fmla="*/ 28 w 323"/>
                  <a:gd name="T49" fmla="*/ 56 h 379"/>
                  <a:gd name="T50" fmla="*/ 22 w 323"/>
                  <a:gd name="T51" fmla="*/ 55 h 379"/>
                  <a:gd name="T52" fmla="*/ 17 w 323"/>
                  <a:gd name="T53" fmla="*/ 53 h 379"/>
                  <a:gd name="T54" fmla="*/ 12 w 323"/>
                  <a:gd name="T55" fmla="*/ 51 h 379"/>
                  <a:gd name="T56" fmla="*/ 8 w 323"/>
                  <a:gd name="T57" fmla="*/ 48 h 379"/>
                  <a:gd name="T58" fmla="*/ 6 w 323"/>
                  <a:gd name="T59" fmla="*/ 45 h 379"/>
                  <a:gd name="T60" fmla="*/ 5 w 323"/>
                  <a:gd name="T61" fmla="*/ 40 h 379"/>
                  <a:gd name="T62" fmla="*/ 6 w 323"/>
                  <a:gd name="T63" fmla="*/ 33 h 379"/>
                  <a:gd name="T64" fmla="*/ 8 w 323"/>
                  <a:gd name="T65" fmla="*/ 27 h 379"/>
                  <a:gd name="T66" fmla="*/ 11 w 323"/>
                  <a:gd name="T67" fmla="*/ 23 h 379"/>
                  <a:gd name="T68" fmla="*/ 15 w 323"/>
                  <a:gd name="T69" fmla="*/ 18 h 379"/>
                  <a:gd name="T70" fmla="*/ 19 w 323"/>
                  <a:gd name="T71" fmla="*/ 15 h 379"/>
                  <a:gd name="T72" fmla="*/ 24 w 323"/>
                  <a:gd name="T73" fmla="*/ 11 h 379"/>
                  <a:gd name="T74" fmla="*/ 30 w 323"/>
                  <a:gd name="T75" fmla="*/ 7 h 379"/>
                  <a:gd name="T76" fmla="*/ 36 w 323"/>
                  <a:gd name="T77" fmla="*/ 4 h 379"/>
                  <a:gd name="T78" fmla="*/ 42 w 323"/>
                  <a:gd name="T79" fmla="*/ 1 h 379"/>
                  <a:gd name="T80" fmla="*/ 42 w 323"/>
                  <a:gd name="T81" fmla="*/ 0 h 379"/>
                  <a:gd name="T82" fmla="*/ 36 w 323"/>
                  <a:gd name="T83" fmla="*/ 1 h 379"/>
                  <a:gd name="T84" fmla="*/ 30 w 323"/>
                  <a:gd name="T85" fmla="*/ 3 h 379"/>
                  <a:gd name="T86" fmla="*/ 23 w 323"/>
                  <a:gd name="T87" fmla="*/ 6 h 37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3"/>
                  <a:gd name="T133" fmla="*/ 0 h 379"/>
                  <a:gd name="T134" fmla="*/ 323 w 323"/>
                  <a:gd name="T135" fmla="*/ 379 h 37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3" h="379">
                    <a:moveTo>
                      <a:pt x="126" y="50"/>
                    </a:moveTo>
                    <a:lnTo>
                      <a:pt x="101" y="70"/>
                    </a:lnTo>
                    <a:lnTo>
                      <a:pt x="76" y="92"/>
                    </a:lnTo>
                    <a:lnTo>
                      <a:pt x="54" y="115"/>
                    </a:lnTo>
                    <a:lnTo>
                      <a:pt x="34" y="140"/>
                    </a:lnTo>
                    <a:lnTo>
                      <a:pt x="18" y="167"/>
                    </a:lnTo>
                    <a:lnTo>
                      <a:pt x="6" y="196"/>
                    </a:lnTo>
                    <a:lnTo>
                      <a:pt x="0" y="227"/>
                    </a:lnTo>
                    <a:lnTo>
                      <a:pt x="1" y="259"/>
                    </a:lnTo>
                    <a:lnTo>
                      <a:pt x="4" y="267"/>
                    </a:lnTo>
                    <a:lnTo>
                      <a:pt x="7" y="277"/>
                    </a:lnTo>
                    <a:lnTo>
                      <a:pt x="11" y="283"/>
                    </a:lnTo>
                    <a:lnTo>
                      <a:pt x="15" y="291"/>
                    </a:lnTo>
                    <a:lnTo>
                      <a:pt x="21" y="298"/>
                    </a:lnTo>
                    <a:lnTo>
                      <a:pt x="27" y="305"/>
                    </a:lnTo>
                    <a:lnTo>
                      <a:pt x="34" y="311"/>
                    </a:lnTo>
                    <a:lnTo>
                      <a:pt x="41" y="316"/>
                    </a:lnTo>
                    <a:lnTo>
                      <a:pt x="57" y="325"/>
                    </a:lnTo>
                    <a:lnTo>
                      <a:pt x="72" y="333"/>
                    </a:lnTo>
                    <a:lnTo>
                      <a:pt x="87" y="340"/>
                    </a:lnTo>
                    <a:lnTo>
                      <a:pt x="103" y="345"/>
                    </a:lnTo>
                    <a:lnTo>
                      <a:pt x="120" y="351"/>
                    </a:lnTo>
                    <a:lnTo>
                      <a:pt x="136" y="356"/>
                    </a:lnTo>
                    <a:lnTo>
                      <a:pt x="153" y="360"/>
                    </a:lnTo>
                    <a:lnTo>
                      <a:pt x="169" y="364"/>
                    </a:lnTo>
                    <a:lnTo>
                      <a:pt x="187" y="367"/>
                    </a:lnTo>
                    <a:lnTo>
                      <a:pt x="204" y="370"/>
                    </a:lnTo>
                    <a:lnTo>
                      <a:pt x="221" y="372"/>
                    </a:lnTo>
                    <a:lnTo>
                      <a:pt x="238" y="374"/>
                    </a:lnTo>
                    <a:lnTo>
                      <a:pt x="256" y="375"/>
                    </a:lnTo>
                    <a:lnTo>
                      <a:pt x="273" y="376"/>
                    </a:lnTo>
                    <a:lnTo>
                      <a:pt x="290" y="378"/>
                    </a:lnTo>
                    <a:lnTo>
                      <a:pt x="307" y="379"/>
                    </a:lnTo>
                    <a:lnTo>
                      <a:pt x="312" y="379"/>
                    </a:lnTo>
                    <a:lnTo>
                      <a:pt x="317" y="375"/>
                    </a:lnTo>
                    <a:lnTo>
                      <a:pt x="320" y="372"/>
                    </a:lnTo>
                    <a:lnTo>
                      <a:pt x="323" y="366"/>
                    </a:lnTo>
                    <a:lnTo>
                      <a:pt x="323" y="360"/>
                    </a:lnTo>
                    <a:lnTo>
                      <a:pt x="320" y="356"/>
                    </a:lnTo>
                    <a:lnTo>
                      <a:pt x="316" y="352"/>
                    </a:lnTo>
                    <a:lnTo>
                      <a:pt x="311" y="351"/>
                    </a:lnTo>
                    <a:lnTo>
                      <a:pt x="295" y="351"/>
                    </a:lnTo>
                    <a:lnTo>
                      <a:pt x="279" y="351"/>
                    </a:lnTo>
                    <a:lnTo>
                      <a:pt x="263" y="350"/>
                    </a:lnTo>
                    <a:lnTo>
                      <a:pt x="248" y="349"/>
                    </a:lnTo>
                    <a:lnTo>
                      <a:pt x="231" y="348"/>
                    </a:lnTo>
                    <a:lnTo>
                      <a:pt x="215" y="345"/>
                    </a:lnTo>
                    <a:lnTo>
                      <a:pt x="200" y="343"/>
                    </a:lnTo>
                    <a:lnTo>
                      <a:pt x="183" y="341"/>
                    </a:lnTo>
                    <a:lnTo>
                      <a:pt x="168" y="337"/>
                    </a:lnTo>
                    <a:lnTo>
                      <a:pt x="151" y="334"/>
                    </a:lnTo>
                    <a:lnTo>
                      <a:pt x="136" y="329"/>
                    </a:lnTo>
                    <a:lnTo>
                      <a:pt x="121" y="325"/>
                    </a:lnTo>
                    <a:lnTo>
                      <a:pt x="106" y="320"/>
                    </a:lnTo>
                    <a:lnTo>
                      <a:pt x="92" y="313"/>
                    </a:lnTo>
                    <a:lnTo>
                      <a:pt x="76" y="306"/>
                    </a:lnTo>
                    <a:lnTo>
                      <a:pt x="62" y="300"/>
                    </a:lnTo>
                    <a:lnTo>
                      <a:pt x="51" y="291"/>
                    </a:lnTo>
                    <a:lnTo>
                      <a:pt x="41" y="280"/>
                    </a:lnTo>
                    <a:lnTo>
                      <a:pt x="35" y="269"/>
                    </a:lnTo>
                    <a:lnTo>
                      <a:pt x="31" y="255"/>
                    </a:lnTo>
                    <a:lnTo>
                      <a:pt x="31" y="239"/>
                    </a:lnTo>
                    <a:lnTo>
                      <a:pt x="33" y="218"/>
                    </a:lnTo>
                    <a:lnTo>
                      <a:pt x="38" y="197"/>
                    </a:lnTo>
                    <a:lnTo>
                      <a:pt x="42" y="182"/>
                    </a:lnTo>
                    <a:lnTo>
                      <a:pt x="51" y="165"/>
                    </a:lnTo>
                    <a:lnTo>
                      <a:pt x="60" y="150"/>
                    </a:lnTo>
                    <a:lnTo>
                      <a:pt x="68" y="136"/>
                    </a:lnTo>
                    <a:lnTo>
                      <a:pt x="79" y="124"/>
                    </a:lnTo>
                    <a:lnTo>
                      <a:pt x="89" y="111"/>
                    </a:lnTo>
                    <a:lnTo>
                      <a:pt x="101" y="100"/>
                    </a:lnTo>
                    <a:lnTo>
                      <a:pt x="114" y="88"/>
                    </a:lnTo>
                    <a:lnTo>
                      <a:pt x="129" y="76"/>
                    </a:lnTo>
                    <a:lnTo>
                      <a:pt x="144" y="64"/>
                    </a:lnTo>
                    <a:lnTo>
                      <a:pt x="162" y="53"/>
                    </a:lnTo>
                    <a:lnTo>
                      <a:pt x="181" y="41"/>
                    </a:lnTo>
                    <a:lnTo>
                      <a:pt x="201" y="31"/>
                    </a:lnTo>
                    <a:lnTo>
                      <a:pt x="219" y="22"/>
                    </a:lnTo>
                    <a:lnTo>
                      <a:pt x="237" y="14"/>
                    </a:lnTo>
                    <a:lnTo>
                      <a:pt x="253" y="7"/>
                    </a:lnTo>
                    <a:lnTo>
                      <a:pt x="268" y="1"/>
                    </a:lnTo>
                    <a:lnTo>
                      <a:pt x="255" y="0"/>
                    </a:lnTo>
                    <a:lnTo>
                      <a:pt x="238" y="1"/>
                    </a:lnTo>
                    <a:lnTo>
                      <a:pt x="221" y="5"/>
                    </a:lnTo>
                    <a:lnTo>
                      <a:pt x="201" y="11"/>
                    </a:lnTo>
                    <a:lnTo>
                      <a:pt x="181" y="19"/>
                    </a:lnTo>
                    <a:lnTo>
                      <a:pt x="161" y="28"/>
                    </a:lnTo>
                    <a:lnTo>
                      <a:pt x="142" y="39"/>
                    </a:lnTo>
                    <a:lnTo>
                      <a:pt x="126" y="50"/>
                    </a:lnTo>
                    <a:close/>
                  </a:path>
                </a:pathLst>
              </a:custGeom>
              <a:solidFill>
                <a:srgbClr val="000000"/>
              </a:solidFill>
              <a:ln w="9525">
                <a:solidFill>
                  <a:schemeClr val="bg2"/>
                </a:solidFill>
                <a:round/>
                <a:headEnd/>
                <a:tailEnd/>
              </a:ln>
            </p:spPr>
            <p:txBody>
              <a:bodyPr/>
              <a:lstStyle/>
              <a:p>
                <a:endParaRPr lang="en-US"/>
              </a:p>
            </p:txBody>
          </p:sp>
          <p:sp>
            <p:nvSpPr>
              <p:cNvPr id="187" name="Freeform 608">
                <a:extLst>
                  <a:ext uri="{FF2B5EF4-FFF2-40B4-BE49-F238E27FC236}">
                    <a16:creationId xmlns:a16="http://schemas.microsoft.com/office/drawing/2014/main" id="{16D0C8FA-A68C-4A61-BFD9-0D5C8C77CBA0}"/>
                  </a:ext>
                </a:extLst>
              </p:cNvPr>
              <p:cNvSpPr>
                <a:spLocks/>
              </p:cNvSpPr>
              <p:nvPr/>
            </p:nvSpPr>
            <p:spPr bwMode="auto">
              <a:xfrm>
                <a:off x="4384" y="3136"/>
                <a:ext cx="47" cy="42"/>
              </a:xfrm>
              <a:custGeom>
                <a:avLst/>
                <a:gdLst>
                  <a:gd name="T0" fmla="*/ 39 w 282"/>
                  <a:gd name="T1" fmla="*/ 13 h 253"/>
                  <a:gd name="T2" fmla="*/ 41 w 282"/>
                  <a:gd name="T3" fmla="*/ 15 h 253"/>
                  <a:gd name="T4" fmla="*/ 42 w 282"/>
                  <a:gd name="T5" fmla="*/ 18 h 253"/>
                  <a:gd name="T6" fmla="*/ 43 w 282"/>
                  <a:gd name="T7" fmla="*/ 21 h 253"/>
                  <a:gd name="T8" fmla="*/ 43 w 282"/>
                  <a:gd name="T9" fmla="*/ 24 h 253"/>
                  <a:gd name="T10" fmla="*/ 43 w 282"/>
                  <a:gd name="T11" fmla="*/ 26 h 253"/>
                  <a:gd name="T12" fmla="*/ 42 w 282"/>
                  <a:gd name="T13" fmla="*/ 28 h 253"/>
                  <a:gd name="T14" fmla="*/ 41 w 282"/>
                  <a:gd name="T15" fmla="*/ 31 h 253"/>
                  <a:gd name="T16" fmla="*/ 39 w 282"/>
                  <a:gd name="T17" fmla="*/ 32 h 253"/>
                  <a:gd name="T18" fmla="*/ 37 w 282"/>
                  <a:gd name="T19" fmla="*/ 34 h 253"/>
                  <a:gd name="T20" fmla="*/ 36 w 282"/>
                  <a:gd name="T21" fmla="*/ 36 h 253"/>
                  <a:gd name="T22" fmla="*/ 34 w 282"/>
                  <a:gd name="T23" fmla="*/ 37 h 253"/>
                  <a:gd name="T24" fmla="*/ 32 w 282"/>
                  <a:gd name="T25" fmla="*/ 39 h 253"/>
                  <a:gd name="T26" fmla="*/ 32 w 282"/>
                  <a:gd name="T27" fmla="*/ 40 h 253"/>
                  <a:gd name="T28" fmla="*/ 32 w 282"/>
                  <a:gd name="T29" fmla="*/ 40 h 253"/>
                  <a:gd name="T30" fmla="*/ 32 w 282"/>
                  <a:gd name="T31" fmla="*/ 41 h 253"/>
                  <a:gd name="T32" fmla="*/ 32 w 282"/>
                  <a:gd name="T33" fmla="*/ 41 h 253"/>
                  <a:gd name="T34" fmla="*/ 33 w 282"/>
                  <a:gd name="T35" fmla="*/ 42 h 253"/>
                  <a:gd name="T36" fmla="*/ 33 w 282"/>
                  <a:gd name="T37" fmla="*/ 42 h 253"/>
                  <a:gd name="T38" fmla="*/ 34 w 282"/>
                  <a:gd name="T39" fmla="*/ 42 h 253"/>
                  <a:gd name="T40" fmla="*/ 35 w 282"/>
                  <a:gd name="T41" fmla="*/ 41 h 253"/>
                  <a:gd name="T42" fmla="*/ 39 w 282"/>
                  <a:gd name="T43" fmla="*/ 39 h 253"/>
                  <a:gd name="T44" fmla="*/ 42 w 282"/>
                  <a:gd name="T45" fmla="*/ 36 h 253"/>
                  <a:gd name="T46" fmla="*/ 45 w 282"/>
                  <a:gd name="T47" fmla="*/ 32 h 253"/>
                  <a:gd name="T48" fmla="*/ 46 w 282"/>
                  <a:gd name="T49" fmla="*/ 28 h 253"/>
                  <a:gd name="T50" fmla="*/ 47 w 282"/>
                  <a:gd name="T51" fmla="*/ 23 h 253"/>
                  <a:gd name="T52" fmla="*/ 47 w 282"/>
                  <a:gd name="T53" fmla="*/ 19 h 253"/>
                  <a:gd name="T54" fmla="*/ 45 w 282"/>
                  <a:gd name="T55" fmla="*/ 15 h 253"/>
                  <a:gd name="T56" fmla="*/ 42 w 282"/>
                  <a:gd name="T57" fmla="*/ 12 h 253"/>
                  <a:gd name="T58" fmla="*/ 39 w 282"/>
                  <a:gd name="T59" fmla="*/ 10 h 253"/>
                  <a:gd name="T60" fmla="*/ 37 w 282"/>
                  <a:gd name="T61" fmla="*/ 8 h 253"/>
                  <a:gd name="T62" fmla="*/ 34 w 282"/>
                  <a:gd name="T63" fmla="*/ 6 h 253"/>
                  <a:gd name="T64" fmla="*/ 30 w 282"/>
                  <a:gd name="T65" fmla="*/ 5 h 253"/>
                  <a:gd name="T66" fmla="*/ 27 w 282"/>
                  <a:gd name="T67" fmla="*/ 4 h 253"/>
                  <a:gd name="T68" fmla="*/ 24 w 282"/>
                  <a:gd name="T69" fmla="*/ 3 h 253"/>
                  <a:gd name="T70" fmla="*/ 20 w 282"/>
                  <a:gd name="T71" fmla="*/ 2 h 253"/>
                  <a:gd name="T72" fmla="*/ 17 w 282"/>
                  <a:gd name="T73" fmla="*/ 1 h 253"/>
                  <a:gd name="T74" fmla="*/ 14 w 282"/>
                  <a:gd name="T75" fmla="*/ 1 h 253"/>
                  <a:gd name="T76" fmla="*/ 10 w 282"/>
                  <a:gd name="T77" fmla="*/ 0 h 253"/>
                  <a:gd name="T78" fmla="*/ 8 w 282"/>
                  <a:gd name="T79" fmla="*/ 0 h 253"/>
                  <a:gd name="T80" fmla="*/ 5 w 282"/>
                  <a:gd name="T81" fmla="*/ 0 h 253"/>
                  <a:gd name="T82" fmla="*/ 3 w 282"/>
                  <a:gd name="T83" fmla="*/ 0 h 253"/>
                  <a:gd name="T84" fmla="*/ 2 w 282"/>
                  <a:gd name="T85" fmla="*/ 0 h 253"/>
                  <a:gd name="T86" fmla="*/ 1 w 282"/>
                  <a:gd name="T87" fmla="*/ 1 h 253"/>
                  <a:gd name="T88" fmla="*/ 0 w 282"/>
                  <a:gd name="T89" fmla="*/ 1 h 253"/>
                  <a:gd name="T90" fmla="*/ 2 w 282"/>
                  <a:gd name="T91" fmla="*/ 1 h 253"/>
                  <a:gd name="T92" fmla="*/ 4 w 282"/>
                  <a:gd name="T93" fmla="*/ 1 h 253"/>
                  <a:gd name="T94" fmla="*/ 6 w 282"/>
                  <a:gd name="T95" fmla="*/ 2 h 253"/>
                  <a:gd name="T96" fmla="*/ 9 w 282"/>
                  <a:gd name="T97" fmla="*/ 2 h 253"/>
                  <a:gd name="T98" fmla="*/ 11 w 282"/>
                  <a:gd name="T99" fmla="*/ 3 h 253"/>
                  <a:gd name="T100" fmla="*/ 14 w 282"/>
                  <a:gd name="T101" fmla="*/ 3 h 253"/>
                  <a:gd name="T102" fmla="*/ 16 w 282"/>
                  <a:gd name="T103" fmla="*/ 4 h 253"/>
                  <a:gd name="T104" fmla="*/ 19 w 282"/>
                  <a:gd name="T105" fmla="*/ 4 h 253"/>
                  <a:gd name="T106" fmla="*/ 22 w 282"/>
                  <a:gd name="T107" fmla="*/ 5 h 253"/>
                  <a:gd name="T108" fmla="*/ 24 w 282"/>
                  <a:gd name="T109" fmla="*/ 6 h 253"/>
                  <a:gd name="T110" fmla="*/ 27 w 282"/>
                  <a:gd name="T111" fmla="*/ 7 h 253"/>
                  <a:gd name="T112" fmla="*/ 29 w 282"/>
                  <a:gd name="T113" fmla="*/ 8 h 253"/>
                  <a:gd name="T114" fmla="*/ 32 w 282"/>
                  <a:gd name="T115" fmla="*/ 9 h 253"/>
                  <a:gd name="T116" fmla="*/ 35 w 282"/>
                  <a:gd name="T117" fmla="*/ 10 h 253"/>
                  <a:gd name="T118" fmla="*/ 37 w 282"/>
                  <a:gd name="T119" fmla="*/ 11 h 253"/>
                  <a:gd name="T120" fmla="*/ 39 w 282"/>
                  <a:gd name="T121" fmla="*/ 13 h 253"/>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2"/>
                  <a:gd name="T184" fmla="*/ 0 h 253"/>
                  <a:gd name="T185" fmla="*/ 282 w 282"/>
                  <a:gd name="T186" fmla="*/ 253 h 253"/>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2" h="253">
                    <a:moveTo>
                      <a:pt x="235" y="78"/>
                    </a:moveTo>
                    <a:lnTo>
                      <a:pt x="248" y="92"/>
                    </a:lnTo>
                    <a:lnTo>
                      <a:pt x="255" y="108"/>
                    </a:lnTo>
                    <a:lnTo>
                      <a:pt x="259" y="125"/>
                    </a:lnTo>
                    <a:lnTo>
                      <a:pt x="259" y="144"/>
                    </a:lnTo>
                    <a:lnTo>
                      <a:pt x="257" y="159"/>
                    </a:lnTo>
                    <a:lnTo>
                      <a:pt x="252" y="171"/>
                    </a:lnTo>
                    <a:lnTo>
                      <a:pt x="244" y="184"/>
                    </a:lnTo>
                    <a:lnTo>
                      <a:pt x="236" y="194"/>
                    </a:lnTo>
                    <a:lnTo>
                      <a:pt x="225" y="206"/>
                    </a:lnTo>
                    <a:lnTo>
                      <a:pt x="215" y="215"/>
                    </a:lnTo>
                    <a:lnTo>
                      <a:pt x="204" y="225"/>
                    </a:lnTo>
                    <a:lnTo>
                      <a:pt x="194" y="236"/>
                    </a:lnTo>
                    <a:lnTo>
                      <a:pt x="191" y="239"/>
                    </a:lnTo>
                    <a:lnTo>
                      <a:pt x="190" y="242"/>
                    </a:lnTo>
                    <a:lnTo>
                      <a:pt x="191" y="246"/>
                    </a:lnTo>
                    <a:lnTo>
                      <a:pt x="194" y="249"/>
                    </a:lnTo>
                    <a:lnTo>
                      <a:pt x="197" y="252"/>
                    </a:lnTo>
                    <a:lnTo>
                      <a:pt x="201" y="253"/>
                    </a:lnTo>
                    <a:lnTo>
                      <a:pt x="205" y="252"/>
                    </a:lnTo>
                    <a:lnTo>
                      <a:pt x="209" y="249"/>
                    </a:lnTo>
                    <a:lnTo>
                      <a:pt x="232" y="234"/>
                    </a:lnTo>
                    <a:lnTo>
                      <a:pt x="251" y="215"/>
                    </a:lnTo>
                    <a:lnTo>
                      <a:pt x="267" y="192"/>
                    </a:lnTo>
                    <a:lnTo>
                      <a:pt x="278" y="168"/>
                    </a:lnTo>
                    <a:lnTo>
                      <a:pt x="282" y="141"/>
                    </a:lnTo>
                    <a:lnTo>
                      <a:pt x="279" y="116"/>
                    </a:lnTo>
                    <a:lnTo>
                      <a:pt x="270" y="92"/>
                    </a:lnTo>
                    <a:lnTo>
                      <a:pt x="251" y="70"/>
                    </a:lnTo>
                    <a:lnTo>
                      <a:pt x="237" y="59"/>
                    </a:lnTo>
                    <a:lnTo>
                      <a:pt x="221" y="48"/>
                    </a:lnTo>
                    <a:lnTo>
                      <a:pt x="202" y="39"/>
                    </a:lnTo>
                    <a:lnTo>
                      <a:pt x="183" y="31"/>
                    </a:lnTo>
                    <a:lnTo>
                      <a:pt x="163" y="24"/>
                    </a:lnTo>
                    <a:lnTo>
                      <a:pt x="142" y="18"/>
                    </a:lnTo>
                    <a:lnTo>
                      <a:pt x="122" y="13"/>
                    </a:lnTo>
                    <a:lnTo>
                      <a:pt x="101" y="8"/>
                    </a:lnTo>
                    <a:lnTo>
                      <a:pt x="82" y="5"/>
                    </a:lnTo>
                    <a:lnTo>
                      <a:pt x="63" y="2"/>
                    </a:lnTo>
                    <a:lnTo>
                      <a:pt x="47" y="0"/>
                    </a:lnTo>
                    <a:lnTo>
                      <a:pt x="32" y="0"/>
                    </a:lnTo>
                    <a:lnTo>
                      <a:pt x="19" y="0"/>
                    </a:lnTo>
                    <a:lnTo>
                      <a:pt x="10" y="1"/>
                    </a:lnTo>
                    <a:lnTo>
                      <a:pt x="4" y="4"/>
                    </a:lnTo>
                    <a:lnTo>
                      <a:pt x="0" y="6"/>
                    </a:lnTo>
                    <a:lnTo>
                      <a:pt x="12" y="8"/>
                    </a:lnTo>
                    <a:lnTo>
                      <a:pt x="25" y="9"/>
                    </a:lnTo>
                    <a:lnTo>
                      <a:pt x="38" y="12"/>
                    </a:lnTo>
                    <a:lnTo>
                      <a:pt x="52" y="14"/>
                    </a:lnTo>
                    <a:lnTo>
                      <a:pt x="67" y="16"/>
                    </a:lnTo>
                    <a:lnTo>
                      <a:pt x="82" y="18"/>
                    </a:lnTo>
                    <a:lnTo>
                      <a:pt x="97" y="22"/>
                    </a:lnTo>
                    <a:lnTo>
                      <a:pt x="114" y="25"/>
                    </a:lnTo>
                    <a:lnTo>
                      <a:pt x="129" y="30"/>
                    </a:lnTo>
                    <a:lnTo>
                      <a:pt x="146" y="35"/>
                    </a:lnTo>
                    <a:lnTo>
                      <a:pt x="162" y="40"/>
                    </a:lnTo>
                    <a:lnTo>
                      <a:pt x="177" y="46"/>
                    </a:lnTo>
                    <a:lnTo>
                      <a:pt x="192" y="53"/>
                    </a:lnTo>
                    <a:lnTo>
                      <a:pt x="208" y="60"/>
                    </a:lnTo>
                    <a:lnTo>
                      <a:pt x="222" y="69"/>
                    </a:lnTo>
                    <a:lnTo>
                      <a:pt x="235" y="78"/>
                    </a:lnTo>
                    <a:close/>
                  </a:path>
                </a:pathLst>
              </a:custGeom>
              <a:solidFill>
                <a:srgbClr val="000000"/>
              </a:solidFill>
              <a:ln w="9525">
                <a:solidFill>
                  <a:schemeClr val="bg2"/>
                </a:solidFill>
                <a:round/>
                <a:headEnd/>
                <a:tailEnd/>
              </a:ln>
            </p:spPr>
            <p:txBody>
              <a:bodyPr/>
              <a:lstStyle/>
              <a:p>
                <a:endParaRPr lang="en-US"/>
              </a:p>
            </p:txBody>
          </p:sp>
          <p:sp>
            <p:nvSpPr>
              <p:cNvPr id="188" name="Freeform 609">
                <a:extLst>
                  <a:ext uri="{FF2B5EF4-FFF2-40B4-BE49-F238E27FC236}">
                    <a16:creationId xmlns:a16="http://schemas.microsoft.com/office/drawing/2014/main" id="{22A51EC3-F3BC-2D60-FD9B-05E9E59001D6}"/>
                  </a:ext>
                </a:extLst>
              </p:cNvPr>
              <p:cNvSpPr>
                <a:spLocks/>
              </p:cNvSpPr>
              <p:nvPr/>
            </p:nvSpPr>
            <p:spPr bwMode="auto">
              <a:xfrm>
                <a:off x="4290" y="3159"/>
                <a:ext cx="19" cy="39"/>
              </a:xfrm>
              <a:custGeom>
                <a:avLst/>
                <a:gdLst>
                  <a:gd name="T0" fmla="*/ 0 w 115"/>
                  <a:gd name="T1" fmla="*/ 21 h 236"/>
                  <a:gd name="T2" fmla="*/ 0 w 115"/>
                  <a:gd name="T3" fmla="*/ 24 h 236"/>
                  <a:gd name="T4" fmla="*/ 1 w 115"/>
                  <a:gd name="T5" fmla="*/ 27 h 236"/>
                  <a:gd name="T6" fmla="*/ 2 w 115"/>
                  <a:gd name="T7" fmla="*/ 30 h 236"/>
                  <a:gd name="T8" fmla="*/ 4 w 115"/>
                  <a:gd name="T9" fmla="*/ 33 h 236"/>
                  <a:gd name="T10" fmla="*/ 6 w 115"/>
                  <a:gd name="T11" fmla="*/ 35 h 236"/>
                  <a:gd name="T12" fmla="*/ 9 w 115"/>
                  <a:gd name="T13" fmla="*/ 37 h 236"/>
                  <a:gd name="T14" fmla="*/ 12 w 115"/>
                  <a:gd name="T15" fmla="*/ 38 h 236"/>
                  <a:gd name="T16" fmla="*/ 15 w 115"/>
                  <a:gd name="T17" fmla="*/ 39 h 236"/>
                  <a:gd name="T18" fmla="*/ 16 w 115"/>
                  <a:gd name="T19" fmla="*/ 39 h 236"/>
                  <a:gd name="T20" fmla="*/ 17 w 115"/>
                  <a:gd name="T21" fmla="*/ 39 h 236"/>
                  <a:gd name="T22" fmla="*/ 18 w 115"/>
                  <a:gd name="T23" fmla="*/ 38 h 236"/>
                  <a:gd name="T24" fmla="*/ 18 w 115"/>
                  <a:gd name="T25" fmla="*/ 37 h 236"/>
                  <a:gd name="T26" fmla="*/ 18 w 115"/>
                  <a:gd name="T27" fmla="*/ 36 h 236"/>
                  <a:gd name="T28" fmla="*/ 18 w 115"/>
                  <a:gd name="T29" fmla="*/ 36 h 236"/>
                  <a:gd name="T30" fmla="*/ 18 w 115"/>
                  <a:gd name="T31" fmla="*/ 35 h 236"/>
                  <a:gd name="T32" fmla="*/ 17 w 115"/>
                  <a:gd name="T33" fmla="*/ 34 h 236"/>
                  <a:gd name="T34" fmla="*/ 14 w 115"/>
                  <a:gd name="T35" fmla="*/ 33 h 236"/>
                  <a:gd name="T36" fmla="*/ 11 w 115"/>
                  <a:gd name="T37" fmla="*/ 32 h 236"/>
                  <a:gd name="T38" fmla="*/ 8 w 115"/>
                  <a:gd name="T39" fmla="*/ 30 h 236"/>
                  <a:gd name="T40" fmla="*/ 7 w 115"/>
                  <a:gd name="T41" fmla="*/ 27 h 236"/>
                  <a:gd name="T42" fmla="*/ 5 w 115"/>
                  <a:gd name="T43" fmla="*/ 24 h 236"/>
                  <a:gd name="T44" fmla="*/ 5 w 115"/>
                  <a:gd name="T45" fmla="*/ 21 h 236"/>
                  <a:gd name="T46" fmla="*/ 5 w 115"/>
                  <a:gd name="T47" fmla="*/ 18 h 236"/>
                  <a:gd name="T48" fmla="*/ 6 w 115"/>
                  <a:gd name="T49" fmla="*/ 15 h 236"/>
                  <a:gd name="T50" fmla="*/ 7 w 115"/>
                  <a:gd name="T51" fmla="*/ 12 h 236"/>
                  <a:gd name="T52" fmla="*/ 9 w 115"/>
                  <a:gd name="T53" fmla="*/ 10 h 236"/>
                  <a:gd name="T54" fmla="*/ 12 w 115"/>
                  <a:gd name="T55" fmla="*/ 8 h 236"/>
                  <a:gd name="T56" fmla="*/ 14 w 115"/>
                  <a:gd name="T57" fmla="*/ 5 h 236"/>
                  <a:gd name="T58" fmla="*/ 16 w 115"/>
                  <a:gd name="T59" fmla="*/ 4 h 236"/>
                  <a:gd name="T60" fmla="*/ 18 w 115"/>
                  <a:gd name="T61" fmla="*/ 2 h 236"/>
                  <a:gd name="T62" fmla="*/ 19 w 115"/>
                  <a:gd name="T63" fmla="*/ 1 h 236"/>
                  <a:gd name="T64" fmla="*/ 19 w 115"/>
                  <a:gd name="T65" fmla="*/ 0 h 236"/>
                  <a:gd name="T66" fmla="*/ 17 w 115"/>
                  <a:gd name="T67" fmla="*/ 1 h 236"/>
                  <a:gd name="T68" fmla="*/ 14 w 115"/>
                  <a:gd name="T69" fmla="*/ 2 h 236"/>
                  <a:gd name="T70" fmla="*/ 11 w 115"/>
                  <a:gd name="T71" fmla="*/ 4 h 236"/>
                  <a:gd name="T72" fmla="*/ 8 w 115"/>
                  <a:gd name="T73" fmla="*/ 7 h 236"/>
                  <a:gd name="T74" fmla="*/ 5 w 115"/>
                  <a:gd name="T75" fmla="*/ 10 h 236"/>
                  <a:gd name="T76" fmla="*/ 3 w 115"/>
                  <a:gd name="T77" fmla="*/ 14 h 236"/>
                  <a:gd name="T78" fmla="*/ 1 w 115"/>
                  <a:gd name="T79" fmla="*/ 17 h 236"/>
                  <a:gd name="T80" fmla="*/ 0 w 115"/>
                  <a:gd name="T81" fmla="*/ 21 h 2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5"/>
                  <a:gd name="T124" fmla="*/ 0 h 236"/>
                  <a:gd name="T125" fmla="*/ 115 w 115"/>
                  <a:gd name="T126" fmla="*/ 236 h 2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5" h="236">
                    <a:moveTo>
                      <a:pt x="0" y="128"/>
                    </a:moveTo>
                    <a:lnTo>
                      <a:pt x="0" y="148"/>
                    </a:lnTo>
                    <a:lnTo>
                      <a:pt x="5" y="166"/>
                    </a:lnTo>
                    <a:lnTo>
                      <a:pt x="13" y="184"/>
                    </a:lnTo>
                    <a:lnTo>
                      <a:pt x="24" y="198"/>
                    </a:lnTo>
                    <a:lnTo>
                      <a:pt x="39" y="211"/>
                    </a:lnTo>
                    <a:lnTo>
                      <a:pt x="55" y="223"/>
                    </a:lnTo>
                    <a:lnTo>
                      <a:pt x="74" y="231"/>
                    </a:lnTo>
                    <a:lnTo>
                      <a:pt x="92" y="235"/>
                    </a:lnTo>
                    <a:lnTo>
                      <a:pt x="98" y="236"/>
                    </a:lnTo>
                    <a:lnTo>
                      <a:pt x="104" y="234"/>
                    </a:lnTo>
                    <a:lnTo>
                      <a:pt x="109" y="231"/>
                    </a:lnTo>
                    <a:lnTo>
                      <a:pt x="111" y="226"/>
                    </a:lnTo>
                    <a:lnTo>
                      <a:pt x="111" y="220"/>
                    </a:lnTo>
                    <a:lnTo>
                      <a:pt x="110" y="215"/>
                    </a:lnTo>
                    <a:lnTo>
                      <a:pt x="107" y="210"/>
                    </a:lnTo>
                    <a:lnTo>
                      <a:pt x="101" y="208"/>
                    </a:lnTo>
                    <a:lnTo>
                      <a:pt x="82" y="201"/>
                    </a:lnTo>
                    <a:lnTo>
                      <a:pt x="64" y="192"/>
                    </a:lnTo>
                    <a:lnTo>
                      <a:pt x="50" y="179"/>
                    </a:lnTo>
                    <a:lnTo>
                      <a:pt x="40" y="165"/>
                    </a:lnTo>
                    <a:lnTo>
                      <a:pt x="33" y="148"/>
                    </a:lnTo>
                    <a:lnTo>
                      <a:pt x="29" y="130"/>
                    </a:lnTo>
                    <a:lnTo>
                      <a:pt x="29" y="110"/>
                    </a:lnTo>
                    <a:lnTo>
                      <a:pt x="35" y="89"/>
                    </a:lnTo>
                    <a:lnTo>
                      <a:pt x="43" y="74"/>
                    </a:lnTo>
                    <a:lnTo>
                      <a:pt x="56" y="60"/>
                    </a:lnTo>
                    <a:lnTo>
                      <a:pt x="70" y="46"/>
                    </a:lnTo>
                    <a:lnTo>
                      <a:pt x="85" y="33"/>
                    </a:lnTo>
                    <a:lnTo>
                      <a:pt x="98" y="23"/>
                    </a:lnTo>
                    <a:lnTo>
                      <a:pt x="109" y="12"/>
                    </a:lnTo>
                    <a:lnTo>
                      <a:pt x="115" y="6"/>
                    </a:lnTo>
                    <a:lnTo>
                      <a:pt x="115" y="0"/>
                    </a:lnTo>
                    <a:lnTo>
                      <a:pt x="102" y="4"/>
                    </a:lnTo>
                    <a:lnTo>
                      <a:pt x="85" y="12"/>
                    </a:lnTo>
                    <a:lnTo>
                      <a:pt x="68" y="26"/>
                    </a:lnTo>
                    <a:lnTo>
                      <a:pt x="49" y="42"/>
                    </a:lnTo>
                    <a:lnTo>
                      <a:pt x="32" y="61"/>
                    </a:lnTo>
                    <a:lnTo>
                      <a:pt x="17" y="82"/>
                    </a:lnTo>
                    <a:lnTo>
                      <a:pt x="6" y="105"/>
                    </a:lnTo>
                    <a:lnTo>
                      <a:pt x="0" y="128"/>
                    </a:lnTo>
                    <a:close/>
                  </a:path>
                </a:pathLst>
              </a:custGeom>
              <a:solidFill>
                <a:srgbClr val="000000"/>
              </a:solidFill>
              <a:ln w="9525">
                <a:solidFill>
                  <a:schemeClr val="bg2"/>
                </a:solidFill>
                <a:round/>
                <a:headEnd/>
                <a:tailEnd/>
              </a:ln>
            </p:spPr>
            <p:txBody>
              <a:bodyPr/>
              <a:lstStyle/>
              <a:p>
                <a:endParaRPr lang="en-US"/>
              </a:p>
            </p:txBody>
          </p:sp>
          <p:sp>
            <p:nvSpPr>
              <p:cNvPr id="189" name="Freeform 610">
                <a:extLst>
                  <a:ext uri="{FF2B5EF4-FFF2-40B4-BE49-F238E27FC236}">
                    <a16:creationId xmlns:a16="http://schemas.microsoft.com/office/drawing/2014/main" id="{528A0DE1-A3BB-23CC-3459-3B594DF88F4A}"/>
                  </a:ext>
                </a:extLst>
              </p:cNvPr>
              <p:cNvSpPr>
                <a:spLocks/>
              </p:cNvSpPr>
              <p:nvPr/>
            </p:nvSpPr>
            <p:spPr bwMode="auto">
              <a:xfrm>
                <a:off x="4423" y="3133"/>
                <a:ext cx="41" cy="52"/>
              </a:xfrm>
              <a:custGeom>
                <a:avLst/>
                <a:gdLst>
                  <a:gd name="T0" fmla="*/ 35 w 245"/>
                  <a:gd name="T1" fmla="*/ 21 h 310"/>
                  <a:gd name="T2" fmla="*/ 37 w 245"/>
                  <a:gd name="T3" fmla="*/ 24 h 310"/>
                  <a:gd name="T4" fmla="*/ 38 w 245"/>
                  <a:gd name="T5" fmla="*/ 28 h 310"/>
                  <a:gd name="T6" fmla="*/ 37 w 245"/>
                  <a:gd name="T7" fmla="*/ 31 h 310"/>
                  <a:gd name="T8" fmla="*/ 35 w 245"/>
                  <a:gd name="T9" fmla="*/ 35 h 310"/>
                  <a:gd name="T10" fmla="*/ 31 w 245"/>
                  <a:gd name="T11" fmla="*/ 38 h 310"/>
                  <a:gd name="T12" fmla="*/ 28 w 245"/>
                  <a:gd name="T13" fmla="*/ 41 h 310"/>
                  <a:gd name="T14" fmla="*/ 24 w 245"/>
                  <a:gd name="T15" fmla="*/ 44 h 310"/>
                  <a:gd name="T16" fmla="*/ 21 w 245"/>
                  <a:gd name="T17" fmla="*/ 47 h 310"/>
                  <a:gd name="T18" fmla="*/ 21 w 245"/>
                  <a:gd name="T19" fmla="*/ 48 h 310"/>
                  <a:gd name="T20" fmla="*/ 20 w 245"/>
                  <a:gd name="T21" fmla="*/ 50 h 310"/>
                  <a:gd name="T22" fmla="*/ 20 w 245"/>
                  <a:gd name="T23" fmla="*/ 51 h 310"/>
                  <a:gd name="T24" fmla="*/ 22 w 245"/>
                  <a:gd name="T25" fmla="*/ 52 h 310"/>
                  <a:gd name="T26" fmla="*/ 23 w 245"/>
                  <a:gd name="T27" fmla="*/ 52 h 310"/>
                  <a:gd name="T28" fmla="*/ 26 w 245"/>
                  <a:gd name="T29" fmla="*/ 49 h 310"/>
                  <a:gd name="T30" fmla="*/ 30 w 245"/>
                  <a:gd name="T31" fmla="*/ 45 h 310"/>
                  <a:gd name="T32" fmla="*/ 35 w 245"/>
                  <a:gd name="T33" fmla="*/ 41 h 310"/>
                  <a:gd name="T34" fmla="*/ 38 w 245"/>
                  <a:gd name="T35" fmla="*/ 37 h 310"/>
                  <a:gd name="T36" fmla="*/ 41 w 245"/>
                  <a:gd name="T37" fmla="*/ 31 h 310"/>
                  <a:gd name="T38" fmla="*/ 41 w 245"/>
                  <a:gd name="T39" fmla="*/ 25 h 310"/>
                  <a:gd name="T40" fmla="*/ 38 w 245"/>
                  <a:gd name="T41" fmla="*/ 20 h 310"/>
                  <a:gd name="T42" fmla="*/ 34 w 245"/>
                  <a:gd name="T43" fmla="*/ 16 h 310"/>
                  <a:gd name="T44" fmla="*/ 29 w 245"/>
                  <a:gd name="T45" fmla="*/ 13 h 310"/>
                  <a:gd name="T46" fmla="*/ 25 w 245"/>
                  <a:gd name="T47" fmla="*/ 10 h 310"/>
                  <a:gd name="T48" fmla="*/ 20 w 245"/>
                  <a:gd name="T49" fmla="*/ 8 h 310"/>
                  <a:gd name="T50" fmla="*/ 16 w 245"/>
                  <a:gd name="T51" fmla="*/ 5 h 310"/>
                  <a:gd name="T52" fmla="*/ 11 w 245"/>
                  <a:gd name="T53" fmla="*/ 3 h 310"/>
                  <a:gd name="T54" fmla="*/ 7 w 245"/>
                  <a:gd name="T55" fmla="*/ 1 h 310"/>
                  <a:gd name="T56" fmla="*/ 3 w 245"/>
                  <a:gd name="T57" fmla="*/ 0 h 310"/>
                  <a:gd name="T58" fmla="*/ 1 w 245"/>
                  <a:gd name="T59" fmla="*/ 0 h 310"/>
                  <a:gd name="T60" fmla="*/ 2 w 245"/>
                  <a:gd name="T61" fmla="*/ 1 h 310"/>
                  <a:gd name="T62" fmla="*/ 6 w 245"/>
                  <a:gd name="T63" fmla="*/ 3 h 310"/>
                  <a:gd name="T64" fmla="*/ 10 w 245"/>
                  <a:gd name="T65" fmla="*/ 5 h 310"/>
                  <a:gd name="T66" fmla="*/ 14 w 245"/>
                  <a:gd name="T67" fmla="*/ 7 h 310"/>
                  <a:gd name="T68" fmla="*/ 19 w 245"/>
                  <a:gd name="T69" fmla="*/ 10 h 310"/>
                  <a:gd name="T70" fmla="*/ 23 w 245"/>
                  <a:gd name="T71" fmla="*/ 12 h 310"/>
                  <a:gd name="T72" fmla="*/ 28 w 245"/>
                  <a:gd name="T73" fmla="*/ 15 h 310"/>
                  <a:gd name="T74" fmla="*/ 31 w 245"/>
                  <a:gd name="T75" fmla="*/ 18 h 31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45"/>
                  <a:gd name="T115" fmla="*/ 0 h 310"/>
                  <a:gd name="T116" fmla="*/ 245 w 245"/>
                  <a:gd name="T117" fmla="*/ 310 h 31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45" h="310">
                    <a:moveTo>
                      <a:pt x="200" y="116"/>
                    </a:moveTo>
                    <a:lnTo>
                      <a:pt x="208" y="124"/>
                    </a:lnTo>
                    <a:lnTo>
                      <a:pt x="214" y="133"/>
                    </a:lnTo>
                    <a:lnTo>
                      <a:pt x="220" y="144"/>
                    </a:lnTo>
                    <a:lnTo>
                      <a:pt x="223" y="154"/>
                    </a:lnTo>
                    <a:lnTo>
                      <a:pt x="226" y="164"/>
                    </a:lnTo>
                    <a:lnTo>
                      <a:pt x="224" y="176"/>
                    </a:lnTo>
                    <a:lnTo>
                      <a:pt x="222" y="187"/>
                    </a:lnTo>
                    <a:lnTo>
                      <a:pt x="216" y="198"/>
                    </a:lnTo>
                    <a:lnTo>
                      <a:pt x="208" y="209"/>
                    </a:lnTo>
                    <a:lnTo>
                      <a:pt x="199" y="219"/>
                    </a:lnTo>
                    <a:lnTo>
                      <a:pt x="188" y="229"/>
                    </a:lnTo>
                    <a:lnTo>
                      <a:pt x="177" y="238"/>
                    </a:lnTo>
                    <a:lnTo>
                      <a:pt x="166" y="246"/>
                    </a:lnTo>
                    <a:lnTo>
                      <a:pt x="154" y="255"/>
                    </a:lnTo>
                    <a:lnTo>
                      <a:pt x="142" y="264"/>
                    </a:lnTo>
                    <a:lnTo>
                      <a:pt x="132" y="275"/>
                    </a:lnTo>
                    <a:lnTo>
                      <a:pt x="128" y="278"/>
                    </a:lnTo>
                    <a:lnTo>
                      <a:pt x="126" y="283"/>
                    </a:lnTo>
                    <a:lnTo>
                      <a:pt x="124" y="287"/>
                    </a:lnTo>
                    <a:lnTo>
                      <a:pt x="121" y="292"/>
                    </a:lnTo>
                    <a:lnTo>
                      <a:pt x="120" y="296"/>
                    </a:lnTo>
                    <a:lnTo>
                      <a:pt x="120" y="301"/>
                    </a:lnTo>
                    <a:lnTo>
                      <a:pt x="122" y="306"/>
                    </a:lnTo>
                    <a:lnTo>
                      <a:pt x="126" y="309"/>
                    </a:lnTo>
                    <a:lnTo>
                      <a:pt x="131" y="310"/>
                    </a:lnTo>
                    <a:lnTo>
                      <a:pt x="135" y="310"/>
                    </a:lnTo>
                    <a:lnTo>
                      <a:pt x="139" y="309"/>
                    </a:lnTo>
                    <a:lnTo>
                      <a:pt x="142" y="306"/>
                    </a:lnTo>
                    <a:lnTo>
                      <a:pt x="154" y="292"/>
                    </a:lnTo>
                    <a:lnTo>
                      <a:pt x="167" y="280"/>
                    </a:lnTo>
                    <a:lnTo>
                      <a:pt x="180" y="269"/>
                    </a:lnTo>
                    <a:lnTo>
                      <a:pt x="194" y="257"/>
                    </a:lnTo>
                    <a:lnTo>
                      <a:pt x="207" y="246"/>
                    </a:lnTo>
                    <a:lnTo>
                      <a:pt x="220" y="233"/>
                    </a:lnTo>
                    <a:lnTo>
                      <a:pt x="230" y="219"/>
                    </a:lnTo>
                    <a:lnTo>
                      <a:pt x="238" y="204"/>
                    </a:lnTo>
                    <a:lnTo>
                      <a:pt x="244" y="186"/>
                    </a:lnTo>
                    <a:lnTo>
                      <a:pt x="245" y="169"/>
                    </a:lnTo>
                    <a:lnTo>
                      <a:pt x="243" y="152"/>
                    </a:lnTo>
                    <a:lnTo>
                      <a:pt x="237" y="134"/>
                    </a:lnTo>
                    <a:lnTo>
                      <a:pt x="228" y="119"/>
                    </a:lnTo>
                    <a:lnTo>
                      <a:pt x="217" y="105"/>
                    </a:lnTo>
                    <a:lnTo>
                      <a:pt x="203" y="93"/>
                    </a:lnTo>
                    <a:lnTo>
                      <a:pt x="188" y="83"/>
                    </a:lnTo>
                    <a:lnTo>
                      <a:pt x="176" y="76"/>
                    </a:lnTo>
                    <a:lnTo>
                      <a:pt x="163" y="69"/>
                    </a:lnTo>
                    <a:lnTo>
                      <a:pt x="151" y="61"/>
                    </a:lnTo>
                    <a:lnTo>
                      <a:pt x="136" y="54"/>
                    </a:lnTo>
                    <a:lnTo>
                      <a:pt x="122" y="46"/>
                    </a:lnTo>
                    <a:lnTo>
                      <a:pt x="107" y="39"/>
                    </a:lnTo>
                    <a:lnTo>
                      <a:pt x="93" y="31"/>
                    </a:lnTo>
                    <a:lnTo>
                      <a:pt x="79" y="24"/>
                    </a:lnTo>
                    <a:lnTo>
                      <a:pt x="66" y="18"/>
                    </a:lnTo>
                    <a:lnTo>
                      <a:pt x="53" y="13"/>
                    </a:lnTo>
                    <a:lnTo>
                      <a:pt x="40" y="8"/>
                    </a:lnTo>
                    <a:lnTo>
                      <a:pt x="30" y="5"/>
                    </a:lnTo>
                    <a:lnTo>
                      <a:pt x="20" y="1"/>
                    </a:lnTo>
                    <a:lnTo>
                      <a:pt x="12" y="0"/>
                    </a:lnTo>
                    <a:lnTo>
                      <a:pt x="5" y="0"/>
                    </a:lnTo>
                    <a:lnTo>
                      <a:pt x="0" y="2"/>
                    </a:lnTo>
                    <a:lnTo>
                      <a:pt x="11" y="8"/>
                    </a:lnTo>
                    <a:lnTo>
                      <a:pt x="23" y="14"/>
                    </a:lnTo>
                    <a:lnTo>
                      <a:pt x="36" y="20"/>
                    </a:lnTo>
                    <a:lnTo>
                      <a:pt x="47" y="25"/>
                    </a:lnTo>
                    <a:lnTo>
                      <a:pt x="60" y="31"/>
                    </a:lnTo>
                    <a:lnTo>
                      <a:pt x="73" y="37"/>
                    </a:lnTo>
                    <a:lnTo>
                      <a:pt x="86" y="44"/>
                    </a:lnTo>
                    <a:lnTo>
                      <a:pt x="99" y="51"/>
                    </a:lnTo>
                    <a:lnTo>
                      <a:pt x="113" y="57"/>
                    </a:lnTo>
                    <a:lnTo>
                      <a:pt x="126" y="64"/>
                    </a:lnTo>
                    <a:lnTo>
                      <a:pt x="139" y="71"/>
                    </a:lnTo>
                    <a:lnTo>
                      <a:pt x="152" y="79"/>
                    </a:lnTo>
                    <a:lnTo>
                      <a:pt x="165" y="88"/>
                    </a:lnTo>
                    <a:lnTo>
                      <a:pt x="176" y="96"/>
                    </a:lnTo>
                    <a:lnTo>
                      <a:pt x="188" y="106"/>
                    </a:lnTo>
                    <a:lnTo>
                      <a:pt x="200" y="116"/>
                    </a:lnTo>
                    <a:close/>
                  </a:path>
                </a:pathLst>
              </a:custGeom>
              <a:solidFill>
                <a:srgbClr val="000000"/>
              </a:solidFill>
              <a:ln w="9525">
                <a:solidFill>
                  <a:schemeClr val="bg2"/>
                </a:solidFill>
                <a:round/>
                <a:headEnd/>
                <a:tailEnd/>
              </a:ln>
            </p:spPr>
            <p:txBody>
              <a:bodyPr/>
              <a:lstStyle/>
              <a:p>
                <a:endParaRPr lang="en-US"/>
              </a:p>
            </p:txBody>
          </p:sp>
          <p:sp>
            <p:nvSpPr>
              <p:cNvPr id="190" name="Freeform 611">
                <a:extLst>
                  <a:ext uri="{FF2B5EF4-FFF2-40B4-BE49-F238E27FC236}">
                    <a16:creationId xmlns:a16="http://schemas.microsoft.com/office/drawing/2014/main" id="{44D268FD-E77D-36AF-EFE7-275023851AEC}"/>
                  </a:ext>
                </a:extLst>
              </p:cNvPr>
              <p:cNvSpPr>
                <a:spLocks/>
              </p:cNvSpPr>
              <p:nvPr/>
            </p:nvSpPr>
            <p:spPr bwMode="auto">
              <a:xfrm>
                <a:off x="4338" y="3209"/>
                <a:ext cx="125" cy="175"/>
              </a:xfrm>
              <a:custGeom>
                <a:avLst/>
                <a:gdLst>
                  <a:gd name="T0" fmla="*/ 0 w 125"/>
                  <a:gd name="T1" fmla="*/ 175 h 175"/>
                  <a:gd name="T2" fmla="*/ 0 w 125"/>
                  <a:gd name="T3" fmla="*/ 144 h 175"/>
                  <a:gd name="T4" fmla="*/ 11 w 125"/>
                  <a:gd name="T5" fmla="*/ 144 h 175"/>
                  <a:gd name="T6" fmla="*/ 11 w 125"/>
                  <a:gd name="T7" fmla="*/ 118 h 175"/>
                  <a:gd name="T8" fmla="*/ 23 w 125"/>
                  <a:gd name="T9" fmla="*/ 114 h 175"/>
                  <a:gd name="T10" fmla="*/ 20 w 125"/>
                  <a:gd name="T11" fmla="*/ 88 h 175"/>
                  <a:gd name="T12" fmla="*/ 30 w 125"/>
                  <a:gd name="T13" fmla="*/ 84 h 175"/>
                  <a:gd name="T14" fmla="*/ 30 w 125"/>
                  <a:gd name="T15" fmla="*/ 58 h 175"/>
                  <a:gd name="T16" fmla="*/ 39 w 125"/>
                  <a:gd name="T17" fmla="*/ 54 h 175"/>
                  <a:gd name="T18" fmla="*/ 39 w 125"/>
                  <a:gd name="T19" fmla="*/ 28 h 175"/>
                  <a:gd name="T20" fmla="*/ 48 w 125"/>
                  <a:gd name="T21" fmla="*/ 28 h 175"/>
                  <a:gd name="T22" fmla="*/ 56 w 125"/>
                  <a:gd name="T23" fmla="*/ 0 h 175"/>
                  <a:gd name="T24" fmla="*/ 80 w 125"/>
                  <a:gd name="T25" fmla="*/ 0 h 175"/>
                  <a:gd name="T26" fmla="*/ 81 w 125"/>
                  <a:gd name="T27" fmla="*/ 25 h 175"/>
                  <a:gd name="T28" fmla="*/ 92 w 125"/>
                  <a:gd name="T29" fmla="*/ 24 h 175"/>
                  <a:gd name="T30" fmla="*/ 93 w 125"/>
                  <a:gd name="T31" fmla="*/ 49 h 175"/>
                  <a:gd name="T32" fmla="*/ 102 w 125"/>
                  <a:gd name="T33" fmla="*/ 54 h 175"/>
                  <a:gd name="T34" fmla="*/ 99 w 125"/>
                  <a:gd name="T35" fmla="*/ 81 h 175"/>
                  <a:gd name="T36" fmla="*/ 114 w 125"/>
                  <a:gd name="T37" fmla="*/ 82 h 175"/>
                  <a:gd name="T38" fmla="*/ 107 w 125"/>
                  <a:gd name="T39" fmla="*/ 81 h 175"/>
                  <a:gd name="T40" fmla="*/ 108 w 125"/>
                  <a:gd name="T41" fmla="*/ 114 h 175"/>
                  <a:gd name="T42" fmla="*/ 117 w 125"/>
                  <a:gd name="T43" fmla="*/ 117 h 175"/>
                  <a:gd name="T44" fmla="*/ 122 w 125"/>
                  <a:gd name="T45" fmla="*/ 142 h 175"/>
                  <a:gd name="T46" fmla="*/ 125 w 125"/>
                  <a:gd name="T47" fmla="*/ 175 h 175"/>
                  <a:gd name="T48" fmla="*/ 0 w 125"/>
                  <a:gd name="T49" fmla="*/ 175 h 1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25"/>
                  <a:gd name="T76" fmla="*/ 0 h 175"/>
                  <a:gd name="T77" fmla="*/ 125 w 125"/>
                  <a:gd name="T78" fmla="*/ 175 h 1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25" h="175">
                    <a:moveTo>
                      <a:pt x="0" y="175"/>
                    </a:moveTo>
                    <a:lnTo>
                      <a:pt x="0" y="144"/>
                    </a:lnTo>
                    <a:lnTo>
                      <a:pt x="11" y="144"/>
                    </a:lnTo>
                    <a:lnTo>
                      <a:pt x="11" y="118"/>
                    </a:lnTo>
                    <a:lnTo>
                      <a:pt x="23" y="114"/>
                    </a:lnTo>
                    <a:lnTo>
                      <a:pt x="20" y="88"/>
                    </a:lnTo>
                    <a:lnTo>
                      <a:pt x="30" y="84"/>
                    </a:lnTo>
                    <a:lnTo>
                      <a:pt x="30" y="58"/>
                    </a:lnTo>
                    <a:lnTo>
                      <a:pt x="39" y="54"/>
                    </a:lnTo>
                    <a:lnTo>
                      <a:pt x="39" y="28"/>
                    </a:lnTo>
                    <a:lnTo>
                      <a:pt x="48" y="28"/>
                    </a:lnTo>
                    <a:lnTo>
                      <a:pt x="56" y="0"/>
                    </a:lnTo>
                    <a:lnTo>
                      <a:pt x="80" y="0"/>
                    </a:lnTo>
                    <a:lnTo>
                      <a:pt x="81" y="25"/>
                    </a:lnTo>
                    <a:lnTo>
                      <a:pt x="92" y="24"/>
                    </a:lnTo>
                    <a:lnTo>
                      <a:pt x="93" y="49"/>
                    </a:lnTo>
                    <a:lnTo>
                      <a:pt x="102" y="54"/>
                    </a:lnTo>
                    <a:lnTo>
                      <a:pt x="99" y="81"/>
                    </a:lnTo>
                    <a:lnTo>
                      <a:pt x="114" y="82"/>
                    </a:lnTo>
                    <a:lnTo>
                      <a:pt x="107" y="81"/>
                    </a:lnTo>
                    <a:lnTo>
                      <a:pt x="108" y="114"/>
                    </a:lnTo>
                    <a:lnTo>
                      <a:pt x="117" y="117"/>
                    </a:lnTo>
                    <a:lnTo>
                      <a:pt x="122" y="142"/>
                    </a:lnTo>
                    <a:lnTo>
                      <a:pt x="125" y="175"/>
                    </a:lnTo>
                    <a:lnTo>
                      <a:pt x="0" y="175"/>
                    </a:lnTo>
                    <a:close/>
                  </a:path>
                </a:pathLst>
              </a:custGeom>
              <a:solidFill>
                <a:srgbClr val="DDDDDD"/>
              </a:solidFill>
              <a:ln w="9525">
                <a:solidFill>
                  <a:schemeClr val="bg2"/>
                </a:solidFill>
                <a:round/>
                <a:headEnd/>
                <a:tailEnd/>
              </a:ln>
            </p:spPr>
            <p:txBody>
              <a:bodyPr/>
              <a:lstStyle/>
              <a:p>
                <a:endParaRPr lang="en-US"/>
              </a:p>
            </p:txBody>
          </p:sp>
        </p:grpSp>
        <p:grpSp>
          <p:nvGrpSpPr>
            <p:cNvPr id="116" name="Group 613">
              <a:extLst>
                <a:ext uri="{FF2B5EF4-FFF2-40B4-BE49-F238E27FC236}">
                  <a16:creationId xmlns:a16="http://schemas.microsoft.com/office/drawing/2014/main" id="{2129252E-F975-CE8E-A375-B0ABFDF19EE2}"/>
                </a:ext>
              </a:extLst>
            </p:cNvPr>
            <p:cNvGrpSpPr>
              <a:grpSpLocks/>
            </p:cNvGrpSpPr>
            <p:nvPr/>
          </p:nvGrpSpPr>
          <p:grpSpPr bwMode="auto">
            <a:xfrm>
              <a:off x="5553075" y="1525588"/>
              <a:ext cx="814387" cy="854075"/>
              <a:chOff x="4180" y="744"/>
              <a:chExt cx="513" cy="538"/>
            </a:xfrm>
          </p:grpSpPr>
          <p:sp>
            <p:nvSpPr>
              <p:cNvPr id="166" name="Rectangle 614">
                <a:extLst>
                  <a:ext uri="{FF2B5EF4-FFF2-40B4-BE49-F238E27FC236}">
                    <a16:creationId xmlns:a16="http://schemas.microsoft.com/office/drawing/2014/main" id="{927A049A-3A4D-E3F2-6DFD-39E871ED6D3D}"/>
                  </a:ext>
                </a:extLst>
              </p:cNvPr>
              <p:cNvSpPr>
                <a:spLocks noChangeArrowheads="1"/>
              </p:cNvSpPr>
              <p:nvPr/>
            </p:nvSpPr>
            <p:spPr bwMode="auto">
              <a:xfrm>
                <a:off x="4242" y="747"/>
                <a:ext cx="426" cy="489"/>
              </a:xfrm>
              <a:prstGeom prst="rect">
                <a:avLst/>
              </a:prstGeom>
              <a:solidFill>
                <a:schemeClr val="accent2"/>
              </a:solidFill>
              <a:ln w="9525">
                <a:noFill/>
                <a:miter lim="800000"/>
                <a:headEnd/>
                <a:tailEnd/>
              </a:ln>
            </p:spPr>
            <p:txBody>
              <a:bodyPr wrap="none" anchor="ctr"/>
              <a:lstStyle/>
              <a:p>
                <a:endParaRPr lang="he-IL"/>
              </a:p>
            </p:txBody>
          </p:sp>
          <p:sp>
            <p:nvSpPr>
              <p:cNvPr id="167" name="Rectangle 615">
                <a:extLst>
                  <a:ext uri="{FF2B5EF4-FFF2-40B4-BE49-F238E27FC236}">
                    <a16:creationId xmlns:a16="http://schemas.microsoft.com/office/drawing/2014/main" id="{EFF73A7A-51C7-1FA0-38D8-9B755179C3A2}"/>
                  </a:ext>
                </a:extLst>
              </p:cNvPr>
              <p:cNvSpPr>
                <a:spLocks noChangeArrowheads="1"/>
              </p:cNvSpPr>
              <p:nvPr/>
            </p:nvSpPr>
            <p:spPr bwMode="auto">
              <a:xfrm>
                <a:off x="4221" y="762"/>
                <a:ext cx="435" cy="504"/>
              </a:xfrm>
              <a:prstGeom prst="rect">
                <a:avLst/>
              </a:prstGeom>
              <a:solidFill>
                <a:schemeClr val="bg1"/>
              </a:solidFill>
              <a:ln w="12700">
                <a:solidFill>
                  <a:schemeClr val="tx1"/>
                </a:solidFill>
                <a:miter lim="800000"/>
                <a:headEnd/>
                <a:tailEnd/>
              </a:ln>
            </p:spPr>
            <p:txBody>
              <a:bodyPr wrap="none" anchor="ctr"/>
              <a:lstStyle/>
              <a:p>
                <a:endParaRPr lang="he-IL"/>
              </a:p>
            </p:txBody>
          </p:sp>
          <p:sp>
            <p:nvSpPr>
              <p:cNvPr id="168" name="Rectangle 616">
                <a:extLst>
                  <a:ext uri="{FF2B5EF4-FFF2-40B4-BE49-F238E27FC236}">
                    <a16:creationId xmlns:a16="http://schemas.microsoft.com/office/drawing/2014/main" id="{6D00A830-EA26-B4BA-4F04-97931A364B2D}"/>
                  </a:ext>
                </a:extLst>
              </p:cNvPr>
              <p:cNvSpPr>
                <a:spLocks noChangeArrowheads="1"/>
              </p:cNvSpPr>
              <p:nvPr/>
            </p:nvSpPr>
            <p:spPr bwMode="auto">
              <a:xfrm>
                <a:off x="4224" y="873"/>
                <a:ext cx="426" cy="108"/>
              </a:xfrm>
              <a:prstGeom prst="rect">
                <a:avLst/>
              </a:prstGeom>
              <a:solidFill>
                <a:srgbClr val="FF0000"/>
              </a:solidFill>
              <a:ln w="9525">
                <a:noFill/>
                <a:miter lim="800000"/>
                <a:headEnd/>
                <a:tailEnd/>
              </a:ln>
            </p:spPr>
            <p:txBody>
              <a:bodyPr wrap="none" anchor="ctr"/>
              <a:lstStyle/>
              <a:p>
                <a:endParaRPr lang="he-IL"/>
              </a:p>
            </p:txBody>
          </p:sp>
          <p:sp>
            <p:nvSpPr>
              <p:cNvPr id="169" name="Text Box 617">
                <a:extLst>
                  <a:ext uri="{FF2B5EF4-FFF2-40B4-BE49-F238E27FC236}">
                    <a16:creationId xmlns:a16="http://schemas.microsoft.com/office/drawing/2014/main" id="{940C98B0-2CD6-9F23-458B-E69E1B029A81}"/>
                  </a:ext>
                </a:extLst>
              </p:cNvPr>
              <p:cNvSpPr txBox="1">
                <a:spLocks noChangeArrowheads="1"/>
              </p:cNvSpPr>
              <p:nvPr/>
            </p:nvSpPr>
            <p:spPr bwMode="auto">
              <a:xfrm>
                <a:off x="4180" y="744"/>
                <a:ext cx="513" cy="538"/>
              </a:xfrm>
              <a:prstGeom prst="rect">
                <a:avLst/>
              </a:prstGeom>
              <a:noFill/>
              <a:ln w="9525">
                <a:noFill/>
                <a:miter lim="800000"/>
                <a:headEnd/>
                <a:tailEnd/>
              </a:ln>
            </p:spPr>
            <p:txBody>
              <a:bodyPr>
                <a:spAutoFit/>
              </a:bodyPr>
              <a:lstStyle/>
              <a:p>
                <a:r>
                  <a:rPr lang="en-US" sz="1000"/>
                  <a:t>application</a:t>
                </a:r>
              </a:p>
              <a:p>
                <a:r>
                  <a:rPr lang="en-US" sz="1000">
                    <a:solidFill>
                      <a:schemeClr val="bg1"/>
                    </a:solidFill>
                  </a:rPr>
                  <a:t>transport</a:t>
                </a:r>
                <a:endParaRPr lang="en-US" sz="1000"/>
              </a:p>
              <a:p>
                <a:r>
                  <a:rPr lang="en-US" sz="1000"/>
                  <a:t>network</a:t>
                </a:r>
              </a:p>
              <a:p>
                <a:r>
                  <a:rPr lang="en-US" sz="1000"/>
                  <a:t>data link</a:t>
                </a:r>
              </a:p>
              <a:p>
                <a:r>
                  <a:rPr lang="en-US" sz="1000"/>
                  <a:t>physical</a:t>
                </a:r>
                <a:endParaRPr lang="en-US" sz="2400">
                  <a:latin typeface="Times New Roman" pitchFamily="18" charset="0"/>
                </a:endParaRPr>
              </a:p>
            </p:txBody>
          </p:sp>
          <p:sp>
            <p:nvSpPr>
              <p:cNvPr id="170" name="Line 618">
                <a:extLst>
                  <a:ext uri="{FF2B5EF4-FFF2-40B4-BE49-F238E27FC236}">
                    <a16:creationId xmlns:a16="http://schemas.microsoft.com/office/drawing/2014/main" id="{7F977C46-8E40-2503-5B65-1FBCCFD7A038}"/>
                  </a:ext>
                </a:extLst>
              </p:cNvPr>
              <p:cNvSpPr>
                <a:spLocks noChangeShapeType="1"/>
              </p:cNvSpPr>
              <p:nvPr/>
            </p:nvSpPr>
            <p:spPr bwMode="auto">
              <a:xfrm>
                <a:off x="4221" y="978"/>
                <a:ext cx="435" cy="3"/>
              </a:xfrm>
              <a:prstGeom prst="line">
                <a:avLst/>
              </a:prstGeom>
              <a:noFill/>
              <a:ln w="12700">
                <a:solidFill>
                  <a:schemeClr val="tx1"/>
                </a:solidFill>
                <a:round/>
                <a:headEnd/>
                <a:tailEnd/>
              </a:ln>
            </p:spPr>
            <p:txBody>
              <a:bodyPr wrap="none" anchor="ctr"/>
              <a:lstStyle/>
              <a:p>
                <a:endParaRPr lang="en-US"/>
              </a:p>
            </p:txBody>
          </p:sp>
          <p:sp>
            <p:nvSpPr>
              <p:cNvPr id="171" name="Line 619">
                <a:extLst>
                  <a:ext uri="{FF2B5EF4-FFF2-40B4-BE49-F238E27FC236}">
                    <a16:creationId xmlns:a16="http://schemas.microsoft.com/office/drawing/2014/main" id="{A708D7FE-244F-8825-F4E0-2EF6BD0F4D6C}"/>
                  </a:ext>
                </a:extLst>
              </p:cNvPr>
              <p:cNvSpPr>
                <a:spLocks noChangeShapeType="1"/>
              </p:cNvSpPr>
              <p:nvPr/>
            </p:nvSpPr>
            <p:spPr bwMode="auto">
              <a:xfrm>
                <a:off x="4227" y="1065"/>
                <a:ext cx="435" cy="3"/>
              </a:xfrm>
              <a:prstGeom prst="line">
                <a:avLst/>
              </a:prstGeom>
              <a:noFill/>
              <a:ln w="12700">
                <a:solidFill>
                  <a:schemeClr val="tx1"/>
                </a:solidFill>
                <a:round/>
                <a:headEnd/>
                <a:tailEnd/>
              </a:ln>
            </p:spPr>
            <p:txBody>
              <a:bodyPr wrap="none" anchor="ctr"/>
              <a:lstStyle/>
              <a:p>
                <a:endParaRPr lang="en-US"/>
              </a:p>
            </p:txBody>
          </p:sp>
          <p:sp>
            <p:nvSpPr>
              <p:cNvPr id="172" name="Line 620">
                <a:extLst>
                  <a:ext uri="{FF2B5EF4-FFF2-40B4-BE49-F238E27FC236}">
                    <a16:creationId xmlns:a16="http://schemas.microsoft.com/office/drawing/2014/main" id="{67441924-35A6-0C26-0A13-334587896EAF}"/>
                  </a:ext>
                </a:extLst>
              </p:cNvPr>
              <p:cNvSpPr>
                <a:spLocks noChangeShapeType="1"/>
              </p:cNvSpPr>
              <p:nvPr/>
            </p:nvSpPr>
            <p:spPr bwMode="auto">
              <a:xfrm>
                <a:off x="4227" y="1152"/>
                <a:ext cx="435" cy="3"/>
              </a:xfrm>
              <a:prstGeom prst="line">
                <a:avLst/>
              </a:prstGeom>
              <a:noFill/>
              <a:ln w="12700">
                <a:solidFill>
                  <a:schemeClr val="tx1"/>
                </a:solidFill>
                <a:round/>
                <a:headEnd/>
                <a:tailEnd/>
              </a:ln>
            </p:spPr>
            <p:txBody>
              <a:bodyPr wrap="none" anchor="ctr"/>
              <a:lstStyle/>
              <a:p>
                <a:endParaRPr lang="en-US"/>
              </a:p>
            </p:txBody>
          </p:sp>
        </p:grpSp>
        <p:grpSp>
          <p:nvGrpSpPr>
            <p:cNvPr id="117" name="Group 245">
              <a:extLst>
                <a:ext uri="{FF2B5EF4-FFF2-40B4-BE49-F238E27FC236}">
                  <a16:creationId xmlns:a16="http://schemas.microsoft.com/office/drawing/2014/main" id="{972FBDFA-640C-9190-EB00-048F49AFCE99}"/>
                </a:ext>
              </a:extLst>
            </p:cNvPr>
            <p:cNvGrpSpPr>
              <a:grpSpLocks/>
            </p:cNvGrpSpPr>
            <p:nvPr/>
          </p:nvGrpSpPr>
          <p:grpSpPr bwMode="auto">
            <a:xfrm>
              <a:off x="6299200" y="2089150"/>
              <a:ext cx="814387" cy="701675"/>
              <a:chOff x="2923" y="3345"/>
              <a:chExt cx="513" cy="442"/>
            </a:xfrm>
          </p:grpSpPr>
          <p:sp>
            <p:nvSpPr>
              <p:cNvPr id="161" name="Rectangle 246">
                <a:extLst>
                  <a:ext uri="{FF2B5EF4-FFF2-40B4-BE49-F238E27FC236}">
                    <a16:creationId xmlns:a16="http://schemas.microsoft.com/office/drawing/2014/main" id="{343D1CF6-6824-FCD8-0146-6358012AD53A}"/>
                  </a:ext>
                </a:extLst>
              </p:cNvPr>
              <p:cNvSpPr>
                <a:spLocks noChangeArrowheads="1"/>
              </p:cNvSpPr>
              <p:nvPr/>
            </p:nvSpPr>
            <p:spPr bwMode="auto">
              <a:xfrm>
                <a:off x="2988" y="3444"/>
                <a:ext cx="426" cy="306"/>
              </a:xfrm>
              <a:prstGeom prst="rect">
                <a:avLst/>
              </a:prstGeom>
              <a:solidFill>
                <a:schemeClr val="accent2"/>
              </a:solidFill>
              <a:ln w="9525">
                <a:noFill/>
                <a:miter lim="800000"/>
                <a:headEnd/>
                <a:tailEnd/>
              </a:ln>
            </p:spPr>
            <p:txBody>
              <a:bodyPr wrap="none" anchor="ctr"/>
              <a:lstStyle/>
              <a:p>
                <a:endParaRPr lang="he-IL"/>
              </a:p>
            </p:txBody>
          </p:sp>
          <p:sp>
            <p:nvSpPr>
              <p:cNvPr id="162" name="Rectangle 247">
                <a:extLst>
                  <a:ext uri="{FF2B5EF4-FFF2-40B4-BE49-F238E27FC236}">
                    <a16:creationId xmlns:a16="http://schemas.microsoft.com/office/drawing/2014/main" id="{8EC76A6A-67E7-2573-F03F-EEC5EBBE9B32}"/>
                  </a:ext>
                </a:extLst>
              </p:cNvPr>
              <p:cNvSpPr>
                <a:spLocks noChangeArrowheads="1"/>
              </p:cNvSpPr>
              <p:nvPr/>
            </p:nvSpPr>
            <p:spPr bwMode="auto">
              <a:xfrm>
                <a:off x="2961" y="3465"/>
                <a:ext cx="435" cy="312"/>
              </a:xfrm>
              <a:prstGeom prst="rect">
                <a:avLst/>
              </a:prstGeom>
              <a:solidFill>
                <a:schemeClr val="bg1"/>
              </a:solidFill>
              <a:ln w="12700">
                <a:solidFill>
                  <a:schemeClr val="tx1"/>
                </a:solidFill>
                <a:miter lim="800000"/>
                <a:headEnd/>
                <a:tailEnd/>
              </a:ln>
            </p:spPr>
            <p:txBody>
              <a:bodyPr wrap="none" anchor="ctr"/>
              <a:lstStyle/>
              <a:p>
                <a:endParaRPr lang="he-IL"/>
              </a:p>
            </p:txBody>
          </p:sp>
          <p:sp>
            <p:nvSpPr>
              <p:cNvPr id="163" name="Text Box 248">
                <a:extLst>
                  <a:ext uri="{FF2B5EF4-FFF2-40B4-BE49-F238E27FC236}">
                    <a16:creationId xmlns:a16="http://schemas.microsoft.com/office/drawing/2014/main" id="{164C7AFD-E253-0DA0-01B1-F640C30EA8AC}"/>
                  </a:ext>
                </a:extLst>
              </p:cNvPr>
              <p:cNvSpPr txBox="1">
                <a:spLocks noChangeArrowheads="1"/>
              </p:cNvSpPr>
              <p:nvPr/>
            </p:nvSpPr>
            <p:spPr bwMode="auto">
              <a:xfrm>
                <a:off x="2923" y="3345"/>
                <a:ext cx="513" cy="442"/>
              </a:xfrm>
              <a:prstGeom prst="rect">
                <a:avLst/>
              </a:prstGeom>
              <a:noFill/>
              <a:ln w="9525">
                <a:noFill/>
                <a:miter lim="800000"/>
                <a:headEnd/>
                <a:tailEnd/>
              </a:ln>
            </p:spPr>
            <p:txBody>
              <a:bodyPr>
                <a:spAutoFit/>
              </a:bodyPr>
              <a:lstStyle/>
              <a:p>
                <a:endParaRPr lang="en-US" sz="1000"/>
              </a:p>
              <a:p>
                <a:r>
                  <a:rPr lang="en-US" sz="1000"/>
                  <a:t>network</a:t>
                </a:r>
              </a:p>
              <a:p>
                <a:r>
                  <a:rPr lang="en-US" sz="1000"/>
                  <a:t>data link</a:t>
                </a:r>
              </a:p>
              <a:p>
                <a:r>
                  <a:rPr lang="en-US" sz="1000"/>
                  <a:t>physical</a:t>
                </a:r>
                <a:endParaRPr lang="en-US" sz="2400">
                  <a:latin typeface="Times New Roman" pitchFamily="18" charset="0"/>
                </a:endParaRPr>
              </a:p>
            </p:txBody>
          </p:sp>
          <p:sp>
            <p:nvSpPr>
              <p:cNvPr id="164" name="Line 249">
                <a:extLst>
                  <a:ext uri="{FF2B5EF4-FFF2-40B4-BE49-F238E27FC236}">
                    <a16:creationId xmlns:a16="http://schemas.microsoft.com/office/drawing/2014/main" id="{B239086D-B6EC-A4EF-7860-694C51A3B984}"/>
                  </a:ext>
                </a:extLst>
              </p:cNvPr>
              <p:cNvSpPr>
                <a:spLocks noChangeShapeType="1"/>
              </p:cNvSpPr>
              <p:nvPr/>
            </p:nvSpPr>
            <p:spPr bwMode="auto">
              <a:xfrm>
                <a:off x="2958" y="3657"/>
                <a:ext cx="435" cy="3"/>
              </a:xfrm>
              <a:prstGeom prst="line">
                <a:avLst/>
              </a:prstGeom>
              <a:noFill/>
              <a:ln w="12700">
                <a:solidFill>
                  <a:schemeClr val="tx1"/>
                </a:solidFill>
                <a:round/>
                <a:headEnd/>
                <a:tailEnd/>
              </a:ln>
            </p:spPr>
            <p:txBody>
              <a:bodyPr wrap="none" anchor="ctr"/>
              <a:lstStyle/>
              <a:p>
                <a:endParaRPr lang="en-US"/>
              </a:p>
            </p:txBody>
          </p:sp>
          <p:sp>
            <p:nvSpPr>
              <p:cNvPr id="165" name="Line 250">
                <a:extLst>
                  <a:ext uri="{FF2B5EF4-FFF2-40B4-BE49-F238E27FC236}">
                    <a16:creationId xmlns:a16="http://schemas.microsoft.com/office/drawing/2014/main" id="{4D4C25F0-51E2-E790-3B78-B73C0AEF0ABE}"/>
                  </a:ext>
                </a:extLst>
              </p:cNvPr>
              <p:cNvSpPr>
                <a:spLocks noChangeShapeType="1"/>
              </p:cNvSpPr>
              <p:nvPr/>
            </p:nvSpPr>
            <p:spPr bwMode="auto">
              <a:xfrm>
                <a:off x="2964" y="3561"/>
                <a:ext cx="435" cy="3"/>
              </a:xfrm>
              <a:prstGeom prst="line">
                <a:avLst/>
              </a:prstGeom>
              <a:noFill/>
              <a:ln w="12700">
                <a:solidFill>
                  <a:schemeClr val="tx1"/>
                </a:solidFill>
                <a:round/>
                <a:headEnd/>
                <a:tailEnd/>
              </a:ln>
            </p:spPr>
            <p:txBody>
              <a:bodyPr wrap="none" anchor="ctr"/>
              <a:lstStyle/>
              <a:p>
                <a:endParaRPr lang="en-US"/>
              </a:p>
            </p:txBody>
          </p:sp>
        </p:grpSp>
        <p:grpSp>
          <p:nvGrpSpPr>
            <p:cNvPr id="118" name="Group 637">
              <a:extLst>
                <a:ext uri="{FF2B5EF4-FFF2-40B4-BE49-F238E27FC236}">
                  <a16:creationId xmlns:a16="http://schemas.microsoft.com/office/drawing/2014/main" id="{6806F9B1-B6FE-F99F-99F3-F91772939FDF}"/>
                </a:ext>
              </a:extLst>
            </p:cNvPr>
            <p:cNvGrpSpPr>
              <a:grpSpLocks/>
            </p:cNvGrpSpPr>
            <p:nvPr/>
          </p:nvGrpSpPr>
          <p:grpSpPr bwMode="auto">
            <a:xfrm>
              <a:off x="7470775" y="4460875"/>
              <a:ext cx="814387" cy="701675"/>
              <a:chOff x="2923" y="3345"/>
              <a:chExt cx="513" cy="442"/>
            </a:xfrm>
          </p:grpSpPr>
          <p:sp>
            <p:nvSpPr>
              <p:cNvPr id="156" name="Rectangle 638">
                <a:extLst>
                  <a:ext uri="{FF2B5EF4-FFF2-40B4-BE49-F238E27FC236}">
                    <a16:creationId xmlns:a16="http://schemas.microsoft.com/office/drawing/2014/main" id="{1C632D20-BB45-FB60-BB49-411C40C5E392}"/>
                  </a:ext>
                </a:extLst>
              </p:cNvPr>
              <p:cNvSpPr>
                <a:spLocks noChangeArrowheads="1"/>
              </p:cNvSpPr>
              <p:nvPr/>
            </p:nvSpPr>
            <p:spPr bwMode="auto">
              <a:xfrm>
                <a:off x="2988" y="3444"/>
                <a:ext cx="426" cy="306"/>
              </a:xfrm>
              <a:prstGeom prst="rect">
                <a:avLst/>
              </a:prstGeom>
              <a:solidFill>
                <a:schemeClr val="accent2"/>
              </a:solidFill>
              <a:ln w="9525">
                <a:noFill/>
                <a:miter lim="800000"/>
                <a:headEnd/>
                <a:tailEnd/>
              </a:ln>
            </p:spPr>
            <p:txBody>
              <a:bodyPr wrap="none" anchor="ctr"/>
              <a:lstStyle/>
              <a:p>
                <a:endParaRPr lang="he-IL"/>
              </a:p>
            </p:txBody>
          </p:sp>
          <p:sp>
            <p:nvSpPr>
              <p:cNvPr id="157" name="Rectangle 639">
                <a:extLst>
                  <a:ext uri="{FF2B5EF4-FFF2-40B4-BE49-F238E27FC236}">
                    <a16:creationId xmlns:a16="http://schemas.microsoft.com/office/drawing/2014/main" id="{701AFD59-3D0B-B373-73D3-73AF48ECF112}"/>
                  </a:ext>
                </a:extLst>
              </p:cNvPr>
              <p:cNvSpPr>
                <a:spLocks noChangeArrowheads="1"/>
              </p:cNvSpPr>
              <p:nvPr/>
            </p:nvSpPr>
            <p:spPr bwMode="auto">
              <a:xfrm>
                <a:off x="2961" y="3465"/>
                <a:ext cx="435" cy="312"/>
              </a:xfrm>
              <a:prstGeom prst="rect">
                <a:avLst/>
              </a:prstGeom>
              <a:solidFill>
                <a:schemeClr val="bg1"/>
              </a:solidFill>
              <a:ln w="12700">
                <a:solidFill>
                  <a:schemeClr val="tx1"/>
                </a:solidFill>
                <a:miter lim="800000"/>
                <a:headEnd/>
                <a:tailEnd/>
              </a:ln>
            </p:spPr>
            <p:txBody>
              <a:bodyPr wrap="none" anchor="ctr"/>
              <a:lstStyle/>
              <a:p>
                <a:endParaRPr lang="he-IL"/>
              </a:p>
            </p:txBody>
          </p:sp>
          <p:sp>
            <p:nvSpPr>
              <p:cNvPr id="158" name="Text Box 640">
                <a:extLst>
                  <a:ext uri="{FF2B5EF4-FFF2-40B4-BE49-F238E27FC236}">
                    <a16:creationId xmlns:a16="http://schemas.microsoft.com/office/drawing/2014/main" id="{9DDD9091-4B52-36BE-7F70-52F54942ABA8}"/>
                  </a:ext>
                </a:extLst>
              </p:cNvPr>
              <p:cNvSpPr txBox="1">
                <a:spLocks noChangeArrowheads="1"/>
              </p:cNvSpPr>
              <p:nvPr/>
            </p:nvSpPr>
            <p:spPr bwMode="auto">
              <a:xfrm>
                <a:off x="2923" y="3345"/>
                <a:ext cx="513" cy="442"/>
              </a:xfrm>
              <a:prstGeom prst="rect">
                <a:avLst/>
              </a:prstGeom>
              <a:noFill/>
              <a:ln w="9525">
                <a:noFill/>
                <a:miter lim="800000"/>
                <a:headEnd/>
                <a:tailEnd/>
              </a:ln>
            </p:spPr>
            <p:txBody>
              <a:bodyPr>
                <a:spAutoFit/>
              </a:bodyPr>
              <a:lstStyle/>
              <a:p>
                <a:endParaRPr lang="en-US" sz="1000"/>
              </a:p>
              <a:p>
                <a:r>
                  <a:rPr lang="en-US" sz="1000"/>
                  <a:t>network</a:t>
                </a:r>
              </a:p>
              <a:p>
                <a:r>
                  <a:rPr lang="en-US" sz="1000"/>
                  <a:t>data link</a:t>
                </a:r>
              </a:p>
              <a:p>
                <a:r>
                  <a:rPr lang="en-US" sz="1000"/>
                  <a:t>physical</a:t>
                </a:r>
                <a:endParaRPr lang="en-US" sz="2400">
                  <a:latin typeface="Times New Roman" pitchFamily="18" charset="0"/>
                </a:endParaRPr>
              </a:p>
            </p:txBody>
          </p:sp>
          <p:sp>
            <p:nvSpPr>
              <p:cNvPr id="159" name="Line 641">
                <a:extLst>
                  <a:ext uri="{FF2B5EF4-FFF2-40B4-BE49-F238E27FC236}">
                    <a16:creationId xmlns:a16="http://schemas.microsoft.com/office/drawing/2014/main" id="{D4D64FC1-28C4-681A-ACFE-0E7C7E09CB9A}"/>
                  </a:ext>
                </a:extLst>
              </p:cNvPr>
              <p:cNvSpPr>
                <a:spLocks noChangeShapeType="1"/>
              </p:cNvSpPr>
              <p:nvPr/>
            </p:nvSpPr>
            <p:spPr bwMode="auto">
              <a:xfrm>
                <a:off x="2958" y="3657"/>
                <a:ext cx="435" cy="3"/>
              </a:xfrm>
              <a:prstGeom prst="line">
                <a:avLst/>
              </a:prstGeom>
              <a:noFill/>
              <a:ln w="12700">
                <a:solidFill>
                  <a:schemeClr val="tx1"/>
                </a:solidFill>
                <a:round/>
                <a:headEnd/>
                <a:tailEnd/>
              </a:ln>
            </p:spPr>
            <p:txBody>
              <a:bodyPr wrap="none" anchor="ctr"/>
              <a:lstStyle/>
              <a:p>
                <a:endParaRPr lang="en-US"/>
              </a:p>
            </p:txBody>
          </p:sp>
          <p:sp>
            <p:nvSpPr>
              <p:cNvPr id="160" name="Line 642">
                <a:extLst>
                  <a:ext uri="{FF2B5EF4-FFF2-40B4-BE49-F238E27FC236}">
                    <a16:creationId xmlns:a16="http://schemas.microsoft.com/office/drawing/2014/main" id="{ACE0EFB6-C140-A5BC-EFEC-8155AE597CD9}"/>
                  </a:ext>
                </a:extLst>
              </p:cNvPr>
              <p:cNvSpPr>
                <a:spLocks noChangeShapeType="1"/>
              </p:cNvSpPr>
              <p:nvPr/>
            </p:nvSpPr>
            <p:spPr bwMode="auto">
              <a:xfrm>
                <a:off x="2964" y="3561"/>
                <a:ext cx="435" cy="3"/>
              </a:xfrm>
              <a:prstGeom prst="line">
                <a:avLst/>
              </a:prstGeom>
              <a:noFill/>
              <a:ln w="12700">
                <a:solidFill>
                  <a:schemeClr val="tx1"/>
                </a:solidFill>
                <a:round/>
                <a:headEnd/>
                <a:tailEnd/>
              </a:ln>
            </p:spPr>
            <p:txBody>
              <a:bodyPr wrap="none" anchor="ctr"/>
              <a:lstStyle/>
              <a:p>
                <a:endParaRPr lang="en-US"/>
              </a:p>
            </p:txBody>
          </p:sp>
        </p:grpSp>
        <p:grpSp>
          <p:nvGrpSpPr>
            <p:cNvPr id="119" name="Group 643">
              <a:extLst>
                <a:ext uri="{FF2B5EF4-FFF2-40B4-BE49-F238E27FC236}">
                  <a16:creationId xmlns:a16="http://schemas.microsoft.com/office/drawing/2014/main" id="{06CB2484-800D-A222-69E1-61E68083CC1D}"/>
                </a:ext>
              </a:extLst>
            </p:cNvPr>
            <p:cNvGrpSpPr>
              <a:grpSpLocks/>
            </p:cNvGrpSpPr>
            <p:nvPr/>
          </p:nvGrpSpPr>
          <p:grpSpPr bwMode="auto">
            <a:xfrm>
              <a:off x="6738937" y="4113213"/>
              <a:ext cx="814388" cy="701675"/>
              <a:chOff x="2923" y="3345"/>
              <a:chExt cx="513" cy="442"/>
            </a:xfrm>
          </p:grpSpPr>
          <p:sp>
            <p:nvSpPr>
              <p:cNvPr id="151" name="Rectangle 644">
                <a:extLst>
                  <a:ext uri="{FF2B5EF4-FFF2-40B4-BE49-F238E27FC236}">
                    <a16:creationId xmlns:a16="http://schemas.microsoft.com/office/drawing/2014/main" id="{F71A169F-E5A6-1B22-199D-F72A61383BAE}"/>
                  </a:ext>
                </a:extLst>
              </p:cNvPr>
              <p:cNvSpPr>
                <a:spLocks noChangeArrowheads="1"/>
              </p:cNvSpPr>
              <p:nvPr/>
            </p:nvSpPr>
            <p:spPr bwMode="auto">
              <a:xfrm>
                <a:off x="2988" y="3444"/>
                <a:ext cx="426" cy="306"/>
              </a:xfrm>
              <a:prstGeom prst="rect">
                <a:avLst/>
              </a:prstGeom>
              <a:solidFill>
                <a:schemeClr val="accent2"/>
              </a:solidFill>
              <a:ln w="9525">
                <a:noFill/>
                <a:miter lim="800000"/>
                <a:headEnd/>
                <a:tailEnd/>
              </a:ln>
            </p:spPr>
            <p:txBody>
              <a:bodyPr wrap="none" anchor="ctr"/>
              <a:lstStyle/>
              <a:p>
                <a:endParaRPr lang="he-IL"/>
              </a:p>
            </p:txBody>
          </p:sp>
          <p:sp>
            <p:nvSpPr>
              <p:cNvPr id="152" name="Rectangle 645">
                <a:extLst>
                  <a:ext uri="{FF2B5EF4-FFF2-40B4-BE49-F238E27FC236}">
                    <a16:creationId xmlns:a16="http://schemas.microsoft.com/office/drawing/2014/main" id="{79EA7E9F-EC3D-AC08-2B00-F209A5512BA8}"/>
                  </a:ext>
                </a:extLst>
              </p:cNvPr>
              <p:cNvSpPr>
                <a:spLocks noChangeArrowheads="1"/>
              </p:cNvSpPr>
              <p:nvPr/>
            </p:nvSpPr>
            <p:spPr bwMode="auto">
              <a:xfrm>
                <a:off x="2961" y="3465"/>
                <a:ext cx="435" cy="312"/>
              </a:xfrm>
              <a:prstGeom prst="rect">
                <a:avLst/>
              </a:prstGeom>
              <a:solidFill>
                <a:schemeClr val="bg1"/>
              </a:solidFill>
              <a:ln w="12700">
                <a:solidFill>
                  <a:schemeClr val="tx1"/>
                </a:solidFill>
                <a:miter lim="800000"/>
                <a:headEnd/>
                <a:tailEnd/>
              </a:ln>
            </p:spPr>
            <p:txBody>
              <a:bodyPr wrap="none" anchor="ctr"/>
              <a:lstStyle/>
              <a:p>
                <a:endParaRPr lang="he-IL"/>
              </a:p>
            </p:txBody>
          </p:sp>
          <p:sp>
            <p:nvSpPr>
              <p:cNvPr id="153" name="Text Box 646">
                <a:extLst>
                  <a:ext uri="{FF2B5EF4-FFF2-40B4-BE49-F238E27FC236}">
                    <a16:creationId xmlns:a16="http://schemas.microsoft.com/office/drawing/2014/main" id="{6EC2D8D8-4689-4A6C-4A94-A079A34AB96A}"/>
                  </a:ext>
                </a:extLst>
              </p:cNvPr>
              <p:cNvSpPr txBox="1">
                <a:spLocks noChangeArrowheads="1"/>
              </p:cNvSpPr>
              <p:nvPr/>
            </p:nvSpPr>
            <p:spPr bwMode="auto">
              <a:xfrm>
                <a:off x="2923" y="3345"/>
                <a:ext cx="513" cy="442"/>
              </a:xfrm>
              <a:prstGeom prst="rect">
                <a:avLst/>
              </a:prstGeom>
              <a:noFill/>
              <a:ln w="9525">
                <a:noFill/>
                <a:miter lim="800000"/>
                <a:headEnd/>
                <a:tailEnd/>
              </a:ln>
            </p:spPr>
            <p:txBody>
              <a:bodyPr>
                <a:spAutoFit/>
              </a:bodyPr>
              <a:lstStyle/>
              <a:p>
                <a:endParaRPr lang="en-US" sz="1000"/>
              </a:p>
              <a:p>
                <a:r>
                  <a:rPr lang="en-US" sz="1000"/>
                  <a:t>network</a:t>
                </a:r>
              </a:p>
              <a:p>
                <a:r>
                  <a:rPr lang="en-US" sz="1000"/>
                  <a:t>data link</a:t>
                </a:r>
              </a:p>
              <a:p>
                <a:r>
                  <a:rPr lang="en-US" sz="1000"/>
                  <a:t>physical</a:t>
                </a:r>
                <a:endParaRPr lang="en-US" sz="2400">
                  <a:latin typeface="Times New Roman" pitchFamily="18" charset="0"/>
                </a:endParaRPr>
              </a:p>
            </p:txBody>
          </p:sp>
          <p:sp>
            <p:nvSpPr>
              <p:cNvPr id="154" name="Line 647">
                <a:extLst>
                  <a:ext uri="{FF2B5EF4-FFF2-40B4-BE49-F238E27FC236}">
                    <a16:creationId xmlns:a16="http://schemas.microsoft.com/office/drawing/2014/main" id="{54F42280-D82E-4B2F-A4BE-BD6ED7AF43B8}"/>
                  </a:ext>
                </a:extLst>
              </p:cNvPr>
              <p:cNvSpPr>
                <a:spLocks noChangeShapeType="1"/>
              </p:cNvSpPr>
              <p:nvPr/>
            </p:nvSpPr>
            <p:spPr bwMode="auto">
              <a:xfrm>
                <a:off x="2958" y="3657"/>
                <a:ext cx="435" cy="3"/>
              </a:xfrm>
              <a:prstGeom prst="line">
                <a:avLst/>
              </a:prstGeom>
              <a:noFill/>
              <a:ln w="12700">
                <a:solidFill>
                  <a:schemeClr val="tx1"/>
                </a:solidFill>
                <a:round/>
                <a:headEnd/>
                <a:tailEnd/>
              </a:ln>
            </p:spPr>
            <p:txBody>
              <a:bodyPr wrap="none" anchor="ctr"/>
              <a:lstStyle/>
              <a:p>
                <a:endParaRPr lang="en-US"/>
              </a:p>
            </p:txBody>
          </p:sp>
          <p:sp>
            <p:nvSpPr>
              <p:cNvPr id="155" name="Line 648">
                <a:extLst>
                  <a:ext uri="{FF2B5EF4-FFF2-40B4-BE49-F238E27FC236}">
                    <a16:creationId xmlns:a16="http://schemas.microsoft.com/office/drawing/2014/main" id="{E69F6735-B4D0-B126-831D-D9420CF688B5}"/>
                  </a:ext>
                </a:extLst>
              </p:cNvPr>
              <p:cNvSpPr>
                <a:spLocks noChangeShapeType="1"/>
              </p:cNvSpPr>
              <p:nvPr/>
            </p:nvSpPr>
            <p:spPr bwMode="auto">
              <a:xfrm>
                <a:off x="2964" y="3561"/>
                <a:ext cx="435" cy="3"/>
              </a:xfrm>
              <a:prstGeom prst="line">
                <a:avLst/>
              </a:prstGeom>
              <a:noFill/>
              <a:ln w="12700">
                <a:solidFill>
                  <a:schemeClr val="tx1"/>
                </a:solidFill>
                <a:round/>
                <a:headEnd/>
                <a:tailEnd/>
              </a:ln>
            </p:spPr>
            <p:txBody>
              <a:bodyPr wrap="none" anchor="ctr"/>
              <a:lstStyle/>
              <a:p>
                <a:endParaRPr lang="en-US"/>
              </a:p>
            </p:txBody>
          </p:sp>
        </p:grpSp>
        <p:grpSp>
          <p:nvGrpSpPr>
            <p:cNvPr id="120" name="Group 649">
              <a:extLst>
                <a:ext uri="{FF2B5EF4-FFF2-40B4-BE49-F238E27FC236}">
                  <a16:creationId xmlns:a16="http://schemas.microsoft.com/office/drawing/2014/main" id="{2EC3F53E-EB0B-2056-FF39-D81E5531A94C}"/>
                </a:ext>
              </a:extLst>
            </p:cNvPr>
            <p:cNvGrpSpPr>
              <a:grpSpLocks/>
            </p:cNvGrpSpPr>
            <p:nvPr/>
          </p:nvGrpSpPr>
          <p:grpSpPr bwMode="auto">
            <a:xfrm>
              <a:off x="7280275" y="3640138"/>
              <a:ext cx="814387" cy="701675"/>
              <a:chOff x="2923" y="3345"/>
              <a:chExt cx="513" cy="442"/>
            </a:xfrm>
          </p:grpSpPr>
          <p:sp>
            <p:nvSpPr>
              <p:cNvPr id="146" name="Rectangle 650">
                <a:extLst>
                  <a:ext uri="{FF2B5EF4-FFF2-40B4-BE49-F238E27FC236}">
                    <a16:creationId xmlns:a16="http://schemas.microsoft.com/office/drawing/2014/main" id="{F644B71C-AFAF-7069-40B7-7963ACDEF5CB}"/>
                  </a:ext>
                </a:extLst>
              </p:cNvPr>
              <p:cNvSpPr>
                <a:spLocks noChangeArrowheads="1"/>
              </p:cNvSpPr>
              <p:nvPr/>
            </p:nvSpPr>
            <p:spPr bwMode="auto">
              <a:xfrm>
                <a:off x="2988" y="3444"/>
                <a:ext cx="426" cy="306"/>
              </a:xfrm>
              <a:prstGeom prst="rect">
                <a:avLst/>
              </a:prstGeom>
              <a:solidFill>
                <a:schemeClr val="accent2"/>
              </a:solidFill>
              <a:ln w="9525">
                <a:noFill/>
                <a:miter lim="800000"/>
                <a:headEnd/>
                <a:tailEnd/>
              </a:ln>
            </p:spPr>
            <p:txBody>
              <a:bodyPr wrap="none" anchor="ctr"/>
              <a:lstStyle/>
              <a:p>
                <a:endParaRPr lang="he-IL"/>
              </a:p>
            </p:txBody>
          </p:sp>
          <p:sp>
            <p:nvSpPr>
              <p:cNvPr id="147" name="Rectangle 651">
                <a:extLst>
                  <a:ext uri="{FF2B5EF4-FFF2-40B4-BE49-F238E27FC236}">
                    <a16:creationId xmlns:a16="http://schemas.microsoft.com/office/drawing/2014/main" id="{0538C026-99AC-FCBD-1300-8A966D8D0DA2}"/>
                  </a:ext>
                </a:extLst>
              </p:cNvPr>
              <p:cNvSpPr>
                <a:spLocks noChangeArrowheads="1"/>
              </p:cNvSpPr>
              <p:nvPr/>
            </p:nvSpPr>
            <p:spPr bwMode="auto">
              <a:xfrm>
                <a:off x="2961" y="3465"/>
                <a:ext cx="435" cy="312"/>
              </a:xfrm>
              <a:prstGeom prst="rect">
                <a:avLst/>
              </a:prstGeom>
              <a:solidFill>
                <a:schemeClr val="bg1"/>
              </a:solidFill>
              <a:ln w="12700">
                <a:solidFill>
                  <a:schemeClr val="tx1"/>
                </a:solidFill>
                <a:miter lim="800000"/>
                <a:headEnd/>
                <a:tailEnd/>
              </a:ln>
            </p:spPr>
            <p:txBody>
              <a:bodyPr wrap="none" anchor="ctr"/>
              <a:lstStyle/>
              <a:p>
                <a:endParaRPr lang="he-IL"/>
              </a:p>
            </p:txBody>
          </p:sp>
          <p:sp>
            <p:nvSpPr>
              <p:cNvPr id="148" name="Text Box 652">
                <a:extLst>
                  <a:ext uri="{FF2B5EF4-FFF2-40B4-BE49-F238E27FC236}">
                    <a16:creationId xmlns:a16="http://schemas.microsoft.com/office/drawing/2014/main" id="{8B16A670-6D83-F4BB-4025-085D53EFCE96}"/>
                  </a:ext>
                </a:extLst>
              </p:cNvPr>
              <p:cNvSpPr txBox="1">
                <a:spLocks noChangeArrowheads="1"/>
              </p:cNvSpPr>
              <p:nvPr/>
            </p:nvSpPr>
            <p:spPr bwMode="auto">
              <a:xfrm>
                <a:off x="2923" y="3345"/>
                <a:ext cx="513" cy="442"/>
              </a:xfrm>
              <a:prstGeom prst="rect">
                <a:avLst/>
              </a:prstGeom>
              <a:noFill/>
              <a:ln w="9525">
                <a:noFill/>
                <a:miter lim="800000"/>
                <a:headEnd/>
                <a:tailEnd/>
              </a:ln>
            </p:spPr>
            <p:txBody>
              <a:bodyPr>
                <a:spAutoFit/>
              </a:bodyPr>
              <a:lstStyle/>
              <a:p>
                <a:endParaRPr lang="en-US" sz="1000"/>
              </a:p>
              <a:p>
                <a:r>
                  <a:rPr lang="en-US" sz="1000"/>
                  <a:t>network</a:t>
                </a:r>
              </a:p>
              <a:p>
                <a:r>
                  <a:rPr lang="en-US" sz="1000"/>
                  <a:t>data link</a:t>
                </a:r>
              </a:p>
              <a:p>
                <a:r>
                  <a:rPr lang="en-US" sz="1000"/>
                  <a:t>physical</a:t>
                </a:r>
                <a:endParaRPr lang="en-US" sz="2400">
                  <a:latin typeface="Times New Roman" pitchFamily="18" charset="0"/>
                </a:endParaRPr>
              </a:p>
            </p:txBody>
          </p:sp>
          <p:sp>
            <p:nvSpPr>
              <p:cNvPr id="149" name="Line 653">
                <a:extLst>
                  <a:ext uri="{FF2B5EF4-FFF2-40B4-BE49-F238E27FC236}">
                    <a16:creationId xmlns:a16="http://schemas.microsoft.com/office/drawing/2014/main" id="{123EF84D-8E51-96EE-3CE8-B284ED3E1187}"/>
                  </a:ext>
                </a:extLst>
              </p:cNvPr>
              <p:cNvSpPr>
                <a:spLocks noChangeShapeType="1"/>
              </p:cNvSpPr>
              <p:nvPr/>
            </p:nvSpPr>
            <p:spPr bwMode="auto">
              <a:xfrm>
                <a:off x="2958" y="3657"/>
                <a:ext cx="435" cy="3"/>
              </a:xfrm>
              <a:prstGeom prst="line">
                <a:avLst/>
              </a:prstGeom>
              <a:noFill/>
              <a:ln w="12700">
                <a:solidFill>
                  <a:schemeClr val="tx1"/>
                </a:solidFill>
                <a:round/>
                <a:headEnd/>
                <a:tailEnd/>
              </a:ln>
            </p:spPr>
            <p:txBody>
              <a:bodyPr wrap="none" anchor="ctr"/>
              <a:lstStyle/>
              <a:p>
                <a:endParaRPr lang="en-US"/>
              </a:p>
            </p:txBody>
          </p:sp>
          <p:sp>
            <p:nvSpPr>
              <p:cNvPr id="150" name="Line 654">
                <a:extLst>
                  <a:ext uri="{FF2B5EF4-FFF2-40B4-BE49-F238E27FC236}">
                    <a16:creationId xmlns:a16="http://schemas.microsoft.com/office/drawing/2014/main" id="{7B572969-90B4-04BC-66EC-219A6FEC7D51}"/>
                  </a:ext>
                </a:extLst>
              </p:cNvPr>
              <p:cNvSpPr>
                <a:spLocks noChangeShapeType="1"/>
              </p:cNvSpPr>
              <p:nvPr/>
            </p:nvSpPr>
            <p:spPr bwMode="auto">
              <a:xfrm>
                <a:off x="2964" y="3561"/>
                <a:ext cx="435" cy="3"/>
              </a:xfrm>
              <a:prstGeom prst="line">
                <a:avLst/>
              </a:prstGeom>
              <a:noFill/>
              <a:ln w="12700">
                <a:solidFill>
                  <a:schemeClr val="tx1"/>
                </a:solidFill>
                <a:round/>
                <a:headEnd/>
                <a:tailEnd/>
              </a:ln>
            </p:spPr>
            <p:txBody>
              <a:bodyPr wrap="none" anchor="ctr"/>
              <a:lstStyle/>
              <a:p>
                <a:endParaRPr lang="en-US"/>
              </a:p>
            </p:txBody>
          </p:sp>
        </p:grpSp>
        <p:grpSp>
          <p:nvGrpSpPr>
            <p:cNvPr id="121" name="Group 655">
              <a:extLst>
                <a:ext uri="{FF2B5EF4-FFF2-40B4-BE49-F238E27FC236}">
                  <a16:creationId xmlns:a16="http://schemas.microsoft.com/office/drawing/2014/main" id="{7036C85C-E227-C788-E6B2-B49DD519ED56}"/>
                </a:ext>
              </a:extLst>
            </p:cNvPr>
            <p:cNvGrpSpPr>
              <a:grpSpLocks/>
            </p:cNvGrpSpPr>
            <p:nvPr/>
          </p:nvGrpSpPr>
          <p:grpSpPr bwMode="auto">
            <a:xfrm>
              <a:off x="6832600" y="3278188"/>
              <a:ext cx="814387" cy="701675"/>
              <a:chOff x="2923" y="3345"/>
              <a:chExt cx="513" cy="442"/>
            </a:xfrm>
          </p:grpSpPr>
          <p:sp>
            <p:nvSpPr>
              <p:cNvPr id="141" name="Rectangle 656">
                <a:extLst>
                  <a:ext uri="{FF2B5EF4-FFF2-40B4-BE49-F238E27FC236}">
                    <a16:creationId xmlns:a16="http://schemas.microsoft.com/office/drawing/2014/main" id="{9C311360-B7FC-632A-F367-FCEC205136EC}"/>
                  </a:ext>
                </a:extLst>
              </p:cNvPr>
              <p:cNvSpPr>
                <a:spLocks noChangeArrowheads="1"/>
              </p:cNvSpPr>
              <p:nvPr/>
            </p:nvSpPr>
            <p:spPr bwMode="auto">
              <a:xfrm>
                <a:off x="2988" y="3444"/>
                <a:ext cx="426" cy="306"/>
              </a:xfrm>
              <a:prstGeom prst="rect">
                <a:avLst/>
              </a:prstGeom>
              <a:solidFill>
                <a:schemeClr val="accent2"/>
              </a:solidFill>
              <a:ln w="9525">
                <a:noFill/>
                <a:miter lim="800000"/>
                <a:headEnd/>
                <a:tailEnd/>
              </a:ln>
            </p:spPr>
            <p:txBody>
              <a:bodyPr wrap="none" anchor="ctr"/>
              <a:lstStyle/>
              <a:p>
                <a:endParaRPr lang="he-IL"/>
              </a:p>
            </p:txBody>
          </p:sp>
          <p:sp>
            <p:nvSpPr>
              <p:cNvPr id="142" name="Rectangle 657">
                <a:extLst>
                  <a:ext uri="{FF2B5EF4-FFF2-40B4-BE49-F238E27FC236}">
                    <a16:creationId xmlns:a16="http://schemas.microsoft.com/office/drawing/2014/main" id="{98F7DED2-3F2A-5DE9-A7DA-16948D07E112}"/>
                  </a:ext>
                </a:extLst>
              </p:cNvPr>
              <p:cNvSpPr>
                <a:spLocks noChangeArrowheads="1"/>
              </p:cNvSpPr>
              <p:nvPr/>
            </p:nvSpPr>
            <p:spPr bwMode="auto">
              <a:xfrm>
                <a:off x="2961" y="3465"/>
                <a:ext cx="435" cy="312"/>
              </a:xfrm>
              <a:prstGeom prst="rect">
                <a:avLst/>
              </a:prstGeom>
              <a:solidFill>
                <a:schemeClr val="bg1"/>
              </a:solidFill>
              <a:ln w="12700">
                <a:solidFill>
                  <a:schemeClr val="tx1"/>
                </a:solidFill>
                <a:miter lim="800000"/>
                <a:headEnd/>
                <a:tailEnd/>
              </a:ln>
            </p:spPr>
            <p:txBody>
              <a:bodyPr wrap="none" anchor="ctr"/>
              <a:lstStyle/>
              <a:p>
                <a:endParaRPr lang="he-IL"/>
              </a:p>
            </p:txBody>
          </p:sp>
          <p:sp>
            <p:nvSpPr>
              <p:cNvPr id="143" name="Text Box 658">
                <a:extLst>
                  <a:ext uri="{FF2B5EF4-FFF2-40B4-BE49-F238E27FC236}">
                    <a16:creationId xmlns:a16="http://schemas.microsoft.com/office/drawing/2014/main" id="{E279B931-7602-DD53-20F4-DD9B5B1D7518}"/>
                  </a:ext>
                </a:extLst>
              </p:cNvPr>
              <p:cNvSpPr txBox="1">
                <a:spLocks noChangeArrowheads="1"/>
              </p:cNvSpPr>
              <p:nvPr/>
            </p:nvSpPr>
            <p:spPr bwMode="auto">
              <a:xfrm>
                <a:off x="2923" y="3345"/>
                <a:ext cx="513" cy="442"/>
              </a:xfrm>
              <a:prstGeom prst="rect">
                <a:avLst/>
              </a:prstGeom>
              <a:noFill/>
              <a:ln w="9525">
                <a:noFill/>
                <a:miter lim="800000"/>
                <a:headEnd/>
                <a:tailEnd/>
              </a:ln>
            </p:spPr>
            <p:txBody>
              <a:bodyPr>
                <a:spAutoFit/>
              </a:bodyPr>
              <a:lstStyle/>
              <a:p>
                <a:endParaRPr lang="en-US" sz="1000"/>
              </a:p>
              <a:p>
                <a:r>
                  <a:rPr lang="en-US" sz="1000"/>
                  <a:t>network</a:t>
                </a:r>
              </a:p>
              <a:p>
                <a:r>
                  <a:rPr lang="en-US" sz="1000"/>
                  <a:t>data link</a:t>
                </a:r>
              </a:p>
              <a:p>
                <a:r>
                  <a:rPr lang="en-US" sz="1000"/>
                  <a:t>physical</a:t>
                </a:r>
                <a:endParaRPr lang="en-US" sz="2400">
                  <a:latin typeface="Times New Roman" pitchFamily="18" charset="0"/>
                </a:endParaRPr>
              </a:p>
            </p:txBody>
          </p:sp>
          <p:sp>
            <p:nvSpPr>
              <p:cNvPr id="144" name="Line 659">
                <a:extLst>
                  <a:ext uri="{FF2B5EF4-FFF2-40B4-BE49-F238E27FC236}">
                    <a16:creationId xmlns:a16="http://schemas.microsoft.com/office/drawing/2014/main" id="{5001C4C8-753A-68BB-5702-045772CCBBC0}"/>
                  </a:ext>
                </a:extLst>
              </p:cNvPr>
              <p:cNvSpPr>
                <a:spLocks noChangeShapeType="1"/>
              </p:cNvSpPr>
              <p:nvPr/>
            </p:nvSpPr>
            <p:spPr bwMode="auto">
              <a:xfrm>
                <a:off x="2958" y="3657"/>
                <a:ext cx="435" cy="3"/>
              </a:xfrm>
              <a:prstGeom prst="line">
                <a:avLst/>
              </a:prstGeom>
              <a:noFill/>
              <a:ln w="12700">
                <a:solidFill>
                  <a:schemeClr val="tx1"/>
                </a:solidFill>
                <a:round/>
                <a:headEnd/>
                <a:tailEnd/>
              </a:ln>
            </p:spPr>
            <p:txBody>
              <a:bodyPr wrap="none" anchor="ctr"/>
              <a:lstStyle/>
              <a:p>
                <a:endParaRPr lang="en-US"/>
              </a:p>
            </p:txBody>
          </p:sp>
          <p:sp>
            <p:nvSpPr>
              <p:cNvPr id="145" name="Line 660">
                <a:extLst>
                  <a:ext uri="{FF2B5EF4-FFF2-40B4-BE49-F238E27FC236}">
                    <a16:creationId xmlns:a16="http://schemas.microsoft.com/office/drawing/2014/main" id="{5986A5DD-CCEA-1D02-963B-D9F0F30FF4C0}"/>
                  </a:ext>
                </a:extLst>
              </p:cNvPr>
              <p:cNvSpPr>
                <a:spLocks noChangeShapeType="1"/>
              </p:cNvSpPr>
              <p:nvPr/>
            </p:nvSpPr>
            <p:spPr bwMode="auto">
              <a:xfrm>
                <a:off x="2964" y="3561"/>
                <a:ext cx="435" cy="3"/>
              </a:xfrm>
              <a:prstGeom prst="line">
                <a:avLst/>
              </a:prstGeom>
              <a:noFill/>
              <a:ln w="12700">
                <a:solidFill>
                  <a:schemeClr val="tx1"/>
                </a:solidFill>
                <a:round/>
                <a:headEnd/>
                <a:tailEnd/>
              </a:ln>
            </p:spPr>
            <p:txBody>
              <a:bodyPr wrap="none" anchor="ctr"/>
              <a:lstStyle/>
              <a:p>
                <a:endParaRPr lang="en-US"/>
              </a:p>
            </p:txBody>
          </p:sp>
        </p:grpSp>
        <p:grpSp>
          <p:nvGrpSpPr>
            <p:cNvPr id="122" name="Group 661">
              <a:extLst>
                <a:ext uri="{FF2B5EF4-FFF2-40B4-BE49-F238E27FC236}">
                  <a16:creationId xmlns:a16="http://schemas.microsoft.com/office/drawing/2014/main" id="{F27AE80C-A1F0-3F9C-666F-2CF3DDCD1756}"/>
                </a:ext>
              </a:extLst>
            </p:cNvPr>
            <p:cNvGrpSpPr>
              <a:grpSpLocks/>
            </p:cNvGrpSpPr>
            <p:nvPr/>
          </p:nvGrpSpPr>
          <p:grpSpPr bwMode="auto">
            <a:xfrm>
              <a:off x="7113587" y="2330450"/>
              <a:ext cx="814388" cy="701675"/>
              <a:chOff x="2923" y="3345"/>
              <a:chExt cx="513" cy="442"/>
            </a:xfrm>
          </p:grpSpPr>
          <p:sp>
            <p:nvSpPr>
              <p:cNvPr id="136" name="Rectangle 662">
                <a:extLst>
                  <a:ext uri="{FF2B5EF4-FFF2-40B4-BE49-F238E27FC236}">
                    <a16:creationId xmlns:a16="http://schemas.microsoft.com/office/drawing/2014/main" id="{2C4FAFDF-8B7A-6049-DFBA-7DD686EFC61E}"/>
                  </a:ext>
                </a:extLst>
              </p:cNvPr>
              <p:cNvSpPr>
                <a:spLocks noChangeArrowheads="1"/>
              </p:cNvSpPr>
              <p:nvPr/>
            </p:nvSpPr>
            <p:spPr bwMode="auto">
              <a:xfrm>
                <a:off x="2988" y="3444"/>
                <a:ext cx="426" cy="306"/>
              </a:xfrm>
              <a:prstGeom prst="rect">
                <a:avLst/>
              </a:prstGeom>
              <a:solidFill>
                <a:schemeClr val="accent2"/>
              </a:solidFill>
              <a:ln w="9525">
                <a:noFill/>
                <a:miter lim="800000"/>
                <a:headEnd/>
                <a:tailEnd/>
              </a:ln>
            </p:spPr>
            <p:txBody>
              <a:bodyPr wrap="none" anchor="ctr"/>
              <a:lstStyle/>
              <a:p>
                <a:endParaRPr lang="he-IL"/>
              </a:p>
            </p:txBody>
          </p:sp>
          <p:sp>
            <p:nvSpPr>
              <p:cNvPr id="137" name="Rectangle 663">
                <a:extLst>
                  <a:ext uri="{FF2B5EF4-FFF2-40B4-BE49-F238E27FC236}">
                    <a16:creationId xmlns:a16="http://schemas.microsoft.com/office/drawing/2014/main" id="{2AD4F808-C4E0-74C7-FB8C-95C2E65B01D6}"/>
                  </a:ext>
                </a:extLst>
              </p:cNvPr>
              <p:cNvSpPr>
                <a:spLocks noChangeArrowheads="1"/>
              </p:cNvSpPr>
              <p:nvPr/>
            </p:nvSpPr>
            <p:spPr bwMode="auto">
              <a:xfrm>
                <a:off x="2961" y="3465"/>
                <a:ext cx="435" cy="312"/>
              </a:xfrm>
              <a:prstGeom prst="rect">
                <a:avLst/>
              </a:prstGeom>
              <a:solidFill>
                <a:schemeClr val="bg1"/>
              </a:solidFill>
              <a:ln w="12700">
                <a:solidFill>
                  <a:schemeClr val="tx1"/>
                </a:solidFill>
                <a:miter lim="800000"/>
                <a:headEnd/>
                <a:tailEnd/>
              </a:ln>
            </p:spPr>
            <p:txBody>
              <a:bodyPr wrap="none" anchor="ctr"/>
              <a:lstStyle/>
              <a:p>
                <a:endParaRPr lang="he-IL"/>
              </a:p>
            </p:txBody>
          </p:sp>
          <p:sp>
            <p:nvSpPr>
              <p:cNvPr id="138" name="Text Box 664">
                <a:extLst>
                  <a:ext uri="{FF2B5EF4-FFF2-40B4-BE49-F238E27FC236}">
                    <a16:creationId xmlns:a16="http://schemas.microsoft.com/office/drawing/2014/main" id="{6527B95B-9105-7135-1AC2-3DB0E5CF68A6}"/>
                  </a:ext>
                </a:extLst>
              </p:cNvPr>
              <p:cNvSpPr txBox="1">
                <a:spLocks noChangeArrowheads="1"/>
              </p:cNvSpPr>
              <p:nvPr/>
            </p:nvSpPr>
            <p:spPr bwMode="auto">
              <a:xfrm>
                <a:off x="2923" y="3345"/>
                <a:ext cx="513" cy="442"/>
              </a:xfrm>
              <a:prstGeom prst="rect">
                <a:avLst/>
              </a:prstGeom>
              <a:noFill/>
              <a:ln w="9525">
                <a:noFill/>
                <a:miter lim="800000"/>
                <a:headEnd/>
                <a:tailEnd/>
              </a:ln>
            </p:spPr>
            <p:txBody>
              <a:bodyPr>
                <a:spAutoFit/>
              </a:bodyPr>
              <a:lstStyle/>
              <a:p>
                <a:endParaRPr lang="en-US" sz="1000"/>
              </a:p>
              <a:p>
                <a:r>
                  <a:rPr lang="en-US" sz="1000"/>
                  <a:t>network</a:t>
                </a:r>
              </a:p>
              <a:p>
                <a:r>
                  <a:rPr lang="en-US" sz="1000"/>
                  <a:t>data link</a:t>
                </a:r>
              </a:p>
              <a:p>
                <a:r>
                  <a:rPr lang="en-US" sz="1000"/>
                  <a:t>physical</a:t>
                </a:r>
                <a:endParaRPr lang="en-US" sz="2400">
                  <a:latin typeface="Times New Roman" pitchFamily="18" charset="0"/>
                </a:endParaRPr>
              </a:p>
            </p:txBody>
          </p:sp>
          <p:sp>
            <p:nvSpPr>
              <p:cNvPr id="139" name="Line 665">
                <a:extLst>
                  <a:ext uri="{FF2B5EF4-FFF2-40B4-BE49-F238E27FC236}">
                    <a16:creationId xmlns:a16="http://schemas.microsoft.com/office/drawing/2014/main" id="{FF91B170-0138-D5D8-F45E-DB5221DCEBDC}"/>
                  </a:ext>
                </a:extLst>
              </p:cNvPr>
              <p:cNvSpPr>
                <a:spLocks noChangeShapeType="1"/>
              </p:cNvSpPr>
              <p:nvPr/>
            </p:nvSpPr>
            <p:spPr bwMode="auto">
              <a:xfrm>
                <a:off x="2958" y="3657"/>
                <a:ext cx="435" cy="3"/>
              </a:xfrm>
              <a:prstGeom prst="line">
                <a:avLst/>
              </a:prstGeom>
              <a:noFill/>
              <a:ln w="12700">
                <a:solidFill>
                  <a:schemeClr val="tx1"/>
                </a:solidFill>
                <a:round/>
                <a:headEnd/>
                <a:tailEnd/>
              </a:ln>
            </p:spPr>
            <p:txBody>
              <a:bodyPr wrap="none" anchor="ctr"/>
              <a:lstStyle/>
              <a:p>
                <a:endParaRPr lang="en-US"/>
              </a:p>
            </p:txBody>
          </p:sp>
          <p:sp>
            <p:nvSpPr>
              <p:cNvPr id="140" name="Line 666">
                <a:extLst>
                  <a:ext uri="{FF2B5EF4-FFF2-40B4-BE49-F238E27FC236}">
                    <a16:creationId xmlns:a16="http://schemas.microsoft.com/office/drawing/2014/main" id="{63F18E38-F03A-D786-1F86-EEFA6DD953BB}"/>
                  </a:ext>
                </a:extLst>
              </p:cNvPr>
              <p:cNvSpPr>
                <a:spLocks noChangeShapeType="1"/>
              </p:cNvSpPr>
              <p:nvPr/>
            </p:nvSpPr>
            <p:spPr bwMode="auto">
              <a:xfrm>
                <a:off x="2964" y="3561"/>
                <a:ext cx="435" cy="3"/>
              </a:xfrm>
              <a:prstGeom prst="line">
                <a:avLst/>
              </a:prstGeom>
              <a:noFill/>
              <a:ln w="12700">
                <a:solidFill>
                  <a:schemeClr val="tx1"/>
                </a:solidFill>
                <a:round/>
                <a:headEnd/>
                <a:tailEnd/>
              </a:ln>
            </p:spPr>
            <p:txBody>
              <a:bodyPr wrap="none" anchor="ctr"/>
              <a:lstStyle/>
              <a:p>
                <a:endParaRPr lang="en-US"/>
              </a:p>
            </p:txBody>
          </p:sp>
        </p:grpSp>
        <p:grpSp>
          <p:nvGrpSpPr>
            <p:cNvPr id="123" name="Group 623">
              <a:extLst>
                <a:ext uri="{FF2B5EF4-FFF2-40B4-BE49-F238E27FC236}">
                  <a16:creationId xmlns:a16="http://schemas.microsoft.com/office/drawing/2014/main" id="{9217D263-A533-67E0-7A9A-F79A40A5D18A}"/>
                </a:ext>
              </a:extLst>
            </p:cNvPr>
            <p:cNvGrpSpPr>
              <a:grpSpLocks/>
            </p:cNvGrpSpPr>
            <p:nvPr/>
          </p:nvGrpSpPr>
          <p:grpSpPr bwMode="auto">
            <a:xfrm>
              <a:off x="8310562" y="4494213"/>
              <a:ext cx="814388" cy="854075"/>
              <a:chOff x="4180" y="744"/>
              <a:chExt cx="513" cy="538"/>
            </a:xfrm>
          </p:grpSpPr>
          <p:sp>
            <p:nvSpPr>
              <p:cNvPr id="129" name="Rectangle 624">
                <a:extLst>
                  <a:ext uri="{FF2B5EF4-FFF2-40B4-BE49-F238E27FC236}">
                    <a16:creationId xmlns:a16="http://schemas.microsoft.com/office/drawing/2014/main" id="{44669E38-315A-8A91-D321-C797C4D41959}"/>
                  </a:ext>
                </a:extLst>
              </p:cNvPr>
              <p:cNvSpPr>
                <a:spLocks noChangeArrowheads="1"/>
              </p:cNvSpPr>
              <p:nvPr/>
            </p:nvSpPr>
            <p:spPr bwMode="auto">
              <a:xfrm>
                <a:off x="4242" y="747"/>
                <a:ext cx="426" cy="489"/>
              </a:xfrm>
              <a:prstGeom prst="rect">
                <a:avLst/>
              </a:prstGeom>
              <a:solidFill>
                <a:schemeClr val="accent2"/>
              </a:solidFill>
              <a:ln w="9525">
                <a:noFill/>
                <a:miter lim="800000"/>
                <a:headEnd/>
                <a:tailEnd/>
              </a:ln>
            </p:spPr>
            <p:txBody>
              <a:bodyPr wrap="none" anchor="ctr"/>
              <a:lstStyle/>
              <a:p>
                <a:endParaRPr lang="he-IL"/>
              </a:p>
            </p:txBody>
          </p:sp>
          <p:sp>
            <p:nvSpPr>
              <p:cNvPr id="130" name="Rectangle 625">
                <a:extLst>
                  <a:ext uri="{FF2B5EF4-FFF2-40B4-BE49-F238E27FC236}">
                    <a16:creationId xmlns:a16="http://schemas.microsoft.com/office/drawing/2014/main" id="{FFBC62E0-EFCC-34F3-EEFA-8D2D48C02190}"/>
                  </a:ext>
                </a:extLst>
              </p:cNvPr>
              <p:cNvSpPr>
                <a:spLocks noChangeArrowheads="1"/>
              </p:cNvSpPr>
              <p:nvPr/>
            </p:nvSpPr>
            <p:spPr bwMode="auto">
              <a:xfrm>
                <a:off x="4221" y="762"/>
                <a:ext cx="435" cy="504"/>
              </a:xfrm>
              <a:prstGeom prst="rect">
                <a:avLst/>
              </a:prstGeom>
              <a:solidFill>
                <a:schemeClr val="bg1"/>
              </a:solidFill>
              <a:ln w="12700">
                <a:solidFill>
                  <a:schemeClr val="tx1"/>
                </a:solidFill>
                <a:miter lim="800000"/>
                <a:headEnd/>
                <a:tailEnd/>
              </a:ln>
            </p:spPr>
            <p:txBody>
              <a:bodyPr wrap="none" anchor="ctr"/>
              <a:lstStyle/>
              <a:p>
                <a:endParaRPr lang="he-IL"/>
              </a:p>
            </p:txBody>
          </p:sp>
          <p:sp>
            <p:nvSpPr>
              <p:cNvPr id="131" name="Rectangle 626">
                <a:extLst>
                  <a:ext uri="{FF2B5EF4-FFF2-40B4-BE49-F238E27FC236}">
                    <a16:creationId xmlns:a16="http://schemas.microsoft.com/office/drawing/2014/main" id="{92A89BF8-3F16-9116-7961-B85C811ED932}"/>
                  </a:ext>
                </a:extLst>
              </p:cNvPr>
              <p:cNvSpPr>
                <a:spLocks noChangeArrowheads="1"/>
              </p:cNvSpPr>
              <p:nvPr/>
            </p:nvSpPr>
            <p:spPr bwMode="auto">
              <a:xfrm>
                <a:off x="4224" y="873"/>
                <a:ext cx="426" cy="108"/>
              </a:xfrm>
              <a:prstGeom prst="rect">
                <a:avLst/>
              </a:prstGeom>
              <a:solidFill>
                <a:srgbClr val="FF0000"/>
              </a:solidFill>
              <a:ln w="9525">
                <a:noFill/>
                <a:miter lim="800000"/>
                <a:headEnd/>
                <a:tailEnd/>
              </a:ln>
            </p:spPr>
            <p:txBody>
              <a:bodyPr wrap="none" anchor="ctr"/>
              <a:lstStyle/>
              <a:p>
                <a:endParaRPr lang="he-IL"/>
              </a:p>
            </p:txBody>
          </p:sp>
          <p:sp>
            <p:nvSpPr>
              <p:cNvPr id="132" name="Text Box 627">
                <a:extLst>
                  <a:ext uri="{FF2B5EF4-FFF2-40B4-BE49-F238E27FC236}">
                    <a16:creationId xmlns:a16="http://schemas.microsoft.com/office/drawing/2014/main" id="{315566F1-F32D-A16E-AA4C-F27AE7BA1335}"/>
                  </a:ext>
                </a:extLst>
              </p:cNvPr>
              <p:cNvSpPr txBox="1">
                <a:spLocks noChangeArrowheads="1"/>
              </p:cNvSpPr>
              <p:nvPr/>
            </p:nvSpPr>
            <p:spPr bwMode="auto">
              <a:xfrm>
                <a:off x="4180" y="744"/>
                <a:ext cx="513" cy="538"/>
              </a:xfrm>
              <a:prstGeom prst="rect">
                <a:avLst/>
              </a:prstGeom>
              <a:noFill/>
              <a:ln w="9525">
                <a:noFill/>
                <a:miter lim="800000"/>
                <a:headEnd/>
                <a:tailEnd/>
              </a:ln>
            </p:spPr>
            <p:txBody>
              <a:bodyPr>
                <a:spAutoFit/>
              </a:bodyPr>
              <a:lstStyle/>
              <a:p>
                <a:r>
                  <a:rPr lang="en-US" sz="1000"/>
                  <a:t>application</a:t>
                </a:r>
              </a:p>
              <a:p>
                <a:r>
                  <a:rPr lang="en-US" sz="1000">
                    <a:solidFill>
                      <a:schemeClr val="bg1"/>
                    </a:solidFill>
                  </a:rPr>
                  <a:t>transport</a:t>
                </a:r>
                <a:endParaRPr lang="en-US" sz="1000"/>
              </a:p>
              <a:p>
                <a:r>
                  <a:rPr lang="en-US" sz="1000"/>
                  <a:t>network</a:t>
                </a:r>
              </a:p>
              <a:p>
                <a:r>
                  <a:rPr lang="en-US" sz="1000"/>
                  <a:t>data link</a:t>
                </a:r>
              </a:p>
              <a:p>
                <a:r>
                  <a:rPr lang="en-US" sz="1000"/>
                  <a:t>physical</a:t>
                </a:r>
                <a:endParaRPr lang="en-US" sz="2400">
                  <a:latin typeface="Times New Roman" pitchFamily="18" charset="0"/>
                </a:endParaRPr>
              </a:p>
            </p:txBody>
          </p:sp>
          <p:sp>
            <p:nvSpPr>
              <p:cNvPr id="133" name="Line 628">
                <a:extLst>
                  <a:ext uri="{FF2B5EF4-FFF2-40B4-BE49-F238E27FC236}">
                    <a16:creationId xmlns:a16="http://schemas.microsoft.com/office/drawing/2014/main" id="{A9DE5D70-8826-BBCE-00DB-9368D1FCD453}"/>
                  </a:ext>
                </a:extLst>
              </p:cNvPr>
              <p:cNvSpPr>
                <a:spLocks noChangeShapeType="1"/>
              </p:cNvSpPr>
              <p:nvPr/>
            </p:nvSpPr>
            <p:spPr bwMode="auto">
              <a:xfrm>
                <a:off x="4221" y="978"/>
                <a:ext cx="435" cy="3"/>
              </a:xfrm>
              <a:prstGeom prst="line">
                <a:avLst/>
              </a:prstGeom>
              <a:noFill/>
              <a:ln w="12700">
                <a:solidFill>
                  <a:schemeClr val="tx1"/>
                </a:solidFill>
                <a:round/>
                <a:headEnd/>
                <a:tailEnd/>
              </a:ln>
            </p:spPr>
            <p:txBody>
              <a:bodyPr wrap="none" anchor="ctr"/>
              <a:lstStyle/>
              <a:p>
                <a:endParaRPr lang="en-US"/>
              </a:p>
            </p:txBody>
          </p:sp>
          <p:sp>
            <p:nvSpPr>
              <p:cNvPr id="134" name="Line 629">
                <a:extLst>
                  <a:ext uri="{FF2B5EF4-FFF2-40B4-BE49-F238E27FC236}">
                    <a16:creationId xmlns:a16="http://schemas.microsoft.com/office/drawing/2014/main" id="{500E7EC5-82C1-C038-625C-FEFEAD22EC7C}"/>
                  </a:ext>
                </a:extLst>
              </p:cNvPr>
              <p:cNvSpPr>
                <a:spLocks noChangeShapeType="1"/>
              </p:cNvSpPr>
              <p:nvPr/>
            </p:nvSpPr>
            <p:spPr bwMode="auto">
              <a:xfrm>
                <a:off x="4227" y="1065"/>
                <a:ext cx="435" cy="3"/>
              </a:xfrm>
              <a:prstGeom prst="line">
                <a:avLst/>
              </a:prstGeom>
              <a:noFill/>
              <a:ln w="12700">
                <a:solidFill>
                  <a:schemeClr val="tx1"/>
                </a:solidFill>
                <a:round/>
                <a:headEnd/>
                <a:tailEnd/>
              </a:ln>
            </p:spPr>
            <p:txBody>
              <a:bodyPr wrap="none" anchor="ctr"/>
              <a:lstStyle/>
              <a:p>
                <a:endParaRPr lang="en-US"/>
              </a:p>
            </p:txBody>
          </p:sp>
          <p:sp>
            <p:nvSpPr>
              <p:cNvPr id="135" name="Line 630">
                <a:extLst>
                  <a:ext uri="{FF2B5EF4-FFF2-40B4-BE49-F238E27FC236}">
                    <a16:creationId xmlns:a16="http://schemas.microsoft.com/office/drawing/2014/main" id="{4958B663-9E11-7225-1685-92CBD0A0973F}"/>
                  </a:ext>
                </a:extLst>
              </p:cNvPr>
              <p:cNvSpPr>
                <a:spLocks noChangeShapeType="1"/>
              </p:cNvSpPr>
              <p:nvPr/>
            </p:nvSpPr>
            <p:spPr bwMode="auto">
              <a:xfrm>
                <a:off x="4227" y="1152"/>
                <a:ext cx="435" cy="3"/>
              </a:xfrm>
              <a:prstGeom prst="line">
                <a:avLst/>
              </a:prstGeom>
              <a:noFill/>
              <a:ln w="12700">
                <a:solidFill>
                  <a:schemeClr val="tx1"/>
                </a:solidFill>
                <a:round/>
                <a:headEnd/>
                <a:tailEnd/>
              </a:ln>
            </p:spPr>
            <p:txBody>
              <a:bodyPr wrap="none" anchor="ctr"/>
              <a:lstStyle/>
              <a:p>
                <a:endParaRPr lang="en-US"/>
              </a:p>
            </p:txBody>
          </p:sp>
        </p:grpSp>
        <p:grpSp>
          <p:nvGrpSpPr>
            <p:cNvPr id="124" name="Group 632">
              <a:extLst>
                <a:ext uri="{FF2B5EF4-FFF2-40B4-BE49-F238E27FC236}">
                  <a16:creationId xmlns:a16="http://schemas.microsoft.com/office/drawing/2014/main" id="{2DCCB1D2-8042-E213-3F02-C27BB4CB5E78}"/>
                </a:ext>
              </a:extLst>
            </p:cNvPr>
            <p:cNvGrpSpPr>
              <a:grpSpLocks/>
            </p:cNvGrpSpPr>
            <p:nvPr/>
          </p:nvGrpSpPr>
          <p:grpSpPr bwMode="auto">
            <a:xfrm rot="2937887">
              <a:off x="5580062" y="3089275"/>
              <a:ext cx="3781425" cy="434975"/>
              <a:chOff x="2937" y="3579"/>
              <a:chExt cx="2382" cy="274"/>
            </a:xfrm>
          </p:grpSpPr>
          <p:sp>
            <p:nvSpPr>
              <p:cNvPr id="125" name="Rectangle 633">
                <a:extLst>
                  <a:ext uri="{FF2B5EF4-FFF2-40B4-BE49-F238E27FC236}">
                    <a16:creationId xmlns:a16="http://schemas.microsoft.com/office/drawing/2014/main" id="{DDDEC97B-AB4F-B7A5-44E5-C79D346658C6}"/>
                  </a:ext>
                </a:extLst>
              </p:cNvPr>
              <p:cNvSpPr>
                <a:spLocks noChangeArrowheads="1"/>
              </p:cNvSpPr>
              <p:nvPr/>
            </p:nvSpPr>
            <p:spPr bwMode="auto">
              <a:xfrm>
                <a:off x="3168" y="3630"/>
                <a:ext cx="1920" cy="174"/>
              </a:xfrm>
              <a:prstGeom prst="rect">
                <a:avLst/>
              </a:prstGeom>
              <a:solidFill>
                <a:srgbClr val="FF0000"/>
              </a:solidFill>
              <a:ln w="9525">
                <a:noFill/>
                <a:miter lim="800000"/>
                <a:headEnd/>
                <a:tailEnd/>
              </a:ln>
            </p:spPr>
            <p:txBody>
              <a:bodyPr wrap="none" anchor="ctr"/>
              <a:lstStyle/>
              <a:p>
                <a:endParaRPr lang="he-IL"/>
              </a:p>
            </p:txBody>
          </p:sp>
          <p:sp>
            <p:nvSpPr>
              <p:cNvPr id="126" name="Text Box 634">
                <a:extLst>
                  <a:ext uri="{FF2B5EF4-FFF2-40B4-BE49-F238E27FC236}">
                    <a16:creationId xmlns:a16="http://schemas.microsoft.com/office/drawing/2014/main" id="{BB5AE389-B482-997B-4F74-C07993938CF3}"/>
                  </a:ext>
                </a:extLst>
              </p:cNvPr>
              <p:cNvSpPr txBox="1">
                <a:spLocks noChangeArrowheads="1"/>
              </p:cNvSpPr>
              <p:nvPr/>
            </p:nvSpPr>
            <p:spPr bwMode="auto">
              <a:xfrm>
                <a:off x="3209" y="3607"/>
                <a:ext cx="1885" cy="233"/>
              </a:xfrm>
              <a:prstGeom prst="rect">
                <a:avLst/>
              </a:prstGeom>
              <a:noFill/>
              <a:ln w="9525">
                <a:noFill/>
                <a:miter lim="800000"/>
                <a:headEnd/>
                <a:tailEnd/>
              </a:ln>
            </p:spPr>
            <p:txBody>
              <a:bodyPr wrap="none">
                <a:spAutoFit/>
              </a:bodyPr>
              <a:lstStyle/>
              <a:p>
                <a:r>
                  <a:rPr lang="en-US">
                    <a:solidFill>
                      <a:schemeClr val="bg1"/>
                    </a:solidFill>
                  </a:rPr>
                  <a:t>logical end-to-end transport</a:t>
                </a:r>
                <a:endParaRPr lang="en-US"/>
              </a:p>
            </p:txBody>
          </p:sp>
          <p:sp>
            <p:nvSpPr>
              <p:cNvPr id="127" name="Freeform 635">
                <a:extLst>
                  <a:ext uri="{FF2B5EF4-FFF2-40B4-BE49-F238E27FC236}">
                    <a16:creationId xmlns:a16="http://schemas.microsoft.com/office/drawing/2014/main" id="{646D3054-D5D9-5FC5-44E1-2205DDE1283C}"/>
                  </a:ext>
                </a:extLst>
              </p:cNvPr>
              <p:cNvSpPr>
                <a:spLocks/>
              </p:cNvSpPr>
              <p:nvPr/>
            </p:nvSpPr>
            <p:spPr bwMode="auto">
              <a:xfrm>
                <a:off x="2937" y="3579"/>
                <a:ext cx="282" cy="264"/>
              </a:xfrm>
              <a:custGeom>
                <a:avLst/>
                <a:gdLst>
                  <a:gd name="T0" fmla="*/ 282 w 282"/>
                  <a:gd name="T1" fmla="*/ 0 h 264"/>
                  <a:gd name="T2" fmla="*/ 282 w 282"/>
                  <a:gd name="T3" fmla="*/ 264 h 264"/>
                  <a:gd name="T4" fmla="*/ 0 w 282"/>
                  <a:gd name="T5" fmla="*/ 129 h 264"/>
                  <a:gd name="T6" fmla="*/ 282 w 282"/>
                  <a:gd name="T7" fmla="*/ 0 h 264"/>
                  <a:gd name="T8" fmla="*/ 0 60000 65536"/>
                  <a:gd name="T9" fmla="*/ 0 60000 65536"/>
                  <a:gd name="T10" fmla="*/ 0 60000 65536"/>
                  <a:gd name="T11" fmla="*/ 0 60000 65536"/>
                  <a:gd name="T12" fmla="*/ 0 w 282"/>
                  <a:gd name="T13" fmla="*/ 0 h 264"/>
                  <a:gd name="T14" fmla="*/ 282 w 282"/>
                  <a:gd name="T15" fmla="*/ 264 h 264"/>
                </a:gdLst>
                <a:ahLst/>
                <a:cxnLst>
                  <a:cxn ang="T8">
                    <a:pos x="T0" y="T1"/>
                  </a:cxn>
                  <a:cxn ang="T9">
                    <a:pos x="T2" y="T3"/>
                  </a:cxn>
                  <a:cxn ang="T10">
                    <a:pos x="T4" y="T5"/>
                  </a:cxn>
                  <a:cxn ang="T11">
                    <a:pos x="T6" y="T7"/>
                  </a:cxn>
                </a:cxnLst>
                <a:rect l="T12" t="T13" r="T14" b="T15"/>
                <a:pathLst>
                  <a:path w="282" h="264">
                    <a:moveTo>
                      <a:pt x="282" y="0"/>
                    </a:moveTo>
                    <a:cubicBezTo>
                      <a:pt x="282" y="132"/>
                      <a:pt x="282" y="264"/>
                      <a:pt x="282" y="264"/>
                    </a:cubicBezTo>
                    <a:cubicBezTo>
                      <a:pt x="159" y="150"/>
                      <a:pt x="0" y="153"/>
                      <a:pt x="0" y="129"/>
                    </a:cubicBezTo>
                    <a:cubicBezTo>
                      <a:pt x="0" y="108"/>
                      <a:pt x="153" y="108"/>
                      <a:pt x="282" y="0"/>
                    </a:cubicBezTo>
                    <a:close/>
                  </a:path>
                </a:pathLst>
              </a:custGeom>
              <a:solidFill>
                <a:srgbClr val="FF0000"/>
              </a:solidFill>
              <a:ln w="9525" cap="flat" cmpd="sng">
                <a:noFill/>
                <a:prstDash val="solid"/>
                <a:round/>
                <a:headEnd/>
                <a:tailEnd/>
              </a:ln>
            </p:spPr>
            <p:txBody>
              <a:bodyPr wrap="none" anchor="ctr"/>
              <a:lstStyle/>
              <a:p>
                <a:endParaRPr lang="en-US"/>
              </a:p>
            </p:txBody>
          </p:sp>
          <p:sp>
            <p:nvSpPr>
              <p:cNvPr id="128" name="Freeform 636">
                <a:extLst>
                  <a:ext uri="{FF2B5EF4-FFF2-40B4-BE49-F238E27FC236}">
                    <a16:creationId xmlns:a16="http://schemas.microsoft.com/office/drawing/2014/main" id="{4D40F491-F7F9-19BC-2F5C-7452F4303561}"/>
                  </a:ext>
                </a:extLst>
              </p:cNvPr>
              <p:cNvSpPr>
                <a:spLocks/>
              </p:cNvSpPr>
              <p:nvPr/>
            </p:nvSpPr>
            <p:spPr bwMode="auto">
              <a:xfrm flipH="1">
                <a:off x="5037" y="3589"/>
                <a:ext cx="282" cy="264"/>
              </a:xfrm>
              <a:custGeom>
                <a:avLst/>
                <a:gdLst>
                  <a:gd name="T0" fmla="*/ 282 w 282"/>
                  <a:gd name="T1" fmla="*/ 0 h 264"/>
                  <a:gd name="T2" fmla="*/ 282 w 282"/>
                  <a:gd name="T3" fmla="*/ 264 h 264"/>
                  <a:gd name="T4" fmla="*/ 0 w 282"/>
                  <a:gd name="T5" fmla="*/ 129 h 264"/>
                  <a:gd name="T6" fmla="*/ 282 w 282"/>
                  <a:gd name="T7" fmla="*/ 0 h 264"/>
                  <a:gd name="T8" fmla="*/ 0 60000 65536"/>
                  <a:gd name="T9" fmla="*/ 0 60000 65536"/>
                  <a:gd name="T10" fmla="*/ 0 60000 65536"/>
                  <a:gd name="T11" fmla="*/ 0 60000 65536"/>
                  <a:gd name="T12" fmla="*/ 0 w 282"/>
                  <a:gd name="T13" fmla="*/ 0 h 264"/>
                  <a:gd name="T14" fmla="*/ 282 w 282"/>
                  <a:gd name="T15" fmla="*/ 264 h 264"/>
                </a:gdLst>
                <a:ahLst/>
                <a:cxnLst>
                  <a:cxn ang="T8">
                    <a:pos x="T0" y="T1"/>
                  </a:cxn>
                  <a:cxn ang="T9">
                    <a:pos x="T2" y="T3"/>
                  </a:cxn>
                  <a:cxn ang="T10">
                    <a:pos x="T4" y="T5"/>
                  </a:cxn>
                  <a:cxn ang="T11">
                    <a:pos x="T6" y="T7"/>
                  </a:cxn>
                </a:cxnLst>
                <a:rect l="T12" t="T13" r="T14" b="T15"/>
                <a:pathLst>
                  <a:path w="282" h="264">
                    <a:moveTo>
                      <a:pt x="282" y="0"/>
                    </a:moveTo>
                    <a:cubicBezTo>
                      <a:pt x="282" y="132"/>
                      <a:pt x="282" y="264"/>
                      <a:pt x="282" y="264"/>
                    </a:cubicBezTo>
                    <a:cubicBezTo>
                      <a:pt x="159" y="150"/>
                      <a:pt x="0" y="153"/>
                      <a:pt x="0" y="129"/>
                    </a:cubicBezTo>
                    <a:cubicBezTo>
                      <a:pt x="0" y="108"/>
                      <a:pt x="153" y="108"/>
                      <a:pt x="282" y="0"/>
                    </a:cubicBezTo>
                    <a:close/>
                  </a:path>
                </a:pathLst>
              </a:custGeom>
              <a:solidFill>
                <a:srgbClr val="FF0000"/>
              </a:solidFill>
              <a:ln w="9525" cap="flat" cmpd="sng">
                <a:noFill/>
                <a:prstDash val="solid"/>
                <a:round/>
                <a:headEnd/>
                <a:tailEnd/>
              </a:ln>
            </p:spPr>
            <p:txBody>
              <a:bodyPr wrap="none" anchor="ctr"/>
              <a:lstStyle/>
              <a:p>
                <a:endParaRPr lang="en-US"/>
              </a:p>
            </p:txBody>
          </p:sp>
        </p:grpSp>
      </p:grpSp>
    </p:spTree>
    <p:extLst>
      <p:ext uri="{BB962C8B-B14F-4D97-AF65-F5344CB8AC3E}">
        <p14:creationId xmlns:p14="http://schemas.microsoft.com/office/powerpoint/2010/main" val="17177193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0056"/>
            <a:ext cx="9144000" cy="723900"/>
          </a:xfrm>
        </p:spPr>
        <p:txBody>
          <a:bodyPr/>
          <a:lstStyle/>
          <a:p>
            <a:r>
              <a:rPr lang="en-NZ" sz="3200"/>
              <a:t>Services provided by the Internet Transport Layer</a:t>
            </a:r>
          </a:p>
        </p:txBody>
      </p:sp>
      <p:sp>
        <p:nvSpPr>
          <p:cNvPr id="3" name="Content Placeholder 2"/>
          <p:cNvSpPr>
            <a:spLocks noGrp="1"/>
          </p:cNvSpPr>
          <p:nvPr>
            <p:ph idx="1"/>
          </p:nvPr>
        </p:nvSpPr>
        <p:spPr>
          <a:xfrm>
            <a:off x="457200" y="1590260"/>
            <a:ext cx="8229600" cy="4734339"/>
          </a:xfrm>
        </p:spPr>
        <p:txBody>
          <a:bodyPr/>
          <a:lstStyle/>
          <a:p>
            <a:pPr>
              <a:spcBef>
                <a:spcPts val="1200"/>
              </a:spcBef>
              <a:spcAft>
                <a:spcPts val="1200"/>
              </a:spcAft>
            </a:pPr>
            <a:r>
              <a:rPr lang="en-NZ" sz="2800" dirty="0"/>
              <a:t>Integrity/error checking (TCP and UDP)</a:t>
            </a:r>
          </a:p>
          <a:p>
            <a:pPr>
              <a:spcBef>
                <a:spcPts val="1200"/>
              </a:spcBef>
              <a:spcAft>
                <a:spcPts val="1200"/>
              </a:spcAft>
            </a:pPr>
            <a:r>
              <a:rPr lang="en-NZ" sz="2800" dirty="0"/>
              <a:t>Extending host-to-host delivery to process-to-process delivery (TCP and UDP);</a:t>
            </a:r>
          </a:p>
          <a:p>
            <a:pPr lvl="1">
              <a:spcBef>
                <a:spcPts val="1200"/>
              </a:spcBef>
              <a:spcAft>
                <a:spcPts val="1200"/>
              </a:spcAft>
            </a:pPr>
            <a:r>
              <a:rPr lang="en-NZ" sz="2300" dirty="0"/>
              <a:t>Transport-layer multiplexing and demultiplexing</a:t>
            </a:r>
          </a:p>
          <a:p>
            <a:pPr>
              <a:spcBef>
                <a:spcPts val="1200"/>
              </a:spcBef>
              <a:spcAft>
                <a:spcPts val="1200"/>
              </a:spcAft>
            </a:pPr>
            <a:r>
              <a:rPr lang="en-NZ" sz="2800" dirty="0"/>
              <a:t>Reliable data transfer (TCP)</a:t>
            </a:r>
          </a:p>
          <a:p>
            <a:pPr>
              <a:spcBef>
                <a:spcPts val="1200"/>
              </a:spcBef>
              <a:spcAft>
                <a:spcPts val="1200"/>
              </a:spcAft>
            </a:pPr>
            <a:r>
              <a:rPr lang="en-GB" sz="2900" dirty="0"/>
              <a:t>Flow control (TCP)</a:t>
            </a:r>
            <a:endParaRPr lang="en-NZ" sz="2900" dirty="0"/>
          </a:p>
          <a:p>
            <a:pPr>
              <a:spcBef>
                <a:spcPts val="1200"/>
              </a:spcBef>
              <a:spcAft>
                <a:spcPts val="1200"/>
              </a:spcAft>
            </a:pPr>
            <a:r>
              <a:rPr lang="en-NZ" sz="2800" dirty="0"/>
              <a:t>Congestion control (TCP)</a:t>
            </a:r>
          </a:p>
        </p:txBody>
      </p:sp>
      <p:sp>
        <p:nvSpPr>
          <p:cNvPr id="5" name="Slide Number Placeholder 4"/>
          <p:cNvSpPr>
            <a:spLocks noGrp="1"/>
          </p:cNvSpPr>
          <p:nvPr>
            <p:ph type="sldNum" sz="quarter" idx="4"/>
          </p:nvPr>
        </p:nvSpPr>
        <p:spPr/>
        <p:txBody>
          <a:bodyPr/>
          <a:lstStyle/>
          <a:p>
            <a:pPr>
              <a:defRPr/>
            </a:pPr>
            <a:fld id="{80DE0355-9741-7640-AC4F-CF3347F782AD}" type="slidenum">
              <a:rPr lang="en-US" smtClean="0"/>
              <a:pPr>
                <a:defRPr/>
              </a:pPr>
              <a:t>6</a:t>
            </a:fld>
            <a:endParaRPr lang="en-US"/>
          </a:p>
        </p:txBody>
      </p:sp>
    </p:spTree>
    <p:extLst>
      <p:ext uri="{BB962C8B-B14F-4D97-AF65-F5344CB8AC3E}">
        <p14:creationId xmlns:p14="http://schemas.microsoft.com/office/powerpoint/2010/main" val="27305425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A524E-D092-A8EA-8CAF-BC551D464997}"/>
              </a:ext>
            </a:extLst>
          </p:cNvPr>
          <p:cNvSpPr>
            <a:spLocks noGrp="1"/>
          </p:cNvSpPr>
          <p:nvPr>
            <p:ph type="title"/>
          </p:nvPr>
        </p:nvSpPr>
        <p:spPr>
          <a:xfrm>
            <a:off x="457200" y="-1"/>
            <a:ext cx="8229600" cy="838197"/>
          </a:xfrm>
        </p:spPr>
        <p:txBody>
          <a:bodyPr/>
          <a:lstStyle/>
          <a:p>
            <a:r>
              <a:rPr lang="en-GB" sz="3200"/>
              <a:t>Popular Internet applications and their underlying transport protocols​</a:t>
            </a:r>
            <a:endParaRPr lang="en-AU" sz="3200"/>
          </a:p>
        </p:txBody>
      </p:sp>
      <p:sp>
        <p:nvSpPr>
          <p:cNvPr id="4" name="Slide Number Placeholder 3">
            <a:extLst>
              <a:ext uri="{FF2B5EF4-FFF2-40B4-BE49-F238E27FC236}">
                <a16:creationId xmlns:a16="http://schemas.microsoft.com/office/drawing/2014/main" id="{1336BE16-1E63-881F-AE86-8321F4F76FCE}"/>
              </a:ext>
            </a:extLst>
          </p:cNvPr>
          <p:cNvSpPr>
            <a:spLocks noGrp="1"/>
          </p:cNvSpPr>
          <p:nvPr>
            <p:ph type="sldNum" sz="quarter" idx="4"/>
          </p:nvPr>
        </p:nvSpPr>
        <p:spPr/>
        <p:txBody>
          <a:bodyPr/>
          <a:lstStyle/>
          <a:p>
            <a:pPr>
              <a:defRPr/>
            </a:pPr>
            <a:fld id="{DACE9E11-39C8-4E20-894F-A4A883CCF6EF}" type="slidenum">
              <a:rPr lang="en-US" smtClean="0"/>
              <a:pPr>
                <a:defRPr/>
              </a:pPr>
              <a:t>7</a:t>
            </a:fld>
            <a:endParaRPr lang="en-US"/>
          </a:p>
        </p:txBody>
      </p:sp>
      <p:graphicFrame>
        <p:nvGraphicFramePr>
          <p:cNvPr id="5" name="Table 4">
            <a:extLst>
              <a:ext uri="{FF2B5EF4-FFF2-40B4-BE49-F238E27FC236}">
                <a16:creationId xmlns:a16="http://schemas.microsoft.com/office/drawing/2014/main" id="{401198B7-6E95-9788-11C0-B0A57632C9E2}"/>
              </a:ext>
            </a:extLst>
          </p:cNvPr>
          <p:cNvGraphicFramePr>
            <a:graphicFrameLocks noGrp="1"/>
          </p:cNvGraphicFramePr>
          <p:nvPr>
            <p:extLst>
              <p:ext uri="{D42A27DB-BD31-4B8C-83A1-F6EECF244321}">
                <p14:modId xmlns:p14="http://schemas.microsoft.com/office/powerpoint/2010/main" val="2032479757"/>
              </p:ext>
            </p:extLst>
          </p:nvPr>
        </p:nvGraphicFramePr>
        <p:xfrm>
          <a:off x="571500" y="1421296"/>
          <a:ext cx="8001000" cy="4642513"/>
        </p:xfrm>
        <a:graphic>
          <a:graphicData uri="http://schemas.openxmlformats.org/drawingml/2006/table">
            <a:tbl>
              <a:tblPr>
                <a:tableStyleId>{00A15C55-8517-42AA-B614-E9B94910E393}</a:tableStyleId>
              </a:tblPr>
              <a:tblGrid>
                <a:gridCol w="2476500">
                  <a:extLst>
                    <a:ext uri="{9D8B030D-6E8A-4147-A177-3AD203B41FA5}">
                      <a16:colId xmlns:a16="http://schemas.microsoft.com/office/drawing/2014/main" val="3085969793"/>
                    </a:ext>
                  </a:extLst>
                </a:gridCol>
                <a:gridCol w="3048000">
                  <a:extLst>
                    <a:ext uri="{9D8B030D-6E8A-4147-A177-3AD203B41FA5}">
                      <a16:colId xmlns:a16="http://schemas.microsoft.com/office/drawing/2014/main" val="1254120152"/>
                    </a:ext>
                  </a:extLst>
                </a:gridCol>
                <a:gridCol w="2476500">
                  <a:extLst>
                    <a:ext uri="{9D8B030D-6E8A-4147-A177-3AD203B41FA5}">
                      <a16:colId xmlns:a16="http://schemas.microsoft.com/office/drawing/2014/main" val="3167194461"/>
                    </a:ext>
                  </a:extLst>
                </a:gridCol>
              </a:tblGrid>
              <a:tr h="862513">
                <a:tc>
                  <a:txBody>
                    <a:bodyPr/>
                    <a:lstStyle/>
                    <a:p>
                      <a:pPr algn="l" fontAlgn="base"/>
                      <a:r>
                        <a:rPr lang="en-NZ" sz="1800" b="1" dirty="0">
                          <a:solidFill>
                            <a:schemeClr val="bg1"/>
                          </a:solidFill>
                          <a:effectLst/>
                        </a:rPr>
                        <a:t>Application​</a:t>
                      </a:r>
                      <a:endParaRPr lang="en-NZ" b="1" i="0" dirty="0">
                        <a:solidFill>
                          <a:schemeClr val="bg1"/>
                        </a:solidFill>
                        <a:effectLst/>
                      </a:endParaRPr>
                    </a:p>
                  </a:txBody>
                  <a:tcPr anchor="ctr">
                    <a:solidFill>
                      <a:schemeClr val="tx1">
                        <a:lumMod val="75000"/>
                        <a:lumOff val="25000"/>
                      </a:schemeClr>
                    </a:solidFill>
                  </a:tcPr>
                </a:tc>
                <a:tc>
                  <a:txBody>
                    <a:bodyPr/>
                    <a:lstStyle/>
                    <a:p>
                      <a:pPr algn="l" fontAlgn="base"/>
                      <a:r>
                        <a:rPr lang="en-NZ" sz="1800" b="1" dirty="0">
                          <a:solidFill>
                            <a:schemeClr val="bg1"/>
                          </a:solidFill>
                          <a:effectLst/>
                        </a:rPr>
                        <a:t>Application-layer protocol​</a:t>
                      </a:r>
                      <a:endParaRPr lang="en-NZ" b="1" i="0" dirty="0">
                        <a:solidFill>
                          <a:schemeClr val="bg1"/>
                        </a:solidFill>
                        <a:effectLst/>
                      </a:endParaRPr>
                    </a:p>
                  </a:txBody>
                  <a:tcPr anchor="ctr">
                    <a:solidFill>
                      <a:schemeClr val="tx1">
                        <a:lumMod val="75000"/>
                        <a:lumOff val="25000"/>
                      </a:schemeClr>
                    </a:solidFill>
                  </a:tcPr>
                </a:tc>
                <a:tc>
                  <a:txBody>
                    <a:bodyPr/>
                    <a:lstStyle/>
                    <a:p>
                      <a:pPr algn="l" fontAlgn="base"/>
                      <a:r>
                        <a:rPr lang="en-NZ" sz="1800" b="1" dirty="0">
                          <a:solidFill>
                            <a:schemeClr val="bg1"/>
                          </a:solidFill>
                          <a:effectLst/>
                        </a:rPr>
                        <a:t>Underlying transport protocol​</a:t>
                      </a:r>
                      <a:endParaRPr lang="en-NZ" b="1" i="0" dirty="0">
                        <a:solidFill>
                          <a:schemeClr val="bg1"/>
                        </a:solidFill>
                        <a:effectLst/>
                      </a:endParaRPr>
                    </a:p>
                  </a:txBody>
                  <a:tcPr anchor="ctr">
                    <a:solidFill>
                      <a:schemeClr val="tx1">
                        <a:lumMod val="75000"/>
                        <a:lumOff val="25000"/>
                      </a:schemeClr>
                    </a:solidFill>
                  </a:tcPr>
                </a:tc>
                <a:extLst>
                  <a:ext uri="{0D108BD9-81ED-4DB2-BD59-A6C34878D82A}">
                    <a16:rowId xmlns:a16="http://schemas.microsoft.com/office/drawing/2014/main" val="676632001"/>
                  </a:ext>
                </a:extLst>
              </a:tr>
              <a:tr h="540000">
                <a:tc>
                  <a:txBody>
                    <a:bodyPr/>
                    <a:lstStyle/>
                    <a:p>
                      <a:pPr algn="l" fontAlgn="base"/>
                      <a:r>
                        <a:rPr lang="en-NZ" sz="1800" dirty="0">
                          <a:solidFill>
                            <a:schemeClr val="tx1"/>
                          </a:solidFill>
                          <a:effectLst/>
                        </a:rPr>
                        <a:t>Email​</a:t>
                      </a:r>
                      <a:endParaRPr lang="en-NZ" b="0" i="0" dirty="0">
                        <a:solidFill>
                          <a:schemeClr val="tx1"/>
                        </a:solidFill>
                        <a:effectLst/>
                      </a:endParaRPr>
                    </a:p>
                  </a:txBody>
                  <a:tcPr anchor="ctr"/>
                </a:tc>
                <a:tc>
                  <a:txBody>
                    <a:bodyPr/>
                    <a:lstStyle/>
                    <a:p>
                      <a:pPr algn="l" fontAlgn="base"/>
                      <a:r>
                        <a:rPr lang="en-NZ" sz="1800" dirty="0">
                          <a:solidFill>
                            <a:schemeClr val="tx1"/>
                          </a:solidFill>
                          <a:effectLst/>
                        </a:rPr>
                        <a:t>SMTP​</a:t>
                      </a:r>
                      <a:endParaRPr lang="en-NZ" b="0" i="0" dirty="0">
                        <a:solidFill>
                          <a:schemeClr val="tx1"/>
                        </a:solidFill>
                        <a:effectLst/>
                      </a:endParaRPr>
                    </a:p>
                  </a:txBody>
                  <a:tcPr anchor="ctr"/>
                </a:tc>
                <a:tc>
                  <a:txBody>
                    <a:bodyPr/>
                    <a:lstStyle/>
                    <a:p>
                      <a:pPr algn="l" fontAlgn="base"/>
                      <a:r>
                        <a:rPr lang="en-NZ" sz="1800">
                          <a:solidFill>
                            <a:schemeClr val="tx1"/>
                          </a:solidFill>
                          <a:effectLst/>
                        </a:rPr>
                        <a:t>TCP​</a:t>
                      </a:r>
                      <a:endParaRPr lang="en-NZ" b="0" i="0">
                        <a:solidFill>
                          <a:schemeClr val="tx1"/>
                        </a:solidFill>
                        <a:effectLst/>
                      </a:endParaRPr>
                    </a:p>
                  </a:txBody>
                  <a:tcPr anchor="ctr"/>
                </a:tc>
                <a:extLst>
                  <a:ext uri="{0D108BD9-81ED-4DB2-BD59-A6C34878D82A}">
                    <a16:rowId xmlns:a16="http://schemas.microsoft.com/office/drawing/2014/main" val="1563203599"/>
                  </a:ext>
                </a:extLst>
              </a:tr>
              <a:tr h="540000">
                <a:tc>
                  <a:txBody>
                    <a:bodyPr/>
                    <a:lstStyle/>
                    <a:p>
                      <a:pPr algn="l" fontAlgn="base"/>
                      <a:r>
                        <a:rPr lang="en-NZ" sz="1800" dirty="0">
                          <a:solidFill>
                            <a:schemeClr val="tx1"/>
                          </a:solidFill>
                          <a:effectLst/>
                        </a:rPr>
                        <a:t>Web​</a:t>
                      </a:r>
                      <a:endParaRPr lang="en-NZ" b="0" i="0" dirty="0">
                        <a:solidFill>
                          <a:schemeClr val="tx1"/>
                        </a:solidFill>
                        <a:effectLst/>
                      </a:endParaRPr>
                    </a:p>
                  </a:txBody>
                  <a:tcPr anchor="ctr"/>
                </a:tc>
                <a:tc>
                  <a:txBody>
                    <a:bodyPr/>
                    <a:lstStyle/>
                    <a:p>
                      <a:pPr algn="l" fontAlgn="base"/>
                      <a:r>
                        <a:rPr lang="en-NZ" sz="1800" dirty="0">
                          <a:solidFill>
                            <a:schemeClr val="tx1"/>
                          </a:solidFill>
                          <a:effectLst/>
                        </a:rPr>
                        <a:t>HTTP​</a:t>
                      </a:r>
                      <a:endParaRPr lang="en-NZ" b="0" i="0" dirty="0">
                        <a:solidFill>
                          <a:schemeClr val="tx1"/>
                        </a:solidFill>
                        <a:effectLst/>
                      </a:endParaRPr>
                    </a:p>
                  </a:txBody>
                  <a:tcPr anchor="ctr"/>
                </a:tc>
                <a:tc>
                  <a:txBody>
                    <a:bodyPr/>
                    <a:lstStyle/>
                    <a:p>
                      <a:pPr algn="l" fontAlgn="base"/>
                      <a:r>
                        <a:rPr lang="en-NZ" sz="1800" dirty="0">
                          <a:solidFill>
                            <a:schemeClr val="tx1"/>
                          </a:solidFill>
                          <a:effectLst/>
                        </a:rPr>
                        <a:t>Typically TCP​</a:t>
                      </a:r>
                      <a:endParaRPr lang="en-NZ" b="0" i="0" dirty="0">
                        <a:solidFill>
                          <a:schemeClr val="tx1"/>
                        </a:solidFill>
                        <a:effectLst/>
                      </a:endParaRPr>
                    </a:p>
                  </a:txBody>
                  <a:tcPr anchor="ctr"/>
                </a:tc>
                <a:extLst>
                  <a:ext uri="{0D108BD9-81ED-4DB2-BD59-A6C34878D82A}">
                    <a16:rowId xmlns:a16="http://schemas.microsoft.com/office/drawing/2014/main" val="1954418296"/>
                  </a:ext>
                </a:extLst>
              </a:tr>
              <a:tr h="540000">
                <a:tc>
                  <a:txBody>
                    <a:bodyPr/>
                    <a:lstStyle/>
                    <a:p>
                      <a:pPr algn="l" fontAlgn="base"/>
                      <a:r>
                        <a:rPr lang="en-NZ">
                          <a:solidFill>
                            <a:schemeClr val="tx1"/>
                          </a:solidFill>
                          <a:effectLst/>
                        </a:rPr>
                        <a:t>File transfer</a:t>
                      </a:r>
                      <a:endParaRPr lang="en-NZ" b="0" i="0">
                        <a:solidFill>
                          <a:schemeClr val="tx1"/>
                        </a:solidFill>
                        <a:effectLst/>
                      </a:endParaRPr>
                    </a:p>
                  </a:txBody>
                  <a:tcPr anchor="ctr"/>
                </a:tc>
                <a:tc>
                  <a:txBody>
                    <a:bodyPr/>
                    <a:lstStyle/>
                    <a:p>
                      <a:pPr algn="l" fontAlgn="base"/>
                      <a:r>
                        <a:rPr lang="en-NZ" dirty="0">
                          <a:solidFill>
                            <a:schemeClr val="tx1"/>
                          </a:solidFill>
                          <a:effectLst/>
                        </a:rPr>
                        <a:t>FTP</a:t>
                      </a:r>
                      <a:endParaRPr lang="en-NZ" b="0" i="0" dirty="0">
                        <a:solidFill>
                          <a:schemeClr val="tx1"/>
                        </a:solidFill>
                        <a:effectLst/>
                      </a:endParaRPr>
                    </a:p>
                  </a:txBody>
                  <a:tcPr anchor="ctr"/>
                </a:tc>
                <a:tc>
                  <a:txBody>
                    <a:bodyPr/>
                    <a:lstStyle/>
                    <a:p>
                      <a:pPr algn="l" fontAlgn="base"/>
                      <a:r>
                        <a:rPr lang="en-NZ" dirty="0">
                          <a:solidFill>
                            <a:schemeClr val="tx1"/>
                          </a:solidFill>
                          <a:effectLst/>
                        </a:rPr>
                        <a:t>TCP</a:t>
                      </a:r>
                      <a:endParaRPr lang="en-NZ" b="0" i="0" dirty="0">
                        <a:solidFill>
                          <a:schemeClr val="tx1"/>
                        </a:solidFill>
                        <a:effectLst/>
                      </a:endParaRPr>
                    </a:p>
                  </a:txBody>
                  <a:tcPr anchor="ctr"/>
                </a:tc>
                <a:extLst>
                  <a:ext uri="{0D108BD9-81ED-4DB2-BD59-A6C34878D82A}">
                    <a16:rowId xmlns:a16="http://schemas.microsoft.com/office/drawing/2014/main" val="912783534"/>
                  </a:ext>
                </a:extLst>
              </a:tr>
              <a:tr h="540000">
                <a:tc>
                  <a:txBody>
                    <a:bodyPr/>
                    <a:lstStyle/>
                    <a:p>
                      <a:pPr algn="l" fontAlgn="base"/>
                      <a:r>
                        <a:rPr lang="en-NZ" sz="1800" dirty="0">
                          <a:solidFill>
                            <a:schemeClr val="tx1"/>
                          </a:solidFill>
                          <a:effectLst/>
                        </a:rPr>
                        <a:t>Name translation​</a:t>
                      </a:r>
                      <a:endParaRPr lang="en-NZ" b="0" i="0" dirty="0">
                        <a:solidFill>
                          <a:schemeClr val="tx1"/>
                        </a:solidFill>
                        <a:effectLst/>
                      </a:endParaRPr>
                    </a:p>
                  </a:txBody>
                  <a:tcPr anchor="ctr">
                    <a:solidFill>
                      <a:schemeClr val="accent6">
                        <a:lumMod val="20000"/>
                        <a:lumOff val="80000"/>
                      </a:schemeClr>
                    </a:solidFill>
                  </a:tcPr>
                </a:tc>
                <a:tc>
                  <a:txBody>
                    <a:bodyPr/>
                    <a:lstStyle/>
                    <a:p>
                      <a:pPr algn="l" fontAlgn="base"/>
                      <a:r>
                        <a:rPr lang="en-NZ" sz="1800" dirty="0">
                          <a:solidFill>
                            <a:schemeClr val="tx1"/>
                          </a:solidFill>
                          <a:effectLst/>
                        </a:rPr>
                        <a:t>DNS​</a:t>
                      </a:r>
                      <a:endParaRPr lang="en-NZ" b="0" i="0" dirty="0">
                        <a:solidFill>
                          <a:schemeClr val="tx1"/>
                        </a:solidFill>
                        <a:effectLst/>
                      </a:endParaRPr>
                    </a:p>
                  </a:txBody>
                  <a:tcPr anchor="ctr">
                    <a:solidFill>
                      <a:schemeClr val="accent6">
                        <a:lumMod val="20000"/>
                        <a:lumOff val="80000"/>
                      </a:schemeClr>
                    </a:solidFill>
                  </a:tcPr>
                </a:tc>
                <a:tc>
                  <a:txBody>
                    <a:bodyPr/>
                    <a:lstStyle/>
                    <a:p>
                      <a:pPr algn="l" fontAlgn="base"/>
                      <a:r>
                        <a:rPr lang="en-NZ" sz="1800" dirty="0">
                          <a:solidFill>
                            <a:schemeClr val="tx1"/>
                          </a:solidFill>
                          <a:effectLst/>
                        </a:rPr>
                        <a:t>Typically UDP​</a:t>
                      </a:r>
                      <a:endParaRPr lang="en-NZ" b="0" i="0" dirty="0">
                        <a:solidFill>
                          <a:schemeClr val="tx1"/>
                        </a:solidFill>
                        <a:effectLst/>
                      </a:endParaRPr>
                    </a:p>
                  </a:txBody>
                  <a:tcPr anchor="ctr">
                    <a:solidFill>
                      <a:schemeClr val="accent6">
                        <a:lumMod val="20000"/>
                        <a:lumOff val="80000"/>
                      </a:schemeClr>
                    </a:solidFill>
                  </a:tcPr>
                </a:tc>
                <a:extLst>
                  <a:ext uri="{0D108BD9-81ED-4DB2-BD59-A6C34878D82A}">
                    <a16:rowId xmlns:a16="http://schemas.microsoft.com/office/drawing/2014/main" val="130492430"/>
                  </a:ext>
                </a:extLst>
              </a:tr>
              <a:tr h="540000">
                <a:tc>
                  <a:txBody>
                    <a:bodyPr/>
                    <a:lstStyle/>
                    <a:p>
                      <a:pPr algn="l" fontAlgn="base"/>
                      <a:r>
                        <a:rPr lang="en-NZ" dirty="0">
                          <a:solidFill>
                            <a:schemeClr val="tx1"/>
                          </a:solidFill>
                          <a:effectLst/>
                        </a:rPr>
                        <a:t>Network management</a:t>
                      </a:r>
                      <a:endParaRPr lang="en-NZ" b="0" i="0" dirty="0">
                        <a:solidFill>
                          <a:schemeClr val="tx1"/>
                        </a:solidFill>
                        <a:effectLst/>
                      </a:endParaRPr>
                    </a:p>
                  </a:txBody>
                  <a:tcPr anchor="ctr">
                    <a:solidFill>
                      <a:schemeClr val="accent6">
                        <a:lumMod val="20000"/>
                        <a:lumOff val="80000"/>
                      </a:schemeClr>
                    </a:solidFill>
                  </a:tcPr>
                </a:tc>
                <a:tc>
                  <a:txBody>
                    <a:bodyPr/>
                    <a:lstStyle/>
                    <a:p>
                      <a:pPr algn="l" fontAlgn="base"/>
                      <a:r>
                        <a:rPr lang="en-NZ" dirty="0">
                          <a:solidFill>
                            <a:schemeClr val="tx1"/>
                          </a:solidFill>
                          <a:effectLst/>
                        </a:rPr>
                        <a:t>SNMP</a:t>
                      </a:r>
                      <a:endParaRPr lang="en-NZ" b="0" i="0" dirty="0">
                        <a:solidFill>
                          <a:schemeClr val="tx1"/>
                        </a:solidFill>
                        <a:effectLst/>
                      </a:endParaRPr>
                    </a:p>
                  </a:txBody>
                  <a:tcPr anchor="ctr">
                    <a:solidFill>
                      <a:schemeClr val="accent6">
                        <a:lumMod val="20000"/>
                        <a:lumOff val="80000"/>
                      </a:schemeClr>
                    </a:solidFill>
                  </a:tcPr>
                </a:tc>
                <a:tc>
                  <a:txBody>
                    <a:bodyPr/>
                    <a:lstStyle/>
                    <a:p>
                      <a:pPr algn="l" fontAlgn="base"/>
                      <a:r>
                        <a:rPr lang="en-NZ" dirty="0">
                          <a:solidFill>
                            <a:schemeClr val="tx1"/>
                          </a:solidFill>
                          <a:effectLst/>
                        </a:rPr>
                        <a:t>Typically UDP</a:t>
                      </a:r>
                      <a:endParaRPr lang="en-NZ" b="0" i="0" dirty="0">
                        <a:solidFill>
                          <a:schemeClr val="tx1"/>
                        </a:solidFill>
                        <a:effectLst/>
                      </a:endParaRPr>
                    </a:p>
                  </a:txBody>
                  <a:tcPr anchor="ctr">
                    <a:solidFill>
                      <a:schemeClr val="accent6">
                        <a:lumMod val="20000"/>
                        <a:lumOff val="80000"/>
                      </a:schemeClr>
                    </a:solidFill>
                  </a:tcPr>
                </a:tc>
                <a:extLst>
                  <a:ext uri="{0D108BD9-81ED-4DB2-BD59-A6C34878D82A}">
                    <a16:rowId xmlns:a16="http://schemas.microsoft.com/office/drawing/2014/main" val="4167396093"/>
                  </a:ext>
                </a:extLst>
              </a:tr>
              <a:tr h="540000">
                <a:tc>
                  <a:txBody>
                    <a:bodyPr/>
                    <a:lstStyle/>
                    <a:p>
                      <a:pPr algn="l" fontAlgn="base"/>
                      <a:r>
                        <a:rPr lang="en-NZ" sz="1800" dirty="0">
                          <a:solidFill>
                            <a:schemeClr val="tx1"/>
                          </a:solidFill>
                          <a:effectLst/>
                        </a:rPr>
                        <a:t>Streaming multimedia​</a:t>
                      </a:r>
                      <a:endParaRPr lang="en-NZ" b="0" i="0" dirty="0">
                        <a:solidFill>
                          <a:schemeClr val="tx1"/>
                        </a:solidFill>
                        <a:effectLst/>
                      </a:endParaRPr>
                    </a:p>
                  </a:txBody>
                  <a:tcPr anchor="ctr">
                    <a:solidFill>
                      <a:schemeClr val="accent5">
                        <a:lumMod val="90000"/>
                      </a:schemeClr>
                    </a:solidFill>
                  </a:tcPr>
                </a:tc>
                <a:tc>
                  <a:txBody>
                    <a:bodyPr/>
                    <a:lstStyle/>
                    <a:p>
                      <a:pPr algn="l" fontAlgn="base"/>
                      <a:r>
                        <a:rPr lang="en-NZ" sz="1800" dirty="0">
                          <a:solidFill>
                            <a:schemeClr val="tx1"/>
                          </a:solidFill>
                          <a:effectLst/>
                        </a:rPr>
                        <a:t>Typically proprietary​</a:t>
                      </a:r>
                      <a:endParaRPr lang="en-NZ" b="0" i="0" dirty="0">
                        <a:solidFill>
                          <a:schemeClr val="tx1"/>
                        </a:solidFill>
                        <a:effectLst/>
                      </a:endParaRPr>
                    </a:p>
                  </a:txBody>
                  <a:tcPr anchor="ctr">
                    <a:solidFill>
                      <a:schemeClr val="accent5">
                        <a:lumMod val="90000"/>
                      </a:schemeClr>
                    </a:solidFill>
                  </a:tcPr>
                </a:tc>
                <a:tc>
                  <a:txBody>
                    <a:bodyPr/>
                    <a:lstStyle/>
                    <a:p>
                      <a:pPr algn="l" fontAlgn="base"/>
                      <a:r>
                        <a:rPr lang="en-NZ" sz="1800" dirty="0">
                          <a:solidFill>
                            <a:schemeClr val="tx1"/>
                          </a:solidFill>
                          <a:effectLst/>
                        </a:rPr>
                        <a:t>UDP​ or TCP</a:t>
                      </a:r>
                      <a:endParaRPr lang="en-NZ" b="0" i="0" dirty="0">
                        <a:solidFill>
                          <a:schemeClr val="tx1"/>
                        </a:solidFill>
                        <a:effectLst/>
                      </a:endParaRPr>
                    </a:p>
                  </a:txBody>
                  <a:tcPr anchor="ctr">
                    <a:solidFill>
                      <a:schemeClr val="accent5">
                        <a:lumMod val="90000"/>
                      </a:schemeClr>
                    </a:solidFill>
                  </a:tcPr>
                </a:tc>
                <a:extLst>
                  <a:ext uri="{0D108BD9-81ED-4DB2-BD59-A6C34878D82A}">
                    <a16:rowId xmlns:a16="http://schemas.microsoft.com/office/drawing/2014/main" val="3945346892"/>
                  </a:ext>
                </a:extLst>
              </a:tr>
              <a:tr h="540000">
                <a:tc>
                  <a:txBody>
                    <a:bodyPr/>
                    <a:lstStyle/>
                    <a:p>
                      <a:pPr algn="l" fontAlgn="base"/>
                      <a:r>
                        <a:rPr lang="en-NZ" sz="1800">
                          <a:solidFill>
                            <a:schemeClr val="tx1"/>
                          </a:solidFill>
                          <a:effectLst/>
                        </a:rPr>
                        <a:t>Internet telephony​</a:t>
                      </a:r>
                      <a:endParaRPr lang="en-NZ" b="0" i="0">
                        <a:solidFill>
                          <a:schemeClr val="tx1"/>
                        </a:solidFill>
                        <a:effectLst/>
                      </a:endParaRPr>
                    </a:p>
                  </a:txBody>
                  <a:tcPr anchor="ctr">
                    <a:solidFill>
                      <a:schemeClr val="accent5">
                        <a:lumMod val="90000"/>
                      </a:schemeClr>
                    </a:solidFill>
                  </a:tcPr>
                </a:tc>
                <a:tc>
                  <a:txBody>
                    <a:bodyPr/>
                    <a:lstStyle/>
                    <a:p>
                      <a:pPr algn="l" fontAlgn="base"/>
                      <a:r>
                        <a:rPr lang="en-NZ" sz="1800" dirty="0">
                          <a:solidFill>
                            <a:schemeClr val="tx1"/>
                          </a:solidFill>
                          <a:effectLst/>
                        </a:rPr>
                        <a:t>Typically proprietary​</a:t>
                      </a:r>
                      <a:endParaRPr lang="en-NZ" b="0" i="0" dirty="0">
                        <a:solidFill>
                          <a:schemeClr val="tx1"/>
                        </a:solidFill>
                        <a:effectLst/>
                      </a:endParaRPr>
                    </a:p>
                  </a:txBody>
                  <a:tcPr anchor="ctr">
                    <a:solidFill>
                      <a:schemeClr val="accent5">
                        <a:lumMod val="90000"/>
                      </a:schemeClr>
                    </a:solidFill>
                  </a:tcPr>
                </a:tc>
                <a:tc>
                  <a:txBody>
                    <a:bodyPr/>
                    <a:lstStyle/>
                    <a:p>
                      <a:pPr algn="l" fontAlgn="base"/>
                      <a:r>
                        <a:rPr lang="en-NZ" sz="1800" dirty="0">
                          <a:solidFill>
                            <a:schemeClr val="tx1"/>
                          </a:solidFill>
                          <a:effectLst/>
                        </a:rPr>
                        <a:t>UDP​ or TCP</a:t>
                      </a:r>
                      <a:endParaRPr lang="en-NZ" b="0" i="0" dirty="0">
                        <a:solidFill>
                          <a:schemeClr val="tx1"/>
                        </a:solidFill>
                        <a:effectLst/>
                      </a:endParaRPr>
                    </a:p>
                  </a:txBody>
                  <a:tcPr anchor="ctr">
                    <a:solidFill>
                      <a:schemeClr val="accent5">
                        <a:lumMod val="90000"/>
                      </a:schemeClr>
                    </a:solidFill>
                  </a:tcPr>
                </a:tc>
                <a:extLst>
                  <a:ext uri="{0D108BD9-81ED-4DB2-BD59-A6C34878D82A}">
                    <a16:rowId xmlns:a16="http://schemas.microsoft.com/office/drawing/2014/main" val="3734940969"/>
                  </a:ext>
                </a:extLst>
              </a:tr>
            </a:tbl>
          </a:graphicData>
        </a:graphic>
      </p:graphicFrame>
      <p:sp>
        <p:nvSpPr>
          <p:cNvPr id="6" name="Rectangle 1">
            <a:extLst>
              <a:ext uri="{FF2B5EF4-FFF2-40B4-BE49-F238E27FC236}">
                <a16:creationId xmlns:a16="http://schemas.microsoft.com/office/drawing/2014/main" id="{DDE83D9C-01AB-62A4-E314-D43BC757F65B}"/>
              </a:ext>
            </a:extLst>
          </p:cNvPr>
          <p:cNvSpPr>
            <a:spLocks noChangeArrowheads="1"/>
          </p:cNvSpPr>
          <p:nvPr/>
        </p:nvSpPr>
        <p:spPr bwMode="auto">
          <a:xfrm>
            <a:off x="1806575" y="1922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8949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t>Multiplexing and demultiplexing</a:t>
            </a:r>
            <a:endParaRPr lang="en-US" dirty="0"/>
          </a:p>
        </p:txBody>
      </p:sp>
      <p:sp>
        <p:nvSpPr>
          <p:cNvPr id="7" name="Slide Number Placeholder 6"/>
          <p:cNvSpPr>
            <a:spLocks noGrp="1"/>
          </p:cNvSpPr>
          <p:nvPr>
            <p:ph type="sldNum" sz="quarter" idx="4294967295"/>
          </p:nvPr>
        </p:nvSpPr>
        <p:spPr>
          <a:xfrm>
            <a:off x="7132638" y="6553200"/>
            <a:ext cx="2011362" cy="277813"/>
          </a:xfrm>
        </p:spPr>
        <p:txBody>
          <a:bodyPr/>
          <a:lstStyle/>
          <a:p>
            <a:pPr>
              <a:defRPr/>
            </a:pPr>
            <a:fld id="{DACE9E11-39C8-4E20-894F-A4A883CCF6EF}" type="slidenum">
              <a:rPr lang="en-US" smtClean="0"/>
              <a:pPr>
                <a:defRPr/>
              </a:pPr>
              <a:t>8</a:t>
            </a:fld>
            <a:endParaRPr lang="en-US"/>
          </a:p>
        </p:txBody>
      </p:sp>
      <p:sp>
        <p:nvSpPr>
          <p:cNvPr id="5" name="Subtitle 4">
            <a:extLst>
              <a:ext uri="{FF2B5EF4-FFF2-40B4-BE49-F238E27FC236}">
                <a16:creationId xmlns:a16="http://schemas.microsoft.com/office/drawing/2014/main" id="{222B8436-E4F5-E837-96C4-0D693DCE7087}"/>
              </a:ext>
            </a:extLst>
          </p:cNvPr>
          <p:cNvSpPr>
            <a:spLocks noGrp="1"/>
          </p:cNvSpPr>
          <p:nvPr>
            <p:ph type="subTitle" idx="1"/>
          </p:nvPr>
        </p:nvSpPr>
        <p:spPr/>
        <p:txBody>
          <a:bodyPr/>
          <a:lstStyle/>
          <a:p>
            <a:endParaRPr lang="en-AU"/>
          </a:p>
        </p:txBody>
      </p:sp>
    </p:spTree>
    <p:extLst>
      <p:ext uri="{BB962C8B-B14F-4D97-AF65-F5344CB8AC3E}">
        <p14:creationId xmlns:p14="http://schemas.microsoft.com/office/powerpoint/2010/main" val="5475681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2"/>
          </p:nvPr>
        </p:nvSpPr>
        <p:spPr>
          <a:xfrm>
            <a:off x="99218" y="1053548"/>
            <a:ext cx="8892381" cy="2415138"/>
          </a:xfrm>
        </p:spPr>
        <p:txBody>
          <a:bodyPr/>
          <a:lstStyle/>
          <a:p>
            <a:r>
              <a:rPr lang="en-US" altLang="en-US">
                <a:solidFill>
                  <a:schemeClr val="accent2"/>
                </a:solidFill>
              </a:rPr>
              <a:t>Multiplexing</a:t>
            </a:r>
          </a:p>
          <a:p>
            <a:pPr lvl="1"/>
            <a:r>
              <a:rPr lang="en-US" altLang="en-US">
                <a:solidFill>
                  <a:schemeClr val="accent2"/>
                </a:solidFill>
              </a:rPr>
              <a:t>To create segments and pass them to the network layer</a:t>
            </a:r>
          </a:p>
          <a:p>
            <a:endParaRPr lang="en-US" altLang="en-US">
              <a:solidFill>
                <a:schemeClr val="accent2"/>
              </a:solidFill>
            </a:endParaRPr>
          </a:p>
          <a:p>
            <a:r>
              <a:rPr lang="en-US" altLang="en-US">
                <a:solidFill>
                  <a:schemeClr val="accent2"/>
                </a:solidFill>
              </a:rPr>
              <a:t>Demultiplexing</a:t>
            </a:r>
          </a:p>
          <a:p>
            <a:pPr lvl="1"/>
            <a:r>
              <a:rPr lang="en-US" altLang="en-US">
                <a:solidFill>
                  <a:schemeClr val="accent2"/>
                </a:solidFill>
              </a:rPr>
              <a:t>To deliver the data in a transport-layer segment to the correct socket</a:t>
            </a:r>
          </a:p>
        </p:txBody>
      </p:sp>
      <p:sp>
        <p:nvSpPr>
          <p:cNvPr id="239618" name="Rectangle 2"/>
          <p:cNvSpPr>
            <a:spLocks noGrp="1" noChangeArrowheads="1"/>
          </p:cNvSpPr>
          <p:nvPr>
            <p:ph type="title"/>
          </p:nvPr>
        </p:nvSpPr>
        <p:spPr/>
        <p:txBody>
          <a:bodyPr/>
          <a:lstStyle/>
          <a:p>
            <a:r>
              <a:rPr lang="en-US" altLang="en-US" sz="3600"/>
              <a:t>Definition</a:t>
            </a:r>
          </a:p>
        </p:txBody>
      </p:sp>
      <p:sp>
        <p:nvSpPr>
          <p:cNvPr id="239707" name="Rectangle 91"/>
          <p:cNvSpPr>
            <a:spLocks noChangeArrowheads="1"/>
          </p:cNvSpPr>
          <p:nvPr/>
        </p:nvSpPr>
        <p:spPr bwMode="auto">
          <a:xfrm>
            <a:off x="4989512" y="4152900"/>
            <a:ext cx="3322638" cy="47625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r>
              <a:rPr lang="en-US" altLang="en-US"/>
              <a:t>transport</a:t>
            </a:r>
          </a:p>
        </p:txBody>
      </p:sp>
      <p:sp>
        <p:nvSpPr>
          <p:cNvPr id="239708" name="Rectangle 92"/>
          <p:cNvSpPr>
            <a:spLocks noChangeArrowheads="1"/>
          </p:cNvSpPr>
          <p:nvPr/>
        </p:nvSpPr>
        <p:spPr bwMode="auto">
          <a:xfrm>
            <a:off x="4989512" y="4629150"/>
            <a:ext cx="3322638" cy="47625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r>
              <a:rPr lang="en-US" altLang="en-US"/>
              <a:t>network</a:t>
            </a:r>
          </a:p>
        </p:txBody>
      </p:sp>
      <p:sp>
        <p:nvSpPr>
          <p:cNvPr id="239709" name="Rectangle 93"/>
          <p:cNvSpPr>
            <a:spLocks noChangeArrowheads="1"/>
          </p:cNvSpPr>
          <p:nvPr/>
        </p:nvSpPr>
        <p:spPr bwMode="auto">
          <a:xfrm>
            <a:off x="4989512" y="5105400"/>
            <a:ext cx="3322638" cy="47625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r>
              <a:rPr lang="en-US" altLang="en-US"/>
              <a:t>link</a:t>
            </a:r>
          </a:p>
        </p:txBody>
      </p:sp>
      <p:sp>
        <p:nvSpPr>
          <p:cNvPr id="239710" name="Rectangle 94"/>
          <p:cNvSpPr>
            <a:spLocks noChangeArrowheads="1"/>
          </p:cNvSpPr>
          <p:nvPr/>
        </p:nvSpPr>
        <p:spPr bwMode="auto">
          <a:xfrm>
            <a:off x="4989512" y="5581650"/>
            <a:ext cx="3322638" cy="47625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r>
              <a:rPr lang="en-US" altLang="en-US"/>
              <a:t>physical</a:t>
            </a:r>
          </a:p>
        </p:txBody>
      </p:sp>
      <p:grpSp>
        <p:nvGrpSpPr>
          <p:cNvPr id="239813" name="Group 197"/>
          <p:cNvGrpSpPr>
            <a:grpSpLocks/>
          </p:cNvGrpSpPr>
          <p:nvPr/>
        </p:nvGrpSpPr>
        <p:grpSpPr bwMode="auto">
          <a:xfrm>
            <a:off x="5676894" y="3657601"/>
            <a:ext cx="2020885" cy="2360615"/>
            <a:chOff x="4001" y="718"/>
            <a:chExt cx="1273" cy="1487"/>
          </a:xfrm>
        </p:grpSpPr>
        <p:grpSp>
          <p:nvGrpSpPr>
            <p:cNvPr id="239729" name="Group 113"/>
            <p:cNvGrpSpPr>
              <a:grpSpLocks/>
            </p:cNvGrpSpPr>
            <p:nvPr/>
          </p:nvGrpSpPr>
          <p:grpSpPr bwMode="auto">
            <a:xfrm>
              <a:off x="4473" y="718"/>
              <a:ext cx="377" cy="315"/>
              <a:chOff x="2614" y="2862"/>
              <a:chExt cx="377" cy="315"/>
            </a:xfrm>
          </p:grpSpPr>
          <p:sp>
            <p:nvSpPr>
              <p:cNvPr id="239730" name="Rectangle 114"/>
              <p:cNvSpPr>
                <a:spLocks noChangeArrowheads="1"/>
              </p:cNvSpPr>
              <p:nvPr/>
            </p:nvSpPr>
            <p:spPr bwMode="auto">
              <a:xfrm>
                <a:off x="2614" y="3054"/>
                <a:ext cx="377" cy="123"/>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39731" name="Oval 115"/>
              <p:cNvSpPr>
                <a:spLocks noChangeArrowheads="1"/>
              </p:cNvSpPr>
              <p:nvPr/>
            </p:nvSpPr>
            <p:spPr bwMode="auto">
              <a:xfrm>
                <a:off x="2614" y="2862"/>
                <a:ext cx="377" cy="192"/>
              </a:xfrm>
              <a:prstGeom prst="ellipse">
                <a:avLst/>
              </a:prstGeom>
              <a:solidFill>
                <a:srgbClr val="CC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P2</a:t>
                </a:r>
              </a:p>
            </p:txBody>
          </p:sp>
        </p:grpSp>
        <p:grpSp>
          <p:nvGrpSpPr>
            <p:cNvPr id="239750" name="Group 134"/>
            <p:cNvGrpSpPr>
              <a:grpSpLocks/>
            </p:cNvGrpSpPr>
            <p:nvPr/>
          </p:nvGrpSpPr>
          <p:grpSpPr bwMode="auto">
            <a:xfrm>
              <a:off x="4001" y="718"/>
              <a:ext cx="377" cy="315"/>
              <a:chOff x="2614" y="2846"/>
              <a:chExt cx="377" cy="315"/>
            </a:xfrm>
          </p:grpSpPr>
          <p:sp>
            <p:nvSpPr>
              <p:cNvPr id="239751" name="Rectangle 135"/>
              <p:cNvSpPr>
                <a:spLocks noChangeArrowheads="1"/>
              </p:cNvSpPr>
              <p:nvPr/>
            </p:nvSpPr>
            <p:spPr bwMode="auto">
              <a:xfrm>
                <a:off x="2614" y="3038"/>
                <a:ext cx="377" cy="123"/>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39752" name="Oval 136"/>
              <p:cNvSpPr>
                <a:spLocks noChangeArrowheads="1"/>
              </p:cNvSpPr>
              <p:nvPr/>
            </p:nvSpPr>
            <p:spPr bwMode="auto">
              <a:xfrm>
                <a:off x="2614" y="2846"/>
                <a:ext cx="377" cy="192"/>
              </a:xfrm>
              <a:prstGeom prst="ellipse">
                <a:avLst/>
              </a:prstGeom>
              <a:solidFill>
                <a:srgbClr val="CC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P1</a:t>
                </a:r>
              </a:p>
            </p:txBody>
          </p:sp>
        </p:grpSp>
        <p:sp>
          <p:nvSpPr>
            <p:cNvPr id="239741" name="Line 125"/>
            <p:cNvSpPr>
              <a:spLocks noChangeShapeType="1"/>
            </p:cNvSpPr>
            <p:nvPr/>
          </p:nvSpPr>
          <p:spPr bwMode="auto">
            <a:xfrm flipH="1">
              <a:off x="4661" y="1277"/>
              <a:ext cx="0" cy="928"/>
            </a:xfrm>
            <a:prstGeom prst="line">
              <a:avLst/>
            </a:prstGeom>
            <a:noFill/>
            <a:ln w="1905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39757" name="Line 141"/>
            <p:cNvSpPr>
              <a:spLocks noChangeShapeType="1"/>
            </p:cNvSpPr>
            <p:nvPr/>
          </p:nvSpPr>
          <p:spPr bwMode="auto">
            <a:xfrm>
              <a:off x="4173" y="989"/>
              <a:ext cx="480" cy="296"/>
            </a:xfrm>
            <a:prstGeom prst="line">
              <a:avLst/>
            </a:prstGeom>
            <a:noFill/>
            <a:ln w="1905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pSp>
          <p:nvGrpSpPr>
            <p:cNvPr id="239759" name="Group 143"/>
            <p:cNvGrpSpPr>
              <a:grpSpLocks/>
            </p:cNvGrpSpPr>
            <p:nvPr/>
          </p:nvGrpSpPr>
          <p:grpSpPr bwMode="auto">
            <a:xfrm>
              <a:off x="4897" y="718"/>
              <a:ext cx="377" cy="315"/>
              <a:chOff x="2614" y="2862"/>
              <a:chExt cx="377" cy="315"/>
            </a:xfrm>
          </p:grpSpPr>
          <p:sp>
            <p:nvSpPr>
              <p:cNvPr id="239760" name="Rectangle 144"/>
              <p:cNvSpPr>
                <a:spLocks noChangeArrowheads="1"/>
              </p:cNvSpPr>
              <p:nvPr/>
            </p:nvSpPr>
            <p:spPr bwMode="auto">
              <a:xfrm>
                <a:off x="2614" y="3054"/>
                <a:ext cx="377" cy="123"/>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39761" name="Oval 145"/>
              <p:cNvSpPr>
                <a:spLocks noChangeArrowheads="1"/>
              </p:cNvSpPr>
              <p:nvPr/>
            </p:nvSpPr>
            <p:spPr bwMode="auto">
              <a:xfrm>
                <a:off x="2614" y="2862"/>
                <a:ext cx="377" cy="192"/>
              </a:xfrm>
              <a:prstGeom prst="ellipse">
                <a:avLst/>
              </a:prstGeom>
              <a:solidFill>
                <a:srgbClr val="CC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P3</a:t>
                </a:r>
              </a:p>
            </p:txBody>
          </p:sp>
        </p:grpSp>
        <p:sp>
          <p:nvSpPr>
            <p:cNvPr id="239762" name="Line 146"/>
            <p:cNvSpPr>
              <a:spLocks noChangeShapeType="1"/>
            </p:cNvSpPr>
            <p:nvPr/>
          </p:nvSpPr>
          <p:spPr bwMode="auto">
            <a:xfrm flipH="1">
              <a:off x="4661" y="989"/>
              <a:ext cx="0" cy="280"/>
            </a:xfrm>
            <a:prstGeom prst="line">
              <a:avLst/>
            </a:prstGeom>
            <a:noFill/>
            <a:ln w="1905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39758" name="Line 142"/>
            <p:cNvSpPr>
              <a:spLocks noChangeShapeType="1"/>
            </p:cNvSpPr>
            <p:nvPr/>
          </p:nvSpPr>
          <p:spPr bwMode="auto">
            <a:xfrm flipH="1">
              <a:off x="4709" y="987"/>
              <a:ext cx="377" cy="290"/>
            </a:xfrm>
            <a:prstGeom prst="line">
              <a:avLst/>
            </a:prstGeom>
            <a:noFill/>
            <a:ln w="1905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pSp>
      <p:sp>
        <p:nvSpPr>
          <p:cNvPr id="239785" name="Rectangle 169"/>
          <p:cNvSpPr>
            <a:spLocks noChangeArrowheads="1"/>
          </p:cNvSpPr>
          <p:nvPr/>
        </p:nvSpPr>
        <p:spPr bwMode="auto">
          <a:xfrm>
            <a:off x="399628" y="4140201"/>
            <a:ext cx="3322637" cy="47625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r>
              <a:rPr lang="en-US" altLang="en-US"/>
              <a:t>transport</a:t>
            </a:r>
          </a:p>
        </p:txBody>
      </p:sp>
      <p:sp>
        <p:nvSpPr>
          <p:cNvPr id="239786" name="Rectangle 170"/>
          <p:cNvSpPr>
            <a:spLocks noChangeArrowheads="1"/>
          </p:cNvSpPr>
          <p:nvPr/>
        </p:nvSpPr>
        <p:spPr bwMode="auto">
          <a:xfrm>
            <a:off x="399628" y="4616451"/>
            <a:ext cx="3322637" cy="47625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r>
              <a:rPr lang="en-US" altLang="en-US"/>
              <a:t>network</a:t>
            </a:r>
          </a:p>
        </p:txBody>
      </p:sp>
      <p:sp>
        <p:nvSpPr>
          <p:cNvPr id="239787" name="Rectangle 171"/>
          <p:cNvSpPr>
            <a:spLocks noChangeArrowheads="1"/>
          </p:cNvSpPr>
          <p:nvPr/>
        </p:nvSpPr>
        <p:spPr bwMode="auto">
          <a:xfrm>
            <a:off x="399628" y="5092701"/>
            <a:ext cx="3322637" cy="47625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r>
              <a:rPr lang="en-US" altLang="en-US"/>
              <a:t>link</a:t>
            </a:r>
          </a:p>
        </p:txBody>
      </p:sp>
      <p:sp>
        <p:nvSpPr>
          <p:cNvPr id="239788" name="Rectangle 172"/>
          <p:cNvSpPr>
            <a:spLocks noChangeArrowheads="1"/>
          </p:cNvSpPr>
          <p:nvPr/>
        </p:nvSpPr>
        <p:spPr bwMode="auto">
          <a:xfrm>
            <a:off x="399628" y="5568951"/>
            <a:ext cx="3322637" cy="47625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r>
              <a:rPr lang="en-US" altLang="en-US"/>
              <a:t>physical</a:t>
            </a:r>
          </a:p>
        </p:txBody>
      </p:sp>
      <p:grpSp>
        <p:nvGrpSpPr>
          <p:cNvPr id="239814" name="Group 198"/>
          <p:cNvGrpSpPr>
            <a:grpSpLocks/>
          </p:cNvGrpSpPr>
          <p:nvPr/>
        </p:nvGrpSpPr>
        <p:grpSpPr bwMode="auto">
          <a:xfrm>
            <a:off x="1125122" y="3657598"/>
            <a:ext cx="2020890" cy="2360610"/>
            <a:chOff x="4308" y="2613"/>
            <a:chExt cx="1273" cy="1487"/>
          </a:xfrm>
        </p:grpSpPr>
        <p:grpSp>
          <p:nvGrpSpPr>
            <p:cNvPr id="239789" name="Group 173"/>
            <p:cNvGrpSpPr>
              <a:grpSpLocks/>
            </p:cNvGrpSpPr>
            <p:nvPr/>
          </p:nvGrpSpPr>
          <p:grpSpPr bwMode="auto">
            <a:xfrm>
              <a:off x="4780" y="2613"/>
              <a:ext cx="377" cy="315"/>
              <a:chOff x="2614" y="2862"/>
              <a:chExt cx="377" cy="315"/>
            </a:xfrm>
          </p:grpSpPr>
          <p:sp>
            <p:nvSpPr>
              <p:cNvPr id="239790" name="Rectangle 174"/>
              <p:cNvSpPr>
                <a:spLocks noChangeArrowheads="1"/>
              </p:cNvSpPr>
              <p:nvPr/>
            </p:nvSpPr>
            <p:spPr bwMode="auto">
              <a:xfrm>
                <a:off x="2614" y="3054"/>
                <a:ext cx="377" cy="123"/>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39791" name="Oval 175"/>
              <p:cNvSpPr>
                <a:spLocks noChangeArrowheads="1"/>
              </p:cNvSpPr>
              <p:nvPr/>
            </p:nvSpPr>
            <p:spPr bwMode="auto">
              <a:xfrm>
                <a:off x="2614" y="2862"/>
                <a:ext cx="377" cy="192"/>
              </a:xfrm>
              <a:prstGeom prst="ellipse">
                <a:avLst/>
              </a:prstGeom>
              <a:solidFill>
                <a:srgbClr val="CC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P2</a:t>
                </a:r>
              </a:p>
            </p:txBody>
          </p:sp>
        </p:grpSp>
        <p:grpSp>
          <p:nvGrpSpPr>
            <p:cNvPr id="239792" name="Group 176"/>
            <p:cNvGrpSpPr>
              <a:grpSpLocks/>
            </p:cNvGrpSpPr>
            <p:nvPr/>
          </p:nvGrpSpPr>
          <p:grpSpPr bwMode="auto">
            <a:xfrm>
              <a:off x="4308" y="2613"/>
              <a:ext cx="377" cy="315"/>
              <a:chOff x="2614" y="2846"/>
              <a:chExt cx="377" cy="315"/>
            </a:xfrm>
          </p:grpSpPr>
          <p:sp>
            <p:nvSpPr>
              <p:cNvPr id="239793" name="Rectangle 177"/>
              <p:cNvSpPr>
                <a:spLocks noChangeArrowheads="1"/>
              </p:cNvSpPr>
              <p:nvPr/>
            </p:nvSpPr>
            <p:spPr bwMode="auto">
              <a:xfrm>
                <a:off x="2614" y="3038"/>
                <a:ext cx="377" cy="123"/>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39794" name="Oval 178"/>
              <p:cNvSpPr>
                <a:spLocks noChangeArrowheads="1"/>
              </p:cNvSpPr>
              <p:nvPr/>
            </p:nvSpPr>
            <p:spPr bwMode="auto">
              <a:xfrm>
                <a:off x="2614" y="2846"/>
                <a:ext cx="377" cy="192"/>
              </a:xfrm>
              <a:prstGeom prst="ellipse">
                <a:avLst/>
              </a:prstGeom>
              <a:solidFill>
                <a:srgbClr val="CC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P1</a:t>
                </a:r>
              </a:p>
            </p:txBody>
          </p:sp>
        </p:grpSp>
        <p:sp>
          <p:nvSpPr>
            <p:cNvPr id="239795" name="Line 179"/>
            <p:cNvSpPr>
              <a:spLocks noChangeShapeType="1"/>
            </p:cNvSpPr>
            <p:nvPr/>
          </p:nvSpPr>
          <p:spPr bwMode="auto">
            <a:xfrm flipH="1">
              <a:off x="4968" y="3172"/>
              <a:ext cx="0" cy="928"/>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39796" name="Line 180"/>
            <p:cNvSpPr>
              <a:spLocks noChangeShapeType="1"/>
            </p:cNvSpPr>
            <p:nvPr/>
          </p:nvSpPr>
          <p:spPr bwMode="auto">
            <a:xfrm>
              <a:off x="4480" y="2884"/>
              <a:ext cx="432" cy="28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pSp>
          <p:nvGrpSpPr>
            <p:cNvPr id="239798" name="Group 182"/>
            <p:cNvGrpSpPr>
              <a:grpSpLocks/>
            </p:cNvGrpSpPr>
            <p:nvPr/>
          </p:nvGrpSpPr>
          <p:grpSpPr bwMode="auto">
            <a:xfrm>
              <a:off x="5204" y="2613"/>
              <a:ext cx="377" cy="315"/>
              <a:chOff x="2614" y="2862"/>
              <a:chExt cx="377" cy="315"/>
            </a:xfrm>
          </p:grpSpPr>
          <p:sp>
            <p:nvSpPr>
              <p:cNvPr id="239799" name="Rectangle 183"/>
              <p:cNvSpPr>
                <a:spLocks noChangeArrowheads="1"/>
              </p:cNvSpPr>
              <p:nvPr/>
            </p:nvSpPr>
            <p:spPr bwMode="auto">
              <a:xfrm>
                <a:off x="2614" y="3054"/>
                <a:ext cx="377" cy="123"/>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39800" name="Oval 184"/>
              <p:cNvSpPr>
                <a:spLocks noChangeArrowheads="1"/>
              </p:cNvSpPr>
              <p:nvPr/>
            </p:nvSpPr>
            <p:spPr bwMode="auto">
              <a:xfrm>
                <a:off x="2614" y="2862"/>
                <a:ext cx="377" cy="192"/>
              </a:xfrm>
              <a:prstGeom prst="ellipse">
                <a:avLst/>
              </a:prstGeom>
              <a:solidFill>
                <a:srgbClr val="CC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P3</a:t>
                </a:r>
              </a:p>
            </p:txBody>
          </p:sp>
        </p:grpSp>
        <p:sp>
          <p:nvSpPr>
            <p:cNvPr id="239801" name="Line 185"/>
            <p:cNvSpPr>
              <a:spLocks noChangeShapeType="1"/>
            </p:cNvSpPr>
            <p:nvPr/>
          </p:nvSpPr>
          <p:spPr bwMode="auto">
            <a:xfrm flipH="1">
              <a:off x="4968" y="2884"/>
              <a:ext cx="0" cy="28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39797" name="Line 181"/>
            <p:cNvSpPr>
              <a:spLocks noChangeShapeType="1"/>
            </p:cNvSpPr>
            <p:nvPr/>
          </p:nvSpPr>
          <p:spPr bwMode="auto">
            <a:xfrm flipH="1">
              <a:off x="5016" y="2908"/>
              <a:ext cx="360" cy="264"/>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pSp>
      <p:sp>
        <p:nvSpPr>
          <p:cNvPr id="239802" name="Text Box 186"/>
          <p:cNvSpPr txBox="1">
            <a:spLocks noChangeArrowheads="1"/>
          </p:cNvSpPr>
          <p:nvPr/>
        </p:nvSpPr>
        <p:spPr bwMode="auto">
          <a:xfrm>
            <a:off x="2563390" y="4259263"/>
            <a:ext cx="1635125" cy="396875"/>
          </a:xfrm>
          <a:prstGeom prst="rect">
            <a:avLst/>
          </a:prstGeom>
          <a:noFill/>
          <a:ln>
            <a:noFill/>
          </a:ln>
          <a:effectLst/>
        </p:spPr>
        <p:txBody>
          <a:bodyPr wrap="none">
            <a:spAutoFit/>
          </a:bodyPr>
          <a:lstStyle/>
          <a:p>
            <a:r>
              <a:rPr lang="en-US" altLang="en-US" sz="2000">
                <a:solidFill>
                  <a:schemeClr val="accent2"/>
                </a:solidFill>
              </a:rPr>
              <a:t>Multiplexing</a:t>
            </a:r>
            <a:endParaRPr lang="en-US" altLang="en-US"/>
          </a:p>
        </p:txBody>
      </p:sp>
      <p:sp>
        <p:nvSpPr>
          <p:cNvPr id="239738" name="Text Box 122"/>
          <p:cNvSpPr txBox="1">
            <a:spLocks noChangeArrowheads="1"/>
          </p:cNvSpPr>
          <p:nvPr/>
        </p:nvSpPr>
        <p:spPr bwMode="auto">
          <a:xfrm>
            <a:off x="6985000" y="4300538"/>
            <a:ext cx="19304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err="1">
                <a:solidFill>
                  <a:schemeClr val="accent2"/>
                </a:solidFill>
              </a:rPr>
              <a:t>Demultiplexing</a:t>
            </a:r>
            <a:endParaRPr lang="en-US" altLang="en-US"/>
          </a:p>
        </p:txBody>
      </p:sp>
      <p:sp>
        <p:nvSpPr>
          <p:cNvPr id="3" name="Slide Number Placeholder 6">
            <a:extLst>
              <a:ext uri="{FF2B5EF4-FFF2-40B4-BE49-F238E27FC236}">
                <a16:creationId xmlns:a16="http://schemas.microsoft.com/office/drawing/2014/main" id="{15196FAD-ADEC-1033-8E53-86E2A7B8FF36}"/>
              </a:ext>
            </a:extLst>
          </p:cNvPr>
          <p:cNvSpPr txBox="1">
            <a:spLocks/>
          </p:cNvSpPr>
          <p:nvPr/>
        </p:nvSpPr>
        <p:spPr bwMode="auto">
          <a:xfrm>
            <a:off x="7132638" y="6553200"/>
            <a:ext cx="2011362" cy="2778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400"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DACE9E11-39C8-4E20-894F-A4A883CCF6EF}" type="slidenum">
              <a:rPr lang="en-US" smtClean="0"/>
              <a:pPr>
                <a:defRPr/>
              </a:pPr>
              <a:t>9</a:t>
            </a:fld>
            <a:endParaRPr lang="en-US"/>
          </a:p>
        </p:txBody>
      </p:sp>
      <p:sp>
        <p:nvSpPr>
          <p:cNvPr id="4" name="Rectangle 13">
            <a:extLst>
              <a:ext uri="{FF2B5EF4-FFF2-40B4-BE49-F238E27FC236}">
                <a16:creationId xmlns:a16="http://schemas.microsoft.com/office/drawing/2014/main" id="{E89F1D44-8303-D48E-0FFB-C163D264EFF8}"/>
              </a:ext>
            </a:extLst>
          </p:cNvPr>
          <p:cNvSpPr>
            <a:spLocks noChangeArrowheads="1"/>
          </p:cNvSpPr>
          <p:nvPr/>
        </p:nvSpPr>
        <p:spPr bwMode="auto">
          <a:xfrm>
            <a:off x="5105894" y="6406759"/>
            <a:ext cx="598488" cy="195263"/>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5" name="Oval 14">
            <a:extLst>
              <a:ext uri="{FF2B5EF4-FFF2-40B4-BE49-F238E27FC236}">
                <a16:creationId xmlns:a16="http://schemas.microsoft.com/office/drawing/2014/main" id="{DBD3F0F5-7263-C0B8-C8BC-7CDE50AC4653}"/>
              </a:ext>
            </a:extLst>
          </p:cNvPr>
          <p:cNvSpPr>
            <a:spLocks noChangeArrowheads="1"/>
          </p:cNvSpPr>
          <p:nvPr/>
        </p:nvSpPr>
        <p:spPr bwMode="auto">
          <a:xfrm>
            <a:off x="1455816" y="6351990"/>
            <a:ext cx="598488" cy="304800"/>
          </a:xfrm>
          <a:prstGeom prst="ellipse">
            <a:avLst/>
          </a:prstGeom>
          <a:solidFill>
            <a:srgbClr val="CC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6" name="TextBox 5">
            <a:extLst>
              <a:ext uri="{FF2B5EF4-FFF2-40B4-BE49-F238E27FC236}">
                <a16:creationId xmlns:a16="http://schemas.microsoft.com/office/drawing/2014/main" id="{63114337-91C1-2341-CE78-B530BD12F05C}"/>
              </a:ext>
            </a:extLst>
          </p:cNvPr>
          <p:cNvSpPr txBox="1"/>
          <p:nvPr/>
        </p:nvSpPr>
        <p:spPr>
          <a:xfrm>
            <a:off x="2113132" y="6322774"/>
            <a:ext cx="1027535" cy="369332"/>
          </a:xfrm>
          <a:prstGeom prst="rect">
            <a:avLst/>
          </a:prstGeom>
          <a:noFill/>
        </p:spPr>
        <p:txBody>
          <a:bodyPr wrap="square" rtlCol="0">
            <a:spAutoFit/>
          </a:bodyPr>
          <a:lstStyle/>
          <a:p>
            <a:r>
              <a:rPr lang="en-AU"/>
              <a:t>Process</a:t>
            </a:r>
          </a:p>
        </p:txBody>
      </p:sp>
      <p:sp>
        <p:nvSpPr>
          <p:cNvPr id="7" name="TextBox 6">
            <a:extLst>
              <a:ext uri="{FF2B5EF4-FFF2-40B4-BE49-F238E27FC236}">
                <a16:creationId xmlns:a16="http://schemas.microsoft.com/office/drawing/2014/main" id="{E9AE5E3D-D65D-1E5E-0A21-36C0D318A993}"/>
              </a:ext>
            </a:extLst>
          </p:cNvPr>
          <p:cNvSpPr txBox="1"/>
          <p:nvPr/>
        </p:nvSpPr>
        <p:spPr>
          <a:xfrm>
            <a:off x="5817182" y="6322774"/>
            <a:ext cx="1027535" cy="369332"/>
          </a:xfrm>
          <a:prstGeom prst="rect">
            <a:avLst/>
          </a:prstGeom>
          <a:noFill/>
        </p:spPr>
        <p:txBody>
          <a:bodyPr wrap="square" rtlCol="0">
            <a:spAutoFit/>
          </a:bodyPr>
          <a:lstStyle/>
          <a:p>
            <a:r>
              <a:rPr lang="en-AU"/>
              <a:t>Socket</a:t>
            </a:r>
          </a:p>
        </p:txBody>
      </p:sp>
    </p:spTree>
    <p:extLst>
      <p:ext uri="{BB962C8B-B14F-4D97-AF65-F5344CB8AC3E}">
        <p14:creationId xmlns:p14="http://schemas.microsoft.com/office/powerpoint/2010/main" val="26599337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7" name="Rectangle 23"/>
          <p:cNvSpPr>
            <a:spLocks noGrp="1" noChangeArrowheads="1"/>
          </p:cNvSpPr>
          <p:nvPr>
            <p:ph sz="half" idx="2"/>
          </p:nvPr>
        </p:nvSpPr>
        <p:spPr>
          <a:xfrm>
            <a:off x="457200" y="1066800"/>
            <a:ext cx="4648200" cy="4572000"/>
          </a:xfrm>
        </p:spPr>
        <p:txBody>
          <a:bodyPr/>
          <a:lstStyle/>
          <a:p>
            <a:pPr>
              <a:spcBef>
                <a:spcPts val="600"/>
              </a:spcBef>
              <a:spcAft>
                <a:spcPts val="600"/>
              </a:spcAft>
            </a:pPr>
            <a:r>
              <a:rPr lang="en-US" sz="2200">
                <a:solidFill>
                  <a:srgbClr val="FF0000"/>
                </a:solidFill>
              </a:rPr>
              <a:t>The host receives IP datagrams</a:t>
            </a:r>
            <a:endParaRPr lang="en-US" sz="2200"/>
          </a:p>
          <a:p>
            <a:pPr lvl="1">
              <a:spcBef>
                <a:spcPts val="600"/>
              </a:spcBef>
              <a:spcAft>
                <a:spcPts val="600"/>
              </a:spcAft>
            </a:pPr>
            <a:r>
              <a:rPr lang="en-US"/>
              <a:t>E</a:t>
            </a:r>
            <a:r>
              <a:rPr lang="en-US" sz="2000"/>
              <a:t>ach datagram has source and destination IP addresses</a:t>
            </a:r>
          </a:p>
          <a:p>
            <a:pPr lvl="1">
              <a:spcBef>
                <a:spcPts val="600"/>
              </a:spcBef>
              <a:spcAft>
                <a:spcPts val="600"/>
              </a:spcAft>
            </a:pPr>
            <a:r>
              <a:rPr lang="en-US"/>
              <a:t>E</a:t>
            </a:r>
            <a:r>
              <a:rPr lang="en-US" sz="2000"/>
              <a:t>ach datagram carries 1 transport-layer segment</a:t>
            </a:r>
            <a:endParaRPr lang="en-US" sz="1800"/>
          </a:p>
          <a:p>
            <a:pPr lvl="1">
              <a:spcBef>
                <a:spcPts val="600"/>
              </a:spcBef>
              <a:spcAft>
                <a:spcPts val="600"/>
              </a:spcAft>
            </a:pPr>
            <a:r>
              <a:rPr lang="en-US"/>
              <a:t>E</a:t>
            </a:r>
            <a:r>
              <a:rPr lang="en-US" sz="2000"/>
              <a:t>ach segment has source and destination port numbers</a:t>
            </a:r>
          </a:p>
          <a:p>
            <a:pPr>
              <a:spcBef>
                <a:spcPts val="600"/>
              </a:spcBef>
              <a:spcAft>
                <a:spcPts val="600"/>
              </a:spcAft>
            </a:pPr>
            <a:endParaRPr lang="en-US" sz="2000">
              <a:solidFill>
                <a:srgbClr val="FF0000"/>
              </a:solidFill>
            </a:endParaRPr>
          </a:p>
          <a:p>
            <a:pPr>
              <a:spcBef>
                <a:spcPts val="600"/>
              </a:spcBef>
              <a:spcAft>
                <a:spcPts val="600"/>
              </a:spcAft>
            </a:pPr>
            <a:r>
              <a:rPr lang="en-US" sz="2200">
                <a:solidFill>
                  <a:srgbClr val="FF0000"/>
                </a:solidFill>
              </a:rPr>
              <a:t>The host uses IP addresses &amp; port numbers to direct a segment to the appropriate socket</a:t>
            </a:r>
            <a:endParaRPr lang="en-US" sz="2200"/>
          </a:p>
        </p:txBody>
      </p:sp>
      <p:sp>
        <p:nvSpPr>
          <p:cNvPr id="23556" name="Rectangle 22"/>
          <p:cNvSpPr>
            <a:spLocks noGrp="1" noChangeArrowheads="1"/>
          </p:cNvSpPr>
          <p:nvPr>
            <p:ph type="title"/>
          </p:nvPr>
        </p:nvSpPr>
        <p:spPr/>
        <p:txBody>
          <a:bodyPr/>
          <a:lstStyle/>
          <a:p>
            <a:r>
              <a:rPr lang="en-US" sz="3600"/>
              <a:t>How demultiplexing works</a:t>
            </a:r>
            <a:endParaRPr lang="en-US"/>
          </a:p>
        </p:txBody>
      </p:sp>
      <p:sp>
        <p:nvSpPr>
          <p:cNvPr id="23570" name="Slide Number Placeholder 20"/>
          <p:cNvSpPr>
            <a:spLocks noGrp="1"/>
          </p:cNvSpPr>
          <p:nvPr>
            <p:ph type="sldNum" sz="quarter" idx="10"/>
          </p:nvPr>
        </p:nvSpPr>
        <p:spPr bwMode="auto">
          <a:noFill/>
          <a:ln>
            <a:miter lim="800000"/>
            <a:headEnd/>
            <a:tailEnd/>
          </a:ln>
        </p:spPr>
        <p:txBody>
          <a:bodyPr vert="horz" wrap="square" lIns="91440" tIns="45720" rIns="91440" bIns="45720" numCol="1" anchor="t" anchorCtr="0" compatLnSpc="1">
            <a:prstTxWarp prst="textNoShape">
              <a:avLst/>
            </a:prstTxWarp>
          </a:bodyPr>
          <a:lstStyle/>
          <a:p>
            <a:fld id="{E438BF3F-9E47-4044-A1B2-38403251C8C3}" type="slidenum">
              <a:rPr lang="en-US" smtClean="0"/>
              <a:pPr/>
              <a:t>10</a:t>
            </a:fld>
            <a:endParaRPr lang="en-US"/>
          </a:p>
        </p:txBody>
      </p:sp>
      <p:pic>
        <p:nvPicPr>
          <p:cNvPr id="4" name="Picture 3"/>
          <p:cNvPicPr>
            <a:picLocks noChangeAspect="1"/>
          </p:cNvPicPr>
          <p:nvPr/>
        </p:nvPicPr>
        <p:blipFill>
          <a:blip r:embed="rId3"/>
          <a:stretch>
            <a:fillRect/>
          </a:stretch>
        </p:blipFill>
        <p:spPr>
          <a:xfrm>
            <a:off x="5867400" y="1752600"/>
            <a:ext cx="2484513" cy="2716230"/>
          </a:xfrm>
          <a:prstGeom prst="rect">
            <a:avLst/>
          </a:prstGeom>
        </p:spPr>
      </p:pic>
    </p:spTree>
    <p:extLst>
      <p:ext uri="{BB962C8B-B14F-4D97-AF65-F5344CB8AC3E}">
        <p14:creationId xmlns:p14="http://schemas.microsoft.com/office/powerpoint/2010/main" val="37125078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9054420-75CC-9826-4972-2F67D159E6D2}"/>
              </a:ext>
            </a:extLst>
          </p:cNvPr>
          <p:cNvSpPr>
            <a:spLocks noGrp="1"/>
          </p:cNvSpPr>
          <p:nvPr>
            <p:ph type="title"/>
          </p:nvPr>
        </p:nvSpPr>
        <p:spPr/>
        <p:txBody>
          <a:bodyPr/>
          <a:lstStyle/>
          <a:p>
            <a:r>
              <a:rPr lang="en-US" altLang="en-US"/>
              <a:t>Connectionless Demultiplexing</a:t>
            </a:r>
            <a:endParaRPr lang="en-AU"/>
          </a:p>
        </p:txBody>
      </p:sp>
      <p:sp>
        <p:nvSpPr>
          <p:cNvPr id="6" name="Content Placeholder 5">
            <a:extLst>
              <a:ext uri="{FF2B5EF4-FFF2-40B4-BE49-F238E27FC236}">
                <a16:creationId xmlns:a16="http://schemas.microsoft.com/office/drawing/2014/main" id="{61693BDA-DB94-EF4A-CBAB-B754E1843E69}"/>
              </a:ext>
            </a:extLst>
          </p:cNvPr>
          <p:cNvSpPr>
            <a:spLocks noGrp="1"/>
          </p:cNvSpPr>
          <p:nvPr>
            <p:ph idx="1"/>
          </p:nvPr>
        </p:nvSpPr>
        <p:spPr>
          <a:xfrm>
            <a:off x="457200" y="990600"/>
            <a:ext cx="8229600" cy="5486400"/>
          </a:xfrm>
        </p:spPr>
        <p:txBody>
          <a:bodyPr/>
          <a:lstStyle/>
          <a:p>
            <a:pPr>
              <a:spcBef>
                <a:spcPts val="1200"/>
              </a:spcBef>
              <a:spcAft>
                <a:spcPts val="600"/>
              </a:spcAft>
            </a:pPr>
            <a:r>
              <a:rPr lang="en-US" altLang="en-US" sz="2400" dirty="0"/>
              <a:t>A UDP socket is identified by a two-tuple</a:t>
            </a:r>
          </a:p>
          <a:p>
            <a:pPr lvl="1">
              <a:spcBef>
                <a:spcPts val="1200"/>
              </a:spcBef>
              <a:spcAft>
                <a:spcPts val="600"/>
              </a:spcAft>
            </a:pPr>
            <a:r>
              <a:rPr lang="en-US" altLang="en-US" sz="1800" dirty="0">
                <a:solidFill>
                  <a:srgbClr val="FF0000"/>
                </a:solidFill>
              </a:rPr>
              <a:t>Destination IP address</a:t>
            </a:r>
          </a:p>
          <a:p>
            <a:pPr lvl="1">
              <a:spcBef>
                <a:spcPts val="600"/>
              </a:spcBef>
              <a:spcAft>
                <a:spcPts val="600"/>
              </a:spcAft>
            </a:pPr>
            <a:r>
              <a:rPr lang="en-US" altLang="en-US" sz="1800" dirty="0">
                <a:solidFill>
                  <a:srgbClr val="FF0000"/>
                </a:solidFill>
              </a:rPr>
              <a:t>Destination port number</a:t>
            </a:r>
            <a:endParaRPr lang="en-US" altLang="en-US" sz="2400" dirty="0"/>
          </a:p>
          <a:p>
            <a:pPr>
              <a:spcBef>
                <a:spcPts val="1200"/>
              </a:spcBef>
              <a:spcAft>
                <a:spcPts val="600"/>
              </a:spcAft>
            </a:pPr>
            <a:r>
              <a:rPr lang="en-US" altLang="en-US" sz="2400" dirty="0"/>
              <a:t>When a host receives a UDP segment</a:t>
            </a:r>
          </a:p>
          <a:p>
            <a:pPr lvl="1">
              <a:spcBef>
                <a:spcPts val="1200"/>
              </a:spcBef>
              <a:spcAft>
                <a:spcPts val="600"/>
              </a:spcAft>
            </a:pPr>
            <a:r>
              <a:rPr lang="en-US" altLang="en-US" sz="2000" dirty="0"/>
              <a:t>checks the destination port number in the segment</a:t>
            </a:r>
          </a:p>
          <a:p>
            <a:pPr lvl="1">
              <a:spcBef>
                <a:spcPts val="600"/>
              </a:spcBef>
              <a:spcAft>
                <a:spcPts val="600"/>
              </a:spcAft>
            </a:pPr>
            <a:r>
              <a:rPr lang="en-US" altLang="en-US" sz="2000" dirty="0"/>
              <a:t>directs the UDP segment to the socket with that port number</a:t>
            </a:r>
            <a:endParaRPr lang="en-US" altLang="en-US" sz="2400" dirty="0"/>
          </a:p>
          <a:p>
            <a:pPr>
              <a:spcBef>
                <a:spcPts val="1200"/>
              </a:spcBef>
              <a:spcAft>
                <a:spcPts val="600"/>
              </a:spcAft>
            </a:pPr>
            <a:r>
              <a:rPr lang="en-US" altLang="en-US" sz="2400" dirty="0"/>
              <a:t>Packets with different source IP addresses and/or source port numbers, but with the same destination IP and port number, will be directed to the same socket. </a:t>
            </a:r>
          </a:p>
        </p:txBody>
      </p:sp>
      <p:sp>
        <p:nvSpPr>
          <p:cNvPr id="5" name="Slide Number Placeholder 4">
            <a:extLst>
              <a:ext uri="{FF2B5EF4-FFF2-40B4-BE49-F238E27FC236}">
                <a16:creationId xmlns:a16="http://schemas.microsoft.com/office/drawing/2014/main" id="{B3B43A17-3EEE-AC1A-E7CB-3A72EFE3A2F9}"/>
              </a:ext>
            </a:extLst>
          </p:cNvPr>
          <p:cNvSpPr>
            <a:spLocks noGrp="1"/>
          </p:cNvSpPr>
          <p:nvPr>
            <p:ph type="sldNum" sz="quarter" idx="4"/>
          </p:nvPr>
        </p:nvSpPr>
        <p:spPr/>
        <p:txBody>
          <a:bodyPr/>
          <a:lstStyle/>
          <a:p>
            <a:pPr>
              <a:defRPr/>
            </a:pPr>
            <a:fld id="{DACE9E11-39C8-4E20-894F-A4A883CCF6EF}" type="slidenum">
              <a:rPr lang="en-US" smtClean="0"/>
              <a:pPr>
                <a:defRPr/>
              </a:pPr>
              <a:t>11</a:t>
            </a:fld>
            <a:endParaRPr lang="en-US"/>
          </a:p>
        </p:txBody>
      </p:sp>
    </p:spTree>
    <p:extLst>
      <p:ext uri="{BB962C8B-B14F-4D97-AF65-F5344CB8AC3E}">
        <p14:creationId xmlns:p14="http://schemas.microsoft.com/office/powerpoint/2010/main" val="10251402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6B762-EAC8-DC12-1E2E-F8153E103568}"/>
              </a:ext>
            </a:extLst>
          </p:cNvPr>
          <p:cNvSpPr>
            <a:spLocks noGrp="1"/>
          </p:cNvSpPr>
          <p:nvPr>
            <p:ph type="title"/>
          </p:nvPr>
        </p:nvSpPr>
        <p:spPr/>
        <p:txBody>
          <a:bodyPr/>
          <a:lstStyle/>
          <a:p>
            <a:r>
              <a:rPr lang="en-US" altLang="en-US"/>
              <a:t>Connectionless Demultiplexing (cont.)</a:t>
            </a:r>
            <a:endParaRPr lang="en-AU"/>
          </a:p>
        </p:txBody>
      </p:sp>
      <p:sp>
        <p:nvSpPr>
          <p:cNvPr id="4" name="Slide Number Placeholder 3">
            <a:extLst>
              <a:ext uri="{FF2B5EF4-FFF2-40B4-BE49-F238E27FC236}">
                <a16:creationId xmlns:a16="http://schemas.microsoft.com/office/drawing/2014/main" id="{8058FD60-F59B-6907-D766-B60F387CCDCC}"/>
              </a:ext>
            </a:extLst>
          </p:cNvPr>
          <p:cNvSpPr>
            <a:spLocks noGrp="1"/>
          </p:cNvSpPr>
          <p:nvPr>
            <p:ph type="sldNum" sz="quarter" idx="4"/>
          </p:nvPr>
        </p:nvSpPr>
        <p:spPr/>
        <p:txBody>
          <a:bodyPr/>
          <a:lstStyle/>
          <a:p>
            <a:pPr>
              <a:defRPr/>
            </a:pPr>
            <a:fld id="{DACE9E11-39C8-4E20-894F-A4A883CCF6EF}" type="slidenum">
              <a:rPr lang="en-US" smtClean="0"/>
              <a:pPr>
                <a:defRPr/>
              </a:pPr>
              <a:t>12</a:t>
            </a:fld>
            <a:endParaRPr lang="en-US"/>
          </a:p>
        </p:txBody>
      </p:sp>
      <p:grpSp>
        <p:nvGrpSpPr>
          <p:cNvPr id="8" name="Group 7">
            <a:extLst>
              <a:ext uri="{FF2B5EF4-FFF2-40B4-BE49-F238E27FC236}">
                <a16:creationId xmlns:a16="http://schemas.microsoft.com/office/drawing/2014/main" id="{92CA9353-D3D1-8200-F954-4F47D1CC3FD5}"/>
              </a:ext>
            </a:extLst>
          </p:cNvPr>
          <p:cNvGrpSpPr/>
          <p:nvPr/>
        </p:nvGrpSpPr>
        <p:grpSpPr>
          <a:xfrm>
            <a:off x="302094" y="1295400"/>
            <a:ext cx="8527327" cy="3652798"/>
            <a:chOff x="227822" y="1600346"/>
            <a:chExt cx="8527327" cy="3652798"/>
          </a:xfrm>
        </p:grpSpPr>
        <p:sp>
          <p:nvSpPr>
            <p:cNvPr id="241678" name="Text Box 14"/>
            <p:cNvSpPr txBox="1">
              <a:spLocks noChangeArrowheads="1"/>
            </p:cNvSpPr>
            <p:nvPr/>
          </p:nvSpPr>
          <p:spPr bwMode="auto">
            <a:xfrm>
              <a:off x="7662863" y="4453044"/>
              <a:ext cx="841375" cy="677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000">
                  <a:solidFill>
                    <a:schemeClr val="accent2"/>
                  </a:solidFill>
                </a:rPr>
                <a:t>Client</a:t>
              </a:r>
            </a:p>
            <a:p>
              <a:pPr algn="ctr"/>
              <a:r>
                <a:rPr lang="en-US" altLang="en-US">
                  <a:solidFill>
                    <a:schemeClr val="accent2"/>
                  </a:solidFill>
                </a:rPr>
                <a:t>IP: B</a:t>
              </a:r>
            </a:p>
          </p:txBody>
        </p:sp>
        <p:grpSp>
          <p:nvGrpSpPr>
            <p:cNvPr id="241710" name="Group 46"/>
            <p:cNvGrpSpPr>
              <a:grpSpLocks/>
            </p:cNvGrpSpPr>
            <p:nvPr/>
          </p:nvGrpSpPr>
          <p:grpSpPr bwMode="auto">
            <a:xfrm>
              <a:off x="381000" y="2017819"/>
              <a:ext cx="1011238" cy="3143250"/>
              <a:chOff x="1008" y="1922"/>
              <a:chExt cx="637" cy="1980"/>
            </a:xfrm>
          </p:grpSpPr>
          <p:grpSp>
            <p:nvGrpSpPr>
              <p:cNvPr id="241668" name="Group 4"/>
              <p:cNvGrpSpPr>
                <a:grpSpLocks/>
              </p:cNvGrpSpPr>
              <p:nvPr/>
            </p:nvGrpSpPr>
            <p:grpSpPr bwMode="auto">
              <a:xfrm>
                <a:off x="1008" y="1922"/>
                <a:ext cx="637" cy="1500"/>
                <a:chOff x="608" y="2454"/>
                <a:chExt cx="1261" cy="1500"/>
              </a:xfrm>
            </p:grpSpPr>
            <p:sp>
              <p:nvSpPr>
                <p:cNvPr id="241669" name="Rectangle 5"/>
                <p:cNvSpPr>
                  <a:spLocks noChangeArrowheads="1"/>
                </p:cNvSpPr>
                <p:nvPr/>
              </p:nvSpPr>
              <p:spPr bwMode="auto">
                <a:xfrm>
                  <a:off x="608" y="2454"/>
                  <a:ext cx="1261" cy="3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en-US" altLang="en-US"/>
                </a:p>
              </p:txBody>
            </p:sp>
            <p:sp>
              <p:nvSpPr>
                <p:cNvPr id="241670" name="Rectangle 6"/>
                <p:cNvSpPr>
                  <a:spLocks noChangeArrowheads="1"/>
                </p:cNvSpPr>
                <p:nvPr/>
              </p:nvSpPr>
              <p:spPr bwMode="auto">
                <a:xfrm>
                  <a:off x="608" y="2754"/>
                  <a:ext cx="1261" cy="3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en-US" altLang="en-US"/>
                </a:p>
              </p:txBody>
            </p:sp>
            <p:sp>
              <p:nvSpPr>
                <p:cNvPr id="241671" name="Rectangle 7"/>
                <p:cNvSpPr>
                  <a:spLocks noChangeArrowheads="1"/>
                </p:cNvSpPr>
                <p:nvPr/>
              </p:nvSpPr>
              <p:spPr bwMode="auto">
                <a:xfrm>
                  <a:off x="608" y="3054"/>
                  <a:ext cx="1261" cy="3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en-US" altLang="en-US"/>
                </a:p>
              </p:txBody>
            </p:sp>
            <p:sp>
              <p:nvSpPr>
                <p:cNvPr id="241672" name="Rectangle 8"/>
                <p:cNvSpPr>
                  <a:spLocks noChangeArrowheads="1"/>
                </p:cNvSpPr>
                <p:nvPr/>
              </p:nvSpPr>
              <p:spPr bwMode="auto">
                <a:xfrm>
                  <a:off x="608" y="3354"/>
                  <a:ext cx="1261" cy="3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en-US" altLang="en-US"/>
                </a:p>
              </p:txBody>
            </p:sp>
            <p:sp>
              <p:nvSpPr>
                <p:cNvPr id="241673" name="Rectangle 9"/>
                <p:cNvSpPr>
                  <a:spLocks noChangeArrowheads="1"/>
                </p:cNvSpPr>
                <p:nvPr/>
              </p:nvSpPr>
              <p:spPr bwMode="auto">
                <a:xfrm>
                  <a:off x="608" y="3654"/>
                  <a:ext cx="1261" cy="3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en-US" altLang="en-US"/>
                </a:p>
              </p:txBody>
            </p:sp>
          </p:grpSp>
          <p:grpSp>
            <p:nvGrpSpPr>
              <p:cNvPr id="241674" name="Group 10"/>
              <p:cNvGrpSpPr>
                <a:grpSpLocks/>
              </p:cNvGrpSpPr>
              <p:nvPr/>
            </p:nvGrpSpPr>
            <p:grpSpPr bwMode="auto">
              <a:xfrm>
                <a:off x="1177" y="1966"/>
                <a:ext cx="377" cy="315"/>
                <a:chOff x="2614" y="2862"/>
                <a:chExt cx="377" cy="315"/>
              </a:xfrm>
            </p:grpSpPr>
            <p:sp>
              <p:nvSpPr>
                <p:cNvPr id="241675" name="Rectangle 11"/>
                <p:cNvSpPr>
                  <a:spLocks noChangeArrowheads="1"/>
                </p:cNvSpPr>
                <p:nvPr/>
              </p:nvSpPr>
              <p:spPr bwMode="auto">
                <a:xfrm>
                  <a:off x="2614" y="3054"/>
                  <a:ext cx="377" cy="123"/>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41676" name="Oval 12"/>
                <p:cNvSpPr>
                  <a:spLocks noChangeArrowheads="1"/>
                </p:cNvSpPr>
                <p:nvPr/>
              </p:nvSpPr>
              <p:spPr bwMode="auto">
                <a:xfrm>
                  <a:off x="2614" y="2862"/>
                  <a:ext cx="377" cy="192"/>
                </a:xfrm>
                <a:prstGeom prst="ellipse">
                  <a:avLst/>
                </a:prstGeom>
                <a:solidFill>
                  <a:srgbClr val="CC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grpSp>
          <p:sp>
            <p:nvSpPr>
              <p:cNvPr id="241677" name="Text Box 13"/>
              <p:cNvSpPr txBox="1">
                <a:spLocks noChangeArrowheads="1"/>
              </p:cNvSpPr>
              <p:nvPr/>
            </p:nvSpPr>
            <p:spPr bwMode="auto">
              <a:xfrm>
                <a:off x="1061" y="3456"/>
                <a:ext cx="530" cy="4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000">
                    <a:solidFill>
                      <a:schemeClr val="accent2"/>
                    </a:solidFill>
                  </a:rPr>
                  <a:t>Client</a:t>
                </a:r>
              </a:p>
              <a:p>
                <a:pPr algn="ctr"/>
                <a:r>
                  <a:rPr lang="en-US" altLang="en-US" sz="2000">
                    <a:solidFill>
                      <a:schemeClr val="accent2"/>
                    </a:solidFill>
                  </a:rPr>
                  <a:t> IP: A</a:t>
                </a:r>
              </a:p>
            </p:txBody>
          </p:sp>
          <p:sp>
            <p:nvSpPr>
              <p:cNvPr id="241679" name="Line 15"/>
              <p:cNvSpPr>
                <a:spLocks noChangeShapeType="1"/>
              </p:cNvSpPr>
              <p:nvPr/>
            </p:nvSpPr>
            <p:spPr bwMode="auto">
              <a:xfrm>
                <a:off x="1296" y="2208"/>
                <a:ext cx="0" cy="1104"/>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41697" name="Line 33"/>
              <p:cNvSpPr>
                <a:spLocks noChangeShapeType="1"/>
              </p:cNvSpPr>
              <p:nvPr/>
            </p:nvSpPr>
            <p:spPr bwMode="auto">
              <a:xfrm flipV="1">
                <a:off x="1440" y="2256"/>
                <a:ext cx="0" cy="96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pSp>
        <p:grpSp>
          <p:nvGrpSpPr>
            <p:cNvPr id="241680" name="Group 16"/>
            <p:cNvGrpSpPr>
              <a:grpSpLocks/>
            </p:cNvGrpSpPr>
            <p:nvPr/>
          </p:nvGrpSpPr>
          <p:grpSpPr bwMode="auto">
            <a:xfrm>
              <a:off x="7575550" y="2057507"/>
              <a:ext cx="598488" cy="500063"/>
              <a:chOff x="2614" y="2862"/>
              <a:chExt cx="377" cy="315"/>
            </a:xfrm>
          </p:grpSpPr>
          <p:sp>
            <p:nvSpPr>
              <p:cNvPr id="241681" name="Rectangle 17"/>
              <p:cNvSpPr>
                <a:spLocks noChangeArrowheads="1"/>
              </p:cNvSpPr>
              <p:nvPr/>
            </p:nvSpPr>
            <p:spPr bwMode="auto">
              <a:xfrm>
                <a:off x="2614" y="3054"/>
                <a:ext cx="377" cy="123"/>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41682" name="Oval 18"/>
              <p:cNvSpPr>
                <a:spLocks noChangeArrowheads="1"/>
              </p:cNvSpPr>
              <p:nvPr/>
            </p:nvSpPr>
            <p:spPr bwMode="auto">
              <a:xfrm>
                <a:off x="2614" y="2862"/>
                <a:ext cx="377" cy="192"/>
              </a:xfrm>
              <a:prstGeom prst="ellipse">
                <a:avLst/>
              </a:prstGeom>
              <a:solidFill>
                <a:srgbClr val="CC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P1</a:t>
                </a:r>
              </a:p>
            </p:txBody>
          </p:sp>
        </p:grpSp>
        <p:grpSp>
          <p:nvGrpSpPr>
            <p:cNvPr id="241683" name="Group 19"/>
            <p:cNvGrpSpPr>
              <a:grpSpLocks/>
            </p:cNvGrpSpPr>
            <p:nvPr/>
          </p:nvGrpSpPr>
          <p:grpSpPr bwMode="auto">
            <a:xfrm>
              <a:off x="7543800" y="2017819"/>
              <a:ext cx="914400" cy="2381250"/>
              <a:chOff x="608" y="2454"/>
              <a:chExt cx="1261" cy="1500"/>
            </a:xfrm>
          </p:grpSpPr>
          <p:sp>
            <p:nvSpPr>
              <p:cNvPr id="241684" name="Rectangle 20"/>
              <p:cNvSpPr>
                <a:spLocks noChangeArrowheads="1"/>
              </p:cNvSpPr>
              <p:nvPr/>
            </p:nvSpPr>
            <p:spPr bwMode="auto">
              <a:xfrm>
                <a:off x="608" y="2454"/>
                <a:ext cx="1261" cy="3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241685" name="Rectangle 21"/>
              <p:cNvSpPr>
                <a:spLocks noChangeArrowheads="1"/>
              </p:cNvSpPr>
              <p:nvPr/>
            </p:nvSpPr>
            <p:spPr bwMode="auto">
              <a:xfrm>
                <a:off x="608" y="2754"/>
                <a:ext cx="1261" cy="3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241686" name="Rectangle 22"/>
              <p:cNvSpPr>
                <a:spLocks noChangeArrowheads="1"/>
              </p:cNvSpPr>
              <p:nvPr/>
            </p:nvSpPr>
            <p:spPr bwMode="auto">
              <a:xfrm>
                <a:off x="608" y="3054"/>
                <a:ext cx="1261" cy="3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241687" name="Rectangle 23"/>
              <p:cNvSpPr>
                <a:spLocks noChangeArrowheads="1"/>
              </p:cNvSpPr>
              <p:nvPr/>
            </p:nvSpPr>
            <p:spPr bwMode="auto">
              <a:xfrm>
                <a:off x="608" y="3354"/>
                <a:ext cx="1261" cy="3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241688" name="Rectangle 24"/>
              <p:cNvSpPr>
                <a:spLocks noChangeArrowheads="1"/>
              </p:cNvSpPr>
              <p:nvPr/>
            </p:nvSpPr>
            <p:spPr bwMode="auto">
              <a:xfrm>
                <a:off x="608" y="3654"/>
                <a:ext cx="1261" cy="3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grpSp>
        <p:grpSp>
          <p:nvGrpSpPr>
            <p:cNvPr id="241692" name="Group 28"/>
            <p:cNvGrpSpPr>
              <a:grpSpLocks/>
            </p:cNvGrpSpPr>
            <p:nvPr/>
          </p:nvGrpSpPr>
          <p:grpSpPr bwMode="auto">
            <a:xfrm>
              <a:off x="7637463" y="2094019"/>
              <a:ext cx="598488" cy="500063"/>
              <a:chOff x="2614" y="2862"/>
              <a:chExt cx="377" cy="315"/>
            </a:xfrm>
          </p:grpSpPr>
          <p:sp>
            <p:nvSpPr>
              <p:cNvPr id="241693" name="Rectangle 29"/>
              <p:cNvSpPr>
                <a:spLocks noChangeArrowheads="1"/>
              </p:cNvSpPr>
              <p:nvPr/>
            </p:nvSpPr>
            <p:spPr bwMode="auto">
              <a:xfrm>
                <a:off x="2614" y="3054"/>
                <a:ext cx="377" cy="123"/>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41694" name="Oval 30"/>
              <p:cNvSpPr>
                <a:spLocks noChangeArrowheads="1"/>
              </p:cNvSpPr>
              <p:nvPr/>
            </p:nvSpPr>
            <p:spPr bwMode="auto">
              <a:xfrm>
                <a:off x="2614" y="2862"/>
                <a:ext cx="377" cy="192"/>
              </a:xfrm>
              <a:prstGeom prst="ellipse">
                <a:avLst/>
              </a:prstGeom>
              <a:solidFill>
                <a:srgbClr val="CC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grpSp>
        <p:sp>
          <p:nvSpPr>
            <p:cNvPr id="241695" name="Line 31"/>
            <p:cNvSpPr>
              <a:spLocks noChangeShapeType="1"/>
            </p:cNvSpPr>
            <p:nvPr/>
          </p:nvSpPr>
          <p:spPr bwMode="auto">
            <a:xfrm flipV="1">
              <a:off x="7848600" y="2475019"/>
              <a:ext cx="0" cy="160020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41698" name="Line 34"/>
            <p:cNvSpPr>
              <a:spLocks noChangeShapeType="1"/>
            </p:cNvSpPr>
            <p:nvPr/>
          </p:nvSpPr>
          <p:spPr bwMode="auto">
            <a:xfrm>
              <a:off x="8077200" y="2475019"/>
              <a:ext cx="0" cy="175260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41713" name="Rectangle 49"/>
            <p:cNvSpPr>
              <a:spLocks noChangeArrowheads="1"/>
            </p:cNvSpPr>
            <p:nvPr/>
          </p:nvSpPr>
          <p:spPr bwMode="auto">
            <a:xfrm>
              <a:off x="3733800" y="2017819"/>
              <a:ext cx="1295400" cy="47625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en-US" altLang="en-US"/>
            </a:p>
          </p:txBody>
        </p:sp>
        <p:sp>
          <p:nvSpPr>
            <p:cNvPr id="241714" name="Rectangle 50"/>
            <p:cNvSpPr>
              <a:spLocks noChangeArrowheads="1"/>
            </p:cNvSpPr>
            <p:nvPr/>
          </p:nvSpPr>
          <p:spPr bwMode="auto">
            <a:xfrm>
              <a:off x="3733800" y="2494069"/>
              <a:ext cx="1295400" cy="47625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en-US" altLang="en-US"/>
            </a:p>
          </p:txBody>
        </p:sp>
        <p:sp>
          <p:nvSpPr>
            <p:cNvPr id="241715" name="Rectangle 51"/>
            <p:cNvSpPr>
              <a:spLocks noChangeArrowheads="1"/>
            </p:cNvSpPr>
            <p:nvPr/>
          </p:nvSpPr>
          <p:spPr bwMode="auto">
            <a:xfrm>
              <a:off x="3733800" y="2970319"/>
              <a:ext cx="1295400" cy="47625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en-US" altLang="en-US"/>
            </a:p>
          </p:txBody>
        </p:sp>
        <p:sp>
          <p:nvSpPr>
            <p:cNvPr id="241716" name="Rectangle 52"/>
            <p:cNvSpPr>
              <a:spLocks noChangeArrowheads="1"/>
            </p:cNvSpPr>
            <p:nvPr/>
          </p:nvSpPr>
          <p:spPr bwMode="auto">
            <a:xfrm>
              <a:off x="3733800" y="3446569"/>
              <a:ext cx="1295400" cy="47625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en-US" altLang="en-US"/>
            </a:p>
          </p:txBody>
        </p:sp>
        <p:sp>
          <p:nvSpPr>
            <p:cNvPr id="241717" name="Rectangle 53"/>
            <p:cNvSpPr>
              <a:spLocks noChangeArrowheads="1"/>
            </p:cNvSpPr>
            <p:nvPr/>
          </p:nvSpPr>
          <p:spPr bwMode="auto">
            <a:xfrm>
              <a:off x="3733800" y="3922819"/>
              <a:ext cx="1295400" cy="47625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en-US" altLang="en-US"/>
            </a:p>
          </p:txBody>
        </p:sp>
        <p:grpSp>
          <p:nvGrpSpPr>
            <p:cNvPr id="241718" name="Group 54"/>
            <p:cNvGrpSpPr>
              <a:grpSpLocks/>
            </p:cNvGrpSpPr>
            <p:nvPr/>
          </p:nvGrpSpPr>
          <p:grpSpPr bwMode="auto">
            <a:xfrm>
              <a:off x="4076700" y="2163869"/>
              <a:ext cx="766763" cy="500063"/>
              <a:chOff x="2614" y="2862"/>
              <a:chExt cx="377" cy="315"/>
            </a:xfrm>
          </p:grpSpPr>
          <p:sp>
            <p:nvSpPr>
              <p:cNvPr id="241719" name="Rectangle 55"/>
              <p:cNvSpPr>
                <a:spLocks noChangeArrowheads="1"/>
              </p:cNvSpPr>
              <p:nvPr/>
            </p:nvSpPr>
            <p:spPr bwMode="auto">
              <a:xfrm>
                <a:off x="2614" y="3054"/>
                <a:ext cx="377" cy="123"/>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41720" name="Oval 56"/>
              <p:cNvSpPr>
                <a:spLocks noChangeArrowheads="1"/>
              </p:cNvSpPr>
              <p:nvPr/>
            </p:nvSpPr>
            <p:spPr bwMode="auto">
              <a:xfrm>
                <a:off x="2614" y="2862"/>
                <a:ext cx="377" cy="192"/>
              </a:xfrm>
              <a:prstGeom prst="ellipse">
                <a:avLst/>
              </a:prstGeom>
              <a:solidFill>
                <a:srgbClr val="CC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grpSp>
        <p:sp>
          <p:nvSpPr>
            <p:cNvPr id="241721" name="Text Box 57"/>
            <p:cNvSpPr txBox="1">
              <a:spLocks noChangeArrowheads="1"/>
            </p:cNvSpPr>
            <p:nvPr/>
          </p:nvSpPr>
          <p:spPr bwMode="auto">
            <a:xfrm>
              <a:off x="3919538" y="4453044"/>
              <a:ext cx="939800" cy="708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000">
                  <a:solidFill>
                    <a:schemeClr val="accent2"/>
                  </a:solidFill>
                </a:rPr>
                <a:t>Server</a:t>
              </a:r>
            </a:p>
            <a:p>
              <a:pPr algn="ctr"/>
              <a:r>
                <a:rPr lang="en-US" altLang="en-US" sz="2000">
                  <a:solidFill>
                    <a:schemeClr val="accent2"/>
                  </a:solidFill>
                </a:rPr>
                <a:t>IP: C</a:t>
              </a:r>
            </a:p>
          </p:txBody>
        </p:sp>
        <p:sp>
          <p:nvSpPr>
            <p:cNvPr id="241722" name="Line 58"/>
            <p:cNvSpPr>
              <a:spLocks noChangeShapeType="1"/>
            </p:cNvSpPr>
            <p:nvPr/>
          </p:nvSpPr>
          <p:spPr bwMode="auto">
            <a:xfrm>
              <a:off x="4191000" y="2551219"/>
              <a:ext cx="0" cy="152400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41723" name="Line 59"/>
            <p:cNvSpPr>
              <a:spLocks noChangeShapeType="1"/>
            </p:cNvSpPr>
            <p:nvPr/>
          </p:nvSpPr>
          <p:spPr bwMode="auto">
            <a:xfrm flipV="1">
              <a:off x="4343400" y="2551219"/>
              <a:ext cx="0" cy="167640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41731" name="Line 67"/>
            <p:cNvSpPr>
              <a:spLocks noChangeShapeType="1"/>
            </p:cNvSpPr>
            <p:nvPr/>
          </p:nvSpPr>
          <p:spPr bwMode="auto">
            <a:xfrm>
              <a:off x="1066800" y="4075219"/>
              <a:ext cx="3124200" cy="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41732" name="Line 68"/>
            <p:cNvSpPr>
              <a:spLocks noChangeShapeType="1"/>
            </p:cNvSpPr>
            <p:nvPr/>
          </p:nvSpPr>
          <p:spPr bwMode="auto">
            <a:xfrm>
              <a:off x="838200" y="4227619"/>
              <a:ext cx="3505200" cy="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pSp>
          <p:nvGrpSpPr>
            <p:cNvPr id="241704" name="Group 40"/>
            <p:cNvGrpSpPr>
              <a:grpSpLocks/>
            </p:cNvGrpSpPr>
            <p:nvPr/>
          </p:nvGrpSpPr>
          <p:grpSpPr bwMode="auto">
            <a:xfrm>
              <a:off x="1611104" y="2989369"/>
              <a:ext cx="1295399" cy="914400"/>
              <a:chOff x="1860" y="3370"/>
              <a:chExt cx="624" cy="576"/>
            </a:xfrm>
          </p:grpSpPr>
          <p:sp>
            <p:nvSpPr>
              <p:cNvPr id="241705" name="Rectangle 41"/>
              <p:cNvSpPr>
                <a:spLocks noChangeArrowheads="1"/>
              </p:cNvSpPr>
              <p:nvPr/>
            </p:nvSpPr>
            <p:spPr bwMode="auto">
              <a:xfrm>
                <a:off x="1860" y="3370"/>
                <a:ext cx="624" cy="19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D-IP: A</a:t>
                </a:r>
              </a:p>
            </p:txBody>
          </p:sp>
          <p:sp>
            <p:nvSpPr>
              <p:cNvPr id="241706" name="Rectangle 42"/>
              <p:cNvSpPr>
                <a:spLocks noChangeArrowheads="1"/>
              </p:cNvSpPr>
              <p:nvPr/>
            </p:nvSpPr>
            <p:spPr bwMode="auto">
              <a:xfrm>
                <a:off x="1860" y="3562"/>
                <a:ext cx="624" cy="19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D-P: 46428</a:t>
                </a:r>
              </a:p>
            </p:txBody>
          </p:sp>
          <p:sp>
            <p:nvSpPr>
              <p:cNvPr id="241707" name="Rectangle 43"/>
              <p:cNvSpPr>
                <a:spLocks noChangeArrowheads="1"/>
              </p:cNvSpPr>
              <p:nvPr/>
            </p:nvSpPr>
            <p:spPr bwMode="auto">
              <a:xfrm>
                <a:off x="1860" y="3754"/>
                <a:ext cx="624" cy="19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grpSp>
        <p:sp>
          <p:nvSpPr>
            <p:cNvPr id="241734" name="Line 70"/>
            <p:cNvSpPr>
              <a:spLocks noChangeShapeType="1"/>
            </p:cNvSpPr>
            <p:nvPr/>
          </p:nvSpPr>
          <p:spPr bwMode="auto">
            <a:xfrm flipV="1">
              <a:off x="4572000" y="2551219"/>
              <a:ext cx="0" cy="167640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41735" name="Line 71"/>
            <p:cNvSpPr>
              <a:spLocks noChangeShapeType="1"/>
            </p:cNvSpPr>
            <p:nvPr/>
          </p:nvSpPr>
          <p:spPr bwMode="auto">
            <a:xfrm>
              <a:off x="4572000" y="4227619"/>
              <a:ext cx="3505200" cy="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41736" name="Line 72"/>
            <p:cNvSpPr>
              <a:spLocks noChangeShapeType="1"/>
            </p:cNvSpPr>
            <p:nvPr/>
          </p:nvSpPr>
          <p:spPr bwMode="auto">
            <a:xfrm>
              <a:off x="4343400" y="2703619"/>
              <a:ext cx="0" cy="152400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41737" name="Line 73"/>
            <p:cNvSpPr>
              <a:spLocks noChangeShapeType="1"/>
            </p:cNvSpPr>
            <p:nvPr/>
          </p:nvSpPr>
          <p:spPr bwMode="auto">
            <a:xfrm>
              <a:off x="4724400" y="2551219"/>
              <a:ext cx="0" cy="152400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41738" name="Line 74"/>
            <p:cNvSpPr>
              <a:spLocks noChangeShapeType="1"/>
            </p:cNvSpPr>
            <p:nvPr/>
          </p:nvSpPr>
          <p:spPr bwMode="auto">
            <a:xfrm>
              <a:off x="1219200" y="4227619"/>
              <a:ext cx="3124200" cy="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41739" name="Line 75"/>
            <p:cNvSpPr>
              <a:spLocks noChangeShapeType="1"/>
            </p:cNvSpPr>
            <p:nvPr/>
          </p:nvSpPr>
          <p:spPr bwMode="auto">
            <a:xfrm>
              <a:off x="4724400" y="4075219"/>
              <a:ext cx="3124200" cy="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pSp>
          <p:nvGrpSpPr>
            <p:cNvPr id="7" name="Group 6">
              <a:extLst>
                <a:ext uri="{FF2B5EF4-FFF2-40B4-BE49-F238E27FC236}">
                  <a16:creationId xmlns:a16="http://schemas.microsoft.com/office/drawing/2014/main" id="{25A7C126-440F-E259-CC2F-65EBD368FF94}"/>
                </a:ext>
              </a:extLst>
            </p:cNvPr>
            <p:cNvGrpSpPr/>
            <p:nvPr/>
          </p:nvGrpSpPr>
          <p:grpSpPr>
            <a:xfrm>
              <a:off x="2291073" y="4338744"/>
              <a:ext cx="1287150" cy="914400"/>
              <a:chOff x="1636712" y="4338744"/>
              <a:chExt cx="990601" cy="914400"/>
            </a:xfrm>
          </p:grpSpPr>
          <p:sp>
            <p:nvSpPr>
              <p:cNvPr id="241701" name="Rectangle 37"/>
              <p:cNvSpPr>
                <a:spLocks noChangeArrowheads="1"/>
              </p:cNvSpPr>
              <p:nvPr/>
            </p:nvSpPr>
            <p:spPr bwMode="auto">
              <a:xfrm>
                <a:off x="1636713" y="4338744"/>
                <a:ext cx="990600" cy="3048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D-IP: C</a:t>
                </a:r>
              </a:p>
            </p:txBody>
          </p:sp>
          <p:sp>
            <p:nvSpPr>
              <p:cNvPr id="241702" name="Rectangle 38"/>
              <p:cNvSpPr>
                <a:spLocks noChangeArrowheads="1"/>
              </p:cNvSpPr>
              <p:nvPr/>
            </p:nvSpPr>
            <p:spPr bwMode="auto">
              <a:xfrm>
                <a:off x="1636712" y="4643544"/>
                <a:ext cx="990601" cy="3048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D-P: 19157</a:t>
                </a:r>
              </a:p>
            </p:txBody>
          </p:sp>
          <p:sp>
            <p:nvSpPr>
              <p:cNvPr id="241703" name="Rectangle 39"/>
              <p:cNvSpPr>
                <a:spLocks noChangeArrowheads="1"/>
              </p:cNvSpPr>
              <p:nvPr/>
            </p:nvSpPr>
            <p:spPr bwMode="auto">
              <a:xfrm>
                <a:off x="1636713" y="4948344"/>
                <a:ext cx="990600" cy="3048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grpSp>
        <p:grpSp>
          <p:nvGrpSpPr>
            <p:cNvPr id="241742" name="Group 78"/>
            <p:cNvGrpSpPr>
              <a:grpSpLocks/>
            </p:cNvGrpSpPr>
            <p:nvPr/>
          </p:nvGrpSpPr>
          <p:grpSpPr bwMode="auto">
            <a:xfrm>
              <a:off x="5272086" y="4338744"/>
              <a:ext cx="1295400" cy="914400"/>
              <a:chOff x="2392" y="4198"/>
              <a:chExt cx="624" cy="576"/>
            </a:xfrm>
          </p:grpSpPr>
          <p:sp>
            <p:nvSpPr>
              <p:cNvPr id="241743" name="Rectangle 79"/>
              <p:cNvSpPr>
                <a:spLocks noChangeArrowheads="1"/>
              </p:cNvSpPr>
              <p:nvPr/>
            </p:nvSpPr>
            <p:spPr bwMode="auto">
              <a:xfrm>
                <a:off x="2392" y="4198"/>
                <a:ext cx="624" cy="19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D-IP: C</a:t>
                </a:r>
              </a:p>
            </p:txBody>
          </p:sp>
          <p:sp>
            <p:nvSpPr>
              <p:cNvPr id="241744" name="Rectangle 80"/>
              <p:cNvSpPr>
                <a:spLocks noChangeArrowheads="1"/>
              </p:cNvSpPr>
              <p:nvPr/>
            </p:nvSpPr>
            <p:spPr bwMode="auto">
              <a:xfrm>
                <a:off x="2392" y="4390"/>
                <a:ext cx="624" cy="19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D-P: 19157</a:t>
                </a:r>
              </a:p>
            </p:txBody>
          </p:sp>
          <p:sp>
            <p:nvSpPr>
              <p:cNvPr id="241745" name="Rectangle 81"/>
              <p:cNvSpPr>
                <a:spLocks noChangeArrowheads="1"/>
              </p:cNvSpPr>
              <p:nvPr/>
            </p:nvSpPr>
            <p:spPr bwMode="auto">
              <a:xfrm>
                <a:off x="2392" y="4582"/>
                <a:ext cx="624" cy="19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grpSp>
        <p:cxnSp>
          <p:nvCxnSpPr>
            <p:cNvPr id="5" name="Straight Connector 4"/>
            <p:cNvCxnSpPr>
              <a:stCxn id="241679" idx="0"/>
              <a:endCxn id="241732" idx="0"/>
            </p:cNvCxnSpPr>
            <p:nvPr/>
          </p:nvCxnSpPr>
          <p:spPr>
            <a:xfrm>
              <a:off x="838200" y="2471844"/>
              <a:ext cx="0" cy="1755775"/>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72" name="Straight Connector 71"/>
            <p:cNvCxnSpPr>
              <a:stCxn id="241732" idx="0"/>
              <a:endCxn id="241738" idx="1"/>
            </p:cNvCxnSpPr>
            <p:nvPr/>
          </p:nvCxnSpPr>
          <p:spPr>
            <a:xfrm>
              <a:off x="838200" y="4227619"/>
              <a:ext cx="3505200" cy="1"/>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75" name="Straight Connector 74"/>
            <p:cNvCxnSpPr>
              <a:stCxn id="241736" idx="0"/>
              <a:endCxn id="241736" idx="1"/>
            </p:cNvCxnSpPr>
            <p:nvPr/>
          </p:nvCxnSpPr>
          <p:spPr>
            <a:xfrm>
              <a:off x="4343400" y="2703619"/>
              <a:ext cx="1" cy="1524000"/>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78" name="Straight Connector 77"/>
            <p:cNvCxnSpPr/>
            <p:nvPr/>
          </p:nvCxnSpPr>
          <p:spPr>
            <a:xfrm>
              <a:off x="4574943" y="2704489"/>
              <a:ext cx="1" cy="1524000"/>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79" name="Straight Connector 78"/>
            <p:cNvCxnSpPr/>
            <p:nvPr/>
          </p:nvCxnSpPr>
          <p:spPr>
            <a:xfrm>
              <a:off x="4569058" y="4224443"/>
              <a:ext cx="3505200" cy="1"/>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80" name="Straight Connector 79"/>
            <p:cNvCxnSpPr/>
            <p:nvPr/>
          </p:nvCxnSpPr>
          <p:spPr>
            <a:xfrm>
              <a:off x="8074258" y="2475019"/>
              <a:ext cx="0" cy="1755775"/>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15" name="TextBox 14"/>
            <p:cNvSpPr txBox="1"/>
            <p:nvPr/>
          </p:nvSpPr>
          <p:spPr>
            <a:xfrm>
              <a:off x="227822" y="1600346"/>
              <a:ext cx="1441420" cy="369332"/>
            </a:xfrm>
            <a:prstGeom prst="rect">
              <a:avLst/>
            </a:prstGeom>
            <a:noFill/>
          </p:spPr>
          <p:txBody>
            <a:bodyPr wrap="none" rtlCol="0">
              <a:spAutoFit/>
            </a:bodyPr>
            <a:lstStyle/>
            <a:p>
              <a:r>
                <a:rPr lang="en-NZ"/>
                <a:t>Port# 46428</a:t>
              </a:r>
            </a:p>
          </p:txBody>
        </p:sp>
        <p:sp>
          <p:nvSpPr>
            <p:cNvPr id="90" name="TextBox 89"/>
            <p:cNvSpPr txBox="1"/>
            <p:nvPr/>
          </p:nvSpPr>
          <p:spPr>
            <a:xfrm>
              <a:off x="3724910" y="1603879"/>
              <a:ext cx="1441420" cy="369332"/>
            </a:xfrm>
            <a:prstGeom prst="rect">
              <a:avLst/>
            </a:prstGeom>
            <a:noFill/>
          </p:spPr>
          <p:txBody>
            <a:bodyPr wrap="none" rtlCol="0">
              <a:spAutoFit/>
            </a:bodyPr>
            <a:lstStyle/>
            <a:p>
              <a:r>
                <a:rPr lang="en-NZ"/>
                <a:t>Port# 19157</a:t>
              </a:r>
            </a:p>
          </p:txBody>
        </p:sp>
        <p:sp>
          <p:nvSpPr>
            <p:cNvPr id="91" name="TextBox 90"/>
            <p:cNvSpPr txBox="1"/>
            <p:nvPr/>
          </p:nvSpPr>
          <p:spPr>
            <a:xfrm>
              <a:off x="7313729" y="1600346"/>
              <a:ext cx="1441420" cy="369332"/>
            </a:xfrm>
            <a:prstGeom prst="rect">
              <a:avLst/>
            </a:prstGeom>
            <a:noFill/>
          </p:spPr>
          <p:txBody>
            <a:bodyPr wrap="none" rtlCol="0">
              <a:spAutoFit/>
            </a:bodyPr>
            <a:lstStyle/>
            <a:p>
              <a:r>
                <a:rPr lang="en-NZ"/>
                <a:t>Port# 42345</a:t>
              </a:r>
            </a:p>
          </p:txBody>
        </p:sp>
        <p:grpSp>
          <p:nvGrpSpPr>
            <p:cNvPr id="6" name="Group 40">
              <a:extLst>
                <a:ext uri="{FF2B5EF4-FFF2-40B4-BE49-F238E27FC236}">
                  <a16:creationId xmlns:a16="http://schemas.microsoft.com/office/drawing/2014/main" id="{200AE563-06F0-3AAB-2A3C-F7D2177D08CD}"/>
                </a:ext>
              </a:extLst>
            </p:cNvPr>
            <p:cNvGrpSpPr>
              <a:grpSpLocks/>
            </p:cNvGrpSpPr>
            <p:nvPr/>
          </p:nvGrpSpPr>
          <p:grpSpPr bwMode="auto">
            <a:xfrm>
              <a:off x="6018329" y="2973498"/>
              <a:ext cx="1295400" cy="914400"/>
              <a:chOff x="1860" y="3370"/>
              <a:chExt cx="624" cy="576"/>
            </a:xfrm>
          </p:grpSpPr>
          <p:sp>
            <p:nvSpPr>
              <p:cNvPr id="9" name="Rectangle 41">
                <a:extLst>
                  <a:ext uri="{FF2B5EF4-FFF2-40B4-BE49-F238E27FC236}">
                    <a16:creationId xmlns:a16="http://schemas.microsoft.com/office/drawing/2014/main" id="{53CE4E6A-E31C-869B-C669-F3979551F5E6}"/>
                  </a:ext>
                </a:extLst>
              </p:cNvPr>
              <p:cNvSpPr>
                <a:spLocks noChangeArrowheads="1"/>
              </p:cNvSpPr>
              <p:nvPr/>
            </p:nvSpPr>
            <p:spPr bwMode="auto">
              <a:xfrm>
                <a:off x="1860" y="3370"/>
                <a:ext cx="624" cy="19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D-IP: B</a:t>
                </a:r>
              </a:p>
            </p:txBody>
          </p:sp>
          <p:sp>
            <p:nvSpPr>
              <p:cNvPr id="10" name="Rectangle 42">
                <a:extLst>
                  <a:ext uri="{FF2B5EF4-FFF2-40B4-BE49-F238E27FC236}">
                    <a16:creationId xmlns:a16="http://schemas.microsoft.com/office/drawing/2014/main" id="{89551DA5-5F83-874B-1B60-9BB60147468F}"/>
                  </a:ext>
                </a:extLst>
              </p:cNvPr>
              <p:cNvSpPr>
                <a:spLocks noChangeArrowheads="1"/>
              </p:cNvSpPr>
              <p:nvPr/>
            </p:nvSpPr>
            <p:spPr bwMode="auto">
              <a:xfrm>
                <a:off x="1860" y="3562"/>
                <a:ext cx="624" cy="19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D-P: 42345</a:t>
                </a:r>
              </a:p>
            </p:txBody>
          </p:sp>
          <p:sp>
            <p:nvSpPr>
              <p:cNvPr id="11" name="Rectangle 43">
                <a:extLst>
                  <a:ext uri="{FF2B5EF4-FFF2-40B4-BE49-F238E27FC236}">
                    <a16:creationId xmlns:a16="http://schemas.microsoft.com/office/drawing/2014/main" id="{7B4BDF6C-EDD5-FAFF-D4E3-59285B6E26F5}"/>
                  </a:ext>
                </a:extLst>
              </p:cNvPr>
              <p:cNvSpPr>
                <a:spLocks noChangeArrowheads="1"/>
              </p:cNvSpPr>
              <p:nvPr/>
            </p:nvSpPr>
            <p:spPr bwMode="auto">
              <a:xfrm>
                <a:off x="1860" y="3754"/>
                <a:ext cx="624" cy="19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grpSp>
      </p:grpSp>
      <p:sp>
        <p:nvSpPr>
          <p:cNvPr id="12" name="Oval Callout 81">
            <a:extLst>
              <a:ext uri="{FF2B5EF4-FFF2-40B4-BE49-F238E27FC236}">
                <a16:creationId xmlns:a16="http://schemas.microsoft.com/office/drawing/2014/main" id="{FFA81CE9-3586-7C4D-0FF6-679D4BFBA1AE}"/>
              </a:ext>
            </a:extLst>
          </p:cNvPr>
          <p:cNvSpPr/>
          <p:nvPr/>
        </p:nvSpPr>
        <p:spPr>
          <a:xfrm>
            <a:off x="1868916" y="5544421"/>
            <a:ext cx="5406167" cy="1074082"/>
          </a:xfrm>
          <a:prstGeom prst="wedgeEllipseCallout">
            <a:avLst>
              <a:gd name="adj1" fmla="val 46144"/>
              <a:gd name="adj2" fmla="val -2061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1800">
                <a:solidFill>
                  <a:schemeClr val="tx1"/>
                </a:solidFill>
              </a:rPr>
              <a:t>The source port serves as part of a “return address”.</a:t>
            </a:r>
            <a:endParaRPr lang="en-US" altLang="en-US">
              <a:solidFill>
                <a:schemeClr val="tx1"/>
              </a:solidFill>
            </a:endParaRPr>
          </a:p>
        </p:txBody>
      </p:sp>
    </p:spTree>
    <p:extLst>
      <p:ext uri="{BB962C8B-B14F-4D97-AF65-F5344CB8AC3E}">
        <p14:creationId xmlns:p14="http://schemas.microsoft.com/office/powerpoint/2010/main" val="1534104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E5978-3808-3D4A-559B-BE8CF2FD59E8}"/>
              </a:ext>
            </a:extLst>
          </p:cNvPr>
          <p:cNvSpPr>
            <a:spLocks noGrp="1"/>
          </p:cNvSpPr>
          <p:nvPr>
            <p:ph type="title"/>
          </p:nvPr>
        </p:nvSpPr>
        <p:spPr/>
        <p:txBody>
          <a:bodyPr/>
          <a:lstStyle/>
          <a:p>
            <a:r>
              <a:rPr lang="en-US" altLang="en-US"/>
              <a:t>Connection-Oriented Demultiplexing</a:t>
            </a:r>
            <a:endParaRPr lang="en-AU"/>
          </a:p>
        </p:txBody>
      </p:sp>
      <p:sp>
        <p:nvSpPr>
          <p:cNvPr id="3" name="Content Placeholder 2">
            <a:extLst>
              <a:ext uri="{FF2B5EF4-FFF2-40B4-BE49-F238E27FC236}">
                <a16:creationId xmlns:a16="http://schemas.microsoft.com/office/drawing/2014/main" id="{94F1F720-25AD-E7DA-E3BF-7715D90A36B9}"/>
              </a:ext>
            </a:extLst>
          </p:cNvPr>
          <p:cNvSpPr>
            <a:spLocks noGrp="1"/>
          </p:cNvSpPr>
          <p:nvPr>
            <p:ph idx="1"/>
          </p:nvPr>
        </p:nvSpPr>
        <p:spPr/>
        <p:txBody>
          <a:bodyPr/>
          <a:lstStyle/>
          <a:p>
            <a:pPr>
              <a:spcBef>
                <a:spcPts val="1200"/>
              </a:spcBef>
              <a:spcAft>
                <a:spcPts val="600"/>
              </a:spcAft>
            </a:pPr>
            <a:r>
              <a:rPr lang="en-US" altLang="en-US" sz="2400" dirty="0"/>
              <a:t>A TCP socket is identified by a 4-tuple</a:t>
            </a:r>
          </a:p>
          <a:p>
            <a:pPr lvl="1">
              <a:spcBef>
                <a:spcPts val="1200"/>
              </a:spcBef>
              <a:spcAft>
                <a:spcPts val="600"/>
              </a:spcAft>
            </a:pPr>
            <a:r>
              <a:rPr lang="en-US" altLang="en-US" sz="2000" dirty="0">
                <a:solidFill>
                  <a:srgbClr val="FF0000"/>
                </a:solidFill>
              </a:rPr>
              <a:t>Source IP address</a:t>
            </a:r>
          </a:p>
          <a:p>
            <a:pPr lvl="1">
              <a:spcBef>
                <a:spcPts val="600"/>
              </a:spcBef>
              <a:spcAft>
                <a:spcPts val="600"/>
              </a:spcAft>
            </a:pPr>
            <a:r>
              <a:rPr lang="en-US" altLang="en-US" sz="2000" dirty="0">
                <a:solidFill>
                  <a:srgbClr val="FF0000"/>
                </a:solidFill>
              </a:rPr>
              <a:t>Source port number</a:t>
            </a:r>
          </a:p>
          <a:p>
            <a:pPr lvl="1">
              <a:spcBef>
                <a:spcPts val="600"/>
              </a:spcBef>
              <a:spcAft>
                <a:spcPts val="600"/>
              </a:spcAft>
            </a:pPr>
            <a:r>
              <a:rPr lang="en-US" altLang="en-US" sz="2000" dirty="0">
                <a:solidFill>
                  <a:srgbClr val="FF0000"/>
                </a:solidFill>
              </a:rPr>
              <a:t>Destination IP address</a:t>
            </a:r>
          </a:p>
          <a:p>
            <a:pPr lvl="1">
              <a:spcBef>
                <a:spcPts val="600"/>
              </a:spcBef>
              <a:spcAft>
                <a:spcPts val="600"/>
              </a:spcAft>
            </a:pPr>
            <a:r>
              <a:rPr lang="en-US" altLang="en-US" sz="2000" dirty="0">
                <a:solidFill>
                  <a:srgbClr val="FF0000"/>
                </a:solidFill>
              </a:rPr>
              <a:t>Destination port number</a:t>
            </a:r>
            <a:endParaRPr lang="en-US" altLang="en-US" sz="2400" dirty="0"/>
          </a:p>
          <a:p>
            <a:pPr>
              <a:spcBef>
                <a:spcPts val="1200"/>
              </a:spcBef>
              <a:spcAft>
                <a:spcPts val="600"/>
              </a:spcAft>
            </a:pPr>
            <a:r>
              <a:rPr lang="en-US" altLang="en-US" sz="2400" dirty="0"/>
              <a:t>The server host may support many simultaneous TCP sockets</a:t>
            </a:r>
          </a:p>
          <a:p>
            <a:pPr lvl="1">
              <a:spcBef>
                <a:spcPts val="1200"/>
              </a:spcBef>
              <a:spcAft>
                <a:spcPts val="600"/>
              </a:spcAft>
            </a:pPr>
            <a:r>
              <a:rPr lang="en-US" altLang="en-US" sz="2000" dirty="0"/>
              <a:t>Each socket is attached to a process</a:t>
            </a:r>
          </a:p>
          <a:p>
            <a:pPr lvl="1">
              <a:spcBef>
                <a:spcPts val="1200"/>
              </a:spcBef>
              <a:spcAft>
                <a:spcPts val="600"/>
              </a:spcAft>
            </a:pPr>
            <a:r>
              <a:rPr lang="en-US" altLang="en-US" sz="2000" dirty="0"/>
              <a:t>Each socket is identified by its own 4-tuple</a:t>
            </a:r>
          </a:p>
          <a:p>
            <a:pPr>
              <a:spcBef>
                <a:spcPts val="1200"/>
              </a:spcBef>
              <a:spcAft>
                <a:spcPts val="600"/>
              </a:spcAft>
            </a:pPr>
            <a:endParaRPr lang="en-US" altLang="en-US" sz="2400" dirty="0"/>
          </a:p>
          <a:p>
            <a:pPr>
              <a:spcBef>
                <a:spcPts val="1200"/>
              </a:spcBef>
              <a:spcAft>
                <a:spcPts val="600"/>
              </a:spcAft>
            </a:pPr>
            <a:endParaRPr lang="en-AU" dirty="0"/>
          </a:p>
        </p:txBody>
      </p:sp>
      <p:sp>
        <p:nvSpPr>
          <p:cNvPr id="4" name="Slide Number Placeholder 3">
            <a:extLst>
              <a:ext uri="{FF2B5EF4-FFF2-40B4-BE49-F238E27FC236}">
                <a16:creationId xmlns:a16="http://schemas.microsoft.com/office/drawing/2014/main" id="{682401E0-62D6-6E99-C3FA-76DC5CDC90B3}"/>
              </a:ext>
            </a:extLst>
          </p:cNvPr>
          <p:cNvSpPr>
            <a:spLocks noGrp="1"/>
          </p:cNvSpPr>
          <p:nvPr>
            <p:ph type="sldNum" sz="quarter" idx="4"/>
          </p:nvPr>
        </p:nvSpPr>
        <p:spPr/>
        <p:txBody>
          <a:bodyPr/>
          <a:lstStyle/>
          <a:p>
            <a:pPr>
              <a:defRPr/>
            </a:pPr>
            <a:fld id="{DACE9E11-39C8-4E20-894F-A4A883CCF6EF}" type="slidenum">
              <a:rPr lang="en-US" smtClean="0"/>
              <a:pPr>
                <a:defRPr/>
              </a:pPr>
              <a:t>13</a:t>
            </a:fld>
            <a:endParaRPr lang="en-US"/>
          </a:p>
        </p:txBody>
      </p:sp>
    </p:spTree>
    <p:extLst>
      <p:ext uri="{BB962C8B-B14F-4D97-AF65-F5344CB8AC3E}">
        <p14:creationId xmlns:p14="http://schemas.microsoft.com/office/powerpoint/2010/main" val="25641101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3E1D7-C564-BAF4-2E8E-502A846BDC3F}"/>
              </a:ext>
            </a:extLst>
          </p:cNvPr>
          <p:cNvSpPr>
            <a:spLocks noGrp="1"/>
          </p:cNvSpPr>
          <p:nvPr>
            <p:ph type="title"/>
          </p:nvPr>
        </p:nvSpPr>
        <p:spPr>
          <a:xfrm>
            <a:off x="0" y="70056"/>
            <a:ext cx="9144000" cy="723900"/>
          </a:xfrm>
        </p:spPr>
        <p:txBody>
          <a:bodyPr/>
          <a:lstStyle/>
          <a:p>
            <a:r>
              <a:rPr lang="en-US" altLang="en-US"/>
              <a:t>Connection-Oriented Demultiplexing (cont.)</a:t>
            </a:r>
            <a:endParaRPr lang="en-AU"/>
          </a:p>
        </p:txBody>
      </p:sp>
      <p:sp>
        <p:nvSpPr>
          <p:cNvPr id="4" name="Slide Number Placeholder 3">
            <a:extLst>
              <a:ext uri="{FF2B5EF4-FFF2-40B4-BE49-F238E27FC236}">
                <a16:creationId xmlns:a16="http://schemas.microsoft.com/office/drawing/2014/main" id="{9AF23960-5FF2-667B-77CC-F4B2ED40AD6C}"/>
              </a:ext>
            </a:extLst>
          </p:cNvPr>
          <p:cNvSpPr>
            <a:spLocks noGrp="1"/>
          </p:cNvSpPr>
          <p:nvPr>
            <p:ph type="sldNum" sz="quarter" idx="4"/>
          </p:nvPr>
        </p:nvSpPr>
        <p:spPr/>
        <p:txBody>
          <a:bodyPr/>
          <a:lstStyle/>
          <a:p>
            <a:pPr>
              <a:defRPr/>
            </a:pPr>
            <a:fld id="{DACE9E11-39C8-4E20-894F-A4A883CCF6EF}" type="slidenum">
              <a:rPr lang="en-US" smtClean="0"/>
              <a:pPr>
                <a:defRPr/>
              </a:pPr>
              <a:t>14</a:t>
            </a:fld>
            <a:endParaRPr lang="en-US"/>
          </a:p>
        </p:txBody>
      </p:sp>
      <p:sp>
        <p:nvSpPr>
          <p:cNvPr id="82" name="Oval Callout 81"/>
          <p:cNvSpPr/>
          <p:nvPr/>
        </p:nvSpPr>
        <p:spPr>
          <a:xfrm>
            <a:off x="1259316" y="5423623"/>
            <a:ext cx="6269767" cy="1256851"/>
          </a:xfrm>
          <a:prstGeom prst="wedgeEllipseCallout">
            <a:avLst>
              <a:gd name="adj1" fmla="val 46144"/>
              <a:gd name="adj2" fmla="val -2061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a:solidFill>
                  <a:schemeClr val="tx1"/>
                </a:solidFill>
              </a:rPr>
              <a:t>The same Web server has different sockets for different processes at clients.</a:t>
            </a:r>
          </a:p>
        </p:txBody>
      </p:sp>
      <p:grpSp>
        <p:nvGrpSpPr>
          <p:cNvPr id="9" name="Group 8">
            <a:extLst>
              <a:ext uri="{FF2B5EF4-FFF2-40B4-BE49-F238E27FC236}">
                <a16:creationId xmlns:a16="http://schemas.microsoft.com/office/drawing/2014/main" id="{8572DE5C-0A23-FD0B-846C-7AB730D224BC}"/>
              </a:ext>
            </a:extLst>
          </p:cNvPr>
          <p:cNvGrpSpPr/>
          <p:nvPr/>
        </p:nvGrpSpPr>
        <p:grpSpPr>
          <a:xfrm>
            <a:off x="355600" y="1297296"/>
            <a:ext cx="8407400" cy="3808104"/>
            <a:chOff x="203200" y="1308100"/>
            <a:chExt cx="8407400" cy="3808104"/>
          </a:xfrm>
        </p:grpSpPr>
        <p:sp>
          <p:nvSpPr>
            <p:cNvPr id="246788" name="Text Box 4"/>
            <p:cNvSpPr txBox="1">
              <a:spLocks noChangeArrowheads="1"/>
            </p:cNvSpPr>
            <p:nvPr/>
          </p:nvSpPr>
          <p:spPr bwMode="auto">
            <a:xfrm>
              <a:off x="7109281" y="3741678"/>
              <a:ext cx="841897" cy="6771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000">
                  <a:solidFill>
                    <a:schemeClr val="accent2"/>
                  </a:solidFill>
                </a:rPr>
                <a:t>Client</a:t>
              </a:r>
            </a:p>
            <a:p>
              <a:pPr algn="ctr"/>
              <a:r>
                <a:rPr lang="en-US" altLang="en-US">
                  <a:solidFill>
                    <a:schemeClr val="accent2"/>
                  </a:solidFill>
                </a:rPr>
                <a:t>IP: B</a:t>
              </a:r>
            </a:p>
          </p:txBody>
        </p:sp>
        <p:grpSp>
          <p:nvGrpSpPr>
            <p:cNvPr id="246790" name="Group 6"/>
            <p:cNvGrpSpPr>
              <a:grpSpLocks/>
            </p:cNvGrpSpPr>
            <p:nvPr/>
          </p:nvGrpSpPr>
          <p:grpSpPr bwMode="auto">
            <a:xfrm>
              <a:off x="203200" y="1308100"/>
              <a:ext cx="1011238" cy="2381250"/>
              <a:chOff x="608" y="2454"/>
              <a:chExt cx="1261" cy="1500"/>
            </a:xfrm>
          </p:grpSpPr>
          <p:sp>
            <p:nvSpPr>
              <p:cNvPr id="246791" name="Rectangle 7"/>
              <p:cNvSpPr>
                <a:spLocks noChangeArrowheads="1"/>
              </p:cNvSpPr>
              <p:nvPr/>
            </p:nvSpPr>
            <p:spPr bwMode="auto">
              <a:xfrm>
                <a:off x="608" y="2454"/>
                <a:ext cx="1261" cy="3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en-US" altLang="en-US"/>
              </a:p>
            </p:txBody>
          </p:sp>
          <p:sp>
            <p:nvSpPr>
              <p:cNvPr id="246792" name="Rectangle 8"/>
              <p:cNvSpPr>
                <a:spLocks noChangeArrowheads="1"/>
              </p:cNvSpPr>
              <p:nvPr/>
            </p:nvSpPr>
            <p:spPr bwMode="auto">
              <a:xfrm>
                <a:off x="608" y="2754"/>
                <a:ext cx="1261" cy="3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en-US" altLang="en-US"/>
              </a:p>
            </p:txBody>
          </p:sp>
          <p:sp>
            <p:nvSpPr>
              <p:cNvPr id="246793" name="Rectangle 9"/>
              <p:cNvSpPr>
                <a:spLocks noChangeArrowheads="1"/>
              </p:cNvSpPr>
              <p:nvPr/>
            </p:nvSpPr>
            <p:spPr bwMode="auto">
              <a:xfrm>
                <a:off x="608" y="3054"/>
                <a:ext cx="1261" cy="3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en-US" altLang="en-US"/>
              </a:p>
            </p:txBody>
          </p:sp>
          <p:sp>
            <p:nvSpPr>
              <p:cNvPr id="246794" name="Rectangle 10"/>
              <p:cNvSpPr>
                <a:spLocks noChangeArrowheads="1"/>
              </p:cNvSpPr>
              <p:nvPr/>
            </p:nvSpPr>
            <p:spPr bwMode="auto">
              <a:xfrm>
                <a:off x="608" y="3354"/>
                <a:ext cx="1261" cy="3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en-US" altLang="en-US"/>
              </a:p>
            </p:txBody>
          </p:sp>
          <p:sp>
            <p:nvSpPr>
              <p:cNvPr id="246795" name="Rectangle 11"/>
              <p:cNvSpPr>
                <a:spLocks noChangeArrowheads="1"/>
              </p:cNvSpPr>
              <p:nvPr/>
            </p:nvSpPr>
            <p:spPr bwMode="auto">
              <a:xfrm>
                <a:off x="608" y="3654"/>
                <a:ext cx="1261" cy="3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en-US" altLang="en-US"/>
              </a:p>
            </p:txBody>
          </p:sp>
        </p:grpSp>
        <p:grpSp>
          <p:nvGrpSpPr>
            <p:cNvPr id="246796" name="Group 12"/>
            <p:cNvGrpSpPr>
              <a:grpSpLocks/>
            </p:cNvGrpSpPr>
            <p:nvPr/>
          </p:nvGrpSpPr>
          <p:grpSpPr bwMode="auto">
            <a:xfrm>
              <a:off x="381000" y="1377950"/>
              <a:ext cx="598488" cy="500063"/>
              <a:chOff x="2614" y="2862"/>
              <a:chExt cx="377" cy="315"/>
            </a:xfrm>
          </p:grpSpPr>
          <p:sp>
            <p:nvSpPr>
              <p:cNvPr id="246797" name="Rectangle 13"/>
              <p:cNvSpPr>
                <a:spLocks noChangeArrowheads="1"/>
              </p:cNvSpPr>
              <p:nvPr/>
            </p:nvSpPr>
            <p:spPr bwMode="auto">
              <a:xfrm>
                <a:off x="2614" y="3054"/>
                <a:ext cx="377" cy="123"/>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46798" name="Oval 14"/>
              <p:cNvSpPr>
                <a:spLocks noChangeArrowheads="1"/>
              </p:cNvSpPr>
              <p:nvPr/>
            </p:nvSpPr>
            <p:spPr bwMode="auto">
              <a:xfrm>
                <a:off x="2614" y="2862"/>
                <a:ext cx="377" cy="192"/>
              </a:xfrm>
              <a:prstGeom prst="ellipse">
                <a:avLst/>
              </a:prstGeom>
              <a:solidFill>
                <a:srgbClr val="CC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grpSp>
        <p:sp>
          <p:nvSpPr>
            <p:cNvPr id="246799" name="Text Box 15"/>
            <p:cNvSpPr txBox="1">
              <a:spLocks noChangeArrowheads="1"/>
            </p:cNvSpPr>
            <p:nvPr/>
          </p:nvSpPr>
          <p:spPr bwMode="auto">
            <a:xfrm>
              <a:off x="287338" y="3743325"/>
              <a:ext cx="841375" cy="708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000">
                  <a:solidFill>
                    <a:schemeClr val="accent2"/>
                  </a:solidFill>
                </a:rPr>
                <a:t>Client</a:t>
              </a:r>
            </a:p>
            <a:p>
              <a:pPr algn="ctr"/>
              <a:r>
                <a:rPr lang="en-US" altLang="en-US" sz="2000">
                  <a:solidFill>
                    <a:schemeClr val="accent2"/>
                  </a:solidFill>
                </a:rPr>
                <a:t> IP: A</a:t>
              </a:r>
            </a:p>
          </p:txBody>
        </p:sp>
        <p:sp>
          <p:nvSpPr>
            <p:cNvPr id="246800" name="Line 16"/>
            <p:cNvSpPr>
              <a:spLocks noChangeShapeType="1"/>
            </p:cNvSpPr>
            <p:nvPr/>
          </p:nvSpPr>
          <p:spPr bwMode="auto">
            <a:xfrm>
              <a:off x="660400" y="1841499"/>
              <a:ext cx="0" cy="1673225"/>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pSp>
          <p:nvGrpSpPr>
            <p:cNvPr id="246802" name="Group 18"/>
            <p:cNvGrpSpPr>
              <a:grpSpLocks/>
            </p:cNvGrpSpPr>
            <p:nvPr/>
          </p:nvGrpSpPr>
          <p:grpSpPr bwMode="auto">
            <a:xfrm>
              <a:off x="7748587" y="1347788"/>
              <a:ext cx="598488" cy="500062"/>
              <a:chOff x="2614" y="2862"/>
              <a:chExt cx="377" cy="315"/>
            </a:xfrm>
          </p:grpSpPr>
          <p:sp>
            <p:nvSpPr>
              <p:cNvPr id="246803" name="Rectangle 19"/>
              <p:cNvSpPr>
                <a:spLocks noChangeArrowheads="1"/>
              </p:cNvSpPr>
              <p:nvPr/>
            </p:nvSpPr>
            <p:spPr bwMode="auto">
              <a:xfrm>
                <a:off x="2614" y="3054"/>
                <a:ext cx="377" cy="123"/>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46804" name="Oval 20"/>
              <p:cNvSpPr>
                <a:spLocks noChangeArrowheads="1"/>
              </p:cNvSpPr>
              <p:nvPr/>
            </p:nvSpPr>
            <p:spPr bwMode="auto">
              <a:xfrm>
                <a:off x="2614" y="2862"/>
                <a:ext cx="377" cy="192"/>
              </a:xfrm>
              <a:prstGeom prst="ellipse">
                <a:avLst/>
              </a:prstGeom>
              <a:solidFill>
                <a:srgbClr val="CC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P1</a:t>
                </a:r>
              </a:p>
            </p:txBody>
          </p:sp>
        </p:grpSp>
        <p:grpSp>
          <p:nvGrpSpPr>
            <p:cNvPr id="246805" name="Group 21"/>
            <p:cNvGrpSpPr>
              <a:grpSpLocks/>
            </p:cNvGrpSpPr>
            <p:nvPr/>
          </p:nvGrpSpPr>
          <p:grpSpPr bwMode="auto">
            <a:xfrm>
              <a:off x="7107237" y="1308100"/>
              <a:ext cx="1503363" cy="2381250"/>
              <a:chOff x="608" y="2454"/>
              <a:chExt cx="1261" cy="1500"/>
            </a:xfrm>
          </p:grpSpPr>
          <p:sp>
            <p:nvSpPr>
              <p:cNvPr id="246806" name="Rectangle 22"/>
              <p:cNvSpPr>
                <a:spLocks noChangeArrowheads="1"/>
              </p:cNvSpPr>
              <p:nvPr/>
            </p:nvSpPr>
            <p:spPr bwMode="auto">
              <a:xfrm>
                <a:off x="608" y="2454"/>
                <a:ext cx="1261" cy="3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246807" name="Rectangle 23"/>
              <p:cNvSpPr>
                <a:spLocks noChangeArrowheads="1"/>
              </p:cNvSpPr>
              <p:nvPr/>
            </p:nvSpPr>
            <p:spPr bwMode="auto">
              <a:xfrm>
                <a:off x="608" y="2754"/>
                <a:ext cx="1261" cy="3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246808" name="Rectangle 24"/>
              <p:cNvSpPr>
                <a:spLocks noChangeArrowheads="1"/>
              </p:cNvSpPr>
              <p:nvPr/>
            </p:nvSpPr>
            <p:spPr bwMode="auto">
              <a:xfrm>
                <a:off x="608" y="3054"/>
                <a:ext cx="1261" cy="3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246809" name="Rectangle 25"/>
              <p:cNvSpPr>
                <a:spLocks noChangeArrowheads="1"/>
              </p:cNvSpPr>
              <p:nvPr/>
            </p:nvSpPr>
            <p:spPr bwMode="auto">
              <a:xfrm>
                <a:off x="608" y="3354"/>
                <a:ext cx="1261" cy="3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246810" name="Rectangle 26"/>
              <p:cNvSpPr>
                <a:spLocks noChangeArrowheads="1"/>
              </p:cNvSpPr>
              <p:nvPr/>
            </p:nvSpPr>
            <p:spPr bwMode="auto">
              <a:xfrm>
                <a:off x="608" y="3654"/>
                <a:ext cx="1261" cy="3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grpSp>
        <p:grpSp>
          <p:nvGrpSpPr>
            <p:cNvPr id="246811" name="Group 27"/>
            <p:cNvGrpSpPr>
              <a:grpSpLocks/>
            </p:cNvGrpSpPr>
            <p:nvPr/>
          </p:nvGrpSpPr>
          <p:grpSpPr bwMode="auto">
            <a:xfrm>
              <a:off x="7208837" y="1371600"/>
              <a:ext cx="598488" cy="500063"/>
              <a:chOff x="2614" y="2862"/>
              <a:chExt cx="377" cy="315"/>
            </a:xfrm>
          </p:grpSpPr>
          <p:sp>
            <p:nvSpPr>
              <p:cNvPr id="246812" name="Rectangle 28"/>
              <p:cNvSpPr>
                <a:spLocks noChangeArrowheads="1"/>
              </p:cNvSpPr>
              <p:nvPr/>
            </p:nvSpPr>
            <p:spPr bwMode="auto">
              <a:xfrm>
                <a:off x="2614" y="3054"/>
                <a:ext cx="377" cy="123"/>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46813" name="Oval 29"/>
              <p:cNvSpPr>
                <a:spLocks noChangeArrowheads="1"/>
              </p:cNvSpPr>
              <p:nvPr/>
            </p:nvSpPr>
            <p:spPr bwMode="auto">
              <a:xfrm>
                <a:off x="2614" y="2862"/>
                <a:ext cx="377" cy="192"/>
              </a:xfrm>
              <a:prstGeom prst="ellipse">
                <a:avLst/>
              </a:prstGeom>
              <a:solidFill>
                <a:srgbClr val="CC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grpSp>
        <p:sp>
          <p:nvSpPr>
            <p:cNvPr id="246816" name="Rectangle 32"/>
            <p:cNvSpPr>
              <a:spLocks noChangeArrowheads="1"/>
            </p:cNvSpPr>
            <p:nvPr/>
          </p:nvSpPr>
          <p:spPr bwMode="auto">
            <a:xfrm>
              <a:off x="3556000" y="1308100"/>
              <a:ext cx="1981200" cy="47625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en-US" altLang="en-US"/>
            </a:p>
          </p:txBody>
        </p:sp>
        <p:sp>
          <p:nvSpPr>
            <p:cNvPr id="246817" name="Rectangle 33"/>
            <p:cNvSpPr>
              <a:spLocks noChangeArrowheads="1"/>
            </p:cNvSpPr>
            <p:nvPr/>
          </p:nvSpPr>
          <p:spPr bwMode="auto">
            <a:xfrm>
              <a:off x="3556000" y="1765300"/>
              <a:ext cx="1981200" cy="47625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en-US" altLang="en-US"/>
            </a:p>
          </p:txBody>
        </p:sp>
        <p:sp>
          <p:nvSpPr>
            <p:cNvPr id="246818" name="Rectangle 34"/>
            <p:cNvSpPr>
              <a:spLocks noChangeArrowheads="1"/>
            </p:cNvSpPr>
            <p:nvPr/>
          </p:nvSpPr>
          <p:spPr bwMode="auto">
            <a:xfrm>
              <a:off x="3556000" y="2209800"/>
              <a:ext cx="1981200" cy="47625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en-US" altLang="en-US"/>
            </a:p>
          </p:txBody>
        </p:sp>
        <p:sp>
          <p:nvSpPr>
            <p:cNvPr id="246819" name="Rectangle 35"/>
            <p:cNvSpPr>
              <a:spLocks noChangeArrowheads="1"/>
            </p:cNvSpPr>
            <p:nvPr/>
          </p:nvSpPr>
          <p:spPr bwMode="auto">
            <a:xfrm>
              <a:off x="3556000" y="2686050"/>
              <a:ext cx="1981200" cy="47625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en-US" altLang="en-US"/>
            </a:p>
          </p:txBody>
        </p:sp>
        <p:sp>
          <p:nvSpPr>
            <p:cNvPr id="246820" name="Rectangle 36"/>
            <p:cNvSpPr>
              <a:spLocks noChangeArrowheads="1"/>
            </p:cNvSpPr>
            <p:nvPr/>
          </p:nvSpPr>
          <p:spPr bwMode="auto">
            <a:xfrm>
              <a:off x="3556000" y="3162300"/>
              <a:ext cx="1981200" cy="47625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endParaRPr lang="en-US" altLang="en-US"/>
            </a:p>
          </p:txBody>
        </p:sp>
        <p:grpSp>
          <p:nvGrpSpPr>
            <p:cNvPr id="246821" name="Group 37"/>
            <p:cNvGrpSpPr>
              <a:grpSpLocks/>
            </p:cNvGrpSpPr>
            <p:nvPr/>
          </p:nvGrpSpPr>
          <p:grpSpPr bwMode="auto">
            <a:xfrm>
              <a:off x="3632200" y="1384300"/>
              <a:ext cx="571500" cy="500063"/>
              <a:chOff x="2614" y="2862"/>
              <a:chExt cx="377" cy="315"/>
            </a:xfrm>
          </p:grpSpPr>
          <p:sp>
            <p:nvSpPr>
              <p:cNvPr id="246822" name="Rectangle 38"/>
              <p:cNvSpPr>
                <a:spLocks noChangeArrowheads="1"/>
              </p:cNvSpPr>
              <p:nvPr/>
            </p:nvSpPr>
            <p:spPr bwMode="auto">
              <a:xfrm>
                <a:off x="2614" y="3054"/>
                <a:ext cx="377" cy="123"/>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46823" name="Oval 39"/>
              <p:cNvSpPr>
                <a:spLocks noChangeArrowheads="1"/>
              </p:cNvSpPr>
              <p:nvPr/>
            </p:nvSpPr>
            <p:spPr bwMode="auto">
              <a:xfrm>
                <a:off x="2614" y="2862"/>
                <a:ext cx="377" cy="192"/>
              </a:xfrm>
              <a:prstGeom prst="ellipse">
                <a:avLst/>
              </a:prstGeom>
              <a:solidFill>
                <a:srgbClr val="CC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grpSp>
        <p:sp>
          <p:nvSpPr>
            <p:cNvPr id="246824" name="Text Box 40"/>
            <p:cNvSpPr txBox="1">
              <a:spLocks noChangeArrowheads="1"/>
            </p:cNvSpPr>
            <p:nvPr/>
          </p:nvSpPr>
          <p:spPr bwMode="auto">
            <a:xfrm>
              <a:off x="3741738" y="3743325"/>
              <a:ext cx="939681" cy="7078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2000">
                  <a:solidFill>
                    <a:schemeClr val="accent2"/>
                  </a:solidFill>
                </a:rPr>
                <a:t>Server</a:t>
              </a:r>
            </a:p>
            <a:p>
              <a:pPr algn="ctr"/>
              <a:r>
                <a:rPr lang="en-US" altLang="en-US" sz="2000">
                  <a:solidFill>
                    <a:schemeClr val="accent2"/>
                  </a:solidFill>
                </a:rPr>
                <a:t>IP: C</a:t>
              </a:r>
            </a:p>
          </p:txBody>
        </p:sp>
        <p:sp>
          <p:nvSpPr>
            <p:cNvPr id="246826" name="Line 42"/>
            <p:cNvSpPr>
              <a:spLocks noChangeShapeType="1"/>
            </p:cNvSpPr>
            <p:nvPr/>
          </p:nvSpPr>
          <p:spPr bwMode="auto">
            <a:xfrm flipV="1">
              <a:off x="3939955" y="1824402"/>
              <a:ext cx="0" cy="167640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46828" name="Line 44"/>
            <p:cNvSpPr>
              <a:spLocks noChangeShapeType="1"/>
            </p:cNvSpPr>
            <p:nvPr/>
          </p:nvSpPr>
          <p:spPr bwMode="auto">
            <a:xfrm flipV="1">
              <a:off x="660400" y="3497263"/>
              <a:ext cx="3275401" cy="20637"/>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46834" name="Line 50"/>
            <p:cNvSpPr>
              <a:spLocks noChangeShapeType="1"/>
            </p:cNvSpPr>
            <p:nvPr/>
          </p:nvSpPr>
          <p:spPr bwMode="auto">
            <a:xfrm flipV="1">
              <a:off x="4567844" y="3503611"/>
              <a:ext cx="3682387" cy="7665"/>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pSp>
          <p:nvGrpSpPr>
            <p:cNvPr id="246850" name="Group 66"/>
            <p:cNvGrpSpPr>
              <a:grpSpLocks/>
            </p:cNvGrpSpPr>
            <p:nvPr/>
          </p:nvGrpSpPr>
          <p:grpSpPr bwMode="auto">
            <a:xfrm>
              <a:off x="4241800" y="1384300"/>
              <a:ext cx="571500" cy="500063"/>
              <a:chOff x="2614" y="2862"/>
              <a:chExt cx="377" cy="315"/>
            </a:xfrm>
          </p:grpSpPr>
          <p:sp>
            <p:nvSpPr>
              <p:cNvPr id="246851" name="Rectangle 67"/>
              <p:cNvSpPr>
                <a:spLocks noChangeArrowheads="1"/>
              </p:cNvSpPr>
              <p:nvPr/>
            </p:nvSpPr>
            <p:spPr bwMode="auto">
              <a:xfrm>
                <a:off x="2614" y="3054"/>
                <a:ext cx="377" cy="123"/>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46852" name="Oval 68"/>
              <p:cNvSpPr>
                <a:spLocks noChangeArrowheads="1"/>
              </p:cNvSpPr>
              <p:nvPr/>
            </p:nvSpPr>
            <p:spPr bwMode="auto">
              <a:xfrm>
                <a:off x="2614" y="2862"/>
                <a:ext cx="377" cy="192"/>
              </a:xfrm>
              <a:prstGeom prst="ellipse">
                <a:avLst/>
              </a:prstGeom>
              <a:solidFill>
                <a:srgbClr val="CC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grpSp>
        <p:grpSp>
          <p:nvGrpSpPr>
            <p:cNvPr id="246853" name="Group 69"/>
            <p:cNvGrpSpPr>
              <a:grpSpLocks/>
            </p:cNvGrpSpPr>
            <p:nvPr/>
          </p:nvGrpSpPr>
          <p:grpSpPr bwMode="auto">
            <a:xfrm>
              <a:off x="4845050" y="1373188"/>
              <a:ext cx="571500" cy="500062"/>
              <a:chOff x="2614" y="2862"/>
              <a:chExt cx="377" cy="315"/>
            </a:xfrm>
          </p:grpSpPr>
          <p:sp>
            <p:nvSpPr>
              <p:cNvPr id="246854" name="Rectangle 70"/>
              <p:cNvSpPr>
                <a:spLocks noChangeArrowheads="1"/>
              </p:cNvSpPr>
              <p:nvPr/>
            </p:nvSpPr>
            <p:spPr bwMode="auto">
              <a:xfrm>
                <a:off x="2614" y="3054"/>
                <a:ext cx="377" cy="123"/>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46855" name="Oval 71"/>
              <p:cNvSpPr>
                <a:spLocks noChangeArrowheads="1"/>
              </p:cNvSpPr>
              <p:nvPr/>
            </p:nvSpPr>
            <p:spPr bwMode="auto">
              <a:xfrm>
                <a:off x="2614" y="2862"/>
                <a:ext cx="377" cy="192"/>
              </a:xfrm>
              <a:prstGeom prst="ellipse">
                <a:avLst/>
              </a:prstGeom>
              <a:solidFill>
                <a:srgbClr val="CC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grpSp>
        <p:grpSp>
          <p:nvGrpSpPr>
            <p:cNvPr id="246856" name="Group 72"/>
            <p:cNvGrpSpPr>
              <a:grpSpLocks/>
            </p:cNvGrpSpPr>
            <p:nvPr/>
          </p:nvGrpSpPr>
          <p:grpSpPr bwMode="auto">
            <a:xfrm>
              <a:off x="7913687" y="1371600"/>
              <a:ext cx="598488" cy="500062"/>
              <a:chOff x="2614" y="2862"/>
              <a:chExt cx="377" cy="315"/>
            </a:xfrm>
          </p:grpSpPr>
          <p:sp>
            <p:nvSpPr>
              <p:cNvPr id="246857" name="Rectangle 73"/>
              <p:cNvSpPr>
                <a:spLocks noChangeArrowheads="1"/>
              </p:cNvSpPr>
              <p:nvPr/>
            </p:nvSpPr>
            <p:spPr bwMode="auto">
              <a:xfrm>
                <a:off x="2614" y="3054"/>
                <a:ext cx="377" cy="123"/>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46858" name="Oval 74"/>
              <p:cNvSpPr>
                <a:spLocks noChangeArrowheads="1"/>
              </p:cNvSpPr>
              <p:nvPr/>
            </p:nvSpPr>
            <p:spPr bwMode="auto">
              <a:xfrm>
                <a:off x="2614" y="2862"/>
                <a:ext cx="377" cy="192"/>
              </a:xfrm>
              <a:prstGeom prst="ellipse">
                <a:avLst/>
              </a:prstGeom>
              <a:solidFill>
                <a:srgbClr val="CC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grpSp>
        <p:sp>
          <p:nvSpPr>
            <p:cNvPr id="246859" name="Line 75"/>
            <p:cNvSpPr>
              <a:spLocks noChangeShapeType="1"/>
            </p:cNvSpPr>
            <p:nvPr/>
          </p:nvSpPr>
          <p:spPr bwMode="auto">
            <a:xfrm>
              <a:off x="7564437" y="1841500"/>
              <a:ext cx="0" cy="152400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46860" name="Line 76"/>
            <p:cNvSpPr>
              <a:spLocks noChangeShapeType="1"/>
            </p:cNvSpPr>
            <p:nvPr/>
          </p:nvSpPr>
          <p:spPr bwMode="auto">
            <a:xfrm>
              <a:off x="5156199" y="3365500"/>
              <a:ext cx="2408237" cy="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46862" name="Line 78"/>
            <p:cNvSpPr>
              <a:spLocks noChangeShapeType="1"/>
            </p:cNvSpPr>
            <p:nvPr/>
          </p:nvSpPr>
          <p:spPr bwMode="auto">
            <a:xfrm flipH="1" flipV="1">
              <a:off x="5146469" y="1824402"/>
              <a:ext cx="9731" cy="1541098"/>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pSp>
          <p:nvGrpSpPr>
            <p:cNvPr id="5" name="Group 4">
              <a:extLst>
                <a:ext uri="{FF2B5EF4-FFF2-40B4-BE49-F238E27FC236}">
                  <a16:creationId xmlns:a16="http://schemas.microsoft.com/office/drawing/2014/main" id="{D90DD9D2-0E31-35BB-D026-87137D84A672}"/>
                </a:ext>
              </a:extLst>
            </p:cNvPr>
            <p:cNvGrpSpPr/>
            <p:nvPr/>
          </p:nvGrpSpPr>
          <p:grpSpPr>
            <a:xfrm>
              <a:off x="1622630" y="1856859"/>
              <a:ext cx="1345831" cy="1258972"/>
              <a:chOff x="1622631" y="1856859"/>
              <a:chExt cx="990600" cy="1258972"/>
            </a:xfrm>
          </p:grpSpPr>
          <p:sp>
            <p:nvSpPr>
              <p:cNvPr id="246841" name="Rectangle 57"/>
              <p:cNvSpPr>
                <a:spLocks noChangeArrowheads="1"/>
              </p:cNvSpPr>
              <p:nvPr/>
            </p:nvSpPr>
            <p:spPr bwMode="auto">
              <a:xfrm>
                <a:off x="1622631" y="2466459"/>
                <a:ext cx="990600" cy="3048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246863" name="Rectangle 79"/>
              <p:cNvSpPr>
                <a:spLocks noChangeArrowheads="1"/>
              </p:cNvSpPr>
              <p:nvPr/>
            </p:nvSpPr>
            <p:spPr bwMode="auto">
              <a:xfrm>
                <a:off x="1622631" y="2771259"/>
                <a:ext cx="990600" cy="3048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sp>
            <p:nvSpPr>
              <p:cNvPr id="246865" name="Text Box 81"/>
              <p:cNvSpPr txBox="1">
                <a:spLocks noChangeArrowheads="1"/>
              </p:cNvSpPr>
              <p:nvPr/>
            </p:nvSpPr>
            <p:spPr bwMode="auto">
              <a:xfrm>
                <a:off x="1759156" y="2379147"/>
                <a:ext cx="1841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a:p>
            </p:txBody>
          </p:sp>
          <p:grpSp>
            <p:nvGrpSpPr>
              <p:cNvPr id="11" name="Group 10">
                <a:extLst>
                  <a:ext uri="{FF2B5EF4-FFF2-40B4-BE49-F238E27FC236}">
                    <a16:creationId xmlns:a16="http://schemas.microsoft.com/office/drawing/2014/main" id="{9DA8D6A0-924D-31BA-45FA-63517B392889}"/>
                  </a:ext>
                </a:extLst>
              </p:cNvPr>
              <p:cNvGrpSpPr/>
              <p:nvPr/>
            </p:nvGrpSpPr>
            <p:grpSpPr>
              <a:xfrm>
                <a:off x="1622631" y="1856859"/>
                <a:ext cx="990600" cy="1258972"/>
                <a:chOff x="1622631" y="1856859"/>
                <a:chExt cx="990600" cy="1258972"/>
              </a:xfrm>
            </p:grpSpPr>
            <p:sp>
              <p:nvSpPr>
                <p:cNvPr id="246839" name="Rectangle 55"/>
                <p:cNvSpPr>
                  <a:spLocks noChangeArrowheads="1"/>
                </p:cNvSpPr>
                <p:nvPr/>
              </p:nvSpPr>
              <p:spPr bwMode="auto">
                <a:xfrm>
                  <a:off x="1622631" y="1856859"/>
                  <a:ext cx="990600" cy="3048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S-P: 19157</a:t>
                  </a:r>
                </a:p>
              </p:txBody>
            </p:sp>
            <p:sp>
              <p:nvSpPr>
                <p:cNvPr id="246840" name="Rectangle 56"/>
                <p:cNvSpPr>
                  <a:spLocks noChangeArrowheads="1"/>
                </p:cNvSpPr>
                <p:nvPr/>
              </p:nvSpPr>
              <p:spPr bwMode="auto">
                <a:xfrm>
                  <a:off x="1622631" y="2161659"/>
                  <a:ext cx="990600" cy="3048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solidFill>
                        <a:srgbClr val="FF0000"/>
                      </a:solidFill>
                    </a:rPr>
                    <a:t>D-P: 80</a:t>
                  </a:r>
                </a:p>
              </p:txBody>
            </p:sp>
            <p:sp>
              <p:nvSpPr>
                <p:cNvPr id="246866" name="Text Box 82"/>
                <p:cNvSpPr txBox="1">
                  <a:spLocks noChangeArrowheads="1"/>
                </p:cNvSpPr>
                <p:nvPr/>
              </p:nvSpPr>
              <p:spPr bwMode="auto">
                <a:xfrm>
                  <a:off x="1622631" y="2458667"/>
                  <a:ext cx="8969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S-IP: A</a:t>
                  </a:r>
                </a:p>
              </p:txBody>
            </p:sp>
            <p:sp>
              <p:nvSpPr>
                <p:cNvPr id="246868" name="Text Box 84"/>
                <p:cNvSpPr txBox="1">
                  <a:spLocks noChangeArrowheads="1"/>
                </p:cNvSpPr>
                <p:nvPr/>
              </p:nvSpPr>
              <p:spPr bwMode="auto">
                <a:xfrm>
                  <a:off x="1622631" y="2746499"/>
                  <a:ext cx="69283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FF0000"/>
                      </a:solidFill>
                    </a:rPr>
                    <a:t>D-IP: C</a:t>
                  </a:r>
                </a:p>
              </p:txBody>
            </p:sp>
          </p:grpSp>
        </p:grpSp>
        <p:grpSp>
          <p:nvGrpSpPr>
            <p:cNvPr id="6" name="Group 5">
              <a:extLst>
                <a:ext uri="{FF2B5EF4-FFF2-40B4-BE49-F238E27FC236}">
                  <a16:creationId xmlns:a16="http://schemas.microsoft.com/office/drawing/2014/main" id="{E090ED6C-C2DD-FC9C-5DC6-B9E385F63358}"/>
                </a:ext>
              </a:extLst>
            </p:cNvPr>
            <p:cNvGrpSpPr/>
            <p:nvPr/>
          </p:nvGrpSpPr>
          <p:grpSpPr>
            <a:xfrm>
              <a:off x="5340905" y="3897004"/>
              <a:ext cx="1361826" cy="1219200"/>
              <a:chOff x="5340906" y="3897004"/>
              <a:chExt cx="990600" cy="1219200"/>
            </a:xfrm>
          </p:grpSpPr>
          <p:grpSp>
            <p:nvGrpSpPr>
              <p:cNvPr id="246873" name="Group 89"/>
              <p:cNvGrpSpPr>
                <a:grpSpLocks/>
              </p:cNvGrpSpPr>
              <p:nvPr/>
            </p:nvGrpSpPr>
            <p:grpSpPr bwMode="auto">
              <a:xfrm>
                <a:off x="5340906" y="3897004"/>
                <a:ext cx="990600" cy="914400"/>
                <a:chOff x="3936" y="2784"/>
                <a:chExt cx="624" cy="576"/>
              </a:xfrm>
            </p:grpSpPr>
            <p:sp>
              <p:nvSpPr>
                <p:cNvPr id="246847" name="Rectangle 63"/>
                <p:cNvSpPr>
                  <a:spLocks noChangeArrowheads="1"/>
                </p:cNvSpPr>
                <p:nvPr/>
              </p:nvSpPr>
              <p:spPr bwMode="auto">
                <a:xfrm>
                  <a:off x="3936" y="2784"/>
                  <a:ext cx="624" cy="19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S-P: 19157</a:t>
                  </a:r>
                </a:p>
              </p:txBody>
            </p:sp>
            <p:sp>
              <p:nvSpPr>
                <p:cNvPr id="246848" name="Rectangle 64"/>
                <p:cNvSpPr>
                  <a:spLocks noChangeArrowheads="1"/>
                </p:cNvSpPr>
                <p:nvPr/>
              </p:nvSpPr>
              <p:spPr bwMode="auto">
                <a:xfrm>
                  <a:off x="3936" y="2976"/>
                  <a:ext cx="624" cy="19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solidFill>
                        <a:srgbClr val="FF0000"/>
                      </a:solidFill>
                    </a:rPr>
                    <a:t>D-P: 80</a:t>
                  </a:r>
                </a:p>
              </p:txBody>
            </p:sp>
            <p:sp>
              <p:nvSpPr>
                <p:cNvPr id="246849" name="Rectangle 65"/>
                <p:cNvSpPr>
                  <a:spLocks noChangeArrowheads="1"/>
                </p:cNvSpPr>
                <p:nvPr/>
              </p:nvSpPr>
              <p:spPr bwMode="auto">
                <a:xfrm>
                  <a:off x="3936" y="3168"/>
                  <a:ext cx="624" cy="19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grpSp>
          <p:sp>
            <p:nvSpPr>
              <p:cNvPr id="246864" name="Rectangle 80"/>
              <p:cNvSpPr>
                <a:spLocks noChangeArrowheads="1"/>
              </p:cNvSpPr>
              <p:nvPr/>
            </p:nvSpPr>
            <p:spPr bwMode="auto">
              <a:xfrm>
                <a:off x="5340906" y="4811404"/>
                <a:ext cx="990600" cy="3048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solidFill>
                      <a:srgbClr val="FF0000"/>
                    </a:solidFill>
                  </a:rPr>
                  <a:t>D-IP: C</a:t>
                </a:r>
              </a:p>
            </p:txBody>
          </p:sp>
          <p:sp>
            <p:nvSpPr>
              <p:cNvPr id="246870" name="Text Box 86"/>
              <p:cNvSpPr txBox="1">
                <a:spLocks noChangeArrowheads="1"/>
              </p:cNvSpPr>
              <p:nvPr/>
            </p:nvSpPr>
            <p:spPr bwMode="auto">
              <a:xfrm>
                <a:off x="5340906" y="4506604"/>
                <a:ext cx="8763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S-IP: B</a:t>
                </a:r>
              </a:p>
            </p:txBody>
          </p:sp>
        </p:grpSp>
        <p:grpSp>
          <p:nvGrpSpPr>
            <p:cNvPr id="7" name="Group 6">
              <a:extLst>
                <a:ext uri="{FF2B5EF4-FFF2-40B4-BE49-F238E27FC236}">
                  <a16:creationId xmlns:a16="http://schemas.microsoft.com/office/drawing/2014/main" id="{5E9B36D8-B7CA-3F91-B3AB-0F4786FF7315}"/>
                </a:ext>
              </a:extLst>
            </p:cNvPr>
            <p:cNvGrpSpPr/>
            <p:nvPr/>
          </p:nvGrpSpPr>
          <p:grpSpPr>
            <a:xfrm>
              <a:off x="5750575" y="1756747"/>
              <a:ext cx="1120771" cy="1219200"/>
              <a:chOff x="5712131" y="1738854"/>
              <a:chExt cx="990600" cy="1219200"/>
            </a:xfrm>
          </p:grpSpPr>
          <p:grpSp>
            <p:nvGrpSpPr>
              <p:cNvPr id="246874" name="Group 90"/>
              <p:cNvGrpSpPr>
                <a:grpSpLocks/>
              </p:cNvGrpSpPr>
              <p:nvPr/>
            </p:nvGrpSpPr>
            <p:grpSpPr bwMode="auto">
              <a:xfrm>
                <a:off x="5712131" y="1738854"/>
                <a:ext cx="990600" cy="914400"/>
                <a:chOff x="3936" y="2784"/>
                <a:chExt cx="624" cy="576"/>
              </a:xfrm>
            </p:grpSpPr>
            <p:sp>
              <p:nvSpPr>
                <p:cNvPr id="246875" name="Rectangle 91"/>
                <p:cNvSpPr>
                  <a:spLocks noChangeArrowheads="1"/>
                </p:cNvSpPr>
                <p:nvPr/>
              </p:nvSpPr>
              <p:spPr bwMode="auto">
                <a:xfrm>
                  <a:off x="3936" y="2784"/>
                  <a:ext cx="624" cy="19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t>S-P: 5775</a:t>
                  </a:r>
                </a:p>
              </p:txBody>
            </p:sp>
            <p:sp>
              <p:nvSpPr>
                <p:cNvPr id="246876" name="Rectangle 92"/>
                <p:cNvSpPr>
                  <a:spLocks noChangeArrowheads="1"/>
                </p:cNvSpPr>
                <p:nvPr/>
              </p:nvSpPr>
              <p:spPr bwMode="auto">
                <a:xfrm>
                  <a:off x="3936" y="2976"/>
                  <a:ext cx="624" cy="19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solidFill>
                        <a:srgbClr val="FF0000"/>
                      </a:solidFill>
                    </a:rPr>
                    <a:t>D-P: 80</a:t>
                  </a:r>
                </a:p>
              </p:txBody>
            </p:sp>
            <p:sp>
              <p:nvSpPr>
                <p:cNvPr id="246877" name="Rectangle 93"/>
                <p:cNvSpPr>
                  <a:spLocks noChangeArrowheads="1"/>
                </p:cNvSpPr>
                <p:nvPr/>
              </p:nvSpPr>
              <p:spPr bwMode="auto">
                <a:xfrm>
                  <a:off x="3936" y="3168"/>
                  <a:ext cx="624" cy="19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grpSp>
          <p:sp>
            <p:nvSpPr>
              <p:cNvPr id="246878" name="Rectangle 94"/>
              <p:cNvSpPr>
                <a:spLocks noChangeArrowheads="1"/>
              </p:cNvSpPr>
              <p:nvPr/>
            </p:nvSpPr>
            <p:spPr bwMode="auto">
              <a:xfrm>
                <a:off x="5712131" y="2653254"/>
                <a:ext cx="990600" cy="3048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a:solidFill>
                      <a:srgbClr val="FF0000"/>
                    </a:solidFill>
                  </a:rPr>
                  <a:t>D-IP: C</a:t>
                </a:r>
              </a:p>
            </p:txBody>
          </p:sp>
          <p:sp>
            <p:nvSpPr>
              <p:cNvPr id="246879" name="Rectangle 95"/>
              <p:cNvSpPr>
                <a:spLocks noChangeArrowheads="1"/>
              </p:cNvSpPr>
              <p:nvPr/>
            </p:nvSpPr>
            <p:spPr bwMode="auto">
              <a:xfrm>
                <a:off x="5712131" y="2348454"/>
                <a:ext cx="8763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S-IP: B</a:t>
                </a:r>
              </a:p>
            </p:txBody>
          </p:sp>
        </p:grpSp>
        <p:sp>
          <p:nvSpPr>
            <p:cNvPr id="246833" name="Line 49"/>
            <p:cNvSpPr>
              <a:spLocks noChangeShapeType="1"/>
            </p:cNvSpPr>
            <p:nvPr/>
          </p:nvSpPr>
          <p:spPr bwMode="auto">
            <a:xfrm flipV="1">
              <a:off x="4572000" y="1824402"/>
              <a:ext cx="0" cy="1693498"/>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8" name="Wave 7"/>
            <p:cNvSpPr/>
            <p:nvPr/>
          </p:nvSpPr>
          <p:spPr>
            <a:xfrm>
              <a:off x="1837910" y="3295448"/>
              <a:ext cx="413535" cy="327525"/>
            </a:xfrm>
            <a:prstGeom prst="wav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84" name="Wave 83"/>
            <p:cNvSpPr/>
            <p:nvPr/>
          </p:nvSpPr>
          <p:spPr>
            <a:xfrm>
              <a:off x="5884471" y="3425564"/>
              <a:ext cx="413535" cy="327525"/>
            </a:xfrm>
            <a:prstGeom prst="wav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85" name="Wave 84"/>
            <p:cNvSpPr/>
            <p:nvPr/>
          </p:nvSpPr>
          <p:spPr>
            <a:xfrm>
              <a:off x="6124738" y="3108098"/>
              <a:ext cx="413535" cy="327525"/>
            </a:xfrm>
            <a:prstGeom prst="wav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0" name="Trapezoid 9"/>
            <p:cNvSpPr/>
            <p:nvPr/>
          </p:nvSpPr>
          <p:spPr>
            <a:xfrm rot="10800000">
              <a:off x="3756231" y="1982314"/>
              <a:ext cx="1540233" cy="183036"/>
            </a:xfrm>
            <a:prstGeom prst="trapezoi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246815" name="Line 31"/>
            <p:cNvSpPr>
              <a:spLocks noChangeShapeType="1"/>
            </p:cNvSpPr>
            <p:nvPr/>
          </p:nvSpPr>
          <p:spPr bwMode="auto">
            <a:xfrm>
              <a:off x="8250236" y="1856858"/>
              <a:ext cx="1" cy="1661041"/>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pSp>
    </p:spTree>
    <p:extLst>
      <p:ext uri="{BB962C8B-B14F-4D97-AF65-F5344CB8AC3E}">
        <p14:creationId xmlns:p14="http://schemas.microsoft.com/office/powerpoint/2010/main" val="1498734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925058B-C9BA-59A0-8E2D-1CC3283FF83E}"/>
              </a:ext>
            </a:extLst>
          </p:cNvPr>
          <p:cNvSpPr>
            <a:spLocks noGrp="1"/>
          </p:cNvSpPr>
          <p:nvPr>
            <p:ph type="ctrTitle"/>
          </p:nvPr>
        </p:nvSpPr>
        <p:spPr/>
        <p:txBody>
          <a:bodyPr/>
          <a:lstStyle/>
          <a:p>
            <a:r>
              <a:rPr lang="en-AU"/>
              <a:t>Connectionless transport: UDP</a:t>
            </a:r>
          </a:p>
        </p:txBody>
      </p:sp>
      <p:sp>
        <p:nvSpPr>
          <p:cNvPr id="6" name="Subtitle 5">
            <a:extLst>
              <a:ext uri="{FF2B5EF4-FFF2-40B4-BE49-F238E27FC236}">
                <a16:creationId xmlns:a16="http://schemas.microsoft.com/office/drawing/2014/main" id="{C628CBA7-33EC-ACF3-8852-4667F9415F28}"/>
              </a:ext>
            </a:extLst>
          </p:cNvPr>
          <p:cNvSpPr>
            <a:spLocks noGrp="1"/>
          </p:cNvSpPr>
          <p:nvPr>
            <p:ph type="subTitle" idx="1"/>
          </p:nvPr>
        </p:nvSpPr>
        <p:spPr/>
        <p:txBody>
          <a:bodyPr/>
          <a:lstStyle/>
          <a:p>
            <a:endParaRPr lang="en-AU"/>
          </a:p>
        </p:txBody>
      </p:sp>
      <p:sp>
        <p:nvSpPr>
          <p:cNvPr id="4" name="Slide Number Placeholder 3">
            <a:extLst>
              <a:ext uri="{FF2B5EF4-FFF2-40B4-BE49-F238E27FC236}">
                <a16:creationId xmlns:a16="http://schemas.microsoft.com/office/drawing/2014/main" id="{255E2192-01E3-D280-CC45-D54A7E09F6F2}"/>
              </a:ext>
            </a:extLst>
          </p:cNvPr>
          <p:cNvSpPr>
            <a:spLocks noGrp="1"/>
          </p:cNvSpPr>
          <p:nvPr>
            <p:ph type="sldNum" sz="quarter" idx="4294967295"/>
          </p:nvPr>
        </p:nvSpPr>
        <p:spPr>
          <a:xfrm>
            <a:off x="7132638" y="6553200"/>
            <a:ext cx="2011362" cy="277813"/>
          </a:xfrm>
        </p:spPr>
        <p:txBody>
          <a:bodyPr/>
          <a:lstStyle/>
          <a:p>
            <a:pPr>
              <a:defRPr/>
            </a:pPr>
            <a:fld id="{DACE9E11-39C8-4E20-894F-A4A883CCF6EF}" type="slidenum">
              <a:rPr lang="en-US" smtClean="0"/>
              <a:pPr>
                <a:defRPr/>
              </a:pPr>
              <a:t>15</a:t>
            </a:fld>
            <a:endParaRPr lang="en-US"/>
          </a:p>
        </p:txBody>
      </p:sp>
    </p:spTree>
    <p:extLst>
      <p:ext uri="{BB962C8B-B14F-4D97-AF65-F5344CB8AC3E}">
        <p14:creationId xmlns:p14="http://schemas.microsoft.com/office/powerpoint/2010/main" val="20944492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0EDAE-4416-F48B-D1FA-A25F62EC25FC}"/>
              </a:ext>
            </a:extLst>
          </p:cNvPr>
          <p:cNvSpPr>
            <a:spLocks noGrp="1"/>
          </p:cNvSpPr>
          <p:nvPr>
            <p:ph type="title"/>
          </p:nvPr>
        </p:nvSpPr>
        <p:spPr>
          <a:xfrm>
            <a:off x="188843" y="70056"/>
            <a:ext cx="8794820" cy="723900"/>
          </a:xfrm>
        </p:spPr>
        <p:txBody>
          <a:bodyPr/>
          <a:lstStyle/>
          <a:p>
            <a:r>
              <a:rPr lang="en-US" altLang="en-US" sz="3600" dirty="0"/>
              <a:t>UDP (User Datagram Protocol) [</a:t>
            </a:r>
            <a:r>
              <a:rPr lang="en-GB" dirty="0"/>
              <a:t>RFC 768</a:t>
            </a:r>
            <a:r>
              <a:rPr lang="en-US" altLang="en-US" sz="3600" dirty="0"/>
              <a:t>]</a:t>
            </a:r>
            <a:endParaRPr lang="en-AU" dirty="0"/>
          </a:p>
        </p:txBody>
      </p:sp>
      <p:sp>
        <p:nvSpPr>
          <p:cNvPr id="3" name="Content Placeholder 2">
            <a:extLst>
              <a:ext uri="{FF2B5EF4-FFF2-40B4-BE49-F238E27FC236}">
                <a16:creationId xmlns:a16="http://schemas.microsoft.com/office/drawing/2014/main" id="{1FDD7B35-658C-960B-2C5A-7408DB36CB46}"/>
              </a:ext>
            </a:extLst>
          </p:cNvPr>
          <p:cNvSpPr>
            <a:spLocks noGrp="1"/>
          </p:cNvSpPr>
          <p:nvPr>
            <p:ph idx="1"/>
          </p:nvPr>
        </p:nvSpPr>
        <p:spPr/>
        <p:txBody>
          <a:bodyPr/>
          <a:lstStyle/>
          <a:p>
            <a:pPr>
              <a:spcBef>
                <a:spcPts val="600"/>
              </a:spcBef>
              <a:spcAft>
                <a:spcPts val="600"/>
              </a:spcAft>
            </a:pPr>
            <a:r>
              <a:rPr lang="en-GB" sz="2800" dirty="0"/>
              <a:t>A </a:t>
            </a:r>
            <a:r>
              <a:rPr lang="en-GB" sz="2800" dirty="0">
                <a:solidFill>
                  <a:srgbClr val="FF0000"/>
                </a:solidFill>
              </a:rPr>
              <a:t>“no-frills, bare-bones” </a:t>
            </a:r>
            <a:r>
              <a:rPr lang="en-GB" sz="2800" dirty="0"/>
              <a:t>transport protocol</a:t>
            </a:r>
          </a:p>
          <a:p>
            <a:pPr lvl="1">
              <a:spcBef>
                <a:spcPts val="600"/>
              </a:spcBef>
              <a:spcAft>
                <a:spcPts val="600"/>
              </a:spcAft>
            </a:pPr>
            <a:r>
              <a:rPr lang="en-NZ" sz="2000" dirty="0"/>
              <a:t>Multiplexing/demultiplexing function and error checking</a:t>
            </a:r>
            <a:endParaRPr lang="en-GB" sz="2000" dirty="0"/>
          </a:p>
          <a:p>
            <a:pPr>
              <a:spcBef>
                <a:spcPts val="600"/>
              </a:spcBef>
              <a:spcAft>
                <a:spcPts val="600"/>
              </a:spcAft>
            </a:pPr>
            <a:endParaRPr lang="en-GB" dirty="0"/>
          </a:p>
          <a:p>
            <a:pPr>
              <a:spcBef>
                <a:spcPts val="600"/>
              </a:spcBef>
              <a:spcAft>
                <a:spcPts val="600"/>
              </a:spcAft>
            </a:pPr>
            <a:r>
              <a:rPr lang="en-GB" sz="2800" dirty="0"/>
              <a:t>Provide a </a:t>
            </a:r>
            <a:r>
              <a:rPr lang="en-GB" sz="2800" dirty="0">
                <a:solidFill>
                  <a:srgbClr val="FF0000"/>
                </a:solidFill>
              </a:rPr>
              <a:t>connectionless</a:t>
            </a:r>
            <a:r>
              <a:rPr lang="en-GB" sz="2800" dirty="0"/>
              <a:t> service for application-level processes</a:t>
            </a:r>
          </a:p>
          <a:p>
            <a:pPr lvl="1">
              <a:spcBef>
                <a:spcPts val="600"/>
              </a:spcBef>
              <a:spcAft>
                <a:spcPts val="600"/>
              </a:spcAft>
            </a:pPr>
            <a:r>
              <a:rPr lang="en-GB" sz="2000" dirty="0"/>
              <a:t>No handshaking between </a:t>
            </a:r>
            <a:r>
              <a:rPr lang="en-NZ" sz="2000" dirty="0"/>
              <a:t>sending and receiving transport-layer entities </a:t>
            </a:r>
            <a:r>
              <a:rPr lang="en-GB" sz="2000" dirty="0"/>
              <a:t>before sending a segment</a:t>
            </a:r>
          </a:p>
          <a:p>
            <a:pPr>
              <a:spcBef>
                <a:spcPts val="600"/>
              </a:spcBef>
              <a:spcAft>
                <a:spcPts val="600"/>
              </a:spcAft>
            </a:pPr>
            <a:endParaRPr lang="en-GB" dirty="0"/>
          </a:p>
          <a:p>
            <a:pPr>
              <a:spcBef>
                <a:spcPts val="600"/>
              </a:spcBef>
              <a:spcAft>
                <a:spcPts val="600"/>
              </a:spcAft>
            </a:pPr>
            <a:r>
              <a:rPr lang="en-GB" sz="2800" dirty="0"/>
              <a:t>An </a:t>
            </a:r>
            <a:r>
              <a:rPr lang="en-GB" sz="2800" dirty="0">
                <a:solidFill>
                  <a:srgbClr val="FF0000"/>
                </a:solidFill>
              </a:rPr>
              <a:t>unreliable</a:t>
            </a:r>
            <a:r>
              <a:rPr lang="en-GB" sz="2800" dirty="0"/>
              <a:t> service </a:t>
            </a:r>
          </a:p>
          <a:p>
            <a:pPr lvl="1">
              <a:spcBef>
                <a:spcPts val="600"/>
              </a:spcBef>
              <a:spcAft>
                <a:spcPts val="600"/>
              </a:spcAft>
            </a:pPr>
            <a:r>
              <a:rPr lang="en-NZ" sz="2000" dirty="0"/>
              <a:t>UDP segments may be lost​ or delivered out of order​</a:t>
            </a:r>
            <a:endParaRPr lang="en-GB" sz="2000" dirty="0"/>
          </a:p>
        </p:txBody>
      </p:sp>
      <p:sp>
        <p:nvSpPr>
          <p:cNvPr id="4" name="Slide Number Placeholder 3">
            <a:extLst>
              <a:ext uri="{FF2B5EF4-FFF2-40B4-BE49-F238E27FC236}">
                <a16:creationId xmlns:a16="http://schemas.microsoft.com/office/drawing/2014/main" id="{968F78E9-CFED-FE8C-4779-41A3F66E0EFE}"/>
              </a:ext>
            </a:extLst>
          </p:cNvPr>
          <p:cNvSpPr>
            <a:spLocks noGrp="1"/>
          </p:cNvSpPr>
          <p:nvPr>
            <p:ph type="sldNum" sz="quarter" idx="4"/>
          </p:nvPr>
        </p:nvSpPr>
        <p:spPr/>
        <p:txBody>
          <a:bodyPr/>
          <a:lstStyle/>
          <a:p>
            <a:pPr>
              <a:defRPr/>
            </a:pPr>
            <a:fld id="{DACE9E11-39C8-4E20-894F-A4A883CCF6EF}" type="slidenum">
              <a:rPr lang="en-US" smtClean="0"/>
              <a:pPr>
                <a:defRPr/>
              </a:pPr>
              <a:t>16</a:t>
            </a:fld>
            <a:endParaRPr lang="en-US"/>
          </a:p>
        </p:txBody>
      </p:sp>
    </p:spTree>
    <p:extLst>
      <p:ext uri="{BB962C8B-B14F-4D97-AF65-F5344CB8AC3E}">
        <p14:creationId xmlns:p14="http://schemas.microsoft.com/office/powerpoint/2010/main" val="3541511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Content Placeholder 23">
            <a:extLst>
              <a:ext uri="{FF2B5EF4-FFF2-40B4-BE49-F238E27FC236}">
                <a16:creationId xmlns:a16="http://schemas.microsoft.com/office/drawing/2014/main" id="{63604A8A-B08D-388F-8C38-398AE8DB81E3}"/>
              </a:ext>
            </a:extLst>
          </p:cNvPr>
          <p:cNvSpPr>
            <a:spLocks noGrp="1"/>
          </p:cNvSpPr>
          <p:nvPr>
            <p:ph sz="half" idx="2"/>
          </p:nvPr>
        </p:nvSpPr>
        <p:spPr>
          <a:xfrm>
            <a:off x="457200" y="1066800"/>
            <a:ext cx="4191000" cy="5410200"/>
          </a:xfrm>
        </p:spPr>
        <p:txBody>
          <a:bodyPr/>
          <a:lstStyle/>
          <a:p>
            <a:pPr>
              <a:spcAft>
                <a:spcPts val="1200"/>
              </a:spcAft>
            </a:pPr>
            <a:r>
              <a:rPr lang="en-GB" dirty="0"/>
              <a:t>The </a:t>
            </a:r>
            <a:r>
              <a:rPr lang="en-GB" dirty="0">
                <a:solidFill>
                  <a:srgbClr val="FF0000"/>
                </a:solidFill>
              </a:rPr>
              <a:t>source and destination ports </a:t>
            </a:r>
            <a:r>
              <a:rPr lang="en-GB" dirty="0"/>
              <a:t>add a port addressing capability to IP.</a:t>
            </a:r>
          </a:p>
          <a:p>
            <a:pPr>
              <a:spcAft>
                <a:spcPts val="1200"/>
              </a:spcAft>
            </a:pPr>
            <a:r>
              <a:rPr lang="en-GB" dirty="0"/>
              <a:t>The </a:t>
            </a:r>
            <a:r>
              <a:rPr lang="en-GB" dirty="0">
                <a:solidFill>
                  <a:srgbClr val="FF0000"/>
                </a:solidFill>
              </a:rPr>
              <a:t>length</a:t>
            </a:r>
            <a:r>
              <a:rPr lang="en-GB" dirty="0"/>
              <a:t> field contains the length of the entire UDP segment, including header and data.</a:t>
            </a:r>
          </a:p>
          <a:p>
            <a:pPr>
              <a:spcAft>
                <a:spcPts val="1200"/>
              </a:spcAft>
            </a:pPr>
            <a:r>
              <a:rPr lang="en-GB" dirty="0"/>
              <a:t>An optional </a:t>
            </a:r>
            <a:r>
              <a:rPr lang="en-GB" dirty="0">
                <a:solidFill>
                  <a:srgbClr val="FF0000"/>
                </a:solidFill>
              </a:rPr>
              <a:t>checksum</a:t>
            </a:r>
            <a:r>
              <a:rPr lang="en-GB" dirty="0"/>
              <a:t> applies to the entire UDP segment plus a conceptual IP </a:t>
            </a:r>
            <a:r>
              <a:rPr lang="en-GB" dirty="0" err="1"/>
              <a:t>pseudoheader</a:t>
            </a:r>
            <a:r>
              <a:rPr lang="en-GB" dirty="0"/>
              <a:t>.</a:t>
            </a:r>
          </a:p>
          <a:p>
            <a:pPr>
              <a:spcAft>
                <a:spcPts val="1200"/>
              </a:spcAft>
            </a:pPr>
            <a:endParaRPr lang="en-GB" dirty="0"/>
          </a:p>
          <a:p>
            <a:pPr>
              <a:spcAft>
                <a:spcPts val="1200"/>
              </a:spcAft>
            </a:pPr>
            <a:endParaRPr lang="en-GB" dirty="0"/>
          </a:p>
          <a:p>
            <a:pPr>
              <a:spcAft>
                <a:spcPts val="1200"/>
              </a:spcAft>
            </a:pPr>
            <a:endParaRPr lang="en-AU" dirty="0"/>
          </a:p>
        </p:txBody>
      </p:sp>
      <p:sp>
        <p:nvSpPr>
          <p:cNvPr id="2" name="Title 1">
            <a:extLst>
              <a:ext uri="{FF2B5EF4-FFF2-40B4-BE49-F238E27FC236}">
                <a16:creationId xmlns:a16="http://schemas.microsoft.com/office/drawing/2014/main" id="{3A538B17-FDF9-3280-58BD-644710595AEC}"/>
              </a:ext>
            </a:extLst>
          </p:cNvPr>
          <p:cNvSpPr>
            <a:spLocks noGrp="1"/>
          </p:cNvSpPr>
          <p:nvPr>
            <p:ph type="title"/>
          </p:nvPr>
        </p:nvSpPr>
        <p:spPr/>
        <p:txBody>
          <a:bodyPr wrap="square" anchor="ctr">
            <a:normAutofit/>
          </a:bodyPr>
          <a:lstStyle/>
          <a:p>
            <a:r>
              <a:rPr lang="en-AU"/>
              <a:t>UDP Segment Format</a:t>
            </a:r>
          </a:p>
        </p:txBody>
      </p:sp>
      <p:sp>
        <p:nvSpPr>
          <p:cNvPr id="4" name="Slide Number Placeholder 3">
            <a:extLst>
              <a:ext uri="{FF2B5EF4-FFF2-40B4-BE49-F238E27FC236}">
                <a16:creationId xmlns:a16="http://schemas.microsoft.com/office/drawing/2014/main" id="{41B45139-E9C0-1B8D-5CEE-491265987149}"/>
              </a:ext>
            </a:extLst>
          </p:cNvPr>
          <p:cNvSpPr>
            <a:spLocks noGrp="1"/>
          </p:cNvSpPr>
          <p:nvPr>
            <p:ph type="sldNum" sz="quarter" idx="10"/>
          </p:nvPr>
        </p:nvSpPr>
        <p:spPr/>
        <p:txBody>
          <a:bodyPr wrap="square" anchor="t">
            <a:normAutofit fontScale="92500" lnSpcReduction="10000"/>
          </a:bodyPr>
          <a:lstStyle/>
          <a:p>
            <a:pPr>
              <a:spcAft>
                <a:spcPts val="600"/>
              </a:spcAft>
              <a:defRPr/>
            </a:pPr>
            <a:fld id="{DACE9E11-39C8-4E20-894F-A4A883CCF6EF}" type="slidenum">
              <a:rPr lang="en-US" smtClean="0"/>
              <a:pPr>
                <a:spcAft>
                  <a:spcPts val="600"/>
                </a:spcAft>
                <a:defRPr/>
              </a:pPr>
              <a:t>17</a:t>
            </a:fld>
            <a:endParaRPr lang="en-US"/>
          </a:p>
        </p:txBody>
      </p:sp>
      <p:sp>
        <p:nvSpPr>
          <p:cNvPr id="28" name="Rectangle 7">
            <a:extLst>
              <a:ext uri="{FF2B5EF4-FFF2-40B4-BE49-F238E27FC236}">
                <a16:creationId xmlns:a16="http://schemas.microsoft.com/office/drawing/2014/main" id="{F41E13A6-DDF0-62B3-FA63-BE6A9537BD58}"/>
              </a:ext>
            </a:extLst>
          </p:cNvPr>
          <p:cNvSpPr>
            <a:spLocks noChangeArrowheads="1"/>
          </p:cNvSpPr>
          <p:nvPr/>
        </p:nvSpPr>
        <p:spPr bwMode="auto">
          <a:xfrm>
            <a:off x="5343525" y="2000250"/>
            <a:ext cx="3324225" cy="3200400"/>
          </a:xfrm>
          <a:prstGeom prst="rect">
            <a:avLst/>
          </a:prstGeom>
          <a:solidFill>
            <a:schemeClr val="accent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9" name="Rectangle 8">
            <a:extLst>
              <a:ext uri="{FF2B5EF4-FFF2-40B4-BE49-F238E27FC236}">
                <a16:creationId xmlns:a16="http://schemas.microsoft.com/office/drawing/2014/main" id="{225AAF08-CBCF-D487-A672-165FF3A845C1}"/>
              </a:ext>
            </a:extLst>
          </p:cNvPr>
          <p:cNvSpPr>
            <a:spLocks noChangeArrowheads="1"/>
          </p:cNvSpPr>
          <p:nvPr/>
        </p:nvSpPr>
        <p:spPr bwMode="auto">
          <a:xfrm>
            <a:off x="5267325" y="2095500"/>
            <a:ext cx="3324225" cy="320040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sz="2400">
              <a:latin typeface="Times New Roman" panose="02020603050405020304" pitchFamily="18" charset="0"/>
            </a:endParaRPr>
          </a:p>
        </p:txBody>
      </p:sp>
      <p:sp>
        <p:nvSpPr>
          <p:cNvPr id="30" name="Text Box 9">
            <a:extLst>
              <a:ext uri="{FF2B5EF4-FFF2-40B4-BE49-F238E27FC236}">
                <a16:creationId xmlns:a16="http://schemas.microsoft.com/office/drawing/2014/main" id="{1C77A14A-6E80-2BF1-CBDB-E478FAA725DF}"/>
              </a:ext>
            </a:extLst>
          </p:cNvPr>
          <p:cNvSpPr txBox="1">
            <a:spLocks noChangeArrowheads="1"/>
          </p:cNvSpPr>
          <p:nvPr/>
        </p:nvSpPr>
        <p:spPr bwMode="auto">
          <a:xfrm>
            <a:off x="5379895" y="2123837"/>
            <a:ext cx="13773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S</a:t>
            </a:r>
            <a:r>
              <a:rPr lang="en-US" altLang="en-US" sz="1800"/>
              <a:t>ource port</a:t>
            </a:r>
            <a:endParaRPr lang="en-US" altLang="en-US" sz="2400">
              <a:latin typeface="Times New Roman" panose="02020603050405020304" pitchFamily="18" charset="0"/>
            </a:endParaRPr>
          </a:p>
        </p:txBody>
      </p:sp>
      <p:sp>
        <p:nvSpPr>
          <p:cNvPr id="31" name="Text Box 10">
            <a:extLst>
              <a:ext uri="{FF2B5EF4-FFF2-40B4-BE49-F238E27FC236}">
                <a16:creationId xmlns:a16="http://schemas.microsoft.com/office/drawing/2014/main" id="{B6996C5F-EB01-1948-5ABE-FEDB9ACCB484}"/>
              </a:ext>
            </a:extLst>
          </p:cNvPr>
          <p:cNvSpPr txBox="1">
            <a:spLocks noChangeArrowheads="1"/>
          </p:cNvSpPr>
          <p:nvPr/>
        </p:nvSpPr>
        <p:spPr bwMode="auto">
          <a:xfrm>
            <a:off x="6851999" y="2117725"/>
            <a:ext cx="1864613"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D</a:t>
            </a:r>
            <a:r>
              <a:rPr lang="en-US" altLang="en-US" sz="1800"/>
              <a:t>estination port </a:t>
            </a:r>
            <a:endParaRPr lang="en-US" altLang="en-US" sz="1800">
              <a:latin typeface="Times New Roman" panose="02020603050405020304" pitchFamily="18" charset="0"/>
            </a:endParaRPr>
          </a:p>
        </p:txBody>
      </p:sp>
      <p:sp>
        <p:nvSpPr>
          <p:cNvPr id="32" name="Line 11">
            <a:extLst>
              <a:ext uri="{FF2B5EF4-FFF2-40B4-BE49-F238E27FC236}">
                <a16:creationId xmlns:a16="http://schemas.microsoft.com/office/drawing/2014/main" id="{91812F0A-4CF4-2840-269D-374B7DB2BDFA}"/>
              </a:ext>
            </a:extLst>
          </p:cNvPr>
          <p:cNvSpPr>
            <a:spLocks noChangeShapeType="1"/>
          </p:cNvSpPr>
          <p:nvPr/>
        </p:nvSpPr>
        <p:spPr bwMode="auto">
          <a:xfrm flipV="1">
            <a:off x="5257800" y="2495550"/>
            <a:ext cx="332898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3" name="Line 12">
            <a:extLst>
              <a:ext uri="{FF2B5EF4-FFF2-40B4-BE49-F238E27FC236}">
                <a16:creationId xmlns:a16="http://schemas.microsoft.com/office/drawing/2014/main" id="{703BE733-B1B9-693B-6F5E-65675FCDC915}"/>
              </a:ext>
            </a:extLst>
          </p:cNvPr>
          <p:cNvSpPr>
            <a:spLocks noChangeShapeType="1"/>
          </p:cNvSpPr>
          <p:nvPr/>
        </p:nvSpPr>
        <p:spPr bwMode="auto">
          <a:xfrm flipV="1">
            <a:off x="5248275" y="2895600"/>
            <a:ext cx="332422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4" name="Line 13">
            <a:extLst>
              <a:ext uri="{FF2B5EF4-FFF2-40B4-BE49-F238E27FC236}">
                <a16:creationId xmlns:a16="http://schemas.microsoft.com/office/drawing/2014/main" id="{493C3601-EE7F-25BA-4803-258B1DB362F8}"/>
              </a:ext>
            </a:extLst>
          </p:cNvPr>
          <p:cNvSpPr>
            <a:spLocks noChangeShapeType="1"/>
          </p:cNvSpPr>
          <p:nvPr/>
        </p:nvSpPr>
        <p:spPr bwMode="auto">
          <a:xfrm flipV="1">
            <a:off x="6905625" y="2095500"/>
            <a:ext cx="0" cy="3952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 name="Text Box 14">
            <a:extLst>
              <a:ext uri="{FF2B5EF4-FFF2-40B4-BE49-F238E27FC236}">
                <a16:creationId xmlns:a16="http://schemas.microsoft.com/office/drawing/2014/main" id="{99BF531E-74DF-C0A6-C5F0-B15BF84B72F4}"/>
              </a:ext>
            </a:extLst>
          </p:cNvPr>
          <p:cNvSpPr txBox="1">
            <a:spLocks noChangeArrowheads="1"/>
          </p:cNvSpPr>
          <p:nvPr/>
        </p:nvSpPr>
        <p:spPr bwMode="auto">
          <a:xfrm>
            <a:off x="6407150" y="1665288"/>
            <a:ext cx="949325"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t>32 bits</a:t>
            </a:r>
            <a:endParaRPr lang="en-US" altLang="en-US" sz="2400">
              <a:latin typeface="Times New Roman" panose="02020603050405020304" pitchFamily="18" charset="0"/>
            </a:endParaRPr>
          </a:p>
        </p:txBody>
      </p:sp>
      <p:sp>
        <p:nvSpPr>
          <p:cNvPr id="36" name="Line 15">
            <a:extLst>
              <a:ext uri="{FF2B5EF4-FFF2-40B4-BE49-F238E27FC236}">
                <a16:creationId xmlns:a16="http://schemas.microsoft.com/office/drawing/2014/main" id="{5FE80A61-8378-06A8-B275-B4A558FDB779}"/>
              </a:ext>
            </a:extLst>
          </p:cNvPr>
          <p:cNvSpPr>
            <a:spLocks noChangeShapeType="1"/>
          </p:cNvSpPr>
          <p:nvPr/>
        </p:nvSpPr>
        <p:spPr bwMode="auto">
          <a:xfrm>
            <a:off x="7362825" y="1862138"/>
            <a:ext cx="1200150" cy="476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7" name="Line 16">
            <a:extLst>
              <a:ext uri="{FF2B5EF4-FFF2-40B4-BE49-F238E27FC236}">
                <a16:creationId xmlns:a16="http://schemas.microsoft.com/office/drawing/2014/main" id="{B87242D2-B4F1-BAA3-F08B-A2EE418DE8B4}"/>
              </a:ext>
            </a:extLst>
          </p:cNvPr>
          <p:cNvSpPr>
            <a:spLocks noChangeShapeType="1"/>
          </p:cNvSpPr>
          <p:nvPr/>
        </p:nvSpPr>
        <p:spPr bwMode="auto">
          <a:xfrm rot="10800000">
            <a:off x="5253038" y="1871663"/>
            <a:ext cx="112871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8" name="Text Box 17">
            <a:extLst>
              <a:ext uri="{FF2B5EF4-FFF2-40B4-BE49-F238E27FC236}">
                <a16:creationId xmlns:a16="http://schemas.microsoft.com/office/drawing/2014/main" id="{2827F9B3-FAC5-319B-E738-03B277965A47}"/>
              </a:ext>
            </a:extLst>
          </p:cNvPr>
          <p:cNvSpPr txBox="1">
            <a:spLocks noChangeArrowheads="1"/>
          </p:cNvSpPr>
          <p:nvPr/>
        </p:nvSpPr>
        <p:spPr bwMode="auto">
          <a:xfrm>
            <a:off x="5791201" y="3951288"/>
            <a:ext cx="2285998" cy="7078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en-US" sz="2000"/>
              <a:t>Application data </a:t>
            </a:r>
          </a:p>
          <a:p>
            <a:pPr algn="ctr"/>
            <a:r>
              <a:rPr lang="en-US" altLang="en-US" sz="2000"/>
              <a:t>(message)</a:t>
            </a:r>
            <a:endParaRPr lang="en-US" altLang="en-US" sz="2400">
              <a:latin typeface="Times New Roman" panose="02020603050405020304" pitchFamily="18" charset="0"/>
            </a:endParaRPr>
          </a:p>
        </p:txBody>
      </p:sp>
      <p:sp>
        <p:nvSpPr>
          <p:cNvPr id="39" name="Text Box 19">
            <a:extLst>
              <a:ext uri="{FF2B5EF4-FFF2-40B4-BE49-F238E27FC236}">
                <a16:creationId xmlns:a16="http://schemas.microsoft.com/office/drawing/2014/main" id="{2E7AF940-2E42-CB40-72FE-81E2B1077522}"/>
              </a:ext>
            </a:extLst>
          </p:cNvPr>
          <p:cNvSpPr txBox="1">
            <a:spLocks noChangeArrowheads="1"/>
          </p:cNvSpPr>
          <p:nvPr/>
        </p:nvSpPr>
        <p:spPr bwMode="auto">
          <a:xfrm>
            <a:off x="5695950" y="5518150"/>
            <a:ext cx="2655888"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t>UDP segment format</a:t>
            </a:r>
            <a:endParaRPr lang="en-US" altLang="en-US" sz="2400">
              <a:latin typeface="Times New Roman" panose="02020603050405020304" pitchFamily="18" charset="0"/>
            </a:endParaRPr>
          </a:p>
        </p:txBody>
      </p:sp>
      <p:sp>
        <p:nvSpPr>
          <p:cNvPr id="40" name="Line 20">
            <a:extLst>
              <a:ext uri="{FF2B5EF4-FFF2-40B4-BE49-F238E27FC236}">
                <a16:creationId xmlns:a16="http://schemas.microsoft.com/office/drawing/2014/main" id="{BE331210-5F0C-68CA-3EC2-7B115CE2BE83}"/>
              </a:ext>
            </a:extLst>
          </p:cNvPr>
          <p:cNvSpPr>
            <a:spLocks noChangeShapeType="1"/>
          </p:cNvSpPr>
          <p:nvPr/>
        </p:nvSpPr>
        <p:spPr bwMode="auto">
          <a:xfrm flipV="1">
            <a:off x="6905625" y="2505075"/>
            <a:ext cx="0" cy="3952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41" name="Text Box 22">
            <a:extLst>
              <a:ext uri="{FF2B5EF4-FFF2-40B4-BE49-F238E27FC236}">
                <a16:creationId xmlns:a16="http://schemas.microsoft.com/office/drawing/2014/main" id="{5CBB6AFD-48B1-0BF4-C0DD-6992591A4213}"/>
              </a:ext>
            </a:extLst>
          </p:cNvPr>
          <p:cNvSpPr txBox="1">
            <a:spLocks noChangeArrowheads="1"/>
          </p:cNvSpPr>
          <p:nvPr/>
        </p:nvSpPr>
        <p:spPr bwMode="auto">
          <a:xfrm>
            <a:off x="5632450" y="2508250"/>
            <a:ext cx="889987"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L</a:t>
            </a:r>
            <a:r>
              <a:rPr lang="en-US" altLang="en-US" sz="1800"/>
              <a:t>ength</a:t>
            </a:r>
            <a:endParaRPr lang="en-US" altLang="en-US" sz="2400">
              <a:latin typeface="Times New Roman" panose="02020603050405020304" pitchFamily="18" charset="0"/>
            </a:endParaRPr>
          </a:p>
        </p:txBody>
      </p:sp>
      <p:sp>
        <p:nvSpPr>
          <p:cNvPr id="42" name="Text Box 23">
            <a:extLst>
              <a:ext uri="{FF2B5EF4-FFF2-40B4-BE49-F238E27FC236}">
                <a16:creationId xmlns:a16="http://schemas.microsoft.com/office/drawing/2014/main" id="{D07C9B9F-9071-4059-4310-0D7098170C7B}"/>
              </a:ext>
            </a:extLst>
          </p:cNvPr>
          <p:cNvSpPr txBox="1">
            <a:spLocks noChangeArrowheads="1"/>
          </p:cNvSpPr>
          <p:nvPr/>
        </p:nvSpPr>
        <p:spPr bwMode="auto">
          <a:xfrm>
            <a:off x="7180263" y="2498725"/>
            <a:ext cx="1274708"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C</a:t>
            </a:r>
            <a:r>
              <a:rPr lang="en-US" altLang="en-US" sz="1800"/>
              <a:t>hecksum</a:t>
            </a:r>
            <a:endParaRPr lang="en-US" altLang="en-US" sz="2400">
              <a:latin typeface="Times New Roman" panose="02020603050405020304" pitchFamily="18" charset="0"/>
            </a:endParaRPr>
          </a:p>
        </p:txBody>
      </p:sp>
    </p:spTree>
    <p:extLst>
      <p:ext uri="{BB962C8B-B14F-4D97-AF65-F5344CB8AC3E}">
        <p14:creationId xmlns:p14="http://schemas.microsoft.com/office/powerpoint/2010/main" val="42893523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a:t>A UDP segment captured by Wireshark</a:t>
            </a:r>
          </a:p>
        </p:txBody>
      </p:sp>
      <p:sp>
        <p:nvSpPr>
          <p:cNvPr id="5" name="Slide Number Placeholder 4"/>
          <p:cNvSpPr>
            <a:spLocks noGrp="1"/>
          </p:cNvSpPr>
          <p:nvPr>
            <p:ph type="sldNum" sz="quarter" idx="12"/>
          </p:nvPr>
        </p:nvSpPr>
        <p:spPr/>
        <p:txBody>
          <a:bodyPr/>
          <a:lstStyle/>
          <a:p>
            <a:pPr>
              <a:defRPr/>
            </a:pPr>
            <a:fld id="{80DE0355-9741-7640-AC4F-CF3347F782AD}" type="slidenum">
              <a:rPr lang="en-US" smtClean="0"/>
              <a:pPr>
                <a:defRPr/>
              </a:pPr>
              <a:t>18</a:t>
            </a:fld>
            <a:endParaRPr lang="en-US"/>
          </a:p>
        </p:txBody>
      </p:sp>
      <p:pic>
        <p:nvPicPr>
          <p:cNvPr id="6" name="Picture 5"/>
          <p:cNvPicPr>
            <a:picLocks noChangeAspect="1"/>
          </p:cNvPicPr>
          <p:nvPr/>
        </p:nvPicPr>
        <p:blipFill>
          <a:blip r:embed="rId2"/>
          <a:stretch>
            <a:fillRect/>
          </a:stretch>
        </p:blipFill>
        <p:spPr>
          <a:xfrm>
            <a:off x="0" y="1360674"/>
            <a:ext cx="9144000" cy="4558352"/>
          </a:xfrm>
          <a:prstGeom prst="rect">
            <a:avLst/>
          </a:prstGeom>
        </p:spPr>
      </p:pic>
    </p:spTree>
    <p:extLst>
      <p:ext uri="{BB962C8B-B14F-4D97-AF65-F5344CB8AC3E}">
        <p14:creationId xmlns:p14="http://schemas.microsoft.com/office/powerpoint/2010/main" val="26060131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a:t>Why using UDP</a:t>
            </a:r>
          </a:p>
        </p:txBody>
      </p:sp>
      <p:sp>
        <p:nvSpPr>
          <p:cNvPr id="5" name="Slide Number Placeholder 4"/>
          <p:cNvSpPr>
            <a:spLocks noGrp="1"/>
          </p:cNvSpPr>
          <p:nvPr>
            <p:ph type="sldNum" sz="quarter" idx="4"/>
          </p:nvPr>
        </p:nvSpPr>
        <p:spPr/>
        <p:txBody>
          <a:bodyPr/>
          <a:lstStyle/>
          <a:p>
            <a:pPr>
              <a:defRPr/>
            </a:pPr>
            <a:fld id="{80DE0355-9741-7640-AC4F-CF3347F782AD}" type="slidenum">
              <a:rPr lang="en-US" smtClean="0"/>
              <a:pPr>
                <a:defRPr/>
              </a:pPr>
              <a:t>19</a:t>
            </a:fld>
            <a:endParaRPr lang="en-US"/>
          </a:p>
        </p:txBody>
      </p:sp>
      <p:graphicFrame>
        <p:nvGraphicFramePr>
          <p:cNvPr id="6" name="Diagram 5">
            <a:extLst>
              <a:ext uri="{FF2B5EF4-FFF2-40B4-BE49-F238E27FC236}">
                <a16:creationId xmlns:a16="http://schemas.microsoft.com/office/drawing/2014/main" id="{63B65868-D00E-1AE9-18BE-B6E24DCE1EED}"/>
              </a:ext>
            </a:extLst>
          </p:cNvPr>
          <p:cNvGraphicFramePr/>
          <p:nvPr>
            <p:extLst>
              <p:ext uri="{D42A27DB-BD31-4B8C-83A1-F6EECF244321}">
                <p14:modId xmlns:p14="http://schemas.microsoft.com/office/powerpoint/2010/main" val="1584407386"/>
              </p:ext>
            </p:extLst>
          </p:nvPr>
        </p:nvGraphicFramePr>
        <p:xfrm>
          <a:off x="0" y="1103244"/>
          <a:ext cx="9144000" cy="54499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447225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925058B-C9BA-59A0-8E2D-1CC3283FF83E}"/>
              </a:ext>
            </a:extLst>
          </p:cNvPr>
          <p:cNvSpPr>
            <a:spLocks noGrp="1"/>
          </p:cNvSpPr>
          <p:nvPr>
            <p:ph type="ctrTitle"/>
          </p:nvPr>
        </p:nvSpPr>
        <p:spPr/>
        <p:txBody>
          <a:bodyPr/>
          <a:lstStyle/>
          <a:p>
            <a:r>
              <a:rPr lang="en-AU"/>
              <a:t>Connection-oriented transport: TCP</a:t>
            </a:r>
          </a:p>
        </p:txBody>
      </p:sp>
      <p:sp>
        <p:nvSpPr>
          <p:cNvPr id="6" name="Subtitle 5">
            <a:extLst>
              <a:ext uri="{FF2B5EF4-FFF2-40B4-BE49-F238E27FC236}">
                <a16:creationId xmlns:a16="http://schemas.microsoft.com/office/drawing/2014/main" id="{C628CBA7-33EC-ACF3-8852-4667F9415F28}"/>
              </a:ext>
            </a:extLst>
          </p:cNvPr>
          <p:cNvSpPr>
            <a:spLocks noGrp="1"/>
          </p:cNvSpPr>
          <p:nvPr>
            <p:ph type="subTitle" idx="1"/>
          </p:nvPr>
        </p:nvSpPr>
        <p:spPr/>
        <p:txBody>
          <a:bodyPr/>
          <a:lstStyle/>
          <a:p>
            <a:endParaRPr lang="en-AU"/>
          </a:p>
        </p:txBody>
      </p:sp>
      <p:sp>
        <p:nvSpPr>
          <p:cNvPr id="4" name="Slide Number Placeholder 3">
            <a:extLst>
              <a:ext uri="{FF2B5EF4-FFF2-40B4-BE49-F238E27FC236}">
                <a16:creationId xmlns:a16="http://schemas.microsoft.com/office/drawing/2014/main" id="{255E2192-01E3-D280-CC45-D54A7E09F6F2}"/>
              </a:ext>
            </a:extLst>
          </p:cNvPr>
          <p:cNvSpPr>
            <a:spLocks noGrp="1"/>
          </p:cNvSpPr>
          <p:nvPr>
            <p:ph type="sldNum" sz="quarter" idx="4294967295"/>
          </p:nvPr>
        </p:nvSpPr>
        <p:spPr>
          <a:xfrm>
            <a:off x="7132638" y="6553200"/>
            <a:ext cx="2011362" cy="277813"/>
          </a:xfrm>
        </p:spPr>
        <p:txBody>
          <a:bodyPr/>
          <a:lstStyle/>
          <a:p>
            <a:pPr>
              <a:defRPr/>
            </a:pPr>
            <a:fld id="{DACE9E11-39C8-4E20-894F-A4A883CCF6EF}" type="slidenum">
              <a:rPr lang="en-US" smtClean="0"/>
              <a:pPr>
                <a:defRPr/>
              </a:pPr>
              <a:t>20</a:t>
            </a:fld>
            <a:endParaRPr lang="en-US"/>
          </a:p>
        </p:txBody>
      </p:sp>
    </p:spTree>
    <p:extLst>
      <p:ext uri="{BB962C8B-B14F-4D97-AF65-F5344CB8AC3E}">
        <p14:creationId xmlns:p14="http://schemas.microsoft.com/office/powerpoint/2010/main" val="18858894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5C1E4006-F656-4A7F-A996-4824766B5E65}" type="slidenum">
              <a:rPr lang="en-US" altLang="en-US"/>
              <a:pPr/>
              <a:t>21</a:t>
            </a:fld>
            <a:endParaRPr lang="en-US" altLang="en-US"/>
          </a:p>
        </p:txBody>
      </p:sp>
      <p:sp>
        <p:nvSpPr>
          <p:cNvPr id="355330" name="Rectangle 2"/>
          <p:cNvSpPr>
            <a:spLocks noGrp="1" noChangeArrowheads="1"/>
          </p:cNvSpPr>
          <p:nvPr>
            <p:ph type="title"/>
          </p:nvPr>
        </p:nvSpPr>
        <p:spPr>
          <a:xfrm>
            <a:off x="561975" y="-52867"/>
            <a:ext cx="8143875" cy="1143000"/>
          </a:xfrm>
        </p:spPr>
        <p:txBody>
          <a:bodyPr/>
          <a:lstStyle/>
          <a:p>
            <a:r>
              <a:rPr lang="en-US" altLang="en-US" dirty="0"/>
              <a:t>TCP: Overview</a:t>
            </a:r>
            <a:r>
              <a:rPr lang="en-US" altLang="en-US" u="none" dirty="0"/>
              <a:t>   </a:t>
            </a:r>
            <a:r>
              <a:rPr lang="en-US" altLang="en-US" sz="2000" u="none" dirty="0"/>
              <a:t>RFCs: 793, 1122, 1323, 2018, 2581</a:t>
            </a:r>
            <a:endParaRPr lang="en-US" altLang="en-US" dirty="0"/>
          </a:p>
        </p:txBody>
      </p:sp>
      <p:sp>
        <p:nvSpPr>
          <p:cNvPr id="355331" name="Rectangle 3"/>
          <p:cNvSpPr>
            <a:spLocks noGrp="1" noChangeArrowheads="1"/>
          </p:cNvSpPr>
          <p:nvPr>
            <p:ph type="body" sz="half" idx="1"/>
          </p:nvPr>
        </p:nvSpPr>
        <p:spPr>
          <a:xfrm>
            <a:off x="152400" y="3352800"/>
            <a:ext cx="8543925" cy="3200400"/>
          </a:xfrm>
        </p:spPr>
        <p:txBody>
          <a:bodyPr/>
          <a:lstStyle/>
          <a:p>
            <a:r>
              <a:rPr lang="en-US" altLang="en-US" sz="2400" dirty="0">
                <a:solidFill>
                  <a:srgbClr val="FF0000"/>
                </a:solidFill>
              </a:rPr>
              <a:t>full duplex data:</a:t>
            </a:r>
            <a:endParaRPr lang="en-US" altLang="en-US" sz="2400" dirty="0"/>
          </a:p>
          <a:p>
            <a:pPr lvl="1"/>
            <a:r>
              <a:rPr lang="en-US" altLang="en-US" sz="2000" dirty="0"/>
              <a:t>bi-directional data flow in same connection</a:t>
            </a:r>
          </a:p>
          <a:p>
            <a:pPr lvl="1"/>
            <a:r>
              <a:rPr lang="en-US" altLang="en-US" sz="2000" dirty="0"/>
              <a:t>MSS: maximum segment size</a:t>
            </a:r>
          </a:p>
          <a:p>
            <a:r>
              <a:rPr lang="en-US" altLang="en-US" sz="2400" dirty="0">
                <a:solidFill>
                  <a:srgbClr val="FF0000"/>
                </a:solidFill>
              </a:rPr>
              <a:t>connection-oriented:</a:t>
            </a:r>
            <a:r>
              <a:rPr lang="en-US" altLang="en-US" sz="2400" dirty="0"/>
              <a:t> </a:t>
            </a:r>
          </a:p>
          <a:p>
            <a:pPr lvl="1"/>
            <a:r>
              <a:rPr lang="en-US" altLang="en-US" sz="2000" dirty="0"/>
              <a:t>handshaking (exchange of control </a:t>
            </a:r>
            <a:r>
              <a:rPr lang="en-US" altLang="en-US" sz="2000" dirty="0" err="1"/>
              <a:t>msgs</a:t>
            </a:r>
            <a:r>
              <a:rPr lang="en-US" altLang="en-US" sz="2000" dirty="0"/>
              <a:t>) </a:t>
            </a:r>
            <a:r>
              <a:rPr lang="en-US" altLang="en-US" sz="2000" dirty="0" err="1"/>
              <a:t>init’s</a:t>
            </a:r>
            <a:r>
              <a:rPr lang="en-US" altLang="en-US" sz="2000" dirty="0"/>
              <a:t> sender, receiver state before data exchange</a:t>
            </a:r>
          </a:p>
        </p:txBody>
      </p:sp>
      <p:sp>
        <p:nvSpPr>
          <p:cNvPr id="355332" name="Rectangle 4"/>
          <p:cNvSpPr>
            <a:spLocks noGrp="1" noChangeArrowheads="1"/>
          </p:cNvSpPr>
          <p:nvPr>
            <p:ph type="body" sz="half" idx="2"/>
          </p:nvPr>
        </p:nvSpPr>
        <p:spPr>
          <a:xfrm>
            <a:off x="152400" y="914400"/>
            <a:ext cx="8412163" cy="4648200"/>
          </a:xfrm>
        </p:spPr>
        <p:txBody>
          <a:bodyPr/>
          <a:lstStyle/>
          <a:p>
            <a:r>
              <a:rPr lang="en-US" altLang="en-US" sz="2400" dirty="0">
                <a:solidFill>
                  <a:srgbClr val="FF0000"/>
                </a:solidFill>
              </a:rPr>
              <a:t>point-to-point:</a:t>
            </a:r>
            <a:endParaRPr lang="en-US" altLang="en-US" sz="2400" dirty="0"/>
          </a:p>
          <a:p>
            <a:pPr lvl="1"/>
            <a:r>
              <a:rPr lang="en-US" altLang="en-US" sz="2000" dirty="0"/>
              <a:t>one sender, one receiver</a:t>
            </a:r>
            <a:r>
              <a:rPr lang="en-US" altLang="en-US" sz="2000" dirty="0">
                <a:solidFill>
                  <a:srgbClr val="FF0000"/>
                </a:solidFill>
              </a:rPr>
              <a:t> </a:t>
            </a:r>
          </a:p>
          <a:p>
            <a:r>
              <a:rPr lang="en-US" altLang="en-US" sz="2400" dirty="0">
                <a:solidFill>
                  <a:srgbClr val="FF0000"/>
                </a:solidFill>
              </a:rPr>
              <a:t>reliable, in-order </a:t>
            </a:r>
            <a:r>
              <a:rPr lang="en-US" altLang="en-US" sz="2400" i="1" dirty="0">
                <a:solidFill>
                  <a:srgbClr val="FF0000"/>
                </a:solidFill>
              </a:rPr>
              <a:t>byte stream:</a:t>
            </a:r>
            <a:endParaRPr lang="en-US" altLang="en-US" sz="2400" i="1" dirty="0"/>
          </a:p>
          <a:p>
            <a:pPr lvl="1"/>
            <a:r>
              <a:rPr lang="en-US" altLang="en-US" sz="2000" dirty="0"/>
              <a:t>no (</a:t>
            </a:r>
            <a:r>
              <a:rPr lang="en-US" altLang="en-US" sz="1000" dirty="0"/>
              <a:t>app. layer</a:t>
            </a:r>
            <a:r>
              <a:rPr lang="en-US" altLang="en-US" sz="2000" dirty="0"/>
              <a:t>) “message boundaries” </a:t>
            </a:r>
          </a:p>
          <a:p>
            <a:r>
              <a:rPr lang="en-US" altLang="en-US" sz="2400" dirty="0">
                <a:solidFill>
                  <a:srgbClr val="FF0000"/>
                </a:solidFill>
              </a:rPr>
              <a:t>pipelined:</a:t>
            </a:r>
            <a:endParaRPr lang="en-US" altLang="en-US" sz="2400" dirty="0"/>
          </a:p>
          <a:p>
            <a:pPr lvl="1"/>
            <a:r>
              <a:rPr lang="en-US" altLang="en-US" sz="2000" dirty="0"/>
              <a:t>TCP congestion and flow control set window size</a:t>
            </a:r>
          </a:p>
          <a:p>
            <a:pPr marL="0" indent="0">
              <a:buNone/>
            </a:pPr>
            <a:endParaRPr lang="en-US" altLang="en-US" sz="2400" dirty="0"/>
          </a:p>
        </p:txBody>
      </p:sp>
      <p:graphicFrame>
        <p:nvGraphicFramePr>
          <p:cNvPr id="355333" name="Object 5"/>
          <p:cNvGraphicFramePr>
            <a:graphicFrameLocks noChangeAspect="1"/>
          </p:cNvGraphicFramePr>
          <p:nvPr/>
        </p:nvGraphicFramePr>
        <p:xfrm>
          <a:off x="3581400" y="1109663"/>
          <a:ext cx="6026151" cy="1023937"/>
        </p:xfrm>
        <a:graphic>
          <a:graphicData uri="http://schemas.openxmlformats.org/presentationml/2006/ole">
            <mc:AlternateContent xmlns:mc="http://schemas.openxmlformats.org/markup-compatibility/2006">
              <mc:Choice xmlns:v="urn:schemas-microsoft-com:vml" Requires="v">
                <p:oleObj name="VISIO" r:id="rId3" imgW="6602760" imgH="1123200" progId="Visio.Drawing.5">
                  <p:embed/>
                </p:oleObj>
              </mc:Choice>
              <mc:Fallback>
                <p:oleObj name="VISIO" r:id="rId3" imgW="6602760" imgH="1123200" progId="Visio.Drawing.5">
                  <p:embed/>
                  <p:pic>
                    <p:nvPicPr>
                      <p:cNvPr id="355333"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1400" y="1109663"/>
                        <a:ext cx="6026151" cy="1023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7545156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Slide Number Placeholder 56"/>
          <p:cNvSpPr>
            <a:spLocks noGrp="1"/>
          </p:cNvSpPr>
          <p:nvPr>
            <p:ph type="sldNum" sz="quarter" idx="12"/>
          </p:nvPr>
        </p:nvSpPr>
        <p:spPr/>
        <p:txBody>
          <a:bodyPr/>
          <a:lstStyle/>
          <a:p>
            <a:fld id="{70A06A59-B9EA-4946-BFBB-77877C3084F0}" type="slidenum">
              <a:rPr lang="en-US" altLang="en-US"/>
              <a:pPr/>
              <a:t>22</a:t>
            </a:fld>
            <a:endParaRPr lang="en-US" altLang="en-US"/>
          </a:p>
        </p:txBody>
      </p:sp>
      <p:sp>
        <p:nvSpPr>
          <p:cNvPr id="356354" name="Rectangle 2"/>
          <p:cNvSpPr>
            <a:spLocks noGrp="1" noChangeArrowheads="1"/>
          </p:cNvSpPr>
          <p:nvPr>
            <p:ph type="title"/>
          </p:nvPr>
        </p:nvSpPr>
        <p:spPr>
          <a:xfrm>
            <a:off x="533400" y="190500"/>
            <a:ext cx="7772400" cy="781050"/>
          </a:xfrm>
        </p:spPr>
        <p:txBody>
          <a:bodyPr/>
          <a:lstStyle/>
          <a:p>
            <a:r>
              <a:rPr lang="en-US" altLang="en-US" sz="3600"/>
              <a:t>TCP segment structure</a:t>
            </a:r>
            <a:endParaRPr lang="en-US" altLang="en-US"/>
          </a:p>
        </p:txBody>
      </p:sp>
      <p:grpSp>
        <p:nvGrpSpPr>
          <p:cNvPr id="356355" name="Group 3"/>
          <p:cNvGrpSpPr>
            <a:grpSpLocks/>
          </p:cNvGrpSpPr>
          <p:nvPr/>
        </p:nvGrpSpPr>
        <p:grpSpPr bwMode="auto">
          <a:xfrm>
            <a:off x="2759075" y="1103313"/>
            <a:ext cx="4089400" cy="5330825"/>
            <a:chOff x="2818" y="659"/>
            <a:chExt cx="2576" cy="3358"/>
          </a:xfrm>
        </p:grpSpPr>
        <p:sp>
          <p:nvSpPr>
            <p:cNvPr id="356356" name="Rectangle 4"/>
            <p:cNvSpPr>
              <a:spLocks noChangeArrowheads="1"/>
            </p:cNvSpPr>
            <p:nvPr/>
          </p:nvSpPr>
          <p:spPr bwMode="auto">
            <a:xfrm>
              <a:off x="2905" y="917"/>
              <a:ext cx="2489" cy="3039"/>
            </a:xfrm>
            <a:prstGeom prst="rect">
              <a:avLst/>
            </a:prstGeom>
            <a:solidFill>
              <a:schemeClr val="accent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357" name="Rectangle 5"/>
            <p:cNvSpPr>
              <a:spLocks noChangeArrowheads="1"/>
            </p:cNvSpPr>
            <p:nvPr/>
          </p:nvSpPr>
          <p:spPr bwMode="auto">
            <a:xfrm>
              <a:off x="2851" y="990"/>
              <a:ext cx="2489" cy="3027"/>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sz="2400">
                <a:latin typeface="Times New Roman" panose="02020603050405020304" pitchFamily="18" charset="0"/>
              </a:endParaRPr>
            </a:p>
          </p:txBody>
        </p:sp>
        <p:sp>
          <p:nvSpPr>
            <p:cNvPr id="356358" name="Text Box 6"/>
            <p:cNvSpPr txBox="1">
              <a:spLocks noChangeArrowheads="1"/>
            </p:cNvSpPr>
            <p:nvPr/>
          </p:nvSpPr>
          <p:spPr bwMode="auto">
            <a:xfrm>
              <a:off x="2886" y="968"/>
              <a:ext cx="1161"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t>source port #</a:t>
              </a:r>
              <a:endParaRPr lang="en-US" altLang="en-US" sz="2400">
                <a:latin typeface="Times New Roman" panose="02020603050405020304" pitchFamily="18" charset="0"/>
              </a:endParaRPr>
            </a:p>
          </p:txBody>
        </p:sp>
        <p:sp>
          <p:nvSpPr>
            <p:cNvPr id="356359" name="Text Box 7"/>
            <p:cNvSpPr txBox="1">
              <a:spLocks noChangeArrowheads="1"/>
            </p:cNvSpPr>
            <p:nvPr/>
          </p:nvSpPr>
          <p:spPr bwMode="auto">
            <a:xfrm>
              <a:off x="4198" y="971"/>
              <a:ext cx="1004"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t>dest port #</a:t>
              </a:r>
              <a:endParaRPr lang="en-US" altLang="en-US" sz="1800">
                <a:latin typeface="Times New Roman" panose="02020603050405020304" pitchFamily="18" charset="0"/>
              </a:endParaRPr>
            </a:p>
          </p:txBody>
        </p:sp>
        <p:sp>
          <p:nvSpPr>
            <p:cNvPr id="356360" name="Line 8"/>
            <p:cNvSpPr>
              <a:spLocks noChangeShapeType="1"/>
            </p:cNvSpPr>
            <p:nvPr/>
          </p:nvSpPr>
          <p:spPr bwMode="auto">
            <a:xfrm>
              <a:off x="2853" y="1226"/>
              <a:ext cx="2486" cy="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361" name="Line 9"/>
            <p:cNvSpPr>
              <a:spLocks noChangeShapeType="1"/>
            </p:cNvSpPr>
            <p:nvPr/>
          </p:nvSpPr>
          <p:spPr bwMode="auto">
            <a:xfrm flipV="1">
              <a:off x="2849" y="1465"/>
              <a:ext cx="248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362" name="Line 10"/>
            <p:cNvSpPr>
              <a:spLocks noChangeShapeType="1"/>
            </p:cNvSpPr>
            <p:nvPr/>
          </p:nvSpPr>
          <p:spPr bwMode="auto">
            <a:xfrm flipV="1">
              <a:off x="4075" y="990"/>
              <a:ext cx="0" cy="2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363" name="Text Box 11"/>
            <p:cNvSpPr txBox="1">
              <a:spLocks noChangeArrowheads="1"/>
            </p:cNvSpPr>
            <p:nvPr/>
          </p:nvSpPr>
          <p:spPr bwMode="auto">
            <a:xfrm>
              <a:off x="3758" y="659"/>
              <a:ext cx="59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t>32 bits</a:t>
              </a:r>
              <a:endParaRPr lang="en-US" altLang="en-US" sz="2400">
                <a:latin typeface="Times New Roman" panose="02020603050405020304" pitchFamily="18" charset="0"/>
              </a:endParaRPr>
            </a:p>
          </p:txBody>
        </p:sp>
        <p:sp>
          <p:nvSpPr>
            <p:cNvPr id="356364" name="Line 12"/>
            <p:cNvSpPr>
              <a:spLocks noChangeShapeType="1"/>
            </p:cNvSpPr>
            <p:nvPr/>
          </p:nvSpPr>
          <p:spPr bwMode="auto">
            <a:xfrm>
              <a:off x="4417" y="811"/>
              <a:ext cx="899" cy="3"/>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365" name="Line 13"/>
            <p:cNvSpPr>
              <a:spLocks noChangeShapeType="1"/>
            </p:cNvSpPr>
            <p:nvPr/>
          </p:nvSpPr>
          <p:spPr bwMode="auto">
            <a:xfrm rot="10800000">
              <a:off x="2837" y="818"/>
              <a:ext cx="845"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366" name="Text Box 14"/>
            <p:cNvSpPr txBox="1">
              <a:spLocks noChangeArrowheads="1"/>
            </p:cNvSpPr>
            <p:nvPr/>
          </p:nvSpPr>
          <p:spPr bwMode="auto">
            <a:xfrm>
              <a:off x="3475" y="2845"/>
              <a:ext cx="1341" cy="6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t>application</a:t>
              </a:r>
            </a:p>
            <a:p>
              <a:r>
                <a:rPr lang="en-US" altLang="en-US" sz="2000"/>
                <a:t>data </a:t>
              </a:r>
            </a:p>
            <a:p>
              <a:r>
                <a:rPr lang="en-US" altLang="en-US" sz="2000"/>
                <a:t>(variable length)</a:t>
              </a:r>
              <a:endParaRPr lang="en-US" altLang="en-US" sz="2400">
                <a:latin typeface="Times New Roman" panose="02020603050405020304" pitchFamily="18" charset="0"/>
              </a:endParaRPr>
            </a:p>
          </p:txBody>
        </p:sp>
        <p:sp>
          <p:nvSpPr>
            <p:cNvPr id="356367" name="Text Box 15"/>
            <p:cNvSpPr txBox="1">
              <a:spLocks noChangeArrowheads="1"/>
            </p:cNvSpPr>
            <p:nvPr/>
          </p:nvSpPr>
          <p:spPr bwMode="auto">
            <a:xfrm>
              <a:off x="3250" y="1213"/>
              <a:ext cx="156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a:t>sequence number</a:t>
              </a:r>
              <a:endParaRPr lang="en-US" altLang="en-US" sz="2400">
                <a:latin typeface="Times New Roman" panose="02020603050405020304" pitchFamily="18" charset="0"/>
              </a:endParaRPr>
            </a:p>
          </p:txBody>
        </p:sp>
        <p:sp>
          <p:nvSpPr>
            <p:cNvPr id="356368" name="Line 16"/>
            <p:cNvSpPr>
              <a:spLocks noChangeShapeType="1"/>
            </p:cNvSpPr>
            <p:nvPr/>
          </p:nvSpPr>
          <p:spPr bwMode="auto">
            <a:xfrm flipV="1">
              <a:off x="2855" y="1705"/>
              <a:ext cx="248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369" name="Text Box 17"/>
            <p:cNvSpPr txBox="1">
              <a:spLocks noChangeArrowheads="1"/>
            </p:cNvSpPr>
            <p:nvPr/>
          </p:nvSpPr>
          <p:spPr bwMode="auto">
            <a:xfrm>
              <a:off x="2998" y="1465"/>
              <a:ext cx="2148"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a:t>acknowledgement number</a:t>
              </a:r>
              <a:endParaRPr lang="en-US" altLang="en-US" sz="2000">
                <a:latin typeface="Times New Roman" panose="02020603050405020304" pitchFamily="18" charset="0"/>
              </a:endParaRPr>
            </a:p>
          </p:txBody>
        </p:sp>
        <p:sp>
          <p:nvSpPr>
            <p:cNvPr id="356370" name="Line 18"/>
            <p:cNvSpPr>
              <a:spLocks noChangeShapeType="1"/>
            </p:cNvSpPr>
            <p:nvPr/>
          </p:nvSpPr>
          <p:spPr bwMode="auto">
            <a:xfrm flipV="1">
              <a:off x="2852" y="1954"/>
              <a:ext cx="248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371" name="Line 19"/>
            <p:cNvSpPr>
              <a:spLocks noChangeShapeType="1"/>
            </p:cNvSpPr>
            <p:nvPr/>
          </p:nvSpPr>
          <p:spPr bwMode="auto">
            <a:xfrm flipV="1">
              <a:off x="2849" y="2200"/>
              <a:ext cx="248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372" name="Line 20"/>
            <p:cNvSpPr>
              <a:spLocks noChangeShapeType="1"/>
            </p:cNvSpPr>
            <p:nvPr/>
          </p:nvSpPr>
          <p:spPr bwMode="auto">
            <a:xfrm flipV="1">
              <a:off x="2849" y="2554"/>
              <a:ext cx="248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373" name="Line 21"/>
            <p:cNvSpPr>
              <a:spLocks noChangeShapeType="1"/>
            </p:cNvSpPr>
            <p:nvPr/>
          </p:nvSpPr>
          <p:spPr bwMode="auto">
            <a:xfrm flipH="1" flipV="1">
              <a:off x="4084" y="1707"/>
              <a:ext cx="3" cy="49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374" name="Text Box 22"/>
            <p:cNvSpPr txBox="1">
              <a:spLocks noChangeArrowheads="1"/>
            </p:cNvSpPr>
            <p:nvPr/>
          </p:nvSpPr>
          <p:spPr bwMode="auto">
            <a:xfrm>
              <a:off x="4126" y="1712"/>
              <a:ext cx="114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t>Receive window</a:t>
              </a:r>
              <a:endParaRPr lang="en-US" altLang="en-US" sz="1800">
                <a:latin typeface="Times New Roman" panose="02020603050405020304" pitchFamily="18" charset="0"/>
              </a:endParaRPr>
            </a:p>
          </p:txBody>
        </p:sp>
        <p:sp>
          <p:nvSpPr>
            <p:cNvPr id="356375" name="Text Box 23"/>
            <p:cNvSpPr txBox="1">
              <a:spLocks noChangeArrowheads="1"/>
            </p:cNvSpPr>
            <p:nvPr/>
          </p:nvSpPr>
          <p:spPr bwMode="auto">
            <a:xfrm>
              <a:off x="4177" y="1961"/>
              <a:ext cx="1122"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t>Urg data pnter</a:t>
              </a:r>
              <a:endParaRPr lang="en-US" altLang="en-US" sz="1800">
                <a:latin typeface="Times New Roman" panose="02020603050405020304" pitchFamily="18" charset="0"/>
              </a:endParaRPr>
            </a:p>
          </p:txBody>
        </p:sp>
        <p:sp>
          <p:nvSpPr>
            <p:cNvPr id="356376" name="Text Box 24"/>
            <p:cNvSpPr txBox="1">
              <a:spLocks noChangeArrowheads="1"/>
            </p:cNvSpPr>
            <p:nvPr/>
          </p:nvSpPr>
          <p:spPr bwMode="auto">
            <a:xfrm>
              <a:off x="3084" y="1949"/>
              <a:ext cx="761"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t>checksum</a:t>
              </a:r>
              <a:endParaRPr lang="en-US" altLang="en-US" sz="1800">
                <a:latin typeface="Times New Roman" panose="02020603050405020304" pitchFamily="18" charset="0"/>
              </a:endParaRPr>
            </a:p>
          </p:txBody>
        </p:sp>
        <p:sp>
          <p:nvSpPr>
            <p:cNvPr id="356377" name="Text Box 25"/>
            <p:cNvSpPr txBox="1">
              <a:spLocks noChangeArrowheads="1"/>
            </p:cNvSpPr>
            <p:nvPr/>
          </p:nvSpPr>
          <p:spPr bwMode="auto">
            <a:xfrm>
              <a:off x="3935" y="1730"/>
              <a:ext cx="194"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F</a:t>
              </a:r>
              <a:endParaRPr lang="en-US" altLang="en-US" sz="2400">
                <a:latin typeface="Times New Roman" panose="02020603050405020304" pitchFamily="18" charset="0"/>
              </a:endParaRPr>
            </a:p>
          </p:txBody>
        </p:sp>
        <p:sp>
          <p:nvSpPr>
            <p:cNvPr id="356378" name="Line 26"/>
            <p:cNvSpPr>
              <a:spLocks noChangeShapeType="1"/>
            </p:cNvSpPr>
            <p:nvPr/>
          </p:nvSpPr>
          <p:spPr bwMode="auto">
            <a:xfrm flipV="1">
              <a:off x="3985" y="1701"/>
              <a:ext cx="0" cy="2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379" name="Line 27"/>
            <p:cNvSpPr>
              <a:spLocks noChangeShapeType="1"/>
            </p:cNvSpPr>
            <p:nvPr/>
          </p:nvSpPr>
          <p:spPr bwMode="auto">
            <a:xfrm flipV="1">
              <a:off x="3883" y="1704"/>
              <a:ext cx="0" cy="2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380" name="Line 28"/>
            <p:cNvSpPr>
              <a:spLocks noChangeShapeType="1"/>
            </p:cNvSpPr>
            <p:nvPr/>
          </p:nvSpPr>
          <p:spPr bwMode="auto">
            <a:xfrm flipV="1">
              <a:off x="3778" y="1704"/>
              <a:ext cx="0" cy="2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381" name="Line 29"/>
            <p:cNvSpPr>
              <a:spLocks noChangeShapeType="1"/>
            </p:cNvSpPr>
            <p:nvPr/>
          </p:nvSpPr>
          <p:spPr bwMode="auto">
            <a:xfrm flipV="1">
              <a:off x="3676" y="1707"/>
              <a:ext cx="0" cy="2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382" name="Line 30"/>
            <p:cNvSpPr>
              <a:spLocks noChangeShapeType="1"/>
            </p:cNvSpPr>
            <p:nvPr/>
          </p:nvSpPr>
          <p:spPr bwMode="auto">
            <a:xfrm flipV="1">
              <a:off x="3577" y="1704"/>
              <a:ext cx="0" cy="2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383" name="Line 31"/>
            <p:cNvSpPr>
              <a:spLocks noChangeShapeType="1"/>
            </p:cNvSpPr>
            <p:nvPr/>
          </p:nvSpPr>
          <p:spPr bwMode="auto">
            <a:xfrm flipV="1">
              <a:off x="3469" y="1710"/>
              <a:ext cx="0" cy="2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384" name="Text Box 32"/>
            <p:cNvSpPr txBox="1">
              <a:spLocks noChangeArrowheads="1"/>
            </p:cNvSpPr>
            <p:nvPr/>
          </p:nvSpPr>
          <p:spPr bwMode="auto">
            <a:xfrm>
              <a:off x="3828" y="1727"/>
              <a:ext cx="20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S</a:t>
              </a:r>
              <a:endParaRPr lang="en-US" altLang="en-US" sz="2400">
                <a:latin typeface="Times New Roman" panose="02020603050405020304" pitchFamily="18" charset="0"/>
              </a:endParaRPr>
            </a:p>
          </p:txBody>
        </p:sp>
        <p:sp>
          <p:nvSpPr>
            <p:cNvPr id="356385" name="Text Box 33"/>
            <p:cNvSpPr txBox="1">
              <a:spLocks noChangeArrowheads="1"/>
            </p:cNvSpPr>
            <p:nvPr/>
          </p:nvSpPr>
          <p:spPr bwMode="auto">
            <a:xfrm>
              <a:off x="3727" y="1727"/>
              <a:ext cx="19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R</a:t>
              </a:r>
              <a:endParaRPr lang="en-US" altLang="en-US" sz="2400">
                <a:latin typeface="Times New Roman" panose="02020603050405020304" pitchFamily="18" charset="0"/>
              </a:endParaRPr>
            </a:p>
          </p:txBody>
        </p:sp>
        <p:sp>
          <p:nvSpPr>
            <p:cNvPr id="356386" name="Text Box 34"/>
            <p:cNvSpPr txBox="1">
              <a:spLocks noChangeArrowheads="1"/>
            </p:cNvSpPr>
            <p:nvPr/>
          </p:nvSpPr>
          <p:spPr bwMode="auto">
            <a:xfrm>
              <a:off x="3628" y="1724"/>
              <a:ext cx="183"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P</a:t>
              </a:r>
              <a:endParaRPr lang="en-US" altLang="en-US" sz="2400">
                <a:latin typeface="Times New Roman" panose="02020603050405020304" pitchFamily="18" charset="0"/>
              </a:endParaRPr>
            </a:p>
          </p:txBody>
        </p:sp>
        <p:sp>
          <p:nvSpPr>
            <p:cNvPr id="356387" name="Text Box 35"/>
            <p:cNvSpPr txBox="1">
              <a:spLocks noChangeArrowheads="1"/>
            </p:cNvSpPr>
            <p:nvPr/>
          </p:nvSpPr>
          <p:spPr bwMode="auto">
            <a:xfrm>
              <a:off x="3519" y="1724"/>
              <a:ext cx="21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A</a:t>
              </a:r>
              <a:endParaRPr lang="en-US" altLang="en-US" sz="2400">
                <a:latin typeface="Times New Roman" panose="02020603050405020304" pitchFamily="18" charset="0"/>
              </a:endParaRPr>
            </a:p>
          </p:txBody>
        </p:sp>
        <p:sp>
          <p:nvSpPr>
            <p:cNvPr id="356388" name="Text Box 36"/>
            <p:cNvSpPr txBox="1">
              <a:spLocks noChangeArrowheads="1"/>
            </p:cNvSpPr>
            <p:nvPr/>
          </p:nvSpPr>
          <p:spPr bwMode="auto">
            <a:xfrm>
              <a:off x="3417" y="1724"/>
              <a:ext cx="21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U</a:t>
              </a:r>
              <a:endParaRPr lang="en-US" altLang="en-US" sz="2400">
                <a:latin typeface="Times New Roman" panose="02020603050405020304" pitchFamily="18" charset="0"/>
              </a:endParaRPr>
            </a:p>
          </p:txBody>
        </p:sp>
        <p:sp>
          <p:nvSpPr>
            <p:cNvPr id="356389" name="Text Box 37"/>
            <p:cNvSpPr txBox="1">
              <a:spLocks noChangeArrowheads="1"/>
            </p:cNvSpPr>
            <p:nvPr/>
          </p:nvSpPr>
          <p:spPr bwMode="auto">
            <a:xfrm>
              <a:off x="2818" y="1665"/>
              <a:ext cx="365" cy="3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t>head</a:t>
              </a:r>
            </a:p>
            <a:p>
              <a:r>
                <a:rPr lang="en-US" altLang="en-US" sz="1400"/>
                <a:t>len</a:t>
              </a:r>
              <a:endParaRPr lang="en-US" altLang="en-US" sz="1800">
                <a:latin typeface="Times New Roman" panose="02020603050405020304" pitchFamily="18" charset="0"/>
              </a:endParaRPr>
            </a:p>
          </p:txBody>
        </p:sp>
        <p:sp>
          <p:nvSpPr>
            <p:cNvPr id="356390" name="Text Box 38"/>
            <p:cNvSpPr txBox="1">
              <a:spLocks noChangeArrowheads="1"/>
            </p:cNvSpPr>
            <p:nvPr/>
          </p:nvSpPr>
          <p:spPr bwMode="auto">
            <a:xfrm>
              <a:off x="3121" y="1665"/>
              <a:ext cx="356" cy="3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t>not</a:t>
              </a:r>
            </a:p>
            <a:p>
              <a:r>
                <a:rPr lang="en-US" altLang="en-US" sz="1400"/>
                <a:t>used</a:t>
              </a:r>
              <a:endParaRPr lang="en-US" altLang="en-US" sz="1800">
                <a:latin typeface="Times New Roman" panose="02020603050405020304" pitchFamily="18" charset="0"/>
              </a:endParaRPr>
            </a:p>
          </p:txBody>
        </p:sp>
        <p:sp>
          <p:nvSpPr>
            <p:cNvPr id="356391" name="Line 39"/>
            <p:cNvSpPr>
              <a:spLocks noChangeShapeType="1"/>
            </p:cNvSpPr>
            <p:nvPr/>
          </p:nvSpPr>
          <p:spPr bwMode="auto">
            <a:xfrm flipV="1">
              <a:off x="3151" y="1704"/>
              <a:ext cx="0" cy="2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392" name="Text Box 40"/>
            <p:cNvSpPr txBox="1">
              <a:spLocks noChangeArrowheads="1"/>
            </p:cNvSpPr>
            <p:nvPr/>
          </p:nvSpPr>
          <p:spPr bwMode="auto">
            <a:xfrm>
              <a:off x="3098" y="2266"/>
              <a:ext cx="1969"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t>Options (variable length)</a:t>
              </a:r>
              <a:endParaRPr lang="en-US" altLang="en-US" sz="2400">
                <a:latin typeface="Times New Roman" panose="02020603050405020304" pitchFamily="18" charset="0"/>
              </a:endParaRPr>
            </a:p>
          </p:txBody>
        </p:sp>
      </p:grpSp>
      <p:sp>
        <p:nvSpPr>
          <p:cNvPr id="356393" name="Text Box 41"/>
          <p:cNvSpPr txBox="1">
            <a:spLocks noChangeArrowheads="1"/>
          </p:cNvSpPr>
          <p:nvPr/>
        </p:nvSpPr>
        <p:spPr bwMode="auto">
          <a:xfrm>
            <a:off x="177800" y="1431925"/>
            <a:ext cx="2287588"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en-US" sz="1800"/>
              <a:t>URG: urgent data </a:t>
            </a:r>
          </a:p>
          <a:p>
            <a:pPr algn="r"/>
            <a:r>
              <a:rPr lang="en-US" altLang="en-US" sz="1800"/>
              <a:t>(generally not used)</a:t>
            </a:r>
            <a:endParaRPr lang="en-US" altLang="en-US" sz="1000">
              <a:latin typeface="Times New Roman" panose="02020603050405020304" pitchFamily="18" charset="0"/>
            </a:endParaRPr>
          </a:p>
        </p:txBody>
      </p:sp>
      <p:sp>
        <p:nvSpPr>
          <p:cNvPr id="356394" name="Text Box 42"/>
          <p:cNvSpPr txBox="1">
            <a:spLocks noChangeArrowheads="1"/>
          </p:cNvSpPr>
          <p:nvPr/>
        </p:nvSpPr>
        <p:spPr bwMode="auto">
          <a:xfrm>
            <a:off x="947738" y="2155825"/>
            <a:ext cx="1470025"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en-US" sz="1800"/>
              <a:t>ACK: ACK #</a:t>
            </a:r>
          </a:p>
          <a:p>
            <a:pPr algn="r"/>
            <a:r>
              <a:rPr lang="en-US" altLang="en-US" sz="1800"/>
              <a:t>valid</a:t>
            </a:r>
            <a:endParaRPr lang="en-US" altLang="en-US" sz="1000">
              <a:latin typeface="Times New Roman" panose="02020603050405020304" pitchFamily="18" charset="0"/>
            </a:endParaRPr>
          </a:p>
        </p:txBody>
      </p:sp>
      <p:sp>
        <p:nvSpPr>
          <p:cNvPr id="356395" name="Text Box 43"/>
          <p:cNvSpPr txBox="1">
            <a:spLocks noChangeArrowheads="1"/>
          </p:cNvSpPr>
          <p:nvPr/>
        </p:nvSpPr>
        <p:spPr bwMode="auto">
          <a:xfrm>
            <a:off x="149225" y="2832100"/>
            <a:ext cx="2287588"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en-US" sz="1800" dirty="0"/>
              <a:t>PSH: pass data now</a:t>
            </a:r>
          </a:p>
          <a:p>
            <a:pPr algn="r"/>
            <a:r>
              <a:rPr lang="en-US" altLang="en-US" sz="1800" dirty="0"/>
              <a:t>(generally not used)</a:t>
            </a:r>
          </a:p>
        </p:txBody>
      </p:sp>
      <p:sp>
        <p:nvSpPr>
          <p:cNvPr id="356396" name="Text Box 44"/>
          <p:cNvSpPr txBox="1">
            <a:spLocks noChangeArrowheads="1"/>
          </p:cNvSpPr>
          <p:nvPr/>
        </p:nvSpPr>
        <p:spPr bwMode="auto">
          <a:xfrm>
            <a:off x="476250" y="3632200"/>
            <a:ext cx="1979613" cy="1190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en-US" sz="1800"/>
              <a:t>RST, SYN, FIN:</a:t>
            </a:r>
          </a:p>
          <a:p>
            <a:pPr algn="r"/>
            <a:r>
              <a:rPr lang="en-US" altLang="en-US" sz="1800"/>
              <a:t>connection estab</a:t>
            </a:r>
          </a:p>
          <a:p>
            <a:pPr algn="r"/>
            <a:r>
              <a:rPr lang="en-US" altLang="en-US" sz="1800"/>
              <a:t>(setup, teardown</a:t>
            </a:r>
          </a:p>
          <a:p>
            <a:pPr algn="r"/>
            <a:r>
              <a:rPr lang="en-US" altLang="en-US" sz="1800"/>
              <a:t>commands)</a:t>
            </a:r>
          </a:p>
        </p:txBody>
      </p:sp>
      <p:sp>
        <p:nvSpPr>
          <p:cNvPr id="356397" name="Line 45"/>
          <p:cNvSpPr>
            <a:spLocks noChangeShapeType="1"/>
          </p:cNvSpPr>
          <p:nvPr/>
        </p:nvSpPr>
        <p:spPr bwMode="auto">
          <a:xfrm>
            <a:off x="2371725" y="1800225"/>
            <a:ext cx="1495425" cy="962025"/>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398" name="Line 46"/>
          <p:cNvSpPr>
            <a:spLocks noChangeShapeType="1"/>
          </p:cNvSpPr>
          <p:nvPr/>
        </p:nvSpPr>
        <p:spPr bwMode="auto">
          <a:xfrm>
            <a:off x="2343150" y="2476500"/>
            <a:ext cx="1647825" cy="352425"/>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399" name="Line 47"/>
          <p:cNvSpPr>
            <a:spLocks noChangeShapeType="1"/>
          </p:cNvSpPr>
          <p:nvPr/>
        </p:nvSpPr>
        <p:spPr bwMode="auto">
          <a:xfrm flipV="1">
            <a:off x="2352675" y="2828925"/>
            <a:ext cx="1838325" cy="45720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400" name="Freeform 48"/>
          <p:cNvSpPr>
            <a:spLocks/>
          </p:cNvSpPr>
          <p:nvPr/>
        </p:nvSpPr>
        <p:spPr bwMode="auto">
          <a:xfrm>
            <a:off x="2390775" y="3105150"/>
            <a:ext cx="2314575" cy="704850"/>
          </a:xfrm>
          <a:custGeom>
            <a:avLst/>
            <a:gdLst>
              <a:gd name="T0" fmla="*/ 0 w 1458"/>
              <a:gd name="T1" fmla="*/ 444 h 444"/>
              <a:gd name="T2" fmla="*/ 1248 w 1458"/>
              <a:gd name="T3" fmla="*/ 0 h 444"/>
              <a:gd name="T4" fmla="*/ 1458 w 1458"/>
              <a:gd name="T5" fmla="*/ 6 h 444"/>
            </a:gdLst>
            <a:ahLst/>
            <a:cxnLst>
              <a:cxn ang="0">
                <a:pos x="T0" y="T1"/>
              </a:cxn>
              <a:cxn ang="0">
                <a:pos x="T2" y="T3"/>
              </a:cxn>
              <a:cxn ang="0">
                <a:pos x="T4" y="T5"/>
              </a:cxn>
            </a:cxnLst>
            <a:rect l="0" t="0" r="r" b="b"/>
            <a:pathLst>
              <a:path w="1458" h="444">
                <a:moveTo>
                  <a:pt x="0" y="444"/>
                </a:moveTo>
                <a:lnTo>
                  <a:pt x="1248" y="0"/>
                </a:lnTo>
                <a:lnTo>
                  <a:pt x="1458" y="6"/>
                </a:lnTo>
              </a:path>
            </a:pathLst>
          </a:custGeom>
          <a:noFill/>
          <a:ln w="19050"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401" name="Text Box 49"/>
          <p:cNvSpPr txBox="1">
            <a:spLocks noChangeArrowheads="1"/>
          </p:cNvSpPr>
          <p:nvPr/>
        </p:nvSpPr>
        <p:spPr bwMode="auto">
          <a:xfrm>
            <a:off x="7439025" y="3013075"/>
            <a:ext cx="1347788" cy="915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1800"/>
              <a:t># bytes </a:t>
            </a:r>
          </a:p>
          <a:p>
            <a:pPr algn="l"/>
            <a:r>
              <a:rPr lang="en-US" altLang="en-US" sz="1800"/>
              <a:t>rcvr willing</a:t>
            </a:r>
          </a:p>
          <a:p>
            <a:pPr algn="l"/>
            <a:r>
              <a:rPr lang="en-US" altLang="en-US" sz="1800"/>
              <a:t>to accept</a:t>
            </a:r>
          </a:p>
        </p:txBody>
      </p:sp>
      <p:sp>
        <p:nvSpPr>
          <p:cNvPr id="356402" name="Text Box 50"/>
          <p:cNvSpPr txBox="1">
            <a:spLocks noChangeArrowheads="1"/>
          </p:cNvSpPr>
          <p:nvPr/>
        </p:nvSpPr>
        <p:spPr bwMode="auto">
          <a:xfrm>
            <a:off x="7132638" y="1527175"/>
            <a:ext cx="1820862" cy="1190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1800"/>
              <a:t>counting</a:t>
            </a:r>
          </a:p>
          <a:p>
            <a:pPr algn="l"/>
            <a:r>
              <a:rPr lang="en-US" altLang="en-US" sz="1800"/>
              <a:t>by bytes </a:t>
            </a:r>
          </a:p>
          <a:p>
            <a:pPr algn="l"/>
            <a:r>
              <a:rPr lang="en-US" altLang="en-US" sz="1800"/>
              <a:t>of data</a:t>
            </a:r>
          </a:p>
          <a:p>
            <a:pPr algn="l"/>
            <a:r>
              <a:rPr lang="en-US" altLang="en-US" sz="1800"/>
              <a:t>(not segments!)</a:t>
            </a:r>
          </a:p>
        </p:txBody>
      </p:sp>
      <p:sp>
        <p:nvSpPr>
          <p:cNvPr id="356403" name="Text Box 51"/>
          <p:cNvSpPr txBox="1">
            <a:spLocks noChangeArrowheads="1"/>
          </p:cNvSpPr>
          <p:nvPr/>
        </p:nvSpPr>
        <p:spPr bwMode="auto">
          <a:xfrm>
            <a:off x="995363" y="4965700"/>
            <a:ext cx="1352550" cy="915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en-US" sz="1800"/>
              <a:t>Internet</a:t>
            </a:r>
          </a:p>
          <a:p>
            <a:pPr algn="r"/>
            <a:r>
              <a:rPr lang="en-US" altLang="en-US" sz="1800"/>
              <a:t>checksum</a:t>
            </a:r>
          </a:p>
          <a:p>
            <a:pPr algn="r"/>
            <a:r>
              <a:rPr lang="en-US" altLang="en-US" sz="1800"/>
              <a:t>(as in UDP)</a:t>
            </a:r>
          </a:p>
        </p:txBody>
      </p:sp>
      <p:sp>
        <p:nvSpPr>
          <p:cNvPr id="356404" name="Line 52"/>
          <p:cNvSpPr>
            <a:spLocks noChangeShapeType="1"/>
          </p:cNvSpPr>
          <p:nvPr/>
        </p:nvSpPr>
        <p:spPr bwMode="auto">
          <a:xfrm flipV="1">
            <a:off x="2266950" y="3429000"/>
            <a:ext cx="2105025" cy="198120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405" name="Line 53"/>
          <p:cNvSpPr>
            <a:spLocks noChangeShapeType="1"/>
          </p:cNvSpPr>
          <p:nvPr/>
        </p:nvSpPr>
        <p:spPr bwMode="auto">
          <a:xfrm flipH="1" flipV="1">
            <a:off x="6686550" y="3019425"/>
            <a:ext cx="809625" cy="466725"/>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406" name="Line 54"/>
          <p:cNvSpPr>
            <a:spLocks noChangeShapeType="1"/>
          </p:cNvSpPr>
          <p:nvPr/>
        </p:nvSpPr>
        <p:spPr bwMode="auto">
          <a:xfrm flipH="1">
            <a:off x="6619875" y="1724025"/>
            <a:ext cx="552450" cy="885825"/>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407" name="Line 55"/>
          <p:cNvSpPr>
            <a:spLocks noChangeShapeType="1"/>
          </p:cNvSpPr>
          <p:nvPr/>
        </p:nvSpPr>
        <p:spPr bwMode="auto">
          <a:xfrm flipH="1">
            <a:off x="6581775" y="1714500"/>
            <a:ext cx="571500" cy="523875"/>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Tree>
    <p:extLst>
      <p:ext uri="{BB962C8B-B14F-4D97-AF65-F5344CB8AC3E}">
        <p14:creationId xmlns:p14="http://schemas.microsoft.com/office/powerpoint/2010/main" val="21995450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TCP 3-way handshaking</a:t>
            </a:r>
          </a:p>
        </p:txBody>
      </p:sp>
      <p:sp>
        <p:nvSpPr>
          <p:cNvPr id="5" name="Slide Number Placeholder 4"/>
          <p:cNvSpPr>
            <a:spLocks noGrp="1"/>
          </p:cNvSpPr>
          <p:nvPr>
            <p:ph type="sldNum" sz="quarter" idx="12"/>
          </p:nvPr>
        </p:nvSpPr>
        <p:spPr/>
        <p:txBody>
          <a:bodyPr/>
          <a:lstStyle/>
          <a:p>
            <a:pPr>
              <a:defRPr/>
            </a:pPr>
            <a:fld id="{80DE0355-9741-7640-AC4F-CF3347F782AD}" type="slidenum">
              <a:rPr lang="en-US" smtClean="0"/>
              <a:pPr>
                <a:defRPr/>
              </a:pPr>
              <a:t>23</a:t>
            </a:fld>
            <a:endParaRPr lang="en-US" dirty="0"/>
          </a:p>
        </p:txBody>
      </p:sp>
      <p:sp>
        <p:nvSpPr>
          <p:cNvPr id="6" name="Line 2"/>
          <p:cNvSpPr>
            <a:spLocks noChangeShapeType="1"/>
          </p:cNvSpPr>
          <p:nvPr/>
        </p:nvSpPr>
        <p:spPr bwMode="auto">
          <a:xfrm>
            <a:off x="2885393" y="3840163"/>
            <a:ext cx="2584086" cy="1272460"/>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7" name="Line 3"/>
          <p:cNvSpPr>
            <a:spLocks noChangeShapeType="1"/>
          </p:cNvSpPr>
          <p:nvPr/>
        </p:nvSpPr>
        <p:spPr bwMode="auto">
          <a:xfrm>
            <a:off x="2855911" y="2064466"/>
            <a:ext cx="2543176" cy="539034"/>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aphicFrame>
        <p:nvGraphicFramePr>
          <p:cNvPr id="8" name="Object 6"/>
          <p:cNvGraphicFramePr>
            <a:graphicFrameLocks noChangeAspect="1"/>
          </p:cNvGraphicFramePr>
          <p:nvPr/>
        </p:nvGraphicFramePr>
        <p:xfrm>
          <a:off x="2017712" y="1201738"/>
          <a:ext cx="606425" cy="481012"/>
        </p:xfrm>
        <a:graphic>
          <a:graphicData uri="http://schemas.openxmlformats.org/presentationml/2006/ole">
            <mc:AlternateContent xmlns:mc="http://schemas.openxmlformats.org/markup-compatibility/2006">
              <mc:Choice xmlns:v="urn:schemas-microsoft-com:vml" Requires="v">
                <p:oleObj name="Clip" r:id="rId3" imgW="1305000" imgH="1085760" progId="MS_ClipArt_Gallery.2">
                  <p:embed/>
                </p:oleObj>
              </mc:Choice>
              <mc:Fallback>
                <p:oleObj name="Clip" r:id="rId3" imgW="1305000" imgH="1085760" progId="MS_ClipArt_Gallery.2">
                  <p:embed/>
                  <p:pic>
                    <p:nvPicPr>
                      <p:cNvPr id="8"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7712" y="1201738"/>
                        <a:ext cx="606425" cy="481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Object 7"/>
          <p:cNvGraphicFramePr>
            <a:graphicFrameLocks noChangeAspect="1"/>
          </p:cNvGraphicFramePr>
          <p:nvPr/>
        </p:nvGraphicFramePr>
        <p:xfrm>
          <a:off x="4997201" y="1118465"/>
          <a:ext cx="606425" cy="481012"/>
        </p:xfrm>
        <a:graphic>
          <a:graphicData uri="http://schemas.openxmlformats.org/presentationml/2006/ole">
            <mc:AlternateContent xmlns:mc="http://schemas.openxmlformats.org/markup-compatibility/2006">
              <mc:Choice xmlns:v="urn:schemas-microsoft-com:vml" Requires="v">
                <p:oleObj name="Clip" r:id="rId5" imgW="1305000" imgH="1085760" progId="MS_ClipArt_Gallery.2">
                  <p:embed/>
                </p:oleObj>
              </mc:Choice>
              <mc:Fallback>
                <p:oleObj name="Clip" r:id="rId5" imgW="1305000" imgH="1085760" progId="MS_ClipArt_Gallery.2">
                  <p:embed/>
                  <p:pic>
                    <p:nvPicPr>
                      <p:cNvPr id="9"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97201" y="1118465"/>
                        <a:ext cx="606425" cy="481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Text Box 8"/>
          <p:cNvSpPr txBox="1">
            <a:spLocks noChangeArrowheads="1"/>
          </p:cNvSpPr>
          <p:nvPr/>
        </p:nvSpPr>
        <p:spPr bwMode="auto">
          <a:xfrm>
            <a:off x="2667000" y="1254125"/>
            <a:ext cx="1274708"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dirty="0"/>
              <a:t>Client host</a:t>
            </a:r>
            <a:endParaRPr lang="en-US" altLang="en-US" sz="1000" dirty="0">
              <a:latin typeface="Times New Roman" panose="02020603050405020304" pitchFamily="18" charset="0"/>
            </a:endParaRPr>
          </a:p>
        </p:txBody>
      </p:sp>
      <p:sp>
        <p:nvSpPr>
          <p:cNvPr id="11" name="Text Box 9"/>
          <p:cNvSpPr txBox="1">
            <a:spLocks noChangeArrowheads="1"/>
          </p:cNvSpPr>
          <p:nvPr/>
        </p:nvSpPr>
        <p:spPr bwMode="auto">
          <a:xfrm>
            <a:off x="5518453" y="1232389"/>
            <a:ext cx="1364476"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Server host</a:t>
            </a:r>
            <a:endParaRPr lang="en-US" altLang="en-US" sz="1000" dirty="0">
              <a:latin typeface="Times New Roman" panose="02020603050405020304" pitchFamily="18" charset="0"/>
            </a:endParaRPr>
          </a:p>
        </p:txBody>
      </p:sp>
      <p:sp>
        <p:nvSpPr>
          <p:cNvPr id="12" name="Text Box 10"/>
          <p:cNvSpPr txBox="1">
            <a:spLocks noChangeArrowheads="1"/>
          </p:cNvSpPr>
          <p:nvPr/>
        </p:nvSpPr>
        <p:spPr bwMode="auto">
          <a:xfrm rot="706751">
            <a:off x="2976103" y="2013050"/>
            <a:ext cx="2196435"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Arial" panose="020B0604020202020204" pitchFamily="34" charset="0"/>
              </a:rPr>
              <a:t>SYN = 1, </a:t>
            </a:r>
            <a:r>
              <a:rPr lang="en-US" altLang="en-US" sz="1400" dirty="0" err="1">
                <a:latin typeface="Arial" panose="020B0604020202020204" pitchFamily="34" charset="0"/>
              </a:rPr>
              <a:t>seq</a:t>
            </a:r>
            <a:r>
              <a:rPr lang="en-US" altLang="en-US" sz="1400" dirty="0">
                <a:latin typeface="Arial" panose="020B0604020202020204" pitchFamily="34" charset="0"/>
              </a:rPr>
              <a:t>#=</a:t>
            </a:r>
            <a:r>
              <a:rPr lang="en-US" altLang="en-US" sz="1400" dirty="0" err="1">
                <a:latin typeface="Arial" panose="020B0604020202020204" pitchFamily="34" charset="0"/>
              </a:rPr>
              <a:t>client_isn</a:t>
            </a:r>
            <a:endParaRPr lang="en-US" altLang="en-US" sz="1000" dirty="0">
              <a:latin typeface="Times New Roman" panose="02020603050405020304" pitchFamily="18" charset="0"/>
            </a:endParaRPr>
          </a:p>
        </p:txBody>
      </p:sp>
      <p:sp>
        <p:nvSpPr>
          <p:cNvPr id="13" name="Text Box 11"/>
          <p:cNvSpPr txBox="1">
            <a:spLocks noChangeArrowheads="1"/>
          </p:cNvSpPr>
          <p:nvPr/>
        </p:nvSpPr>
        <p:spPr bwMode="auto">
          <a:xfrm rot="20261894">
            <a:off x="2809750" y="2736785"/>
            <a:ext cx="2479910"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Arial" panose="020B0604020202020204" pitchFamily="34" charset="0"/>
              </a:rPr>
              <a:t>SYN = 1, </a:t>
            </a:r>
            <a:r>
              <a:rPr lang="en-US" altLang="en-US" sz="1400" dirty="0" err="1">
                <a:latin typeface="Arial" panose="020B0604020202020204" pitchFamily="34" charset="0"/>
              </a:rPr>
              <a:t>seq</a:t>
            </a:r>
            <a:r>
              <a:rPr lang="en-US" altLang="en-US" sz="1400" dirty="0">
                <a:latin typeface="Arial" panose="020B0604020202020204" pitchFamily="34" charset="0"/>
              </a:rPr>
              <a:t># = </a:t>
            </a:r>
            <a:r>
              <a:rPr lang="en-US" altLang="en-US" sz="1400" dirty="0" err="1">
                <a:latin typeface="Arial" panose="020B0604020202020204" pitchFamily="34" charset="0"/>
              </a:rPr>
              <a:t>server_isn</a:t>
            </a:r>
            <a:endParaRPr lang="en-US" altLang="en-US" sz="1400" dirty="0">
              <a:latin typeface="Arial" panose="020B0604020202020204" pitchFamily="34" charset="0"/>
            </a:endParaRPr>
          </a:p>
          <a:p>
            <a:r>
              <a:rPr lang="en-US" altLang="en-US" sz="1400" dirty="0" err="1">
                <a:latin typeface="Arial" panose="020B0604020202020204" pitchFamily="34" charset="0"/>
              </a:rPr>
              <a:t>Ack</a:t>
            </a:r>
            <a:r>
              <a:rPr lang="en-US" altLang="en-US" sz="1400" dirty="0">
                <a:latin typeface="Arial" panose="020B0604020202020204" pitchFamily="34" charset="0"/>
              </a:rPr>
              <a:t># = client_isn+1, ACK = 1</a:t>
            </a:r>
            <a:endParaRPr lang="en-US" altLang="en-US" sz="1000" dirty="0">
              <a:latin typeface="Times New Roman" panose="02020603050405020304" pitchFamily="18" charset="0"/>
            </a:endParaRPr>
          </a:p>
        </p:txBody>
      </p:sp>
      <p:sp>
        <p:nvSpPr>
          <p:cNvPr id="14" name="Text Box 12"/>
          <p:cNvSpPr txBox="1">
            <a:spLocks noChangeArrowheads="1"/>
          </p:cNvSpPr>
          <p:nvPr/>
        </p:nvSpPr>
        <p:spPr bwMode="auto">
          <a:xfrm rot="1473596">
            <a:off x="3138648" y="4086683"/>
            <a:ext cx="2529603"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1400" dirty="0">
                <a:latin typeface="Arial" panose="020B0604020202020204" pitchFamily="34" charset="0"/>
              </a:rPr>
              <a:t>SYN = 0, </a:t>
            </a:r>
            <a:r>
              <a:rPr lang="en-US" altLang="en-US" sz="1400" dirty="0" err="1">
                <a:latin typeface="Arial" panose="020B0604020202020204" pitchFamily="34" charset="0"/>
              </a:rPr>
              <a:t>seq</a:t>
            </a:r>
            <a:r>
              <a:rPr lang="en-US" altLang="en-US" sz="1400" dirty="0">
                <a:latin typeface="Arial" panose="020B0604020202020204" pitchFamily="34" charset="0"/>
              </a:rPr>
              <a:t># = client_isn+1</a:t>
            </a:r>
          </a:p>
          <a:p>
            <a:pPr algn="l"/>
            <a:r>
              <a:rPr lang="en-US" altLang="en-US" sz="1400" dirty="0" err="1">
                <a:latin typeface="Arial" panose="020B0604020202020204" pitchFamily="34" charset="0"/>
              </a:rPr>
              <a:t>Ack</a:t>
            </a:r>
            <a:r>
              <a:rPr lang="en-US" altLang="en-US" sz="1400" dirty="0">
                <a:latin typeface="Arial" panose="020B0604020202020204" pitchFamily="34" charset="0"/>
              </a:rPr>
              <a:t># = server_isn+1, ACK =1</a:t>
            </a:r>
            <a:endParaRPr lang="en-US" altLang="en-US" sz="1000" dirty="0">
              <a:latin typeface="Times New Roman" panose="02020603050405020304" pitchFamily="18" charset="0"/>
            </a:endParaRPr>
          </a:p>
        </p:txBody>
      </p:sp>
      <p:sp>
        <p:nvSpPr>
          <p:cNvPr id="15" name="Text Box 13"/>
          <p:cNvSpPr txBox="1">
            <a:spLocks noChangeArrowheads="1"/>
          </p:cNvSpPr>
          <p:nvPr/>
        </p:nvSpPr>
        <p:spPr bwMode="auto">
          <a:xfrm>
            <a:off x="750973" y="1875628"/>
            <a:ext cx="2185214"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Connection request</a:t>
            </a:r>
            <a:endParaRPr lang="en-US" altLang="en-US" sz="1000" dirty="0">
              <a:latin typeface="Times New Roman" panose="02020603050405020304" pitchFamily="18" charset="0"/>
            </a:endParaRPr>
          </a:p>
        </p:txBody>
      </p:sp>
      <p:sp>
        <p:nvSpPr>
          <p:cNvPr id="16" name="Text Box 14"/>
          <p:cNvSpPr txBox="1">
            <a:spLocks noChangeArrowheads="1"/>
          </p:cNvSpPr>
          <p:nvPr/>
        </p:nvSpPr>
        <p:spPr bwMode="auto">
          <a:xfrm>
            <a:off x="2098053" y="3669784"/>
            <a:ext cx="659155"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ACK</a:t>
            </a:r>
            <a:endParaRPr lang="en-US" altLang="en-US" sz="1000" dirty="0">
              <a:latin typeface="Times New Roman" panose="02020603050405020304" pitchFamily="18" charset="0"/>
            </a:endParaRPr>
          </a:p>
        </p:txBody>
      </p:sp>
      <p:sp>
        <p:nvSpPr>
          <p:cNvPr id="17" name="Text Box 15"/>
          <p:cNvSpPr txBox="1">
            <a:spLocks noChangeArrowheads="1"/>
          </p:cNvSpPr>
          <p:nvPr/>
        </p:nvSpPr>
        <p:spPr bwMode="auto">
          <a:xfrm>
            <a:off x="5439998" y="2485715"/>
            <a:ext cx="2198038"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Connection granted</a:t>
            </a:r>
            <a:endParaRPr lang="en-US" altLang="en-US" sz="1000" dirty="0">
              <a:latin typeface="Times New Roman" panose="02020603050405020304" pitchFamily="18" charset="0"/>
            </a:endParaRPr>
          </a:p>
        </p:txBody>
      </p:sp>
      <p:sp>
        <p:nvSpPr>
          <p:cNvPr id="18" name="Line 16"/>
          <p:cNvSpPr>
            <a:spLocks noChangeShapeType="1"/>
          </p:cNvSpPr>
          <p:nvPr/>
        </p:nvSpPr>
        <p:spPr bwMode="auto">
          <a:xfrm flipH="1">
            <a:off x="2855910" y="2710420"/>
            <a:ext cx="2572836" cy="1060765"/>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9" name="Line 17"/>
          <p:cNvSpPr>
            <a:spLocks noChangeShapeType="1"/>
          </p:cNvSpPr>
          <p:nvPr/>
        </p:nvSpPr>
        <p:spPr bwMode="auto">
          <a:xfrm flipH="1">
            <a:off x="5485354" y="1573460"/>
            <a:ext cx="0" cy="451485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pSp>
        <p:nvGrpSpPr>
          <p:cNvPr id="20" name="Group 18"/>
          <p:cNvGrpSpPr>
            <a:grpSpLocks/>
          </p:cNvGrpSpPr>
          <p:nvPr/>
        </p:nvGrpSpPr>
        <p:grpSpPr bwMode="auto">
          <a:xfrm>
            <a:off x="5155947" y="5375139"/>
            <a:ext cx="658813" cy="366713"/>
            <a:chOff x="3304" y="3530"/>
            <a:chExt cx="415" cy="231"/>
          </a:xfrm>
        </p:grpSpPr>
        <p:sp>
          <p:nvSpPr>
            <p:cNvPr id="21" name="Rectangle 19"/>
            <p:cNvSpPr>
              <a:spLocks noChangeArrowheads="1"/>
            </p:cNvSpPr>
            <p:nvPr/>
          </p:nvSpPr>
          <p:spPr bwMode="auto">
            <a:xfrm>
              <a:off x="3342" y="3576"/>
              <a:ext cx="324" cy="15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2" name="Text Box 20"/>
            <p:cNvSpPr txBox="1">
              <a:spLocks noChangeArrowheads="1"/>
            </p:cNvSpPr>
            <p:nvPr/>
          </p:nvSpPr>
          <p:spPr bwMode="auto">
            <a:xfrm>
              <a:off x="3304" y="3530"/>
              <a:ext cx="415"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dirty="0">
                  <a:solidFill>
                    <a:srgbClr val="FF0000"/>
                  </a:solidFill>
                </a:rPr>
                <a:t>time</a:t>
              </a:r>
              <a:endParaRPr lang="en-US" altLang="en-US" sz="1000" dirty="0">
                <a:latin typeface="Times New Roman" panose="02020603050405020304" pitchFamily="18" charset="0"/>
              </a:endParaRPr>
            </a:p>
          </p:txBody>
        </p:sp>
      </p:grpSp>
      <p:sp>
        <p:nvSpPr>
          <p:cNvPr id="25" name="Line 17"/>
          <p:cNvSpPr>
            <a:spLocks noChangeShapeType="1"/>
          </p:cNvSpPr>
          <p:nvPr/>
        </p:nvSpPr>
        <p:spPr bwMode="auto">
          <a:xfrm flipH="1">
            <a:off x="2855912" y="1597025"/>
            <a:ext cx="0" cy="451485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pSp>
        <p:nvGrpSpPr>
          <p:cNvPr id="26" name="Group 18"/>
          <p:cNvGrpSpPr>
            <a:grpSpLocks/>
          </p:cNvGrpSpPr>
          <p:nvPr/>
        </p:nvGrpSpPr>
        <p:grpSpPr bwMode="auto">
          <a:xfrm>
            <a:off x="2526505" y="5398704"/>
            <a:ext cx="658813" cy="366713"/>
            <a:chOff x="3304" y="3530"/>
            <a:chExt cx="415" cy="231"/>
          </a:xfrm>
        </p:grpSpPr>
        <p:sp>
          <p:nvSpPr>
            <p:cNvPr id="27" name="Rectangle 19"/>
            <p:cNvSpPr>
              <a:spLocks noChangeArrowheads="1"/>
            </p:cNvSpPr>
            <p:nvPr/>
          </p:nvSpPr>
          <p:spPr bwMode="auto">
            <a:xfrm>
              <a:off x="3342" y="3576"/>
              <a:ext cx="324" cy="15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8" name="Text Box 20"/>
            <p:cNvSpPr txBox="1">
              <a:spLocks noChangeArrowheads="1"/>
            </p:cNvSpPr>
            <p:nvPr/>
          </p:nvSpPr>
          <p:spPr bwMode="auto">
            <a:xfrm>
              <a:off x="3304" y="3530"/>
              <a:ext cx="415"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dirty="0">
                  <a:solidFill>
                    <a:srgbClr val="FF0000"/>
                  </a:solidFill>
                </a:rPr>
                <a:t>time</a:t>
              </a:r>
              <a:endParaRPr lang="en-US" altLang="en-US" sz="1000" dirty="0">
                <a:latin typeface="Times New Roman" panose="02020603050405020304" pitchFamily="18" charset="0"/>
              </a:endParaRPr>
            </a:p>
          </p:txBody>
        </p:sp>
      </p:grpSp>
      <p:sp>
        <p:nvSpPr>
          <p:cNvPr id="29" name="Rectangular Callout 28"/>
          <p:cNvSpPr/>
          <p:nvPr/>
        </p:nvSpPr>
        <p:spPr>
          <a:xfrm>
            <a:off x="6019800" y="3124200"/>
            <a:ext cx="2963863" cy="1422606"/>
          </a:xfrm>
          <a:prstGeom prst="wedgeRectCallout">
            <a:avLst>
              <a:gd name="adj1" fmla="val -93224"/>
              <a:gd name="adj2" fmla="val -5773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NZ" dirty="0" err="1">
                <a:ln w="0"/>
                <a:solidFill>
                  <a:schemeClr val="tx1"/>
                </a:solidFill>
                <a:effectLst>
                  <a:outerShdw blurRad="38100" dist="19050" dir="2700000" algn="tl" rotWithShape="0">
                    <a:schemeClr val="dk1">
                      <a:alpha val="40000"/>
                    </a:schemeClr>
                  </a:outerShdw>
                </a:effectLst>
              </a:rPr>
              <a:t>Ack</a:t>
            </a:r>
            <a:r>
              <a:rPr lang="en-NZ" dirty="0">
                <a:ln w="0"/>
                <a:solidFill>
                  <a:schemeClr val="tx1"/>
                </a:solidFill>
                <a:effectLst>
                  <a:outerShdw blurRad="38100" dist="19050" dir="2700000" algn="tl" rotWithShape="0">
                    <a:schemeClr val="dk1">
                      <a:alpha val="40000"/>
                    </a:schemeClr>
                  </a:outerShdw>
                </a:effectLst>
              </a:rPr>
              <a:t># = </a:t>
            </a:r>
            <a:r>
              <a:rPr lang="en-NZ" dirty="0" err="1">
                <a:ln w="0"/>
                <a:solidFill>
                  <a:schemeClr val="tx1"/>
                </a:solidFill>
                <a:effectLst>
                  <a:outerShdw blurRad="38100" dist="19050" dir="2700000" algn="tl" rotWithShape="0">
                    <a:schemeClr val="dk1">
                      <a:alpha val="40000"/>
                    </a:schemeClr>
                  </a:outerShdw>
                </a:effectLst>
              </a:rPr>
              <a:t>client_isn</a:t>
            </a:r>
            <a:r>
              <a:rPr lang="en-NZ" dirty="0">
                <a:ln w="0"/>
                <a:solidFill>
                  <a:schemeClr val="tx1"/>
                </a:solidFill>
                <a:effectLst>
                  <a:outerShdw blurRad="38100" dist="19050" dir="2700000" algn="tl" rotWithShape="0">
                    <a:schemeClr val="dk1">
                      <a:alpha val="40000"/>
                    </a:schemeClr>
                  </a:outerShdw>
                </a:effectLst>
              </a:rPr>
              <a:t> +1, acknowledging the SYN segment. </a:t>
            </a:r>
            <a:r>
              <a:rPr lang="en-NZ" i="1" dirty="0">
                <a:ln w="0"/>
                <a:solidFill>
                  <a:schemeClr val="tx1"/>
                </a:solidFill>
                <a:effectLst>
                  <a:outerShdw blurRad="38100" dist="19050" dir="2700000" algn="tl" rotWithShape="0">
                    <a:schemeClr val="dk1">
                      <a:alpha val="40000"/>
                    </a:schemeClr>
                  </a:outerShdw>
                </a:effectLst>
              </a:rPr>
              <a:t>Referred to as SYNACK </a:t>
            </a:r>
            <a:r>
              <a:rPr lang="en-NZ" i="1" dirty="0" err="1">
                <a:ln w="0"/>
                <a:solidFill>
                  <a:schemeClr val="tx1"/>
                </a:solidFill>
                <a:effectLst>
                  <a:outerShdw blurRad="38100" dist="19050" dir="2700000" algn="tl" rotWithShape="0">
                    <a:schemeClr val="dk1">
                      <a:alpha val="40000"/>
                    </a:schemeClr>
                  </a:outerShdw>
                </a:effectLst>
              </a:rPr>
              <a:t>seg</a:t>
            </a:r>
            <a:r>
              <a:rPr lang="en-NZ" dirty="0">
                <a:ln w="0"/>
                <a:solidFill>
                  <a:schemeClr val="tx1"/>
                </a:solidFill>
                <a:effectLst>
                  <a:outerShdw blurRad="38100" dist="19050" dir="2700000" algn="tl" rotWithShape="0">
                    <a:schemeClr val="dk1">
                      <a:alpha val="40000"/>
                    </a:schemeClr>
                  </a:outerShdw>
                </a:effectLst>
              </a:rPr>
              <a:t>; </a:t>
            </a:r>
          </a:p>
        </p:txBody>
      </p:sp>
      <p:sp>
        <p:nvSpPr>
          <p:cNvPr id="30" name="Text Box 15"/>
          <p:cNvSpPr txBox="1">
            <a:spLocks noChangeArrowheads="1"/>
          </p:cNvSpPr>
          <p:nvPr/>
        </p:nvSpPr>
        <p:spPr bwMode="auto">
          <a:xfrm>
            <a:off x="5508293" y="4888909"/>
            <a:ext cx="2582758"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Connection established</a:t>
            </a:r>
            <a:endParaRPr lang="en-US" altLang="en-US" sz="1000" dirty="0">
              <a:latin typeface="Times New Roman" panose="02020603050405020304" pitchFamily="18" charset="0"/>
            </a:endParaRPr>
          </a:p>
        </p:txBody>
      </p:sp>
    </p:spTree>
    <p:extLst>
      <p:ext uri="{BB962C8B-B14F-4D97-AF65-F5344CB8AC3E}">
        <p14:creationId xmlns:p14="http://schemas.microsoft.com/office/powerpoint/2010/main" val="12820965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2B4C1A3-0D2E-4581-A59A-A824A091A39A}" type="slidenum">
              <a:rPr lang="en-US" altLang="en-US"/>
              <a:pPr/>
              <a:t>24</a:t>
            </a:fld>
            <a:endParaRPr lang="en-US" altLang="en-US"/>
          </a:p>
        </p:txBody>
      </p:sp>
      <p:sp>
        <p:nvSpPr>
          <p:cNvPr id="196610" name="Rectangle 2"/>
          <p:cNvSpPr>
            <a:spLocks noGrp="1" noChangeArrowheads="1"/>
          </p:cNvSpPr>
          <p:nvPr>
            <p:ph type="title"/>
          </p:nvPr>
        </p:nvSpPr>
        <p:spPr>
          <a:xfrm>
            <a:off x="533400" y="0"/>
            <a:ext cx="7772400" cy="895350"/>
          </a:xfrm>
        </p:spPr>
        <p:txBody>
          <a:bodyPr/>
          <a:lstStyle/>
          <a:p>
            <a:r>
              <a:rPr lang="en-US" altLang="en-US" sz="3200" dirty="0"/>
              <a:t>TCP Connection Management – Three-way Handshake</a:t>
            </a:r>
            <a:endParaRPr lang="en-US" altLang="en-US" dirty="0"/>
          </a:p>
        </p:txBody>
      </p:sp>
      <p:sp>
        <p:nvSpPr>
          <p:cNvPr id="196612" name="Rectangle 4"/>
          <p:cNvSpPr>
            <a:spLocks noGrp="1" noChangeArrowheads="1"/>
          </p:cNvSpPr>
          <p:nvPr>
            <p:ph type="body" sz="half" idx="2"/>
          </p:nvPr>
        </p:nvSpPr>
        <p:spPr>
          <a:xfrm>
            <a:off x="495300" y="1200150"/>
            <a:ext cx="8153400" cy="5048250"/>
          </a:xfrm>
        </p:spPr>
        <p:txBody>
          <a:bodyPr/>
          <a:lstStyle/>
          <a:p>
            <a:pPr>
              <a:spcBef>
                <a:spcPct val="60000"/>
              </a:spcBef>
              <a:buFont typeface="ZapfDingbats" pitchFamily="82" charset="2"/>
              <a:buNone/>
            </a:pPr>
            <a:r>
              <a:rPr lang="en-US" altLang="en-US" sz="2000" u="sng" dirty="0">
                <a:solidFill>
                  <a:srgbClr val="FF0000"/>
                </a:solidFill>
              </a:rPr>
              <a:t>Step 1:</a:t>
            </a:r>
            <a:r>
              <a:rPr lang="en-US" altLang="en-US" sz="2400" dirty="0"/>
              <a:t> </a:t>
            </a:r>
            <a:r>
              <a:rPr lang="en-US" altLang="en-US" sz="2000" dirty="0"/>
              <a:t>client host sends TCP SYN segment (</a:t>
            </a:r>
            <a:r>
              <a:rPr lang="en-US" altLang="en-US" sz="2000" i="1" dirty="0"/>
              <a:t>SYN bit is set to 1</a:t>
            </a:r>
            <a:r>
              <a:rPr lang="en-US" altLang="en-US" sz="2000" dirty="0"/>
              <a:t>) to server</a:t>
            </a:r>
          </a:p>
          <a:p>
            <a:pPr lvl="1"/>
            <a:r>
              <a:rPr lang="en-US" altLang="en-US" sz="2000" dirty="0"/>
              <a:t>specifies initial </a:t>
            </a:r>
            <a:r>
              <a:rPr lang="en-US" altLang="en-US" sz="2000" dirty="0" err="1"/>
              <a:t>seq</a:t>
            </a:r>
            <a:r>
              <a:rPr lang="en-US" altLang="en-US" sz="2000" dirty="0"/>
              <a:t> # (</a:t>
            </a:r>
            <a:r>
              <a:rPr lang="en-US" altLang="en-US" sz="2000" i="1" dirty="0"/>
              <a:t>randomly chosen</a:t>
            </a:r>
            <a:r>
              <a:rPr lang="en-US" altLang="en-US" sz="2000" dirty="0"/>
              <a:t>), </a:t>
            </a:r>
            <a:r>
              <a:rPr lang="en-US" altLang="en-US" sz="2000" dirty="0" err="1"/>
              <a:t>client_isn</a:t>
            </a:r>
            <a:r>
              <a:rPr lang="en-US" altLang="en-US" sz="2000" dirty="0"/>
              <a:t>;</a:t>
            </a:r>
          </a:p>
          <a:p>
            <a:pPr lvl="1"/>
            <a:r>
              <a:rPr lang="en-US" altLang="en-US" sz="2000" dirty="0"/>
              <a:t>no data</a:t>
            </a:r>
          </a:p>
          <a:p>
            <a:pPr>
              <a:buFont typeface="ZapfDingbats" pitchFamily="82" charset="2"/>
              <a:buNone/>
            </a:pPr>
            <a:r>
              <a:rPr lang="en-US" altLang="en-US" sz="2000" u="sng" dirty="0">
                <a:solidFill>
                  <a:srgbClr val="FF0000"/>
                </a:solidFill>
              </a:rPr>
              <a:t>Step 2:</a:t>
            </a:r>
            <a:r>
              <a:rPr lang="en-US" altLang="en-US" sz="2400" dirty="0"/>
              <a:t> </a:t>
            </a:r>
            <a:r>
              <a:rPr lang="en-US" altLang="en-US" sz="2000" dirty="0"/>
              <a:t>server host receives SYN, replies with SYNACK segment</a:t>
            </a:r>
          </a:p>
          <a:p>
            <a:pPr lvl="1"/>
            <a:r>
              <a:rPr lang="en-US" altLang="en-US" sz="2000" dirty="0"/>
              <a:t>specifies server initial seq. # (</a:t>
            </a:r>
            <a:r>
              <a:rPr lang="en-US" altLang="en-US" sz="2000" i="1" dirty="0"/>
              <a:t>randomly chosen</a:t>
            </a:r>
            <a:r>
              <a:rPr lang="en-US" altLang="en-US" sz="2000" dirty="0"/>
              <a:t>), </a:t>
            </a:r>
            <a:r>
              <a:rPr lang="en-US" altLang="en-US" sz="2000" dirty="0" err="1"/>
              <a:t>server_isn</a:t>
            </a:r>
            <a:r>
              <a:rPr lang="en-US" altLang="en-US" sz="2000" dirty="0"/>
              <a:t>;</a:t>
            </a:r>
          </a:p>
          <a:p>
            <a:pPr lvl="1"/>
            <a:r>
              <a:rPr lang="en-US" altLang="en-US" sz="2000" dirty="0"/>
              <a:t>SYN = 1; ACK# = </a:t>
            </a:r>
            <a:r>
              <a:rPr lang="en-US" altLang="en-US" sz="2000" dirty="0" err="1"/>
              <a:t>client_isn</a:t>
            </a:r>
            <a:r>
              <a:rPr lang="en-US" altLang="en-US" sz="2000" dirty="0"/>
              <a:t> +1; ACK = 1; </a:t>
            </a:r>
            <a:r>
              <a:rPr lang="en-US" altLang="en-US" sz="2000" dirty="0" err="1"/>
              <a:t>seq</a:t>
            </a:r>
            <a:r>
              <a:rPr lang="en-US" altLang="en-US" sz="2000" dirty="0"/>
              <a:t># = </a:t>
            </a:r>
            <a:r>
              <a:rPr lang="en-US" altLang="en-US" sz="2000" dirty="0" err="1"/>
              <a:t>server_isn</a:t>
            </a:r>
            <a:r>
              <a:rPr lang="en-US" altLang="en-US" sz="2000" dirty="0"/>
              <a:t>; </a:t>
            </a:r>
          </a:p>
          <a:p>
            <a:pPr>
              <a:buFont typeface="ZapfDingbats" pitchFamily="82" charset="2"/>
              <a:buNone/>
            </a:pPr>
            <a:r>
              <a:rPr lang="en-US" altLang="en-US" sz="2000" u="sng" dirty="0">
                <a:solidFill>
                  <a:srgbClr val="FF0000"/>
                </a:solidFill>
              </a:rPr>
              <a:t>Step 3:</a:t>
            </a:r>
            <a:r>
              <a:rPr lang="en-US" altLang="en-US" sz="2000" dirty="0"/>
              <a:t> client receives SYNACK; replies with ACK segment, which may contain data;</a:t>
            </a:r>
          </a:p>
          <a:p>
            <a:pPr marL="457200" lvl="1" indent="0">
              <a:buNone/>
            </a:pPr>
            <a:r>
              <a:rPr lang="en-US" altLang="en-US" sz="2000" dirty="0"/>
              <a:t>SYN = 0; ACK = 1; ACK# = </a:t>
            </a:r>
            <a:r>
              <a:rPr lang="en-US" altLang="en-US" sz="2000" dirty="0" err="1"/>
              <a:t>server_isn</a:t>
            </a:r>
            <a:r>
              <a:rPr lang="en-US" altLang="en-US" sz="2000" dirty="0"/>
              <a:t> + 1; </a:t>
            </a:r>
            <a:r>
              <a:rPr lang="en-US" altLang="en-US" sz="2000" dirty="0" err="1"/>
              <a:t>seq</a:t>
            </a:r>
            <a:r>
              <a:rPr lang="en-US" altLang="en-US" sz="2000" dirty="0"/>
              <a:t># = </a:t>
            </a:r>
            <a:r>
              <a:rPr lang="en-US" altLang="en-US" sz="2000" dirty="0" err="1"/>
              <a:t>client_isn</a:t>
            </a:r>
            <a:r>
              <a:rPr lang="en-US" altLang="en-US" sz="2000" dirty="0"/>
              <a:t> + 1; </a:t>
            </a:r>
          </a:p>
          <a:p>
            <a:pPr>
              <a:spcBef>
                <a:spcPct val="60000"/>
              </a:spcBef>
              <a:buFont typeface="ZapfDingbats" pitchFamily="82" charset="2"/>
              <a:buNone/>
            </a:pPr>
            <a:endParaRPr lang="en-US" altLang="en-US" sz="2000" dirty="0"/>
          </a:p>
        </p:txBody>
      </p:sp>
    </p:spTree>
    <p:extLst>
      <p:ext uri="{BB962C8B-B14F-4D97-AF65-F5344CB8AC3E}">
        <p14:creationId xmlns:p14="http://schemas.microsoft.com/office/powerpoint/2010/main" val="5830285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E062C98F-1436-223E-9030-02BC16427E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36" y="45152"/>
            <a:ext cx="5370194" cy="3590329"/>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a:extLst>
              <a:ext uri="{FF2B5EF4-FFF2-40B4-BE49-F238E27FC236}">
                <a16:creationId xmlns:a16="http://schemas.microsoft.com/office/drawing/2014/main" id="{96879303-C0DF-E9E5-5461-C769C4ABE4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3375" y="1160575"/>
            <a:ext cx="5294631" cy="359033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25A97A9B-667B-B41A-A9AB-E1C3072D8E7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77754" y="3222517"/>
            <a:ext cx="5021610" cy="3590330"/>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6251F2F5-A461-7F7B-24DF-E4FB984F0F7F}"/>
              </a:ext>
            </a:extLst>
          </p:cNvPr>
          <p:cNvSpPr>
            <a:spLocks noGrp="1"/>
          </p:cNvSpPr>
          <p:nvPr>
            <p:ph type="sldNum" sz="quarter" idx="4"/>
          </p:nvPr>
        </p:nvSpPr>
        <p:spPr/>
        <p:txBody>
          <a:bodyPr/>
          <a:lstStyle/>
          <a:p>
            <a:pPr>
              <a:defRPr/>
            </a:pPr>
            <a:fld id="{DACE9E11-39C8-4E20-894F-A4A883CCF6EF}" type="slidenum">
              <a:rPr lang="en-US" smtClean="0"/>
              <a:pPr>
                <a:defRPr/>
              </a:pPr>
              <a:t>25</a:t>
            </a:fld>
            <a:endParaRPr lang="en-US"/>
          </a:p>
        </p:txBody>
      </p:sp>
    </p:spTree>
    <p:extLst>
      <p:ext uri="{BB962C8B-B14F-4D97-AF65-F5344CB8AC3E}">
        <p14:creationId xmlns:p14="http://schemas.microsoft.com/office/powerpoint/2010/main" val="2747122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lide Number Placeholder 26"/>
          <p:cNvSpPr>
            <a:spLocks noGrp="1"/>
          </p:cNvSpPr>
          <p:nvPr>
            <p:ph type="sldNum" sz="quarter" idx="12"/>
          </p:nvPr>
        </p:nvSpPr>
        <p:spPr/>
        <p:txBody>
          <a:bodyPr/>
          <a:lstStyle/>
          <a:p>
            <a:fld id="{29E464BF-BE21-4A15-9536-CD22B5EF22F5}" type="slidenum">
              <a:rPr lang="en-US" altLang="en-US"/>
              <a:pPr/>
              <a:t>26</a:t>
            </a:fld>
            <a:endParaRPr lang="en-US" altLang="en-US"/>
          </a:p>
        </p:txBody>
      </p:sp>
      <p:sp>
        <p:nvSpPr>
          <p:cNvPr id="197634" name="Rectangle 2"/>
          <p:cNvSpPr>
            <a:spLocks noGrp="1" noChangeArrowheads="1"/>
          </p:cNvSpPr>
          <p:nvPr>
            <p:ph type="title"/>
          </p:nvPr>
        </p:nvSpPr>
        <p:spPr>
          <a:xfrm>
            <a:off x="0" y="-35321"/>
            <a:ext cx="9144000" cy="895350"/>
          </a:xfrm>
        </p:spPr>
        <p:txBody>
          <a:bodyPr/>
          <a:lstStyle/>
          <a:p>
            <a:r>
              <a:rPr lang="en-US" altLang="en-US" sz="2800" dirty="0"/>
              <a:t>TCP Connection Management – Close a Connection</a:t>
            </a:r>
          </a:p>
        </p:txBody>
      </p:sp>
      <p:sp>
        <p:nvSpPr>
          <p:cNvPr id="197635" name="Rectangle 3"/>
          <p:cNvSpPr>
            <a:spLocks noGrp="1" noChangeArrowheads="1"/>
          </p:cNvSpPr>
          <p:nvPr>
            <p:ph type="body" sz="half" idx="2"/>
          </p:nvPr>
        </p:nvSpPr>
        <p:spPr>
          <a:xfrm>
            <a:off x="414333" y="946314"/>
            <a:ext cx="4103602" cy="5606886"/>
          </a:xfrm>
        </p:spPr>
        <p:txBody>
          <a:bodyPr/>
          <a:lstStyle/>
          <a:p>
            <a:pPr>
              <a:spcBef>
                <a:spcPct val="60000"/>
              </a:spcBef>
              <a:buNone/>
            </a:pPr>
            <a:r>
              <a:rPr lang="en-US" altLang="en-US" sz="2800" u="sng" dirty="0">
                <a:solidFill>
                  <a:srgbClr val="FF0000"/>
                </a:solidFill>
              </a:rPr>
              <a:t>Normal closing:</a:t>
            </a:r>
            <a:endParaRPr lang="en-US" altLang="en-US" sz="2200" u="sng" dirty="0">
              <a:solidFill>
                <a:srgbClr val="FF0000"/>
              </a:solidFill>
            </a:endParaRPr>
          </a:p>
          <a:p>
            <a:pPr>
              <a:spcBef>
                <a:spcPct val="60000"/>
              </a:spcBef>
              <a:buFont typeface="ZapfDingbats" pitchFamily="82" charset="2"/>
              <a:buNone/>
            </a:pPr>
            <a:r>
              <a:rPr lang="en-US" altLang="en-US" sz="2200" u="sng" dirty="0">
                <a:solidFill>
                  <a:srgbClr val="FF0000"/>
                </a:solidFill>
              </a:rPr>
              <a:t>Step 1:</a:t>
            </a:r>
            <a:r>
              <a:rPr lang="en-US" altLang="en-US" sz="2200" dirty="0"/>
              <a:t> the </a:t>
            </a:r>
            <a:r>
              <a:rPr lang="en-US" altLang="en-US" sz="2200" dirty="0">
                <a:solidFill>
                  <a:schemeClr val="accent2"/>
                </a:solidFill>
              </a:rPr>
              <a:t>client</a:t>
            </a:r>
            <a:r>
              <a:rPr lang="en-US" altLang="en-US" sz="2200" dirty="0"/>
              <a:t> sends a TCP FIN control segment to the server.</a:t>
            </a:r>
          </a:p>
          <a:p>
            <a:pPr>
              <a:spcBef>
                <a:spcPct val="60000"/>
              </a:spcBef>
              <a:buFont typeface="ZapfDingbats" pitchFamily="82" charset="2"/>
              <a:buNone/>
            </a:pPr>
            <a:r>
              <a:rPr lang="en-US" altLang="en-US" sz="2200" u="sng" dirty="0">
                <a:solidFill>
                  <a:srgbClr val="FF0000"/>
                </a:solidFill>
              </a:rPr>
              <a:t>Step 2:</a:t>
            </a:r>
            <a:r>
              <a:rPr lang="en-US" altLang="en-US" sz="2200" dirty="0"/>
              <a:t> the </a:t>
            </a:r>
            <a:r>
              <a:rPr lang="en-US" altLang="en-US" sz="2200" dirty="0">
                <a:solidFill>
                  <a:schemeClr val="accent2"/>
                </a:solidFill>
              </a:rPr>
              <a:t>server</a:t>
            </a:r>
            <a:r>
              <a:rPr lang="en-US" altLang="en-US" sz="2200" dirty="0"/>
              <a:t> receives the FIN segment and replies with ACK; sends a FIN segment. </a:t>
            </a:r>
          </a:p>
          <a:p>
            <a:pPr>
              <a:spcBef>
                <a:spcPct val="60000"/>
              </a:spcBef>
              <a:buFont typeface="ZapfDingbats" pitchFamily="82" charset="2"/>
              <a:buNone/>
            </a:pPr>
            <a:r>
              <a:rPr lang="en-US" altLang="en-US" sz="2200" u="sng" dirty="0">
                <a:solidFill>
                  <a:srgbClr val="FF0000"/>
                </a:solidFill>
              </a:rPr>
              <a:t>Step 3:</a:t>
            </a:r>
            <a:r>
              <a:rPr lang="en-US" altLang="en-US" sz="2200" dirty="0"/>
              <a:t> the </a:t>
            </a:r>
            <a:r>
              <a:rPr lang="en-US" altLang="en-US" sz="2200" dirty="0">
                <a:solidFill>
                  <a:schemeClr val="accent2"/>
                </a:solidFill>
              </a:rPr>
              <a:t>client</a:t>
            </a:r>
            <a:r>
              <a:rPr lang="en-US" altLang="en-US" sz="2200" dirty="0"/>
              <a:t> receives the FIN segment and replies with ACK. </a:t>
            </a:r>
          </a:p>
          <a:p>
            <a:pPr>
              <a:spcBef>
                <a:spcPct val="60000"/>
              </a:spcBef>
              <a:buFont typeface="ZapfDingbats" pitchFamily="82" charset="2"/>
              <a:buNone/>
            </a:pPr>
            <a:r>
              <a:rPr lang="en-US" altLang="en-US" sz="2200" u="sng" dirty="0">
                <a:solidFill>
                  <a:srgbClr val="FF0000"/>
                </a:solidFill>
              </a:rPr>
              <a:t>Step 4:</a:t>
            </a:r>
            <a:r>
              <a:rPr lang="en-US" altLang="en-US" sz="2200" dirty="0"/>
              <a:t> the </a:t>
            </a:r>
            <a:r>
              <a:rPr lang="en-US" altLang="en-US" sz="2200" dirty="0">
                <a:solidFill>
                  <a:schemeClr val="accent2"/>
                </a:solidFill>
              </a:rPr>
              <a:t>server</a:t>
            </a:r>
            <a:r>
              <a:rPr lang="en-US" altLang="en-US" sz="2200" dirty="0"/>
              <a:t> receives ACK. Connection closed. </a:t>
            </a:r>
          </a:p>
          <a:p>
            <a:pPr>
              <a:spcBef>
                <a:spcPct val="60000"/>
              </a:spcBef>
              <a:buFont typeface="ZapfDingbats" pitchFamily="82" charset="2"/>
              <a:buNone/>
            </a:pPr>
            <a:endParaRPr lang="en-US" altLang="en-US" sz="2200" dirty="0"/>
          </a:p>
        </p:txBody>
      </p:sp>
      <p:grpSp>
        <p:nvGrpSpPr>
          <p:cNvPr id="8" name="Group 7">
            <a:extLst>
              <a:ext uri="{FF2B5EF4-FFF2-40B4-BE49-F238E27FC236}">
                <a16:creationId xmlns:a16="http://schemas.microsoft.com/office/drawing/2014/main" id="{F5C11F27-AB44-A12E-61BE-84ABE782D85B}"/>
              </a:ext>
            </a:extLst>
          </p:cNvPr>
          <p:cNvGrpSpPr/>
          <p:nvPr/>
        </p:nvGrpSpPr>
        <p:grpSpPr>
          <a:xfrm>
            <a:off x="4709963" y="1726425"/>
            <a:ext cx="4273700" cy="4589315"/>
            <a:chOff x="4709963" y="1726425"/>
            <a:chExt cx="4273700" cy="4589315"/>
          </a:xfrm>
        </p:grpSpPr>
        <p:sp>
          <p:nvSpPr>
            <p:cNvPr id="197637" name="Line 5"/>
            <p:cNvSpPr>
              <a:spLocks noChangeShapeType="1"/>
            </p:cNvSpPr>
            <p:nvPr/>
          </p:nvSpPr>
          <p:spPr bwMode="auto">
            <a:xfrm>
              <a:off x="5481637" y="2804337"/>
              <a:ext cx="2533651" cy="590550"/>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aphicFrame>
          <p:nvGraphicFramePr>
            <p:cNvPr id="197638" name="Object 6"/>
            <p:cNvGraphicFramePr>
              <a:graphicFrameLocks noChangeAspect="1"/>
            </p:cNvGraphicFramePr>
            <p:nvPr>
              <p:extLst>
                <p:ext uri="{D42A27DB-BD31-4B8C-83A1-F6EECF244321}">
                  <p14:modId xmlns:p14="http://schemas.microsoft.com/office/powerpoint/2010/main" val="4235729752"/>
                </p:ext>
              </p:extLst>
            </p:nvPr>
          </p:nvGraphicFramePr>
          <p:xfrm>
            <a:off x="5238750" y="2145525"/>
            <a:ext cx="485775" cy="385762"/>
          </p:xfrm>
          <a:graphic>
            <a:graphicData uri="http://schemas.openxmlformats.org/presentationml/2006/ole">
              <mc:AlternateContent xmlns:mc="http://schemas.openxmlformats.org/markup-compatibility/2006">
                <mc:Choice xmlns:v="urn:schemas-microsoft-com:vml" Requires="v">
                  <p:oleObj name="Clip" r:id="rId3" imgW="1305000" imgH="1085760" progId="MS_ClipArt_Gallery.2">
                    <p:embed/>
                  </p:oleObj>
                </mc:Choice>
                <mc:Fallback>
                  <p:oleObj name="Clip" r:id="rId3" imgW="1305000" imgH="1085760" progId="MS_ClipArt_Gallery.2">
                    <p:embed/>
                    <p:pic>
                      <p:nvPicPr>
                        <p:cNvPr id="197638"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38750" y="2145525"/>
                          <a:ext cx="485775" cy="385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7639" name="Text Box 7"/>
            <p:cNvSpPr txBox="1">
              <a:spLocks noChangeArrowheads="1"/>
            </p:cNvSpPr>
            <p:nvPr/>
          </p:nvSpPr>
          <p:spPr bwMode="auto">
            <a:xfrm>
              <a:off x="4862512" y="1732775"/>
              <a:ext cx="1274763" cy="369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Client host</a:t>
              </a:r>
              <a:endParaRPr lang="en-US" altLang="en-US" sz="1000" dirty="0">
                <a:latin typeface="Times New Roman" panose="02020603050405020304" pitchFamily="18" charset="0"/>
              </a:endParaRPr>
            </a:p>
          </p:txBody>
        </p:sp>
        <p:sp>
          <p:nvSpPr>
            <p:cNvPr id="197640" name="Text Box 8"/>
            <p:cNvSpPr txBox="1">
              <a:spLocks noChangeArrowheads="1"/>
            </p:cNvSpPr>
            <p:nvPr/>
          </p:nvSpPr>
          <p:spPr bwMode="auto">
            <a:xfrm rot="706751">
              <a:off x="6572250" y="2845612"/>
              <a:ext cx="4699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latin typeface="Arial" panose="020B0604020202020204" pitchFamily="34" charset="0"/>
                </a:rPr>
                <a:t>FIN</a:t>
              </a:r>
              <a:endParaRPr lang="en-US" altLang="en-US" sz="1000">
                <a:latin typeface="Times New Roman" panose="02020603050405020304" pitchFamily="18" charset="0"/>
              </a:endParaRPr>
            </a:p>
          </p:txBody>
        </p:sp>
        <p:graphicFrame>
          <p:nvGraphicFramePr>
            <p:cNvPr id="197641" name="Object 9"/>
            <p:cNvGraphicFramePr>
              <a:graphicFrameLocks noChangeAspect="1"/>
            </p:cNvGraphicFramePr>
            <p:nvPr>
              <p:extLst>
                <p:ext uri="{D42A27DB-BD31-4B8C-83A1-F6EECF244321}">
                  <p14:modId xmlns:p14="http://schemas.microsoft.com/office/powerpoint/2010/main" val="2163190066"/>
                </p:ext>
              </p:extLst>
            </p:nvPr>
          </p:nvGraphicFramePr>
          <p:xfrm>
            <a:off x="7726363" y="2145525"/>
            <a:ext cx="485775" cy="385762"/>
          </p:xfrm>
          <a:graphic>
            <a:graphicData uri="http://schemas.openxmlformats.org/presentationml/2006/ole">
              <mc:AlternateContent xmlns:mc="http://schemas.openxmlformats.org/markup-compatibility/2006">
                <mc:Choice xmlns:v="urn:schemas-microsoft-com:vml" Requires="v">
                  <p:oleObj name="Clip" r:id="rId3" imgW="1305000" imgH="1085760" progId="MS_ClipArt_Gallery.2">
                    <p:embed/>
                  </p:oleObj>
                </mc:Choice>
                <mc:Fallback>
                  <p:oleObj name="Clip" r:id="rId3" imgW="1305000" imgH="1085760" progId="MS_ClipArt_Gallery.2">
                    <p:embed/>
                    <p:pic>
                      <p:nvPicPr>
                        <p:cNvPr id="197641"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26363" y="2145525"/>
                          <a:ext cx="485775" cy="385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7642" name="Text Box 10"/>
            <p:cNvSpPr txBox="1">
              <a:spLocks noChangeArrowheads="1"/>
            </p:cNvSpPr>
            <p:nvPr/>
          </p:nvSpPr>
          <p:spPr bwMode="auto">
            <a:xfrm>
              <a:off x="7399338" y="1726425"/>
              <a:ext cx="1365250" cy="369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Server host</a:t>
              </a:r>
              <a:endParaRPr lang="en-US" altLang="en-US" sz="1000" dirty="0">
                <a:latin typeface="Times New Roman" panose="02020603050405020304" pitchFamily="18" charset="0"/>
              </a:endParaRPr>
            </a:p>
          </p:txBody>
        </p:sp>
        <p:sp>
          <p:nvSpPr>
            <p:cNvPr id="197643" name="Line 11"/>
            <p:cNvSpPr>
              <a:spLocks noChangeShapeType="1"/>
            </p:cNvSpPr>
            <p:nvPr/>
          </p:nvSpPr>
          <p:spPr bwMode="auto">
            <a:xfrm>
              <a:off x="5491162" y="4842687"/>
              <a:ext cx="2533651" cy="590550"/>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97645" name="Line 13"/>
            <p:cNvSpPr>
              <a:spLocks noChangeShapeType="1"/>
            </p:cNvSpPr>
            <p:nvPr/>
          </p:nvSpPr>
          <p:spPr bwMode="auto">
            <a:xfrm>
              <a:off x="8015287" y="2575736"/>
              <a:ext cx="12721" cy="374000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97646" name="Line 14"/>
            <p:cNvSpPr>
              <a:spLocks noChangeShapeType="1"/>
            </p:cNvSpPr>
            <p:nvPr/>
          </p:nvSpPr>
          <p:spPr bwMode="auto">
            <a:xfrm flipH="1">
              <a:off x="5481637" y="3537762"/>
              <a:ext cx="2466976" cy="477837"/>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97647" name="Text Box 15"/>
            <p:cNvSpPr txBox="1">
              <a:spLocks noChangeArrowheads="1"/>
            </p:cNvSpPr>
            <p:nvPr/>
          </p:nvSpPr>
          <p:spPr bwMode="auto">
            <a:xfrm rot="20673133">
              <a:off x="6051550" y="3207562"/>
              <a:ext cx="2732088"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a:latin typeface="Arial" panose="020B0604020202020204" pitchFamily="34" charset="0"/>
                </a:rPr>
                <a:t>ACK</a:t>
              </a:r>
              <a:endParaRPr lang="en-US" altLang="en-US" sz="1000">
                <a:latin typeface="Times New Roman" panose="02020603050405020304" pitchFamily="18" charset="0"/>
              </a:endParaRPr>
            </a:p>
          </p:txBody>
        </p:sp>
        <p:sp>
          <p:nvSpPr>
            <p:cNvPr id="197648" name="Text Box 16"/>
            <p:cNvSpPr txBox="1">
              <a:spLocks noChangeArrowheads="1"/>
            </p:cNvSpPr>
            <p:nvPr/>
          </p:nvSpPr>
          <p:spPr bwMode="auto">
            <a:xfrm rot="706751">
              <a:off x="6456362" y="4847450"/>
              <a:ext cx="550863"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latin typeface="Arial" panose="020B0604020202020204" pitchFamily="34" charset="0"/>
                </a:rPr>
                <a:t>ACK</a:t>
              </a:r>
            </a:p>
          </p:txBody>
        </p:sp>
        <p:sp>
          <p:nvSpPr>
            <p:cNvPr id="197649" name="Line 17"/>
            <p:cNvSpPr>
              <a:spLocks noChangeShapeType="1"/>
            </p:cNvSpPr>
            <p:nvPr/>
          </p:nvSpPr>
          <p:spPr bwMode="auto">
            <a:xfrm flipH="1">
              <a:off x="5500687" y="4188637"/>
              <a:ext cx="2514601" cy="511175"/>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97650" name="Text Box 18"/>
            <p:cNvSpPr txBox="1">
              <a:spLocks noChangeArrowheads="1"/>
            </p:cNvSpPr>
            <p:nvPr/>
          </p:nvSpPr>
          <p:spPr bwMode="auto">
            <a:xfrm rot="20673133">
              <a:off x="6251575" y="3923525"/>
              <a:ext cx="2732088"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a:latin typeface="Arial" panose="020B0604020202020204" pitchFamily="34" charset="0"/>
                </a:rPr>
                <a:t>FIN</a:t>
              </a:r>
              <a:endParaRPr lang="en-US" altLang="en-US" sz="1000">
                <a:latin typeface="Times New Roman" panose="02020603050405020304" pitchFamily="18" charset="0"/>
              </a:endParaRPr>
            </a:p>
          </p:txBody>
        </p:sp>
        <p:sp>
          <p:nvSpPr>
            <p:cNvPr id="197651" name="Line 19"/>
            <p:cNvSpPr>
              <a:spLocks noChangeShapeType="1"/>
            </p:cNvSpPr>
            <p:nvPr/>
          </p:nvSpPr>
          <p:spPr bwMode="auto">
            <a:xfrm>
              <a:off x="5472111" y="2728137"/>
              <a:ext cx="3165" cy="358760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97652" name="Text Box 20"/>
            <p:cNvSpPr txBox="1">
              <a:spLocks noChangeArrowheads="1"/>
            </p:cNvSpPr>
            <p:nvPr/>
          </p:nvSpPr>
          <p:spPr bwMode="auto">
            <a:xfrm>
              <a:off x="4709963" y="2607487"/>
              <a:ext cx="774571"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C</a:t>
              </a:r>
              <a:r>
                <a:rPr lang="en-US" altLang="en-US" sz="1800" dirty="0"/>
                <a:t>lose</a:t>
              </a:r>
            </a:p>
          </p:txBody>
        </p:sp>
        <p:sp>
          <p:nvSpPr>
            <p:cNvPr id="197653" name="Text Box 21"/>
            <p:cNvSpPr txBox="1">
              <a:spLocks noChangeArrowheads="1"/>
            </p:cNvSpPr>
            <p:nvPr/>
          </p:nvSpPr>
          <p:spPr bwMode="auto">
            <a:xfrm>
              <a:off x="8056833" y="4014604"/>
              <a:ext cx="774571"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C</a:t>
              </a:r>
              <a:r>
                <a:rPr lang="en-US" altLang="en-US" sz="1800" dirty="0"/>
                <a:t>lose</a:t>
              </a:r>
            </a:p>
          </p:txBody>
        </p:sp>
      </p:grpSp>
      <p:grpSp>
        <p:nvGrpSpPr>
          <p:cNvPr id="7" name="Group 6">
            <a:extLst>
              <a:ext uri="{FF2B5EF4-FFF2-40B4-BE49-F238E27FC236}">
                <a16:creationId xmlns:a16="http://schemas.microsoft.com/office/drawing/2014/main" id="{24815945-84E4-09CF-7060-01BBBC352E44}"/>
              </a:ext>
            </a:extLst>
          </p:cNvPr>
          <p:cNvGrpSpPr/>
          <p:nvPr/>
        </p:nvGrpSpPr>
        <p:grpSpPr>
          <a:xfrm>
            <a:off x="4408487" y="4836630"/>
            <a:ext cx="1011238" cy="1655735"/>
            <a:chOff x="4408487" y="4666502"/>
            <a:chExt cx="1011238" cy="1655735"/>
          </a:xfrm>
        </p:grpSpPr>
        <p:sp>
          <p:nvSpPr>
            <p:cNvPr id="197644" name="Line 12"/>
            <p:cNvSpPr>
              <a:spLocks noChangeShapeType="1"/>
            </p:cNvSpPr>
            <p:nvPr/>
          </p:nvSpPr>
          <p:spPr bwMode="auto">
            <a:xfrm flipH="1">
              <a:off x="5319712" y="4699812"/>
              <a:ext cx="0" cy="13430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97654" name="Text Box 22"/>
            <p:cNvSpPr txBox="1">
              <a:spLocks noChangeArrowheads="1"/>
            </p:cNvSpPr>
            <p:nvPr/>
          </p:nvSpPr>
          <p:spPr bwMode="auto">
            <a:xfrm>
              <a:off x="4408487" y="5955525"/>
              <a:ext cx="855663"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t>closed</a:t>
              </a:r>
            </a:p>
          </p:txBody>
        </p:sp>
        <p:sp>
          <p:nvSpPr>
            <p:cNvPr id="197655" name="Line 23"/>
            <p:cNvSpPr>
              <a:spLocks noChangeShapeType="1"/>
            </p:cNvSpPr>
            <p:nvPr/>
          </p:nvSpPr>
          <p:spPr bwMode="auto">
            <a:xfrm>
              <a:off x="5208771" y="4667969"/>
              <a:ext cx="1905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97656" name="Line 24"/>
            <p:cNvSpPr>
              <a:spLocks noChangeShapeType="1"/>
            </p:cNvSpPr>
            <p:nvPr/>
          </p:nvSpPr>
          <p:spPr bwMode="auto">
            <a:xfrm>
              <a:off x="5229225" y="6061887"/>
              <a:ext cx="1905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97657" name="Text Box 25"/>
            <p:cNvSpPr txBox="1">
              <a:spLocks noChangeArrowheads="1"/>
            </p:cNvSpPr>
            <p:nvPr/>
          </p:nvSpPr>
          <p:spPr bwMode="auto">
            <a:xfrm rot="16200000">
              <a:off x="4423097" y="5127718"/>
              <a:ext cx="1291764"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T</a:t>
              </a:r>
              <a:r>
                <a:rPr lang="en-US" altLang="en-US" sz="1800" dirty="0"/>
                <a:t>imed wait</a:t>
              </a:r>
            </a:p>
          </p:txBody>
        </p:sp>
      </p:grpSp>
    </p:spTree>
    <p:extLst>
      <p:ext uri="{BB962C8B-B14F-4D97-AF65-F5344CB8AC3E}">
        <p14:creationId xmlns:p14="http://schemas.microsoft.com/office/powerpoint/2010/main" val="847566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A4912A5-3958-4C06-B9D3-49CEB49352B8}" type="slidenum">
              <a:rPr lang="en-US" altLang="en-US"/>
              <a:pPr/>
              <a:t>27</a:t>
            </a:fld>
            <a:endParaRPr lang="en-US" altLang="en-US"/>
          </a:p>
        </p:txBody>
      </p:sp>
      <p:sp>
        <p:nvSpPr>
          <p:cNvPr id="256002" name="Rectangle 2"/>
          <p:cNvSpPr>
            <a:spLocks noGrp="1" noChangeArrowheads="1"/>
          </p:cNvSpPr>
          <p:nvPr>
            <p:ph type="title"/>
          </p:nvPr>
        </p:nvSpPr>
        <p:spPr>
          <a:xfrm>
            <a:off x="141588" y="26527"/>
            <a:ext cx="8842075" cy="723900"/>
          </a:xfrm>
        </p:spPr>
        <p:txBody>
          <a:bodyPr/>
          <a:lstStyle/>
          <a:p>
            <a:r>
              <a:rPr lang="en-US" altLang="en-US" dirty="0"/>
              <a:t>TCP Reliable Data Transfer: An Overview</a:t>
            </a:r>
          </a:p>
        </p:txBody>
      </p:sp>
      <p:sp>
        <p:nvSpPr>
          <p:cNvPr id="256003" name="Rectangle 3"/>
          <p:cNvSpPr>
            <a:spLocks noGrp="1" noChangeArrowheads="1"/>
          </p:cNvSpPr>
          <p:nvPr>
            <p:ph type="body" sz="half" idx="1"/>
          </p:nvPr>
        </p:nvSpPr>
        <p:spPr>
          <a:xfrm>
            <a:off x="381000" y="1143000"/>
            <a:ext cx="8382000" cy="4454525"/>
          </a:xfrm>
        </p:spPr>
        <p:txBody>
          <a:bodyPr/>
          <a:lstStyle/>
          <a:p>
            <a:r>
              <a:rPr lang="en-US" altLang="en-US" sz="2400" dirty="0"/>
              <a:t>TCP creates RDT service on top of IP’s unreliable service</a:t>
            </a:r>
          </a:p>
          <a:p>
            <a:r>
              <a:rPr lang="en-US" altLang="en-US" sz="2400" dirty="0"/>
              <a:t>Pipelined segments</a:t>
            </a:r>
          </a:p>
          <a:p>
            <a:r>
              <a:rPr lang="en-US" altLang="en-US" sz="2400" dirty="0"/>
              <a:t>Cumulative ACKs</a:t>
            </a:r>
          </a:p>
          <a:p>
            <a:r>
              <a:rPr lang="en-US" altLang="en-US" sz="2400" dirty="0"/>
              <a:t>TCP uses single retransmission timer</a:t>
            </a:r>
          </a:p>
          <a:p>
            <a:r>
              <a:rPr lang="en-US" altLang="en-US" sz="2400" dirty="0"/>
              <a:t>Retransmissions are triggered by:</a:t>
            </a:r>
          </a:p>
          <a:p>
            <a:pPr lvl="1"/>
            <a:r>
              <a:rPr lang="en-US" altLang="en-US" sz="2000" dirty="0"/>
              <a:t>timeout events</a:t>
            </a:r>
          </a:p>
          <a:p>
            <a:pPr lvl="1"/>
            <a:r>
              <a:rPr lang="en-US" altLang="en-US" sz="2000" dirty="0"/>
              <a:t>duplicate ACKs (</a:t>
            </a:r>
            <a:r>
              <a:rPr lang="en-US" altLang="en-US" sz="2000" i="1" dirty="0"/>
              <a:t>fast retransmit</a:t>
            </a:r>
            <a:r>
              <a:rPr lang="en-US" altLang="en-US" sz="2000" dirty="0"/>
              <a:t>)</a:t>
            </a:r>
          </a:p>
          <a:p>
            <a:endParaRPr lang="en-US" altLang="en-US" sz="2400" dirty="0"/>
          </a:p>
          <a:p>
            <a:endParaRPr lang="en-US" altLang="en-US" sz="2400" dirty="0"/>
          </a:p>
        </p:txBody>
      </p:sp>
    </p:spTree>
    <p:extLst>
      <p:ext uri="{BB962C8B-B14F-4D97-AF65-F5344CB8AC3E}">
        <p14:creationId xmlns:p14="http://schemas.microsoft.com/office/powerpoint/2010/main" val="26799826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0056"/>
            <a:ext cx="9144000" cy="723900"/>
          </a:xfrm>
        </p:spPr>
        <p:txBody>
          <a:bodyPr/>
          <a:lstStyle/>
          <a:p>
            <a:r>
              <a:rPr lang="en-NZ" dirty="0"/>
              <a:t>TCP Segments and Sequence Numbers</a:t>
            </a:r>
          </a:p>
        </p:txBody>
      </p:sp>
      <p:sp>
        <p:nvSpPr>
          <p:cNvPr id="3" name="Slide Number Placeholder 2"/>
          <p:cNvSpPr>
            <a:spLocks noGrp="1"/>
          </p:cNvSpPr>
          <p:nvPr>
            <p:ph type="sldNum" sz="quarter" idx="12"/>
          </p:nvPr>
        </p:nvSpPr>
        <p:spPr/>
        <p:txBody>
          <a:bodyPr/>
          <a:lstStyle/>
          <a:p>
            <a:pPr>
              <a:defRPr/>
            </a:pPr>
            <a:fld id="{F077EB57-2F86-E04E-ACF4-B5B9117ACB7A}" type="slidenum">
              <a:rPr lang="en-US" smtClean="0"/>
              <a:pPr>
                <a:defRPr/>
              </a:pPr>
              <a:t>28</a:t>
            </a:fld>
            <a:endParaRPr lang="en-US"/>
          </a:p>
        </p:txBody>
      </p:sp>
      <p:sp>
        <p:nvSpPr>
          <p:cNvPr id="4" name="Rectangle 3"/>
          <p:cNvSpPr/>
          <p:nvPr/>
        </p:nvSpPr>
        <p:spPr>
          <a:xfrm>
            <a:off x="529687" y="3440169"/>
            <a:ext cx="685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a:solidFill>
                  <a:schemeClr val="tx1"/>
                </a:solidFill>
              </a:rPr>
              <a:t>0</a:t>
            </a:r>
          </a:p>
        </p:txBody>
      </p:sp>
      <p:sp>
        <p:nvSpPr>
          <p:cNvPr id="5" name="Rectangle 4"/>
          <p:cNvSpPr/>
          <p:nvPr/>
        </p:nvSpPr>
        <p:spPr>
          <a:xfrm>
            <a:off x="1215487" y="3440169"/>
            <a:ext cx="685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a:solidFill>
                  <a:schemeClr val="tx1"/>
                </a:solidFill>
              </a:rPr>
              <a:t>1</a:t>
            </a:r>
          </a:p>
        </p:txBody>
      </p:sp>
      <p:sp>
        <p:nvSpPr>
          <p:cNvPr id="6" name="Rectangle 5"/>
          <p:cNvSpPr/>
          <p:nvPr/>
        </p:nvSpPr>
        <p:spPr>
          <a:xfrm>
            <a:off x="2434687" y="3440169"/>
            <a:ext cx="685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a:solidFill>
                  <a:schemeClr val="tx1"/>
                </a:solidFill>
              </a:rPr>
              <a:t>999</a:t>
            </a:r>
          </a:p>
        </p:txBody>
      </p:sp>
      <p:sp>
        <p:nvSpPr>
          <p:cNvPr id="7" name="Rectangle 6"/>
          <p:cNvSpPr/>
          <p:nvPr/>
        </p:nvSpPr>
        <p:spPr>
          <a:xfrm>
            <a:off x="3120487" y="3440169"/>
            <a:ext cx="685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a:solidFill>
                  <a:schemeClr val="tx1"/>
                </a:solidFill>
              </a:rPr>
              <a:t>1000</a:t>
            </a:r>
          </a:p>
        </p:txBody>
      </p:sp>
      <p:sp>
        <p:nvSpPr>
          <p:cNvPr id="8" name="Rectangle 7"/>
          <p:cNvSpPr/>
          <p:nvPr/>
        </p:nvSpPr>
        <p:spPr>
          <a:xfrm>
            <a:off x="5009539" y="3440169"/>
            <a:ext cx="685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solidFill>
                  <a:schemeClr val="tx1"/>
                </a:solidFill>
              </a:rPr>
              <a:t>1999</a:t>
            </a:r>
          </a:p>
        </p:txBody>
      </p:sp>
      <p:sp>
        <p:nvSpPr>
          <p:cNvPr id="9" name="Rectangle 8"/>
          <p:cNvSpPr/>
          <p:nvPr/>
        </p:nvSpPr>
        <p:spPr>
          <a:xfrm>
            <a:off x="7159087" y="3433967"/>
            <a:ext cx="685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sz="1050" dirty="0">
                <a:solidFill>
                  <a:schemeClr val="tx1"/>
                </a:solidFill>
              </a:rPr>
              <a:t>499,999</a:t>
            </a:r>
          </a:p>
        </p:txBody>
      </p:sp>
      <p:cxnSp>
        <p:nvCxnSpPr>
          <p:cNvPr id="13" name="Straight Connector 12"/>
          <p:cNvCxnSpPr/>
          <p:nvPr/>
        </p:nvCxnSpPr>
        <p:spPr>
          <a:xfrm>
            <a:off x="1901287" y="3433967"/>
            <a:ext cx="533400" cy="0"/>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1883565" y="3820292"/>
            <a:ext cx="533400" cy="0"/>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3806287" y="3433967"/>
            <a:ext cx="1203252" cy="0"/>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V="1">
            <a:off x="3806287" y="3814967"/>
            <a:ext cx="1203252" cy="23924"/>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5711287" y="3433967"/>
            <a:ext cx="1447800" cy="0"/>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5695339" y="3814967"/>
            <a:ext cx="1456658" cy="12403"/>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grpSp>
        <p:nvGrpSpPr>
          <p:cNvPr id="32" name="Group 31"/>
          <p:cNvGrpSpPr/>
          <p:nvPr/>
        </p:nvGrpSpPr>
        <p:grpSpPr>
          <a:xfrm>
            <a:off x="675654" y="2696110"/>
            <a:ext cx="2266967" cy="712155"/>
            <a:chOff x="907967" y="2684941"/>
            <a:chExt cx="2266967" cy="712155"/>
          </a:xfrm>
        </p:grpSpPr>
        <p:sp>
          <p:nvSpPr>
            <p:cNvPr id="20" name="Right Brace 19"/>
            <p:cNvSpPr/>
            <p:nvPr/>
          </p:nvSpPr>
          <p:spPr>
            <a:xfrm rot="16200000">
              <a:off x="1861140" y="2248336"/>
              <a:ext cx="360622" cy="193689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a:p>
          </p:txBody>
        </p:sp>
        <p:sp>
          <p:nvSpPr>
            <p:cNvPr id="21" name="TextBox 20"/>
            <p:cNvSpPr txBox="1"/>
            <p:nvPr/>
          </p:nvSpPr>
          <p:spPr>
            <a:xfrm>
              <a:off x="907967" y="2684941"/>
              <a:ext cx="2266967" cy="369332"/>
            </a:xfrm>
            <a:prstGeom prst="rect">
              <a:avLst/>
            </a:prstGeom>
            <a:noFill/>
          </p:spPr>
          <p:txBody>
            <a:bodyPr wrap="none" rtlCol="0">
              <a:spAutoFit/>
            </a:bodyPr>
            <a:lstStyle/>
            <a:p>
              <a:r>
                <a:rPr lang="en-NZ"/>
                <a:t>Data for 1</a:t>
              </a:r>
              <a:r>
                <a:rPr lang="en-NZ" baseline="30000"/>
                <a:t>st</a:t>
              </a:r>
              <a:r>
                <a:rPr lang="en-NZ"/>
                <a:t> segment</a:t>
              </a:r>
            </a:p>
          </p:txBody>
        </p:sp>
      </p:grpSp>
      <p:grpSp>
        <p:nvGrpSpPr>
          <p:cNvPr id="33" name="Group 32"/>
          <p:cNvGrpSpPr/>
          <p:nvPr/>
        </p:nvGrpSpPr>
        <p:grpSpPr>
          <a:xfrm>
            <a:off x="3206203" y="2690762"/>
            <a:ext cx="2403222" cy="712155"/>
            <a:chOff x="3438516" y="2679593"/>
            <a:chExt cx="2403222" cy="712155"/>
          </a:xfrm>
        </p:grpSpPr>
        <p:sp>
          <p:nvSpPr>
            <p:cNvPr id="22" name="Right Brace 21"/>
            <p:cNvSpPr/>
            <p:nvPr/>
          </p:nvSpPr>
          <p:spPr>
            <a:xfrm rot="16200000">
              <a:off x="4391689" y="2242988"/>
              <a:ext cx="360622" cy="193689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a:p>
          </p:txBody>
        </p:sp>
        <p:sp>
          <p:nvSpPr>
            <p:cNvPr id="23" name="TextBox 22"/>
            <p:cNvSpPr txBox="1"/>
            <p:nvPr/>
          </p:nvSpPr>
          <p:spPr>
            <a:xfrm>
              <a:off x="3438516" y="2679593"/>
              <a:ext cx="2403222" cy="369332"/>
            </a:xfrm>
            <a:prstGeom prst="rect">
              <a:avLst/>
            </a:prstGeom>
            <a:noFill/>
          </p:spPr>
          <p:txBody>
            <a:bodyPr wrap="none" rtlCol="0">
              <a:spAutoFit/>
            </a:bodyPr>
            <a:lstStyle/>
            <a:p>
              <a:r>
                <a:rPr lang="en-NZ" dirty="0"/>
                <a:t>Data for 2nd segment</a:t>
              </a:r>
            </a:p>
          </p:txBody>
        </p:sp>
      </p:grpSp>
      <p:sp>
        <p:nvSpPr>
          <p:cNvPr id="28" name="Rectangular Callout 27"/>
          <p:cNvSpPr/>
          <p:nvPr/>
        </p:nvSpPr>
        <p:spPr>
          <a:xfrm>
            <a:off x="840689" y="4278369"/>
            <a:ext cx="1593998" cy="609600"/>
          </a:xfrm>
          <a:prstGeom prst="wedgeRectCallout">
            <a:avLst>
              <a:gd name="adj1" fmla="val -44179"/>
              <a:gd name="adj2" fmla="val -13010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err="1">
                <a:ln w="0"/>
                <a:solidFill>
                  <a:schemeClr val="tx1"/>
                </a:solidFill>
                <a:effectLst>
                  <a:outerShdw blurRad="38100" dist="19050" dir="2700000" algn="tl" rotWithShape="0">
                    <a:schemeClr val="dk1">
                      <a:alpha val="40000"/>
                    </a:schemeClr>
                  </a:outerShdw>
                </a:effectLst>
              </a:rPr>
              <a:t>Seq</a:t>
            </a:r>
            <a:r>
              <a:rPr lang="en-NZ" dirty="0">
                <a:ln w="0"/>
                <a:solidFill>
                  <a:schemeClr val="tx1"/>
                </a:solidFill>
                <a:effectLst>
                  <a:outerShdw blurRad="38100" dist="19050" dir="2700000" algn="tl" rotWithShape="0">
                    <a:schemeClr val="dk1">
                      <a:alpha val="40000"/>
                    </a:schemeClr>
                  </a:outerShdw>
                </a:effectLst>
              </a:rPr>
              <a:t> # for the 1</a:t>
            </a:r>
            <a:r>
              <a:rPr lang="en-NZ" baseline="30000" dirty="0">
                <a:ln w="0"/>
                <a:solidFill>
                  <a:schemeClr val="tx1"/>
                </a:solidFill>
                <a:effectLst>
                  <a:outerShdw blurRad="38100" dist="19050" dir="2700000" algn="tl" rotWithShape="0">
                    <a:schemeClr val="dk1">
                      <a:alpha val="40000"/>
                    </a:schemeClr>
                  </a:outerShdw>
                </a:effectLst>
              </a:rPr>
              <a:t>st</a:t>
            </a:r>
            <a:r>
              <a:rPr lang="en-NZ" dirty="0">
                <a:ln w="0"/>
                <a:solidFill>
                  <a:schemeClr val="tx1"/>
                </a:solidFill>
                <a:effectLst>
                  <a:outerShdw blurRad="38100" dist="19050" dir="2700000" algn="tl" rotWithShape="0">
                    <a:schemeClr val="dk1">
                      <a:alpha val="40000"/>
                    </a:schemeClr>
                  </a:outerShdw>
                </a:effectLst>
              </a:rPr>
              <a:t> segment</a:t>
            </a:r>
          </a:p>
        </p:txBody>
      </p:sp>
      <p:sp>
        <p:nvSpPr>
          <p:cNvPr id="29" name="Rectangular Callout 28"/>
          <p:cNvSpPr/>
          <p:nvPr/>
        </p:nvSpPr>
        <p:spPr>
          <a:xfrm>
            <a:off x="3346429" y="4336131"/>
            <a:ext cx="1593998" cy="609600"/>
          </a:xfrm>
          <a:prstGeom prst="wedgeRectCallout">
            <a:avLst>
              <a:gd name="adj1" fmla="val -44179"/>
              <a:gd name="adj2" fmla="val -13010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err="1">
                <a:ln w="0"/>
                <a:solidFill>
                  <a:schemeClr val="tx1"/>
                </a:solidFill>
                <a:effectLst>
                  <a:outerShdw blurRad="38100" dist="19050" dir="2700000" algn="tl" rotWithShape="0">
                    <a:schemeClr val="dk1">
                      <a:alpha val="40000"/>
                    </a:schemeClr>
                  </a:outerShdw>
                </a:effectLst>
              </a:rPr>
              <a:t>Seq</a:t>
            </a:r>
            <a:r>
              <a:rPr lang="en-NZ" dirty="0">
                <a:ln w="0"/>
                <a:solidFill>
                  <a:schemeClr val="tx1"/>
                </a:solidFill>
                <a:effectLst>
                  <a:outerShdw blurRad="38100" dist="19050" dir="2700000" algn="tl" rotWithShape="0">
                    <a:schemeClr val="dk1">
                      <a:alpha val="40000"/>
                    </a:schemeClr>
                  </a:outerShdw>
                </a:effectLst>
              </a:rPr>
              <a:t> # for the 2</a:t>
            </a:r>
            <a:r>
              <a:rPr lang="en-NZ" baseline="30000" dirty="0">
                <a:ln w="0"/>
                <a:solidFill>
                  <a:schemeClr val="tx1"/>
                </a:solidFill>
                <a:effectLst>
                  <a:outerShdw blurRad="38100" dist="19050" dir="2700000" algn="tl" rotWithShape="0">
                    <a:schemeClr val="dk1">
                      <a:alpha val="40000"/>
                    </a:schemeClr>
                  </a:outerShdw>
                </a:effectLst>
              </a:rPr>
              <a:t>nd</a:t>
            </a:r>
            <a:r>
              <a:rPr lang="en-NZ" dirty="0">
                <a:ln w="0"/>
                <a:solidFill>
                  <a:schemeClr val="tx1"/>
                </a:solidFill>
                <a:effectLst>
                  <a:outerShdw blurRad="38100" dist="19050" dir="2700000" algn="tl" rotWithShape="0">
                    <a:schemeClr val="dk1">
                      <a:alpha val="40000"/>
                    </a:schemeClr>
                  </a:outerShdw>
                </a:effectLst>
              </a:rPr>
              <a:t> segment</a:t>
            </a:r>
          </a:p>
        </p:txBody>
      </p:sp>
      <p:sp>
        <p:nvSpPr>
          <p:cNvPr id="30" name="Rectangular Callout 29"/>
          <p:cNvSpPr/>
          <p:nvPr/>
        </p:nvSpPr>
        <p:spPr>
          <a:xfrm>
            <a:off x="6635646" y="2425266"/>
            <a:ext cx="2220044" cy="609600"/>
          </a:xfrm>
          <a:prstGeom prst="wedgeRectCallout">
            <a:avLst>
              <a:gd name="adj1" fmla="val -20680"/>
              <a:gd name="adj2" fmla="val 8791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a:ln w="0"/>
                <a:solidFill>
                  <a:schemeClr val="tx1"/>
                </a:solidFill>
                <a:effectLst>
                  <a:outerShdw blurRad="38100" dist="19050" dir="2700000" algn="tl" rotWithShape="0">
                    <a:schemeClr val="dk1">
                      <a:alpha val="40000"/>
                    </a:schemeClr>
                  </a:outerShdw>
                </a:effectLst>
              </a:rPr>
              <a:t>Total 500,000 bytes</a:t>
            </a:r>
          </a:p>
        </p:txBody>
      </p:sp>
      <p:sp>
        <p:nvSpPr>
          <p:cNvPr id="35" name="Cloud Callout 34"/>
          <p:cNvSpPr/>
          <p:nvPr/>
        </p:nvSpPr>
        <p:spPr>
          <a:xfrm>
            <a:off x="2416965" y="5607826"/>
            <a:ext cx="4933082" cy="1143000"/>
          </a:xfrm>
          <a:prstGeom prst="cloudCallout">
            <a:avLst>
              <a:gd name="adj1" fmla="val -42244"/>
              <a:gd name="adj2" fmla="val -9843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ln w="0"/>
                <a:solidFill>
                  <a:schemeClr val="tx1"/>
                </a:solidFill>
                <a:effectLst>
                  <a:outerShdw blurRad="38100" dist="19050" dir="2700000" algn="tl" rotWithShape="0">
                    <a:schemeClr val="dk1">
                      <a:alpha val="40000"/>
                    </a:schemeClr>
                  </a:outerShdw>
                </a:effectLst>
              </a:rPr>
              <a:t>In practice, a random </a:t>
            </a:r>
            <a:r>
              <a:rPr lang="en-NZ" dirty="0" err="1">
                <a:ln w="0"/>
                <a:solidFill>
                  <a:schemeClr val="tx1"/>
                </a:solidFill>
                <a:effectLst>
                  <a:outerShdw blurRad="38100" dist="19050" dir="2700000" algn="tl" rotWithShape="0">
                    <a:schemeClr val="dk1">
                      <a:alpha val="40000"/>
                    </a:schemeClr>
                  </a:outerShdw>
                </a:effectLst>
              </a:rPr>
              <a:t>seq</a:t>
            </a:r>
            <a:r>
              <a:rPr lang="en-NZ" dirty="0">
                <a:ln w="0"/>
                <a:solidFill>
                  <a:schemeClr val="tx1"/>
                </a:solidFill>
                <a:effectLst>
                  <a:outerShdw blurRad="38100" dist="19050" dir="2700000" algn="tl" rotWithShape="0">
                    <a:schemeClr val="dk1">
                      <a:alpha val="40000"/>
                    </a:schemeClr>
                  </a:outerShdw>
                </a:effectLst>
              </a:rPr>
              <a:t> # is used as the initial </a:t>
            </a:r>
            <a:r>
              <a:rPr lang="en-NZ" dirty="0" err="1">
                <a:ln w="0"/>
                <a:solidFill>
                  <a:schemeClr val="tx1"/>
                </a:solidFill>
                <a:effectLst>
                  <a:outerShdw blurRad="38100" dist="19050" dir="2700000" algn="tl" rotWithShape="0">
                    <a:schemeClr val="dk1">
                      <a:alpha val="40000"/>
                    </a:schemeClr>
                  </a:outerShdw>
                </a:effectLst>
              </a:rPr>
              <a:t>seq</a:t>
            </a:r>
            <a:r>
              <a:rPr lang="en-NZ" dirty="0">
                <a:ln w="0"/>
                <a:solidFill>
                  <a:schemeClr val="tx1"/>
                </a:solidFill>
                <a:effectLst>
                  <a:outerShdw blurRad="38100" dist="19050" dir="2700000" algn="tl" rotWithShape="0">
                    <a:schemeClr val="dk1">
                      <a:alpha val="40000"/>
                    </a:schemeClr>
                  </a:outerShdw>
                </a:effectLst>
              </a:rPr>
              <a:t> #, </a:t>
            </a:r>
            <a:r>
              <a:rPr lang="en-NZ" dirty="0">
                <a:ln w="0"/>
                <a:solidFill>
                  <a:srgbClr val="FF0000"/>
                </a:solidFill>
                <a:effectLst>
                  <a:outerShdw blurRad="38100" dist="19050" dir="2700000" algn="tl" rotWithShape="0">
                    <a:schemeClr val="dk1">
                      <a:alpha val="40000"/>
                    </a:schemeClr>
                  </a:outerShdw>
                </a:effectLst>
              </a:rPr>
              <a:t>not a </a:t>
            </a:r>
            <a:r>
              <a:rPr lang="en-NZ" i="1" dirty="0">
                <a:ln w="0"/>
                <a:solidFill>
                  <a:srgbClr val="FF0000"/>
                </a:solidFill>
                <a:effectLst>
                  <a:outerShdw blurRad="38100" dist="19050" dir="2700000" algn="tl" rotWithShape="0">
                    <a:schemeClr val="dk1">
                      <a:alpha val="40000"/>
                    </a:schemeClr>
                  </a:outerShdw>
                </a:effectLst>
              </a:rPr>
              <a:t>zero</a:t>
            </a:r>
            <a:r>
              <a:rPr lang="en-NZ" dirty="0">
                <a:ln w="0"/>
                <a:solidFill>
                  <a:schemeClr val="tx1"/>
                </a:solidFill>
                <a:effectLst>
                  <a:outerShdw blurRad="38100" dist="19050" dir="2700000" algn="tl" rotWithShape="0">
                    <a:schemeClr val="dk1">
                      <a:alpha val="40000"/>
                    </a:schemeClr>
                  </a:outerShdw>
                </a:effectLst>
              </a:rPr>
              <a:t>.</a:t>
            </a:r>
            <a:endParaRPr lang="en-NZ" dirty="0"/>
          </a:p>
        </p:txBody>
      </p:sp>
      <p:sp>
        <p:nvSpPr>
          <p:cNvPr id="10" name="Rectangle 5">
            <a:extLst>
              <a:ext uri="{FF2B5EF4-FFF2-40B4-BE49-F238E27FC236}">
                <a16:creationId xmlns:a16="http://schemas.microsoft.com/office/drawing/2014/main" id="{956B1EBD-05B1-35E2-A5AA-6DC1E3C1DD1C}"/>
              </a:ext>
            </a:extLst>
          </p:cNvPr>
          <p:cNvSpPr txBox="1">
            <a:spLocks noChangeArrowheads="1"/>
          </p:cNvSpPr>
          <p:nvPr/>
        </p:nvSpPr>
        <p:spPr>
          <a:xfrm>
            <a:off x="402439" y="901510"/>
            <a:ext cx="8581224" cy="1010760"/>
          </a:xfrm>
          <a:prstGeom prst="rect">
            <a:avLst/>
          </a:prstGeom>
        </p:spPr>
        <p:txBody>
          <a:bodyPr/>
          <a:lstStyle>
            <a:lvl1pPr marL="342900" indent="-342900" algn="l" rtl="0" eaLnBrk="0" fontAlgn="base" hangingPunct="0">
              <a:spcBef>
                <a:spcPct val="20000"/>
              </a:spcBef>
              <a:spcAft>
                <a:spcPct val="0"/>
              </a:spcAft>
              <a:buClr>
                <a:schemeClr val="accent2"/>
              </a:buClr>
              <a:buFont typeface="Wingdings" pitchFamily="2" charset="2"/>
              <a:buChar char="§"/>
              <a:defRPr sz="3200">
                <a:solidFill>
                  <a:schemeClr val="tx1"/>
                </a:solidFill>
                <a:latin typeface="Arial" panose="020B0604020202020204" pitchFamily="34" charset="0"/>
                <a:ea typeface="+mn-ea"/>
                <a:cs typeface="Arial" panose="020B0604020202020204" pitchFamily="34" charset="0"/>
              </a:defRPr>
            </a:lvl1pPr>
            <a:lvl2pPr marL="742950" indent="-285750" algn="l" rtl="0" eaLnBrk="0" fontAlgn="base" hangingPunct="0">
              <a:spcBef>
                <a:spcPct val="20000"/>
              </a:spcBef>
              <a:spcAft>
                <a:spcPct val="0"/>
              </a:spcAft>
              <a:buClr>
                <a:srgbClr val="00B050"/>
              </a:buClr>
              <a:buChar char="•"/>
              <a:defRPr sz="2800">
                <a:solidFill>
                  <a:schemeClr val="tx1"/>
                </a:solidFill>
                <a:latin typeface="Arial" panose="020B0604020202020204" pitchFamily="34" charset="0"/>
                <a:cs typeface="Arial" panose="020B0604020202020204" pitchFamily="34" charset="0"/>
              </a:defRPr>
            </a:lvl2pPr>
            <a:lvl3pPr marL="1143000" indent="-228600" algn="l" rtl="0" eaLnBrk="0" fontAlgn="base" hangingPunct="0">
              <a:spcBef>
                <a:spcPct val="20000"/>
              </a:spcBef>
              <a:spcAft>
                <a:spcPct val="0"/>
              </a:spcAft>
              <a:buChar char="o"/>
              <a:defRPr sz="2000">
                <a:solidFill>
                  <a:schemeClr val="tx1"/>
                </a:solidFill>
                <a:latin typeface="Arial" panose="020B0604020202020204" pitchFamily="34" charset="0"/>
                <a:cs typeface="Arial" panose="020B0604020202020204" pitchFamily="34" charset="0"/>
              </a:defRPr>
            </a:lvl3pPr>
            <a:lvl4pPr marL="1600200" indent="-228600" algn="l" rtl="0" eaLnBrk="0" fontAlgn="base" hangingPunct="0">
              <a:spcBef>
                <a:spcPct val="20000"/>
              </a:spcBef>
              <a:spcAft>
                <a:spcPct val="0"/>
              </a:spcAft>
              <a:buChar char="–"/>
              <a:defRPr sz="1800">
                <a:solidFill>
                  <a:schemeClr val="tx1"/>
                </a:solidFill>
                <a:latin typeface="Arial" panose="020B0604020202020204" pitchFamily="34" charset="0"/>
                <a:cs typeface="Arial" panose="020B0604020202020204" pitchFamily="34" charset="0"/>
              </a:defRPr>
            </a:lvl4pPr>
            <a:lvl5pPr marL="2057400" indent="-228600" algn="l" rtl="0" eaLnBrk="0" fontAlgn="base" hangingPunct="0">
              <a:spcBef>
                <a:spcPct val="20000"/>
              </a:spcBef>
              <a:spcAft>
                <a:spcPct val="0"/>
              </a:spcAft>
              <a:buChar char="»"/>
              <a:defRPr sz="1800">
                <a:solidFill>
                  <a:schemeClr val="tx1"/>
                </a:solidFill>
                <a:latin typeface="Arial" panose="020B0604020202020204" pitchFamily="34" charset="0"/>
                <a:cs typeface="Arial" panose="020B0604020202020204" pitchFamily="34" charset="0"/>
              </a:defRPr>
            </a:lvl5pPr>
            <a:lvl6pPr marL="2514600" indent="-228600" algn="l" rtl="0" fontAlgn="base">
              <a:spcBef>
                <a:spcPct val="20000"/>
              </a:spcBef>
              <a:spcAft>
                <a:spcPct val="0"/>
              </a:spcAft>
              <a:buChar char="»"/>
              <a:defRPr>
                <a:solidFill>
                  <a:schemeClr val="tx1"/>
                </a:solidFill>
                <a:latin typeface="+mn-lt"/>
                <a:cs typeface="+mn-cs"/>
              </a:defRPr>
            </a:lvl6pPr>
            <a:lvl7pPr marL="2971800" indent="-228600" algn="l" rtl="0" fontAlgn="base">
              <a:spcBef>
                <a:spcPct val="20000"/>
              </a:spcBef>
              <a:spcAft>
                <a:spcPct val="0"/>
              </a:spcAft>
              <a:buChar char="»"/>
              <a:defRPr>
                <a:solidFill>
                  <a:schemeClr val="tx1"/>
                </a:solidFill>
                <a:latin typeface="+mn-lt"/>
                <a:cs typeface="+mn-cs"/>
              </a:defRPr>
            </a:lvl7pPr>
            <a:lvl8pPr marL="3429000" indent="-228600" algn="l" rtl="0" fontAlgn="base">
              <a:spcBef>
                <a:spcPct val="20000"/>
              </a:spcBef>
              <a:spcAft>
                <a:spcPct val="0"/>
              </a:spcAft>
              <a:buChar char="»"/>
              <a:defRPr>
                <a:solidFill>
                  <a:schemeClr val="tx1"/>
                </a:solidFill>
                <a:latin typeface="+mn-lt"/>
                <a:cs typeface="+mn-cs"/>
              </a:defRPr>
            </a:lvl8pPr>
            <a:lvl9pPr marL="3886200" indent="-228600" algn="l" rtl="0" fontAlgn="base">
              <a:spcBef>
                <a:spcPct val="20000"/>
              </a:spcBef>
              <a:spcAft>
                <a:spcPct val="0"/>
              </a:spcAft>
              <a:buChar char="»"/>
              <a:defRPr>
                <a:solidFill>
                  <a:schemeClr val="tx1"/>
                </a:solidFill>
                <a:latin typeface="+mn-lt"/>
                <a:cs typeface="+mn-cs"/>
              </a:defRPr>
            </a:lvl9pPr>
          </a:lstStyle>
          <a:p>
            <a:pPr>
              <a:buFont typeface="ZapfDingbats" pitchFamily="82" charset="2"/>
              <a:buNone/>
            </a:pPr>
            <a:r>
              <a:rPr lang="en-US" altLang="en-US" sz="2000" u="sng" kern="0" dirty="0">
                <a:solidFill>
                  <a:srgbClr val="FF0000"/>
                </a:solidFill>
              </a:rPr>
              <a:t>Seq. #’s:</a:t>
            </a:r>
            <a:endParaRPr lang="en-US" altLang="en-US" sz="2000" kern="0" dirty="0"/>
          </a:p>
          <a:p>
            <a:pPr lvl="1"/>
            <a:r>
              <a:rPr lang="en-US" altLang="en-US" sz="2000" kern="0" dirty="0"/>
              <a:t>usually the byte-stream “number” of the first byte in segment’s data </a:t>
            </a:r>
            <a:endParaRPr lang="en-US" altLang="en-US" sz="1800" kern="0" dirty="0"/>
          </a:p>
        </p:txBody>
      </p:sp>
    </p:spTree>
    <p:extLst>
      <p:ext uri="{BB962C8B-B14F-4D97-AF65-F5344CB8AC3E}">
        <p14:creationId xmlns:p14="http://schemas.microsoft.com/office/powerpoint/2010/main" val="33890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1000"/>
                                        <p:tgtEl>
                                          <p:spTgt spid="30"/>
                                        </p:tgtEl>
                                      </p:cBhvr>
                                    </p:animEffect>
                                    <p:anim calcmode="lin" valueType="num">
                                      <p:cBhvr>
                                        <p:cTn id="8" dur="1000" fill="hold"/>
                                        <p:tgtEl>
                                          <p:spTgt spid="30"/>
                                        </p:tgtEl>
                                        <p:attrNameLst>
                                          <p:attrName>ppt_x</p:attrName>
                                        </p:attrNameLst>
                                      </p:cBhvr>
                                      <p:tavLst>
                                        <p:tav tm="0">
                                          <p:val>
                                            <p:strVal val="#ppt_x"/>
                                          </p:val>
                                        </p:tav>
                                        <p:tav tm="100000">
                                          <p:val>
                                            <p:strVal val="#ppt_x"/>
                                          </p:val>
                                        </p:tav>
                                      </p:tavLst>
                                    </p:anim>
                                    <p:anim calcmode="lin" valueType="num">
                                      <p:cBhvr>
                                        <p:cTn id="9"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2"/>
                                        </p:tgtEl>
                                        <p:attrNameLst>
                                          <p:attrName>style.visibility</p:attrName>
                                        </p:attrNameLst>
                                      </p:cBhvr>
                                      <p:to>
                                        <p:strVal val="visible"/>
                                      </p:to>
                                    </p:set>
                                    <p:animEffect transition="in" filter="fade">
                                      <p:cBhvr>
                                        <p:cTn id="14" dur="1000"/>
                                        <p:tgtEl>
                                          <p:spTgt spid="32"/>
                                        </p:tgtEl>
                                      </p:cBhvr>
                                    </p:animEffect>
                                    <p:anim calcmode="lin" valueType="num">
                                      <p:cBhvr>
                                        <p:cTn id="15" dur="1000" fill="hold"/>
                                        <p:tgtEl>
                                          <p:spTgt spid="32"/>
                                        </p:tgtEl>
                                        <p:attrNameLst>
                                          <p:attrName>ppt_x</p:attrName>
                                        </p:attrNameLst>
                                      </p:cBhvr>
                                      <p:tavLst>
                                        <p:tav tm="0">
                                          <p:val>
                                            <p:strVal val="#ppt_x"/>
                                          </p:val>
                                        </p:tav>
                                        <p:tav tm="100000">
                                          <p:val>
                                            <p:strVal val="#ppt_x"/>
                                          </p:val>
                                        </p:tav>
                                      </p:tavLst>
                                    </p:anim>
                                    <p:anim calcmode="lin" valueType="num">
                                      <p:cBhvr>
                                        <p:cTn id="16"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3"/>
                                        </p:tgtEl>
                                        <p:attrNameLst>
                                          <p:attrName>style.visibility</p:attrName>
                                        </p:attrNameLst>
                                      </p:cBhvr>
                                      <p:to>
                                        <p:strVal val="visible"/>
                                      </p:to>
                                    </p:set>
                                    <p:animEffect transition="in" filter="fade">
                                      <p:cBhvr>
                                        <p:cTn id="21" dur="1000"/>
                                        <p:tgtEl>
                                          <p:spTgt spid="33"/>
                                        </p:tgtEl>
                                      </p:cBhvr>
                                    </p:animEffect>
                                    <p:anim calcmode="lin" valueType="num">
                                      <p:cBhvr>
                                        <p:cTn id="22" dur="1000" fill="hold"/>
                                        <p:tgtEl>
                                          <p:spTgt spid="33"/>
                                        </p:tgtEl>
                                        <p:attrNameLst>
                                          <p:attrName>ppt_x</p:attrName>
                                        </p:attrNameLst>
                                      </p:cBhvr>
                                      <p:tavLst>
                                        <p:tav tm="0">
                                          <p:val>
                                            <p:strVal val="#ppt_x"/>
                                          </p:val>
                                        </p:tav>
                                        <p:tav tm="100000">
                                          <p:val>
                                            <p:strVal val="#ppt_x"/>
                                          </p:val>
                                        </p:tav>
                                      </p:tavLst>
                                    </p:anim>
                                    <p:anim calcmode="lin" valueType="num">
                                      <p:cBhvr>
                                        <p:cTn id="23"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fade">
                                      <p:cBhvr>
                                        <p:cTn id="28" dur="1000"/>
                                        <p:tgtEl>
                                          <p:spTgt spid="28"/>
                                        </p:tgtEl>
                                      </p:cBhvr>
                                    </p:animEffect>
                                    <p:anim calcmode="lin" valueType="num">
                                      <p:cBhvr>
                                        <p:cTn id="29" dur="1000" fill="hold"/>
                                        <p:tgtEl>
                                          <p:spTgt spid="28"/>
                                        </p:tgtEl>
                                        <p:attrNameLst>
                                          <p:attrName>ppt_x</p:attrName>
                                        </p:attrNameLst>
                                      </p:cBhvr>
                                      <p:tavLst>
                                        <p:tav tm="0">
                                          <p:val>
                                            <p:strVal val="#ppt_x"/>
                                          </p:val>
                                        </p:tav>
                                        <p:tav tm="100000">
                                          <p:val>
                                            <p:strVal val="#ppt_x"/>
                                          </p:val>
                                        </p:tav>
                                      </p:tavLst>
                                    </p:anim>
                                    <p:anim calcmode="lin" valueType="num">
                                      <p:cBhvr>
                                        <p:cTn id="30"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fade">
                                      <p:cBhvr>
                                        <p:cTn id="35" dur="1000"/>
                                        <p:tgtEl>
                                          <p:spTgt spid="29"/>
                                        </p:tgtEl>
                                      </p:cBhvr>
                                    </p:animEffect>
                                    <p:anim calcmode="lin" valueType="num">
                                      <p:cBhvr>
                                        <p:cTn id="36" dur="1000" fill="hold"/>
                                        <p:tgtEl>
                                          <p:spTgt spid="29"/>
                                        </p:tgtEl>
                                        <p:attrNameLst>
                                          <p:attrName>ppt_x</p:attrName>
                                        </p:attrNameLst>
                                      </p:cBhvr>
                                      <p:tavLst>
                                        <p:tav tm="0">
                                          <p:val>
                                            <p:strVal val="#ppt_x"/>
                                          </p:val>
                                        </p:tav>
                                        <p:tav tm="100000">
                                          <p:val>
                                            <p:strVal val="#ppt_x"/>
                                          </p:val>
                                        </p:tav>
                                      </p:tavLst>
                                    </p:anim>
                                    <p:anim calcmode="lin" valueType="num">
                                      <p:cBhvr>
                                        <p:cTn id="37"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fade">
                                      <p:cBhvr>
                                        <p:cTn id="42" dur="1000"/>
                                        <p:tgtEl>
                                          <p:spTgt spid="35"/>
                                        </p:tgtEl>
                                      </p:cBhvr>
                                    </p:animEffect>
                                    <p:anim calcmode="lin" valueType="num">
                                      <p:cBhvr>
                                        <p:cTn id="43" dur="1000" fill="hold"/>
                                        <p:tgtEl>
                                          <p:spTgt spid="35"/>
                                        </p:tgtEl>
                                        <p:attrNameLst>
                                          <p:attrName>ppt_x</p:attrName>
                                        </p:attrNameLst>
                                      </p:cBhvr>
                                      <p:tavLst>
                                        <p:tav tm="0">
                                          <p:val>
                                            <p:strVal val="#ppt_x"/>
                                          </p:val>
                                        </p:tav>
                                        <p:tav tm="100000">
                                          <p:val>
                                            <p:strVal val="#ppt_x"/>
                                          </p:val>
                                        </p:tav>
                                      </p:tavLst>
                                    </p:anim>
                                    <p:anim calcmode="lin" valueType="num">
                                      <p:cBhvr>
                                        <p:cTn id="44"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TCP ACK Number</a:t>
            </a:r>
            <a:endParaRPr lang="en-NZ" dirty="0"/>
          </a:p>
        </p:txBody>
      </p:sp>
      <p:sp>
        <p:nvSpPr>
          <p:cNvPr id="3" name="Slide Number Placeholder 2"/>
          <p:cNvSpPr>
            <a:spLocks noGrp="1"/>
          </p:cNvSpPr>
          <p:nvPr>
            <p:ph type="sldNum" sz="quarter" idx="12"/>
          </p:nvPr>
        </p:nvSpPr>
        <p:spPr/>
        <p:txBody>
          <a:bodyPr/>
          <a:lstStyle/>
          <a:p>
            <a:pPr>
              <a:defRPr/>
            </a:pPr>
            <a:fld id="{F077EB57-2F86-E04E-ACF4-B5B9117ACB7A}" type="slidenum">
              <a:rPr lang="en-US" smtClean="0"/>
              <a:pPr>
                <a:defRPr/>
              </a:pPr>
              <a:t>29</a:t>
            </a:fld>
            <a:endParaRPr lang="en-US" dirty="0"/>
          </a:p>
        </p:txBody>
      </p:sp>
      <p:sp>
        <p:nvSpPr>
          <p:cNvPr id="4" name="Rectangle 5"/>
          <p:cNvSpPr txBox="1">
            <a:spLocks noChangeArrowheads="1"/>
          </p:cNvSpPr>
          <p:nvPr/>
        </p:nvSpPr>
        <p:spPr>
          <a:xfrm>
            <a:off x="609600" y="1524000"/>
            <a:ext cx="7861540" cy="2047336"/>
          </a:xfrm>
          <a:prstGeom prst="rect">
            <a:avLst/>
          </a:prstGeom>
        </p:spPr>
        <p:txBody>
          <a:bodyPr/>
          <a:lstStyle>
            <a:lvl1pPr marL="342900" indent="-342900" algn="l" rtl="0" eaLnBrk="0" fontAlgn="base" hangingPunct="0">
              <a:spcBef>
                <a:spcPct val="20000"/>
              </a:spcBef>
              <a:spcAft>
                <a:spcPct val="0"/>
              </a:spcAft>
              <a:buClr>
                <a:schemeClr val="accent2"/>
              </a:buClr>
              <a:buFont typeface="Wingdings" pitchFamily="2" charset="2"/>
              <a:buChar char="§"/>
              <a:defRPr sz="3200">
                <a:solidFill>
                  <a:schemeClr val="tx1"/>
                </a:solidFill>
                <a:latin typeface="Arial" panose="020B0604020202020204" pitchFamily="34" charset="0"/>
                <a:ea typeface="+mn-ea"/>
                <a:cs typeface="Arial" panose="020B0604020202020204" pitchFamily="34" charset="0"/>
              </a:defRPr>
            </a:lvl1pPr>
            <a:lvl2pPr marL="742950" indent="-285750" algn="l" rtl="0" eaLnBrk="0" fontAlgn="base" hangingPunct="0">
              <a:spcBef>
                <a:spcPct val="20000"/>
              </a:spcBef>
              <a:spcAft>
                <a:spcPct val="0"/>
              </a:spcAft>
              <a:buClr>
                <a:srgbClr val="00B050"/>
              </a:buClr>
              <a:buChar char="•"/>
              <a:defRPr sz="2800">
                <a:solidFill>
                  <a:schemeClr val="tx1"/>
                </a:solidFill>
                <a:latin typeface="Arial" panose="020B0604020202020204" pitchFamily="34" charset="0"/>
                <a:cs typeface="Arial" panose="020B0604020202020204" pitchFamily="34" charset="0"/>
              </a:defRPr>
            </a:lvl2pPr>
            <a:lvl3pPr marL="1143000" indent="-228600" algn="l" rtl="0" eaLnBrk="0" fontAlgn="base" hangingPunct="0">
              <a:spcBef>
                <a:spcPct val="20000"/>
              </a:spcBef>
              <a:spcAft>
                <a:spcPct val="0"/>
              </a:spcAft>
              <a:buChar char="o"/>
              <a:defRPr sz="2000">
                <a:solidFill>
                  <a:schemeClr val="tx1"/>
                </a:solidFill>
                <a:latin typeface="Arial" panose="020B0604020202020204" pitchFamily="34" charset="0"/>
                <a:cs typeface="Arial" panose="020B0604020202020204" pitchFamily="34" charset="0"/>
              </a:defRPr>
            </a:lvl3pPr>
            <a:lvl4pPr marL="1600200" indent="-228600" algn="l" rtl="0" eaLnBrk="0" fontAlgn="base" hangingPunct="0">
              <a:spcBef>
                <a:spcPct val="20000"/>
              </a:spcBef>
              <a:spcAft>
                <a:spcPct val="0"/>
              </a:spcAft>
              <a:buChar char="–"/>
              <a:defRPr sz="1800">
                <a:solidFill>
                  <a:schemeClr val="tx1"/>
                </a:solidFill>
                <a:latin typeface="Arial" panose="020B0604020202020204" pitchFamily="34" charset="0"/>
                <a:cs typeface="Arial" panose="020B0604020202020204" pitchFamily="34" charset="0"/>
              </a:defRPr>
            </a:lvl4pPr>
            <a:lvl5pPr marL="2057400" indent="-228600" algn="l" rtl="0" eaLnBrk="0" fontAlgn="base" hangingPunct="0">
              <a:spcBef>
                <a:spcPct val="20000"/>
              </a:spcBef>
              <a:spcAft>
                <a:spcPct val="0"/>
              </a:spcAft>
              <a:buChar char="»"/>
              <a:defRPr sz="1800">
                <a:solidFill>
                  <a:schemeClr val="tx1"/>
                </a:solidFill>
                <a:latin typeface="Arial" panose="020B0604020202020204" pitchFamily="34" charset="0"/>
                <a:cs typeface="Arial" panose="020B0604020202020204" pitchFamily="34" charset="0"/>
              </a:defRPr>
            </a:lvl5pPr>
            <a:lvl6pPr marL="2514600" indent="-228600" algn="l" rtl="0" fontAlgn="base">
              <a:spcBef>
                <a:spcPct val="20000"/>
              </a:spcBef>
              <a:spcAft>
                <a:spcPct val="0"/>
              </a:spcAft>
              <a:buChar char="»"/>
              <a:defRPr>
                <a:solidFill>
                  <a:schemeClr val="tx1"/>
                </a:solidFill>
                <a:latin typeface="+mn-lt"/>
                <a:cs typeface="+mn-cs"/>
              </a:defRPr>
            </a:lvl6pPr>
            <a:lvl7pPr marL="2971800" indent="-228600" algn="l" rtl="0" fontAlgn="base">
              <a:spcBef>
                <a:spcPct val="20000"/>
              </a:spcBef>
              <a:spcAft>
                <a:spcPct val="0"/>
              </a:spcAft>
              <a:buChar char="»"/>
              <a:defRPr>
                <a:solidFill>
                  <a:schemeClr val="tx1"/>
                </a:solidFill>
                <a:latin typeface="+mn-lt"/>
                <a:cs typeface="+mn-cs"/>
              </a:defRPr>
            </a:lvl7pPr>
            <a:lvl8pPr marL="3429000" indent="-228600" algn="l" rtl="0" fontAlgn="base">
              <a:spcBef>
                <a:spcPct val="20000"/>
              </a:spcBef>
              <a:spcAft>
                <a:spcPct val="0"/>
              </a:spcAft>
              <a:buChar char="»"/>
              <a:defRPr>
                <a:solidFill>
                  <a:schemeClr val="tx1"/>
                </a:solidFill>
                <a:latin typeface="+mn-lt"/>
                <a:cs typeface="+mn-cs"/>
              </a:defRPr>
            </a:lvl8pPr>
            <a:lvl9pPr marL="3886200" indent="-228600" algn="l" rtl="0" fontAlgn="base">
              <a:spcBef>
                <a:spcPct val="20000"/>
              </a:spcBef>
              <a:spcAft>
                <a:spcPct val="0"/>
              </a:spcAft>
              <a:buChar char="»"/>
              <a:defRPr>
                <a:solidFill>
                  <a:schemeClr val="tx1"/>
                </a:solidFill>
                <a:latin typeface="+mn-lt"/>
                <a:cs typeface="+mn-cs"/>
              </a:defRPr>
            </a:lvl9pPr>
          </a:lstStyle>
          <a:p>
            <a:pPr>
              <a:buFont typeface="ZapfDingbats" pitchFamily="82" charset="2"/>
              <a:buNone/>
            </a:pPr>
            <a:r>
              <a:rPr lang="en-US" altLang="en-US" sz="2000" u="sng" kern="0" dirty="0">
                <a:solidFill>
                  <a:srgbClr val="FF0000"/>
                </a:solidFill>
              </a:rPr>
              <a:t>ACKs:</a:t>
            </a:r>
            <a:endParaRPr lang="en-US" altLang="en-US" sz="2000" kern="0" dirty="0"/>
          </a:p>
          <a:p>
            <a:pPr lvl="1"/>
            <a:r>
              <a:rPr lang="en-US" altLang="en-US" sz="2000" kern="0" dirty="0"/>
              <a:t>seq # of next byte expected from the other side</a:t>
            </a:r>
          </a:p>
          <a:p>
            <a:pPr lvl="1"/>
            <a:r>
              <a:rPr lang="en-US" altLang="en-US" sz="2000" kern="0" dirty="0"/>
              <a:t>ACK(seq #) means “</a:t>
            </a:r>
            <a:r>
              <a:rPr lang="en-US" altLang="en-US" sz="2000" i="1" kern="0" dirty="0"/>
              <a:t>all bytes up to (seq# -1) </a:t>
            </a:r>
            <a:r>
              <a:rPr lang="en-US" altLang="en-US" sz="2000" kern="0" dirty="0"/>
              <a:t>are received correctly”</a:t>
            </a:r>
          </a:p>
          <a:p>
            <a:pPr lvl="1"/>
            <a:r>
              <a:rPr lang="en-US" altLang="en-US" sz="2000" kern="0" dirty="0"/>
              <a:t>Cumulative ACK (like Go-Back-N)</a:t>
            </a:r>
          </a:p>
        </p:txBody>
      </p:sp>
    </p:spTree>
    <p:extLst>
      <p:ext uri="{BB962C8B-B14F-4D97-AF65-F5344CB8AC3E}">
        <p14:creationId xmlns:p14="http://schemas.microsoft.com/office/powerpoint/2010/main" val="39607106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Example</a:t>
            </a:r>
            <a:endParaRPr lang="en-NZ" dirty="0"/>
          </a:p>
        </p:txBody>
      </p:sp>
      <p:sp>
        <p:nvSpPr>
          <p:cNvPr id="3" name="Slide Number Placeholder 2"/>
          <p:cNvSpPr>
            <a:spLocks noGrp="1"/>
          </p:cNvSpPr>
          <p:nvPr>
            <p:ph type="sldNum" sz="quarter" idx="12"/>
          </p:nvPr>
        </p:nvSpPr>
        <p:spPr/>
        <p:txBody>
          <a:bodyPr/>
          <a:lstStyle/>
          <a:p>
            <a:pPr>
              <a:defRPr/>
            </a:pPr>
            <a:fld id="{F077EB57-2F86-E04E-ACF4-B5B9117ACB7A}" type="slidenum">
              <a:rPr lang="en-US" smtClean="0"/>
              <a:pPr>
                <a:defRPr/>
              </a:pPr>
              <a:t>30</a:t>
            </a:fld>
            <a:endParaRPr lang="en-US"/>
          </a:p>
        </p:txBody>
      </p:sp>
      <p:sp>
        <p:nvSpPr>
          <p:cNvPr id="6" name="Line 3"/>
          <p:cNvSpPr>
            <a:spLocks noChangeShapeType="1"/>
          </p:cNvSpPr>
          <p:nvPr/>
        </p:nvSpPr>
        <p:spPr bwMode="auto">
          <a:xfrm>
            <a:off x="2907563" y="2121414"/>
            <a:ext cx="2619375" cy="571500"/>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aphicFrame>
        <p:nvGraphicFramePr>
          <p:cNvPr id="7" name="Object 6"/>
          <p:cNvGraphicFramePr>
            <a:graphicFrameLocks noChangeAspect="1"/>
          </p:cNvGraphicFramePr>
          <p:nvPr/>
        </p:nvGraphicFramePr>
        <p:xfrm>
          <a:off x="2145563" y="1291152"/>
          <a:ext cx="606425" cy="481012"/>
        </p:xfrm>
        <a:graphic>
          <a:graphicData uri="http://schemas.openxmlformats.org/presentationml/2006/ole">
            <mc:AlternateContent xmlns:mc="http://schemas.openxmlformats.org/markup-compatibility/2006">
              <mc:Choice xmlns:v="urn:schemas-microsoft-com:vml" Requires="v">
                <p:oleObj name="Clip" r:id="rId3" imgW="1305000" imgH="1085760" progId="MS_ClipArt_Gallery.2">
                  <p:embed/>
                </p:oleObj>
              </mc:Choice>
              <mc:Fallback>
                <p:oleObj name="Clip" r:id="rId3" imgW="1305000" imgH="1085760" progId="MS_ClipArt_Gallery.2">
                  <p:embed/>
                  <p:pic>
                    <p:nvPicPr>
                      <p:cNvPr id="7"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5563" y="1291152"/>
                        <a:ext cx="606425" cy="481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7"/>
          <p:cNvGraphicFramePr>
            <a:graphicFrameLocks noChangeAspect="1"/>
          </p:cNvGraphicFramePr>
          <p:nvPr/>
        </p:nvGraphicFramePr>
        <p:xfrm>
          <a:off x="5699976" y="1255921"/>
          <a:ext cx="606425" cy="481012"/>
        </p:xfrm>
        <a:graphic>
          <a:graphicData uri="http://schemas.openxmlformats.org/presentationml/2006/ole">
            <mc:AlternateContent xmlns:mc="http://schemas.openxmlformats.org/markup-compatibility/2006">
              <mc:Choice xmlns:v="urn:schemas-microsoft-com:vml" Requires="v">
                <p:oleObj name="Clip" r:id="rId5" imgW="1305000" imgH="1085760" progId="MS_ClipArt_Gallery.2">
                  <p:embed/>
                </p:oleObj>
              </mc:Choice>
              <mc:Fallback>
                <p:oleObj name="Clip" r:id="rId5" imgW="1305000" imgH="1085760" progId="MS_ClipArt_Gallery.2">
                  <p:embed/>
                  <p:pic>
                    <p:nvPicPr>
                      <p:cNvPr id="8"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99976" y="1255921"/>
                        <a:ext cx="606425" cy="481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Text Box 8"/>
          <p:cNvSpPr txBox="1">
            <a:spLocks noChangeArrowheads="1"/>
          </p:cNvSpPr>
          <p:nvPr/>
        </p:nvSpPr>
        <p:spPr bwMode="auto">
          <a:xfrm>
            <a:off x="2794851" y="1343539"/>
            <a:ext cx="935037"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t>Host A</a:t>
            </a:r>
            <a:endParaRPr lang="en-US" altLang="en-US" sz="1000">
              <a:latin typeface="Times New Roman" panose="02020603050405020304" pitchFamily="18" charset="0"/>
            </a:endParaRPr>
          </a:p>
        </p:txBody>
      </p:sp>
      <p:sp>
        <p:nvSpPr>
          <p:cNvPr id="10" name="Text Box 9"/>
          <p:cNvSpPr txBox="1">
            <a:spLocks noChangeArrowheads="1"/>
          </p:cNvSpPr>
          <p:nvPr/>
        </p:nvSpPr>
        <p:spPr bwMode="auto">
          <a:xfrm>
            <a:off x="4787163" y="1334014"/>
            <a:ext cx="912813"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t>Host B</a:t>
            </a:r>
            <a:endParaRPr lang="en-US" altLang="en-US" sz="1000">
              <a:latin typeface="Times New Roman" panose="02020603050405020304" pitchFamily="18" charset="0"/>
            </a:endParaRPr>
          </a:p>
        </p:txBody>
      </p:sp>
      <p:sp>
        <p:nvSpPr>
          <p:cNvPr id="11" name="Text Box 10"/>
          <p:cNvSpPr txBox="1">
            <a:spLocks noChangeArrowheads="1"/>
          </p:cNvSpPr>
          <p:nvPr/>
        </p:nvSpPr>
        <p:spPr bwMode="auto">
          <a:xfrm rot="706751">
            <a:off x="2943651" y="2102464"/>
            <a:ext cx="2517036"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dirty="0">
                <a:latin typeface="Arial" panose="020B0604020202020204" pitchFamily="34" charset="0"/>
              </a:rPr>
              <a:t>seq#=42</a:t>
            </a:r>
            <a:r>
              <a:rPr lang="en-US" altLang="en-US" sz="1400" dirty="0">
                <a:latin typeface="Arial" panose="020B0604020202020204" pitchFamily="34" charset="0"/>
              </a:rPr>
              <a:t>, ack#=79, data = ‘C’</a:t>
            </a:r>
            <a:endParaRPr lang="en-US" altLang="en-US" sz="1000" dirty="0">
              <a:latin typeface="Times New Roman" panose="02020603050405020304" pitchFamily="18" charset="0"/>
            </a:endParaRPr>
          </a:p>
        </p:txBody>
      </p:sp>
      <p:sp>
        <p:nvSpPr>
          <p:cNvPr id="12" name="Text Box 11"/>
          <p:cNvSpPr txBox="1">
            <a:spLocks noChangeArrowheads="1"/>
          </p:cNvSpPr>
          <p:nvPr/>
        </p:nvSpPr>
        <p:spPr bwMode="auto">
          <a:xfrm rot="20755777">
            <a:off x="2999215" y="3159739"/>
            <a:ext cx="2517036"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solidFill>
                  <a:schemeClr val="accent2">
                    <a:lumMod val="60000"/>
                    <a:lumOff val="40000"/>
                  </a:schemeClr>
                </a:solidFill>
                <a:latin typeface="Arial" panose="020B0604020202020204" pitchFamily="34" charset="0"/>
              </a:rPr>
              <a:t>seq#=79, </a:t>
            </a:r>
            <a:r>
              <a:rPr lang="en-US" altLang="en-US" sz="1400" b="1" dirty="0">
                <a:latin typeface="Arial" panose="020B0604020202020204" pitchFamily="34" charset="0"/>
              </a:rPr>
              <a:t>ack#=43</a:t>
            </a:r>
            <a:r>
              <a:rPr lang="en-US" altLang="en-US" sz="1400" dirty="0">
                <a:latin typeface="Arial" panose="020B0604020202020204" pitchFamily="34" charset="0"/>
              </a:rPr>
              <a:t>, data = ‘C’</a:t>
            </a:r>
            <a:endParaRPr lang="en-US" altLang="en-US" sz="1000" dirty="0">
              <a:latin typeface="Times New Roman" panose="02020603050405020304" pitchFamily="18" charset="0"/>
            </a:endParaRPr>
          </a:p>
        </p:txBody>
      </p:sp>
      <p:sp>
        <p:nvSpPr>
          <p:cNvPr id="15" name="Text Box 15"/>
          <p:cNvSpPr txBox="1">
            <a:spLocks noChangeArrowheads="1"/>
          </p:cNvSpPr>
          <p:nvPr/>
        </p:nvSpPr>
        <p:spPr bwMode="auto">
          <a:xfrm>
            <a:off x="5743470" y="2493115"/>
            <a:ext cx="2177785" cy="923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dirty="0"/>
              <a:t>Host ACKs receipt of ‘C’ and echoes</a:t>
            </a:r>
          </a:p>
          <a:p>
            <a:r>
              <a:rPr lang="en-US" altLang="en-US" dirty="0"/>
              <a:t>back ‘C’</a:t>
            </a:r>
            <a:endParaRPr lang="en-US" altLang="en-US" sz="1000" dirty="0">
              <a:latin typeface="Times New Roman" panose="02020603050405020304" pitchFamily="18" charset="0"/>
            </a:endParaRPr>
          </a:p>
        </p:txBody>
      </p:sp>
      <p:sp>
        <p:nvSpPr>
          <p:cNvPr id="16" name="Line 16"/>
          <p:cNvSpPr>
            <a:spLocks noChangeShapeType="1"/>
          </p:cNvSpPr>
          <p:nvPr/>
        </p:nvSpPr>
        <p:spPr bwMode="auto">
          <a:xfrm flipH="1">
            <a:off x="2898038" y="3083439"/>
            <a:ext cx="2609850" cy="800100"/>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1" name="Rectangle 19"/>
          <p:cNvSpPr>
            <a:spLocks noChangeArrowheads="1"/>
          </p:cNvSpPr>
          <p:nvPr/>
        </p:nvSpPr>
        <p:spPr bwMode="auto">
          <a:xfrm>
            <a:off x="8598689" y="5548727"/>
            <a:ext cx="514350" cy="2476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5" name="Line 27">
            <a:extLst>
              <a:ext uri="{FF2B5EF4-FFF2-40B4-BE49-F238E27FC236}">
                <a16:creationId xmlns:a16="http://schemas.microsoft.com/office/drawing/2014/main" id="{316D4F44-06F5-7854-9BD1-BFE52FA5F998}"/>
              </a:ext>
            </a:extLst>
          </p:cNvPr>
          <p:cNvSpPr>
            <a:spLocks noChangeShapeType="1"/>
          </p:cNvSpPr>
          <p:nvPr/>
        </p:nvSpPr>
        <p:spPr bwMode="auto">
          <a:xfrm flipH="1">
            <a:off x="2851600" y="1819900"/>
            <a:ext cx="9525" cy="397647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3" name="Line 28">
            <a:extLst>
              <a:ext uri="{FF2B5EF4-FFF2-40B4-BE49-F238E27FC236}">
                <a16:creationId xmlns:a16="http://schemas.microsoft.com/office/drawing/2014/main" id="{CA12AA40-A05B-EB7C-7962-060E4D46F9ED}"/>
              </a:ext>
            </a:extLst>
          </p:cNvPr>
          <p:cNvSpPr>
            <a:spLocks noChangeShapeType="1"/>
          </p:cNvSpPr>
          <p:nvPr/>
        </p:nvSpPr>
        <p:spPr bwMode="auto">
          <a:xfrm>
            <a:off x="5599773" y="1797564"/>
            <a:ext cx="17655" cy="3976479"/>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3" name="Line 3">
            <a:extLst>
              <a:ext uri="{FF2B5EF4-FFF2-40B4-BE49-F238E27FC236}">
                <a16:creationId xmlns:a16="http://schemas.microsoft.com/office/drawing/2014/main" id="{D7116B55-2E9A-05A4-CAF1-344CAA64CC4B}"/>
              </a:ext>
            </a:extLst>
          </p:cNvPr>
          <p:cNvSpPr>
            <a:spLocks noChangeShapeType="1"/>
          </p:cNvSpPr>
          <p:nvPr/>
        </p:nvSpPr>
        <p:spPr bwMode="auto">
          <a:xfrm>
            <a:off x="2899890" y="4480414"/>
            <a:ext cx="2619375" cy="571500"/>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4" name="Text Box 10">
            <a:extLst>
              <a:ext uri="{FF2B5EF4-FFF2-40B4-BE49-F238E27FC236}">
                <a16:creationId xmlns:a16="http://schemas.microsoft.com/office/drawing/2014/main" id="{D3ECAE53-BB33-1551-D38F-0A09A11C99C0}"/>
              </a:ext>
            </a:extLst>
          </p:cNvPr>
          <p:cNvSpPr txBox="1">
            <a:spLocks noChangeArrowheads="1"/>
          </p:cNvSpPr>
          <p:nvPr/>
        </p:nvSpPr>
        <p:spPr bwMode="auto">
          <a:xfrm rot="706751">
            <a:off x="3366384" y="4461464"/>
            <a:ext cx="1656223"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Arial" panose="020B0604020202020204" pitchFamily="34" charset="0"/>
              </a:rPr>
              <a:t>seq#=43, </a:t>
            </a:r>
            <a:r>
              <a:rPr lang="en-US" altLang="en-US" sz="1400" dirty="0">
                <a:solidFill>
                  <a:schemeClr val="accent2">
                    <a:lumMod val="60000"/>
                    <a:lumOff val="40000"/>
                  </a:schemeClr>
                </a:solidFill>
                <a:latin typeface="Arial" panose="020B0604020202020204" pitchFamily="34" charset="0"/>
              </a:rPr>
              <a:t>ack#=80</a:t>
            </a:r>
            <a:endParaRPr lang="en-US" altLang="en-US" sz="1000" dirty="0">
              <a:solidFill>
                <a:schemeClr val="accent2">
                  <a:lumMod val="60000"/>
                  <a:lumOff val="40000"/>
                </a:schemeClr>
              </a:solidFill>
              <a:latin typeface="Times New Roman" panose="02020603050405020304" pitchFamily="18" charset="0"/>
            </a:endParaRPr>
          </a:p>
        </p:txBody>
      </p:sp>
      <p:sp>
        <p:nvSpPr>
          <p:cNvPr id="26" name="TextBox 25">
            <a:extLst>
              <a:ext uri="{FF2B5EF4-FFF2-40B4-BE49-F238E27FC236}">
                <a16:creationId xmlns:a16="http://schemas.microsoft.com/office/drawing/2014/main" id="{09A7EFE7-9E8F-5EFC-6B4E-06412323EE8D}"/>
              </a:ext>
            </a:extLst>
          </p:cNvPr>
          <p:cNvSpPr txBox="1"/>
          <p:nvPr/>
        </p:nvSpPr>
        <p:spPr>
          <a:xfrm>
            <a:off x="2267385" y="6019108"/>
            <a:ext cx="4582632" cy="646331"/>
          </a:xfrm>
          <a:prstGeom prst="rect">
            <a:avLst/>
          </a:prstGeom>
          <a:noFill/>
        </p:spPr>
        <p:txBody>
          <a:bodyPr wrap="square">
            <a:spAutoFit/>
          </a:bodyPr>
          <a:lstStyle/>
          <a:p>
            <a:r>
              <a:rPr lang="en-NZ" dirty="0"/>
              <a:t>Sequence and acknowledgment numbers for a simple Telnet application over TCP</a:t>
            </a:r>
          </a:p>
        </p:txBody>
      </p:sp>
      <p:sp>
        <p:nvSpPr>
          <p:cNvPr id="27" name="Text Box 15">
            <a:extLst>
              <a:ext uri="{FF2B5EF4-FFF2-40B4-BE49-F238E27FC236}">
                <a16:creationId xmlns:a16="http://schemas.microsoft.com/office/drawing/2014/main" id="{B552659A-0C1F-FE80-C7E3-B30B883567ED}"/>
              </a:ext>
            </a:extLst>
          </p:cNvPr>
          <p:cNvSpPr txBox="1">
            <a:spLocks noChangeArrowheads="1"/>
          </p:cNvSpPr>
          <p:nvPr/>
        </p:nvSpPr>
        <p:spPr bwMode="auto">
          <a:xfrm>
            <a:off x="1127138" y="1936748"/>
            <a:ext cx="162485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dirty="0"/>
              <a:t>User types ‘C’</a:t>
            </a:r>
            <a:endParaRPr lang="en-US" altLang="en-US" sz="1000" dirty="0">
              <a:latin typeface="Times New Roman" panose="02020603050405020304" pitchFamily="18" charset="0"/>
            </a:endParaRPr>
          </a:p>
        </p:txBody>
      </p:sp>
      <p:sp>
        <p:nvSpPr>
          <p:cNvPr id="28" name="Text Box 15">
            <a:extLst>
              <a:ext uri="{FF2B5EF4-FFF2-40B4-BE49-F238E27FC236}">
                <a16:creationId xmlns:a16="http://schemas.microsoft.com/office/drawing/2014/main" id="{9807CB86-E30A-7A9E-C5EA-414686DF741E}"/>
              </a:ext>
            </a:extLst>
          </p:cNvPr>
          <p:cNvSpPr txBox="1">
            <a:spLocks noChangeArrowheads="1"/>
          </p:cNvSpPr>
          <p:nvPr/>
        </p:nvSpPr>
        <p:spPr bwMode="auto">
          <a:xfrm>
            <a:off x="702722" y="4189007"/>
            <a:ext cx="2177785" cy="646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dirty="0"/>
              <a:t>Host ACKs receipt of echoed ‘C’</a:t>
            </a:r>
            <a:endParaRPr lang="en-US" altLang="en-US" sz="1000" dirty="0">
              <a:latin typeface="Times New Roman" panose="02020603050405020304" pitchFamily="18" charset="0"/>
            </a:endParaRPr>
          </a:p>
        </p:txBody>
      </p:sp>
    </p:spTree>
    <p:extLst>
      <p:ext uri="{BB962C8B-B14F-4D97-AF65-F5344CB8AC3E}">
        <p14:creationId xmlns:p14="http://schemas.microsoft.com/office/powerpoint/2010/main" val="41918061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449F8744-A0D4-41FD-9BDC-1C5B8A15D30A}" type="slidenum">
              <a:rPr lang="en-US" altLang="en-US"/>
              <a:pPr/>
              <a:t>31</a:t>
            </a:fld>
            <a:endParaRPr lang="en-US" altLang="en-US"/>
          </a:p>
        </p:txBody>
      </p:sp>
      <p:sp>
        <p:nvSpPr>
          <p:cNvPr id="257026" name="Rectangle 2"/>
          <p:cNvSpPr>
            <a:spLocks noGrp="1" noChangeArrowheads="1"/>
          </p:cNvSpPr>
          <p:nvPr>
            <p:ph type="title"/>
          </p:nvPr>
        </p:nvSpPr>
        <p:spPr>
          <a:xfrm>
            <a:off x="533400" y="0"/>
            <a:ext cx="8153400" cy="1143000"/>
          </a:xfrm>
        </p:spPr>
        <p:txBody>
          <a:bodyPr/>
          <a:lstStyle/>
          <a:p>
            <a:r>
              <a:rPr lang="en-US" altLang="en-US" dirty="0"/>
              <a:t>TCP RDT Sender Events:</a:t>
            </a:r>
          </a:p>
        </p:txBody>
      </p:sp>
      <p:sp>
        <p:nvSpPr>
          <p:cNvPr id="257027" name="Rectangle 3"/>
          <p:cNvSpPr>
            <a:spLocks noGrp="1" noChangeArrowheads="1"/>
          </p:cNvSpPr>
          <p:nvPr>
            <p:ph type="body" sz="half" idx="1"/>
          </p:nvPr>
        </p:nvSpPr>
        <p:spPr>
          <a:xfrm>
            <a:off x="1447800" y="1026543"/>
            <a:ext cx="6248400" cy="5334000"/>
          </a:xfrm>
        </p:spPr>
        <p:txBody>
          <a:bodyPr/>
          <a:lstStyle/>
          <a:p>
            <a:pPr>
              <a:buFont typeface="ZapfDingbats" pitchFamily="82" charset="2"/>
              <a:buNone/>
            </a:pPr>
            <a:r>
              <a:rPr lang="en-US" altLang="en-US" sz="2400" u="sng" dirty="0">
                <a:solidFill>
                  <a:srgbClr val="FF0000"/>
                </a:solidFill>
              </a:rPr>
              <a:t>data rcvd from app:</a:t>
            </a:r>
            <a:endParaRPr lang="en-US" altLang="en-US" sz="2400" dirty="0"/>
          </a:p>
          <a:p>
            <a:r>
              <a:rPr lang="en-US" altLang="en-US" sz="2400" dirty="0"/>
              <a:t>Create segment with </a:t>
            </a:r>
            <a:r>
              <a:rPr lang="en-US" altLang="en-US" sz="2400" dirty="0" err="1"/>
              <a:t>seq</a:t>
            </a:r>
            <a:r>
              <a:rPr lang="en-US" altLang="en-US" sz="2400" dirty="0"/>
              <a:t> #</a:t>
            </a:r>
          </a:p>
          <a:p>
            <a:r>
              <a:rPr lang="en-US" altLang="en-US" sz="2400" dirty="0"/>
              <a:t>start timer if not already running</a:t>
            </a:r>
          </a:p>
          <a:p>
            <a:pPr>
              <a:buFont typeface="ZapfDingbats" pitchFamily="82" charset="2"/>
              <a:buNone/>
            </a:pPr>
            <a:r>
              <a:rPr lang="en-US" altLang="en-US" sz="2400" u="sng" dirty="0">
                <a:solidFill>
                  <a:srgbClr val="FF0000"/>
                </a:solidFill>
              </a:rPr>
              <a:t>timeout:</a:t>
            </a:r>
          </a:p>
          <a:p>
            <a:r>
              <a:rPr lang="en-US" altLang="en-US" sz="2400" dirty="0"/>
              <a:t>retransmit segment with the </a:t>
            </a:r>
            <a:r>
              <a:rPr lang="en-US" altLang="en-US" sz="2400" i="1" dirty="0"/>
              <a:t>smallest </a:t>
            </a:r>
            <a:r>
              <a:rPr lang="en-US" altLang="en-US" sz="2400" dirty="0"/>
              <a:t>seq#;</a:t>
            </a:r>
          </a:p>
          <a:p>
            <a:r>
              <a:rPr lang="en-US" altLang="en-US" sz="2400" dirty="0"/>
              <a:t>restart timer</a:t>
            </a:r>
          </a:p>
          <a:p>
            <a:pPr>
              <a:buFont typeface="ZapfDingbats" pitchFamily="82" charset="2"/>
              <a:buNone/>
            </a:pPr>
            <a:r>
              <a:rPr lang="en-US" altLang="en-US" sz="2400" dirty="0"/>
              <a:t> </a:t>
            </a:r>
            <a:r>
              <a:rPr lang="en-US" altLang="en-US" sz="2400" u="sng" dirty="0">
                <a:solidFill>
                  <a:srgbClr val="FF0000"/>
                </a:solidFill>
              </a:rPr>
              <a:t>Ack </a:t>
            </a:r>
            <a:r>
              <a:rPr lang="en-US" altLang="en-US" sz="2400" u="sng" dirty="0" err="1">
                <a:solidFill>
                  <a:srgbClr val="FF0000"/>
                </a:solidFill>
              </a:rPr>
              <a:t>rcvd</a:t>
            </a:r>
            <a:r>
              <a:rPr lang="en-US" altLang="en-US" sz="2400" u="sng" dirty="0">
                <a:solidFill>
                  <a:srgbClr val="FF0000"/>
                </a:solidFill>
              </a:rPr>
              <a:t>:</a:t>
            </a:r>
            <a:endParaRPr lang="en-US" altLang="en-US" sz="2400" dirty="0"/>
          </a:p>
          <a:p>
            <a:r>
              <a:rPr lang="en-US" altLang="en-US" sz="2400" dirty="0"/>
              <a:t>Cumulative ACK;</a:t>
            </a:r>
          </a:p>
          <a:p>
            <a:r>
              <a:rPr lang="en-US" altLang="en-US" sz="2400" dirty="0"/>
              <a:t>Slide window;</a:t>
            </a:r>
          </a:p>
          <a:p>
            <a:r>
              <a:rPr lang="en-US" altLang="en-US" sz="2400" dirty="0"/>
              <a:t>… (later);</a:t>
            </a:r>
          </a:p>
          <a:p>
            <a:endParaRPr lang="en-US" altLang="en-US" sz="2400" dirty="0"/>
          </a:p>
        </p:txBody>
      </p:sp>
    </p:spTree>
    <p:extLst>
      <p:ext uri="{BB962C8B-B14F-4D97-AF65-F5344CB8AC3E}">
        <p14:creationId xmlns:p14="http://schemas.microsoft.com/office/powerpoint/2010/main" val="26532281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2"/>
          <p:cNvSpPr>
            <a:spLocks noGrp="1" noChangeArrowheads="1"/>
          </p:cNvSpPr>
          <p:nvPr>
            <p:ph type="title"/>
          </p:nvPr>
        </p:nvSpPr>
        <p:spPr>
          <a:xfrm>
            <a:off x="116957" y="70056"/>
            <a:ext cx="8866705" cy="723900"/>
          </a:xfrm>
        </p:spPr>
        <p:txBody>
          <a:bodyPr/>
          <a:lstStyle/>
          <a:p>
            <a:r>
              <a:rPr lang="en-US" altLang="en-US" dirty="0"/>
              <a:t>TCP RDT – Cumulative ACK</a:t>
            </a:r>
          </a:p>
        </p:txBody>
      </p:sp>
      <p:sp>
        <p:nvSpPr>
          <p:cNvPr id="28" name="Slide Number Placeholder 27"/>
          <p:cNvSpPr>
            <a:spLocks noGrp="1"/>
          </p:cNvSpPr>
          <p:nvPr>
            <p:ph type="sldNum" sz="quarter" idx="4"/>
          </p:nvPr>
        </p:nvSpPr>
        <p:spPr/>
        <p:txBody>
          <a:bodyPr/>
          <a:lstStyle/>
          <a:p>
            <a:fld id="{1580C407-10EB-4474-B0B9-D63DCBD65BDE}" type="slidenum">
              <a:rPr lang="en-US" altLang="en-US"/>
              <a:pPr/>
              <a:t>32</a:t>
            </a:fld>
            <a:endParaRPr lang="en-US" altLang="en-US"/>
          </a:p>
        </p:txBody>
      </p:sp>
      <p:sp>
        <p:nvSpPr>
          <p:cNvPr id="258060" name="Text Box 12"/>
          <p:cNvSpPr txBox="1">
            <a:spLocks noChangeArrowheads="1"/>
          </p:cNvSpPr>
          <p:nvPr/>
        </p:nvSpPr>
        <p:spPr bwMode="auto">
          <a:xfrm>
            <a:off x="2206497" y="6052387"/>
            <a:ext cx="5622117"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NZ" altLang="en-US" sz="1800" dirty="0"/>
              <a:t>Cumulative ACK: all bytes up to (120-1) ar</a:t>
            </a:r>
            <a:r>
              <a:rPr lang="en-NZ" altLang="en-US" dirty="0"/>
              <a:t>e received!</a:t>
            </a:r>
            <a:endParaRPr lang="en-US" altLang="en-US" sz="1000" dirty="0">
              <a:latin typeface="Times New Roman" panose="02020603050405020304" pitchFamily="18" charset="0"/>
            </a:endParaRPr>
          </a:p>
        </p:txBody>
      </p:sp>
      <p:grpSp>
        <p:nvGrpSpPr>
          <p:cNvPr id="8" name="Group 7">
            <a:extLst>
              <a:ext uri="{FF2B5EF4-FFF2-40B4-BE49-F238E27FC236}">
                <a16:creationId xmlns:a16="http://schemas.microsoft.com/office/drawing/2014/main" id="{52FE0E1D-731A-0F00-83C2-581B6873CE21}"/>
              </a:ext>
            </a:extLst>
          </p:cNvPr>
          <p:cNvGrpSpPr/>
          <p:nvPr/>
        </p:nvGrpSpPr>
        <p:grpSpPr>
          <a:xfrm>
            <a:off x="2800387" y="1288666"/>
            <a:ext cx="3623084" cy="4435475"/>
            <a:chOff x="2704691" y="1086643"/>
            <a:chExt cx="3623084" cy="4435475"/>
          </a:xfrm>
        </p:grpSpPr>
        <p:sp>
          <p:nvSpPr>
            <p:cNvPr id="258052" name="Line 4"/>
            <p:cNvSpPr>
              <a:spLocks noChangeShapeType="1"/>
            </p:cNvSpPr>
            <p:nvPr/>
          </p:nvSpPr>
          <p:spPr bwMode="auto">
            <a:xfrm flipH="1">
              <a:off x="4403726" y="2809081"/>
              <a:ext cx="1581150" cy="485775"/>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58053" name="Line 5"/>
            <p:cNvSpPr>
              <a:spLocks noChangeShapeType="1"/>
            </p:cNvSpPr>
            <p:nvPr/>
          </p:nvSpPr>
          <p:spPr bwMode="auto">
            <a:xfrm>
              <a:off x="3460751" y="2085181"/>
              <a:ext cx="2533650" cy="590550"/>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aphicFrame>
          <p:nvGraphicFramePr>
            <p:cNvPr id="258054" name="Object 6"/>
            <p:cNvGraphicFramePr>
              <a:graphicFrameLocks noChangeAspect="1"/>
            </p:cNvGraphicFramePr>
            <p:nvPr/>
          </p:nvGraphicFramePr>
          <p:xfrm>
            <a:off x="2928938" y="1091447"/>
            <a:ext cx="485775" cy="385763"/>
          </p:xfrm>
          <a:graphic>
            <a:graphicData uri="http://schemas.openxmlformats.org/presentationml/2006/ole">
              <mc:AlternateContent xmlns:mc="http://schemas.openxmlformats.org/markup-compatibility/2006">
                <mc:Choice xmlns:v="urn:schemas-microsoft-com:vml" Requires="v">
                  <p:oleObj name="Clip" r:id="rId3" imgW="1305000" imgH="1085760" progId="MS_ClipArt_Gallery.2">
                    <p:embed/>
                  </p:oleObj>
                </mc:Choice>
                <mc:Fallback>
                  <p:oleObj name="Clip" r:id="rId3" imgW="1305000" imgH="1085760" progId="MS_ClipArt_Gallery.2">
                    <p:embed/>
                    <p:pic>
                      <p:nvPicPr>
                        <p:cNvPr id="258054"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8938" y="1091447"/>
                          <a:ext cx="485775" cy="385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8055" name="Text Box 7"/>
            <p:cNvSpPr txBox="1">
              <a:spLocks noChangeArrowheads="1"/>
            </p:cNvSpPr>
            <p:nvPr/>
          </p:nvSpPr>
          <p:spPr bwMode="auto">
            <a:xfrm>
              <a:off x="3398412" y="1086643"/>
              <a:ext cx="849313"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Host A</a:t>
              </a:r>
              <a:endParaRPr lang="en-US" altLang="en-US" sz="1000" dirty="0">
                <a:latin typeface="Times New Roman" panose="02020603050405020304" pitchFamily="18" charset="0"/>
              </a:endParaRPr>
            </a:p>
          </p:txBody>
        </p:sp>
        <p:sp>
          <p:nvSpPr>
            <p:cNvPr id="258056" name="Text Box 8"/>
            <p:cNvSpPr txBox="1">
              <a:spLocks noChangeArrowheads="1"/>
            </p:cNvSpPr>
            <p:nvPr/>
          </p:nvSpPr>
          <p:spPr bwMode="auto">
            <a:xfrm rot="706751">
              <a:off x="3800414" y="2094805"/>
              <a:ext cx="1949573"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Arial" panose="020B0604020202020204" pitchFamily="34" charset="0"/>
                </a:rPr>
                <a:t>seq#=92, 8 bytes data</a:t>
              </a:r>
              <a:endParaRPr lang="en-US" altLang="en-US" sz="1000" dirty="0">
                <a:latin typeface="Times New Roman" panose="02020603050405020304" pitchFamily="18" charset="0"/>
              </a:endParaRPr>
            </a:p>
          </p:txBody>
        </p:sp>
        <p:sp>
          <p:nvSpPr>
            <p:cNvPr id="258057" name="Text Box 9"/>
            <p:cNvSpPr txBox="1">
              <a:spLocks noChangeArrowheads="1"/>
            </p:cNvSpPr>
            <p:nvPr/>
          </p:nvSpPr>
          <p:spPr bwMode="auto">
            <a:xfrm rot="20617328">
              <a:off x="4945667" y="2665646"/>
              <a:ext cx="965329"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Arial" panose="020B0604020202020204" pitchFamily="34" charset="0"/>
                </a:rPr>
                <a:t>ack#=100</a:t>
              </a:r>
              <a:endParaRPr lang="en-US" altLang="en-US" sz="1000" dirty="0">
                <a:latin typeface="Times New Roman" panose="02020603050405020304" pitchFamily="18" charset="0"/>
              </a:endParaRPr>
            </a:p>
          </p:txBody>
        </p:sp>
        <p:sp>
          <p:nvSpPr>
            <p:cNvPr id="258058" name="Text Box 10"/>
            <p:cNvSpPr txBox="1">
              <a:spLocks noChangeArrowheads="1"/>
            </p:cNvSpPr>
            <p:nvPr/>
          </p:nvSpPr>
          <p:spPr bwMode="auto">
            <a:xfrm>
              <a:off x="3993373" y="3377555"/>
              <a:ext cx="748923"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dirty="0">
                  <a:solidFill>
                    <a:srgbClr val="FF0000"/>
                  </a:solidFill>
                </a:rPr>
                <a:t>(loss)</a:t>
              </a:r>
              <a:endParaRPr lang="en-US" altLang="en-US" sz="1000" dirty="0">
                <a:latin typeface="Times New Roman" panose="02020603050405020304" pitchFamily="18" charset="0"/>
              </a:endParaRPr>
            </a:p>
          </p:txBody>
        </p:sp>
        <p:graphicFrame>
          <p:nvGraphicFramePr>
            <p:cNvPr id="258061" name="Object 13"/>
            <p:cNvGraphicFramePr>
              <a:graphicFrameLocks noChangeAspect="1"/>
            </p:cNvGraphicFramePr>
            <p:nvPr/>
          </p:nvGraphicFramePr>
          <p:xfrm>
            <a:off x="5842000" y="1086643"/>
            <a:ext cx="485775" cy="385763"/>
          </p:xfrm>
          <a:graphic>
            <a:graphicData uri="http://schemas.openxmlformats.org/presentationml/2006/ole">
              <mc:AlternateContent xmlns:mc="http://schemas.openxmlformats.org/markup-compatibility/2006">
                <mc:Choice xmlns:v="urn:schemas-microsoft-com:vml" Requires="v">
                  <p:oleObj name="Clip" r:id="rId3" imgW="1305000" imgH="1085760" progId="MS_ClipArt_Gallery.2">
                    <p:embed/>
                  </p:oleObj>
                </mc:Choice>
                <mc:Fallback>
                  <p:oleObj name="Clip" r:id="rId3" imgW="1305000" imgH="1085760" progId="MS_ClipArt_Gallery.2">
                    <p:embed/>
                    <p:pic>
                      <p:nvPicPr>
                        <p:cNvPr id="258061"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42000" y="1086643"/>
                          <a:ext cx="485775" cy="385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8062" name="Text Box 14"/>
            <p:cNvSpPr txBox="1">
              <a:spLocks noChangeArrowheads="1"/>
            </p:cNvSpPr>
            <p:nvPr/>
          </p:nvSpPr>
          <p:spPr bwMode="auto">
            <a:xfrm>
              <a:off x="5013325" y="1086643"/>
              <a:ext cx="828675"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Host B</a:t>
              </a:r>
              <a:endParaRPr lang="en-US" altLang="en-US" sz="1000" dirty="0">
                <a:latin typeface="Times New Roman" panose="02020603050405020304" pitchFamily="18" charset="0"/>
              </a:endParaRPr>
            </a:p>
          </p:txBody>
        </p:sp>
        <p:sp>
          <p:nvSpPr>
            <p:cNvPr id="258063" name="Text Box 15"/>
            <p:cNvSpPr txBox="1">
              <a:spLocks noChangeArrowheads="1"/>
            </p:cNvSpPr>
            <p:nvPr/>
          </p:nvSpPr>
          <p:spPr bwMode="auto">
            <a:xfrm>
              <a:off x="4121002" y="3067843"/>
              <a:ext cx="3873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a:solidFill>
                    <a:srgbClr val="FF0000"/>
                  </a:solidFill>
                  <a:latin typeface="Arial" panose="020B0604020202020204" pitchFamily="34" charset="0"/>
                </a:rPr>
                <a:t>X</a:t>
              </a:r>
              <a:endParaRPr lang="en-US" altLang="en-US" sz="1000" dirty="0">
                <a:latin typeface="Times New Roman" panose="02020603050405020304" pitchFamily="18" charset="0"/>
              </a:endParaRPr>
            </a:p>
          </p:txBody>
        </p:sp>
        <p:sp>
          <p:nvSpPr>
            <p:cNvPr id="258064" name="Line 16"/>
            <p:cNvSpPr>
              <a:spLocks noChangeShapeType="1"/>
            </p:cNvSpPr>
            <p:nvPr/>
          </p:nvSpPr>
          <p:spPr bwMode="auto">
            <a:xfrm>
              <a:off x="3429001" y="2864643"/>
              <a:ext cx="2533650" cy="590550"/>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58065" name="Text Box 17"/>
            <p:cNvSpPr txBox="1">
              <a:spLocks noChangeArrowheads="1"/>
            </p:cNvSpPr>
            <p:nvPr/>
          </p:nvSpPr>
          <p:spPr bwMode="auto">
            <a:xfrm rot="706751">
              <a:off x="3667691" y="2863155"/>
              <a:ext cx="2148345"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Arial" panose="020B0604020202020204" pitchFamily="34" charset="0"/>
                </a:rPr>
                <a:t>seq#=100, 20 bytes data</a:t>
              </a:r>
              <a:endParaRPr lang="en-US" altLang="en-US" sz="1000" dirty="0">
                <a:latin typeface="Times New Roman" panose="02020603050405020304" pitchFamily="18" charset="0"/>
              </a:endParaRPr>
            </a:p>
          </p:txBody>
        </p:sp>
        <p:sp>
          <p:nvSpPr>
            <p:cNvPr id="258066" name="Line 18"/>
            <p:cNvSpPr>
              <a:spLocks noChangeShapeType="1"/>
            </p:cNvSpPr>
            <p:nvPr/>
          </p:nvSpPr>
          <p:spPr bwMode="auto">
            <a:xfrm>
              <a:off x="3418368" y="1493043"/>
              <a:ext cx="9525" cy="3952875"/>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58067" name="Line 19"/>
            <p:cNvSpPr>
              <a:spLocks noChangeShapeType="1"/>
            </p:cNvSpPr>
            <p:nvPr/>
          </p:nvSpPr>
          <p:spPr bwMode="auto">
            <a:xfrm>
              <a:off x="5975500" y="1569243"/>
              <a:ext cx="9525" cy="3952875"/>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58068" name="Line 20"/>
            <p:cNvSpPr>
              <a:spLocks noChangeShapeType="1"/>
            </p:cNvSpPr>
            <p:nvPr/>
          </p:nvSpPr>
          <p:spPr bwMode="auto">
            <a:xfrm flipH="1">
              <a:off x="3429001" y="3550443"/>
              <a:ext cx="2495550" cy="752475"/>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58069" name="Text Box 21"/>
            <p:cNvSpPr txBox="1">
              <a:spLocks noChangeArrowheads="1"/>
            </p:cNvSpPr>
            <p:nvPr/>
          </p:nvSpPr>
          <p:spPr bwMode="auto">
            <a:xfrm rot="20673133">
              <a:off x="4114801" y="4006154"/>
              <a:ext cx="966788"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dirty="0">
                  <a:latin typeface="Arial" panose="020B0604020202020204" pitchFamily="34" charset="0"/>
                </a:rPr>
                <a:t>ack#=120</a:t>
              </a:r>
              <a:endParaRPr lang="en-US" altLang="en-US" sz="1000" dirty="0">
                <a:latin typeface="Times New Roman" panose="02020603050405020304" pitchFamily="18" charset="0"/>
              </a:endParaRPr>
            </a:p>
          </p:txBody>
        </p:sp>
        <p:grpSp>
          <p:nvGrpSpPr>
            <p:cNvPr id="3" name="Group 2">
              <a:extLst>
                <a:ext uri="{FF2B5EF4-FFF2-40B4-BE49-F238E27FC236}">
                  <a16:creationId xmlns:a16="http://schemas.microsoft.com/office/drawing/2014/main" id="{BF79F599-47E5-6211-7058-82ADE9ABEBB5}"/>
                </a:ext>
              </a:extLst>
            </p:cNvPr>
            <p:cNvGrpSpPr/>
            <p:nvPr/>
          </p:nvGrpSpPr>
          <p:grpSpPr>
            <a:xfrm>
              <a:off x="2704691" y="2085181"/>
              <a:ext cx="535571" cy="2669832"/>
              <a:chOff x="4884154" y="4667969"/>
              <a:chExt cx="535571" cy="2669832"/>
            </a:xfrm>
          </p:grpSpPr>
          <p:sp>
            <p:nvSpPr>
              <p:cNvPr id="4" name="Line 12">
                <a:extLst>
                  <a:ext uri="{FF2B5EF4-FFF2-40B4-BE49-F238E27FC236}">
                    <a16:creationId xmlns:a16="http://schemas.microsoft.com/office/drawing/2014/main" id="{CB3277B8-811C-E27C-9B74-CB46B6088195}"/>
                  </a:ext>
                </a:extLst>
              </p:cNvPr>
              <p:cNvSpPr>
                <a:spLocks noChangeShapeType="1"/>
              </p:cNvSpPr>
              <p:nvPr/>
            </p:nvSpPr>
            <p:spPr bwMode="auto">
              <a:xfrm>
                <a:off x="5319711" y="4699812"/>
                <a:ext cx="3851" cy="260975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5" name="Line 23">
                <a:extLst>
                  <a:ext uri="{FF2B5EF4-FFF2-40B4-BE49-F238E27FC236}">
                    <a16:creationId xmlns:a16="http://schemas.microsoft.com/office/drawing/2014/main" id="{72526EB6-0B4D-D23B-5AAB-CAE30F20D9EB}"/>
                  </a:ext>
                </a:extLst>
              </p:cNvPr>
              <p:cNvSpPr>
                <a:spLocks noChangeShapeType="1"/>
              </p:cNvSpPr>
              <p:nvPr/>
            </p:nvSpPr>
            <p:spPr bwMode="auto">
              <a:xfrm>
                <a:off x="5208771" y="4667969"/>
                <a:ext cx="1905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6" name="Line 24">
                <a:extLst>
                  <a:ext uri="{FF2B5EF4-FFF2-40B4-BE49-F238E27FC236}">
                    <a16:creationId xmlns:a16="http://schemas.microsoft.com/office/drawing/2014/main" id="{6FCC7F95-0E15-EA6B-FB9B-721DDC9C4571}"/>
                  </a:ext>
                </a:extLst>
              </p:cNvPr>
              <p:cNvSpPr>
                <a:spLocks noChangeShapeType="1"/>
              </p:cNvSpPr>
              <p:nvPr/>
            </p:nvSpPr>
            <p:spPr bwMode="auto">
              <a:xfrm>
                <a:off x="5229225" y="7337801"/>
                <a:ext cx="1905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7" name="Text Box 25">
                <a:extLst>
                  <a:ext uri="{FF2B5EF4-FFF2-40B4-BE49-F238E27FC236}">
                    <a16:creationId xmlns:a16="http://schemas.microsoft.com/office/drawing/2014/main" id="{3CA450FD-029C-415D-AE0F-0255F67CAE71}"/>
                  </a:ext>
                </a:extLst>
              </p:cNvPr>
              <p:cNvSpPr txBox="1">
                <a:spLocks noChangeArrowheads="1"/>
              </p:cNvSpPr>
              <p:nvPr/>
            </p:nvSpPr>
            <p:spPr bwMode="auto">
              <a:xfrm rot="16200000">
                <a:off x="4120483" y="5818219"/>
                <a:ext cx="1896673"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seq#=92 t</a:t>
                </a:r>
                <a:r>
                  <a:rPr lang="en-US" altLang="en-US" sz="1800" dirty="0"/>
                  <a:t>imeout</a:t>
                </a:r>
              </a:p>
            </p:txBody>
          </p:sp>
        </p:grpSp>
      </p:grpSp>
    </p:spTree>
    <p:extLst>
      <p:ext uri="{BB962C8B-B14F-4D97-AF65-F5344CB8AC3E}">
        <p14:creationId xmlns:p14="http://schemas.microsoft.com/office/powerpoint/2010/main" val="6574916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5" name="Rectangle 7"/>
          <p:cNvSpPr>
            <a:spLocks noGrp="1" noChangeArrowheads="1"/>
          </p:cNvSpPr>
          <p:nvPr>
            <p:ph type="title"/>
          </p:nvPr>
        </p:nvSpPr>
        <p:spPr/>
        <p:txBody>
          <a:bodyPr/>
          <a:lstStyle/>
          <a:p>
            <a:r>
              <a:rPr lang="en-US" altLang="en-US" sz="3600" dirty="0"/>
              <a:t>TCP </a:t>
            </a:r>
            <a:r>
              <a:rPr lang="en-US" altLang="en-US" dirty="0"/>
              <a:t>RDT</a:t>
            </a:r>
            <a:r>
              <a:rPr lang="en-US" altLang="en-US" sz="3600" dirty="0"/>
              <a:t> - T</a:t>
            </a:r>
            <a:r>
              <a:rPr lang="en-US" altLang="en-US" dirty="0"/>
              <a:t>imeout</a:t>
            </a:r>
          </a:p>
        </p:txBody>
      </p:sp>
      <p:sp>
        <p:nvSpPr>
          <p:cNvPr id="66" name="Slide Number Placeholder 65"/>
          <p:cNvSpPr>
            <a:spLocks noGrp="1"/>
          </p:cNvSpPr>
          <p:nvPr>
            <p:ph type="sldNum" sz="quarter" idx="4"/>
          </p:nvPr>
        </p:nvSpPr>
        <p:spPr/>
        <p:txBody>
          <a:bodyPr/>
          <a:lstStyle/>
          <a:p>
            <a:fld id="{7154938D-D46E-4439-B80A-738BCC6BF0F1}" type="slidenum">
              <a:rPr lang="en-US" altLang="en-US"/>
              <a:pPr/>
              <a:t>33</a:t>
            </a:fld>
            <a:endParaRPr lang="en-US" altLang="en-US"/>
          </a:p>
        </p:txBody>
      </p:sp>
      <p:sp>
        <p:nvSpPr>
          <p:cNvPr id="191528" name="Rectangle 40"/>
          <p:cNvSpPr>
            <a:spLocks noChangeArrowheads="1"/>
          </p:cNvSpPr>
          <p:nvPr/>
        </p:nvSpPr>
        <p:spPr bwMode="auto">
          <a:xfrm>
            <a:off x="5470521" y="6016617"/>
            <a:ext cx="514350" cy="2476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 name="Rounded Rectangular Callout 1"/>
          <p:cNvSpPr/>
          <p:nvPr/>
        </p:nvSpPr>
        <p:spPr>
          <a:xfrm>
            <a:off x="6696860" y="1901254"/>
            <a:ext cx="2144901" cy="952419"/>
          </a:xfrm>
          <a:prstGeom prst="wedgeRoundRectCallout">
            <a:avLst>
              <a:gd name="adj1" fmla="val -65966"/>
              <a:gd name="adj2" fmla="val 2403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ln w="0"/>
                <a:solidFill>
                  <a:schemeClr val="tx1"/>
                </a:solidFill>
              </a:rPr>
              <a:t>I have received all bytes up to 99. </a:t>
            </a:r>
          </a:p>
        </p:txBody>
      </p:sp>
      <p:grpSp>
        <p:nvGrpSpPr>
          <p:cNvPr id="191560" name="Group 72"/>
          <p:cNvGrpSpPr>
            <a:grpSpLocks/>
          </p:cNvGrpSpPr>
          <p:nvPr/>
        </p:nvGrpSpPr>
        <p:grpSpPr bwMode="auto">
          <a:xfrm>
            <a:off x="2587885" y="1189037"/>
            <a:ext cx="4891088" cy="5364163"/>
            <a:chOff x="-86" y="875"/>
            <a:chExt cx="3081" cy="3379"/>
          </a:xfrm>
        </p:grpSpPr>
        <p:sp>
          <p:nvSpPr>
            <p:cNvPr id="191497" name="Line 9"/>
            <p:cNvSpPr>
              <a:spLocks noChangeShapeType="1"/>
            </p:cNvSpPr>
            <p:nvPr/>
          </p:nvSpPr>
          <p:spPr bwMode="auto">
            <a:xfrm flipH="1">
              <a:off x="1170" y="1752"/>
              <a:ext cx="996" cy="306"/>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91498" name="Line 10"/>
            <p:cNvSpPr>
              <a:spLocks noChangeShapeType="1"/>
            </p:cNvSpPr>
            <p:nvPr/>
          </p:nvSpPr>
          <p:spPr bwMode="auto">
            <a:xfrm>
              <a:off x="576" y="1296"/>
              <a:ext cx="1596" cy="372"/>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aphicFrame>
          <p:nvGraphicFramePr>
            <p:cNvPr id="191499" name="Object 11"/>
            <p:cNvGraphicFramePr>
              <a:graphicFrameLocks noChangeAspect="1"/>
            </p:cNvGraphicFramePr>
            <p:nvPr>
              <p:extLst>
                <p:ext uri="{D42A27DB-BD31-4B8C-83A1-F6EECF244321}">
                  <p14:modId xmlns:p14="http://schemas.microsoft.com/office/powerpoint/2010/main" val="4264424942"/>
                </p:ext>
              </p:extLst>
            </p:nvPr>
          </p:nvGraphicFramePr>
          <p:xfrm>
            <a:off x="268" y="881"/>
            <a:ext cx="306" cy="243"/>
          </p:xfrm>
          <a:graphic>
            <a:graphicData uri="http://schemas.openxmlformats.org/presentationml/2006/ole">
              <mc:AlternateContent xmlns:mc="http://schemas.openxmlformats.org/markup-compatibility/2006">
                <mc:Choice xmlns:v="urn:schemas-microsoft-com:vml" Requires="v">
                  <p:oleObj name="Clip" r:id="rId3" imgW="1305000" imgH="1085760" progId="MS_ClipArt_Gallery.2">
                    <p:embed/>
                  </p:oleObj>
                </mc:Choice>
                <mc:Fallback>
                  <p:oleObj name="Clip" r:id="rId3" imgW="1305000" imgH="1085760" progId="MS_ClipArt_Gallery.2">
                    <p:embed/>
                    <p:pic>
                      <p:nvPicPr>
                        <p:cNvPr id="191499"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8" y="881"/>
                          <a:ext cx="306" cy="2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1500" name="Text Box 12"/>
            <p:cNvSpPr txBox="1">
              <a:spLocks noChangeArrowheads="1"/>
            </p:cNvSpPr>
            <p:nvPr/>
          </p:nvSpPr>
          <p:spPr bwMode="auto">
            <a:xfrm>
              <a:off x="574" y="875"/>
              <a:ext cx="53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Host A</a:t>
              </a:r>
              <a:endParaRPr lang="en-US" altLang="en-US" sz="1000" dirty="0">
                <a:latin typeface="Times New Roman" panose="02020603050405020304" pitchFamily="18" charset="0"/>
              </a:endParaRPr>
            </a:p>
          </p:txBody>
        </p:sp>
        <p:sp>
          <p:nvSpPr>
            <p:cNvPr id="191501" name="Text Box 13"/>
            <p:cNvSpPr txBox="1">
              <a:spLocks noChangeArrowheads="1"/>
            </p:cNvSpPr>
            <p:nvPr/>
          </p:nvSpPr>
          <p:spPr bwMode="auto">
            <a:xfrm rot="706751">
              <a:off x="790" y="1302"/>
              <a:ext cx="1228"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Arial" panose="020B0604020202020204" pitchFamily="34" charset="0"/>
                </a:rPr>
                <a:t>seq#=92, 8 bytes data</a:t>
              </a:r>
              <a:endParaRPr lang="en-US" altLang="en-US" sz="1000" dirty="0">
                <a:latin typeface="Times New Roman" panose="02020603050405020304" pitchFamily="18" charset="0"/>
              </a:endParaRPr>
            </a:p>
          </p:txBody>
        </p:sp>
        <p:sp>
          <p:nvSpPr>
            <p:cNvPr id="191502" name="Text Box 14"/>
            <p:cNvSpPr txBox="1">
              <a:spLocks noChangeArrowheads="1"/>
            </p:cNvSpPr>
            <p:nvPr/>
          </p:nvSpPr>
          <p:spPr bwMode="auto">
            <a:xfrm rot="20617328">
              <a:off x="1368" y="1734"/>
              <a:ext cx="608"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Arial" panose="020B0604020202020204" pitchFamily="34" charset="0"/>
                </a:rPr>
                <a:t>ack#=100</a:t>
              </a:r>
              <a:endParaRPr lang="en-US" altLang="en-US" sz="1000" dirty="0">
                <a:latin typeface="Times New Roman" panose="02020603050405020304" pitchFamily="18" charset="0"/>
              </a:endParaRPr>
            </a:p>
          </p:txBody>
        </p:sp>
        <p:sp>
          <p:nvSpPr>
            <p:cNvPr id="191503" name="Text Box 15"/>
            <p:cNvSpPr txBox="1">
              <a:spLocks noChangeArrowheads="1"/>
            </p:cNvSpPr>
            <p:nvPr/>
          </p:nvSpPr>
          <p:spPr bwMode="auto">
            <a:xfrm>
              <a:off x="852" y="2119"/>
              <a:ext cx="523" cy="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dirty="0">
                  <a:solidFill>
                    <a:srgbClr val="FF0000"/>
                  </a:solidFill>
                </a:rPr>
                <a:t>(l</a:t>
              </a:r>
              <a:r>
                <a:rPr lang="en-US" altLang="en-US" sz="1800" dirty="0">
                  <a:solidFill>
                    <a:srgbClr val="FF0000"/>
                  </a:solidFill>
                </a:rPr>
                <a:t>oss)</a:t>
              </a:r>
              <a:endParaRPr lang="en-US" altLang="en-US" sz="1000" dirty="0">
                <a:latin typeface="Times New Roman" panose="02020603050405020304" pitchFamily="18" charset="0"/>
              </a:endParaRPr>
            </a:p>
          </p:txBody>
        </p:sp>
        <p:sp>
          <p:nvSpPr>
            <p:cNvPr id="191509" name="Text Box 21"/>
            <p:cNvSpPr txBox="1">
              <a:spLocks noChangeArrowheads="1"/>
            </p:cNvSpPr>
            <p:nvPr/>
          </p:nvSpPr>
          <p:spPr bwMode="auto">
            <a:xfrm>
              <a:off x="-86" y="4021"/>
              <a:ext cx="3081" cy="2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NZ" dirty="0"/>
                <a:t>Retransmission due to a lost acknowledgment</a:t>
              </a:r>
            </a:p>
          </p:txBody>
        </p:sp>
        <p:graphicFrame>
          <p:nvGraphicFramePr>
            <p:cNvPr id="191510" name="Object 22"/>
            <p:cNvGraphicFramePr>
              <a:graphicFrameLocks noChangeAspect="1"/>
            </p:cNvGraphicFramePr>
            <p:nvPr>
              <p:extLst>
                <p:ext uri="{D42A27DB-BD31-4B8C-83A1-F6EECF244321}">
                  <p14:modId xmlns:p14="http://schemas.microsoft.com/office/powerpoint/2010/main" val="3188966968"/>
                </p:ext>
              </p:extLst>
            </p:nvPr>
          </p:nvGraphicFramePr>
          <p:xfrm>
            <a:off x="2076" y="881"/>
            <a:ext cx="306" cy="243"/>
          </p:xfrm>
          <a:graphic>
            <a:graphicData uri="http://schemas.openxmlformats.org/presentationml/2006/ole">
              <mc:AlternateContent xmlns:mc="http://schemas.openxmlformats.org/markup-compatibility/2006">
                <mc:Choice xmlns:v="urn:schemas-microsoft-com:vml" Requires="v">
                  <p:oleObj name="Clip" r:id="rId3" imgW="1305000" imgH="1085760" progId="MS_ClipArt_Gallery.2">
                    <p:embed/>
                  </p:oleObj>
                </mc:Choice>
                <mc:Fallback>
                  <p:oleObj name="Clip" r:id="rId3" imgW="1305000" imgH="1085760" progId="MS_ClipArt_Gallery.2">
                    <p:embed/>
                    <p:pic>
                      <p:nvPicPr>
                        <p:cNvPr id="191510" name="Object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76" y="881"/>
                          <a:ext cx="306" cy="2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1511" name="Text Box 23"/>
            <p:cNvSpPr txBox="1">
              <a:spLocks noChangeArrowheads="1"/>
            </p:cNvSpPr>
            <p:nvPr/>
          </p:nvSpPr>
          <p:spPr bwMode="auto">
            <a:xfrm>
              <a:off x="1534" y="887"/>
              <a:ext cx="522"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Host B</a:t>
              </a:r>
              <a:endParaRPr lang="en-US" altLang="en-US" sz="1000">
                <a:latin typeface="Times New Roman" panose="02020603050405020304" pitchFamily="18" charset="0"/>
              </a:endParaRPr>
            </a:p>
          </p:txBody>
        </p:sp>
        <p:sp>
          <p:nvSpPr>
            <p:cNvPr id="191512" name="Text Box 24"/>
            <p:cNvSpPr txBox="1">
              <a:spLocks noChangeArrowheads="1"/>
            </p:cNvSpPr>
            <p:nvPr/>
          </p:nvSpPr>
          <p:spPr bwMode="auto">
            <a:xfrm>
              <a:off x="946" y="1934"/>
              <a:ext cx="244"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a:solidFill>
                    <a:srgbClr val="FF0000"/>
                  </a:solidFill>
                  <a:latin typeface="Arial" panose="020B0604020202020204" pitchFamily="34" charset="0"/>
                </a:rPr>
                <a:t>X</a:t>
              </a:r>
              <a:endParaRPr lang="en-US" altLang="en-US" sz="1000" dirty="0">
                <a:latin typeface="Times New Roman" panose="02020603050405020304" pitchFamily="18" charset="0"/>
              </a:endParaRPr>
            </a:p>
          </p:txBody>
        </p:sp>
        <p:sp>
          <p:nvSpPr>
            <p:cNvPr id="191513" name="Line 25"/>
            <p:cNvSpPr>
              <a:spLocks noChangeShapeType="1"/>
            </p:cNvSpPr>
            <p:nvPr/>
          </p:nvSpPr>
          <p:spPr bwMode="auto">
            <a:xfrm>
              <a:off x="576" y="2472"/>
              <a:ext cx="1596" cy="372"/>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91514" name="Text Box 26"/>
            <p:cNvSpPr txBox="1">
              <a:spLocks noChangeArrowheads="1"/>
            </p:cNvSpPr>
            <p:nvPr/>
          </p:nvSpPr>
          <p:spPr bwMode="auto">
            <a:xfrm rot="706751">
              <a:off x="737" y="2436"/>
              <a:ext cx="1228"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Arial" panose="020B0604020202020204" pitchFamily="34" charset="0"/>
                </a:rPr>
                <a:t>seq#=92, 8 bytes data</a:t>
              </a:r>
              <a:endParaRPr lang="en-US" altLang="en-US" sz="1000" dirty="0">
                <a:latin typeface="Times New Roman" panose="02020603050405020304" pitchFamily="18" charset="0"/>
              </a:endParaRPr>
            </a:p>
          </p:txBody>
        </p:sp>
        <p:sp>
          <p:nvSpPr>
            <p:cNvPr id="191515" name="Line 27"/>
            <p:cNvSpPr>
              <a:spLocks noChangeShapeType="1"/>
            </p:cNvSpPr>
            <p:nvPr/>
          </p:nvSpPr>
          <p:spPr bwMode="auto">
            <a:xfrm>
              <a:off x="570" y="1158"/>
              <a:ext cx="6" cy="268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91516" name="Line 28"/>
            <p:cNvSpPr>
              <a:spLocks noChangeShapeType="1"/>
            </p:cNvSpPr>
            <p:nvPr/>
          </p:nvSpPr>
          <p:spPr bwMode="auto">
            <a:xfrm>
              <a:off x="2168" y="1158"/>
              <a:ext cx="6" cy="268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91517" name="Line 29"/>
            <p:cNvSpPr>
              <a:spLocks noChangeShapeType="1"/>
            </p:cNvSpPr>
            <p:nvPr/>
          </p:nvSpPr>
          <p:spPr bwMode="auto">
            <a:xfrm flipH="1">
              <a:off x="582" y="2964"/>
              <a:ext cx="1572" cy="474"/>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91518" name="Text Box 30"/>
            <p:cNvSpPr txBox="1">
              <a:spLocks noChangeArrowheads="1"/>
            </p:cNvSpPr>
            <p:nvPr/>
          </p:nvSpPr>
          <p:spPr bwMode="auto">
            <a:xfrm rot="20673133">
              <a:off x="1090" y="3000"/>
              <a:ext cx="729" cy="1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1400" dirty="0">
                  <a:latin typeface="Arial" panose="020B0604020202020204" pitchFamily="34" charset="0"/>
                </a:rPr>
                <a:t>ack#=100</a:t>
              </a:r>
              <a:endParaRPr lang="en-US" altLang="en-US" sz="1000" dirty="0">
                <a:latin typeface="Times New Roman" panose="02020603050405020304" pitchFamily="18" charset="0"/>
              </a:endParaRPr>
            </a:p>
          </p:txBody>
        </p:sp>
      </p:grpSp>
      <p:grpSp>
        <p:nvGrpSpPr>
          <p:cNvPr id="10" name="Group 9">
            <a:extLst>
              <a:ext uri="{FF2B5EF4-FFF2-40B4-BE49-F238E27FC236}">
                <a16:creationId xmlns:a16="http://schemas.microsoft.com/office/drawing/2014/main" id="{1D54C6F3-1204-AF6D-A862-301E588DE216}"/>
              </a:ext>
            </a:extLst>
          </p:cNvPr>
          <p:cNvGrpSpPr/>
          <p:nvPr/>
        </p:nvGrpSpPr>
        <p:grpSpPr>
          <a:xfrm>
            <a:off x="2942772" y="1859276"/>
            <a:ext cx="535412" cy="1883020"/>
            <a:chOff x="4884313" y="4667969"/>
            <a:chExt cx="535412" cy="1883020"/>
          </a:xfrm>
        </p:grpSpPr>
        <p:sp>
          <p:nvSpPr>
            <p:cNvPr id="11" name="Line 12">
              <a:extLst>
                <a:ext uri="{FF2B5EF4-FFF2-40B4-BE49-F238E27FC236}">
                  <a16:creationId xmlns:a16="http://schemas.microsoft.com/office/drawing/2014/main" id="{A4B9A0D4-88D7-53A6-69A3-72558BD35243}"/>
                </a:ext>
              </a:extLst>
            </p:cNvPr>
            <p:cNvSpPr>
              <a:spLocks noChangeShapeType="1"/>
            </p:cNvSpPr>
            <p:nvPr/>
          </p:nvSpPr>
          <p:spPr bwMode="auto">
            <a:xfrm flipH="1">
              <a:off x="5319712" y="4699812"/>
              <a:ext cx="0" cy="183295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3" name="Line 23">
              <a:extLst>
                <a:ext uri="{FF2B5EF4-FFF2-40B4-BE49-F238E27FC236}">
                  <a16:creationId xmlns:a16="http://schemas.microsoft.com/office/drawing/2014/main" id="{926955D6-CE68-2E2F-AAE7-9B68692D70E8}"/>
                </a:ext>
              </a:extLst>
            </p:cNvPr>
            <p:cNvSpPr>
              <a:spLocks noChangeShapeType="1"/>
            </p:cNvSpPr>
            <p:nvPr/>
          </p:nvSpPr>
          <p:spPr bwMode="auto">
            <a:xfrm>
              <a:off x="5208771" y="4667969"/>
              <a:ext cx="1905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4" name="Line 24">
              <a:extLst>
                <a:ext uri="{FF2B5EF4-FFF2-40B4-BE49-F238E27FC236}">
                  <a16:creationId xmlns:a16="http://schemas.microsoft.com/office/drawing/2014/main" id="{6A0D813E-B25E-C92C-1779-6AB29E165BCE}"/>
                </a:ext>
              </a:extLst>
            </p:cNvPr>
            <p:cNvSpPr>
              <a:spLocks noChangeShapeType="1"/>
            </p:cNvSpPr>
            <p:nvPr/>
          </p:nvSpPr>
          <p:spPr bwMode="auto">
            <a:xfrm>
              <a:off x="5229225" y="6550989"/>
              <a:ext cx="1905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5" name="Text Box 25">
              <a:extLst>
                <a:ext uri="{FF2B5EF4-FFF2-40B4-BE49-F238E27FC236}">
                  <a16:creationId xmlns:a16="http://schemas.microsoft.com/office/drawing/2014/main" id="{89271E3C-D7D7-B9A3-D208-33E914DAE20A}"/>
                </a:ext>
              </a:extLst>
            </p:cNvPr>
            <p:cNvSpPr txBox="1">
              <a:spLocks noChangeArrowheads="1"/>
            </p:cNvSpPr>
            <p:nvPr/>
          </p:nvSpPr>
          <p:spPr bwMode="auto">
            <a:xfrm rot="16200000">
              <a:off x="4564161" y="5287209"/>
              <a:ext cx="1009635"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T</a:t>
              </a:r>
              <a:r>
                <a:rPr lang="en-US" altLang="en-US" sz="1800" dirty="0"/>
                <a:t>imeout</a:t>
              </a:r>
            </a:p>
          </p:txBody>
        </p:sp>
      </p:grpSp>
    </p:spTree>
    <p:extLst>
      <p:ext uri="{BB962C8B-B14F-4D97-AF65-F5344CB8AC3E}">
        <p14:creationId xmlns:p14="http://schemas.microsoft.com/office/powerpoint/2010/main" val="16244504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5" name="Rectangle 7"/>
          <p:cNvSpPr>
            <a:spLocks noGrp="1" noChangeArrowheads="1"/>
          </p:cNvSpPr>
          <p:nvPr>
            <p:ph type="title"/>
          </p:nvPr>
        </p:nvSpPr>
        <p:spPr>
          <a:xfrm>
            <a:off x="106325" y="70056"/>
            <a:ext cx="8877337" cy="723900"/>
          </a:xfrm>
        </p:spPr>
        <p:txBody>
          <a:bodyPr/>
          <a:lstStyle/>
          <a:p>
            <a:r>
              <a:rPr lang="en-US" altLang="en-US" dirty="0"/>
              <a:t>TCP RDT – Timeout (cont.)</a:t>
            </a:r>
          </a:p>
        </p:txBody>
      </p:sp>
      <p:sp>
        <p:nvSpPr>
          <p:cNvPr id="66" name="Slide Number Placeholder 65"/>
          <p:cNvSpPr>
            <a:spLocks noGrp="1"/>
          </p:cNvSpPr>
          <p:nvPr>
            <p:ph type="sldNum" sz="quarter" idx="4"/>
          </p:nvPr>
        </p:nvSpPr>
        <p:spPr/>
        <p:txBody>
          <a:bodyPr/>
          <a:lstStyle/>
          <a:p>
            <a:fld id="{7154938D-D46E-4439-B80A-738BCC6BF0F1}" type="slidenum">
              <a:rPr lang="en-US" altLang="en-US"/>
              <a:pPr/>
              <a:t>34</a:t>
            </a:fld>
            <a:endParaRPr lang="en-US" altLang="en-US"/>
          </a:p>
        </p:txBody>
      </p:sp>
      <p:sp>
        <p:nvSpPr>
          <p:cNvPr id="191528" name="Rectangle 40"/>
          <p:cNvSpPr>
            <a:spLocks noChangeArrowheads="1"/>
          </p:cNvSpPr>
          <p:nvPr/>
        </p:nvSpPr>
        <p:spPr bwMode="auto">
          <a:xfrm>
            <a:off x="5470521" y="6016617"/>
            <a:ext cx="514350" cy="2476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91490" name="Line 2"/>
          <p:cNvSpPr>
            <a:spLocks noChangeShapeType="1"/>
          </p:cNvSpPr>
          <p:nvPr/>
        </p:nvSpPr>
        <p:spPr bwMode="auto">
          <a:xfrm flipH="1">
            <a:off x="3489029" y="2941293"/>
            <a:ext cx="2447925" cy="1377949"/>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91493" name="Line 5"/>
          <p:cNvSpPr>
            <a:spLocks noChangeShapeType="1"/>
          </p:cNvSpPr>
          <p:nvPr/>
        </p:nvSpPr>
        <p:spPr bwMode="auto">
          <a:xfrm flipH="1">
            <a:off x="3431880" y="2521780"/>
            <a:ext cx="2543175" cy="1381125"/>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91494" name="Rectangle 6"/>
          <p:cNvSpPr>
            <a:spLocks noChangeArrowheads="1"/>
          </p:cNvSpPr>
          <p:nvPr/>
        </p:nvSpPr>
        <p:spPr bwMode="auto">
          <a:xfrm rot="728579">
            <a:off x="3725568" y="3662502"/>
            <a:ext cx="1817687" cy="28416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91521" name="Line 33"/>
          <p:cNvSpPr>
            <a:spLocks noChangeShapeType="1"/>
          </p:cNvSpPr>
          <p:nvPr/>
        </p:nvSpPr>
        <p:spPr bwMode="auto">
          <a:xfrm>
            <a:off x="3450930" y="1857514"/>
            <a:ext cx="2533650" cy="590550"/>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aphicFrame>
        <p:nvGraphicFramePr>
          <p:cNvPr id="191522" name="Object 34"/>
          <p:cNvGraphicFramePr>
            <a:graphicFrameLocks noChangeAspect="1"/>
          </p:cNvGraphicFramePr>
          <p:nvPr>
            <p:extLst>
              <p:ext uri="{D42A27DB-BD31-4B8C-83A1-F6EECF244321}">
                <p14:modId xmlns:p14="http://schemas.microsoft.com/office/powerpoint/2010/main" val="2699266749"/>
              </p:ext>
            </p:extLst>
          </p:nvPr>
        </p:nvGraphicFramePr>
        <p:xfrm>
          <a:off x="3038180" y="1189177"/>
          <a:ext cx="485775" cy="385762"/>
        </p:xfrm>
        <a:graphic>
          <a:graphicData uri="http://schemas.openxmlformats.org/presentationml/2006/ole">
            <mc:AlternateContent xmlns:mc="http://schemas.openxmlformats.org/markup-compatibility/2006">
              <mc:Choice xmlns:v="urn:schemas-microsoft-com:vml" Requires="v">
                <p:oleObj name="Clip" r:id="rId3" imgW="1305000" imgH="1085760" progId="MS_ClipArt_Gallery.2">
                  <p:embed/>
                </p:oleObj>
              </mc:Choice>
              <mc:Fallback>
                <p:oleObj name="Clip" r:id="rId3" imgW="1305000" imgH="1085760" progId="MS_ClipArt_Gallery.2">
                  <p:embed/>
                  <p:pic>
                    <p:nvPicPr>
                      <p:cNvPr id="191522" name="Object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38180" y="1189177"/>
                        <a:ext cx="485775" cy="385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1523" name="Text Box 35"/>
          <p:cNvSpPr txBox="1">
            <a:spLocks noChangeArrowheads="1"/>
          </p:cNvSpPr>
          <p:nvPr/>
        </p:nvSpPr>
        <p:spPr bwMode="auto">
          <a:xfrm>
            <a:off x="3519193" y="1187848"/>
            <a:ext cx="849313"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Host A</a:t>
            </a:r>
            <a:endParaRPr lang="en-US" altLang="en-US" sz="1000" dirty="0">
              <a:latin typeface="Times New Roman" panose="02020603050405020304" pitchFamily="18" charset="0"/>
            </a:endParaRPr>
          </a:p>
        </p:txBody>
      </p:sp>
      <p:sp>
        <p:nvSpPr>
          <p:cNvPr id="191524" name="Text Box 36"/>
          <p:cNvSpPr txBox="1">
            <a:spLocks noChangeArrowheads="1"/>
          </p:cNvSpPr>
          <p:nvPr/>
        </p:nvSpPr>
        <p:spPr bwMode="auto">
          <a:xfrm rot="808459">
            <a:off x="3615979" y="2213811"/>
            <a:ext cx="2148345"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Arial" panose="020B0604020202020204" pitchFamily="34" charset="0"/>
              </a:rPr>
              <a:t>seq#=100, 20 bytes data</a:t>
            </a:r>
            <a:endParaRPr lang="en-US" altLang="en-US" sz="1000" dirty="0">
              <a:latin typeface="Times New Roman" panose="02020603050405020304" pitchFamily="18" charset="0"/>
            </a:endParaRPr>
          </a:p>
        </p:txBody>
      </p:sp>
      <p:sp>
        <p:nvSpPr>
          <p:cNvPr id="191525" name="Text Box 37"/>
          <p:cNvSpPr txBox="1">
            <a:spLocks noChangeArrowheads="1"/>
          </p:cNvSpPr>
          <p:nvPr/>
        </p:nvSpPr>
        <p:spPr bwMode="auto">
          <a:xfrm rot="19829916">
            <a:off x="4315686" y="2812134"/>
            <a:ext cx="965329"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Arial" panose="020B0604020202020204" pitchFamily="34" charset="0"/>
              </a:rPr>
              <a:t>ack#=100</a:t>
            </a:r>
            <a:endParaRPr lang="en-US" altLang="en-US" sz="1000" dirty="0">
              <a:latin typeface="Times New Roman" panose="02020603050405020304" pitchFamily="18" charset="0"/>
            </a:endParaRPr>
          </a:p>
        </p:txBody>
      </p:sp>
      <p:graphicFrame>
        <p:nvGraphicFramePr>
          <p:cNvPr id="191531" name="Object 43"/>
          <p:cNvGraphicFramePr>
            <a:graphicFrameLocks noChangeAspect="1"/>
          </p:cNvGraphicFramePr>
          <p:nvPr>
            <p:extLst>
              <p:ext uri="{D42A27DB-BD31-4B8C-83A1-F6EECF244321}">
                <p14:modId xmlns:p14="http://schemas.microsoft.com/office/powerpoint/2010/main" val="2134297875"/>
              </p:ext>
            </p:extLst>
          </p:nvPr>
        </p:nvGraphicFramePr>
        <p:xfrm>
          <a:off x="5741692" y="1187001"/>
          <a:ext cx="485775" cy="385762"/>
        </p:xfrm>
        <a:graphic>
          <a:graphicData uri="http://schemas.openxmlformats.org/presentationml/2006/ole">
            <mc:AlternateContent xmlns:mc="http://schemas.openxmlformats.org/markup-compatibility/2006">
              <mc:Choice xmlns:v="urn:schemas-microsoft-com:vml" Requires="v">
                <p:oleObj name="Clip" r:id="rId5" imgW="1305000" imgH="1085760" progId="MS_ClipArt_Gallery.2">
                  <p:embed/>
                </p:oleObj>
              </mc:Choice>
              <mc:Fallback>
                <p:oleObj name="Clip" r:id="rId5" imgW="1305000" imgH="1085760" progId="MS_ClipArt_Gallery.2">
                  <p:embed/>
                  <p:pic>
                    <p:nvPicPr>
                      <p:cNvPr id="191531" name="Object 4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41692" y="1187001"/>
                        <a:ext cx="485775" cy="385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1532" name="Text Box 44"/>
          <p:cNvSpPr txBox="1">
            <a:spLocks noChangeArrowheads="1"/>
          </p:cNvSpPr>
          <p:nvPr/>
        </p:nvSpPr>
        <p:spPr bwMode="auto">
          <a:xfrm>
            <a:off x="4875720" y="1187848"/>
            <a:ext cx="828675"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Host B</a:t>
            </a:r>
            <a:endParaRPr lang="en-US" altLang="en-US" sz="1000" dirty="0">
              <a:latin typeface="Times New Roman" panose="02020603050405020304" pitchFamily="18" charset="0"/>
            </a:endParaRPr>
          </a:p>
        </p:txBody>
      </p:sp>
      <p:sp>
        <p:nvSpPr>
          <p:cNvPr id="191533" name="Line 45"/>
          <p:cNvSpPr>
            <a:spLocks noChangeShapeType="1"/>
          </p:cNvSpPr>
          <p:nvPr/>
        </p:nvSpPr>
        <p:spPr bwMode="auto">
          <a:xfrm>
            <a:off x="3450930" y="3724414"/>
            <a:ext cx="2533650" cy="590550"/>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91534" name="Text Box 46"/>
          <p:cNvSpPr txBox="1">
            <a:spLocks noChangeArrowheads="1"/>
          </p:cNvSpPr>
          <p:nvPr/>
        </p:nvSpPr>
        <p:spPr bwMode="auto">
          <a:xfrm rot="706751">
            <a:off x="3676294" y="3638789"/>
            <a:ext cx="1949573"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Arial" panose="020B0604020202020204" pitchFamily="34" charset="0"/>
              </a:rPr>
              <a:t>seq#=92, 8 bytes data</a:t>
            </a:r>
            <a:endParaRPr lang="en-US" altLang="en-US" sz="1000" dirty="0">
              <a:latin typeface="Times New Roman" panose="02020603050405020304" pitchFamily="18" charset="0"/>
            </a:endParaRPr>
          </a:p>
        </p:txBody>
      </p:sp>
      <p:sp>
        <p:nvSpPr>
          <p:cNvPr id="191535" name="Line 47"/>
          <p:cNvSpPr>
            <a:spLocks noChangeShapeType="1"/>
          </p:cNvSpPr>
          <p:nvPr/>
        </p:nvSpPr>
        <p:spPr bwMode="auto">
          <a:xfrm>
            <a:off x="3441405" y="1752739"/>
            <a:ext cx="0" cy="40767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91537" name="Text Box 49"/>
          <p:cNvSpPr txBox="1">
            <a:spLocks noChangeArrowheads="1"/>
          </p:cNvSpPr>
          <p:nvPr/>
        </p:nvSpPr>
        <p:spPr bwMode="auto">
          <a:xfrm rot="19851716">
            <a:off x="4755855" y="2996196"/>
            <a:ext cx="966788"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dirty="0">
                <a:latin typeface="Arial" panose="020B0604020202020204" pitchFamily="34" charset="0"/>
              </a:rPr>
              <a:t>ack#=120</a:t>
            </a:r>
            <a:endParaRPr lang="en-US" altLang="en-US" sz="1000" dirty="0">
              <a:latin typeface="Times New Roman" panose="02020603050405020304" pitchFamily="18" charset="0"/>
            </a:endParaRPr>
          </a:p>
        </p:txBody>
      </p:sp>
      <p:sp>
        <p:nvSpPr>
          <p:cNvPr id="191540" name="Line 52"/>
          <p:cNvSpPr>
            <a:spLocks noChangeShapeType="1"/>
          </p:cNvSpPr>
          <p:nvPr/>
        </p:nvSpPr>
        <p:spPr bwMode="auto">
          <a:xfrm>
            <a:off x="3438230" y="2209939"/>
            <a:ext cx="2508250" cy="628650"/>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91541" name="Text Box 53"/>
          <p:cNvSpPr txBox="1">
            <a:spLocks noChangeArrowheads="1"/>
          </p:cNvSpPr>
          <p:nvPr/>
        </p:nvSpPr>
        <p:spPr bwMode="auto">
          <a:xfrm rot="706751">
            <a:off x="3758582" y="1836552"/>
            <a:ext cx="1949573"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Arial" panose="020B0604020202020204" pitchFamily="34" charset="0"/>
              </a:rPr>
              <a:t>seq#=92, 8 bytes data</a:t>
            </a:r>
            <a:endParaRPr lang="en-US" altLang="en-US" sz="1000" dirty="0">
              <a:latin typeface="Times New Roman" panose="02020603050405020304" pitchFamily="18" charset="0"/>
            </a:endParaRPr>
          </a:p>
        </p:txBody>
      </p:sp>
      <p:sp>
        <p:nvSpPr>
          <p:cNvPr id="6" name="Line 47">
            <a:extLst>
              <a:ext uri="{FF2B5EF4-FFF2-40B4-BE49-F238E27FC236}">
                <a16:creationId xmlns:a16="http://schemas.microsoft.com/office/drawing/2014/main" id="{068A9D4D-28C7-BAF0-A6E5-7DB646E53C36}"/>
              </a:ext>
            </a:extLst>
          </p:cNvPr>
          <p:cNvSpPr>
            <a:spLocks noChangeShapeType="1"/>
          </p:cNvSpPr>
          <p:nvPr/>
        </p:nvSpPr>
        <p:spPr bwMode="auto">
          <a:xfrm>
            <a:off x="5985688" y="1752739"/>
            <a:ext cx="0" cy="40767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pSp>
        <p:nvGrpSpPr>
          <p:cNvPr id="15" name="Group 14">
            <a:extLst>
              <a:ext uri="{FF2B5EF4-FFF2-40B4-BE49-F238E27FC236}">
                <a16:creationId xmlns:a16="http://schemas.microsoft.com/office/drawing/2014/main" id="{FD354F31-0561-45FD-75D8-01891DCBEC55}"/>
              </a:ext>
            </a:extLst>
          </p:cNvPr>
          <p:cNvGrpSpPr/>
          <p:nvPr/>
        </p:nvGrpSpPr>
        <p:grpSpPr>
          <a:xfrm>
            <a:off x="2781267" y="1836248"/>
            <a:ext cx="535411" cy="1911266"/>
            <a:chOff x="4884314" y="4667969"/>
            <a:chExt cx="535411" cy="1911266"/>
          </a:xfrm>
        </p:grpSpPr>
        <p:sp>
          <p:nvSpPr>
            <p:cNvPr id="16" name="Line 12">
              <a:extLst>
                <a:ext uri="{FF2B5EF4-FFF2-40B4-BE49-F238E27FC236}">
                  <a16:creationId xmlns:a16="http://schemas.microsoft.com/office/drawing/2014/main" id="{775B778C-792D-BDE7-C42F-A0FAD69F83C1}"/>
                </a:ext>
              </a:extLst>
            </p:cNvPr>
            <p:cNvSpPr>
              <a:spLocks noChangeShapeType="1"/>
            </p:cNvSpPr>
            <p:nvPr/>
          </p:nvSpPr>
          <p:spPr bwMode="auto">
            <a:xfrm flipH="1">
              <a:off x="5319712" y="4699812"/>
              <a:ext cx="0" cy="183295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7" name="Line 23">
              <a:extLst>
                <a:ext uri="{FF2B5EF4-FFF2-40B4-BE49-F238E27FC236}">
                  <a16:creationId xmlns:a16="http://schemas.microsoft.com/office/drawing/2014/main" id="{5E84315E-5617-9249-1499-F2674ECB16D8}"/>
                </a:ext>
              </a:extLst>
            </p:cNvPr>
            <p:cNvSpPr>
              <a:spLocks noChangeShapeType="1"/>
            </p:cNvSpPr>
            <p:nvPr/>
          </p:nvSpPr>
          <p:spPr bwMode="auto">
            <a:xfrm>
              <a:off x="5208771" y="4667969"/>
              <a:ext cx="1905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8" name="Line 24">
              <a:extLst>
                <a:ext uri="{FF2B5EF4-FFF2-40B4-BE49-F238E27FC236}">
                  <a16:creationId xmlns:a16="http://schemas.microsoft.com/office/drawing/2014/main" id="{8D19607E-B4FF-6889-EA89-E94B78171C90}"/>
                </a:ext>
              </a:extLst>
            </p:cNvPr>
            <p:cNvSpPr>
              <a:spLocks noChangeShapeType="1"/>
            </p:cNvSpPr>
            <p:nvPr/>
          </p:nvSpPr>
          <p:spPr bwMode="auto">
            <a:xfrm>
              <a:off x="5229225" y="6550989"/>
              <a:ext cx="1905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9" name="Text Box 25">
              <a:extLst>
                <a:ext uri="{FF2B5EF4-FFF2-40B4-BE49-F238E27FC236}">
                  <a16:creationId xmlns:a16="http://schemas.microsoft.com/office/drawing/2014/main" id="{F67455AC-D4E5-A2D4-F0FE-8758CA75A496}"/>
                </a:ext>
              </a:extLst>
            </p:cNvPr>
            <p:cNvSpPr txBox="1">
              <a:spLocks noChangeArrowheads="1"/>
            </p:cNvSpPr>
            <p:nvPr/>
          </p:nvSpPr>
          <p:spPr bwMode="auto">
            <a:xfrm rot="16200000">
              <a:off x="4120643" y="5446233"/>
              <a:ext cx="1896673"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seq#=92 t</a:t>
              </a:r>
              <a:r>
                <a:rPr lang="en-US" altLang="en-US" sz="1800" dirty="0"/>
                <a:t>imeout</a:t>
              </a:r>
            </a:p>
          </p:txBody>
        </p:sp>
      </p:grpSp>
      <p:sp>
        <p:nvSpPr>
          <p:cNvPr id="2" name="Rectangle 1">
            <a:extLst>
              <a:ext uri="{FF2B5EF4-FFF2-40B4-BE49-F238E27FC236}">
                <a16:creationId xmlns:a16="http://schemas.microsoft.com/office/drawing/2014/main" id="{34EBD4F5-F61A-C030-E752-B2BC28C3D3A1}"/>
              </a:ext>
            </a:extLst>
          </p:cNvPr>
          <p:cNvSpPr/>
          <p:nvPr/>
        </p:nvSpPr>
        <p:spPr>
          <a:xfrm>
            <a:off x="1918612" y="5973580"/>
            <a:ext cx="4899787" cy="668052"/>
          </a:xfrm>
          <a:prstGeom prst="rect">
            <a:avLst/>
          </a:prstGeom>
        </p:spPr>
        <p:txBody>
          <a:bodyPr wrap="square">
            <a:spAutoFit/>
          </a:bodyPr>
          <a:lstStyle/>
          <a:p>
            <a:r>
              <a:rPr lang="en-NZ" dirty="0">
                <a:solidFill>
                  <a:srgbClr val="171717"/>
                </a:solidFill>
                <a:latin typeface="Calibri" panose="020F0502020204030204" pitchFamily="34" charset="0"/>
                <a:ea typeface="DengXian" panose="02010600030101010101" pitchFamily="2" charset="-122"/>
              </a:rPr>
              <a:t>Retransmission of one segment only.</a:t>
            </a:r>
          </a:p>
          <a:p>
            <a:r>
              <a:rPr lang="en-NZ" dirty="0">
                <a:solidFill>
                  <a:srgbClr val="171717"/>
                </a:solidFill>
                <a:latin typeface="Calibri" panose="020F0502020204030204" pitchFamily="34" charset="0"/>
                <a:ea typeface="DengXian" panose="02010600030101010101" pitchFamily="2" charset="-122"/>
              </a:rPr>
              <a:t>(different from Go-Back-N) </a:t>
            </a:r>
            <a:endParaRPr lang="en-NZ" dirty="0"/>
          </a:p>
        </p:txBody>
      </p:sp>
    </p:spTree>
    <p:extLst>
      <p:ext uri="{BB962C8B-B14F-4D97-AF65-F5344CB8AC3E}">
        <p14:creationId xmlns:p14="http://schemas.microsoft.com/office/powerpoint/2010/main" val="40732891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Some Refinement</a:t>
            </a:r>
          </a:p>
        </p:txBody>
      </p:sp>
      <p:sp>
        <p:nvSpPr>
          <p:cNvPr id="3" name="Slide Number Placeholder 2"/>
          <p:cNvSpPr>
            <a:spLocks noGrp="1"/>
          </p:cNvSpPr>
          <p:nvPr>
            <p:ph type="sldNum" sz="quarter" idx="12"/>
          </p:nvPr>
        </p:nvSpPr>
        <p:spPr/>
        <p:txBody>
          <a:bodyPr/>
          <a:lstStyle/>
          <a:p>
            <a:pPr>
              <a:defRPr/>
            </a:pPr>
            <a:fld id="{F077EB57-2F86-E04E-ACF4-B5B9117ACB7A}" type="slidenum">
              <a:rPr lang="en-US" smtClean="0"/>
              <a:pPr>
                <a:defRPr/>
              </a:pPr>
              <a:t>35</a:t>
            </a:fld>
            <a:endParaRPr lang="en-US" dirty="0"/>
          </a:p>
        </p:txBody>
      </p:sp>
      <p:sp>
        <p:nvSpPr>
          <p:cNvPr id="4" name="Rectangle 27"/>
          <p:cNvSpPr>
            <a:spLocks noChangeArrowheads="1"/>
          </p:cNvSpPr>
          <p:nvPr/>
        </p:nvSpPr>
        <p:spPr bwMode="auto">
          <a:xfrm>
            <a:off x="419100" y="1066800"/>
            <a:ext cx="8420100"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spcBef>
                <a:spcPct val="20000"/>
              </a:spcBef>
              <a:buClr>
                <a:schemeClr val="accent2"/>
              </a:buClr>
              <a:buSzPct val="85000"/>
              <a:buFont typeface="ZapfDingbats" pitchFamily="82" charset="2"/>
              <a:buChar char="r"/>
              <a:defRPr sz="2400">
                <a:solidFill>
                  <a:schemeClr val="tx1"/>
                </a:solidFill>
                <a:latin typeface="Comic Sans MS" panose="030F0702030302020204" pitchFamily="66" charset="0"/>
              </a:defRPr>
            </a:lvl1pPr>
            <a:lvl2pPr marL="742950" indent="-285750" algn="l">
              <a:spcBef>
                <a:spcPct val="20000"/>
              </a:spcBef>
              <a:buClr>
                <a:schemeClr val="accent2"/>
              </a:buClr>
              <a:buSzPct val="75000"/>
              <a:buFont typeface="ZapfDingbats" pitchFamily="82" charset="2"/>
              <a:buChar char="m"/>
              <a:defRPr sz="2000">
                <a:solidFill>
                  <a:schemeClr val="tx1"/>
                </a:solidFill>
                <a:latin typeface="Comic Sans MS" panose="030F0702030302020204" pitchFamily="66" charset="0"/>
              </a:defRPr>
            </a:lvl2pPr>
            <a:lvl3pPr marL="1143000" indent="-228600" algn="l">
              <a:spcBef>
                <a:spcPct val="20000"/>
              </a:spcBef>
              <a:buChar char="•"/>
              <a:defRPr>
                <a:solidFill>
                  <a:schemeClr val="tx1"/>
                </a:solidFill>
                <a:latin typeface="Comic Sans MS" panose="030F0702030302020204" pitchFamily="66" charset="0"/>
              </a:defRPr>
            </a:lvl3pPr>
            <a:lvl4pPr marL="1600200" indent="-228600" algn="l">
              <a:spcBef>
                <a:spcPct val="20000"/>
              </a:spcBef>
              <a:buChar char="–"/>
              <a:defRPr>
                <a:solidFill>
                  <a:schemeClr val="tx1"/>
                </a:solidFill>
                <a:latin typeface="Times New Roman" panose="02020603050405020304" pitchFamily="18" charset="0"/>
              </a:defRPr>
            </a:lvl4pPr>
            <a:lvl5pPr marL="2057400" indent="-228600" algn="l">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a:buFont typeface="ZapfDingbats" pitchFamily="82" charset="2"/>
              <a:buNone/>
            </a:pPr>
            <a:r>
              <a:rPr lang="en-US" altLang="en-US" u="sng" dirty="0">
                <a:solidFill>
                  <a:srgbClr val="FF0000"/>
                </a:solidFill>
                <a:latin typeface="Arial" panose="020B0604020202020204" pitchFamily="34" charset="0"/>
                <a:cs typeface="Arial" panose="020B0604020202020204" pitchFamily="34" charset="0"/>
              </a:rPr>
              <a:t>timeout:</a:t>
            </a:r>
          </a:p>
          <a:p>
            <a:r>
              <a:rPr lang="en-US" altLang="en-US" dirty="0">
                <a:latin typeface="Arial" panose="020B0604020202020204" pitchFamily="34" charset="0"/>
                <a:cs typeface="Arial" panose="020B0604020202020204" pitchFamily="34" charset="0"/>
              </a:rPr>
              <a:t>When timeout expires after </a:t>
            </a:r>
            <a:r>
              <a:rPr lang="en-US" altLang="en-US" dirty="0" err="1">
                <a:latin typeface="Courier New" panose="02070309020205020404" pitchFamily="49" charset="0"/>
                <a:cs typeface="Courier New" panose="02070309020205020404" pitchFamily="49" charset="0"/>
              </a:rPr>
              <a:t>TimoutInterval</a:t>
            </a:r>
            <a:r>
              <a:rPr lang="en-US" altLang="en-US" dirty="0">
                <a:latin typeface="Courier New" panose="02070309020205020404" pitchFamily="49" charset="0"/>
                <a:cs typeface="Courier New" panose="02070309020205020404" pitchFamily="49" charset="0"/>
              </a:rPr>
              <a:t>;</a:t>
            </a:r>
          </a:p>
          <a:p>
            <a:pPr lvl="1"/>
            <a:r>
              <a:rPr lang="en-US" altLang="en-US" sz="2400" dirty="0">
                <a:latin typeface="Arial" panose="020B0604020202020204" pitchFamily="34" charset="0"/>
                <a:cs typeface="Arial" panose="020B0604020202020204" pitchFamily="34" charset="0"/>
              </a:rPr>
              <a:t>Retransmits the </a:t>
            </a:r>
            <a:r>
              <a:rPr lang="en-US" altLang="en-US" sz="2400" dirty="0" err="1">
                <a:latin typeface="Arial" panose="020B0604020202020204" pitchFamily="34" charset="0"/>
                <a:cs typeface="Arial" panose="020B0604020202020204" pitchFamily="34" charset="0"/>
              </a:rPr>
              <a:t>unAck’d</a:t>
            </a:r>
            <a:r>
              <a:rPr lang="en-US" altLang="en-US" sz="2400" dirty="0">
                <a:latin typeface="Arial" panose="020B0604020202020204" pitchFamily="34" charset="0"/>
                <a:cs typeface="Arial" panose="020B0604020202020204" pitchFamily="34" charset="0"/>
              </a:rPr>
              <a:t> segment with smallest </a:t>
            </a:r>
            <a:r>
              <a:rPr lang="en-US" altLang="en-US" sz="2400" dirty="0" err="1">
                <a:latin typeface="Arial" panose="020B0604020202020204" pitchFamily="34" charset="0"/>
                <a:cs typeface="Arial" panose="020B0604020202020204" pitchFamily="34" charset="0"/>
              </a:rPr>
              <a:t>seq</a:t>
            </a:r>
            <a:r>
              <a:rPr lang="en-US" altLang="en-US" sz="2400" dirty="0">
                <a:latin typeface="Arial" panose="020B0604020202020204" pitchFamily="34" charset="0"/>
                <a:cs typeface="Arial" panose="020B0604020202020204" pitchFamily="34" charset="0"/>
              </a:rPr>
              <a:t>#; (</a:t>
            </a:r>
            <a:r>
              <a:rPr lang="en-US" altLang="en-US" sz="2400" i="1" dirty="0">
                <a:latin typeface="Arial" panose="020B0604020202020204" pitchFamily="34" charset="0"/>
                <a:cs typeface="Arial" panose="020B0604020202020204" pitchFamily="34" charset="0"/>
              </a:rPr>
              <a:t>not all of the </a:t>
            </a:r>
            <a:r>
              <a:rPr lang="en-US" altLang="en-US" sz="2400" i="1" dirty="0" err="1">
                <a:latin typeface="Arial" panose="020B0604020202020204" pitchFamily="34" charset="0"/>
                <a:cs typeface="Arial" panose="020B0604020202020204" pitchFamily="34" charset="0"/>
              </a:rPr>
              <a:t>unAck’d</a:t>
            </a:r>
            <a:r>
              <a:rPr lang="en-US" altLang="en-US" sz="2400" i="1" dirty="0">
                <a:latin typeface="Arial" panose="020B0604020202020204" pitchFamily="34" charset="0"/>
                <a:cs typeface="Arial" panose="020B0604020202020204" pitchFamily="34" charset="0"/>
              </a:rPr>
              <a:t> </a:t>
            </a:r>
            <a:r>
              <a:rPr lang="en-US" altLang="en-US" sz="2400" i="1" dirty="0" err="1">
                <a:latin typeface="Arial" panose="020B0604020202020204" pitchFamily="34" charset="0"/>
                <a:cs typeface="Arial" panose="020B0604020202020204" pitchFamily="34" charset="0"/>
              </a:rPr>
              <a:t>pkts</a:t>
            </a:r>
            <a:r>
              <a:rPr lang="en-US" altLang="en-US" sz="2400" i="1" dirty="0">
                <a:latin typeface="Arial" panose="020B0604020202020204" pitchFamily="34" charset="0"/>
                <a:cs typeface="Arial" panose="020B0604020202020204" pitchFamily="34" charset="0"/>
              </a:rPr>
              <a:t>, different from Go-Back-N</a:t>
            </a:r>
            <a:r>
              <a:rPr lang="en-US" altLang="en-US" sz="2400" dirty="0">
                <a:latin typeface="Arial" panose="020B0604020202020204" pitchFamily="34" charset="0"/>
                <a:cs typeface="Arial" panose="020B0604020202020204" pitchFamily="34" charset="0"/>
              </a:rPr>
              <a:t>) </a:t>
            </a:r>
          </a:p>
          <a:p>
            <a:pPr lvl="1"/>
            <a:r>
              <a:rPr lang="en-US" altLang="en-US" dirty="0">
                <a:latin typeface="Arial" panose="020B0604020202020204" pitchFamily="34" charset="0"/>
                <a:cs typeface="Arial" panose="020B0604020202020204" pitchFamily="34" charset="0"/>
              </a:rPr>
              <a:t>(new) </a:t>
            </a:r>
            <a:r>
              <a:rPr lang="en-US" altLang="en-US" dirty="0" err="1">
                <a:latin typeface="Courier New" panose="02070309020205020404" pitchFamily="49" charset="0"/>
                <a:cs typeface="Courier New" panose="02070309020205020404" pitchFamily="49" charset="0"/>
              </a:rPr>
              <a:t>TimoutInterval</a:t>
            </a:r>
            <a:r>
              <a:rPr lang="en-US" altLang="en-US" dirty="0">
                <a:latin typeface="Courier New" panose="02070309020205020404" pitchFamily="49" charset="0"/>
                <a:cs typeface="Courier New" panose="02070309020205020404" pitchFamily="49" charset="0"/>
              </a:rPr>
              <a:t> </a:t>
            </a:r>
            <a:r>
              <a:rPr lang="en-US" altLang="en-US" dirty="0">
                <a:latin typeface="Arial" panose="020B0604020202020204" pitchFamily="34" charset="0"/>
                <a:cs typeface="Arial" panose="020B0604020202020204" pitchFamily="34" charset="0"/>
              </a:rPr>
              <a:t>=2* (previous) </a:t>
            </a:r>
            <a:r>
              <a:rPr lang="en-US" altLang="en-US" dirty="0" err="1">
                <a:latin typeface="Courier New" panose="02070309020205020404" pitchFamily="49" charset="0"/>
                <a:cs typeface="Courier New" panose="02070309020205020404" pitchFamily="49" charset="0"/>
              </a:rPr>
              <a:t>TimeoutInterval</a:t>
            </a:r>
            <a:endParaRPr lang="en-US" altLang="en-US" dirty="0">
              <a:latin typeface="Courier New" panose="02070309020205020404" pitchFamily="49" charset="0"/>
              <a:cs typeface="Courier New" panose="02070309020205020404" pitchFamily="49" charset="0"/>
            </a:endParaRPr>
          </a:p>
          <a:p>
            <a:r>
              <a:rPr lang="en-US" altLang="en-US" dirty="0">
                <a:latin typeface="Arial" panose="020B0604020202020204" pitchFamily="34" charset="0"/>
                <a:cs typeface="Arial" panose="020B0604020202020204" pitchFamily="34" charset="0"/>
              </a:rPr>
              <a:t>Motivation: no packet was received for the last timeout period</a:t>
            </a:r>
          </a:p>
          <a:p>
            <a:pPr lvl="1"/>
            <a:r>
              <a:rPr lang="en-US" altLang="en-US" dirty="0">
                <a:latin typeface="Arial" panose="020B0604020202020204" pitchFamily="34" charset="0"/>
                <a:cs typeface="Arial" panose="020B0604020202020204" pitchFamily="34" charset="0"/>
              </a:rPr>
              <a:t>Could be a congestion</a:t>
            </a:r>
            <a:r>
              <a:rPr lang="en-US" altLang="en-US" i="1" dirty="0">
                <a:latin typeface="Arial" panose="020B0604020202020204" pitchFamily="34" charset="0"/>
                <a:cs typeface="Arial" panose="020B0604020202020204" pitchFamily="34" charset="0"/>
              </a:rPr>
              <a:t>… trying to slow down the sending process</a:t>
            </a:r>
            <a:r>
              <a:rPr lang="en-US" altLang="en-US" dirty="0">
                <a:latin typeface="Arial" panose="020B0604020202020204" pitchFamily="34" charset="0"/>
                <a:cs typeface="Arial" panose="020B0604020202020204" pitchFamily="34" charset="0"/>
              </a:rPr>
              <a:t>; </a:t>
            </a:r>
          </a:p>
          <a:p>
            <a:r>
              <a:rPr lang="en-US" altLang="en-US" dirty="0" err="1">
                <a:latin typeface="Courier New" panose="02070309020205020404" pitchFamily="49" charset="0"/>
                <a:cs typeface="Courier New" panose="02070309020205020404" pitchFamily="49" charset="0"/>
              </a:rPr>
              <a:t>TimoutInterval</a:t>
            </a:r>
            <a:r>
              <a:rPr lang="en-US" altLang="en-US" dirty="0">
                <a:latin typeface="Courier New" panose="02070309020205020404" pitchFamily="49" charset="0"/>
                <a:cs typeface="Courier New" panose="02070309020205020404" pitchFamily="49" charset="0"/>
              </a:rPr>
              <a:t> </a:t>
            </a:r>
            <a:r>
              <a:rPr lang="en-US" altLang="en-US" dirty="0">
                <a:latin typeface="Arial" panose="020B0604020202020204" pitchFamily="34" charset="0"/>
                <a:cs typeface="Arial" panose="020B0604020202020204" pitchFamily="34" charset="0"/>
              </a:rPr>
              <a:t>uses </a:t>
            </a:r>
            <a:r>
              <a:rPr lang="en-US" altLang="en-US" i="1" dirty="0">
                <a:latin typeface="Arial" panose="020B0604020202020204" pitchFamily="34" charset="0"/>
                <a:cs typeface="Arial" panose="020B0604020202020204" pitchFamily="34" charset="0"/>
              </a:rPr>
              <a:t>initial value (calculated based on most recent </a:t>
            </a:r>
            <a:r>
              <a:rPr lang="en-US" altLang="en-US" i="1" dirty="0" err="1">
                <a:latin typeface="Arial" panose="020B0604020202020204" pitchFamily="34" charset="0"/>
                <a:cs typeface="Arial" panose="020B0604020202020204" pitchFamily="34" charset="0"/>
              </a:rPr>
              <a:t>EstimatedRTT</a:t>
            </a:r>
            <a:r>
              <a:rPr lang="en-US" altLang="en-US" i="1" dirty="0">
                <a:latin typeface="Arial" panose="020B0604020202020204" pitchFamily="34" charset="0"/>
                <a:cs typeface="Arial" panose="020B0604020202020204" pitchFamily="34" charset="0"/>
              </a:rPr>
              <a:t> and </a:t>
            </a:r>
            <a:r>
              <a:rPr lang="en-US" altLang="en-US" i="1" dirty="0" err="1">
                <a:latin typeface="Arial" panose="020B0604020202020204" pitchFamily="34" charset="0"/>
                <a:cs typeface="Arial" panose="020B0604020202020204" pitchFamily="34" charset="0"/>
              </a:rPr>
              <a:t>DevRTT</a:t>
            </a:r>
            <a:r>
              <a:rPr lang="en-US" altLang="en-US" i="1" dirty="0">
                <a:latin typeface="Arial" panose="020B0604020202020204" pitchFamily="34" charset="0"/>
                <a:cs typeface="Arial" panose="020B0604020202020204" pitchFamily="34" charset="0"/>
              </a:rPr>
              <a:t>, to be discussed later) </a:t>
            </a:r>
            <a:r>
              <a:rPr lang="en-US" altLang="en-US" dirty="0">
                <a:latin typeface="Arial" panose="020B0604020202020204" pitchFamily="34" charset="0"/>
                <a:cs typeface="Arial" panose="020B0604020202020204" pitchFamily="34" charset="0"/>
              </a:rPr>
              <a:t>when timer is started in events “</a:t>
            </a:r>
            <a:r>
              <a:rPr lang="en-US" altLang="en-US" u="sng" dirty="0">
                <a:solidFill>
                  <a:srgbClr val="FF0000"/>
                </a:solidFill>
                <a:latin typeface="Arial" panose="020B0604020202020204" pitchFamily="34" charset="0"/>
                <a:cs typeface="Arial" panose="020B0604020202020204" pitchFamily="34" charset="0"/>
              </a:rPr>
              <a:t>data </a:t>
            </a:r>
            <a:r>
              <a:rPr lang="en-US" altLang="en-US" u="sng" dirty="0" err="1">
                <a:solidFill>
                  <a:srgbClr val="FF0000"/>
                </a:solidFill>
                <a:latin typeface="Arial" panose="020B0604020202020204" pitchFamily="34" charset="0"/>
                <a:cs typeface="Arial" panose="020B0604020202020204" pitchFamily="34" charset="0"/>
              </a:rPr>
              <a:t>rcvd</a:t>
            </a:r>
            <a:r>
              <a:rPr lang="en-US" altLang="en-US" u="sng" dirty="0">
                <a:solidFill>
                  <a:srgbClr val="FF0000"/>
                </a:solidFill>
                <a:latin typeface="Arial" panose="020B0604020202020204" pitchFamily="34" charset="0"/>
                <a:cs typeface="Arial" panose="020B0604020202020204" pitchFamily="34" charset="0"/>
              </a:rPr>
              <a:t> from app</a:t>
            </a:r>
            <a:r>
              <a:rPr lang="en-US" altLang="en-US" dirty="0">
                <a:latin typeface="Arial" panose="020B0604020202020204" pitchFamily="34" charset="0"/>
                <a:cs typeface="Arial" panose="020B0604020202020204" pitchFamily="34" charset="0"/>
              </a:rPr>
              <a:t>” or “</a:t>
            </a:r>
            <a:r>
              <a:rPr lang="en-US" altLang="en-US" u="sng" dirty="0">
                <a:solidFill>
                  <a:srgbClr val="FF0000"/>
                </a:solidFill>
                <a:latin typeface="Arial" panose="020B0604020202020204" pitchFamily="34" charset="0"/>
                <a:cs typeface="Arial" panose="020B0604020202020204" pitchFamily="34" charset="0"/>
              </a:rPr>
              <a:t>Ack </a:t>
            </a:r>
            <a:r>
              <a:rPr lang="en-US" altLang="en-US" u="sng" dirty="0" err="1">
                <a:solidFill>
                  <a:srgbClr val="FF0000"/>
                </a:solidFill>
                <a:latin typeface="Arial" panose="020B0604020202020204" pitchFamily="34" charset="0"/>
                <a:cs typeface="Arial" panose="020B0604020202020204" pitchFamily="34" charset="0"/>
              </a:rPr>
              <a:t>rcvd</a:t>
            </a:r>
            <a:r>
              <a:rPr lang="en-US" altLang="en-US" dirty="0">
                <a:latin typeface="Arial" panose="020B0604020202020204" pitchFamily="34" charset="0"/>
                <a:cs typeface="Arial" panose="020B0604020202020204" pitchFamily="34" charset="0"/>
              </a:rPr>
              <a:t>” is activated; </a:t>
            </a:r>
            <a:r>
              <a:rPr lang="en-US" altLang="en-US" dirty="0">
                <a:latin typeface="Courier New" panose="02070309020205020404" pitchFamily="49" charset="0"/>
                <a:cs typeface="Courier New" panose="02070309020205020404" pitchFamily="49" charset="0"/>
              </a:rPr>
              <a:t>  </a:t>
            </a:r>
            <a:endParaRPr lang="en-US" altLang="en-US" dirty="0">
              <a:latin typeface="Arial" panose="020B0604020202020204" pitchFamily="34" charset="0"/>
              <a:cs typeface="Arial" panose="020B0604020202020204" pitchFamily="34" charset="0"/>
            </a:endParaRPr>
          </a:p>
          <a:p>
            <a:pPr marL="457200" lvl="1" indent="0">
              <a:buNone/>
            </a:pPr>
            <a:endParaRPr lang="en-US" altLang="en-US" dirty="0">
              <a:latin typeface="Arial" panose="020B0604020202020204" pitchFamily="34" charset="0"/>
              <a:cs typeface="Arial" panose="020B0604020202020204" pitchFamily="34" charset="0"/>
            </a:endParaRPr>
          </a:p>
          <a:p>
            <a:pPr>
              <a:buFont typeface="ZapfDingbats" pitchFamily="82" charset="2"/>
              <a:buNone/>
            </a:pPr>
            <a:r>
              <a:rPr lang="en-US" altLang="en-US" dirty="0">
                <a:latin typeface="Arial" panose="020B0604020202020204" pitchFamily="34" charset="0"/>
                <a:cs typeface="Arial" panose="020B0604020202020204" pitchFamily="34" charset="0"/>
              </a:rPr>
              <a:t> </a:t>
            </a:r>
          </a:p>
        </p:txBody>
      </p:sp>
      <p:sp>
        <p:nvSpPr>
          <p:cNvPr id="5" name="Freeform 4"/>
          <p:cNvSpPr/>
          <p:nvPr/>
        </p:nvSpPr>
        <p:spPr>
          <a:xfrm>
            <a:off x="1066800" y="5943600"/>
            <a:ext cx="6142617" cy="731520"/>
          </a:xfrm>
          <a:custGeom>
            <a:avLst/>
            <a:gdLst>
              <a:gd name="connsiteX0" fmla="*/ 0 w 6142617"/>
              <a:gd name="connsiteY0" fmla="*/ 129092 h 731520"/>
              <a:gd name="connsiteX1" fmla="*/ 10758 w 6142617"/>
              <a:gd name="connsiteY1" fmla="*/ 193638 h 731520"/>
              <a:gd name="connsiteX2" fmla="*/ 64546 w 6142617"/>
              <a:gd name="connsiteY2" fmla="*/ 258184 h 731520"/>
              <a:gd name="connsiteX3" fmla="*/ 107577 w 6142617"/>
              <a:gd name="connsiteY3" fmla="*/ 290457 h 731520"/>
              <a:gd name="connsiteX4" fmla="*/ 161365 w 6142617"/>
              <a:gd name="connsiteY4" fmla="*/ 301214 h 731520"/>
              <a:gd name="connsiteX5" fmla="*/ 193638 w 6142617"/>
              <a:gd name="connsiteY5" fmla="*/ 311972 h 731520"/>
              <a:gd name="connsiteX6" fmla="*/ 268942 w 6142617"/>
              <a:gd name="connsiteY6" fmla="*/ 333487 h 731520"/>
              <a:gd name="connsiteX7" fmla="*/ 484094 w 6142617"/>
              <a:gd name="connsiteY7" fmla="*/ 322729 h 731520"/>
              <a:gd name="connsiteX8" fmla="*/ 537883 w 6142617"/>
              <a:gd name="connsiteY8" fmla="*/ 311972 h 731520"/>
              <a:gd name="connsiteX9" fmla="*/ 580913 w 6142617"/>
              <a:gd name="connsiteY9" fmla="*/ 279699 h 731520"/>
              <a:gd name="connsiteX10" fmla="*/ 613186 w 6142617"/>
              <a:gd name="connsiteY10" fmla="*/ 258184 h 731520"/>
              <a:gd name="connsiteX11" fmla="*/ 656217 w 6142617"/>
              <a:gd name="connsiteY11" fmla="*/ 172122 h 731520"/>
              <a:gd name="connsiteX12" fmla="*/ 699247 w 6142617"/>
              <a:gd name="connsiteY12" fmla="*/ 118334 h 731520"/>
              <a:gd name="connsiteX13" fmla="*/ 720763 w 6142617"/>
              <a:gd name="connsiteY13" fmla="*/ 139849 h 731520"/>
              <a:gd name="connsiteX14" fmla="*/ 785309 w 6142617"/>
              <a:gd name="connsiteY14" fmla="*/ 215153 h 731520"/>
              <a:gd name="connsiteX15" fmla="*/ 839097 w 6142617"/>
              <a:gd name="connsiteY15" fmla="*/ 247426 h 731520"/>
              <a:gd name="connsiteX16" fmla="*/ 903643 w 6142617"/>
              <a:gd name="connsiteY16" fmla="*/ 311972 h 731520"/>
              <a:gd name="connsiteX17" fmla="*/ 935916 w 6142617"/>
              <a:gd name="connsiteY17" fmla="*/ 333487 h 731520"/>
              <a:gd name="connsiteX18" fmla="*/ 978946 w 6142617"/>
              <a:gd name="connsiteY18" fmla="*/ 365760 h 731520"/>
              <a:gd name="connsiteX19" fmla="*/ 1021977 w 6142617"/>
              <a:gd name="connsiteY19" fmla="*/ 376518 h 731520"/>
              <a:gd name="connsiteX20" fmla="*/ 1054250 w 6142617"/>
              <a:gd name="connsiteY20" fmla="*/ 387275 h 731520"/>
              <a:gd name="connsiteX21" fmla="*/ 1129553 w 6142617"/>
              <a:gd name="connsiteY21" fmla="*/ 419548 h 731520"/>
              <a:gd name="connsiteX22" fmla="*/ 1151069 w 6142617"/>
              <a:gd name="connsiteY22" fmla="*/ 441064 h 731520"/>
              <a:gd name="connsiteX23" fmla="*/ 1204857 w 6142617"/>
              <a:gd name="connsiteY23" fmla="*/ 451821 h 731520"/>
              <a:gd name="connsiteX24" fmla="*/ 1247887 w 6142617"/>
              <a:gd name="connsiteY24" fmla="*/ 473337 h 731520"/>
              <a:gd name="connsiteX25" fmla="*/ 1355464 w 6142617"/>
              <a:gd name="connsiteY25" fmla="*/ 494852 h 731520"/>
              <a:gd name="connsiteX26" fmla="*/ 1398494 w 6142617"/>
              <a:gd name="connsiteY26" fmla="*/ 505609 h 731520"/>
              <a:gd name="connsiteX27" fmla="*/ 1441525 w 6142617"/>
              <a:gd name="connsiteY27" fmla="*/ 527125 h 731520"/>
              <a:gd name="connsiteX28" fmla="*/ 1871831 w 6142617"/>
              <a:gd name="connsiteY28" fmla="*/ 527125 h 731520"/>
              <a:gd name="connsiteX29" fmla="*/ 1925619 w 6142617"/>
              <a:gd name="connsiteY29" fmla="*/ 516367 h 731520"/>
              <a:gd name="connsiteX30" fmla="*/ 1957892 w 6142617"/>
              <a:gd name="connsiteY30" fmla="*/ 505609 h 731520"/>
              <a:gd name="connsiteX31" fmla="*/ 2022438 w 6142617"/>
              <a:gd name="connsiteY31" fmla="*/ 494852 h 731520"/>
              <a:gd name="connsiteX32" fmla="*/ 2054711 w 6142617"/>
              <a:gd name="connsiteY32" fmla="*/ 473337 h 731520"/>
              <a:gd name="connsiteX33" fmla="*/ 2130014 w 6142617"/>
              <a:gd name="connsiteY33" fmla="*/ 451821 h 731520"/>
              <a:gd name="connsiteX34" fmla="*/ 2183803 w 6142617"/>
              <a:gd name="connsiteY34" fmla="*/ 408791 h 731520"/>
              <a:gd name="connsiteX35" fmla="*/ 2237591 w 6142617"/>
              <a:gd name="connsiteY35" fmla="*/ 365760 h 731520"/>
              <a:gd name="connsiteX36" fmla="*/ 2269864 w 6142617"/>
              <a:gd name="connsiteY36" fmla="*/ 355002 h 731520"/>
              <a:gd name="connsiteX37" fmla="*/ 2334410 w 6142617"/>
              <a:gd name="connsiteY37" fmla="*/ 301214 h 731520"/>
              <a:gd name="connsiteX38" fmla="*/ 2366683 w 6142617"/>
              <a:gd name="connsiteY38" fmla="*/ 290457 h 731520"/>
              <a:gd name="connsiteX39" fmla="*/ 2431229 w 6142617"/>
              <a:gd name="connsiteY39" fmla="*/ 225911 h 731520"/>
              <a:gd name="connsiteX40" fmla="*/ 2441986 w 6142617"/>
              <a:gd name="connsiteY40" fmla="*/ 193638 h 731520"/>
              <a:gd name="connsiteX41" fmla="*/ 2463502 w 6142617"/>
              <a:gd name="connsiteY41" fmla="*/ 172122 h 731520"/>
              <a:gd name="connsiteX42" fmla="*/ 2495774 w 6142617"/>
              <a:gd name="connsiteY42" fmla="*/ 129092 h 731520"/>
              <a:gd name="connsiteX43" fmla="*/ 2506532 w 6142617"/>
              <a:gd name="connsiteY43" fmla="*/ 86061 h 731520"/>
              <a:gd name="connsiteX44" fmla="*/ 2549563 w 6142617"/>
              <a:gd name="connsiteY44" fmla="*/ 129092 h 731520"/>
              <a:gd name="connsiteX45" fmla="*/ 2624866 w 6142617"/>
              <a:gd name="connsiteY45" fmla="*/ 236668 h 731520"/>
              <a:gd name="connsiteX46" fmla="*/ 2635624 w 6142617"/>
              <a:gd name="connsiteY46" fmla="*/ 268941 h 731520"/>
              <a:gd name="connsiteX47" fmla="*/ 2710927 w 6142617"/>
              <a:gd name="connsiteY47" fmla="*/ 333487 h 731520"/>
              <a:gd name="connsiteX48" fmla="*/ 2721685 w 6142617"/>
              <a:gd name="connsiteY48" fmla="*/ 365760 h 731520"/>
              <a:gd name="connsiteX49" fmla="*/ 2786231 w 6142617"/>
              <a:gd name="connsiteY49" fmla="*/ 419548 h 731520"/>
              <a:gd name="connsiteX50" fmla="*/ 2840019 w 6142617"/>
              <a:gd name="connsiteY50" fmla="*/ 473337 h 731520"/>
              <a:gd name="connsiteX51" fmla="*/ 2969111 w 6142617"/>
              <a:gd name="connsiteY51" fmla="*/ 516367 h 731520"/>
              <a:gd name="connsiteX52" fmla="*/ 3001384 w 6142617"/>
              <a:gd name="connsiteY52" fmla="*/ 537882 h 731520"/>
              <a:gd name="connsiteX53" fmla="*/ 3022899 w 6142617"/>
              <a:gd name="connsiteY53" fmla="*/ 559398 h 731520"/>
              <a:gd name="connsiteX54" fmla="*/ 3055172 w 6142617"/>
              <a:gd name="connsiteY54" fmla="*/ 570155 h 731520"/>
              <a:gd name="connsiteX55" fmla="*/ 3151991 w 6142617"/>
              <a:gd name="connsiteY55" fmla="*/ 613186 h 731520"/>
              <a:gd name="connsiteX56" fmla="*/ 3227294 w 6142617"/>
              <a:gd name="connsiteY56" fmla="*/ 634701 h 731520"/>
              <a:gd name="connsiteX57" fmla="*/ 3291840 w 6142617"/>
              <a:gd name="connsiteY57" fmla="*/ 645459 h 731520"/>
              <a:gd name="connsiteX58" fmla="*/ 3356386 w 6142617"/>
              <a:gd name="connsiteY58" fmla="*/ 666974 h 731520"/>
              <a:gd name="connsiteX59" fmla="*/ 3388659 w 6142617"/>
              <a:gd name="connsiteY59" fmla="*/ 677732 h 731520"/>
              <a:gd name="connsiteX60" fmla="*/ 3431690 w 6142617"/>
              <a:gd name="connsiteY60" fmla="*/ 688489 h 731520"/>
              <a:gd name="connsiteX61" fmla="*/ 3539266 w 6142617"/>
              <a:gd name="connsiteY61" fmla="*/ 699247 h 731520"/>
              <a:gd name="connsiteX62" fmla="*/ 3636085 w 6142617"/>
              <a:gd name="connsiteY62" fmla="*/ 720762 h 731520"/>
              <a:gd name="connsiteX63" fmla="*/ 3765177 w 6142617"/>
              <a:gd name="connsiteY63" fmla="*/ 731520 h 731520"/>
              <a:gd name="connsiteX64" fmla="*/ 4819426 w 6142617"/>
              <a:gd name="connsiteY64" fmla="*/ 720762 h 731520"/>
              <a:gd name="connsiteX65" fmla="*/ 4980791 w 6142617"/>
              <a:gd name="connsiteY65" fmla="*/ 688489 h 731520"/>
              <a:gd name="connsiteX66" fmla="*/ 5045337 w 6142617"/>
              <a:gd name="connsiteY66" fmla="*/ 677732 h 731520"/>
              <a:gd name="connsiteX67" fmla="*/ 5131398 w 6142617"/>
              <a:gd name="connsiteY67" fmla="*/ 666974 h 731520"/>
              <a:gd name="connsiteX68" fmla="*/ 5163671 w 6142617"/>
              <a:gd name="connsiteY68" fmla="*/ 656217 h 731520"/>
              <a:gd name="connsiteX69" fmla="*/ 5217459 w 6142617"/>
              <a:gd name="connsiteY69" fmla="*/ 634701 h 731520"/>
              <a:gd name="connsiteX70" fmla="*/ 5314278 w 6142617"/>
              <a:gd name="connsiteY70" fmla="*/ 613186 h 731520"/>
              <a:gd name="connsiteX71" fmla="*/ 5400339 w 6142617"/>
              <a:gd name="connsiteY71" fmla="*/ 580913 h 731520"/>
              <a:gd name="connsiteX72" fmla="*/ 5432612 w 6142617"/>
              <a:gd name="connsiteY72" fmla="*/ 570155 h 731520"/>
              <a:gd name="connsiteX73" fmla="*/ 5497158 w 6142617"/>
              <a:gd name="connsiteY73" fmla="*/ 559398 h 731520"/>
              <a:gd name="connsiteX74" fmla="*/ 5529431 w 6142617"/>
              <a:gd name="connsiteY74" fmla="*/ 548640 h 731520"/>
              <a:gd name="connsiteX75" fmla="*/ 5615492 w 6142617"/>
              <a:gd name="connsiteY75" fmla="*/ 505609 h 731520"/>
              <a:gd name="connsiteX76" fmla="*/ 5690796 w 6142617"/>
              <a:gd name="connsiteY76" fmla="*/ 473337 h 731520"/>
              <a:gd name="connsiteX77" fmla="*/ 5723069 w 6142617"/>
              <a:gd name="connsiteY77" fmla="*/ 462579 h 731520"/>
              <a:gd name="connsiteX78" fmla="*/ 5755342 w 6142617"/>
              <a:gd name="connsiteY78" fmla="*/ 441064 h 731520"/>
              <a:gd name="connsiteX79" fmla="*/ 5776857 w 6142617"/>
              <a:gd name="connsiteY79" fmla="*/ 419548 h 731520"/>
              <a:gd name="connsiteX80" fmla="*/ 5809130 w 6142617"/>
              <a:gd name="connsiteY80" fmla="*/ 408791 h 731520"/>
              <a:gd name="connsiteX81" fmla="*/ 5841403 w 6142617"/>
              <a:gd name="connsiteY81" fmla="*/ 387275 h 731520"/>
              <a:gd name="connsiteX82" fmla="*/ 5905949 w 6142617"/>
              <a:gd name="connsiteY82" fmla="*/ 333487 h 731520"/>
              <a:gd name="connsiteX83" fmla="*/ 5938222 w 6142617"/>
              <a:gd name="connsiteY83" fmla="*/ 322729 h 731520"/>
              <a:gd name="connsiteX84" fmla="*/ 5970494 w 6142617"/>
              <a:gd name="connsiteY84" fmla="*/ 290457 h 731520"/>
              <a:gd name="connsiteX85" fmla="*/ 6013525 w 6142617"/>
              <a:gd name="connsiteY85" fmla="*/ 236668 h 731520"/>
              <a:gd name="connsiteX86" fmla="*/ 6045798 w 6142617"/>
              <a:gd name="connsiteY86" fmla="*/ 215153 h 731520"/>
              <a:gd name="connsiteX87" fmla="*/ 6056556 w 6142617"/>
              <a:gd name="connsiteY87" fmla="*/ 182880 h 731520"/>
              <a:gd name="connsiteX88" fmla="*/ 6078071 w 6142617"/>
              <a:gd name="connsiteY88" fmla="*/ 150607 h 731520"/>
              <a:gd name="connsiteX89" fmla="*/ 6099586 w 6142617"/>
              <a:gd name="connsiteY89" fmla="*/ 86061 h 731520"/>
              <a:gd name="connsiteX90" fmla="*/ 6110344 w 6142617"/>
              <a:gd name="connsiteY90" fmla="*/ 53788 h 731520"/>
              <a:gd name="connsiteX91" fmla="*/ 6142617 w 6142617"/>
              <a:gd name="connsiteY91" fmla="*/ 0 h 731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6142617" h="731520">
                <a:moveTo>
                  <a:pt x="0" y="129092"/>
                </a:moveTo>
                <a:cubicBezTo>
                  <a:pt x="3586" y="150607"/>
                  <a:pt x="3860" y="172945"/>
                  <a:pt x="10758" y="193638"/>
                </a:cubicBezTo>
                <a:cubicBezTo>
                  <a:pt x="17398" y="213558"/>
                  <a:pt x="50564" y="246200"/>
                  <a:pt x="64546" y="258184"/>
                </a:cubicBezTo>
                <a:cubicBezTo>
                  <a:pt x="78159" y="269852"/>
                  <a:pt x="91193" y="283175"/>
                  <a:pt x="107577" y="290457"/>
                </a:cubicBezTo>
                <a:cubicBezTo>
                  <a:pt x="124286" y="297883"/>
                  <a:pt x="143627" y="296779"/>
                  <a:pt x="161365" y="301214"/>
                </a:cubicBezTo>
                <a:cubicBezTo>
                  <a:pt x="172366" y="303964"/>
                  <a:pt x="182735" y="308857"/>
                  <a:pt x="193638" y="311972"/>
                </a:cubicBezTo>
                <a:cubicBezTo>
                  <a:pt x="288194" y="338987"/>
                  <a:pt x="191562" y="307693"/>
                  <a:pt x="268942" y="333487"/>
                </a:cubicBezTo>
                <a:cubicBezTo>
                  <a:pt x="340659" y="329901"/>
                  <a:pt x="412516" y="328455"/>
                  <a:pt x="484094" y="322729"/>
                </a:cubicBezTo>
                <a:cubicBezTo>
                  <a:pt x="502320" y="321271"/>
                  <a:pt x="521174" y="319398"/>
                  <a:pt x="537883" y="311972"/>
                </a:cubicBezTo>
                <a:cubicBezTo>
                  <a:pt x="554267" y="304690"/>
                  <a:pt x="566323" y="290120"/>
                  <a:pt x="580913" y="279699"/>
                </a:cubicBezTo>
                <a:cubicBezTo>
                  <a:pt x="591434" y="272184"/>
                  <a:pt x="602428" y="265356"/>
                  <a:pt x="613186" y="258184"/>
                </a:cubicBezTo>
                <a:cubicBezTo>
                  <a:pt x="637909" y="184016"/>
                  <a:pt x="618666" y="209675"/>
                  <a:pt x="656217" y="172122"/>
                </a:cubicBezTo>
                <a:cubicBezTo>
                  <a:pt x="662934" y="151970"/>
                  <a:pt x="666807" y="118334"/>
                  <a:pt x="699247" y="118334"/>
                </a:cubicBezTo>
                <a:cubicBezTo>
                  <a:pt x="709390" y="118334"/>
                  <a:pt x="714427" y="131929"/>
                  <a:pt x="720763" y="139849"/>
                </a:cubicBezTo>
                <a:cubicBezTo>
                  <a:pt x="745671" y="170983"/>
                  <a:pt x="745466" y="191247"/>
                  <a:pt x="785309" y="215153"/>
                </a:cubicBezTo>
                <a:cubicBezTo>
                  <a:pt x="803238" y="225911"/>
                  <a:pt x="822914" y="234186"/>
                  <a:pt x="839097" y="247426"/>
                </a:cubicBezTo>
                <a:cubicBezTo>
                  <a:pt x="862646" y="266694"/>
                  <a:pt x="878326" y="295094"/>
                  <a:pt x="903643" y="311972"/>
                </a:cubicBezTo>
                <a:cubicBezTo>
                  <a:pt x="914401" y="319144"/>
                  <a:pt x="925395" y="325972"/>
                  <a:pt x="935916" y="333487"/>
                </a:cubicBezTo>
                <a:cubicBezTo>
                  <a:pt x="950506" y="343908"/>
                  <a:pt x="962910" y="357742"/>
                  <a:pt x="978946" y="365760"/>
                </a:cubicBezTo>
                <a:cubicBezTo>
                  <a:pt x="992170" y="372372"/>
                  <a:pt x="1007761" y="372456"/>
                  <a:pt x="1021977" y="376518"/>
                </a:cubicBezTo>
                <a:cubicBezTo>
                  <a:pt x="1032880" y="379633"/>
                  <a:pt x="1043492" y="383689"/>
                  <a:pt x="1054250" y="387275"/>
                </a:cubicBezTo>
                <a:cubicBezTo>
                  <a:pt x="1102835" y="435862"/>
                  <a:pt x="1040327" y="381309"/>
                  <a:pt x="1129553" y="419548"/>
                </a:cubicBezTo>
                <a:cubicBezTo>
                  <a:pt x="1138876" y="423543"/>
                  <a:pt x="1141746" y="437069"/>
                  <a:pt x="1151069" y="441064"/>
                </a:cubicBezTo>
                <a:cubicBezTo>
                  <a:pt x="1167875" y="448267"/>
                  <a:pt x="1186928" y="448235"/>
                  <a:pt x="1204857" y="451821"/>
                </a:cubicBezTo>
                <a:cubicBezTo>
                  <a:pt x="1219200" y="458993"/>
                  <a:pt x="1232872" y="467706"/>
                  <a:pt x="1247887" y="473337"/>
                </a:cubicBezTo>
                <a:cubicBezTo>
                  <a:pt x="1276436" y="484043"/>
                  <a:pt x="1328918" y="489543"/>
                  <a:pt x="1355464" y="494852"/>
                </a:cubicBezTo>
                <a:cubicBezTo>
                  <a:pt x="1369962" y="497751"/>
                  <a:pt x="1384151" y="502023"/>
                  <a:pt x="1398494" y="505609"/>
                </a:cubicBezTo>
                <a:cubicBezTo>
                  <a:pt x="1412838" y="512781"/>
                  <a:pt x="1425844" y="523765"/>
                  <a:pt x="1441525" y="527125"/>
                </a:cubicBezTo>
                <a:cubicBezTo>
                  <a:pt x="1557115" y="551894"/>
                  <a:pt x="1809037" y="529218"/>
                  <a:pt x="1871831" y="527125"/>
                </a:cubicBezTo>
                <a:cubicBezTo>
                  <a:pt x="1889760" y="523539"/>
                  <a:pt x="1907881" y="520802"/>
                  <a:pt x="1925619" y="516367"/>
                </a:cubicBezTo>
                <a:cubicBezTo>
                  <a:pt x="1936620" y="513617"/>
                  <a:pt x="1946822" y="508069"/>
                  <a:pt x="1957892" y="505609"/>
                </a:cubicBezTo>
                <a:cubicBezTo>
                  <a:pt x="1979185" y="500877"/>
                  <a:pt x="2000923" y="498438"/>
                  <a:pt x="2022438" y="494852"/>
                </a:cubicBezTo>
                <a:cubicBezTo>
                  <a:pt x="2033196" y="487680"/>
                  <a:pt x="2043147" y="479119"/>
                  <a:pt x="2054711" y="473337"/>
                </a:cubicBezTo>
                <a:cubicBezTo>
                  <a:pt x="2070144" y="465620"/>
                  <a:pt x="2116226" y="455268"/>
                  <a:pt x="2130014" y="451821"/>
                </a:cubicBezTo>
                <a:cubicBezTo>
                  <a:pt x="2181974" y="399864"/>
                  <a:pt x="2115937" y="463084"/>
                  <a:pt x="2183803" y="408791"/>
                </a:cubicBezTo>
                <a:cubicBezTo>
                  <a:pt x="2217159" y="382105"/>
                  <a:pt x="2193438" y="387837"/>
                  <a:pt x="2237591" y="365760"/>
                </a:cubicBezTo>
                <a:cubicBezTo>
                  <a:pt x="2247733" y="360689"/>
                  <a:pt x="2259722" y="360073"/>
                  <a:pt x="2269864" y="355002"/>
                </a:cubicBezTo>
                <a:cubicBezTo>
                  <a:pt x="2340263" y="319803"/>
                  <a:pt x="2263028" y="348801"/>
                  <a:pt x="2334410" y="301214"/>
                </a:cubicBezTo>
                <a:cubicBezTo>
                  <a:pt x="2343845" y="294924"/>
                  <a:pt x="2355925" y="294043"/>
                  <a:pt x="2366683" y="290457"/>
                </a:cubicBezTo>
                <a:cubicBezTo>
                  <a:pt x="2388198" y="268942"/>
                  <a:pt x="2421608" y="254777"/>
                  <a:pt x="2431229" y="225911"/>
                </a:cubicBezTo>
                <a:cubicBezTo>
                  <a:pt x="2434815" y="215153"/>
                  <a:pt x="2436152" y="203362"/>
                  <a:pt x="2441986" y="193638"/>
                </a:cubicBezTo>
                <a:cubicBezTo>
                  <a:pt x="2447204" y="184941"/>
                  <a:pt x="2457009" y="179914"/>
                  <a:pt x="2463502" y="172122"/>
                </a:cubicBezTo>
                <a:cubicBezTo>
                  <a:pt x="2474980" y="158348"/>
                  <a:pt x="2485017" y="143435"/>
                  <a:pt x="2495774" y="129092"/>
                </a:cubicBezTo>
                <a:cubicBezTo>
                  <a:pt x="2499360" y="114748"/>
                  <a:pt x="2491747" y="86061"/>
                  <a:pt x="2506532" y="86061"/>
                </a:cubicBezTo>
                <a:cubicBezTo>
                  <a:pt x="2526817" y="86061"/>
                  <a:pt x="2538311" y="112214"/>
                  <a:pt x="2549563" y="129092"/>
                </a:cubicBezTo>
                <a:cubicBezTo>
                  <a:pt x="2602538" y="208556"/>
                  <a:pt x="2577078" y="172952"/>
                  <a:pt x="2624866" y="236668"/>
                </a:cubicBezTo>
                <a:cubicBezTo>
                  <a:pt x="2628452" y="247426"/>
                  <a:pt x="2629334" y="259506"/>
                  <a:pt x="2635624" y="268941"/>
                </a:cubicBezTo>
                <a:cubicBezTo>
                  <a:pt x="2650607" y="291416"/>
                  <a:pt x="2691043" y="318574"/>
                  <a:pt x="2710927" y="333487"/>
                </a:cubicBezTo>
                <a:cubicBezTo>
                  <a:pt x="2714513" y="344245"/>
                  <a:pt x="2715395" y="356325"/>
                  <a:pt x="2721685" y="365760"/>
                </a:cubicBezTo>
                <a:cubicBezTo>
                  <a:pt x="2747594" y="404622"/>
                  <a:pt x="2754478" y="391763"/>
                  <a:pt x="2786231" y="419548"/>
                </a:cubicBezTo>
                <a:cubicBezTo>
                  <a:pt x="2805313" y="436245"/>
                  <a:pt x="2817610" y="461473"/>
                  <a:pt x="2840019" y="473337"/>
                </a:cubicBezTo>
                <a:cubicBezTo>
                  <a:pt x="2880106" y="494560"/>
                  <a:pt x="2931370" y="491207"/>
                  <a:pt x="2969111" y="516367"/>
                </a:cubicBezTo>
                <a:cubicBezTo>
                  <a:pt x="2979869" y="523539"/>
                  <a:pt x="2991288" y="529805"/>
                  <a:pt x="3001384" y="537882"/>
                </a:cubicBezTo>
                <a:cubicBezTo>
                  <a:pt x="3009304" y="544218"/>
                  <a:pt x="3014202" y="554180"/>
                  <a:pt x="3022899" y="559398"/>
                </a:cubicBezTo>
                <a:cubicBezTo>
                  <a:pt x="3032623" y="565232"/>
                  <a:pt x="3044414" y="566569"/>
                  <a:pt x="3055172" y="570155"/>
                </a:cubicBezTo>
                <a:cubicBezTo>
                  <a:pt x="3095821" y="610806"/>
                  <a:pt x="3065198" y="587148"/>
                  <a:pt x="3151991" y="613186"/>
                </a:cubicBezTo>
                <a:cubicBezTo>
                  <a:pt x="3193012" y="625492"/>
                  <a:pt x="3180145" y="625271"/>
                  <a:pt x="3227294" y="634701"/>
                </a:cubicBezTo>
                <a:cubicBezTo>
                  <a:pt x="3248683" y="638979"/>
                  <a:pt x="3270679" y="640169"/>
                  <a:pt x="3291840" y="645459"/>
                </a:cubicBezTo>
                <a:cubicBezTo>
                  <a:pt x="3313842" y="650959"/>
                  <a:pt x="3334871" y="659802"/>
                  <a:pt x="3356386" y="666974"/>
                </a:cubicBezTo>
                <a:cubicBezTo>
                  <a:pt x="3367144" y="670560"/>
                  <a:pt x="3377658" y="674982"/>
                  <a:pt x="3388659" y="677732"/>
                </a:cubicBezTo>
                <a:cubicBezTo>
                  <a:pt x="3403003" y="681318"/>
                  <a:pt x="3417054" y="686398"/>
                  <a:pt x="3431690" y="688489"/>
                </a:cubicBezTo>
                <a:cubicBezTo>
                  <a:pt x="3467365" y="693585"/>
                  <a:pt x="3503407" y="695661"/>
                  <a:pt x="3539266" y="699247"/>
                </a:cubicBezTo>
                <a:cubicBezTo>
                  <a:pt x="3571539" y="706419"/>
                  <a:pt x="3603357" y="716087"/>
                  <a:pt x="3636085" y="720762"/>
                </a:cubicBezTo>
                <a:cubicBezTo>
                  <a:pt x="3678831" y="726869"/>
                  <a:pt x="3721997" y="731520"/>
                  <a:pt x="3765177" y="731520"/>
                </a:cubicBezTo>
                <a:cubicBezTo>
                  <a:pt x="4116612" y="731520"/>
                  <a:pt x="4468010" y="724348"/>
                  <a:pt x="4819426" y="720762"/>
                </a:cubicBezTo>
                <a:cubicBezTo>
                  <a:pt x="4912850" y="683393"/>
                  <a:pt x="4842475" y="705778"/>
                  <a:pt x="4980791" y="688489"/>
                </a:cubicBezTo>
                <a:cubicBezTo>
                  <a:pt x="5002435" y="685784"/>
                  <a:pt x="5023744" y="680817"/>
                  <a:pt x="5045337" y="677732"/>
                </a:cubicBezTo>
                <a:cubicBezTo>
                  <a:pt x="5073957" y="673644"/>
                  <a:pt x="5102711" y="670560"/>
                  <a:pt x="5131398" y="666974"/>
                </a:cubicBezTo>
                <a:cubicBezTo>
                  <a:pt x="5142156" y="663388"/>
                  <a:pt x="5153053" y="660199"/>
                  <a:pt x="5163671" y="656217"/>
                </a:cubicBezTo>
                <a:cubicBezTo>
                  <a:pt x="5181752" y="649437"/>
                  <a:pt x="5199139" y="640808"/>
                  <a:pt x="5217459" y="634701"/>
                </a:cubicBezTo>
                <a:cubicBezTo>
                  <a:pt x="5250574" y="623663"/>
                  <a:pt x="5280192" y="621708"/>
                  <a:pt x="5314278" y="613186"/>
                </a:cubicBezTo>
                <a:cubicBezTo>
                  <a:pt x="5338692" y="607082"/>
                  <a:pt x="5380602" y="588314"/>
                  <a:pt x="5400339" y="580913"/>
                </a:cubicBezTo>
                <a:cubicBezTo>
                  <a:pt x="5410957" y="576931"/>
                  <a:pt x="5421542" y="572615"/>
                  <a:pt x="5432612" y="570155"/>
                </a:cubicBezTo>
                <a:cubicBezTo>
                  <a:pt x="5453905" y="565423"/>
                  <a:pt x="5475643" y="562984"/>
                  <a:pt x="5497158" y="559398"/>
                </a:cubicBezTo>
                <a:cubicBezTo>
                  <a:pt x="5507916" y="555812"/>
                  <a:pt x="5519108" y="553332"/>
                  <a:pt x="5529431" y="548640"/>
                </a:cubicBezTo>
                <a:cubicBezTo>
                  <a:pt x="5558629" y="535368"/>
                  <a:pt x="5585065" y="515751"/>
                  <a:pt x="5615492" y="505609"/>
                </a:cubicBezTo>
                <a:cubicBezTo>
                  <a:pt x="5691169" y="480385"/>
                  <a:pt x="5597756" y="513211"/>
                  <a:pt x="5690796" y="473337"/>
                </a:cubicBezTo>
                <a:cubicBezTo>
                  <a:pt x="5701219" y="468870"/>
                  <a:pt x="5712927" y="467650"/>
                  <a:pt x="5723069" y="462579"/>
                </a:cubicBezTo>
                <a:cubicBezTo>
                  <a:pt x="5734633" y="456797"/>
                  <a:pt x="5745246" y="449141"/>
                  <a:pt x="5755342" y="441064"/>
                </a:cubicBezTo>
                <a:cubicBezTo>
                  <a:pt x="5763262" y="434728"/>
                  <a:pt x="5768160" y="424766"/>
                  <a:pt x="5776857" y="419548"/>
                </a:cubicBezTo>
                <a:cubicBezTo>
                  <a:pt x="5786581" y="413714"/>
                  <a:pt x="5798372" y="412377"/>
                  <a:pt x="5809130" y="408791"/>
                </a:cubicBezTo>
                <a:cubicBezTo>
                  <a:pt x="5819888" y="401619"/>
                  <a:pt x="5831471" y="395552"/>
                  <a:pt x="5841403" y="387275"/>
                </a:cubicBezTo>
                <a:cubicBezTo>
                  <a:pt x="5877091" y="357535"/>
                  <a:pt x="5865885" y="353519"/>
                  <a:pt x="5905949" y="333487"/>
                </a:cubicBezTo>
                <a:cubicBezTo>
                  <a:pt x="5916091" y="328416"/>
                  <a:pt x="5927464" y="326315"/>
                  <a:pt x="5938222" y="322729"/>
                </a:cubicBezTo>
                <a:cubicBezTo>
                  <a:pt x="5948979" y="311972"/>
                  <a:pt x="5960755" y="302144"/>
                  <a:pt x="5970494" y="290457"/>
                </a:cubicBezTo>
                <a:cubicBezTo>
                  <a:pt x="5998447" y="256914"/>
                  <a:pt x="5982232" y="261703"/>
                  <a:pt x="6013525" y="236668"/>
                </a:cubicBezTo>
                <a:cubicBezTo>
                  <a:pt x="6023621" y="228591"/>
                  <a:pt x="6035040" y="222325"/>
                  <a:pt x="6045798" y="215153"/>
                </a:cubicBezTo>
                <a:cubicBezTo>
                  <a:pt x="6049384" y="204395"/>
                  <a:pt x="6051485" y="193022"/>
                  <a:pt x="6056556" y="182880"/>
                </a:cubicBezTo>
                <a:cubicBezTo>
                  <a:pt x="6062338" y="171316"/>
                  <a:pt x="6072820" y="162422"/>
                  <a:pt x="6078071" y="150607"/>
                </a:cubicBezTo>
                <a:cubicBezTo>
                  <a:pt x="6087282" y="129883"/>
                  <a:pt x="6092414" y="107576"/>
                  <a:pt x="6099586" y="86061"/>
                </a:cubicBezTo>
                <a:cubicBezTo>
                  <a:pt x="6103172" y="75303"/>
                  <a:pt x="6104054" y="63223"/>
                  <a:pt x="6110344" y="53788"/>
                </a:cubicBezTo>
                <a:cubicBezTo>
                  <a:pt x="6136307" y="14843"/>
                  <a:pt x="6126077" y="33079"/>
                  <a:pt x="6142617"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cxnSp>
        <p:nvCxnSpPr>
          <p:cNvPr id="7" name="Straight Arrow Connector 6"/>
          <p:cNvCxnSpPr/>
          <p:nvPr/>
        </p:nvCxnSpPr>
        <p:spPr>
          <a:xfrm>
            <a:off x="533400" y="6036516"/>
            <a:ext cx="8229600" cy="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22235456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3538F18F-1468-40CB-B1B7-D0D2281E8837}" type="slidenum">
              <a:rPr lang="en-US" altLang="en-US"/>
              <a:pPr/>
              <a:t>36</a:t>
            </a:fld>
            <a:endParaRPr lang="en-US" altLang="en-US"/>
          </a:p>
        </p:txBody>
      </p:sp>
      <p:sp>
        <p:nvSpPr>
          <p:cNvPr id="259074" name="Rectangle 2"/>
          <p:cNvSpPr>
            <a:spLocks noGrp="1" noChangeArrowheads="1"/>
          </p:cNvSpPr>
          <p:nvPr>
            <p:ph type="title"/>
          </p:nvPr>
        </p:nvSpPr>
        <p:spPr/>
        <p:txBody>
          <a:bodyPr/>
          <a:lstStyle/>
          <a:p>
            <a:r>
              <a:rPr lang="en-US" altLang="en-US"/>
              <a:t>Fast  Retransmit</a:t>
            </a:r>
          </a:p>
        </p:txBody>
      </p:sp>
      <p:sp>
        <p:nvSpPr>
          <p:cNvPr id="259076" name="Rectangle 4"/>
          <p:cNvSpPr>
            <a:spLocks noGrp="1" noChangeArrowheads="1"/>
          </p:cNvSpPr>
          <p:nvPr>
            <p:ph type="body" sz="half" idx="2"/>
          </p:nvPr>
        </p:nvSpPr>
        <p:spPr>
          <a:xfrm>
            <a:off x="601532" y="1066800"/>
            <a:ext cx="8085268" cy="4648200"/>
          </a:xfrm>
        </p:spPr>
        <p:txBody>
          <a:bodyPr/>
          <a:lstStyle/>
          <a:p>
            <a:r>
              <a:rPr lang="en-US" altLang="en-US" sz="2400" dirty="0"/>
              <a:t>If sender receives 3 duplicated ACKs for the same data, it supposes that segment after the </a:t>
            </a:r>
            <a:r>
              <a:rPr lang="en-US" altLang="en-US" sz="2400" dirty="0" err="1"/>
              <a:t>ACK’d</a:t>
            </a:r>
            <a:r>
              <a:rPr lang="en-US" altLang="en-US" sz="2400" dirty="0"/>
              <a:t> data was lost:</a:t>
            </a:r>
          </a:p>
          <a:p>
            <a:pPr lvl="1"/>
            <a:r>
              <a:rPr lang="en-US" altLang="en-US" sz="2000" u="sng" dirty="0">
                <a:solidFill>
                  <a:srgbClr val="FF0000"/>
                </a:solidFill>
              </a:rPr>
              <a:t>fast retransmit:</a:t>
            </a:r>
            <a:r>
              <a:rPr lang="en-US" altLang="en-US" sz="2000" dirty="0">
                <a:solidFill>
                  <a:srgbClr val="FF0000"/>
                </a:solidFill>
              </a:rPr>
              <a:t> </a:t>
            </a:r>
            <a:r>
              <a:rPr lang="en-US" altLang="en-US" sz="2000" dirty="0"/>
              <a:t>resend segment before timer expires</a:t>
            </a:r>
          </a:p>
          <a:p>
            <a:r>
              <a:rPr lang="en-US" altLang="en-US" sz="2400" dirty="0">
                <a:solidFill>
                  <a:srgbClr val="000000"/>
                </a:solidFill>
              </a:rPr>
              <a:t>Time-out period is often relatively long:</a:t>
            </a:r>
          </a:p>
          <a:p>
            <a:pPr lvl="1"/>
            <a:r>
              <a:rPr lang="en-US" altLang="en-US" sz="2000" dirty="0">
                <a:solidFill>
                  <a:srgbClr val="000000"/>
                </a:solidFill>
              </a:rPr>
              <a:t>long delay before resending lost packet</a:t>
            </a:r>
          </a:p>
          <a:p>
            <a:pPr lvl="0">
              <a:buClr>
                <a:srgbClr val="333399"/>
              </a:buClr>
            </a:pPr>
            <a:r>
              <a:rPr lang="en-US" altLang="en-US" sz="2400" dirty="0">
                <a:solidFill>
                  <a:srgbClr val="000000"/>
                </a:solidFill>
              </a:rPr>
              <a:t>Detect lost segments via duplicate ACKs.</a:t>
            </a:r>
          </a:p>
          <a:p>
            <a:pPr lvl="1"/>
            <a:r>
              <a:rPr lang="en-US" altLang="en-US" sz="2000" dirty="0">
                <a:solidFill>
                  <a:srgbClr val="000000"/>
                </a:solidFill>
              </a:rPr>
              <a:t>Sender often sends many segments back-to-back</a:t>
            </a:r>
          </a:p>
          <a:p>
            <a:pPr lvl="1"/>
            <a:r>
              <a:rPr lang="en-US" altLang="en-US" sz="2000" dirty="0">
                <a:solidFill>
                  <a:srgbClr val="000000"/>
                </a:solidFill>
              </a:rPr>
              <a:t>If segment is lost, there will likely be many duplicate ACKs.</a:t>
            </a:r>
          </a:p>
          <a:p>
            <a:endParaRPr lang="en-US" altLang="en-US" sz="2400" dirty="0"/>
          </a:p>
        </p:txBody>
      </p:sp>
    </p:spTree>
    <p:extLst>
      <p:ext uri="{BB962C8B-B14F-4D97-AF65-F5344CB8AC3E}">
        <p14:creationId xmlns:p14="http://schemas.microsoft.com/office/powerpoint/2010/main" val="5245801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521" y="870031"/>
            <a:ext cx="3015727" cy="723900"/>
          </a:xfrm>
        </p:spPr>
        <p:txBody>
          <a:bodyPr/>
          <a:lstStyle/>
          <a:p>
            <a:r>
              <a:rPr lang="en-NZ" sz="2000" dirty="0"/>
              <a:t>Without fast retransmit: </a:t>
            </a:r>
          </a:p>
        </p:txBody>
      </p:sp>
      <p:sp>
        <p:nvSpPr>
          <p:cNvPr id="3" name="Slide Number Placeholder 2"/>
          <p:cNvSpPr>
            <a:spLocks noGrp="1"/>
          </p:cNvSpPr>
          <p:nvPr>
            <p:ph type="sldNum" sz="quarter" idx="12"/>
          </p:nvPr>
        </p:nvSpPr>
        <p:spPr/>
        <p:txBody>
          <a:bodyPr/>
          <a:lstStyle/>
          <a:p>
            <a:pPr>
              <a:defRPr/>
            </a:pPr>
            <a:fld id="{F077EB57-2F86-E04E-ACF4-B5B9117ACB7A}" type="slidenum">
              <a:rPr lang="en-US" smtClean="0"/>
              <a:pPr>
                <a:defRPr/>
              </a:pPr>
              <a:t>37</a:t>
            </a:fld>
            <a:endParaRPr lang="en-US" dirty="0"/>
          </a:p>
        </p:txBody>
      </p:sp>
      <p:sp>
        <p:nvSpPr>
          <p:cNvPr id="5" name="Line 5"/>
          <p:cNvSpPr>
            <a:spLocks noChangeShapeType="1"/>
          </p:cNvSpPr>
          <p:nvPr/>
        </p:nvSpPr>
        <p:spPr bwMode="auto">
          <a:xfrm flipH="1">
            <a:off x="3170891" y="2850760"/>
            <a:ext cx="2540628" cy="1434685"/>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7" name="Line 33"/>
          <p:cNvSpPr>
            <a:spLocks noChangeShapeType="1"/>
          </p:cNvSpPr>
          <p:nvPr/>
        </p:nvSpPr>
        <p:spPr bwMode="auto">
          <a:xfrm>
            <a:off x="3197599" y="1976405"/>
            <a:ext cx="2349500" cy="538823"/>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aphicFrame>
        <p:nvGraphicFramePr>
          <p:cNvPr id="8" name="Object 34"/>
          <p:cNvGraphicFramePr>
            <a:graphicFrameLocks noChangeAspect="1"/>
          </p:cNvGraphicFramePr>
          <p:nvPr>
            <p:extLst>
              <p:ext uri="{D42A27DB-BD31-4B8C-83A1-F6EECF244321}">
                <p14:modId xmlns:p14="http://schemas.microsoft.com/office/powerpoint/2010/main" val="769047252"/>
              </p:ext>
            </p:extLst>
          </p:nvPr>
        </p:nvGraphicFramePr>
        <p:xfrm>
          <a:off x="2734758" y="188276"/>
          <a:ext cx="485775" cy="385762"/>
        </p:xfrm>
        <a:graphic>
          <a:graphicData uri="http://schemas.openxmlformats.org/presentationml/2006/ole">
            <mc:AlternateContent xmlns:mc="http://schemas.openxmlformats.org/markup-compatibility/2006">
              <mc:Choice xmlns:v="urn:schemas-microsoft-com:vml" Requires="v">
                <p:oleObj name="Clip" r:id="rId3" imgW="1305000" imgH="1085760" progId="MS_ClipArt_Gallery.2">
                  <p:embed/>
                </p:oleObj>
              </mc:Choice>
              <mc:Fallback>
                <p:oleObj name="Clip" r:id="rId3" imgW="1305000" imgH="1085760" progId="MS_ClipArt_Gallery.2">
                  <p:embed/>
                  <p:pic>
                    <p:nvPicPr>
                      <p:cNvPr id="8" name="Object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34758" y="188276"/>
                        <a:ext cx="485775" cy="385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Text Box 35"/>
          <p:cNvSpPr txBox="1">
            <a:spLocks noChangeArrowheads="1"/>
          </p:cNvSpPr>
          <p:nvPr/>
        </p:nvSpPr>
        <p:spPr bwMode="auto">
          <a:xfrm>
            <a:off x="3122183" y="322884"/>
            <a:ext cx="849313"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Host A</a:t>
            </a:r>
            <a:endParaRPr lang="en-US" altLang="en-US" sz="1000" dirty="0">
              <a:latin typeface="Times New Roman" panose="02020603050405020304" pitchFamily="18" charset="0"/>
            </a:endParaRPr>
          </a:p>
        </p:txBody>
      </p:sp>
      <p:sp>
        <p:nvSpPr>
          <p:cNvPr id="10" name="Text Box 36"/>
          <p:cNvSpPr txBox="1">
            <a:spLocks noChangeArrowheads="1"/>
          </p:cNvSpPr>
          <p:nvPr/>
        </p:nvSpPr>
        <p:spPr bwMode="auto">
          <a:xfrm rot="808459">
            <a:off x="3383337" y="2269171"/>
            <a:ext cx="2060575"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latin typeface="Arial" panose="020B0604020202020204" pitchFamily="34" charset="0"/>
              </a:rPr>
              <a:t>Seq=100, 20 bytes data</a:t>
            </a:r>
            <a:endParaRPr lang="en-US" altLang="en-US" sz="1000">
              <a:latin typeface="Times New Roman" panose="02020603050405020304" pitchFamily="18" charset="0"/>
            </a:endParaRPr>
          </a:p>
        </p:txBody>
      </p:sp>
      <p:sp>
        <p:nvSpPr>
          <p:cNvPr id="11" name="Text Box 37"/>
          <p:cNvSpPr txBox="1">
            <a:spLocks noChangeArrowheads="1"/>
          </p:cNvSpPr>
          <p:nvPr/>
        </p:nvSpPr>
        <p:spPr bwMode="auto">
          <a:xfrm rot="19829916">
            <a:off x="3406492" y="3607969"/>
            <a:ext cx="857927"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Arial" panose="020B0604020202020204" pitchFamily="34" charset="0"/>
              </a:rPr>
              <a:t>ACK=92</a:t>
            </a:r>
            <a:endParaRPr lang="en-US" altLang="en-US" sz="1000" dirty="0">
              <a:latin typeface="Times New Roman" panose="02020603050405020304" pitchFamily="18" charset="0"/>
            </a:endParaRPr>
          </a:p>
        </p:txBody>
      </p:sp>
      <p:grpSp>
        <p:nvGrpSpPr>
          <p:cNvPr id="12" name="Group 39"/>
          <p:cNvGrpSpPr>
            <a:grpSpLocks/>
          </p:cNvGrpSpPr>
          <p:nvPr/>
        </p:nvGrpSpPr>
        <p:grpSpPr bwMode="auto">
          <a:xfrm>
            <a:off x="2404958" y="5851855"/>
            <a:ext cx="658813" cy="366713"/>
            <a:chOff x="3304" y="3530"/>
            <a:chExt cx="415" cy="231"/>
          </a:xfrm>
        </p:grpSpPr>
        <p:sp>
          <p:nvSpPr>
            <p:cNvPr id="13" name="Rectangle 40"/>
            <p:cNvSpPr>
              <a:spLocks noChangeArrowheads="1"/>
            </p:cNvSpPr>
            <p:nvPr/>
          </p:nvSpPr>
          <p:spPr bwMode="auto">
            <a:xfrm>
              <a:off x="3342" y="3576"/>
              <a:ext cx="324" cy="15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4" name="Text Box 41"/>
            <p:cNvSpPr txBox="1">
              <a:spLocks noChangeArrowheads="1"/>
            </p:cNvSpPr>
            <p:nvPr/>
          </p:nvSpPr>
          <p:spPr bwMode="auto">
            <a:xfrm>
              <a:off x="3304" y="3530"/>
              <a:ext cx="415"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dirty="0">
                  <a:solidFill>
                    <a:srgbClr val="FF0000"/>
                  </a:solidFill>
                </a:rPr>
                <a:t>time</a:t>
              </a:r>
              <a:endParaRPr lang="en-US" altLang="en-US" sz="1000" dirty="0">
                <a:latin typeface="Times New Roman" panose="02020603050405020304" pitchFamily="18" charset="0"/>
              </a:endParaRPr>
            </a:p>
          </p:txBody>
        </p:sp>
      </p:grpSp>
      <p:graphicFrame>
        <p:nvGraphicFramePr>
          <p:cNvPr id="15" name="Object 43"/>
          <p:cNvGraphicFramePr>
            <a:graphicFrameLocks noChangeAspect="1"/>
          </p:cNvGraphicFramePr>
          <p:nvPr/>
        </p:nvGraphicFramePr>
        <p:xfrm>
          <a:off x="5482798" y="234676"/>
          <a:ext cx="485775" cy="385762"/>
        </p:xfrm>
        <a:graphic>
          <a:graphicData uri="http://schemas.openxmlformats.org/presentationml/2006/ole">
            <mc:AlternateContent xmlns:mc="http://schemas.openxmlformats.org/markup-compatibility/2006">
              <mc:Choice xmlns:v="urn:schemas-microsoft-com:vml" Requires="v">
                <p:oleObj name="Clip" r:id="rId5" imgW="1305000" imgH="1085760" progId="MS_ClipArt_Gallery.2">
                  <p:embed/>
                </p:oleObj>
              </mc:Choice>
              <mc:Fallback>
                <p:oleObj name="Clip" r:id="rId5" imgW="1305000" imgH="1085760" progId="MS_ClipArt_Gallery.2">
                  <p:embed/>
                  <p:pic>
                    <p:nvPicPr>
                      <p:cNvPr id="15" name="Object 4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2798" y="234676"/>
                        <a:ext cx="485775" cy="385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 name="Text Box 44"/>
          <p:cNvSpPr txBox="1">
            <a:spLocks noChangeArrowheads="1"/>
          </p:cNvSpPr>
          <p:nvPr/>
        </p:nvSpPr>
        <p:spPr bwMode="auto">
          <a:xfrm>
            <a:off x="4758898" y="244201"/>
            <a:ext cx="828675"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Host B</a:t>
            </a:r>
            <a:endParaRPr lang="en-US" altLang="en-US" sz="1000" dirty="0">
              <a:latin typeface="Times New Roman" panose="02020603050405020304" pitchFamily="18" charset="0"/>
            </a:endParaRPr>
          </a:p>
        </p:txBody>
      </p:sp>
      <p:sp>
        <p:nvSpPr>
          <p:cNvPr id="19" name="Line 47"/>
          <p:cNvSpPr>
            <a:spLocks noChangeShapeType="1"/>
          </p:cNvSpPr>
          <p:nvPr/>
        </p:nvSpPr>
        <p:spPr bwMode="auto">
          <a:xfrm>
            <a:off x="3129773" y="793956"/>
            <a:ext cx="58301" cy="60645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0" name="Line 48"/>
          <p:cNvSpPr>
            <a:spLocks noChangeShapeType="1"/>
          </p:cNvSpPr>
          <p:nvPr/>
        </p:nvSpPr>
        <p:spPr bwMode="auto">
          <a:xfrm>
            <a:off x="5649318" y="659435"/>
            <a:ext cx="72576" cy="61612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2" name="Line 52"/>
          <p:cNvSpPr>
            <a:spLocks noChangeShapeType="1"/>
          </p:cNvSpPr>
          <p:nvPr/>
        </p:nvSpPr>
        <p:spPr bwMode="auto">
          <a:xfrm>
            <a:off x="3184899" y="2210433"/>
            <a:ext cx="2508250" cy="628650"/>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3" name="Text Box 53"/>
          <p:cNvSpPr txBox="1">
            <a:spLocks noChangeArrowheads="1"/>
          </p:cNvSpPr>
          <p:nvPr/>
        </p:nvSpPr>
        <p:spPr bwMode="auto">
          <a:xfrm rot="706751">
            <a:off x="3440486" y="1956066"/>
            <a:ext cx="1863725"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err="1">
                <a:latin typeface="Arial" panose="020B0604020202020204" pitchFamily="34" charset="0"/>
              </a:rPr>
              <a:t>Seq</a:t>
            </a:r>
            <a:r>
              <a:rPr lang="en-US" altLang="en-US" sz="1400" dirty="0">
                <a:latin typeface="Arial" panose="020B0604020202020204" pitchFamily="34" charset="0"/>
              </a:rPr>
              <a:t>=92, 8 bytes data</a:t>
            </a:r>
            <a:endParaRPr lang="en-US" altLang="en-US" sz="1000" dirty="0">
              <a:latin typeface="Times New Roman" panose="02020603050405020304" pitchFamily="18" charset="0"/>
            </a:endParaRPr>
          </a:p>
        </p:txBody>
      </p:sp>
      <p:sp>
        <p:nvSpPr>
          <p:cNvPr id="33" name="Rectangle 65"/>
          <p:cNvSpPr>
            <a:spLocks noChangeArrowheads="1"/>
          </p:cNvSpPr>
          <p:nvPr/>
        </p:nvSpPr>
        <p:spPr bwMode="auto">
          <a:xfrm>
            <a:off x="2961062" y="3991608"/>
            <a:ext cx="203200" cy="13208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4" name="Text Box 66"/>
          <p:cNvSpPr txBox="1">
            <a:spLocks noChangeArrowheads="1"/>
          </p:cNvSpPr>
          <p:nvPr/>
        </p:nvSpPr>
        <p:spPr bwMode="auto">
          <a:xfrm rot="16200000">
            <a:off x="2213931" y="4363559"/>
            <a:ext cx="1532792"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t>Seq=92 timeout </a:t>
            </a:r>
            <a:endParaRPr lang="en-US" altLang="en-US" sz="1000" dirty="0">
              <a:latin typeface="Times New Roman" panose="02020603050405020304" pitchFamily="18" charset="0"/>
            </a:endParaRPr>
          </a:p>
        </p:txBody>
      </p:sp>
      <p:sp>
        <p:nvSpPr>
          <p:cNvPr id="35" name="Line 67"/>
          <p:cNvSpPr>
            <a:spLocks noChangeShapeType="1"/>
          </p:cNvSpPr>
          <p:nvPr/>
        </p:nvSpPr>
        <p:spPr bwMode="auto">
          <a:xfrm flipV="1">
            <a:off x="3080781" y="1853700"/>
            <a:ext cx="9021" cy="123940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6" name="Line 68"/>
          <p:cNvSpPr>
            <a:spLocks noChangeShapeType="1"/>
          </p:cNvSpPr>
          <p:nvPr/>
        </p:nvSpPr>
        <p:spPr bwMode="auto">
          <a:xfrm>
            <a:off x="3042823" y="5414081"/>
            <a:ext cx="12661" cy="632277"/>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7" name="Line 69"/>
          <p:cNvSpPr>
            <a:spLocks noChangeShapeType="1"/>
          </p:cNvSpPr>
          <p:nvPr/>
        </p:nvSpPr>
        <p:spPr bwMode="auto">
          <a:xfrm flipH="1">
            <a:off x="3003210" y="6046358"/>
            <a:ext cx="18097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8" name="Line 70"/>
          <p:cNvSpPr>
            <a:spLocks noChangeShapeType="1"/>
          </p:cNvSpPr>
          <p:nvPr/>
        </p:nvSpPr>
        <p:spPr bwMode="auto">
          <a:xfrm flipH="1">
            <a:off x="2945973" y="1856454"/>
            <a:ext cx="21828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9" name="Text Box 24"/>
          <p:cNvSpPr txBox="1">
            <a:spLocks noChangeArrowheads="1"/>
          </p:cNvSpPr>
          <p:nvPr/>
        </p:nvSpPr>
        <p:spPr bwMode="auto">
          <a:xfrm>
            <a:off x="5095448" y="2226183"/>
            <a:ext cx="3873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a:solidFill>
                  <a:srgbClr val="FF0000"/>
                </a:solidFill>
                <a:latin typeface="Arial" panose="020B0604020202020204" pitchFamily="34" charset="0"/>
              </a:rPr>
              <a:t>X</a:t>
            </a:r>
            <a:endParaRPr lang="en-US" altLang="en-US" sz="1000" dirty="0">
              <a:latin typeface="Times New Roman" panose="02020603050405020304" pitchFamily="18" charset="0"/>
            </a:endParaRPr>
          </a:p>
        </p:txBody>
      </p:sp>
      <p:sp>
        <p:nvSpPr>
          <p:cNvPr id="42" name="Text Box 36"/>
          <p:cNvSpPr txBox="1">
            <a:spLocks noChangeArrowheads="1"/>
          </p:cNvSpPr>
          <p:nvPr/>
        </p:nvSpPr>
        <p:spPr bwMode="auto">
          <a:xfrm rot="808459">
            <a:off x="3340565" y="2634857"/>
            <a:ext cx="2079415"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err="1">
                <a:latin typeface="Arial" panose="020B0604020202020204" pitchFamily="34" charset="0"/>
              </a:rPr>
              <a:t>Seq</a:t>
            </a:r>
            <a:r>
              <a:rPr lang="en-US" altLang="en-US" sz="1400" dirty="0">
                <a:latin typeface="Arial" panose="020B0604020202020204" pitchFamily="34" charset="0"/>
              </a:rPr>
              <a:t>=120, 10 bytes data</a:t>
            </a:r>
            <a:endParaRPr lang="en-US" altLang="en-US" sz="1000" dirty="0">
              <a:latin typeface="Times New Roman" panose="02020603050405020304" pitchFamily="18" charset="0"/>
            </a:endParaRPr>
          </a:p>
        </p:txBody>
      </p:sp>
      <p:sp>
        <p:nvSpPr>
          <p:cNvPr id="43" name="Line 52"/>
          <p:cNvSpPr>
            <a:spLocks noChangeShapeType="1"/>
          </p:cNvSpPr>
          <p:nvPr/>
        </p:nvSpPr>
        <p:spPr bwMode="auto">
          <a:xfrm>
            <a:off x="3151547" y="2577607"/>
            <a:ext cx="2508250" cy="628650"/>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45" name="Text Box 36"/>
          <p:cNvSpPr txBox="1">
            <a:spLocks noChangeArrowheads="1"/>
          </p:cNvSpPr>
          <p:nvPr/>
        </p:nvSpPr>
        <p:spPr bwMode="auto">
          <a:xfrm rot="808459">
            <a:off x="3384643" y="3009976"/>
            <a:ext cx="2079415"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err="1">
                <a:latin typeface="Arial" panose="020B0604020202020204" pitchFamily="34" charset="0"/>
              </a:rPr>
              <a:t>Seq</a:t>
            </a:r>
            <a:r>
              <a:rPr lang="en-US" altLang="en-US" sz="1400" dirty="0">
                <a:latin typeface="Arial" panose="020B0604020202020204" pitchFamily="34" charset="0"/>
              </a:rPr>
              <a:t>=130, 20 bytes data</a:t>
            </a:r>
            <a:endParaRPr lang="en-US" altLang="en-US" sz="1000" dirty="0">
              <a:latin typeface="Times New Roman" panose="02020603050405020304" pitchFamily="18" charset="0"/>
            </a:endParaRPr>
          </a:p>
        </p:txBody>
      </p:sp>
      <p:sp>
        <p:nvSpPr>
          <p:cNvPr id="46" name="Line 52"/>
          <p:cNvSpPr>
            <a:spLocks noChangeShapeType="1"/>
          </p:cNvSpPr>
          <p:nvPr/>
        </p:nvSpPr>
        <p:spPr bwMode="auto">
          <a:xfrm>
            <a:off x="3195625" y="2952726"/>
            <a:ext cx="2508250" cy="628650"/>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48" name="Line 5"/>
          <p:cNvSpPr>
            <a:spLocks noChangeShapeType="1"/>
          </p:cNvSpPr>
          <p:nvPr/>
        </p:nvSpPr>
        <p:spPr bwMode="auto">
          <a:xfrm flipH="1">
            <a:off x="3170890" y="3295868"/>
            <a:ext cx="2466211" cy="1391780"/>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49" name="Line 5"/>
          <p:cNvSpPr>
            <a:spLocks noChangeShapeType="1"/>
          </p:cNvSpPr>
          <p:nvPr/>
        </p:nvSpPr>
        <p:spPr bwMode="auto">
          <a:xfrm flipH="1">
            <a:off x="3194422" y="3628179"/>
            <a:ext cx="2473763" cy="1399560"/>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50" name="Text Box 37"/>
          <p:cNvSpPr txBox="1">
            <a:spLocks noChangeArrowheads="1"/>
          </p:cNvSpPr>
          <p:nvPr/>
        </p:nvSpPr>
        <p:spPr bwMode="auto">
          <a:xfrm rot="19829916">
            <a:off x="3558892" y="3927843"/>
            <a:ext cx="857927"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Arial" panose="020B0604020202020204" pitchFamily="34" charset="0"/>
              </a:rPr>
              <a:t>ACK=92</a:t>
            </a:r>
            <a:endParaRPr lang="en-US" altLang="en-US" sz="1000" dirty="0">
              <a:latin typeface="Times New Roman" panose="02020603050405020304" pitchFamily="18" charset="0"/>
            </a:endParaRPr>
          </a:p>
        </p:txBody>
      </p:sp>
      <p:sp>
        <p:nvSpPr>
          <p:cNvPr id="51" name="Text Box 37"/>
          <p:cNvSpPr txBox="1">
            <a:spLocks noChangeArrowheads="1"/>
          </p:cNvSpPr>
          <p:nvPr/>
        </p:nvSpPr>
        <p:spPr bwMode="auto">
          <a:xfrm rot="19829916">
            <a:off x="3678253" y="4261871"/>
            <a:ext cx="857927"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Arial" panose="020B0604020202020204" pitchFamily="34" charset="0"/>
              </a:rPr>
              <a:t>ACK=92</a:t>
            </a:r>
            <a:endParaRPr lang="en-US" altLang="en-US" sz="1000" dirty="0">
              <a:latin typeface="Times New Roman" panose="02020603050405020304" pitchFamily="18" charset="0"/>
            </a:endParaRPr>
          </a:p>
        </p:txBody>
      </p:sp>
      <p:sp>
        <p:nvSpPr>
          <p:cNvPr id="40" name="Wave 39"/>
          <p:cNvSpPr/>
          <p:nvPr/>
        </p:nvSpPr>
        <p:spPr>
          <a:xfrm>
            <a:off x="3844396" y="5019959"/>
            <a:ext cx="4491026" cy="973048"/>
          </a:xfrm>
          <a:prstGeom prst="wav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ln w="0"/>
                <a:solidFill>
                  <a:schemeClr val="tx1"/>
                </a:solidFill>
                <a:effectLst>
                  <a:outerShdw blurRad="38100" dist="19050" dir="2700000" algn="tl" rotWithShape="0">
                    <a:schemeClr val="dk1">
                      <a:alpha val="40000"/>
                    </a:schemeClr>
                  </a:outerShdw>
                </a:effectLst>
              </a:rPr>
              <a:t>The sender might have to wait for a timeout to resend the segment!</a:t>
            </a:r>
            <a:endParaRPr lang="en-NZ" dirty="0"/>
          </a:p>
        </p:txBody>
      </p:sp>
      <p:sp>
        <p:nvSpPr>
          <p:cNvPr id="41" name="Text Box 36"/>
          <p:cNvSpPr txBox="1">
            <a:spLocks noChangeArrowheads="1"/>
          </p:cNvSpPr>
          <p:nvPr/>
        </p:nvSpPr>
        <p:spPr bwMode="auto">
          <a:xfrm rot="808459">
            <a:off x="3389362" y="968046"/>
            <a:ext cx="1980029"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err="1">
                <a:latin typeface="Arial" panose="020B0604020202020204" pitchFamily="34" charset="0"/>
              </a:rPr>
              <a:t>Seq</a:t>
            </a:r>
            <a:r>
              <a:rPr lang="en-US" altLang="en-US" sz="1400" dirty="0">
                <a:latin typeface="Arial" panose="020B0604020202020204" pitchFamily="34" charset="0"/>
              </a:rPr>
              <a:t>=80, 12 bytes data</a:t>
            </a:r>
            <a:endParaRPr lang="en-US" altLang="en-US" sz="1000" dirty="0">
              <a:latin typeface="Times New Roman" panose="02020603050405020304" pitchFamily="18" charset="0"/>
            </a:endParaRPr>
          </a:p>
        </p:txBody>
      </p:sp>
      <p:sp>
        <p:nvSpPr>
          <p:cNvPr id="44" name="Line 52"/>
          <p:cNvSpPr>
            <a:spLocks noChangeShapeType="1"/>
          </p:cNvSpPr>
          <p:nvPr/>
        </p:nvSpPr>
        <p:spPr bwMode="auto">
          <a:xfrm>
            <a:off x="3150651" y="910796"/>
            <a:ext cx="2508250" cy="628650"/>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47" name="Line 5"/>
          <p:cNvSpPr>
            <a:spLocks noChangeShapeType="1"/>
          </p:cNvSpPr>
          <p:nvPr/>
        </p:nvSpPr>
        <p:spPr bwMode="auto">
          <a:xfrm flipH="1">
            <a:off x="3135358" y="1609877"/>
            <a:ext cx="2452215" cy="227078"/>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52" name="Text Box 37"/>
          <p:cNvSpPr txBox="1">
            <a:spLocks noChangeArrowheads="1"/>
          </p:cNvSpPr>
          <p:nvPr/>
        </p:nvSpPr>
        <p:spPr bwMode="auto">
          <a:xfrm rot="21197469">
            <a:off x="3683377" y="1416475"/>
            <a:ext cx="857927"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Arial" panose="020B0604020202020204" pitchFamily="34" charset="0"/>
              </a:rPr>
              <a:t>ACK=92</a:t>
            </a:r>
            <a:endParaRPr lang="en-US" altLang="en-US" sz="1000" dirty="0">
              <a:latin typeface="Times New Roman" panose="02020603050405020304" pitchFamily="18" charset="0"/>
            </a:endParaRPr>
          </a:p>
        </p:txBody>
      </p:sp>
      <p:sp>
        <p:nvSpPr>
          <p:cNvPr id="4" name="Line 33">
            <a:extLst>
              <a:ext uri="{FF2B5EF4-FFF2-40B4-BE49-F238E27FC236}">
                <a16:creationId xmlns:a16="http://schemas.microsoft.com/office/drawing/2014/main" id="{F49A1474-9869-1681-D778-B26095CECEE1}"/>
              </a:ext>
            </a:extLst>
          </p:cNvPr>
          <p:cNvSpPr>
            <a:spLocks noChangeShapeType="1"/>
          </p:cNvSpPr>
          <p:nvPr/>
        </p:nvSpPr>
        <p:spPr bwMode="auto">
          <a:xfrm>
            <a:off x="3210809" y="6040554"/>
            <a:ext cx="2349500" cy="538823"/>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6" name="Text Box 53">
            <a:extLst>
              <a:ext uri="{FF2B5EF4-FFF2-40B4-BE49-F238E27FC236}">
                <a16:creationId xmlns:a16="http://schemas.microsoft.com/office/drawing/2014/main" id="{F24E6D99-63E1-1E06-5048-50CD3B0C0E4C}"/>
              </a:ext>
            </a:extLst>
          </p:cNvPr>
          <p:cNvSpPr txBox="1">
            <a:spLocks noChangeArrowheads="1"/>
          </p:cNvSpPr>
          <p:nvPr/>
        </p:nvSpPr>
        <p:spPr bwMode="auto">
          <a:xfrm rot="706751">
            <a:off x="3453696" y="6020215"/>
            <a:ext cx="1863725"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err="1">
                <a:latin typeface="Arial" panose="020B0604020202020204" pitchFamily="34" charset="0"/>
              </a:rPr>
              <a:t>Seq</a:t>
            </a:r>
            <a:r>
              <a:rPr lang="en-US" altLang="en-US" sz="1400" dirty="0">
                <a:latin typeface="Arial" panose="020B0604020202020204" pitchFamily="34" charset="0"/>
              </a:rPr>
              <a:t>=92, 8 bytes data</a:t>
            </a:r>
            <a:endParaRPr lang="en-US" altLang="en-US" sz="1000" dirty="0">
              <a:latin typeface="Times New Roman" panose="02020603050405020304" pitchFamily="18" charset="0"/>
            </a:endParaRPr>
          </a:p>
        </p:txBody>
      </p:sp>
    </p:spTree>
    <p:extLst>
      <p:ext uri="{BB962C8B-B14F-4D97-AF65-F5344CB8AC3E}">
        <p14:creationId xmlns:p14="http://schemas.microsoft.com/office/powerpoint/2010/main" val="3243115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1000"/>
                                        <p:tgtEl>
                                          <p:spTgt spid="40"/>
                                        </p:tgtEl>
                                      </p:cBhvr>
                                    </p:animEffect>
                                    <p:anim calcmode="lin" valueType="num">
                                      <p:cBhvr>
                                        <p:cTn id="8" dur="1000" fill="hold"/>
                                        <p:tgtEl>
                                          <p:spTgt spid="40"/>
                                        </p:tgtEl>
                                        <p:attrNameLst>
                                          <p:attrName>ppt_x</p:attrName>
                                        </p:attrNameLst>
                                      </p:cBhvr>
                                      <p:tavLst>
                                        <p:tav tm="0">
                                          <p:val>
                                            <p:strVal val="#ppt_x"/>
                                          </p:val>
                                        </p:tav>
                                        <p:tav tm="100000">
                                          <p:val>
                                            <p:strVal val="#ppt_x"/>
                                          </p:val>
                                        </p:tav>
                                      </p:tavLst>
                                    </p:anim>
                                    <p:anim calcmode="lin" valueType="num">
                                      <p:cBhvr>
                                        <p:cTn id="9"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NZ"/>
          </a:p>
        </p:txBody>
      </p:sp>
      <p:sp>
        <p:nvSpPr>
          <p:cNvPr id="3" name="Slide Number Placeholder 2"/>
          <p:cNvSpPr>
            <a:spLocks noGrp="1"/>
          </p:cNvSpPr>
          <p:nvPr>
            <p:ph type="sldNum" sz="quarter" idx="12"/>
          </p:nvPr>
        </p:nvSpPr>
        <p:spPr/>
        <p:txBody>
          <a:bodyPr/>
          <a:lstStyle/>
          <a:p>
            <a:pPr>
              <a:defRPr/>
            </a:pPr>
            <a:fld id="{F077EB57-2F86-E04E-ACF4-B5B9117ACB7A}" type="slidenum">
              <a:rPr lang="en-US" smtClean="0"/>
              <a:pPr>
                <a:defRPr/>
              </a:pPr>
              <a:t>38</a:t>
            </a:fld>
            <a:endParaRPr lang="en-US" dirty="0"/>
          </a:p>
        </p:txBody>
      </p:sp>
      <p:sp>
        <p:nvSpPr>
          <p:cNvPr id="5" name="Line 5"/>
          <p:cNvSpPr>
            <a:spLocks noChangeShapeType="1"/>
          </p:cNvSpPr>
          <p:nvPr/>
        </p:nvSpPr>
        <p:spPr bwMode="auto">
          <a:xfrm flipH="1">
            <a:off x="3170891" y="2850760"/>
            <a:ext cx="2540628" cy="1434685"/>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7" name="Line 33"/>
          <p:cNvSpPr>
            <a:spLocks noChangeShapeType="1"/>
          </p:cNvSpPr>
          <p:nvPr/>
        </p:nvSpPr>
        <p:spPr bwMode="auto">
          <a:xfrm>
            <a:off x="3197599" y="1976405"/>
            <a:ext cx="2349500" cy="538823"/>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aphicFrame>
        <p:nvGraphicFramePr>
          <p:cNvPr id="8" name="Object 34"/>
          <p:cNvGraphicFramePr>
            <a:graphicFrameLocks noChangeAspect="1"/>
          </p:cNvGraphicFramePr>
          <p:nvPr>
            <p:extLst>
              <p:ext uri="{D42A27DB-BD31-4B8C-83A1-F6EECF244321}">
                <p14:modId xmlns:p14="http://schemas.microsoft.com/office/powerpoint/2010/main" val="2915716906"/>
              </p:ext>
            </p:extLst>
          </p:nvPr>
        </p:nvGraphicFramePr>
        <p:xfrm>
          <a:off x="2546097" y="273672"/>
          <a:ext cx="485775" cy="385762"/>
        </p:xfrm>
        <a:graphic>
          <a:graphicData uri="http://schemas.openxmlformats.org/presentationml/2006/ole">
            <mc:AlternateContent xmlns:mc="http://schemas.openxmlformats.org/markup-compatibility/2006">
              <mc:Choice xmlns:v="urn:schemas-microsoft-com:vml" Requires="v">
                <p:oleObj name="Clip" r:id="rId3" imgW="1305000" imgH="1085760" progId="MS_ClipArt_Gallery.2">
                  <p:embed/>
                </p:oleObj>
              </mc:Choice>
              <mc:Fallback>
                <p:oleObj name="Clip" r:id="rId3" imgW="1305000" imgH="1085760" progId="MS_ClipArt_Gallery.2">
                  <p:embed/>
                  <p:pic>
                    <p:nvPicPr>
                      <p:cNvPr id="8" name="Object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46097" y="273672"/>
                        <a:ext cx="485775" cy="385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Text Box 35"/>
          <p:cNvSpPr txBox="1">
            <a:spLocks noChangeArrowheads="1"/>
          </p:cNvSpPr>
          <p:nvPr/>
        </p:nvSpPr>
        <p:spPr bwMode="auto">
          <a:xfrm>
            <a:off x="3122183" y="322884"/>
            <a:ext cx="849313"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Host A</a:t>
            </a:r>
            <a:endParaRPr lang="en-US" altLang="en-US" sz="1000" dirty="0">
              <a:latin typeface="Times New Roman" panose="02020603050405020304" pitchFamily="18" charset="0"/>
            </a:endParaRPr>
          </a:p>
        </p:txBody>
      </p:sp>
      <p:sp>
        <p:nvSpPr>
          <p:cNvPr id="10" name="Text Box 36"/>
          <p:cNvSpPr txBox="1">
            <a:spLocks noChangeArrowheads="1"/>
          </p:cNvSpPr>
          <p:nvPr/>
        </p:nvSpPr>
        <p:spPr bwMode="auto">
          <a:xfrm rot="808459">
            <a:off x="3383337" y="2269171"/>
            <a:ext cx="2060575"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latin typeface="Arial" panose="020B0604020202020204" pitchFamily="34" charset="0"/>
              </a:rPr>
              <a:t>Seq=100, 20 bytes data</a:t>
            </a:r>
            <a:endParaRPr lang="en-US" altLang="en-US" sz="1000">
              <a:latin typeface="Times New Roman" panose="02020603050405020304" pitchFamily="18" charset="0"/>
            </a:endParaRPr>
          </a:p>
        </p:txBody>
      </p:sp>
      <p:sp>
        <p:nvSpPr>
          <p:cNvPr id="11" name="Text Box 37"/>
          <p:cNvSpPr txBox="1">
            <a:spLocks noChangeArrowheads="1"/>
          </p:cNvSpPr>
          <p:nvPr/>
        </p:nvSpPr>
        <p:spPr bwMode="auto">
          <a:xfrm rot="19829916">
            <a:off x="3406492" y="3607969"/>
            <a:ext cx="857927"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Arial" panose="020B0604020202020204" pitchFamily="34" charset="0"/>
              </a:rPr>
              <a:t>ACK=92</a:t>
            </a:r>
            <a:endParaRPr lang="en-US" altLang="en-US" sz="1000" dirty="0">
              <a:latin typeface="Times New Roman" panose="02020603050405020304" pitchFamily="18" charset="0"/>
            </a:endParaRPr>
          </a:p>
        </p:txBody>
      </p:sp>
      <p:grpSp>
        <p:nvGrpSpPr>
          <p:cNvPr id="12" name="Group 39"/>
          <p:cNvGrpSpPr>
            <a:grpSpLocks/>
          </p:cNvGrpSpPr>
          <p:nvPr/>
        </p:nvGrpSpPr>
        <p:grpSpPr bwMode="auto">
          <a:xfrm>
            <a:off x="2404958" y="5851855"/>
            <a:ext cx="658813" cy="366713"/>
            <a:chOff x="3304" y="3530"/>
            <a:chExt cx="415" cy="231"/>
          </a:xfrm>
        </p:grpSpPr>
        <p:sp>
          <p:nvSpPr>
            <p:cNvPr id="13" name="Rectangle 40"/>
            <p:cNvSpPr>
              <a:spLocks noChangeArrowheads="1"/>
            </p:cNvSpPr>
            <p:nvPr/>
          </p:nvSpPr>
          <p:spPr bwMode="auto">
            <a:xfrm>
              <a:off x="3342" y="3576"/>
              <a:ext cx="324" cy="15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4" name="Text Box 41"/>
            <p:cNvSpPr txBox="1">
              <a:spLocks noChangeArrowheads="1"/>
            </p:cNvSpPr>
            <p:nvPr/>
          </p:nvSpPr>
          <p:spPr bwMode="auto">
            <a:xfrm>
              <a:off x="3304" y="3530"/>
              <a:ext cx="415"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dirty="0">
                  <a:solidFill>
                    <a:srgbClr val="FF0000"/>
                  </a:solidFill>
                </a:rPr>
                <a:t>time</a:t>
              </a:r>
              <a:endParaRPr lang="en-US" altLang="en-US" sz="1000" dirty="0">
                <a:latin typeface="Times New Roman" panose="02020603050405020304" pitchFamily="18" charset="0"/>
              </a:endParaRPr>
            </a:p>
          </p:txBody>
        </p:sp>
      </p:grpSp>
      <p:graphicFrame>
        <p:nvGraphicFramePr>
          <p:cNvPr id="15" name="Object 43"/>
          <p:cNvGraphicFramePr>
            <a:graphicFrameLocks noChangeAspect="1"/>
          </p:cNvGraphicFramePr>
          <p:nvPr/>
        </p:nvGraphicFramePr>
        <p:xfrm>
          <a:off x="5482798" y="234676"/>
          <a:ext cx="485775" cy="385762"/>
        </p:xfrm>
        <a:graphic>
          <a:graphicData uri="http://schemas.openxmlformats.org/presentationml/2006/ole">
            <mc:AlternateContent xmlns:mc="http://schemas.openxmlformats.org/markup-compatibility/2006">
              <mc:Choice xmlns:v="urn:schemas-microsoft-com:vml" Requires="v">
                <p:oleObj name="Clip" r:id="rId5" imgW="1305000" imgH="1085760" progId="MS_ClipArt_Gallery.2">
                  <p:embed/>
                </p:oleObj>
              </mc:Choice>
              <mc:Fallback>
                <p:oleObj name="Clip" r:id="rId5" imgW="1305000" imgH="1085760" progId="MS_ClipArt_Gallery.2">
                  <p:embed/>
                  <p:pic>
                    <p:nvPicPr>
                      <p:cNvPr id="15" name="Object 4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2798" y="234676"/>
                        <a:ext cx="485775" cy="385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 name="Text Box 44"/>
          <p:cNvSpPr txBox="1">
            <a:spLocks noChangeArrowheads="1"/>
          </p:cNvSpPr>
          <p:nvPr/>
        </p:nvSpPr>
        <p:spPr bwMode="auto">
          <a:xfrm>
            <a:off x="4758898" y="244201"/>
            <a:ext cx="828675"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Host B</a:t>
            </a:r>
            <a:endParaRPr lang="en-US" altLang="en-US" sz="1000" dirty="0">
              <a:latin typeface="Times New Roman" panose="02020603050405020304" pitchFamily="18" charset="0"/>
            </a:endParaRPr>
          </a:p>
        </p:txBody>
      </p:sp>
      <p:sp>
        <p:nvSpPr>
          <p:cNvPr id="19" name="Line 47"/>
          <p:cNvSpPr>
            <a:spLocks noChangeShapeType="1"/>
          </p:cNvSpPr>
          <p:nvPr/>
        </p:nvSpPr>
        <p:spPr bwMode="auto">
          <a:xfrm>
            <a:off x="3129773" y="793956"/>
            <a:ext cx="58301" cy="60645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0" name="Line 48"/>
          <p:cNvSpPr>
            <a:spLocks noChangeShapeType="1"/>
          </p:cNvSpPr>
          <p:nvPr/>
        </p:nvSpPr>
        <p:spPr bwMode="auto">
          <a:xfrm>
            <a:off x="5649318" y="659435"/>
            <a:ext cx="72576" cy="616129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2" name="Line 52"/>
          <p:cNvSpPr>
            <a:spLocks noChangeShapeType="1"/>
          </p:cNvSpPr>
          <p:nvPr/>
        </p:nvSpPr>
        <p:spPr bwMode="auto">
          <a:xfrm>
            <a:off x="3184899" y="2210433"/>
            <a:ext cx="2508250" cy="628650"/>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3" name="Text Box 53"/>
          <p:cNvSpPr txBox="1">
            <a:spLocks noChangeArrowheads="1"/>
          </p:cNvSpPr>
          <p:nvPr/>
        </p:nvSpPr>
        <p:spPr bwMode="auto">
          <a:xfrm rot="706751">
            <a:off x="3440486" y="1956066"/>
            <a:ext cx="1863725"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err="1">
                <a:latin typeface="Arial" panose="020B0604020202020204" pitchFamily="34" charset="0"/>
              </a:rPr>
              <a:t>Seq</a:t>
            </a:r>
            <a:r>
              <a:rPr lang="en-US" altLang="en-US" sz="1400" dirty="0">
                <a:latin typeface="Arial" panose="020B0604020202020204" pitchFamily="34" charset="0"/>
              </a:rPr>
              <a:t>=92, 8 bytes data</a:t>
            </a:r>
            <a:endParaRPr lang="en-US" altLang="en-US" sz="1000" dirty="0">
              <a:latin typeface="Times New Roman" panose="02020603050405020304" pitchFamily="18" charset="0"/>
            </a:endParaRPr>
          </a:p>
        </p:txBody>
      </p:sp>
      <p:sp>
        <p:nvSpPr>
          <p:cNvPr id="33" name="Rectangle 65"/>
          <p:cNvSpPr>
            <a:spLocks noChangeArrowheads="1"/>
          </p:cNvSpPr>
          <p:nvPr/>
        </p:nvSpPr>
        <p:spPr bwMode="auto">
          <a:xfrm>
            <a:off x="2961062" y="3991608"/>
            <a:ext cx="203200" cy="13208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4" name="Text Box 66"/>
          <p:cNvSpPr txBox="1">
            <a:spLocks noChangeArrowheads="1"/>
          </p:cNvSpPr>
          <p:nvPr/>
        </p:nvSpPr>
        <p:spPr bwMode="auto">
          <a:xfrm rot="16200000">
            <a:off x="2213931" y="4363559"/>
            <a:ext cx="1532792"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t>Seq=92 timeout </a:t>
            </a:r>
            <a:endParaRPr lang="en-US" altLang="en-US" sz="1000" dirty="0">
              <a:latin typeface="Times New Roman" panose="02020603050405020304" pitchFamily="18" charset="0"/>
            </a:endParaRPr>
          </a:p>
        </p:txBody>
      </p:sp>
      <p:sp>
        <p:nvSpPr>
          <p:cNvPr id="35" name="Line 67"/>
          <p:cNvSpPr>
            <a:spLocks noChangeShapeType="1"/>
          </p:cNvSpPr>
          <p:nvPr/>
        </p:nvSpPr>
        <p:spPr bwMode="auto">
          <a:xfrm flipV="1">
            <a:off x="3080781" y="1853700"/>
            <a:ext cx="9021" cy="1239408"/>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6" name="Line 68"/>
          <p:cNvSpPr>
            <a:spLocks noChangeShapeType="1"/>
          </p:cNvSpPr>
          <p:nvPr/>
        </p:nvSpPr>
        <p:spPr bwMode="auto">
          <a:xfrm>
            <a:off x="3042823" y="5414081"/>
            <a:ext cx="12661" cy="632277"/>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7" name="Line 69"/>
          <p:cNvSpPr>
            <a:spLocks noChangeShapeType="1"/>
          </p:cNvSpPr>
          <p:nvPr/>
        </p:nvSpPr>
        <p:spPr bwMode="auto">
          <a:xfrm flipH="1">
            <a:off x="3003210" y="6046358"/>
            <a:ext cx="18097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8" name="Line 70"/>
          <p:cNvSpPr>
            <a:spLocks noChangeShapeType="1"/>
          </p:cNvSpPr>
          <p:nvPr/>
        </p:nvSpPr>
        <p:spPr bwMode="auto">
          <a:xfrm flipH="1">
            <a:off x="2945973" y="1856454"/>
            <a:ext cx="21828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9" name="Text Box 24"/>
          <p:cNvSpPr txBox="1">
            <a:spLocks noChangeArrowheads="1"/>
          </p:cNvSpPr>
          <p:nvPr/>
        </p:nvSpPr>
        <p:spPr bwMode="auto">
          <a:xfrm>
            <a:off x="5095448" y="2226183"/>
            <a:ext cx="3873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a:solidFill>
                  <a:srgbClr val="FF0000"/>
                </a:solidFill>
                <a:latin typeface="Arial" panose="020B0604020202020204" pitchFamily="34" charset="0"/>
              </a:rPr>
              <a:t>X</a:t>
            </a:r>
            <a:endParaRPr lang="en-US" altLang="en-US" sz="1000" dirty="0">
              <a:latin typeface="Times New Roman" panose="02020603050405020304" pitchFamily="18" charset="0"/>
            </a:endParaRPr>
          </a:p>
        </p:txBody>
      </p:sp>
      <p:sp>
        <p:nvSpPr>
          <p:cNvPr id="42" name="Text Box 36"/>
          <p:cNvSpPr txBox="1">
            <a:spLocks noChangeArrowheads="1"/>
          </p:cNvSpPr>
          <p:nvPr/>
        </p:nvSpPr>
        <p:spPr bwMode="auto">
          <a:xfrm rot="808459">
            <a:off x="3340565" y="2634857"/>
            <a:ext cx="2079415"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err="1">
                <a:latin typeface="Arial" panose="020B0604020202020204" pitchFamily="34" charset="0"/>
              </a:rPr>
              <a:t>Seq</a:t>
            </a:r>
            <a:r>
              <a:rPr lang="en-US" altLang="en-US" sz="1400" dirty="0">
                <a:latin typeface="Arial" panose="020B0604020202020204" pitchFamily="34" charset="0"/>
              </a:rPr>
              <a:t>=120, 10 bytes data</a:t>
            </a:r>
            <a:endParaRPr lang="en-US" altLang="en-US" sz="1000" dirty="0">
              <a:latin typeface="Times New Roman" panose="02020603050405020304" pitchFamily="18" charset="0"/>
            </a:endParaRPr>
          </a:p>
        </p:txBody>
      </p:sp>
      <p:sp>
        <p:nvSpPr>
          <p:cNvPr id="43" name="Line 52"/>
          <p:cNvSpPr>
            <a:spLocks noChangeShapeType="1"/>
          </p:cNvSpPr>
          <p:nvPr/>
        </p:nvSpPr>
        <p:spPr bwMode="auto">
          <a:xfrm>
            <a:off x="3151547" y="2577607"/>
            <a:ext cx="2508250" cy="628650"/>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45" name="Text Box 36"/>
          <p:cNvSpPr txBox="1">
            <a:spLocks noChangeArrowheads="1"/>
          </p:cNvSpPr>
          <p:nvPr/>
        </p:nvSpPr>
        <p:spPr bwMode="auto">
          <a:xfrm rot="808459">
            <a:off x="3384643" y="3009976"/>
            <a:ext cx="2079415"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err="1">
                <a:latin typeface="Arial" panose="020B0604020202020204" pitchFamily="34" charset="0"/>
              </a:rPr>
              <a:t>Seq</a:t>
            </a:r>
            <a:r>
              <a:rPr lang="en-US" altLang="en-US" sz="1400" dirty="0">
                <a:latin typeface="Arial" panose="020B0604020202020204" pitchFamily="34" charset="0"/>
              </a:rPr>
              <a:t>=130, 20 bytes data</a:t>
            </a:r>
            <a:endParaRPr lang="en-US" altLang="en-US" sz="1000" dirty="0">
              <a:latin typeface="Times New Roman" panose="02020603050405020304" pitchFamily="18" charset="0"/>
            </a:endParaRPr>
          </a:p>
        </p:txBody>
      </p:sp>
      <p:sp>
        <p:nvSpPr>
          <p:cNvPr id="46" name="Line 52"/>
          <p:cNvSpPr>
            <a:spLocks noChangeShapeType="1"/>
          </p:cNvSpPr>
          <p:nvPr/>
        </p:nvSpPr>
        <p:spPr bwMode="auto">
          <a:xfrm>
            <a:off x="3195625" y="2952726"/>
            <a:ext cx="2508250" cy="628650"/>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48" name="Line 5"/>
          <p:cNvSpPr>
            <a:spLocks noChangeShapeType="1"/>
          </p:cNvSpPr>
          <p:nvPr/>
        </p:nvSpPr>
        <p:spPr bwMode="auto">
          <a:xfrm flipH="1">
            <a:off x="3170890" y="3295868"/>
            <a:ext cx="2466211" cy="1391780"/>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49" name="Line 5"/>
          <p:cNvSpPr>
            <a:spLocks noChangeShapeType="1"/>
          </p:cNvSpPr>
          <p:nvPr/>
        </p:nvSpPr>
        <p:spPr bwMode="auto">
          <a:xfrm flipH="1">
            <a:off x="3194422" y="3628179"/>
            <a:ext cx="2473763" cy="1399560"/>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50" name="Text Box 37"/>
          <p:cNvSpPr txBox="1">
            <a:spLocks noChangeArrowheads="1"/>
          </p:cNvSpPr>
          <p:nvPr/>
        </p:nvSpPr>
        <p:spPr bwMode="auto">
          <a:xfrm rot="19829916">
            <a:off x="3558892" y="3927843"/>
            <a:ext cx="857927"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Arial" panose="020B0604020202020204" pitchFamily="34" charset="0"/>
              </a:rPr>
              <a:t>ACK=92</a:t>
            </a:r>
            <a:endParaRPr lang="en-US" altLang="en-US" sz="1000" dirty="0">
              <a:latin typeface="Times New Roman" panose="02020603050405020304" pitchFamily="18" charset="0"/>
            </a:endParaRPr>
          </a:p>
        </p:txBody>
      </p:sp>
      <p:sp>
        <p:nvSpPr>
          <p:cNvPr id="51" name="Text Box 37"/>
          <p:cNvSpPr txBox="1">
            <a:spLocks noChangeArrowheads="1"/>
          </p:cNvSpPr>
          <p:nvPr/>
        </p:nvSpPr>
        <p:spPr bwMode="auto">
          <a:xfrm rot="19829916">
            <a:off x="3678253" y="4261871"/>
            <a:ext cx="857927"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Arial" panose="020B0604020202020204" pitchFamily="34" charset="0"/>
              </a:rPr>
              <a:t>ACK=92</a:t>
            </a:r>
            <a:endParaRPr lang="en-US" altLang="en-US" sz="1000" dirty="0">
              <a:latin typeface="Times New Roman" panose="02020603050405020304" pitchFamily="18" charset="0"/>
            </a:endParaRPr>
          </a:p>
        </p:txBody>
      </p:sp>
      <p:sp>
        <p:nvSpPr>
          <p:cNvPr id="41" name="Text Box 36"/>
          <p:cNvSpPr txBox="1">
            <a:spLocks noChangeArrowheads="1"/>
          </p:cNvSpPr>
          <p:nvPr/>
        </p:nvSpPr>
        <p:spPr bwMode="auto">
          <a:xfrm rot="808459">
            <a:off x="3389362" y="968046"/>
            <a:ext cx="1980029"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err="1">
                <a:latin typeface="Arial" panose="020B0604020202020204" pitchFamily="34" charset="0"/>
              </a:rPr>
              <a:t>Seq</a:t>
            </a:r>
            <a:r>
              <a:rPr lang="en-US" altLang="en-US" sz="1400" dirty="0">
                <a:latin typeface="Arial" panose="020B0604020202020204" pitchFamily="34" charset="0"/>
              </a:rPr>
              <a:t>=80, 12 bytes data</a:t>
            </a:r>
            <a:endParaRPr lang="en-US" altLang="en-US" sz="1000" dirty="0">
              <a:latin typeface="Times New Roman" panose="02020603050405020304" pitchFamily="18" charset="0"/>
            </a:endParaRPr>
          </a:p>
        </p:txBody>
      </p:sp>
      <p:sp>
        <p:nvSpPr>
          <p:cNvPr id="44" name="Line 52"/>
          <p:cNvSpPr>
            <a:spLocks noChangeShapeType="1"/>
          </p:cNvSpPr>
          <p:nvPr/>
        </p:nvSpPr>
        <p:spPr bwMode="auto">
          <a:xfrm>
            <a:off x="3150651" y="910796"/>
            <a:ext cx="2508250" cy="628650"/>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47" name="Line 5"/>
          <p:cNvSpPr>
            <a:spLocks noChangeShapeType="1"/>
          </p:cNvSpPr>
          <p:nvPr/>
        </p:nvSpPr>
        <p:spPr bwMode="auto">
          <a:xfrm flipH="1">
            <a:off x="3135358" y="1609877"/>
            <a:ext cx="2452215" cy="227078"/>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52" name="Text Box 37"/>
          <p:cNvSpPr txBox="1">
            <a:spLocks noChangeArrowheads="1"/>
          </p:cNvSpPr>
          <p:nvPr/>
        </p:nvSpPr>
        <p:spPr bwMode="auto">
          <a:xfrm rot="21197469">
            <a:off x="3683377" y="1416475"/>
            <a:ext cx="857927"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Arial" panose="020B0604020202020204" pitchFamily="34" charset="0"/>
              </a:rPr>
              <a:t>ACK=92</a:t>
            </a:r>
            <a:endParaRPr lang="en-US" altLang="en-US" sz="1000" dirty="0">
              <a:latin typeface="Times New Roman" panose="02020603050405020304" pitchFamily="18" charset="0"/>
            </a:endParaRPr>
          </a:p>
        </p:txBody>
      </p:sp>
      <p:sp>
        <p:nvSpPr>
          <p:cNvPr id="53" name="Rounded Rectangular Callout 52"/>
          <p:cNvSpPr/>
          <p:nvPr/>
        </p:nvSpPr>
        <p:spPr>
          <a:xfrm>
            <a:off x="3387590" y="5983060"/>
            <a:ext cx="4628433" cy="709276"/>
          </a:xfrm>
          <a:prstGeom prst="wedgeRoundRectCallout">
            <a:avLst>
              <a:gd name="adj1" fmla="val -52165"/>
              <a:gd name="adj2" fmla="val -16298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ln w="0"/>
                <a:solidFill>
                  <a:schemeClr val="tx1"/>
                </a:solidFill>
                <a:effectLst>
                  <a:outerShdw blurRad="38100" dist="19050" dir="2700000" algn="tl" rotWithShape="0">
                    <a:schemeClr val="dk1">
                      <a:alpha val="40000"/>
                    </a:schemeClr>
                  </a:outerShdw>
                </a:effectLst>
              </a:rPr>
              <a:t>Fast retransmit: sender retransmits before timeout if it receives 3 duplicated ACKs!</a:t>
            </a:r>
          </a:p>
        </p:txBody>
      </p:sp>
      <p:sp>
        <p:nvSpPr>
          <p:cNvPr id="54" name="Line 45"/>
          <p:cNvSpPr>
            <a:spLocks noChangeShapeType="1"/>
          </p:cNvSpPr>
          <p:nvPr/>
        </p:nvSpPr>
        <p:spPr bwMode="auto">
          <a:xfrm>
            <a:off x="3211069" y="5097702"/>
            <a:ext cx="2471723" cy="657606"/>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55" name="Text Box 53"/>
          <p:cNvSpPr txBox="1">
            <a:spLocks noChangeArrowheads="1"/>
          </p:cNvSpPr>
          <p:nvPr/>
        </p:nvSpPr>
        <p:spPr bwMode="auto">
          <a:xfrm rot="706751">
            <a:off x="3593483" y="5120762"/>
            <a:ext cx="1863725"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err="1">
                <a:latin typeface="Arial" panose="020B0604020202020204" pitchFamily="34" charset="0"/>
              </a:rPr>
              <a:t>Seq</a:t>
            </a:r>
            <a:r>
              <a:rPr lang="en-US" altLang="en-US" sz="1400" dirty="0">
                <a:latin typeface="Arial" panose="020B0604020202020204" pitchFamily="34" charset="0"/>
              </a:rPr>
              <a:t>=92, 8 bytes data</a:t>
            </a:r>
            <a:endParaRPr lang="en-US" altLang="en-US" sz="1000" dirty="0">
              <a:latin typeface="Times New Roman" panose="02020603050405020304" pitchFamily="18" charset="0"/>
            </a:endParaRPr>
          </a:p>
        </p:txBody>
      </p:sp>
      <p:sp>
        <p:nvSpPr>
          <p:cNvPr id="4" name="Title 1">
            <a:extLst>
              <a:ext uri="{FF2B5EF4-FFF2-40B4-BE49-F238E27FC236}">
                <a16:creationId xmlns:a16="http://schemas.microsoft.com/office/drawing/2014/main" id="{080F6B17-3CFB-9214-05E4-CA6026660001}"/>
              </a:ext>
            </a:extLst>
          </p:cNvPr>
          <p:cNvSpPr txBox="1">
            <a:spLocks/>
          </p:cNvSpPr>
          <p:nvPr/>
        </p:nvSpPr>
        <p:spPr bwMode="auto">
          <a:xfrm>
            <a:off x="104521" y="870031"/>
            <a:ext cx="3015727" cy="7239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600">
                <a:solidFill>
                  <a:schemeClr val="accent2"/>
                </a:solidFill>
                <a:latin typeface="Arial" panose="020B0604020202020204" pitchFamily="34" charset="0"/>
                <a:ea typeface="+mj-ea"/>
                <a:cs typeface="Arial" panose="020B0604020202020204" pitchFamily="34" charset="0"/>
              </a:defRPr>
            </a:lvl1pPr>
            <a:lvl2pPr algn="ctr" rtl="0" eaLnBrk="0" fontAlgn="base" hangingPunct="0">
              <a:spcBef>
                <a:spcPct val="0"/>
              </a:spcBef>
              <a:spcAft>
                <a:spcPct val="0"/>
              </a:spcAft>
              <a:defRPr sz="3600">
                <a:solidFill>
                  <a:schemeClr val="bg1"/>
                </a:solidFill>
                <a:latin typeface="Palatino Linotype" pitchFamily="18" charset="0"/>
                <a:cs typeface="Arial" charset="0"/>
              </a:defRPr>
            </a:lvl2pPr>
            <a:lvl3pPr algn="ctr" rtl="0" eaLnBrk="0" fontAlgn="base" hangingPunct="0">
              <a:spcBef>
                <a:spcPct val="0"/>
              </a:spcBef>
              <a:spcAft>
                <a:spcPct val="0"/>
              </a:spcAft>
              <a:defRPr sz="3600">
                <a:solidFill>
                  <a:schemeClr val="bg1"/>
                </a:solidFill>
                <a:latin typeface="Palatino Linotype" pitchFamily="18" charset="0"/>
                <a:cs typeface="Arial" charset="0"/>
              </a:defRPr>
            </a:lvl3pPr>
            <a:lvl4pPr algn="ctr" rtl="0" eaLnBrk="0" fontAlgn="base" hangingPunct="0">
              <a:spcBef>
                <a:spcPct val="0"/>
              </a:spcBef>
              <a:spcAft>
                <a:spcPct val="0"/>
              </a:spcAft>
              <a:defRPr sz="3600">
                <a:solidFill>
                  <a:schemeClr val="bg1"/>
                </a:solidFill>
                <a:latin typeface="Palatino Linotype" pitchFamily="18" charset="0"/>
                <a:cs typeface="Arial" charset="0"/>
              </a:defRPr>
            </a:lvl4pPr>
            <a:lvl5pPr algn="ctr" rtl="0" eaLnBrk="0" fontAlgn="base" hangingPunct="0">
              <a:spcBef>
                <a:spcPct val="0"/>
              </a:spcBef>
              <a:spcAft>
                <a:spcPct val="0"/>
              </a:spcAft>
              <a:defRPr sz="3600">
                <a:solidFill>
                  <a:schemeClr val="bg1"/>
                </a:solidFill>
                <a:latin typeface="Palatino Linotype" pitchFamily="18" charset="0"/>
                <a:cs typeface="Arial" charset="0"/>
              </a:defRPr>
            </a:lvl5pPr>
            <a:lvl6pPr marL="457200" algn="ctr" rtl="0" fontAlgn="base">
              <a:spcBef>
                <a:spcPct val="0"/>
              </a:spcBef>
              <a:spcAft>
                <a:spcPct val="0"/>
              </a:spcAft>
              <a:defRPr sz="3600">
                <a:solidFill>
                  <a:schemeClr val="bg1"/>
                </a:solidFill>
                <a:latin typeface="Palatino Linotype" pitchFamily="18" charset="0"/>
                <a:cs typeface="Arial" charset="0"/>
              </a:defRPr>
            </a:lvl6pPr>
            <a:lvl7pPr marL="914400" algn="ctr" rtl="0" fontAlgn="base">
              <a:spcBef>
                <a:spcPct val="0"/>
              </a:spcBef>
              <a:spcAft>
                <a:spcPct val="0"/>
              </a:spcAft>
              <a:defRPr sz="3600">
                <a:solidFill>
                  <a:schemeClr val="bg1"/>
                </a:solidFill>
                <a:latin typeface="Palatino Linotype" pitchFamily="18" charset="0"/>
                <a:cs typeface="Arial" charset="0"/>
              </a:defRPr>
            </a:lvl7pPr>
            <a:lvl8pPr marL="1371600" algn="ctr" rtl="0" fontAlgn="base">
              <a:spcBef>
                <a:spcPct val="0"/>
              </a:spcBef>
              <a:spcAft>
                <a:spcPct val="0"/>
              </a:spcAft>
              <a:defRPr sz="3600">
                <a:solidFill>
                  <a:schemeClr val="bg1"/>
                </a:solidFill>
                <a:latin typeface="Palatino Linotype" pitchFamily="18" charset="0"/>
                <a:cs typeface="Arial" charset="0"/>
              </a:defRPr>
            </a:lvl8pPr>
            <a:lvl9pPr marL="1828800" algn="ctr" rtl="0" fontAlgn="base">
              <a:spcBef>
                <a:spcPct val="0"/>
              </a:spcBef>
              <a:spcAft>
                <a:spcPct val="0"/>
              </a:spcAft>
              <a:defRPr sz="3600">
                <a:solidFill>
                  <a:schemeClr val="bg1"/>
                </a:solidFill>
                <a:latin typeface="Palatino Linotype" pitchFamily="18" charset="0"/>
                <a:cs typeface="Arial" charset="0"/>
              </a:defRPr>
            </a:lvl9pPr>
          </a:lstStyle>
          <a:p>
            <a:r>
              <a:rPr lang="en-NZ" sz="2000" kern="0" dirty="0"/>
              <a:t>With fast retransmit: </a:t>
            </a:r>
          </a:p>
        </p:txBody>
      </p:sp>
      <p:sp>
        <p:nvSpPr>
          <p:cNvPr id="6" name="Rounded Rectangular Callout 5">
            <a:extLst>
              <a:ext uri="{FF2B5EF4-FFF2-40B4-BE49-F238E27FC236}">
                <a16:creationId xmlns:a16="http://schemas.microsoft.com/office/drawing/2014/main" id="{0213113C-0693-D313-5E2C-F3149543744B}"/>
              </a:ext>
            </a:extLst>
          </p:cNvPr>
          <p:cNvSpPr/>
          <p:nvPr/>
        </p:nvSpPr>
        <p:spPr>
          <a:xfrm>
            <a:off x="6277899" y="3436187"/>
            <a:ext cx="2243633" cy="709276"/>
          </a:xfrm>
          <a:prstGeom prst="wedgeRoundRectCallout">
            <a:avLst>
              <a:gd name="adj1" fmla="val -49858"/>
              <a:gd name="adj2" fmla="val -8027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ln w="0"/>
                <a:solidFill>
                  <a:schemeClr val="tx1"/>
                </a:solidFill>
                <a:effectLst>
                  <a:outerShdw blurRad="38100" dist="19050" dir="2700000" algn="tl" rotWithShape="0">
                    <a:schemeClr val="dk1">
                      <a:alpha val="40000"/>
                    </a:schemeClr>
                  </a:outerShdw>
                </a:effectLst>
              </a:rPr>
              <a:t>Buffered!</a:t>
            </a:r>
          </a:p>
        </p:txBody>
      </p:sp>
      <p:sp>
        <p:nvSpPr>
          <p:cNvPr id="17" name="Right Brace 16">
            <a:extLst>
              <a:ext uri="{FF2B5EF4-FFF2-40B4-BE49-F238E27FC236}">
                <a16:creationId xmlns:a16="http://schemas.microsoft.com/office/drawing/2014/main" id="{16A66578-5A52-129D-AFA6-81DB1AF2AF17}"/>
              </a:ext>
            </a:extLst>
          </p:cNvPr>
          <p:cNvSpPr/>
          <p:nvPr/>
        </p:nvSpPr>
        <p:spPr>
          <a:xfrm>
            <a:off x="5812197" y="2850760"/>
            <a:ext cx="421969" cy="777419"/>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989297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fade">
                                      <p:cBhvr>
                                        <p:cTn id="7" dur="1000"/>
                                        <p:tgtEl>
                                          <p:spTgt spid="53"/>
                                        </p:tgtEl>
                                      </p:cBhvr>
                                    </p:animEffect>
                                    <p:anim calcmode="lin" valueType="num">
                                      <p:cBhvr>
                                        <p:cTn id="8" dur="1000" fill="hold"/>
                                        <p:tgtEl>
                                          <p:spTgt spid="53"/>
                                        </p:tgtEl>
                                        <p:attrNameLst>
                                          <p:attrName>ppt_x</p:attrName>
                                        </p:attrNameLst>
                                      </p:cBhvr>
                                      <p:tavLst>
                                        <p:tav tm="0">
                                          <p:val>
                                            <p:strVal val="#ppt_x"/>
                                          </p:val>
                                        </p:tav>
                                        <p:tav tm="100000">
                                          <p:val>
                                            <p:strVal val="#ppt_x"/>
                                          </p:val>
                                        </p:tav>
                                      </p:tavLst>
                                    </p:anim>
                                    <p:anim calcmode="lin" valueType="num">
                                      <p:cBhvr>
                                        <p:cTn id="9" dur="1000" fill="hold"/>
                                        <p:tgtEl>
                                          <p:spTgt spid="5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TCP Reliable Data Transfer</a:t>
            </a:r>
          </a:p>
        </p:txBody>
      </p:sp>
      <p:sp>
        <p:nvSpPr>
          <p:cNvPr id="4" name="Content Placeholder 3">
            <a:extLst>
              <a:ext uri="{FF2B5EF4-FFF2-40B4-BE49-F238E27FC236}">
                <a16:creationId xmlns:a16="http://schemas.microsoft.com/office/drawing/2014/main" id="{39B6B155-16C3-65CA-7198-15A2578B201A}"/>
              </a:ext>
            </a:extLst>
          </p:cNvPr>
          <p:cNvSpPr>
            <a:spLocks noGrp="1"/>
          </p:cNvSpPr>
          <p:nvPr>
            <p:ph idx="1"/>
          </p:nvPr>
        </p:nvSpPr>
        <p:spPr>
          <a:xfrm>
            <a:off x="457200" y="990600"/>
            <a:ext cx="8229600" cy="3886200"/>
          </a:xfrm>
        </p:spPr>
        <p:txBody>
          <a:bodyPr/>
          <a:lstStyle/>
          <a:p>
            <a:pPr>
              <a:spcBef>
                <a:spcPts val="1200"/>
              </a:spcBef>
              <a:spcAft>
                <a:spcPts val="600"/>
              </a:spcAft>
              <a:buFont typeface="ZapfDingbats" pitchFamily="82" charset="2"/>
              <a:buNone/>
            </a:pPr>
            <a:r>
              <a:rPr lang="en-NZ" sz="3200" dirty="0"/>
              <a:t>Go-Back-N or Selective Repeat/Reject? </a:t>
            </a:r>
          </a:p>
          <a:p>
            <a:pPr>
              <a:spcBef>
                <a:spcPts val="1200"/>
              </a:spcBef>
              <a:spcAft>
                <a:spcPts val="600"/>
              </a:spcAft>
            </a:pPr>
            <a:r>
              <a:rPr lang="en-US" altLang="en-US" sz="2600" kern="0" dirty="0"/>
              <a:t>Cumulative ACKs (similar to GBN)</a:t>
            </a:r>
          </a:p>
          <a:p>
            <a:pPr>
              <a:spcBef>
                <a:spcPts val="1200"/>
              </a:spcBef>
              <a:spcAft>
                <a:spcPts val="600"/>
              </a:spcAft>
            </a:pPr>
            <a:r>
              <a:rPr lang="en-US" altLang="en-US" sz="2600" kern="0" dirty="0"/>
              <a:t>Many TCP implementations buffer correctly received but out-of-order segments (similar to SR)</a:t>
            </a:r>
          </a:p>
          <a:p>
            <a:pPr>
              <a:spcBef>
                <a:spcPts val="1200"/>
              </a:spcBef>
              <a:spcAft>
                <a:spcPts val="600"/>
              </a:spcAft>
            </a:pPr>
            <a:r>
              <a:rPr lang="en-US" altLang="en-US" sz="2600" kern="0" dirty="0"/>
              <a:t>When there is timeout, sender retransmits the </a:t>
            </a:r>
            <a:r>
              <a:rPr lang="en-US" altLang="en-US" sz="2600" kern="0" dirty="0" err="1"/>
              <a:t>unAck’d</a:t>
            </a:r>
            <a:r>
              <a:rPr lang="en-US" altLang="en-US" sz="2600" kern="0"/>
              <a:t> segment </a:t>
            </a:r>
            <a:r>
              <a:rPr lang="en-US" altLang="en-US" sz="2600" kern="0" dirty="0"/>
              <a:t>with the smallest seq# only</a:t>
            </a:r>
          </a:p>
        </p:txBody>
      </p:sp>
      <p:sp>
        <p:nvSpPr>
          <p:cNvPr id="3" name="Slide Number Placeholder 2"/>
          <p:cNvSpPr>
            <a:spLocks noGrp="1"/>
          </p:cNvSpPr>
          <p:nvPr>
            <p:ph type="sldNum" sz="quarter" idx="4"/>
          </p:nvPr>
        </p:nvSpPr>
        <p:spPr/>
        <p:txBody>
          <a:bodyPr/>
          <a:lstStyle/>
          <a:p>
            <a:pPr>
              <a:defRPr/>
            </a:pPr>
            <a:fld id="{F077EB57-2F86-E04E-ACF4-B5B9117ACB7A}" type="slidenum">
              <a:rPr lang="en-US" smtClean="0"/>
              <a:pPr>
                <a:defRPr/>
              </a:pPr>
              <a:t>39</a:t>
            </a:fld>
            <a:endParaRPr lang="en-US"/>
          </a:p>
        </p:txBody>
      </p:sp>
    </p:spTree>
    <p:extLst>
      <p:ext uri="{BB962C8B-B14F-4D97-AF65-F5344CB8AC3E}">
        <p14:creationId xmlns:p14="http://schemas.microsoft.com/office/powerpoint/2010/main" val="21271567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BCF88-BAF6-FCD8-D6FB-943BF35DAE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394B09-FEA8-55C0-EA28-F34F8970394A}"/>
              </a:ext>
            </a:extLst>
          </p:cNvPr>
          <p:cNvSpPr>
            <a:spLocks noGrp="1"/>
          </p:cNvSpPr>
          <p:nvPr>
            <p:ph type="title"/>
          </p:nvPr>
        </p:nvSpPr>
        <p:spPr/>
        <p:txBody>
          <a:bodyPr/>
          <a:lstStyle/>
          <a:p>
            <a:r>
              <a:rPr lang="en-NZ" dirty="0"/>
              <a:t>TCP Reliable Data Transfer</a:t>
            </a:r>
          </a:p>
        </p:txBody>
      </p:sp>
      <p:sp>
        <p:nvSpPr>
          <p:cNvPr id="4" name="Content Placeholder 3">
            <a:extLst>
              <a:ext uri="{FF2B5EF4-FFF2-40B4-BE49-F238E27FC236}">
                <a16:creationId xmlns:a16="http://schemas.microsoft.com/office/drawing/2014/main" id="{70F56DF8-195E-EAB4-5FD1-7E54D9CFF271}"/>
              </a:ext>
            </a:extLst>
          </p:cNvPr>
          <p:cNvSpPr>
            <a:spLocks noGrp="1"/>
          </p:cNvSpPr>
          <p:nvPr>
            <p:ph idx="1"/>
          </p:nvPr>
        </p:nvSpPr>
        <p:spPr>
          <a:xfrm>
            <a:off x="457200" y="990600"/>
            <a:ext cx="8229600" cy="3886200"/>
          </a:xfrm>
        </p:spPr>
        <p:txBody>
          <a:bodyPr/>
          <a:lstStyle/>
          <a:p>
            <a:pPr>
              <a:spcBef>
                <a:spcPts val="1200"/>
              </a:spcBef>
              <a:spcAft>
                <a:spcPts val="600"/>
              </a:spcAft>
            </a:pPr>
            <a:r>
              <a:rPr lang="en-US" altLang="en-US" sz="2600" kern="0" dirty="0"/>
              <a:t>There are further recommendations for ACK generation at the TCP receiver side. </a:t>
            </a:r>
          </a:p>
          <a:p>
            <a:pPr lvl="1">
              <a:spcBef>
                <a:spcPts val="1200"/>
              </a:spcBef>
              <a:spcAft>
                <a:spcPts val="600"/>
              </a:spcAft>
            </a:pPr>
            <a:r>
              <a:rPr lang="en-US" altLang="en-US" sz="2100" kern="0" dirty="0"/>
              <a:t>To avoid sending two many ACKs</a:t>
            </a:r>
          </a:p>
          <a:p>
            <a:pPr lvl="1">
              <a:spcBef>
                <a:spcPts val="1200"/>
              </a:spcBef>
              <a:spcAft>
                <a:spcPts val="600"/>
              </a:spcAft>
            </a:pPr>
            <a:r>
              <a:rPr lang="en-US" altLang="en-US" sz="2000" dirty="0"/>
              <a:t>RFC 1122, RFC 2581</a:t>
            </a:r>
          </a:p>
          <a:p>
            <a:pPr>
              <a:spcBef>
                <a:spcPts val="1200"/>
              </a:spcBef>
              <a:spcAft>
                <a:spcPts val="600"/>
              </a:spcAft>
            </a:pPr>
            <a:r>
              <a:rPr lang="en-US" altLang="en-US" sz="2600" kern="0" dirty="0"/>
              <a:t>TCP can use selective ACK options [RFC 2018]. </a:t>
            </a:r>
          </a:p>
        </p:txBody>
      </p:sp>
      <p:sp>
        <p:nvSpPr>
          <p:cNvPr id="3" name="Slide Number Placeholder 2">
            <a:extLst>
              <a:ext uri="{FF2B5EF4-FFF2-40B4-BE49-F238E27FC236}">
                <a16:creationId xmlns:a16="http://schemas.microsoft.com/office/drawing/2014/main" id="{8A528C0E-7081-6C03-EE73-239F989938E8}"/>
              </a:ext>
            </a:extLst>
          </p:cNvPr>
          <p:cNvSpPr>
            <a:spLocks noGrp="1"/>
          </p:cNvSpPr>
          <p:nvPr>
            <p:ph type="sldNum" sz="quarter" idx="4"/>
          </p:nvPr>
        </p:nvSpPr>
        <p:spPr/>
        <p:txBody>
          <a:bodyPr/>
          <a:lstStyle/>
          <a:p>
            <a:pPr>
              <a:defRPr/>
            </a:pPr>
            <a:fld id="{F077EB57-2F86-E04E-ACF4-B5B9117ACB7A}" type="slidenum">
              <a:rPr lang="en-US" smtClean="0"/>
              <a:pPr>
                <a:defRPr/>
              </a:pPr>
              <a:t>40</a:t>
            </a:fld>
            <a:endParaRPr lang="en-US"/>
          </a:p>
        </p:txBody>
      </p:sp>
    </p:spTree>
    <p:extLst>
      <p:ext uri="{BB962C8B-B14F-4D97-AF65-F5344CB8AC3E}">
        <p14:creationId xmlns:p14="http://schemas.microsoft.com/office/powerpoint/2010/main" val="12296895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A0E545-1164-1D60-D58A-F8685572C4AD}"/>
              </a:ext>
            </a:extLst>
          </p:cNvPr>
          <p:cNvSpPr>
            <a:spLocks noGrp="1"/>
          </p:cNvSpPr>
          <p:nvPr>
            <p:ph type="ctrTitle"/>
          </p:nvPr>
        </p:nvSpPr>
        <p:spPr/>
        <p:txBody>
          <a:bodyPr/>
          <a:lstStyle/>
          <a:p>
            <a:r>
              <a:rPr lang="en-NZ" dirty="0"/>
              <a:t>How Long Should the Sender Wait?</a:t>
            </a:r>
          </a:p>
        </p:txBody>
      </p:sp>
      <p:sp>
        <p:nvSpPr>
          <p:cNvPr id="6" name="Subtitle 5">
            <a:extLst>
              <a:ext uri="{FF2B5EF4-FFF2-40B4-BE49-F238E27FC236}">
                <a16:creationId xmlns:a16="http://schemas.microsoft.com/office/drawing/2014/main" id="{191E8FE4-1A81-C413-DE53-911994BDD723}"/>
              </a:ext>
            </a:extLst>
          </p:cNvPr>
          <p:cNvSpPr>
            <a:spLocks noGrp="1"/>
          </p:cNvSpPr>
          <p:nvPr>
            <p:ph type="subTitle" idx="1"/>
          </p:nvPr>
        </p:nvSpPr>
        <p:spPr/>
        <p:txBody>
          <a:bodyPr/>
          <a:lstStyle/>
          <a:p>
            <a:endParaRPr lang="en-NZ"/>
          </a:p>
        </p:txBody>
      </p:sp>
      <p:sp>
        <p:nvSpPr>
          <p:cNvPr id="4" name="Slide Number Placeholder 3">
            <a:extLst>
              <a:ext uri="{FF2B5EF4-FFF2-40B4-BE49-F238E27FC236}">
                <a16:creationId xmlns:a16="http://schemas.microsoft.com/office/drawing/2014/main" id="{D9906A9E-CB29-1EA1-8501-C637A4A81617}"/>
              </a:ext>
            </a:extLst>
          </p:cNvPr>
          <p:cNvSpPr>
            <a:spLocks noGrp="1"/>
          </p:cNvSpPr>
          <p:nvPr>
            <p:ph type="sldNum" sz="quarter" idx="4294967295"/>
          </p:nvPr>
        </p:nvSpPr>
        <p:spPr>
          <a:xfrm>
            <a:off x="7132638" y="6553200"/>
            <a:ext cx="2011362" cy="277813"/>
          </a:xfrm>
        </p:spPr>
        <p:txBody>
          <a:bodyPr/>
          <a:lstStyle/>
          <a:p>
            <a:pPr>
              <a:defRPr/>
            </a:pPr>
            <a:fld id="{DACE9E11-39C8-4E20-894F-A4A883CCF6EF}" type="slidenum">
              <a:rPr lang="en-US" smtClean="0"/>
              <a:pPr>
                <a:defRPr/>
              </a:pPr>
              <a:t>41</a:t>
            </a:fld>
            <a:endParaRPr lang="en-US"/>
          </a:p>
        </p:txBody>
      </p:sp>
    </p:spTree>
    <p:extLst>
      <p:ext uri="{BB962C8B-B14F-4D97-AF65-F5344CB8AC3E}">
        <p14:creationId xmlns:p14="http://schemas.microsoft.com/office/powerpoint/2010/main" val="14310092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p:txBody>
          <a:bodyPr/>
          <a:lstStyle/>
          <a:p>
            <a:r>
              <a:rPr lang="en-US" altLang="en-US" sz="3600" dirty="0"/>
              <a:t>TCP Round-Trip Time and Timeout</a:t>
            </a:r>
            <a:endParaRPr lang="en-US" altLang="en-US" dirty="0"/>
          </a:p>
        </p:txBody>
      </p:sp>
      <p:sp>
        <p:nvSpPr>
          <p:cNvPr id="359427" name="Rectangle 3"/>
          <p:cNvSpPr>
            <a:spLocks noGrp="1" noChangeArrowheads="1"/>
          </p:cNvSpPr>
          <p:nvPr>
            <p:ph idx="1"/>
          </p:nvPr>
        </p:nvSpPr>
        <p:spPr/>
        <p:txBody>
          <a:bodyPr/>
          <a:lstStyle/>
          <a:p>
            <a:pPr>
              <a:spcBef>
                <a:spcPts val="1200"/>
              </a:spcBef>
              <a:spcAft>
                <a:spcPts val="600"/>
              </a:spcAft>
            </a:pPr>
            <a:r>
              <a:rPr lang="en-NZ" altLang="en-US" sz="2800" dirty="0"/>
              <a:t>If </a:t>
            </a:r>
            <a:r>
              <a:rPr lang="en-NZ" altLang="en-US" sz="2800" u="sng" dirty="0"/>
              <a:t>the timeout value is too small</a:t>
            </a:r>
            <a:r>
              <a:rPr lang="en-NZ" altLang="en-US" sz="2800" dirty="0"/>
              <a:t>, the sender will time out too fast resulting in </a:t>
            </a:r>
            <a:r>
              <a:rPr lang="en-NZ" altLang="en-US" sz="2800" dirty="0">
                <a:solidFill>
                  <a:srgbClr val="FF0000"/>
                </a:solidFill>
              </a:rPr>
              <a:t>unnecessary retransmissions</a:t>
            </a:r>
            <a:r>
              <a:rPr lang="en-NZ" altLang="en-US" sz="2800" dirty="0"/>
              <a:t>.</a:t>
            </a:r>
          </a:p>
          <a:p>
            <a:pPr>
              <a:spcBef>
                <a:spcPts val="1200"/>
              </a:spcBef>
              <a:spcAft>
                <a:spcPts val="600"/>
              </a:spcAft>
            </a:pPr>
            <a:r>
              <a:rPr lang="en-NZ" altLang="en-US" sz="2800" dirty="0"/>
              <a:t>If </a:t>
            </a:r>
            <a:r>
              <a:rPr lang="en-NZ" altLang="en-US" sz="2800" u="sng" dirty="0"/>
              <a:t>the timeout value is too large</a:t>
            </a:r>
            <a:r>
              <a:rPr lang="en-NZ" altLang="en-US" sz="2800" dirty="0"/>
              <a:t>, the sender will take too long to recover from errors (i.e. </a:t>
            </a:r>
            <a:r>
              <a:rPr lang="en-NZ" altLang="en-US" sz="2800" dirty="0">
                <a:solidFill>
                  <a:srgbClr val="FF0000"/>
                </a:solidFill>
              </a:rPr>
              <a:t>excessive delays when packets are lost</a:t>
            </a:r>
            <a:r>
              <a:rPr lang="en-NZ" altLang="en-US" sz="2800" dirty="0"/>
              <a:t>).</a:t>
            </a:r>
          </a:p>
          <a:p>
            <a:pPr>
              <a:spcBef>
                <a:spcPts val="1200"/>
              </a:spcBef>
              <a:spcAft>
                <a:spcPts val="600"/>
              </a:spcAft>
            </a:pPr>
            <a:endParaRPr lang="en-NZ" altLang="en-US" sz="2800" dirty="0"/>
          </a:p>
          <a:p>
            <a:pPr>
              <a:spcBef>
                <a:spcPts val="1200"/>
              </a:spcBef>
              <a:spcAft>
                <a:spcPts val="600"/>
              </a:spcAft>
            </a:pPr>
            <a:r>
              <a:rPr lang="en-NZ" altLang="en-US" sz="2800" dirty="0"/>
              <a:t>TCP sets timeout as </a:t>
            </a:r>
            <a:r>
              <a:rPr lang="en-NZ" altLang="en-US" sz="2800" dirty="0">
                <a:solidFill>
                  <a:srgbClr val="FF0000"/>
                </a:solidFill>
              </a:rPr>
              <a:t>a function of the RTT (Round-Trip Time)</a:t>
            </a:r>
            <a:r>
              <a:rPr lang="en-NZ" altLang="en-US" sz="2800" dirty="0"/>
              <a:t>.</a:t>
            </a:r>
            <a:endParaRPr lang="en-US" altLang="en-US" sz="2800" dirty="0"/>
          </a:p>
        </p:txBody>
      </p:sp>
      <p:sp>
        <p:nvSpPr>
          <p:cNvPr id="6" name="Slide Number Placeholder 5"/>
          <p:cNvSpPr>
            <a:spLocks noGrp="1"/>
          </p:cNvSpPr>
          <p:nvPr>
            <p:ph type="sldNum" sz="quarter" idx="4"/>
          </p:nvPr>
        </p:nvSpPr>
        <p:spPr/>
        <p:txBody>
          <a:bodyPr/>
          <a:lstStyle/>
          <a:p>
            <a:fld id="{47FEE062-DD4D-4733-A91F-2F9B05FE899A}" type="slidenum">
              <a:rPr lang="en-US" altLang="en-US"/>
              <a:pPr/>
              <a:t>42</a:t>
            </a:fld>
            <a:endParaRPr lang="en-US" altLang="en-US"/>
          </a:p>
        </p:txBody>
      </p:sp>
    </p:spTree>
    <p:extLst>
      <p:ext uri="{BB962C8B-B14F-4D97-AF65-F5344CB8AC3E}">
        <p14:creationId xmlns:p14="http://schemas.microsoft.com/office/powerpoint/2010/main" val="17828547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47FEE062-DD4D-4733-A91F-2F9B05FE899A}" type="slidenum">
              <a:rPr lang="en-US" altLang="en-US"/>
              <a:pPr/>
              <a:t>43</a:t>
            </a:fld>
            <a:endParaRPr lang="en-US" altLang="en-US"/>
          </a:p>
        </p:txBody>
      </p:sp>
      <p:sp>
        <p:nvSpPr>
          <p:cNvPr id="359426" name="Rectangle 2"/>
          <p:cNvSpPr>
            <a:spLocks noGrp="1" noChangeArrowheads="1"/>
          </p:cNvSpPr>
          <p:nvPr>
            <p:ph type="title"/>
          </p:nvPr>
        </p:nvSpPr>
        <p:spPr>
          <a:xfrm>
            <a:off x="533400" y="24809"/>
            <a:ext cx="7772400" cy="1143000"/>
          </a:xfrm>
        </p:spPr>
        <p:txBody>
          <a:bodyPr/>
          <a:lstStyle/>
          <a:p>
            <a:r>
              <a:rPr lang="en-US" altLang="en-US" sz="3600" dirty="0"/>
              <a:t>TCP Round Trip Time and Timeout</a:t>
            </a:r>
            <a:endParaRPr lang="en-US" altLang="en-US" dirty="0"/>
          </a:p>
        </p:txBody>
      </p:sp>
      <p:sp>
        <p:nvSpPr>
          <p:cNvPr id="359428" name="Rectangle 4"/>
          <p:cNvSpPr>
            <a:spLocks noGrp="1" noChangeArrowheads="1"/>
          </p:cNvSpPr>
          <p:nvPr>
            <p:ph type="body" sz="half" idx="2"/>
          </p:nvPr>
        </p:nvSpPr>
        <p:spPr>
          <a:xfrm>
            <a:off x="304801" y="1352550"/>
            <a:ext cx="8401050" cy="4648200"/>
          </a:xfrm>
        </p:spPr>
        <p:txBody>
          <a:bodyPr/>
          <a:lstStyle/>
          <a:p>
            <a:pPr>
              <a:buFont typeface="ZapfDingbats" pitchFamily="82" charset="2"/>
              <a:buNone/>
            </a:pPr>
            <a:r>
              <a:rPr lang="en-US" altLang="en-US" sz="2400" u="sng" dirty="0">
                <a:solidFill>
                  <a:srgbClr val="FF0000"/>
                </a:solidFill>
              </a:rPr>
              <a:t>Q:</a:t>
            </a:r>
            <a:r>
              <a:rPr lang="en-US" altLang="en-US" sz="2400" dirty="0"/>
              <a:t> how to estimate RTT?</a:t>
            </a:r>
          </a:p>
          <a:p>
            <a:r>
              <a:rPr lang="en-US" altLang="en-US" sz="2000" b="1" dirty="0" err="1">
                <a:solidFill>
                  <a:schemeClr val="accent2"/>
                </a:solidFill>
                <a:latin typeface="Courier New" panose="02070309020205020404" pitchFamily="49" charset="0"/>
              </a:rPr>
              <a:t>SampleRTT</a:t>
            </a:r>
            <a:r>
              <a:rPr lang="en-US" altLang="en-US" sz="2000" dirty="0">
                <a:solidFill>
                  <a:schemeClr val="accent2"/>
                </a:solidFill>
              </a:rPr>
              <a:t>:</a:t>
            </a:r>
            <a:r>
              <a:rPr lang="en-US" altLang="en-US" sz="2000" dirty="0"/>
              <a:t> measured time from segment transmission until ACK receipt</a:t>
            </a:r>
          </a:p>
          <a:p>
            <a:pPr lvl="1"/>
            <a:r>
              <a:rPr lang="en-US" altLang="en-US" sz="2000" dirty="0"/>
              <a:t>ignore retransmissions (</a:t>
            </a:r>
            <a:r>
              <a:rPr lang="en-US" altLang="en-US" sz="2000" i="1" dirty="0"/>
              <a:t>do not sample retransmitted segments</a:t>
            </a:r>
            <a:r>
              <a:rPr lang="en-US" altLang="en-US" sz="2000" dirty="0"/>
              <a:t>);</a:t>
            </a:r>
          </a:p>
          <a:p>
            <a:r>
              <a:rPr lang="en-US" altLang="en-US" sz="2000" b="1" dirty="0" err="1">
                <a:latin typeface="Courier New" panose="02070309020205020404" pitchFamily="49" charset="0"/>
              </a:rPr>
              <a:t>SampleRTT</a:t>
            </a:r>
            <a:r>
              <a:rPr lang="en-US" altLang="en-US" sz="2000" dirty="0"/>
              <a:t> will vary, want estimated RTT “typical”</a:t>
            </a:r>
            <a:endParaRPr lang="en-US" altLang="en-US" sz="2400" dirty="0"/>
          </a:p>
          <a:p>
            <a:pPr lvl="1"/>
            <a:r>
              <a:rPr lang="en-US" altLang="en-US" sz="2000" dirty="0"/>
              <a:t>average several recent measurements</a:t>
            </a:r>
          </a:p>
        </p:txBody>
      </p:sp>
    </p:spTree>
    <p:extLst>
      <p:ext uri="{BB962C8B-B14F-4D97-AF65-F5344CB8AC3E}">
        <p14:creationId xmlns:p14="http://schemas.microsoft.com/office/powerpoint/2010/main" val="13959373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Rectangle 2"/>
          <p:cNvSpPr>
            <a:spLocks noGrp="1" noChangeArrowheads="1"/>
          </p:cNvSpPr>
          <p:nvPr>
            <p:ph type="title"/>
          </p:nvPr>
        </p:nvSpPr>
        <p:spPr>
          <a:xfrm>
            <a:off x="0" y="70056"/>
            <a:ext cx="9144000" cy="723900"/>
          </a:xfrm>
        </p:spPr>
        <p:txBody>
          <a:bodyPr/>
          <a:lstStyle/>
          <a:p>
            <a:r>
              <a:rPr lang="en-US" altLang="en-US" sz="3600" dirty="0"/>
              <a:t>TCP Round-Trip Time and Timeout (cont.)</a:t>
            </a:r>
            <a:endParaRPr lang="en-US" altLang="en-US" dirty="0"/>
          </a:p>
        </p:txBody>
      </p:sp>
      <p:sp>
        <p:nvSpPr>
          <p:cNvPr id="6" name="Slide Number Placeholder 5"/>
          <p:cNvSpPr>
            <a:spLocks noGrp="1"/>
          </p:cNvSpPr>
          <p:nvPr>
            <p:ph type="sldNum" sz="quarter" idx="4"/>
          </p:nvPr>
        </p:nvSpPr>
        <p:spPr/>
        <p:txBody>
          <a:bodyPr/>
          <a:lstStyle/>
          <a:p>
            <a:fld id="{E4014028-35CE-4333-8684-438F7BC18138}" type="slidenum">
              <a:rPr lang="en-US" altLang="en-US"/>
              <a:pPr/>
              <a:t>44</a:t>
            </a:fld>
            <a:endParaRPr lang="en-US" altLang="en-US"/>
          </a:p>
        </p:txBody>
      </p:sp>
      <p:sp>
        <p:nvSpPr>
          <p:cNvPr id="360451" name="Text Box 3"/>
          <p:cNvSpPr txBox="1">
            <a:spLocks noChangeArrowheads="1"/>
          </p:cNvSpPr>
          <p:nvPr/>
        </p:nvSpPr>
        <p:spPr bwMode="auto">
          <a:xfrm>
            <a:off x="370575" y="1363539"/>
            <a:ext cx="8356775"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b="1" dirty="0" err="1">
                <a:latin typeface="Courier New" panose="02070309020205020404" pitchFamily="49" charset="0"/>
              </a:rPr>
              <a:t>EstimatedRTT</a:t>
            </a:r>
            <a:r>
              <a:rPr lang="en-US" altLang="en-US" sz="2000" b="1" dirty="0">
                <a:latin typeface="Courier New" panose="02070309020205020404" pitchFamily="49" charset="0"/>
              </a:rPr>
              <a:t> = (1 - </a:t>
            </a:r>
            <a:r>
              <a:rPr lang="en-US" altLang="en-US" sz="2000" b="1" dirty="0">
                <a:latin typeface="Courier New" panose="02070309020205020404" pitchFamily="49" charset="0"/>
                <a:sym typeface="Symbol" panose="05050102010706020507" pitchFamily="18" charset="2"/>
              </a:rPr>
              <a:t></a:t>
            </a:r>
            <a:r>
              <a:rPr lang="en-US" altLang="en-US" sz="2000" b="1" dirty="0">
                <a:latin typeface="Courier New" panose="02070309020205020404" pitchFamily="49" charset="0"/>
              </a:rPr>
              <a:t>) * </a:t>
            </a:r>
            <a:r>
              <a:rPr lang="en-US" altLang="en-US" sz="2000" b="1" dirty="0" err="1">
                <a:latin typeface="Courier New" panose="02070309020205020404" pitchFamily="49" charset="0"/>
              </a:rPr>
              <a:t>EstimatedRTT</a:t>
            </a:r>
            <a:r>
              <a:rPr lang="en-US" altLang="en-US" sz="2000" b="1" dirty="0">
                <a:latin typeface="Courier New" panose="02070309020205020404" pitchFamily="49" charset="0"/>
              </a:rPr>
              <a:t> + </a:t>
            </a:r>
            <a:r>
              <a:rPr lang="en-US" altLang="en-US" sz="2000" b="1" dirty="0">
                <a:latin typeface="Courier New" panose="02070309020205020404" pitchFamily="49" charset="0"/>
                <a:sym typeface="Symbol" panose="05050102010706020507" pitchFamily="18" charset="2"/>
              </a:rPr>
              <a:t> </a:t>
            </a:r>
            <a:r>
              <a:rPr lang="en-US" altLang="en-US" sz="2000" b="1" dirty="0">
                <a:latin typeface="Courier New" panose="02070309020205020404" pitchFamily="49" charset="0"/>
              </a:rPr>
              <a:t>* </a:t>
            </a:r>
            <a:r>
              <a:rPr lang="en-US" altLang="en-US" sz="2000" b="1" dirty="0" err="1">
                <a:latin typeface="Courier New" panose="02070309020205020404" pitchFamily="49" charset="0"/>
              </a:rPr>
              <a:t>SampleRTT</a:t>
            </a:r>
            <a:endParaRPr lang="en-US" altLang="en-US" sz="2000" b="1" dirty="0">
              <a:latin typeface="Courier New" panose="02070309020205020404" pitchFamily="49" charset="0"/>
            </a:endParaRPr>
          </a:p>
        </p:txBody>
      </p:sp>
      <p:sp>
        <p:nvSpPr>
          <p:cNvPr id="360452" name="Rectangle 4"/>
          <p:cNvSpPr>
            <a:spLocks noChangeArrowheads="1"/>
          </p:cNvSpPr>
          <p:nvPr/>
        </p:nvSpPr>
        <p:spPr bwMode="auto">
          <a:xfrm>
            <a:off x="552007" y="2296633"/>
            <a:ext cx="7993912" cy="3798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spcBef>
                <a:spcPct val="20000"/>
              </a:spcBef>
              <a:buClr>
                <a:schemeClr val="accent2"/>
              </a:buClr>
              <a:buSzPct val="85000"/>
              <a:buFont typeface="ZapfDingbats" pitchFamily="82" charset="2"/>
              <a:buChar char="r"/>
              <a:defRPr sz="2400">
                <a:solidFill>
                  <a:schemeClr val="tx1"/>
                </a:solidFill>
                <a:latin typeface="Comic Sans MS" panose="030F0702030302020204" pitchFamily="66" charset="0"/>
              </a:defRPr>
            </a:lvl1pPr>
            <a:lvl2pPr marL="742950" indent="-285750" algn="l">
              <a:spcBef>
                <a:spcPct val="20000"/>
              </a:spcBef>
              <a:buClr>
                <a:schemeClr val="accent2"/>
              </a:buClr>
              <a:buSzPct val="75000"/>
              <a:buFont typeface="ZapfDingbats" pitchFamily="82" charset="2"/>
              <a:buChar char="m"/>
              <a:defRPr sz="2000">
                <a:solidFill>
                  <a:schemeClr val="tx1"/>
                </a:solidFill>
                <a:latin typeface="Comic Sans MS" panose="030F0702030302020204" pitchFamily="66" charset="0"/>
              </a:defRPr>
            </a:lvl2pPr>
            <a:lvl3pPr marL="1143000" indent="-228600" algn="l">
              <a:spcBef>
                <a:spcPct val="20000"/>
              </a:spcBef>
              <a:buChar char="•"/>
              <a:defRPr>
                <a:solidFill>
                  <a:schemeClr val="tx1"/>
                </a:solidFill>
                <a:latin typeface="Comic Sans MS" panose="030F0702030302020204" pitchFamily="66" charset="0"/>
              </a:defRPr>
            </a:lvl3pPr>
            <a:lvl4pPr marL="1600200" indent="-228600" algn="l">
              <a:spcBef>
                <a:spcPct val="20000"/>
              </a:spcBef>
              <a:buChar char="–"/>
              <a:defRPr>
                <a:solidFill>
                  <a:schemeClr val="tx1"/>
                </a:solidFill>
                <a:latin typeface="Times New Roman" panose="02020603050405020304" pitchFamily="18" charset="0"/>
              </a:defRPr>
            </a:lvl4pPr>
            <a:lvl5pPr marL="2057400" indent="-228600" algn="l">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a:spcAft>
                <a:spcPts val="600"/>
              </a:spcAft>
              <a:buFont typeface="Wingdings" panose="05000000000000000000" pitchFamily="2" charset="2"/>
              <a:buChar char="q"/>
            </a:pPr>
            <a:r>
              <a:rPr lang="en-US" altLang="en-US" sz="2800" dirty="0">
                <a:latin typeface="Arial" panose="020B0604020202020204" pitchFamily="34" charset="0"/>
                <a:cs typeface="Arial" panose="020B0604020202020204" pitchFamily="34" charset="0"/>
              </a:rPr>
              <a:t>Exponential weighted moving average (EWMA)</a:t>
            </a:r>
          </a:p>
          <a:p>
            <a:pPr lvl="1">
              <a:spcAft>
                <a:spcPts val="600"/>
              </a:spcAft>
              <a:buFont typeface="Courier New" panose="02070309020205020404" pitchFamily="49" charset="0"/>
              <a:buChar char="o"/>
            </a:pPr>
            <a:r>
              <a:rPr lang="en-US" altLang="en-US" dirty="0">
                <a:latin typeface="Arial" panose="020B0604020202020204" pitchFamily="34" charset="0"/>
                <a:cs typeface="Arial" panose="020B0604020202020204" pitchFamily="34" charset="0"/>
              </a:rPr>
              <a:t>The weighted average puts more weight on recent samples which better reflect the current congestion in the network</a:t>
            </a:r>
            <a:endParaRPr lang="en-NZ" dirty="0">
              <a:latin typeface="Arial" panose="020B0604020202020204" pitchFamily="34" charset="0"/>
              <a:cs typeface="Arial" panose="020B0604020202020204" pitchFamily="34" charset="0"/>
            </a:endParaRPr>
          </a:p>
          <a:p>
            <a:pPr lvl="1">
              <a:spcAft>
                <a:spcPts val="600"/>
              </a:spcAft>
              <a:buFont typeface="Courier New" panose="02070309020205020404" pitchFamily="49" charset="0"/>
              <a:buChar char="o"/>
            </a:pPr>
            <a:r>
              <a:rPr lang="en-NZ" dirty="0">
                <a:latin typeface="Arial" panose="020B0604020202020204" pitchFamily="34" charset="0"/>
                <a:cs typeface="Arial" panose="020B0604020202020204" pitchFamily="34" charset="0"/>
              </a:rPr>
              <a:t>The weight of a given </a:t>
            </a:r>
            <a:r>
              <a:rPr lang="en-NZ" dirty="0" err="1">
                <a:latin typeface="Arial" panose="020B0604020202020204" pitchFamily="34" charset="0"/>
                <a:cs typeface="Arial" panose="020B0604020202020204" pitchFamily="34" charset="0"/>
              </a:rPr>
              <a:t>SampleRTT</a:t>
            </a:r>
            <a:r>
              <a:rPr lang="en-NZ" dirty="0">
                <a:latin typeface="Arial" panose="020B0604020202020204" pitchFamily="34" charset="0"/>
                <a:cs typeface="Arial" panose="020B0604020202020204" pitchFamily="34" charset="0"/>
              </a:rPr>
              <a:t> decays exponentially fast as the updates proceed.</a:t>
            </a:r>
            <a:endParaRPr lang="en-US" altLang="en-US" dirty="0">
              <a:latin typeface="Arial" panose="020B0604020202020204" pitchFamily="34" charset="0"/>
              <a:cs typeface="Arial" panose="020B0604020202020204" pitchFamily="34" charset="0"/>
            </a:endParaRPr>
          </a:p>
          <a:p>
            <a:pPr>
              <a:spcAft>
                <a:spcPts val="600"/>
              </a:spcAft>
              <a:buFont typeface="Courier New" panose="02070309020205020404" pitchFamily="49" charset="0"/>
              <a:buChar char="o"/>
            </a:pPr>
            <a:endParaRPr lang="en-US" altLang="en-US" sz="2800" dirty="0">
              <a:latin typeface="Arial" panose="020B0604020202020204" pitchFamily="34" charset="0"/>
              <a:cs typeface="Arial" panose="020B0604020202020204" pitchFamily="34" charset="0"/>
            </a:endParaRPr>
          </a:p>
          <a:p>
            <a:pPr>
              <a:spcAft>
                <a:spcPts val="600"/>
              </a:spcAft>
              <a:buFont typeface="Wingdings" panose="05000000000000000000" pitchFamily="2" charset="2"/>
              <a:buChar char="q"/>
            </a:pPr>
            <a:r>
              <a:rPr lang="en-US" altLang="en-US" sz="2800" dirty="0">
                <a:latin typeface="Arial" panose="020B0604020202020204" pitchFamily="34" charset="0"/>
                <a:cs typeface="Arial" panose="020B0604020202020204" pitchFamily="34" charset="0"/>
              </a:rPr>
              <a:t>Typical value: </a:t>
            </a:r>
            <a:r>
              <a:rPr lang="en-US" altLang="en-US" sz="2800" dirty="0">
                <a:latin typeface="Arial" panose="020B0604020202020204" pitchFamily="34" charset="0"/>
                <a:cs typeface="Arial" panose="020B0604020202020204" pitchFamily="34" charset="0"/>
                <a:sym typeface="Symbol" panose="05050102010706020507" pitchFamily="18" charset="2"/>
              </a:rPr>
              <a:t> =</a:t>
            </a:r>
            <a:r>
              <a:rPr lang="en-US" altLang="en-US" sz="2800" dirty="0">
                <a:latin typeface="Arial" panose="020B0604020202020204" pitchFamily="34" charset="0"/>
                <a:cs typeface="Arial" panose="020B0604020202020204" pitchFamily="34" charset="0"/>
              </a:rPr>
              <a:t> 0.125</a:t>
            </a:r>
          </a:p>
        </p:txBody>
      </p:sp>
    </p:spTree>
    <p:extLst>
      <p:ext uri="{BB962C8B-B14F-4D97-AF65-F5344CB8AC3E}">
        <p14:creationId xmlns:p14="http://schemas.microsoft.com/office/powerpoint/2010/main" val="4097054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60452"/>
                                        </p:tgtEl>
                                        <p:attrNameLst>
                                          <p:attrName>style.visibility</p:attrName>
                                        </p:attrNameLst>
                                      </p:cBhvr>
                                      <p:to>
                                        <p:strVal val="visible"/>
                                      </p:to>
                                    </p:set>
                                    <p:animEffect transition="in" filter="fade">
                                      <p:cBhvr>
                                        <p:cTn id="7" dur="1000"/>
                                        <p:tgtEl>
                                          <p:spTgt spid="360452"/>
                                        </p:tgtEl>
                                      </p:cBhvr>
                                    </p:animEffect>
                                    <p:anim calcmode="lin" valueType="num">
                                      <p:cBhvr>
                                        <p:cTn id="8" dur="1000" fill="hold"/>
                                        <p:tgtEl>
                                          <p:spTgt spid="360452"/>
                                        </p:tgtEl>
                                        <p:attrNameLst>
                                          <p:attrName>ppt_x</p:attrName>
                                        </p:attrNameLst>
                                      </p:cBhvr>
                                      <p:tavLst>
                                        <p:tav tm="0">
                                          <p:val>
                                            <p:strVal val="#ppt_x"/>
                                          </p:val>
                                        </p:tav>
                                        <p:tav tm="100000">
                                          <p:val>
                                            <p:strVal val="#ppt_x"/>
                                          </p:val>
                                        </p:tav>
                                      </p:tavLst>
                                    </p:anim>
                                    <p:anim calcmode="lin" valueType="num">
                                      <p:cBhvr>
                                        <p:cTn id="9" dur="1000" fill="hold"/>
                                        <p:tgtEl>
                                          <p:spTgt spid="36045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0452"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4294967295"/>
          </p:nvPr>
        </p:nvSpPr>
        <p:spPr>
          <a:xfrm>
            <a:off x="8162925" y="6400800"/>
            <a:ext cx="676275" cy="457200"/>
          </a:xfrm>
          <a:prstGeom prst="rect">
            <a:avLst/>
          </a:prstGeom>
        </p:spPr>
        <p:txBody>
          <a:bodyPr/>
          <a:lstStyle/>
          <a:p>
            <a:fld id="{40082195-8627-4799-9F50-4BE9EC0B0591}" type="slidenum">
              <a:rPr lang="en-US" altLang="en-US"/>
              <a:pPr/>
              <a:t>45</a:t>
            </a:fld>
            <a:endParaRPr lang="en-US" altLang="en-US"/>
          </a:p>
        </p:txBody>
      </p:sp>
      <p:sp>
        <p:nvSpPr>
          <p:cNvPr id="361474" name="Rectangle 2"/>
          <p:cNvSpPr>
            <a:spLocks noGrp="1" noChangeArrowheads="1"/>
          </p:cNvSpPr>
          <p:nvPr>
            <p:ph type="title"/>
          </p:nvPr>
        </p:nvSpPr>
        <p:spPr>
          <a:xfrm>
            <a:off x="0" y="70056"/>
            <a:ext cx="9069572" cy="723900"/>
          </a:xfrm>
        </p:spPr>
        <p:txBody>
          <a:bodyPr/>
          <a:lstStyle/>
          <a:p>
            <a:r>
              <a:rPr lang="en-US" altLang="en-US" dirty="0"/>
              <a:t>TCP Round-Trip Time and Timeout (cont.)</a:t>
            </a:r>
          </a:p>
        </p:txBody>
      </p:sp>
      <p:pic>
        <p:nvPicPr>
          <p:cNvPr id="3" name="Picture 2">
            <a:extLst>
              <a:ext uri="{FF2B5EF4-FFF2-40B4-BE49-F238E27FC236}">
                <a16:creationId xmlns:a16="http://schemas.microsoft.com/office/drawing/2014/main" id="{28C0E806-E579-35AE-E24C-1A590A5C8832}"/>
              </a:ext>
            </a:extLst>
          </p:cNvPr>
          <p:cNvPicPr>
            <a:picLocks noChangeAspect="1"/>
          </p:cNvPicPr>
          <p:nvPr/>
        </p:nvPicPr>
        <p:blipFill>
          <a:blip r:embed="rId2"/>
          <a:stretch>
            <a:fillRect/>
          </a:stretch>
        </p:blipFill>
        <p:spPr>
          <a:xfrm>
            <a:off x="208108" y="1240362"/>
            <a:ext cx="8478692" cy="4926692"/>
          </a:xfrm>
          <a:prstGeom prst="rect">
            <a:avLst/>
          </a:prstGeom>
        </p:spPr>
      </p:pic>
      <p:sp>
        <p:nvSpPr>
          <p:cNvPr id="4" name="TextBox 7">
            <a:extLst>
              <a:ext uri="{FF2B5EF4-FFF2-40B4-BE49-F238E27FC236}">
                <a16:creationId xmlns:a16="http://schemas.microsoft.com/office/drawing/2014/main" id="{19FAA595-F713-DBDE-BDB1-81D5F9E75294}"/>
              </a:ext>
            </a:extLst>
          </p:cNvPr>
          <p:cNvSpPr txBox="1"/>
          <p:nvPr/>
        </p:nvSpPr>
        <p:spPr>
          <a:xfrm>
            <a:off x="2171700" y="6282715"/>
            <a:ext cx="4800600" cy="430887"/>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spcBef>
                <a:spcPts val="600"/>
              </a:spcBef>
              <a:spcAft>
                <a:spcPts val="600"/>
              </a:spcAft>
            </a:pPr>
            <a:r>
              <a:rPr lang="en-GB" sz="1100" dirty="0"/>
              <a:t>Source: James F. Kurose &amp; Keith W. Ross, Computer networking: a top-down approach featuring the Internet, 3</a:t>
            </a:r>
            <a:r>
              <a:rPr lang="en-GB" sz="1100" baseline="30000" dirty="0"/>
              <a:t>rd</a:t>
            </a:r>
            <a:r>
              <a:rPr lang="en-GB" sz="1100" dirty="0"/>
              <a:t> edition, 2005, Figure 3.32.</a:t>
            </a:r>
          </a:p>
        </p:txBody>
      </p:sp>
    </p:spTree>
    <p:extLst>
      <p:ext uri="{BB962C8B-B14F-4D97-AF65-F5344CB8AC3E}">
        <p14:creationId xmlns:p14="http://schemas.microsoft.com/office/powerpoint/2010/main" val="28436029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2"/>
          <p:cNvSpPr>
            <a:spLocks noGrp="1" noChangeArrowheads="1"/>
          </p:cNvSpPr>
          <p:nvPr>
            <p:ph type="title"/>
          </p:nvPr>
        </p:nvSpPr>
        <p:spPr>
          <a:xfrm>
            <a:off x="0" y="70056"/>
            <a:ext cx="9144000" cy="723900"/>
          </a:xfrm>
        </p:spPr>
        <p:txBody>
          <a:bodyPr/>
          <a:lstStyle/>
          <a:p>
            <a:r>
              <a:rPr lang="en-US" altLang="en-US" sz="3600" dirty="0"/>
              <a:t>TCP Round-Trip Time and Timeout (cont.)</a:t>
            </a:r>
            <a:endParaRPr lang="en-US" altLang="en-US" dirty="0"/>
          </a:p>
        </p:txBody>
      </p:sp>
      <p:sp>
        <p:nvSpPr>
          <p:cNvPr id="362499" name="Rectangle 3"/>
          <p:cNvSpPr>
            <a:spLocks noGrp="1" noChangeArrowheads="1"/>
          </p:cNvSpPr>
          <p:nvPr>
            <p:ph idx="1"/>
          </p:nvPr>
        </p:nvSpPr>
        <p:spPr>
          <a:xfrm>
            <a:off x="457200" y="990600"/>
            <a:ext cx="8229600" cy="4134293"/>
          </a:xfrm>
        </p:spPr>
        <p:txBody>
          <a:bodyPr/>
          <a:lstStyle/>
          <a:p>
            <a:pPr>
              <a:buFont typeface="ZapfDingbats" pitchFamily="82" charset="2"/>
              <a:buNone/>
            </a:pPr>
            <a:r>
              <a:rPr lang="en-US" altLang="en-US" u="sng" dirty="0">
                <a:solidFill>
                  <a:srgbClr val="FF0000"/>
                </a:solidFill>
              </a:rPr>
              <a:t>Setting the timeout</a:t>
            </a:r>
            <a:endParaRPr lang="en-US" altLang="en-US" sz="2400" dirty="0"/>
          </a:p>
          <a:p>
            <a:pPr>
              <a:buFont typeface="ZapfDingbats" pitchFamily="82" charset="2"/>
              <a:buNone/>
            </a:pPr>
            <a:endParaRPr lang="en-US" altLang="en-US" sz="1800" dirty="0"/>
          </a:p>
          <a:p>
            <a:r>
              <a:rPr lang="en-US" altLang="en-US" sz="2000" dirty="0"/>
              <a:t>Measure the variability of the RTT as an estimate of how much </a:t>
            </a:r>
            <a:r>
              <a:rPr lang="en-US" altLang="en-US" sz="2000" dirty="0" err="1"/>
              <a:t>SampleRTT</a:t>
            </a:r>
            <a:r>
              <a:rPr lang="en-US" altLang="en-US" sz="2000" dirty="0"/>
              <a:t> deviates from </a:t>
            </a:r>
            <a:r>
              <a:rPr lang="en-US" altLang="en-US" sz="2000" dirty="0" err="1"/>
              <a:t>EstimatedRTT</a:t>
            </a:r>
            <a:endParaRPr lang="en-US" altLang="en-US" sz="2000" dirty="0"/>
          </a:p>
        </p:txBody>
      </p:sp>
      <p:sp>
        <p:nvSpPr>
          <p:cNvPr id="8" name="Slide Number Placeholder 7"/>
          <p:cNvSpPr>
            <a:spLocks noGrp="1"/>
          </p:cNvSpPr>
          <p:nvPr>
            <p:ph type="sldNum" sz="quarter" idx="4"/>
          </p:nvPr>
        </p:nvSpPr>
        <p:spPr/>
        <p:txBody>
          <a:bodyPr/>
          <a:lstStyle/>
          <a:p>
            <a:fld id="{624F13A0-6CC3-495F-AAA4-355C70ADA59A}" type="slidenum">
              <a:rPr lang="en-US" altLang="en-US"/>
              <a:pPr/>
              <a:t>46</a:t>
            </a:fld>
            <a:endParaRPr lang="en-US" altLang="en-US"/>
          </a:p>
        </p:txBody>
      </p:sp>
      <p:sp>
        <p:nvSpPr>
          <p:cNvPr id="362500" name="Text Box 4"/>
          <p:cNvSpPr txBox="1">
            <a:spLocks noChangeArrowheads="1"/>
          </p:cNvSpPr>
          <p:nvPr/>
        </p:nvSpPr>
        <p:spPr bwMode="auto">
          <a:xfrm>
            <a:off x="1002506" y="5442171"/>
            <a:ext cx="6801862"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b="1" dirty="0" err="1">
                <a:latin typeface="Courier New" panose="02070309020205020404" pitchFamily="49" charset="0"/>
              </a:rPr>
              <a:t>TimeoutInterval</a:t>
            </a:r>
            <a:r>
              <a:rPr lang="en-US" altLang="en-US" sz="2000" b="1" dirty="0">
                <a:latin typeface="Courier New" panose="02070309020205020404" pitchFamily="49" charset="0"/>
              </a:rPr>
              <a:t> = </a:t>
            </a:r>
            <a:r>
              <a:rPr lang="en-US" altLang="en-US" sz="2000" b="1" dirty="0" err="1">
                <a:latin typeface="Courier New" panose="02070309020205020404" pitchFamily="49" charset="0"/>
              </a:rPr>
              <a:t>EstimatedRTT</a:t>
            </a:r>
            <a:r>
              <a:rPr lang="en-US" altLang="en-US" sz="2000" b="1" dirty="0">
                <a:latin typeface="Courier New" panose="02070309020205020404" pitchFamily="49" charset="0"/>
              </a:rPr>
              <a:t> + 4 * </a:t>
            </a:r>
            <a:r>
              <a:rPr lang="en-US" altLang="en-US" sz="2000" b="1" dirty="0" err="1">
                <a:latin typeface="Courier New" panose="02070309020205020404" pitchFamily="49" charset="0"/>
              </a:rPr>
              <a:t>DevRTT</a:t>
            </a:r>
            <a:endParaRPr lang="en-US" altLang="en-US" sz="1000" dirty="0">
              <a:latin typeface="Times New Roman" panose="02020603050405020304" pitchFamily="18" charset="0"/>
            </a:endParaRPr>
          </a:p>
        </p:txBody>
      </p:sp>
      <p:sp>
        <p:nvSpPr>
          <p:cNvPr id="362501" name="Text Box 5"/>
          <p:cNvSpPr txBox="1">
            <a:spLocks noChangeArrowheads="1"/>
          </p:cNvSpPr>
          <p:nvPr/>
        </p:nvSpPr>
        <p:spPr bwMode="auto">
          <a:xfrm>
            <a:off x="1002506" y="3023256"/>
            <a:ext cx="6975475" cy="1311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en-US" sz="2000" b="1" dirty="0" err="1">
                <a:latin typeface="Courier New" panose="02070309020205020404" pitchFamily="49" charset="0"/>
              </a:rPr>
              <a:t>DevRTT</a:t>
            </a:r>
            <a:r>
              <a:rPr lang="en-US" altLang="en-US" sz="2000" b="1" dirty="0">
                <a:latin typeface="Courier New" panose="02070309020205020404" pitchFamily="49" charset="0"/>
              </a:rPr>
              <a:t> = (1 - </a:t>
            </a:r>
            <a:r>
              <a:rPr lang="en-US" altLang="en-US" sz="2000" b="1" dirty="0">
                <a:latin typeface="Courier New" panose="02070309020205020404" pitchFamily="49" charset="0"/>
                <a:sym typeface="Symbol" panose="05050102010706020507" pitchFamily="18" charset="2"/>
              </a:rPr>
              <a:t></a:t>
            </a:r>
            <a:r>
              <a:rPr lang="en-US" altLang="en-US" sz="2000" b="1" dirty="0">
                <a:latin typeface="Courier New" panose="02070309020205020404" pitchFamily="49" charset="0"/>
              </a:rPr>
              <a:t>) * </a:t>
            </a:r>
            <a:r>
              <a:rPr lang="en-US" altLang="en-US" sz="2000" b="1" dirty="0" err="1">
                <a:latin typeface="Courier New" panose="02070309020205020404" pitchFamily="49" charset="0"/>
              </a:rPr>
              <a:t>DevRTT</a:t>
            </a:r>
            <a:r>
              <a:rPr lang="en-US" altLang="en-US" sz="2000" b="1" dirty="0">
                <a:latin typeface="Courier New" panose="02070309020205020404" pitchFamily="49" charset="0"/>
              </a:rPr>
              <a:t> +</a:t>
            </a:r>
          </a:p>
          <a:p>
            <a:pPr algn="l"/>
            <a:r>
              <a:rPr lang="en-US" altLang="en-US" sz="2000" b="1" dirty="0">
                <a:latin typeface="Courier New" panose="02070309020205020404" pitchFamily="49" charset="0"/>
              </a:rPr>
              <a:t>             </a:t>
            </a:r>
            <a:r>
              <a:rPr lang="en-US" altLang="en-US" sz="2000" b="1" dirty="0">
                <a:latin typeface="Courier New" panose="02070309020205020404" pitchFamily="49" charset="0"/>
                <a:sym typeface="Symbol" panose="05050102010706020507" pitchFamily="18" charset="2"/>
              </a:rPr>
              <a:t> </a:t>
            </a:r>
            <a:r>
              <a:rPr lang="en-US" altLang="en-US" sz="2000" b="1" dirty="0">
                <a:latin typeface="Courier New" panose="02070309020205020404" pitchFamily="49" charset="0"/>
              </a:rPr>
              <a:t>* |</a:t>
            </a:r>
            <a:r>
              <a:rPr lang="en-US" altLang="en-US" sz="2000" b="1" dirty="0" err="1">
                <a:latin typeface="Courier New" panose="02070309020205020404" pitchFamily="49" charset="0"/>
              </a:rPr>
              <a:t>SampleRTT-EstimatedRTT</a:t>
            </a:r>
            <a:r>
              <a:rPr lang="en-US" altLang="en-US" sz="2000" b="1" dirty="0">
                <a:latin typeface="Courier New" panose="02070309020205020404" pitchFamily="49" charset="0"/>
              </a:rPr>
              <a:t>|</a:t>
            </a:r>
          </a:p>
          <a:p>
            <a:pPr algn="l"/>
            <a:endParaRPr lang="en-US" altLang="en-US" sz="2000" b="1" dirty="0">
              <a:latin typeface="Courier New" panose="02070309020205020404" pitchFamily="49" charset="0"/>
            </a:endParaRPr>
          </a:p>
          <a:p>
            <a:pPr algn="l"/>
            <a:r>
              <a:rPr lang="en-US" altLang="en-US" sz="2000" b="1" dirty="0">
                <a:latin typeface="Courier New" panose="02070309020205020404" pitchFamily="49" charset="0"/>
              </a:rPr>
              <a:t>(typically, </a:t>
            </a:r>
            <a:r>
              <a:rPr lang="en-US" altLang="en-US" sz="2000" b="1" dirty="0">
                <a:latin typeface="Courier New" panose="02070309020205020404" pitchFamily="49" charset="0"/>
                <a:sym typeface="Symbol" panose="05050102010706020507" pitchFamily="18" charset="2"/>
              </a:rPr>
              <a:t> = 0.25)</a:t>
            </a:r>
          </a:p>
        </p:txBody>
      </p:sp>
    </p:spTree>
    <p:extLst>
      <p:ext uri="{BB962C8B-B14F-4D97-AF65-F5344CB8AC3E}">
        <p14:creationId xmlns:p14="http://schemas.microsoft.com/office/powerpoint/2010/main" val="25883423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0A5C1-ACBE-3D7B-62FC-80558F8A1B3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9C54468-6EBB-832A-965A-15857CB732C0}"/>
              </a:ext>
            </a:extLst>
          </p:cNvPr>
          <p:cNvSpPr>
            <a:spLocks noGrp="1"/>
          </p:cNvSpPr>
          <p:nvPr>
            <p:ph type="ctrTitle"/>
          </p:nvPr>
        </p:nvSpPr>
        <p:spPr/>
        <p:txBody>
          <a:bodyPr/>
          <a:lstStyle/>
          <a:p>
            <a:r>
              <a:rPr lang="en-NZ" dirty="0"/>
              <a:t>TCP Flow Control and Congestion Control</a:t>
            </a:r>
          </a:p>
        </p:txBody>
      </p:sp>
      <p:sp>
        <p:nvSpPr>
          <p:cNvPr id="6" name="Subtitle 5">
            <a:extLst>
              <a:ext uri="{FF2B5EF4-FFF2-40B4-BE49-F238E27FC236}">
                <a16:creationId xmlns:a16="http://schemas.microsoft.com/office/drawing/2014/main" id="{B39BC57E-C587-33FF-E022-0A0F67D67BE8}"/>
              </a:ext>
            </a:extLst>
          </p:cNvPr>
          <p:cNvSpPr>
            <a:spLocks noGrp="1"/>
          </p:cNvSpPr>
          <p:nvPr>
            <p:ph type="subTitle" idx="1"/>
          </p:nvPr>
        </p:nvSpPr>
        <p:spPr/>
        <p:txBody>
          <a:bodyPr/>
          <a:lstStyle/>
          <a:p>
            <a:endParaRPr lang="en-NZ"/>
          </a:p>
        </p:txBody>
      </p:sp>
      <p:sp>
        <p:nvSpPr>
          <p:cNvPr id="4" name="Slide Number Placeholder 3">
            <a:extLst>
              <a:ext uri="{FF2B5EF4-FFF2-40B4-BE49-F238E27FC236}">
                <a16:creationId xmlns:a16="http://schemas.microsoft.com/office/drawing/2014/main" id="{C622C537-5453-623F-A039-4950D2CAB530}"/>
              </a:ext>
            </a:extLst>
          </p:cNvPr>
          <p:cNvSpPr>
            <a:spLocks noGrp="1"/>
          </p:cNvSpPr>
          <p:nvPr>
            <p:ph type="sldNum" sz="quarter" idx="4294967295"/>
          </p:nvPr>
        </p:nvSpPr>
        <p:spPr>
          <a:xfrm>
            <a:off x="7132638" y="6553200"/>
            <a:ext cx="2011362" cy="277813"/>
          </a:xfrm>
        </p:spPr>
        <p:txBody>
          <a:bodyPr/>
          <a:lstStyle/>
          <a:p>
            <a:pPr>
              <a:defRPr/>
            </a:pPr>
            <a:fld id="{DACE9E11-39C8-4E20-894F-A4A883CCF6EF}" type="slidenum">
              <a:rPr lang="en-US" smtClean="0"/>
              <a:pPr>
                <a:defRPr/>
              </a:pPr>
              <a:t>47</a:t>
            </a:fld>
            <a:endParaRPr lang="en-US"/>
          </a:p>
        </p:txBody>
      </p:sp>
    </p:spTree>
    <p:extLst>
      <p:ext uri="{BB962C8B-B14F-4D97-AF65-F5344CB8AC3E}">
        <p14:creationId xmlns:p14="http://schemas.microsoft.com/office/powerpoint/2010/main" val="19311144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TCP Flow Control</a:t>
            </a:r>
          </a:p>
        </p:txBody>
      </p:sp>
      <p:sp>
        <p:nvSpPr>
          <p:cNvPr id="3" name="Content Placeholder 2"/>
          <p:cNvSpPr>
            <a:spLocks noGrp="1"/>
          </p:cNvSpPr>
          <p:nvPr>
            <p:ph idx="1"/>
          </p:nvPr>
        </p:nvSpPr>
        <p:spPr>
          <a:xfrm>
            <a:off x="457200" y="990600"/>
            <a:ext cx="8229600" cy="1524000"/>
          </a:xfrm>
        </p:spPr>
        <p:txBody>
          <a:bodyPr/>
          <a:lstStyle/>
          <a:p>
            <a:pPr>
              <a:spcAft>
                <a:spcPts val="600"/>
              </a:spcAft>
            </a:pPr>
            <a:r>
              <a:rPr lang="en-NZ" sz="2800" dirty="0"/>
              <a:t>Flow control is a speed-matching service</a:t>
            </a:r>
          </a:p>
          <a:p>
            <a:pPr lvl="1">
              <a:spcAft>
                <a:spcPts val="600"/>
              </a:spcAft>
            </a:pPr>
            <a:r>
              <a:rPr lang="en-NZ" sz="2300" dirty="0"/>
              <a:t>Match the rate at which the sender is sending against the rate at which the receiver is reading. </a:t>
            </a:r>
          </a:p>
        </p:txBody>
      </p:sp>
      <p:sp>
        <p:nvSpPr>
          <p:cNvPr id="4" name="Slide Number Placeholder 3"/>
          <p:cNvSpPr>
            <a:spLocks noGrp="1"/>
          </p:cNvSpPr>
          <p:nvPr>
            <p:ph type="sldNum" sz="quarter" idx="4"/>
          </p:nvPr>
        </p:nvSpPr>
        <p:spPr/>
        <p:txBody>
          <a:bodyPr/>
          <a:lstStyle/>
          <a:p>
            <a:pPr>
              <a:defRPr/>
            </a:pPr>
            <a:fld id="{DACE9E11-39C8-4E20-894F-A4A883CCF6EF}" type="slidenum">
              <a:rPr lang="en-US" smtClean="0"/>
              <a:pPr>
                <a:defRPr/>
              </a:pPr>
              <a:t>48</a:t>
            </a:fld>
            <a:endParaRPr lang="en-US"/>
          </a:p>
        </p:txBody>
      </p:sp>
      <p:pic>
        <p:nvPicPr>
          <p:cNvPr id="7" name="Picture 6">
            <a:extLst>
              <a:ext uri="{FF2B5EF4-FFF2-40B4-BE49-F238E27FC236}">
                <a16:creationId xmlns:a16="http://schemas.microsoft.com/office/drawing/2014/main" id="{A6B167FA-F6BB-646A-8DBB-5B0626D1FC75}"/>
              </a:ext>
            </a:extLst>
          </p:cNvPr>
          <p:cNvPicPr>
            <a:picLocks noChangeAspect="1"/>
          </p:cNvPicPr>
          <p:nvPr/>
        </p:nvPicPr>
        <p:blipFill>
          <a:blip r:embed="rId3"/>
          <a:stretch>
            <a:fillRect/>
          </a:stretch>
        </p:blipFill>
        <p:spPr>
          <a:xfrm>
            <a:off x="1375949" y="2826363"/>
            <a:ext cx="6392101" cy="2643287"/>
          </a:xfrm>
          <a:prstGeom prst="rect">
            <a:avLst/>
          </a:prstGeom>
        </p:spPr>
      </p:pic>
      <p:sp>
        <p:nvSpPr>
          <p:cNvPr id="8" name="TextBox 7">
            <a:extLst>
              <a:ext uri="{FF2B5EF4-FFF2-40B4-BE49-F238E27FC236}">
                <a16:creationId xmlns:a16="http://schemas.microsoft.com/office/drawing/2014/main" id="{356403B0-7115-696D-4A39-4C682577955D}"/>
              </a:ext>
            </a:extLst>
          </p:cNvPr>
          <p:cNvSpPr txBox="1"/>
          <p:nvPr/>
        </p:nvSpPr>
        <p:spPr>
          <a:xfrm>
            <a:off x="2317182" y="6241437"/>
            <a:ext cx="4800600" cy="430887"/>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spcBef>
                <a:spcPts val="600"/>
              </a:spcBef>
              <a:spcAft>
                <a:spcPts val="600"/>
              </a:spcAft>
            </a:pPr>
            <a:r>
              <a:rPr lang="en-GB" sz="1100" dirty="0"/>
              <a:t>Source: James F. Kurose &amp; Keith W. Ross, Computer networking: a top-down approach featuring the Internet, 3</a:t>
            </a:r>
            <a:r>
              <a:rPr lang="en-GB" sz="1100" baseline="30000" dirty="0"/>
              <a:t>rd</a:t>
            </a:r>
            <a:r>
              <a:rPr lang="en-GB" sz="1100" dirty="0"/>
              <a:t> edition, 2005, Figure 3.28.</a:t>
            </a:r>
          </a:p>
        </p:txBody>
      </p:sp>
    </p:spTree>
    <p:extLst>
      <p:ext uri="{BB962C8B-B14F-4D97-AF65-F5344CB8AC3E}">
        <p14:creationId xmlns:p14="http://schemas.microsoft.com/office/powerpoint/2010/main" val="25669520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39395090-FBAC-4EFB-8B2C-09DEDC518C98}" type="slidenum">
              <a:rPr lang="en-US" altLang="en-US"/>
              <a:pPr/>
              <a:t>49</a:t>
            </a:fld>
            <a:endParaRPr lang="en-US" altLang="en-US"/>
          </a:p>
        </p:txBody>
      </p:sp>
      <p:sp>
        <p:nvSpPr>
          <p:cNvPr id="263170" name="Rectangle 2"/>
          <p:cNvSpPr>
            <a:spLocks noGrp="1" noChangeArrowheads="1"/>
          </p:cNvSpPr>
          <p:nvPr>
            <p:ph type="title"/>
          </p:nvPr>
        </p:nvSpPr>
        <p:spPr/>
        <p:txBody>
          <a:bodyPr/>
          <a:lstStyle/>
          <a:p>
            <a:r>
              <a:rPr lang="en-US" altLang="en-US" dirty="0"/>
              <a:t>TCP Flow Control: How It Works</a:t>
            </a:r>
          </a:p>
        </p:txBody>
      </p:sp>
      <p:sp>
        <p:nvSpPr>
          <p:cNvPr id="263171" name="Rectangle 3"/>
          <p:cNvSpPr>
            <a:spLocks noGrp="1" noChangeArrowheads="1"/>
          </p:cNvSpPr>
          <p:nvPr>
            <p:ph type="body" sz="half" idx="1"/>
          </p:nvPr>
        </p:nvSpPr>
        <p:spPr>
          <a:xfrm>
            <a:off x="533400" y="3733801"/>
            <a:ext cx="8153400" cy="1219200"/>
          </a:xfrm>
        </p:spPr>
        <p:txBody>
          <a:bodyPr/>
          <a:lstStyle/>
          <a:p>
            <a:pPr marL="0" indent="0">
              <a:lnSpc>
                <a:spcPct val="90000"/>
              </a:lnSpc>
              <a:buNone/>
            </a:pPr>
            <a:r>
              <a:rPr lang="en-US" altLang="en-US" sz="2000" dirty="0"/>
              <a:t>Spare room in buffer = </a:t>
            </a:r>
            <a:r>
              <a:rPr lang="en-US" altLang="en-US" sz="2000" dirty="0" err="1"/>
              <a:t>RcvWindow</a:t>
            </a:r>
            <a:r>
              <a:rPr lang="en-US" altLang="en-US" sz="2000" dirty="0"/>
              <a:t> </a:t>
            </a:r>
          </a:p>
          <a:p>
            <a:pPr marL="0" indent="0">
              <a:lnSpc>
                <a:spcPct val="90000"/>
              </a:lnSpc>
              <a:buNone/>
            </a:pPr>
            <a:r>
              <a:rPr lang="en-US" altLang="en-US" sz="2000" dirty="0"/>
              <a:t>		        = </a:t>
            </a:r>
            <a:r>
              <a:rPr lang="en-US" altLang="en-US" sz="2000" dirty="0" err="1"/>
              <a:t>RcvBuffer</a:t>
            </a:r>
            <a:r>
              <a:rPr lang="en-US" altLang="en-US" sz="2000" dirty="0"/>
              <a:t> - [</a:t>
            </a:r>
            <a:r>
              <a:rPr lang="en-US" altLang="en-US" sz="2000" dirty="0" err="1">
                <a:solidFill>
                  <a:srgbClr val="92D050"/>
                </a:solidFill>
              </a:rPr>
              <a:t>LastByteRcvd</a:t>
            </a:r>
            <a:r>
              <a:rPr lang="en-US" altLang="en-US" sz="2000" dirty="0">
                <a:solidFill>
                  <a:srgbClr val="92D050"/>
                </a:solidFill>
              </a:rPr>
              <a:t> - </a:t>
            </a:r>
            <a:r>
              <a:rPr lang="en-US" altLang="en-US" sz="2000" dirty="0" err="1">
                <a:solidFill>
                  <a:srgbClr val="92D050"/>
                </a:solidFill>
              </a:rPr>
              <a:t>LastByteRead</a:t>
            </a:r>
            <a:r>
              <a:rPr lang="en-US" altLang="en-US" sz="2000" dirty="0"/>
              <a:t>]</a:t>
            </a:r>
          </a:p>
        </p:txBody>
      </p:sp>
      <p:pic>
        <p:nvPicPr>
          <p:cNvPr id="263173" name="Picture 5" descr="rcvwi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4806" y="1371600"/>
            <a:ext cx="4800600" cy="1752600"/>
          </a:xfrm>
          <a:prstGeom prst="rect">
            <a:avLst/>
          </a:prstGeom>
          <a:noFill/>
          <a:extLst>
            <a:ext uri="{909E8E84-426E-40DD-AFC4-6F175D3DCCD1}">
              <a14:hiddenFill xmlns:a14="http://schemas.microsoft.com/office/drawing/2010/main">
                <a:solidFill>
                  <a:srgbClr val="FFFFFF"/>
                </a:solidFill>
              </a14:hiddenFill>
            </a:ext>
          </a:extLst>
        </p:spPr>
      </p:pic>
      <p:sp>
        <p:nvSpPr>
          <p:cNvPr id="2" name="Oval Callout 1"/>
          <p:cNvSpPr/>
          <p:nvPr/>
        </p:nvSpPr>
        <p:spPr>
          <a:xfrm>
            <a:off x="4800600" y="1066800"/>
            <a:ext cx="2438400" cy="457200"/>
          </a:xfrm>
          <a:prstGeom prst="wedgeEllipseCallout">
            <a:avLst>
              <a:gd name="adj1" fmla="val -58774"/>
              <a:gd name="adj2" fmla="val 7721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err="1">
                <a:ln w="0"/>
                <a:solidFill>
                  <a:schemeClr val="tx1"/>
                </a:solidFill>
                <a:effectLst>
                  <a:outerShdw blurRad="38100" dist="19050" dir="2700000" algn="tl" rotWithShape="0">
                    <a:schemeClr val="dk1">
                      <a:alpha val="40000"/>
                    </a:schemeClr>
                  </a:outerShdw>
                </a:effectLst>
              </a:rPr>
              <a:t>LastByteRcvd</a:t>
            </a:r>
            <a:endParaRPr lang="en-NZ">
              <a:ln w="0"/>
              <a:solidFill>
                <a:schemeClr val="tx1"/>
              </a:solidFill>
              <a:effectLst>
                <a:outerShdw blurRad="38100" dist="19050" dir="2700000" algn="tl" rotWithShape="0">
                  <a:schemeClr val="dk1">
                    <a:alpha val="40000"/>
                  </a:schemeClr>
                </a:outerShdw>
              </a:effectLst>
            </a:endParaRPr>
          </a:p>
        </p:txBody>
      </p:sp>
      <p:sp>
        <p:nvSpPr>
          <p:cNvPr id="8" name="Oval Callout 7"/>
          <p:cNvSpPr/>
          <p:nvPr/>
        </p:nvSpPr>
        <p:spPr>
          <a:xfrm>
            <a:off x="6217920" y="2819400"/>
            <a:ext cx="2438400" cy="457200"/>
          </a:xfrm>
          <a:prstGeom prst="wedgeEllipseCallout">
            <a:avLst>
              <a:gd name="adj1" fmla="val -67598"/>
              <a:gd name="adj2" fmla="val -4984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err="1">
                <a:ln w="0"/>
                <a:solidFill>
                  <a:schemeClr val="tx1"/>
                </a:solidFill>
                <a:effectLst>
                  <a:outerShdw blurRad="38100" dist="19050" dir="2700000" algn="tl" rotWithShape="0">
                    <a:schemeClr val="dk1">
                      <a:alpha val="40000"/>
                    </a:schemeClr>
                  </a:outerShdw>
                </a:effectLst>
              </a:rPr>
              <a:t>LastByteRead</a:t>
            </a:r>
            <a:endParaRPr lang="en-NZ">
              <a:ln w="0"/>
              <a:solidFill>
                <a:schemeClr val="tx1"/>
              </a:solidFill>
              <a:effectLst>
                <a:outerShdw blurRad="38100" dist="19050" dir="2700000" algn="tl" rotWithShape="0">
                  <a:schemeClr val="dk1">
                    <a:alpha val="40000"/>
                  </a:schemeClr>
                </a:outerShdw>
              </a:effectLst>
            </a:endParaRPr>
          </a:p>
        </p:txBody>
      </p:sp>
      <p:sp>
        <p:nvSpPr>
          <p:cNvPr id="3" name="Wave 2"/>
          <p:cNvSpPr/>
          <p:nvPr/>
        </p:nvSpPr>
        <p:spPr>
          <a:xfrm>
            <a:off x="1409700" y="5029200"/>
            <a:ext cx="6781800" cy="1187245"/>
          </a:xfrm>
          <a:prstGeom prst="wav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ln w="0"/>
                <a:solidFill>
                  <a:schemeClr val="tx1">
                    <a:lumMod val="75000"/>
                    <a:lumOff val="25000"/>
                  </a:schemeClr>
                </a:solidFill>
              </a:rPr>
              <a:t>Question: </a:t>
            </a:r>
            <a:r>
              <a:rPr lang="en-NZ" dirty="0">
                <a:solidFill>
                  <a:schemeClr val="tx1">
                    <a:lumMod val="75000"/>
                    <a:lumOff val="25000"/>
                  </a:schemeClr>
                </a:solidFill>
              </a:rPr>
              <a:t>How does the connection use the variable </a:t>
            </a:r>
            <a:r>
              <a:rPr lang="en-NZ" dirty="0" err="1">
                <a:solidFill>
                  <a:schemeClr val="tx1">
                    <a:lumMod val="75000"/>
                    <a:lumOff val="25000"/>
                  </a:schemeClr>
                </a:solidFill>
              </a:rPr>
              <a:t>RcvWindow</a:t>
            </a:r>
            <a:r>
              <a:rPr lang="en-NZ" dirty="0">
                <a:solidFill>
                  <a:schemeClr val="tx1">
                    <a:lumMod val="75000"/>
                    <a:lumOff val="25000"/>
                  </a:schemeClr>
                </a:solidFill>
              </a:rPr>
              <a:t> to provide the flow control service?</a:t>
            </a:r>
            <a:endParaRPr lang="en-NZ" dirty="0">
              <a:ln w="0"/>
              <a:solidFill>
                <a:schemeClr val="tx1">
                  <a:lumMod val="75000"/>
                  <a:lumOff val="25000"/>
                </a:schemeClr>
              </a:solidFill>
            </a:endParaRPr>
          </a:p>
        </p:txBody>
      </p:sp>
    </p:spTree>
    <p:extLst>
      <p:ext uri="{BB962C8B-B14F-4D97-AF65-F5344CB8AC3E}">
        <p14:creationId xmlns:p14="http://schemas.microsoft.com/office/powerpoint/2010/main" val="17602388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Slide Number Placeholder 56"/>
          <p:cNvSpPr>
            <a:spLocks noGrp="1"/>
          </p:cNvSpPr>
          <p:nvPr>
            <p:ph type="sldNum" sz="quarter" idx="12"/>
          </p:nvPr>
        </p:nvSpPr>
        <p:spPr/>
        <p:txBody>
          <a:bodyPr/>
          <a:lstStyle/>
          <a:p>
            <a:fld id="{70A06A59-B9EA-4946-BFBB-77877C3084F0}" type="slidenum">
              <a:rPr lang="en-US" altLang="en-US"/>
              <a:pPr/>
              <a:t>50</a:t>
            </a:fld>
            <a:endParaRPr lang="en-US" altLang="en-US"/>
          </a:p>
        </p:txBody>
      </p:sp>
      <p:sp>
        <p:nvSpPr>
          <p:cNvPr id="356354" name="Rectangle 2"/>
          <p:cNvSpPr>
            <a:spLocks noGrp="1" noChangeArrowheads="1"/>
          </p:cNvSpPr>
          <p:nvPr>
            <p:ph type="title"/>
          </p:nvPr>
        </p:nvSpPr>
        <p:spPr>
          <a:xfrm>
            <a:off x="533400" y="190500"/>
            <a:ext cx="7772400" cy="781050"/>
          </a:xfrm>
        </p:spPr>
        <p:txBody>
          <a:bodyPr/>
          <a:lstStyle/>
          <a:p>
            <a:r>
              <a:rPr lang="en-US" altLang="en-US" sz="3600" dirty="0"/>
              <a:t>TCP Segment </a:t>
            </a:r>
            <a:r>
              <a:rPr lang="en-US" altLang="en-US" dirty="0"/>
              <a:t>S</a:t>
            </a:r>
            <a:r>
              <a:rPr lang="en-US" altLang="en-US" sz="3600" dirty="0"/>
              <a:t>tructure</a:t>
            </a:r>
            <a:endParaRPr lang="en-US" altLang="en-US" dirty="0"/>
          </a:p>
        </p:txBody>
      </p:sp>
      <p:grpSp>
        <p:nvGrpSpPr>
          <p:cNvPr id="356355" name="Group 3"/>
          <p:cNvGrpSpPr>
            <a:grpSpLocks/>
          </p:cNvGrpSpPr>
          <p:nvPr/>
        </p:nvGrpSpPr>
        <p:grpSpPr bwMode="auto">
          <a:xfrm>
            <a:off x="2759075" y="1103313"/>
            <a:ext cx="4089400" cy="5330825"/>
            <a:chOff x="2818" y="659"/>
            <a:chExt cx="2576" cy="3358"/>
          </a:xfrm>
        </p:grpSpPr>
        <p:sp>
          <p:nvSpPr>
            <p:cNvPr id="356356" name="Rectangle 4"/>
            <p:cNvSpPr>
              <a:spLocks noChangeArrowheads="1"/>
            </p:cNvSpPr>
            <p:nvPr/>
          </p:nvSpPr>
          <p:spPr bwMode="auto">
            <a:xfrm>
              <a:off x="2905" y="917"/>
              <a:ext cx="2489" cy="3039"/>
            </a:xfrm>
            <a:prstGeom prst="rect">
              <a:avLst/>
            </a:prstGeom>
            <a:solidFill>
              <a:schemeClr val="accent2"/>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357" name="Rectangle 5"/>
            <p:cNvSpPr>
              <a:spLocks noChangeArrowheads="1"/>
            </p:cNvSpPr>
            <p:nvPr/>
          </p:nvSpPr>
          <p:spPr bwMode="auto">
            <a:xfrm>
              <a:off x="2851" y="990"/>
              <a:ext cx="2489" cy="3027"/>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sz="2400">
                <a:latin typeface="Times New Roman" panose="02020603050405020304" pitchFamily="18" charset="0"/>
              </a:endParaRPr>
            </a:p>
          </p:txBody>
        </p:sp>
        <p:sp>
          <p:nvSpPr>
            <p:cNvPr id="356358" name="Text Box 6"/>
            <p:cNvSpPr txBox="1">
              <a:spLocks noChangeArrowheads="1"/>
            </p:cNvSpPr>
            <p:nvPr/>
          </p:nvSpPr>
          <p:spPr bwMode="auto">
            <a:xfrm>
              <a:off x="2886" y="968"/>
              <a:ext cx="1161"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t>source port #</a:t>
              </a:r>
              <a:endParaRPr lang="en-US" altLang="en-US" sz="2400">
                <a:latin typeface="Times New Roman" panose="02020603050405020304" pitchFamily="18" charset="0"/>
              </a:endParaRPr>
            </a:p>
          </p:txBody>
        </p:sp>
        <p:sp>
          <p:nvSpPr>
            <p:cNvPr id="356359" name="Text Box 7"/>
            <p:cNvSpPr txBox="1">
              <a:spLocks noChangeArrowheads="1"/>
            </p:cNvSpPr>
            <p:nvPr/>
          </p:nvSpPr>
          <p:spPr bwMode="auto">
            <a:xfrm>
              <a:off x="4198" y="971"/>
              <a:ext cx="1004"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t>dest port #</a:t>
              </a:r>
              <a:endParaRPr lang="en-US" altLang="en-US" sz="1800">
                <a:latin typeface="Times New Roman" panose="02020603050405020304" pitchFamily="18" charset="0"/>
              </a:endParaRPr>
            </a:p>
          </p:txBody>
        </p:sp>
        <p:sp>
          <p:nvSpPr>
            <p:cNvPr id="356360" name="Line 8"/>
            <p:cNvSpPr>
              <a:spLocks noChangeShapeType="1"/>
            </p:cNvSpPr>
            <p:nvPr/>
          </p:nvSpPr>
          <p:spPr bwMode="auto">
            <a:xfrm>
              <a:off x="2853" y="1226"/>
              <a:ext cx="2486" cy="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361" name="Line 9"/>
            <p:cNvSpPr>
              <a:spLocks noChangeShapeType="1"/>
            </p:cNvSpPr>
            <p:nvPr/>
          </p:nvSpPr>
          <p:spPr bwMode="auto">
            <a:xfrm flipV="1">
              <a:off x="2849" y="1465"/>
              <a:ext cx="248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362" name="Line 10"/>
            <p:cNvSpPr>
              <a:spLocks noChangeShapeType="1"/>
            </p:cNvSpPr>
            <p:nvPr/>
          </p:nvSpPr>
          <p:spPr bwMode="auto">
            <a:xfrm flipV="1">
              <a:off x="4075" y="990"/>
              <a:ext cx="0" cy="2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363" name="Text Box 11"/>
            <p:cNvSpPr txBox="1">
              <a:spLocks noChangeArrowheads="1"/>
            </p:cNvSpPr>
            <p:nvPr/>
          </p:nvSpPr>
          <p:spPr bwMode="auto">
            <a:xfrm>
              <a:off x="3758" y="659"/>
              <a:ext cx="598"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t>32 bits</a:t>
              </a:r>
              <a:endParaRPr lang="en-US" altLang="en-US" sz="2400">
                <a:latin typeface="Times New Roman" panose="02020603050405020304" pitchFamily="18" charset="0"/>
              </a:endParaRPr>
            </a:p>
          </p:txBody>
        </p:sp>
        <p:sp>
          <p:nvSpPr>
            <p:cNvPr id="356364" name="Line 12"/>
            <p:cNvSpPr>
              <a:spLocks noChangeShapeType="1"/>
            </p:cNvSpPr>
            <p:nvPr/>
          </p:nvSpPr>
          <p:spPr bwMode="auto">
            <a:xfrm>
              <a:off x="4417" y="811"/>
              <a:ext cx="899" cy="3"/>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365" name="Line 13"/>
            <p:cNvSpPr>
              <a:spLocks noChangeShapeType="1"/>
            </p:cNvSpPr>
            <p:nvPr/>
          </p:nvSpPr>
          <p:spPr bwMode="auto">
            <a:xfrm rot="10800000">
              <a:off x="2837" y="818"/>
              <a:ext cx="845"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366" name="Text Box 14"/>
            <p:cNvSpPr txBox="1">
              <a:spLocks noChangeArrowheads="1"/>
            </p:cNvSpPr>
            <p:nvPr/>
          </p:nvSpPr>
          <p:spPr bwMode="auto">
            <a:xfrm>
              <a:off x="3475" y="2845"/>
              <a:ext cx="1341" cy="6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t>application</a:t>
              </a:r>
            </a:p>
            <a:p>
              <a:r>
                <a:rPr lang="en-US" altLang="en-US" sz="2000"/>
                <a:t>data </a:t>
              </a:r>
            </a:p>
            <a:p>
              <a:r>
                <a:rPr lang="en-US" altLang="en-US" sz="2000"/>
                <a:t>(variable length)</a:t>
              </a:r>
              <a:endParaRPr lang="en-US" altLang="en-US" sz="2400">
                <a:latin typeface="Times New Roman" panose="02020603050405020304" pitchFamily="18" charset="0"/>
              </a:endParaRPr>
            </a:p>
          </p:txBody>
        </p:sp>
        <p:sp>
          <p:nvSpPr>
            <p:cNvPr id="356367" name="Text Box 15"/>
            <p:cNvSpPr txBox="1">
              <a:spLocks noChangeArrowheads="1"/>
            </p:cNvSpPr>
            <p:nvPr/>
          </p:nvSpPr>
          <p:spPr bwMode="auto">
            <a:xfrm>
              <a:off x="3250" y="1213"/>
              <a:ext cx="1566"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a:t>sequence number</a:t>
              </a:r>
              <a:endParaRPr lang="en-US" altLang="en-US" sz="2400">
                <a:latin typeface="Times New Roman" panose="02020603050405020304" pitchFamily="18" charset="0"/>
              </a:endParaRPr>
            </a:p>
          </p:txBody>
        </p:sp>
        <p:sp>
          <p:nvSpPr>
            <p:cNvPr id="356368" name="Line 16"/>
            <p:cNvSpPr>
              <a:spLocks noChangeShapeType="1"/>
            </p:cNvSpPr>
            <p:nvPr/>
          </p:nvSpPr>
          <p:spPr bwMode="auto">
            <a:xfrm flipV="1">
              <a:off x="2855" y="1705"/>
              <a:ext cx="248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369" name="Text Box 17"/>
            <p:cNvSpPr txBox="1">
              <a:spLocks noChangeArrowheads="1"/>
            </p:cNvSpPr>
            <p:nvPr/>
          </p:nvSpPr>
          <p:spPr bwMode="auto">
            <a:xfrm>
              <a:off x="2998" y="1465"/>
              <a:ext cx="2148"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a:t>acknowledgement number</a:t>
              </a:r>
              <a:endParaRPr lang="en-US" altLang="en-US" sz="2000">
                <a:latin typeface="Times New Roman" panose="02020603050405020304" pitchFamily="18" charset="0"/>
              </a:endParaRPr>
            </a:p>
          </p:txBody>
        </p:sp>
        <p:sp>
          <p:nvSpPr>
            <p:cNvPr id="356370" name="Line 18"/>
            <p:cNvSpPr>
              <a:spLocks noChangeShapeType="1"/>
            </p:cNvSpPr>
            <p:nvPr/>
          </p:nvSpPr>
          <p:spPr bwMode="auto">
            <a:xfrm flipV="1">
              <a:off x="2852" y="1954"/>
              <a:ext cx="248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371" name="Line 19"/>
            <p:cNvSpPr>
              <a:spLocks noChangeShapeType="1"/>
            </p:cNvSpPr>
            <p:nvPr/>
          </p:nvSpPr>
          <p:spPr bwMode="auto">
            <a:xfrm flipV="1">
              <a:off x="2849" y="2200"/>
              <a:ext cx="248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372" name="Line 20"/>
            <p:cNvSpPr>
              <a:spLocks noChangeShapeType="1"/>
            </p:cNvSpPr>
            <p:nvPr/>
          </p:nvSpPr>
          <p:spPr bwMode="auto">
            <a:xfrm flipV="1">
              <a:off x="2849" y="2554"/>
              <a:ext cx="248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373" name="Line 21"/>
            <p:cNvSpPr>
              <a:spLocks noChangeShapeType="1"/>
            </p:cNvSpPr>
            <p:nvPr/>
          </p:nvSpPr>
          <p:spPr bwMode="auto">
            <a:xfrm flipH="1" flipV="1">
              <a:off x="4084" y="1707"/>
              <a:ext cx="3" cy="49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374" name="Text Box 22"/>
            <p:cNvSpPr txBox="1">
              <a:spLocks noChangeArrowheads="1"/>
            </p:cNvSpPr>
            <p:nvPr/>
          </p:nvSpPr>
          <p:spPr bwMode="auto">
            <a:xfrm>
              <a:off x="4126" y="1712"/>
              <a:ext cx="1144"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t>Receive window</a:t>
              </a:r>
              <a:endParaRPr lang="en-US" altLang="en-US" sz="1800">
                <a:latin typeface="Times New Roman" panose="02020603050405020304" pitchFamily="18" charset="0"/>
              </a:endParaRPr>
            </a:p>
          </p:txBody>
        </p:sp>
        <p:sp>
          <p:nvSpPr>
            <p:cNvPr id="356375" name="Text Box 23"/>
            <p:cNvSpPr txBox="1">
              <a:spLocks noChangeArrowheads="1"/>
            </p:cNvSpPr>
            <p:nvPr/>
          </p:nvSpPr>
          <p:spPr bwMode="auto">
            <a:xfrm>
              <a:off x="4177" y="1961"/>
              <a:ext cx="1122"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t>Urg data pnter</a:t>
              </a:r>
              <a:endParaRPr lang="en-US" altLang="en-US" sz="1800">
                <a:latin typeface="Times New Roman" panose="02020603050405020304" pitchFamily="18" charset="0"/>
              </a:endParaRPr>
            </a:p>
          </p:txBody>
        </p:sp>
        <p:sp>
          <p:nvSpPr>
            <p:cNvPr id="356376" name="Text Box 24"/>
            <p:cNvSpPr txBox="1">
              <a:spLocks noChangeArrowheads="1"/>
            </p:cNvSpPr>
            <p:nvPr/>
          </p:nvSpPr>
          <p:spPr bwMode="auto">
            <a:xfrm>
              <a:off x="3084" y="1949"/>
              <a:ext cx="761"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t>checksum</a:t>
              </a:r>
              <a:endParaRPr lang="en-US" altLang="en-US" sz="1800">
                <a:latin typeface="Times New Roman" panose="02020603050405020304" pitchFamily="18" charset="0"/>
              </a:endParaRPr>
            </a:p>
          </p:txBody>
        </p:sp>
        <p:sp>
          <p:nvSpPr>
            <p:cNvPr id="356377" name="Text Box 25"/>
            <p:cNvSpPr txBox="1">
              <a:spLocks noChangeArrowheads="1"/>
            </p:cNvSpPr>
            <p:nvPr/>
          </p:nvSpPr>
          <p:spPr bwMode="auto">
            <a:xfrm>
              <a:off x="3935" y="1730"/>
              <a:ext cx="194"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F</a:t>
              </a:r>
              <a:endParaRPr lang="en-US" altLang="en-US" sz="2400">
                <a:latin typeface="Times New Roman" panose="02020603050405020304" pitchFamily="18" charset="0"/>
              </a:endParaRPr>
            </a:p>
          </p:txBody>
        </p:sp>
        <p:sp>
          <p:nvSpPr>
            <p:cNvPr id="356378" name="Line 26"/>
            <p:cNvSpPr>
              <a:spLocks noChangeShapeType="1"/>
            </p:cNvSpPr>
            <p:nvPr/>
          </p:nvSpPr>
          <p:spPr bwMode="auto">
            <a:xfrm flipV="1">
              <a:off x="3985" y="1701"/>
              <a:ext cx="0" cy="2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379" name="Line 27"/>
            <p:cNvSpPr>
              <a:spLocks noChangeShapeType="1"/>
            </p:cNvSpPr>
            <p:nvPr/>
          </p:nvSpPr>
          <p:spPr bwMode="auto">
            <a:xfrm flipV="1">
              <a:off x="3883" y="1704"/>
              <a:ext cx="0" cy="2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380" name="Line 28"/>
            <p:cNvSpPr>
              <a:spLocks noChangeShapeType="1"/>
            </p:cNvSpPr>
            <p:nvPr/>
          </p:nvSpPr>
          <p:spPr bwMode="auto">
            <a:xfrm flipV="1">
              <a:off x="3778" y="1704"/>
              <a:ext cx="0" cy="2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381" name="Line 29"/>
            <p:cNvSpPr>
              <a:spLocks noChangeShapeType="1"/>
            </p:cNvSpPr>
            <p:nvPr/>
          </p:nvSpPr>
          <p:spPr bwMode="auto">
            <a:xfrm flipV="1">
              <a:off x="3676" y="1707"/>
              <a:ext cx="0" cy="2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382" name="Line 30"/>
            <p:cNvSpPr>
              <a:spLocks noChangeShapeType="1"/>
            </p:cNvSpPr>
            <p:nvPr/>
          </p:nvSpPr>
          <p:spPr bwMode="auto">
            <a:xfrm flipV="1">
              <a:off x="3577" y="1704"/>
              <a:ext cx="0" cy="2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383" name="Line 31"/>
            <p:cNvSpPr>
              <a:spLocks noChangeShapeType="1"/>
            </p:cNvSpPr>
            <p:nvPr/>
          </p:nvSpPr>
          <p:spPr bwMode="auto">
            <a:xfrm flipV="1">
              <a:off x="3469" y="1710"/>
              <a:ext cx="0" cy="2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384" name="Text Box 32"/>
            <p:cNvSpPr txBox="1">
              <a:spLocks noChangeArrowheads="1"/>
            </p:cNvSpPr>
            <p:nvPr/>
          </p:nvSpPr>
          <p:spPr bwMode="auto">
            <a:xfrm>
              <a:off x="3828" y="1727"/>
              <a:ext cx="20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S</a:t>
              </a:r>
              <a:endParaRPr lang="en-US" altLang="en-US" sz="2400">
                <a:latin typeface="Times New Roman" panose="02020603050405020304" pitchFamily="18" charset="0"/>
              </a:endParaRPr>
            </a:p>
          </p:txBody>
        </p:sp>
        <p:sp>
          <p:nvSpPr>
            <p:cNvPr id="356385" name="Text Box 33"/>
            <p:cNvSpPr txBox="1">
              <a:spLocks noChangeArrowheads="1"/>
            </p:cNvSpPr>
            <p:nvPr/>
          </p:nvSpPr>
          <p:spPr bwMode="auto">
            <a:xfrm>
              <a:off x="3727" y="1727"/>
              <a:ext cx="196"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R</a:t>
              </a:r>
              <a:endParaRPr lang="en-US" altLang="en-US" sz="2400">
                <a:latin typeface="Times New Roman" panose="02020603050405020304" pitchFamily="18" charset="0"/>
              </a:endParaRPr>
            </a:p>
          </p:txBody>
        </p:sp>
        <p:sp>
          <p:nvSpPr>
            <p:cNvPr id="356386" name="Text Box 34"/>
            <p:cNvSpPr txBox="1">
              <a:spLocks noChangeArrowheads="1"/>
            </p:cNvSpPr>
            <p:nvPr/>
          </p:nvSpPr>
          <p:spPr bwMode="auto">
            <a:xfrm>
              <a:off x="3628" y="1724"/>
              <a:ext cx="183"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P</a:t>
              </a:r>
              <a:endParaRPr lang="en-US" altLang="en-US" sz="2400">
                <a:latin typeface="Times New Roman" panose="02020603050405020304" pitchFamily="18" charset="0"/>
              </a:endParaRPr>
            </a:p>
          </p:txBody>
        </p:sp>
        <p:sp>
          <p:nvSpPr>
            <p:cNvPr id="356387" name="Text Box 35"/>
            <p:cNvSpPr txBox="1">
              <a:spLocks noChangeArrowheads="1"/>
            </p:cNvSpPr>
            <p:nvPr/>
          </p:nvSpPr>
          <p:spPr bwMode="auto">
            <a:xfrm>
              <a:off x="3519" y="1724"/>
              <a:ext cx="21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A</a:t>
              </a:r>
              <a:endParaRPr lang="en-US" altLang="en-US" sz="2400">
                <a:latin typeface="Times New Roman" panose="02020603050405020304" pitchFamily="18" charset="0"/>
              </a:endParaRPr>
            </a:p>
          </p:txBody>
        </p:sp>
        <p:sp>
          <p:nvSpPr>
            <p:cNvPr id="356388" name="Text Box 36"/>
            <p:cNvSpPr txBox="1">
              <a:spLocks noChangeArrowheads="1"/>
            </p:cNvSpPr>
            <p:nvPr/>
          </p:nvSpPr>
          <p:spPr bwMode="auto">
            <a:xfrm>
              <a:off x="3417" y="1724"/>
              <a:ext cx="21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U</a:t>
              </a:r>
              <a:endParaRPr lang="en-US" altLang="en-US" sz="2400">
                <a:latin typeface="Times New Roman" panose="02020603050405020304" pitchFamily="18" charset="0"/>
              </a:endParaRPr>
            </a:p>
          </p:txBody>
        </p:sp>
        <p:sp>
          <p:nvSpPr>
            <p:cNvPr id="356389" name="Text Box 37"/>
            <p:cNvSpPr txBox="1">
              <a:spLocks noChangeArrowheads="1"/>
            </p:cNvSpPr>
            <p:nvPr/>
          </p:nvSpPr>
          <p:spPr bwMode="auto">
            <a:xfrm>
              <a:off x="2818" y="1665"/>
              <a:ext cx="365" cy="3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t>head</a:t>
              </a:r>
            </a:p>
            <a:p>
              <a:r>
                <a:rPr lang="en-US" altLang="en-US" sz="1400"/>
                <a:t>len</a:t>
              </a:r>
              <a:endParaRPr lang="en-US" altLang="en-US" sz="1800">
                <a:latin typeface="Times New Roman" panose="02020603050405020304" pitchFamily="18" charset="0"/>
              </a:endParaRPr>
            </a:p>
          </p:txBody>
        </p:sp>
        <p:sp>
          <p:nvSpPr>
            <p:cNvPr id="356390" name="Text Box 38"/>
            <p:cNvSpPr txBox="1">
              <a:spLocks noChangeArrowheads="1"/>
            </p:cNvSpPr>
            <p:nvPr/>
          </p:nvSpPr>
          <p:spPr bwMode="auto">
            <a:xfrm>
              <a:off x="3121" y="1665"/>
              <a:ext cx="356" cy="3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t>not</a:t>
              </a:r>
            </a:p>
            <a:p>
              <a:r>
                <a:rPr lang="en-US" altLang="en-US" sz="1400"/>
                <a:t>used</a:t>
              </a:r>
              <a:endParaRPr lang="en-US" altLang="en-US" sz="1800">
                <a:latin typeface="Times New Roman" panose="02020603050405020304" pitchFamily="18" charset="0"/>
              </a:endParaRPr>
            </a:p>
          </p:txBody>
        </p:sp>
        <p:sp>
          <p:nvSpPr>
            <p:cNvPr id="356391" name="Line 39"/>
            <p:cNvSpPr>
              <a:spLocks noChangeShapeType="1"/>
            </p:cNvSpPr>
            <p:nvPr/>
          </p:nvSpPr>
          <p:spPr bwMode="auto">
            <a:xfrm flipV="1">
              <a:off x="3151" y="1704"/>
              <a:ext cx="0" cy="2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392" name="Text Box 40"/>
            <p:cNvSpPr txBox="1">
              <a:spLocks noChangeArrowheads="1"/>
            </p:cNvSpPr>
            <p:nvPr/>
          </p:nvSpPr>
          <p:spPr bwMode="auto">
            <a:xfrm>
              <a:off x="3098" y="2266"/>
              <a:ext cx="1969"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t>Options (variable length)</a:t>
              </a:r>
              <a:endParaRPr lang="en-US" altLang="en-US" sz="2400">
                <a:latin typeface="Times New Roman" panose="02020603050405020304" pitchFamily="18" charset="0"/>
              </a:endParaRPr>
            </a:p>
          </p:txBody>
        </p:sp>
      </p:grpSp>
      <p:sp>
        <p:nvSpPr>
          <p:cNvPr id="356393" name="Text Box 41"/>
          <p:cNvSpPr txBox="1">
            <a:spLocks noChangeArrowheads="1"/>
          </p:cNvSpPr>
          <p:nvPr/>
        </p:nvSpPr>
        <p:spPr bwMode="auto">
          <a:xfrm>
            <a:off x="177800" y="1431925"/>
            <a:ext cx="2287588"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en-US" sz="1800"/>
              <a:t>URG: urgent data </a:t>
            </a:r>
          </a:p>
          <a:p>
            <a:pPr algn="r"/>
            <a:r>
              <a:rPr lang="en-US" altLang="en-US" sz="1800"/>
              <a:t>(generally not used)</a:t>
            </a:r>
            <a:endParaRPr lang="en-US" altLang="en-US" sz="1000">
              <a:latin typeface="Times New Roman" panose="02020603050405020304" pitchFamily="18" charset="0"/>
            </a:endParaRPr>
          </a:p>
        </p:txBody>
      </p:sp>
      <p:sp>
        <p:nvSpPr>
          <p:cNvPr id="356394" name="Text Box 42"/>
          <p:cNvSpPr txBox="1">
            <a:spLocks noChangeArrowheads="1"/>
          </p:cNvSpPr>
          <p:nvPr/>
        </p:nvSpPr>
        <p:spPr bwMode="auto">
          <a:xfrm>
            <a:off x="947738" y="2155825"/>
            <a:ext cx="1470025"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en-US" sz="1800"/>
              <a:t>ACK: ACK #</a:t>
            </a:r>
          </a:p>
          <a:p>
            <a:pPr algn="r"/>
            <a:r>
              <a:rPr lang="en-US" altLang="en-US" sz="1800"/>
              <a:t>valid</a:t>
            </a:r>
            <a:endParaRPr lang="en-US" altLang="en-US" sz="1000">
              <a:latin typeface="Times New Roman" panose="02020603050405020304" pitchFamily="18" charset="0"/>
            </a:endParaRPr>
          </a:p>
        </p:txBody>
      </p:sp>
      <p:sp>
        <p:nvSpPr>
          <p:cNvPr id="356395" name="Text Box 43"/>
          <p:cNvSpPr txBox="1">
            <a:spLocks noChangeArrowheads="1"/>
          </p:cNvSpPr>
          <p:nvPr/>
        </p:nvSpPr>
        <p:spPr bwMode="auto">
          <a:xfrm>
            <a:off x="149225" y="2832100"/>
            <a:ext cx="2287588"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en-US" sz="1800"/>
              <a:t>PSH: push data now</a:t>
            </a:r>
          </a:p>
          <a:p>
            <a:pPr algn="r"/>
            <a:r>
              <a:rPr lang="en-US" altLang="en-US" sz="1800"/>
              <a:t>(generally not used)</a:t>
            </a:r>
          </a:p>
        </p:txBody>
      </p:sp>
      <p:sp>
        <p:nvSpPr>
          <p:cNvPr id="356396" name="Text Box 44"/>
          <p:cNvSpPr txBox="1">
            <a:spLocks noChangeArrowheads="1"/>
          </p:cNvSpPr>
          <p:nvPr/>
        </p:nvSpPr>
        <p:spPr bwMode="auto">
          <a:xfrm>
            <a:off x="476250" y="3632200"/>
            <a:ext cx="1979613" cy="1190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en-US" sz="1800"/>
              <a:t>RST, SYN, FIN:</a:t>
            </a:r>
          </a:p>
          <a:p>
            <a:pPr algn="r"/>
            <a:r>
              <a:rPr lang="en-US" altLang="en-US" sz="1800"/>
              <a:t>connection estab</a:t>
            </a:r>
          </a:p>
          <a:p>
            <a:pPr algn="r"/>
            <a:r>
              <a:rPr lang="en-US" altLang="en-US" sz="1800"/>
              <a:t>(setup, teardown</a:t>
            </a:r>
          </a:p>
          <a:p>
            <a:pPr algn="r"/>
            <a:r>
              <a:rPr lang="en-US" altLang="en-US" sz="1800"/>
              <a:t>commands)</a:t>
            </a:r>
          </a:p>
        </p:txBody>
      </p:sp>
      <p:sp>
        <p:nvSpPr>
          <p:cNvPr id="356397" name="Line 45"/>
          <p:cNvSpPr>
            <a:spLocks noChangeShapeType="1"/>
          </p:cNvSpPr>
          <p:nvPr/>
        </p:nvSpPr>
        <p:spPr bwMode="auto">
          <a:xfrm>
            <a:off x="2371725" y="1800225"/>
            <a:ext cx="1495425" cy="962025"/>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398" name="Line 46"/>
          <p:cNvSpPr>
            <a:spLocks noChangeShapeType="1"/>
          </p:cNvSpPr>
          <p:nvPr/>
        </p:nvSpPr>
        <p:spPr bwMode="auto">
          <a:xfrm>
            <a:off x="2343150" y="2476500"/>
            <a:ext cx="1647825" cy="352425"/>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399" name="Line 47"/>
          <p:cNvSpPr>
            <a:spLocks noChangeShapeType="1"/>
          </p:cNvSpPr>
          <p:nvPr/>
        </p:nvSpPr>
        <p:spPr bwMode="auto">
          <a:xfrm flipV="1">
            <a:off x="2352675" y="2828925"/>
            <a:ext cx="1838325" cy="45720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400" name="Freeform 48"/>
          <p:cNvSpPr>
            <a:spLocks/>
          </p:cNvSpPr>
          <p:nvPr/>
        </p:nvSpPr>
        <p:spPr bwMode="auto">
          <a:xfrm>
            <a:off x="2390775" y="3105150"/>
            <a:ext cx="2314575" cy="704850"/>
          </a:xfrm>
          <a:custGeom>
            <a:avLst/>
            <a:gdLst>
              <a:gd name="T0" fmla="*/ 0 w 1458"/>
              <a:gd name="T1" fmla="*/ 444 h 444"/>
              <a:gd name="T2" fmla="*/ 1248 w 1458"/>
              <a:gd name="T3" fmla="*/ 0 h 444"/>
              <a:gd name="T4" fmla="*/ 1458 w 1458"/>
              <a:gd name="T5" fmla="*/ 6 h 444"/>
            </a:gdLst>
            <a:ahLst/>
            <a:cxnLst>
              <a:cxn ang="0">
                <a:pos x="T0" y="T1"/>
              </a:cxn>
              <a:cxn ang="0">
                <a:pos x="T2" y="T3"/>
              </a:cxn>
              <a:cxn ang="0">
                <a:pos x="T4" y="T5"/>
              </a:cxn>
            </a:cxnLst>
            <a:rect l="0" t="0" r="r" b="b"/>
            <a:pathLst>
              <a:path w="1458" h="444">
                <a:moveTo>
                  <a:pt x="0" y="444"/>
                </a:moveTo>
                <a:lnTo>
                  <a:pt x="1248" y="0"/>
                </a:lnTo>
                <a:lnTo>
                  <a:pt x="1458" y="6"/>
                </a:lnTo>
              </a:path>
            </a:pathLst>
          </a:custGeom>
          <a:noFill/>
          <a:ln w="19050"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401" name="Text Box 49"/>
          <p:cNvSpPr txBox="1">
            <a:spLocks noChangeArrowheads="1"/>
          </p:cNvSpPr>
          <p:nvPr/>
        </p:nvSpPr>
        <p:spPr bwMode="auto">
          <a:xfrm>
            <a:off x="7439025" y="3013075"/>
            <a:ext cx="1347788" cy="915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1800"/>
              <a:t># bytes </a:t>
            </a:r>
          </a:p>
          <a:p>
            <a:pPr algn="l"/>
            <a:r>
              <a:rPr lang="en-US" altLang="en-US" sz="1800"/>
              <a:t>rcvr willing</a:t>
            </a:r>
          </a:p>
          <a:p>
            <a:pPr algn="l"/>
            <a:r>
              <a:rPr lang="en-US" altLang="en-US" sz="1800"/>
              <a:t>to accept</a:t>
            </a:r>
          </a:p>
        </p:txBody>
      </p:sp>
      <p:sp>
        <p:nvSpPr>
          <p:cNvPr id="356402" name="Text Box 50"/>
          <p:cNvSpPr txBox="1">
            <a:spLocks noChangeArrowheads="1"/>
          </p:cNvSpPr>
          <p:nvPr/>
        </p:nvSpPr>
        <p:spPr bwMode="auto">
          <a:xfrm>
            <a:off x="7132638" y="1527175"/>
            <a:ext cx="1820862" cy="1190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1800"/>
              <a:t>counting</a:t>
            </a:r>
          </a:p>
          <a:p>
            <a:pPr algn="l"/>
            <a:r>
              <a:rPr lang="en-US" altLang="en-US" sz="1800"/>
              <a:t>by bytes </a:t>
            </a:r>
          </a:p>
          <a:p>
            <a:pPr algn="l"/>
            <a:r>
              <a:rPr lang="en-US" altLang="en-US" sz="1800"/>
              <a:t>of data</a:t>
            </a:r>
          </a:p>
          <a:p>
            <a:pPr algn="l"/>
            <a:r>
              <a:rPr lang="en-US" altLang="en-US" sz="1800"/>
              <a:t>(not segments!)</a:t>
            </a:r>
          </a:p>
        </p:txBody>
      </p:sp>
      <p:sp>
        <p:nvSpPr>
          <p:cNvPr id="356403" name="Text Box 51"/>
          <p:cNvSpPr txBox="1">
            <a:spLocks noChangeArrowheads="1"/>
          </p:cNvSpPr>
          <p:nvPr/>
        </p:nvSpPr>
        <p:spPr bwMode="auto">
          <a:xfrm>
            <a:off x="995363" y="4965700"/>
            <a:ext cx="1352550" cy="915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en-US" sz="1800"/>
              <a:t>Internet</a:t>
            </a:r>
          </a:p>
          <a:p>
            <a:pPr algn="r"/>
            <a:r>
              <a:rPr lang="en-US" altLang="en-US" sz="1800"/>
              <a:t>checksum</a:t>
            </a:r>
          </a:p>
          <a:p>
            <a:pPr algn="r"/>
            <a:r>
              <a:rPr lang="en-US" altLang="en-US" sz="1800"/>
              <a:t>(as in UDP)</a:t>
            </a:r>
          </a:p>
        </p:txBody>
      </p:sp>
      <p:sp>
        <p:nvSpPr>
          <p:cNvPr id="356404" name="Line 52"/>
          <p:cNvSpPr>
            <a:spLocks noChangeShapeType="1"/>
          </p:cNvSpPr>
          <p:nvPr/>
        </p:nvSpPr>
        <p:spPr bwMode="auto">
          <a:xfrm flipV="1">
            <a:off x="2266950" y="3429000"/>
            <a:ext cx="2105025" cy="198120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405" name="Line 53"/>
          <p:cNvSpPr>
            <a:spLocks noChangeShapeType="1"/>
          </p:cNvSpPr>
          <p:nvPr/>
        </p:nvSpPr>
        <p:spPr bwMode="auto">
          <a:xfrm flipH="1" flipV="1">
            <a:off x="6686550" y="3019425"/>
            <a:ext cx="809625" cy="466725"/>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406" name="Line 54"/>
          <p:cNvSpPr>
            <a:spLocks noChangeShapeType="1"/>
          </p:cNvSpPr>
          <p:nvPr/>
        </p:nvSpPr>
        <p:spPr bwMode="auto">
          <a:xfrm flipH="1">
            <a:off x="6619875" y="1724025"/>
            <a:ext cx="552450" cy="885825"/>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56407" name="Line 55"/>
          <p:cNvSpPr>
            <a:spLocks noChangeShapeType="1"/>
          </p:cNvSpPr>
          <p:nvPr/>
        </p:nvSpPr>
        <p:spPr bwMode="auto">
          <a:xfrm flipH="1">
            <a:off x="6581775" y="1714500"/>
            <a:ext cx="571500" cy="523875"/>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 name="Rectangle 1"/>
          <p:cNvSpPr/>
          <p:nvPr/>
        </p:nvSpPr>
        <p:spPr>
          <a:xfrm>
            <a:off x="4803252" y="2728913"/>
            <a:ext cx="1917700" cy="412751"/>
          </a:xfrm>
          <a:prstGeom prst="rect">
            <a:avLst/>
          </a:prstGeom>
          <a:solidFill>
            <a:srgbClr val="FFFF0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Tree>
    <p:extLst>
      <p:ext uri="{BB962C8B-B14F-4D97-AF65-F5344CB8AC3E}">
        <p14:creationId xmlns:p14="http://schemas.microsoft.com/office/powerpoint/2010/main" val="25846486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5E995C9-D79B-CCC1-1035-32DEC9F2DAD0}"/>
              </a:ext>
            </a:extLst>
          </p:cNvPr>
          <p:cNvSpPr>
            <a:spLocks noGrp="1"/>
          </p:cNvSpPr>
          <p:nvPr>
            <p:ph type="title"/>
          </p:nvPr>
        </p:nvSpPr>
        <p:spPr/>
        <p:txBody>
          <a:bodyPr/>
          <a:lstStyle/>
          <a:p>
            <a:r>
              <a:rPr lang="en-US" altLang="en-US" dirty="0"/>
              <a:t>TCP Flow Control: How It Works (cont.)</a:t>
            </a:r>
            <a:endParaRPr lang="en-NZ" dirty="0"/>
          </a:p>
        </p:txBody>
      </p:sp>
      <p:sp>
        <p:nvSpPr>
          <p:cNvPr id="7" name="Content Placeholder 6">
            <a:extLst>
              <a:ext uri="{FF2B5EF4-FFF2-40B4-BE49-F238E27FC236}">
                <a16:creationId xmlns:a16="http://schemas.microsoft.com/office/drawing/2014/main" id="{5653FBB3-9D5C-6EC4-3D49-F63F0F7EC6BB}"/>
              </a:ext>
            </a:extLst>
          </p:cNvPr>
          <p:cNvSpPr>
            <a:spLocks noGrp="1"/>
          </p:cNvSpPr>
          <p:nvPr>
            <p:ph idx="1"/>
          </p:nvPr>
        </p:nvSpPr>
        <p:spPr/>
        <p:txBody>
          <a:bodyPr/>
          <a:lstStyle/>
          <a:p>
            <a:pPr>
              <a:spcAft>
                <a:spcPts val="600"/>
              </a:spcAft>
            </a:pPr>
            <a:r>
              <a:rPr lang="en-NZ" sz="2800" dirty="0"/>
              <a:t>Suppose that host A is sending a large file to host B over a TCP connection.</a:t>
            </a:r>
          </a:p>
          <a:p>
            <a:pPr>
              <a:spcAft>
                <a:spcPts val="600"/>
              </a:spcAft>
            </a:pPr>
            <a:endParaRPr lang="en-NZ" sz="2800" dirty="0"/>
          </a:p>
          <a:p>
            <a:pPr>
              <a:spcAft>
                <a:spcPts val="600"/>
              </a:spcAft>
            </a:pPr>
            <a:r>
              <a:rPr lang="en-NZ" sz="2800" dirty="0"/>
              <a:t>Host B places its current value of </a:t>
            </a:r>
            <a:r>
              <a:rPr lang="en-NZ" sz="2800" dirty="0" err="1">
                <a:solidFill>
                  <a:srgbClr val="FF0000"/>
                </a:solidFill>
              </a:rPr>
              <a:t>RcvWindow</a:t>
            </a:r>
            <a:r>
              <a:rPr lang="en-NZ" sz="2800" dirty="0"/>
              <a:t> in the window field of every segment it sends to A. </a:t>
            </a:r>
          </a:p>
          <a:p>
            <a:pPr lvl="1">
              <a:spcAft>
                <a:spcPts val="600"/>
              </a:spcAft>
            </a:pPr>
            <a:r>
              <a:rPr lang="en-NZ" sz="2400" dirty="0"/>
              <a:t>Initially, host B sets </a:t>
            </a:r>
            <a:r>
              <a:rPr lang="en-NZ" sz="2400" dirty="0" err="1">
                <a:solidFill>
                  <a:srgbClr val="FF0000"/>
                </a:solidFill>
              </a:rPr>
              <a:t>RcvWindow</a:t>
            </a:r>
            <a:r>
              <a:rPr lang="en-NZ" sz="2400" dirty="0">
                <a:solidFill>
                  <a:srgbClr val="FF0000"/>
                </a:solidFill>
              </a:rPr>
              <a:t> = </a:t>
            </a:r>
            <a:r>
              <a:rPr lang="en-NZ" sz="2400" dirty="0" err="1">
                <a:solidFill>
                  <a:srgbClr val="FF0000"/>
                </a:solidFill>
              </a:rPr>
              <a:t>RcvBuffer</a:t>
            </a:r>
            <a:r>
              <a:rPr lang="en-NZ" sz="2400" dirty="0"/>
              <a:t>. </a:t>
            </a:r>
          </a:p>
          <a:p>
            <a:pPr lvl="1">
              <a:spcAft>
                <a:spcPts val="600"/>
              </a:spcAft>
            </a:pPr>
            <a:r>
              <a:rPr lang="en-NZ" sz="2400" dirty="0"/>
              <a:t>Host A keeps track of two variables, </a:t>
            </a:r>
            <a:r>
              <a:rPr lang="en-NZ" sz="2400" dirty="0" err="1"/>
              <a:t>LastByteSent</a:t>
            </a:r>
            <a:r>
              <a:rPr lang="en-NZ" sz="2400" dirty="0"/>
              <a:t> and </a:t>
            </a:r>
            <a:r>
              <a:rPr lang="en-NZ" sz="2400" dirty="0" err="1"/>
              <a:t>LastByteAcked</a:t>
            </a:r>
            <a:r>
              <a:rPr lang="en-NZ" sz="2400" dirty="0"/>
              <a:t>, and makes sure that </a:t>
            </a:r>
            <a:r>
              <a:rPr lang="en-NZ" sz="2400" dirty="0" err="1">
                <a:solidFill>
                  <a:srgbClr val="FF0000"/>
                </a:solidFill>
              </a:rPr>
              <a:t>LastByteSent</a:t>
            </a:r>
            <a:r>
              <a:rPr lang="en-NZ" sz="2400" dirty="0">
                <a:solidFill>
                  <a:srgbClr val="FF0000"/>
                </a:solidFill>
              </a:rPr>
              <a:t> - </a:t>
            </a:r>
            <a:r>
              <a:rPr lang="en-NZ" sz="2400" dirty="0" err="1">
                <a:solidFill>
                  <a:srgbClr val="FF0000"/>
                </a:solidFill>
              </a:rPr>
              <a:t>LastByteAcked</a:t>
            </a:r>
            <a:r>
              <a:rPr lang="en-NZ" sz="2400" dirty="0">
                <a:solidFill>
                  <a:srgbClr val="FF0000"/>
                </a:solidFill>
              </a:rPr>
              <a:t> &lt;= </a:t>
            </a:r>
            <a:r>
              <a:rPr lang="en-NZ" sz="2400" dirty="0" err="1">
                <a:solidFill>
                  <a:srgbClr val="FF0000"/>
                </a:solidFill>
              </a:rPr>
              <a:t>RcvWindow</a:t>
            </a:r>
            <a:r>
              <a:rPr lang="en-NZ" sz="2400" dirty="0"/>
              <a:t>.</a:t>
            </a:r>
          </a:p>
          <a:p>
            <a:pPr>
              <a:spcAft>
                <a:spcPts val="600"/>
              </a:spcAft>
            </a:pPr>
            <a:endParaRPr lang="en-NZ" sz="2000" dirty="0"/>
          </a:p>
        </p:txBody>
      </p:sp>
      <p:sp>
        <p:nvSpPr>
          <p:cNvPr id="5" name="Slide Number Placeholder 4">
            <a:extLst>
              <a:ext uri="{FF2B5EF4-FFF2-40B4-BE49-F238E27FC236}">
                <a16:creationId xmlns:a16="http://schemas.microsoft.com/office/drawing/2014/main" id="{D02C6698-888B-B33E-4070-FF7ADD13E1E0}"/>
              </a:ext>
            </a:extLst>
          </p:cNvPr>
          <p:cNvSpPr>
            <a:spLocks noGrp="1"/>
          </p:cNvSpPr>
          <p:nvPr>
            <p:ph type="sldNum" sz="quarter" idx="4"/>
          </p:nvPr>
        </p:nvSpPr>
        <p:spPr/>
        <p:txBody>
          <a:bodyPr/>
          <a:lstStyle/>
          <a:p>
            <a:pPr>
              <a:defRPr/>
            </a:pPr>
            <a:fld id="{80DE0355-9741-7640-AC4F-CF3347F782AD}" type="slidenum">
              <a:rPr lang="en-US" smtClean="0"/>
              <a:pPr>
                <a:defRPr/>
              </a:pPr>
              <a:t>51</a:t>
            </a:fld>
            <a:endParaRPr lang="en-US"/>
          </a:p>
        </p:txBody>
      </p:sp>
    </p:spTree>
    <p:extLst>
      <p:ext uri="{BB962C8B-B14F-4D97-AF65-F5344CB8AC3E}">
        <p14:creationId xmlns:p14="http://schemas.microsoft.com/office/powerpoint/2010/main" val="24717219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chemeClr val="tx1"/>
                </a:solidFill>
              </a:rPr>
              <a:t>Pathological Scenario</a:t>
            </a:r>
            <a:endParaRPr lang="en-NZ" dirty="0">
              <a:solidFill>
                <a:schemeClr val="tx1"/>
              </a:solidFill>
            </a:endParaRPr>
          </a:p>
        </p:txBody>
      </p:sp>
      <p:sp>
        <p:nvSpPr>
          <p:cNvPr id="5" name="Slide Number Placeholder 4"/>
          <p:cNvSpPr>
            <a:spLocks noGrp="1"/>
          </p:cNvSpPr>
          <p:nvPr>
            <p:ph type="sldNum" sz="quarter" idx="12"/>
          </p:nvPr>
        </p:nvSpPr>
        <p:spPr/>
        <p:txBody>
          <a:bodyPr/>
          <a:lstStyle/>
          <a:p>
            <a:pPr>
              <a:defRPr/>
            </a:pPr>
            <a:fld id="{80DE0355-9741-7640-AC4F-CF3347F782AD}" type="slidenum">
              <a:rPr lang="en-US" smtClean="0"/>
              <a:pPr>
                <a:defRPr/>
              </a:pPr>
              <a:t>52</a:t>
            </a:fld>
            <a:endParaRPr lang="en-US" dirty="0"/>
          </a:p>
        </p:txBody>
      </p:sp>
      <p:graphicFrame>
        <p:nvGraphicFramePr>
          <p:cNvPr id="9" name="Object 6"/>
          <p:cNvGraphicFramePr>
            <a:graphicFrameLocks noChangeAspect="1"/>
          </p:cNvGraphicFramePr>
          <p:nvPr/>
        </p:nvGraphicFramePr>
        <p:xfrm>
          <a:off x="2819400" y="1295400"/>
          <a:ext cx="485775" cy="385763"/>
        </p:xfrm>
        <a:graphic>
          <a:graphicData uri="http://schemas.openxmlformats.org/presentationml/2006/ole">
            <mc:AlternateContent xmlns:mc="http://schemas.openxmlformats.org/markup-compatibility/2006">
              <mc:Choice xmlns:v="urn:schemas-microsoft-com:vml" Requires="v">
                <p:oleObj name="Clip" r:id="rId2" imgW="1305000" imgH="1085760" progId="MS_ClipArt_Gallery.2">
                  <p:embed/>
                </p:oleObj>
              </mc:Choice>
              <mc:Fallback>
                <p:oleObj name="Clip" r:id="rId2" imgW="1305000" imgH="1085760" progId="MS_ClipArt_Gallery.2">
                  <p:embed/>
                  <p:pic>
                    <p:nvPicPr>
                      <p:cNvPr id="9"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0" y="1295400"/>
                        <a:ext cx="485775" cy="385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Text Box 7"/>
          <p:cNvSpPr txBox="1">
            <a:spLocks noChangeArrowheads="1"/>
          </p:cNvSpPr>
          <p:nvPr/>
        </p:nvSpPr>
        <p:spPr bwMode="auto">
          <a:xfrm>
            <a:off x="3381375" y="1371600"/>
            <a:ext cx="849313"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Host A</a:t>
            </a:r>
            <a:endParaRPr lang="en-US" altLang="en-US" sz="1000" dirty="0">
              <a:latin typeface="Times New Roman" panose="02020603050405020304" pitchFamily="18" charset="0"/>
            </a:endParaRPr>
          </a:p>
        </p:txBody>
      </p:sp>
      <p:graphicFrame>
        <p:nvGraphicFramePr>
          <p:cNvPr id="16" name="Object 13"/>
          <p:cNvGraphicFramePr>
            <a:graphicFrameLocks noChangeAspect="1"/>
          </p:cNvGraphicFramePr>
          <p:nvPr/>
        </p:nvGraphicFramePr>
        <p:xfrm>
          <a:off x="5943600" y="1371600"/>
          <a:ext cx="485775" cy="385763"/>
        </p:xfrm>
        <a:graphic>
          <a:graphicData uri="http://schemas.openxmlformats.org/presentationml/2006/ole">
            <mc:AlternateContent xmlns:mc="http://schemas.openxmlformats.org/markup-compatibility/2006">
              <mc:Choice xmlns:v="urn:schemas-microsoft-com:vml" Requires="v">
                <p:oleObj name="Clip" r:id="rId2" imgW="1305000" imgH="1085760" progId="MS_ClipArt_Gallery.2">
                  <p:embed/>
                </p:oleObj>
              </mc:Choice>
              <mc:Fallback>
                <p:oleObj name="Clip" r:id="rId2" imgW="1305000" imgH="1085760" progId="MS_ClipArt_Gallery.2">
                  <p:embed/>
                  <p:pic>
                    <p:nvPicPr>
                      <p:cNvPr id="16" name="Object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600" y="1371600"/>
                        <a:ext cx="485775" cy="385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 name="Text Box 14"/>
          <p:cNvSpPr txBox="1">
            <a:spLocks noChangeArrowheads="1"/>
          </p:cNvSpPr>
          <p:nvPr/>
        </p:nvSpPr>
        <p:spPr bwMode="auto">
          <a:xfrm>
            <a:off x="5029200" y="1371600"/>
            <a:ext cx="828675"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Host B</a:t>
            </a:r>
            <a:endParaRPr lang="en-US" altLang="en-US" sz="1000">
              <a:latin typeface="Times New Roman" panose="02020603050405020304" pitchFamily="18" charset="0"/>
            </a:endParaRPr>
          </a:p>
        </p:txBody>
      </p:sp>
      <p:sp>
        <p:nvSpPr>
          <p:cNvPr id="21" name="Line 18"/>
          <p:cNvSpPr>
            <a:spLocks noChangeShapeType="1"/>
          </p:cNvSpPr>
          <p:nvPr/>
        </p:nvSpPr>
        <p:spPr bwMode="auto">
          <a:xfrm>
            <a:off x="3352800" y="1447800"/>
            <a:ext cx="9525" cy="39528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2" name="Line 19"/>
          <p:cNvSpPr>
            <a:spLocks noChangeShapeType="1"/>
          </p:cNvSpPr>
          <p:nvPr/>
        </p:nvSpPr>
        <p:spPr bwMode="auto">
          <a:xfrm>
            <a:off x="5867400" y="1524000"/>
            <a:ext cx="9525" cy="39528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7" name="Text Box 24"/>
          <p:cNvSpPr txBox="1">
            <a:spLocks noChangeArrowheads="1"/>
          </p:cNvSpPr>
          <p:nvPr/>
        </p:nvSpPr>
        <p:spPr bwMode="auto">
          <a:xfrm>
            <a:off x="3048000" y="5410200"/>
            <a:ext cx="658813"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solidFill>
                  <a:srgbClr val="FF0000"/>
                </a:solidFill>
              </a:rPr>
              <a:t>time</a:t>
            </a:r>
            <a:endParaRPr lang="en-US" altLang="en-US">
              <a:solidFill>
                <a:srgbClr val="FF0000"/>
              </a:solidFill>
            </a:endParaRPr>
          </a:p>
        </p:txBody>
      </p:sp>
      <p:sp>
        <p:nvSpPr>
          <p:cNvPr id="29" name="Line 20"/>
          <p:cNvSpPr>
            <a:spLocks noChangeShapeType="1"/>
          </p:cNvSpPr>
          <p:nvPr/>
        </p:nvSpPr>
        <p:spPr bwMode="auto">
          <a:xfrm flipH="1">
            <a:off x="3381375" y="2260853"/>
            <a:ext cx="2495550" cy="752475"/>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0" name="Text Box 9"/>
          <p:cNvSpPr txBox="1">
            <a:spLocks noChangeArrowheads="1"/>
          </p:cNvSpPr>
          <p:nvPr/>
        </p:nvSpPr>
        <p:spPr bwMode="auto">
          <a:xfrm rot="20617328">
            <a:off x="3925934" y="2353499"/>
            <a:ext cx="1435008"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err="1">
                <a:latin typeface="Arial" panose="020B0604020202020204" pitchFamily="34" charset="0"/>
              </a:rPr>
              <a:t>RcvWindow</a:t>
            </a:r>
            <a:r>
              <a:rPr lang="en-US" altLang="en-US" sz="1400" dirty="0">
                <a:latin typeface="Arial" panose="020B0604020202020204" pitchFamily="34" charset="0"/>
              </a:rPr>
              <a:t> = 0</a:t>
            </a:r>
            <a:endParaRPr lang="en-US" altLang="en-US" sz="1000" dirty="0">
              <a:latin typeface="Times New Roman" panose="02020603050405020304" pitchFamily="18" charset="0"/>
            </a:endParaRPr>
          </a:p>
        </p:txBody>
      </p:sp>
      <p:sp>
        <p:nvSpPr>
          <p:cNvPr id="31" name="Text Box 9"/>
          <p:cNvSpPr txBox="1">
            <a:spLocks noChangeArrowheads="1"/>
          </p:cNvSpPr>
          <p:nvPr/>
        </p:nvSpPr>
        <p:spPr bwMode="auto">
          <a:xfrm>
            <a:off x="5943600" y="2676139"/>
            <a:ext cx="1435008"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Arial" panose="020B0604020202020204" pitchFamily="34" charset="0"/>
              </a:rPr>
              <a:t>Buffer emptied</a:t>
            </a:r>
          </a:p>
          <a:p>
            <a:r>
              <a:rPr lang="en-US" altLang="en-US" sz="1400" dirty="0" err="1">
                <a:latin typeface="Arial" panose="020B0604020202020204" pitchFamily="34" charset="0"/>
              </a:rPr>
              <a:t>RcvWindow</a:t>
            </a:r>
            <a:r>
              <a:rPr lang="en-US" altLang="en-US" sz="1400" dirty="0">
                <a:latin typeface="Arial" panose="020B0604020202020204" pitchFamily="34" charset="0"/>
              </a:rPr>
              <a:t> &gt; 0</a:t>
            </a:r>
            <a:endParaRPr lang="en-US" altLang="en-US" sz="1000" dirty="0">
              <a:latin typeface="Times New Roman" panose="02020603050405020304" pitchFamily="18" charset="0"/>
            </a:endParaRPr>
          </a:p>
        </p:txBody>
      </p:sp>
      <p:sp>
        <p:nvSpPr>
          <p:cNvPr id="32" name="Text Box 9"/>
          <p:cNvSpPr txBox="1">
            <a:spLocks noChangeArrowheads="1"/>
          </p:cNvSpPr>
          <p:nvPr/>
        </p:nvSpPr>
        <p:spPr bwMode="auto">
          <a:xfrm>
            <a:off x="2438400" y="3649891"/>
            <a:ext cx="4855065"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1400" dirty="0">
                <a:latin typeface="Arial" panose="020B0604020202020204" pitchFamily="34" charset="0"/>
              </a:rPr>
              <a:t>No way of being informed</a:t>
            </a:r>
          </a:p>
          <a:p>
            <a:r>
              <a:rPr lang="en-US" altLang="en-US" sz="1400" dirty="0">
                <a:latin typeface="Arial" panose="020B0604020202020204" pitchFamily="34" charset="0"/>
              </a:rPr>
              <a:t>if B has no data to send to A!</a:t>
            </a:r>
            <a:endParaRPr lang="en-US" altLang="en-US" sz="1000" dirty="0">
              <a:latin typeface="Times New Roman" panose="02020603050405020304" pitchFamily="18" charset="0"/>
            </a:endParaRPr>
          </a:p>
        </p:txBody>
      </p:sp>
    </p:spTree>
    <p:extLst>
      <p:ext uri="{BB962C8B-B14F-4D97-AF65-F5344CB8AC3E}">
        <p14:creationId xmlns:p14="http://schemas.microsoft.com/office/powerpoint/2010/main" val="947354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1000"/>
                                        <p:tgtEl>
                                          <p:spTgt spid="31"/>
                                        </p:tgtEl>
                                      </p:cBhvr>
                                    </p:animEffect>
                                    <p:anim calcmode="lin" valueType="num">
                                      <p:cBhvr>
                                        <p:cTn id="8" dur="1000" fill="hold"/>
                                        <p:tgtEl>
                                          <p:spTgt spid="31"/>
                                        </p:tgtEl>
                                        <p:attrNameLst>
                                          <p:attrName>ppt_x</p:attrName>
                                        </p:attrNameLst>
                                      </p:cBhvr>
                                      <p:tavLst>
                                        <p:tav tm="0">
                                          <p:val>
                                            <p:strVal val="#ppt_x"/>
                                          </p:val>
                                        </p:tav>
                                        <p:tav tm="100000">
                                          <p:val>
                                            <p:strVal val="#ppt_x"/>
                                          </p:val>
                                        </p:tav>
                                      </p:tavLst>
                                    </p:anim>
                                    <p:anim calcmode="lin" valueType="num">
                                      <p:cBhvr>
                                        <p:cTn id="9"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2"/>
                                        </p:tgtEl>
                                        <p:attrNameLst>
                                          <p:attrName>style.visibility</p:attrName>
                                        </p:attrNameLst>
                                      </p:cBhvr>
                                      <p:to>
                                        <p:strVal val="visible"/>
                                      </p:to>
                                    </p:set>
                                    <p:animEffect transition="in" filter="fade">
                                      <p:cBhvr>
                                        <p:cTn id="14" dur="1000"/>
                                        <p:tgtEl>
                                          <p:spTgt spid="32"/>
                                        </p:tgtEl>
                                      </p:cBhvr>
                                    </p:animEffect>
                                    <p:anim calcmode="lin" valueType="num">
                                      <p:cBhvr>
                                        <p:cTn id="15" dur="1000" fill="hold"/>
                                        <p:tgtEl>
                                          <p:spTgt spid="32"/>
                                        </p:tgtEl>
                                        <p:attrNameLst>
                                          <p:attrName>ppt_x</p:attrName>
                                        </p:attrNameLst>
                                      </p:cBhvr>
                                      <p:tavLst>
                                        <p:tav tm="0">
                                          <p:val>
                                            <p:strVal val="#ppt_x"/>
                                          </p:val>
                                        </p:tav>
                                        <p:tav tm="100000">
                                          <p:val>
                                            <p:strVal val="#ppt_x"/>
                                          </p:val>
                                        </p:tav>
                                      </p:tavLst>
                                    </p:anim>
                                    <p:anim calcmode="lin" valueType="num">
                                      <p:cBhvr>
                                        <p:cTn id="16"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Solution – Continue to Send Small Segments to B</a:t>
            </a:r>
            <a:endParaRPr lang="en-NZ" dirty="0">
              <a:solidFill>
                <a:schemeClr val="tx1"/>
              </a:solidFill>
            </a:endParaRPr>
          </a:p>
        </p:txBody>
      </p:sp>
      <p:sp>
        <p:nvSpPr>
          <p:cNvPr id="5" name="Slide Number Placeholder 4"/>
          <p:cNvSpPr>
            <a:spLocks noGrp="1"/>
          </p:cNvSpPr>
          <p:nvPr>
            <p:ph type="sldNum" sz="quarter" idx="12"/>
          </p:nvPr>
        </p:nvSpPr>
        <p:spPr/>
        <p:txBody>
          <a:bodyPr/>
          <a:lstStyle/>
          <a:p>
            <a:pPr>
              <a:defRPr/>
            </a:pPr>
            <a:fld id="{80DE0355-9741-7640-AC4F-CF3347F782AD}" type="slidenum">
              <a:rPr lang="en-US" smtClean="0"/>
              <a:pPr>
                <a:defRPr/>
              </a:pPr>
              <a:t>53</a:t>
            </a:fld>
            <a:endParaRPr lang="en-US" dirty="0"/>
          </a:p>
        </p:txBody>
      </p:sp>
      <p:graphicFrame>
        <p:nvGraphicFramePr>
          <p:cNvPr id="9" name="Object 6"/>
          <p:cNvGraphicFramePr>
            <a:graphicFrameLocks noChangeAspect="1"/>
          </p:cNvGraphicFramePr>
          <p:nvPr/>
        </p:nvGraphicFramePr>
        <p:xfrm>
          <a:off x="2819400" y="1295400"/>
          <a:ext cx="485775" cy="385763"/>
        </p:xfrm>
        <a:graphic>
          <a:graphicData uri="http://schemas.openxmlformats.org/presentationml/2006/ole">
            <mc:AlternateContent xmlns:mc="http://schemas.openxmlformats.org/markup-compatibility/2006">
              <mc:Choice xmlns:v="urn:schemas-microsoft-com:vml" Requires="v">
                <p:oleObj name="Clip" r:id="rId2" imgW="1305000" imgH="1085760" progId="MS_ClipArt_Gallery.2">
                  <p:embed/>
                </p:oleObj>
              </mc:Choice>
              <mc:Fallback>
                <p:oleObj name="Clip" r:id="rId2" imgW="1305000" imgH="1085760" progId="MS_ClipArt_Gallery.2">
                  <p:embed/>
                  <p:pic>
                    <p:nvPicPr>
                      <p:cNvPr id="9"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0" y="1295400"/>
                        <a:ext cx="485775" cy="385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Text Box 7"/>
          <p:cNvSpPr txBox="1">
            <a:spLocks noChangeArrowheads="1"/>
          </p:cNvSpPr>
          <p:nvPr/>
        </p:nvSpPr>
        <p:spPr bwMode="auto">
          <a:xfrm>
            <a:off x="3381375" y="1371600"/>
            <a:ext cx="849313"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Host A</a:t>
            </a:r>
            <a:endParaRPr lang="en-US" altLang="en-US" sz="1000" dirty="0">
              <a:latin typeface="Times New Roman" panose="02020603050405020304" pitchFamily="18" charset="0"/>
            </a:endParaRPr>
          </a:p>
        </p:txBody>
      </p:sp>
      <p:graphicFrame>
        <p:nvGraphicFramePr>
          <p:cNvPr id="16" name="Object 13"/>
          <p:cNvGraphicFramePr>
            <a:graphicFrameLocks noChangeAspect="1"/>
          </p:cNvGraphicFramePr>
          <p:nvPr/>
        </p:nvGraphicFramePr>
        <p:xfrm>
          <a:off x="5943600" y="1371600"/>
          <a:ext cx="485775" cy="385763"/>
        </p:xfrm>
        <a:graphic>
          <a:graphicData uri="http://schemas.openxmlformats.org/presentationml/2006/ole">
            <mc:AlternateContent xmlns:mc="http://schemas.openxmlformats.org/markup-compatibility/2006">
              <mc:Choice xmlns:v="urn:schemas-microsoft-com:vml" Requires="v">
                <p:oleObj name="Clip" r:id="rId2" imgW="1305000" imgH="1085760" progId="MS_ClipArt_Gallery.2">
                  <p:embed/>
                </p:oleObj>
              </mc:Choice>
              <mc:Fallback>
                <p:oleObj name="Clip" r:id="rId2" imgW="1305000" imgH="1085760" progId="MS_ClipArt_Gallery.2">
                  <p:embed/>
                  <p:pic>
                    <p:nvPicPr>
                      <p:cNvPr id="16" name="Object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600" y="1371600"/>
                        <a:ext cx="485775" cy="385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 name="Text Box 14"/>
          <p:cNvSpPr txBox="1">
            <a:spLocks noChangeArrowheads="1"/>
          </p:cNvSpPr>
          <p:nvPr/>
        </p:nvSpPr>
        <p:spPr bwMode="auto">
          <a:xfrm>
            <a:off x="5029200" y="1371600"/>
            <a:ext cx="828675"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Host B</a:t>
            </a:r>
            <a:endParaRPr lang="en-US" altLang="en-US" sz="1000">
              <a:latin typeface="Times New Roman" panose="02020603050405020304" pitchFamily="18" charset="0"/>
            </a:endParaRPr>
          </a:p>
        </p:txBody>
      </p:sp>
      <p:grpSp>
        <p:nvGrpSpPr>
          <p:cNvPr id="34" name="Group 33"/>
          <p:cNvGrpSpPr/>
          <p:nvPr/>
        </p:nvGrpSpPr>
        <p:grpSpPr>
          <a:xfrm>
            <a:off x="3376613" y="3346549"/>
            <a:ext cx="2533650" cy="617439"/>
            <a:chOff x="938213" y="3025163"/>
            <a:chExt cx="2533650" cy="617439"/>
          </a:xfrm>
        </p:grpSpPr>
        <p:sp>
          <p:nvSpPr>
            <p:cNvPr id="19" name="Line 16"/>
            <p:cNvSpPr>
              <a:spLocks noChangeShapeType="1"/>
            </p:cNvSpPr>
            <p:nvPr/>
          </p:nvSpPr>
          <p:spPr bwMode="auto">
            <a:xfrm>
              <a:off x="938213" y="3052052"/>
              <a:ext cx="2533650" cy="590550"/>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0" name="Text Box 17"/>
            <p:cNvSpPr txBox="1">
              <a:spLocks noChangeArrowheads="1"/>
            </p:cNvSpPr>
            <p:nvPr/>
          </p:nvSpPr>
          <p:spPr bwMode="auto">
            <a:xfrm rot="706751">
              <a:off x="1624238" y="3025163"/>
              <a:ext cx="1069524"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Arial" panose="020B0604020202020204" pitchFamily="34" charset="0"/>
                </a:rPr>
                <a:t>1 byte data</a:t>
              </a:r>
              <a:endParaRPr lang="en-US" altLang="en-US" sz="1000" dirty="0">
                <a:latin typeface="Times New Roman" panose="02020603050405020304" pitchFamily="18" charset="0"/>
              </a:endParaRPr>
            </a:p>
          </p:txBody>
        </p:sp>
      </p:grpSp>
      <p:sp>
        <p:nvSpPr>
          <p:cNvPr id="21" name="Line 18"/>
          <p:cNvSpPr>
            <a:spLocks noChangeShapeType="1"/>
          </p:cNvSpPr>
          <p:nvPr/>
        </p:nvSpPr>
        <p:spPr bwMode="auto">
          <a:xfrm>
            <a:off x="3352800" y="1447800"/>
            <a:ext cx="9525" cy="39528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2" name="Line 19"/>
          <p:cNvSpPr>
            <a:spLocks noChangeShapeType="1"/>
          </p:cNvSpPr>
          <p:nvPr/>
        </p:nvSpPr>
        <p:spPr bwMode="auto">
          <a:xfrm>
            <a:off x="5867400" y="1524000"/>
            <a:ext cx="9525" cy="39528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7" name="Text Box 24"/>
          <p:cNvSpPr txBox="1">
            <a:spLocks noChangeArrowheads="1"/>
          </p:cNvSpPr>
          <p:nvPr/>
        </p:nvSpPr>
        <p:spPr bwMode="auto">
          <a:xfrm>
            <a:off x="3048000" y="5410200"/>
            <a:ext cx="658813"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solidFill>
                  <a:srgbClr val="FF0000"/>
                </a:solidFill>
              </a:rPr>
              <a:t>time</a:t>
            </a:r>
            <a:endParaRPr lang="en-US" altLang="en-US">
              <a:solidFill>
                <a:srgbClr val="FF0000"/>
              </a:solidFill>
            </a:endParaRPr>
          </a:p>
        </p:txBody>
      </p:sp>
      <p:sp>
        <p:nvSpPr>
          <p:cNvPr id="29" name="Line 20"/>
          <p:cNvSpPr>
            <a:spLocks noChangeShapeType="1"/>
          </p:cNvSpPr>
          <p:nvPr/>
        </p:nvSpPr>
        <p:spPr bwMode="auto">
          <a:xfrm flipH="1">
            <a:off x="3381375" y="2260853"/>
            <a:ext cx="2495550" cy="752475"/>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0" name="Text Box 9"/>
          <p:cNvSpPr txBox="1">
            <a:spLocks noChangeArrowheads="1"/>
          </p:cNvSpPr>
          <p:nvPr/>
        </p:nvSpPr>
        <p:spPr bwMode="auto">
          <a:xfrm rot="20617328">
            <a:off x="3925934" y="2353499"/>
            <a:ext cx="1435008"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err="1">
                <a:latin typeface="Arial" panose="020B0604020202020204" pitchFamily="34" charset="0"/>
              </a:rPr>
              <a:t>RcvWindow</a:t>
            </a:r>
            <a:r>
              <a:rPr lang="en-US" altLang="en-US" sz="1400" dirty="0">
                <a:latin typeface="Arial" panose="020B0604020202020204" pitchFamily="34" charset="0"/>
              </a:rPr>
              <a:t> = 0</a:t>
            </a:r>
            <a:endParaRPr lang="en-US" altLang="en-US" sz="1000" dirty="0">
              <a:latin typeface="Times New Roman" panose="02020603050405020304" pitchFamily="18" charset="0"/>
            </a:endParaRPr>
          </a:p>
        </p:txBody>
      </p:sp>
      <p:sp>
        <p:nvSpPr>
          <p:cNvPr id="31" name="Text Box 9"/>
          <p:cNvSpPr txBox="1">
            <a:spLocks noChangeArrowheads="1"/>
          </p:cNvSpPr>
          <p:nvPr/>
        </p:nvSpPr>
        <p:spPr bwMode="auto">
          <a:xfrm>
            <a:off x="5943600" y="2676139"/>
            <a:ext cx="1435008"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Arial" panose="020B0604020202020204" pitchFamily="34" charset="0"/>
              </a:rPr>
              <a:t>Buffer emptied</a:t>
            </a:r>
          </a:p>
          <a:p>
            <a:r>
              <a:rPr lang="en-US" altLang="en-US" sz="1400" dirty="0" err="1">
                <a:latin typeface="Arial" panose="020B0604020202020204" pitchFamily="34" charset="0"/>
              </a:rPr>
              <a:t>RcvWindow</a:t>
            </a:r>
            <a:r>
              <a:rPr lang="en-US" altLang="en-US" sz="1400" dirty="0">
                <a:latin typeface="Arial" panose="020B0604020202020204" pitchFamily="34" charset="0"/>
              </a:rPr>
              <a:t> &gt; 0</a:t>
            </a:r>
            <a:endParaRPr lang="en-US" altLang="en-US" sz="1000" dirty="0">
              <a:latin typeface="Times New Roman" panose="02020603050405020304" pitchFamily="18" charset="0"/>
            </a:endParaRPr>
          </a:p>
        </p:txBody>
      </p:sp>
      <p:grpSp>
        <p:nvGrpSpPr>
          <p:cNvPr id="35" name="Group 34"/>
          <p:cNvGrpSpPr/>
          <p:nvPr/>
        </p:nvGrpSpPr>
        <p:grpSpPr>
          <a:xfrm>
            <a:off x="3371850" y="4033838"/>
            <a:ext cx="2495550" cy="752475"/>
            <a:chOff x="933450" y="3712452"/>
            <a:chExt cx="2495550" cy="752475"/>
          </a:xfrm>
        </p:grpSpPr>
        <p:sp>
          <p:nvSpPr>
            <p:cNvPr id="23" name="Line 20"/>
            <p:cNvSpPr>
              <a:spLocks noChangeShapeType="1"/>
            </p:cNvSpPr>
            <p:nvPr/>
          </p:nvSpPr>
          <p:spPr bwMode="auto">
            <a:xfrm flipH="1">
              <a:off x="933450" y="3712452"/>
              <a:ext cx="2495550" cy="752475"/>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33" name="Text Box 9"/>
            <p:cNvSpPr txBox="1">
              <a:spLocks noChangeArrowheads="1"/>
            </p:cNvSpPr>
            <p:nvPr/>
          </p:nvSpPr>
          <p:spPr bwMode="auto">
            <a:xfrm rot="20617328">
              <a:off x="1086948" y="3770845"/>
              <a:ext cx="2202847"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Arial" panose="020B0604020202020204" pitchFamily="34" charset="0"/>
                </a:rPr>
                <a:t>ACK, </a:t>
              </a:r>
              <a:r>
                <a:rPr lang="en-US" altLang="en-US" sz="1400" dirty="0" err="1">
                  <a:latin typeface="Arial" panose="020B0604020202020204" pitchFamily="34" charset="0"/>
                </a:rPr>
                <a:t>RcvWindow</a:t>
              </a:r>
              <a:r>
                <a:rPr lang="en-US" altLang="en-US" sz="1400" dirty="0">
                  <a:latin typeface="Arial" panose="020B0604020202020204" pitchFamily="34" charset="0"/>
                </a:rPr>
                <a:t> = 8194</a:t>
              </a:r>
              <a:endParaRPr lang="en-US" altLang="en-US" sz="1000" dirty="0">
                <a:latin typeface="Times New Roman" panose="02020603050405020304" pitchFamily="18" charset="0"/>
              </a:endParaRPr>
            </a:p>
          </p:txBody>
        </p:sp>
      </p:grpSp>
    </p:spTree>
    <p:extLst>
      <p:ext uri="{BB962C8B-B14F-4D97-AF65-F5344CB8AC3E}">
        <p14:creationId xmlns:p14="http://schemas.microsoft.com/office/powerpoint/2010/main" val="1280693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1000"/>
                                        <p:tgtEl>
                                          <p:spTgt spid="34"/>
                                        </p:tgtEl>
                                      </p:cBhvr>
                                    </p:animEffect>
                                    <p:anim calcmode="lin" valueType="num">
                                      <p:cBhvr>
                                        <p:cTn id="8" dur="1000" fill="hold"/>
                                        <p:tgtEl>
                                          <p:spTgt spid="34"/>
                                        </p:tgtEl>
                                        <p:attrNameLst>
                                          <p:attrName>ppt_x</p:attrName>
                                        </p:attrNameLst>
                                      </p:cBhvr>
                                      <p:tavLst>
                                        <p:tav tm="0">
                                          <p:val>
                                            <p:strVal val="#ppt_x"/>
                                          </p:val>
                                        </p:tav>
                                        <p:tav tm="100000">
                                          <p:val>
                                            <p:strVal val="#ppt_x"/>
                                          </p:val>
                                        </p:tav>
                                      </p:tavLst>
                                    </p:anim>
                                    <p:anim calcmode="lin" valueType="num">
                                      <p:cBhvr>
                                        <p:cTn id="9"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5"/>
                                        </p:tgtEl>
                                        <p:attrNameLst>
                                          <p:attrName>style.visibility</p:attrName>
                                        </p:attrNameLst>
                                      </p:cBhvr>
                                      <p:to>
                                        <p:strVal val="visible"/>
                                      </p:to>
                                    </p:set>
                                    <p:animEffect transition="in" filter="fade">
                                      <p:cBhvr>
                                        <p:cTn id="14" dur="1000"/>
                                        <p:tgtEl>
                                          <p:spTgt spid="35"/>
                                        </p:tgtEl>
                                      </p:cBhvr>
                                    </p:animEffect>
                                    <p:anim calcmode="lin" valueType="num">
                                      <p:cBhvr>
                                        <p:cTn id="15" dur="1000" fill="hold"/>
                                        <p:tgtEl>
                                          <p:spTgt spid="35"/>
                                        </p:tgtEl>
                                        <p:attrNameLst>
                                          <p:attrName>ppt_x</p:attrName>
                                        </p:attrNameLst>
                                      </p:cBhvr>
                                      <p:tavLst>
                                        <p:tav tm="0">
                                          <p:val>
                                            <p:strVal val="#ppt_x"/>
                                          </p:val>
                                        </p:tav>
                                        <p:tav tm="100000">
                                          <p:val>
                                            <p:strVal val="#ppt_x"/>
                                          </p:val>
                                        </p:tav>
                                      </p:tavLst>
                                    </p:anim>
                                    <p:anim calcmode="lin" valueType="num">
                                      <p:cBhvr>
                                        <p:cTn id="16"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776" y="70056"/>
            <a:ext cx="8973014" cy="723900"/>
          </a:xfrm>
        </p:spPr>
        <p:txBody>
          <a:bodyPr/>
          <a:lstStyle/>
          <a:p>
            <a:r>
              <a:rPr lang="en-NZ" dirty="0"/>
              <a:t>Flow Control vs Congestion Control</a:t>
            </a:r>
          </a:p>
        </p:txBody>
      </p:sp>
      <p:grpSp>
        <p:nvGrpSpPr>
          <p:cNvPr id="7" name="Group 243"/>
          <p:cNvGrpSpPr>
            <a:grpSpLocks/>
          </p:cNvGrpSpPr>
          <p:nvPr/>
        </p:nvGrpSpPr>
        <p:grpSpPr bwMode="auto">
          <a:xfrm>
            <a:off x="1639888" y="2453822"/>
            <a:ext cx="5332412" cy="2559050"/>
            <a:chOff x="1448" y="2704"/>
            <a:chExt cx="3359" cy="1612"/>
          </a:xfrm>
        </p:grpSpPr>
        <p:sp>
          <p:nvSpPr>
            <p:cNvPr id="8" name="Oval 7"/>
            <p:cNvSpPr>
              <a:spLocks noChangeArrowheads="1"/>
            </p:cNvSpPr>
            <p:nvPr/>
          </p:nvSpPr>
          <p:spPr bwMode="auto">
            <a:xfrm>
              <a:off x="2871" y="3774"/>
              <a:ext cx="670" cy="148"/>
            </a:xfrm>
            <a:prstGeom prst="ellipse">
              <a:avLst/>
            </a:prstGeom>
            <a:solidFill>
              <a:srgbClr val="C0C0C0"/>
            </a:solidFill>
            <a:ln w="12700">
              <a:solidFill>
                <a:srgbClr val="808080"/>
              </a:solidFill>
              <a:round/>
              <a:headEnd/>
              <a:tailEnd/>
            </a:ln>
          </p:spPr>
          <p:txBody>
            <a:bodyPr wrap="none" anchor="ctr"/>
            <a:lstStyle/>
            <a:p>
              <a:endParaRPr lang="en-NZ"/>
            </a:p>
          </p:txBody>
        </p:sp>
        <p:sp>
          <p:nvSpPr>
            <p:cNvPr id="9" name="Line 8"/>
            <p:cNvSpPr>
              <a:spLocks noChangeShapeType="1"/>
            </p:cNvSpPr>
            <p:nvPr/>
          </p:nvSpPr>
          <p:spPr bwMode="auto">
            <a:xfrm>
              <a:off x="2871" y="3762"/>
              <a:ext cx="0" cy="9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NZ"/>
            </a:p>
          </p:txBody>
        </p:sp>
        <p:sp>
          <p:nvSpPr>
            <p:cNvPr id="10" name="Line 9"/>
            <p:cNvSpPr>
              <a:spLocks noChangeShapeType="1"/>
            </p:cNvSpPr>
            <p:nvPr/>
          </p:nvSpPr>
          <p:spPr bwMode="auto">
            <a:xfrm>
              <a:off x="3541" y="3762"/>
              <a:ext cx="0" cy="92"/>
            </a:xfrm>
            <a:prstGeom prst="line">
              <a:avLst/>
            </a:prstGeom>
            <a:noFill/>
            <a:ln w="12700">
              <a:solidFill>
                <a:srgbClr val="808080"/>
              </a:solidFill>
              <a:round/>
              <a:headEnd/>
              <a:tailEnd/>
            </a:ln>
            <a:extLst>
              <a:ext uri="{909E8E84-426E-40DD-AFC4-6F175D3DCCD1}">
                <a14:hiddenFill xmlns:a14="http://schemas.microsoft.com/office/drawing/2010/main">
                  <a:noFill/>
                </a14:hiddenFill>
              </a:ext>
            </a:extLst>
          </p:spPr>
          <p:txBody>
            <a:bodyPr wrap="none" anchor="ctr"/>
            <a:lstStyle/>
            <a:p>
              <a:endParaRPr lang="en-NZ"/>
            </a:p>
          </p:txBody>
        </p:sp>
        <p:sp>
          <p:nvSpPr>
            <p:cNvPr id="11" name="Rectangle 10"/>
            <p:cNvSpPr>
              <a:spLocks noChangeArrowheads="1"/>
            </p:cNvSpPr>
            <p:nvPr/>
          </p:nvSpPr>
          <p:spPr bwMode="auto">
            <a:xfrm>
              <a:off x="2871" y="3762"/>
              <a:ext cx="159" cy="90"/>
            </a:xfrm>
            <a:prstGeom prst="rect">
              <a:avLst/>
            </a:prstGeom>
            <a:solidFill>
              <a:srgbClr val="C0C0C0"/>
            </a:solidFill>
            <a:ln>
              <a:noFill/>
            </a:ln>
            <a:extLst>
              <a:ext uri="{91240B29-F687-4F45-9708-019B960494DF}">
                <a14:hiddenLine xmlns:a14="http://schemas.microsoft.com/office/drawing/2010/main" w="12700">
                  <a:solidFill>
                    <a:srgbClr val="000000"/>
                  </a:solidFill>
                  <a:miter lim="800000"/>
                  <a:headEnd/>
                  <a:tailEnd/>
                </a14:hiddenLine>
              </a:ext>
            </a:extLst>
          </p:spPr>
          <p:txBody>
            <a:bodyPr anchor="ctr"/>
            <a:lstStyle/>
            <a:p>
              <a:pPr eaLnBrk="1" hangingPunct="1"/>
              <a:endParaRPr lang="en-US" altLang="en-US" sz="2000">
                <a:solidFill>
                  <a:schemeClr val="tx2"/>
                </a:solidFill>
              </a:endParaRPr>
            </a:p>
          </p:txBody>
        </p:sp>
        <p:sp>
          <p:nvSpPr>
            <p:cNvPr id="12" name="Rectangle 11"/>
            <p:cNvSpPr>
              <a:spLocks noChangeArrowheads="1"/>
            </p:cNvSpPr>
            <p:nvPr/>
          </p:nvSpPr>
          <p:spPr bwMode="auto">
            <a:xfrm>
              <a:off x="3338" y="3756"/>
              <a:ext cx="203" cy="90"/>
            </a:xfrm>
            <a:prstGeom prst="rect">
              <a:avLst/>
            </a:prstGeom>
            <a:solidFill>
              <a:srgbClr val="C0C0C0"/>
            </a:solidFill>
            <a:ln>
              <a:noFill/>
            </a:ln>
            <a:extLst>
              <a:ext uri="{91240B29-F687-4F45-9708-019B960494DF}">
                <a14:hiddenLine xmlns:a14="http://schemas.microsoft.com/office/drawing/2010/main" w="12700">
                  <a:solidFill>
                    <a:srgbClr val="000000"/>
                  </a:solidFill>
                  <a:miter lim="800000"/>
                  <a:headEnd/>
                  <a:tailEnd/>
                </a14:hiddenLine>
              </a:ext>
            </a:extLst>
          </p:spPr>
          <p:txBody>
            <a:bodyPr anchor="ctr"/>
            <a:lstStyle/>
            <a:p>
              <a:pPr eaLnBrk="1" hangingPunct="1"/>
              <a:endParaRPr lang="en-US" altLang="en-US" sz="2000">
                <a:solidFill>
                  <a:schemeClr val="tx2"/>
                </a:solidFill>
              </a:endParaRPr>
            </a:p>
          </p:txBody>
        </p:sp>
        <p:sp>
          <p:nvSpPr>
            <p:cNvPr id="13" name="Oval 12"/>
            <p:cNvSpPr>
              <a:spLocks noChangeArrowheads="1"/>
            </p:cNvSpPr>
            <p:nvPr/>
          </p:nvSpPr>
          <p:spPr bwMode="auto">
            <a:xfrm>
              <a:off x="2864" y="3656"/>
              <a:ext cx="670" cy="172"/>
            </a:xfrm>
            <a:prstGeom prst="ellipse">
              <a:avLst/>
            </a:prstGeom>
            <a:solidFill>
              <a:srgbClr val="C0C0C0"/>
            </a:solidFill>
            <a:ln w="12700">
              <a:solidFill>
                <a:srgbClr val="808080"/>
              </a:solidFill>
              <a:round/>
              <a:headEnd/>
              <a:tailEnd/>
            </a:ln>
          </p:spPr>
          <p:txBody>
            <a:bodyPr wrap="none" anchor="ctr"/>
            <a:lstStyle/>
            <a:p>
              <a:endParaRPr lang="en-NZ"/>
            </a:p>
          </p:txBody>
        </p:sp>
        <p:grpSp>
          <p:nvGrpSpPr>
            <p:cNvPr id="14" name="Group 13"/>
            <p:cNvGrpSpPr>
              <a:grpSpLocks/>
            </p:cNvGrpSpPr>
            <p:nvPr/>
          </p:nvGrpSpPr>
          <p:grpSpPr bwMode="auto">
            <a:xfrm>
              <a:off x="3026" y="3693"/>
              <a:ext cx="332" cy="101"/>
              <a:chOff x="2848" y="848"/>
              <a:chExt cx="140" cy="98"/>
            </a:xfrm>
          </p:grpSpPr>
          <p:sp>
            <p:nvSpPr>
              <p:cNvPr id="241" name="Line 14"/>
              <p:cNvSpPr>
                <a:spLocks noChangeShapeType="1"/>
              </p:cNvSpPr>
              <p:nvPr/>
            </p:nvSpPr>
            <p:spPr bwMode="auto">
              <a:xfrm flipV="1">
                <a:off x="2848" y="848"/>
                <a:ext cx="50" cy="2"/>
              </a:xfrm>
              <a:prstGeom prst="line">
                <a:avLst/>
              </a:prstGeom>
              <a:noFill/>
              <a:ln w="28575">
                <a:solidFill>
                  <a:srgbClr val="808080"/>
                </a:solidFill>
                <a:round/>
                <a:headEnd/>
                <a:tailEnd/>
              </a:ln>
              <a:extLst>
                <a:ext uri="{909E8E84-426E-40DD-AFC4-6F175D3DCCD1}">
                  <a14:hiddenFill xmlns:a14="http://schemas.microsoft.com/office/drawing/2010/main">
                    <a:noFill/>
                  </a14:hiddenFill>
                </a:ext>
              </a:extLst>
            </p:spPr>
            <p:txBody>
              <a:bodyPr wrap="none" anchor="ctr"/>
              <a:lstStyle/>
              <a:p>
                <a:endParaRPr lang="en-NZ"/>
              </a:p>
            </p:txBody>
          </p:sp>
          <p:sp>
            <p:nvSpPr>
              <p:cNvPr id="242" name="Line 15"/>
              <p:cNvSpPr>
                <a:spLocks noChangeShapeType="1"/>
              </p:cNvSpPr>
              <p:nvPr/>
            </p:nvSpPr>
            <p:spPr bwMode="auto">
              <a:xfrm>
                <a:off x="2944" y="946"/>
                <a:ext cx="44" cy="0"/>
              </a:xfrm>
              <a:prstGeom prst="line">
                <a:avLst/>
              </a:prstGeom>
              <a:noFill/>
              <a:ln w="28575">
                <a:solidFill>
                  <a:srgbClr val="808080"/>
                </a:solidFill>
                <a:round/>
                <a:headEnd/>
                <a:tailEnd/>
              </a:ln>
              <a:extLst>
                <a:ext uri="{909E8E84-426E-40DD-AFC4-6F175D3DCCD1}">
                  <a14:hiddenFill xmlns:a14="http://schemas.microsoft.com/office/drawing/2010/main">
                    <a:noFill/>
                  </a14:hiddenFill>
                </a:ext>
              </a:extLst>
            </p:spPr>
            <p:txBody>
              <a:bodyPr wrap="none" anchor="ctr"/>
              <a:lstStyle/>
              <a:p>
                <a:endParaRPr lang="en-NZ"/>
              </a:p>
            </p:txBody>
          </p:sp>
          <p:sp>
            <p:nvSpPr>
              <p:cNvPr id="243" name="Line 16"/>
              <p:cNvSpPr>
                <a:spLocks noChangeShapeType="1"/>
              </p:cNvSpPr>
              <p:nvPr/>
            </p:nvSpPr>
            <p:spPr bwMode="auto">
              <a:xfrm>
                <a:off x="2894" y="850"/>
                <a:ext cx="52" cy="96"/>
              </a:xfrm>
              <a:prstGeom prst="line">
                <a:avLst/>
              </a:prstGeom>
              <a:noFill/>
              <a:ln w="28575">
                <a:solidFill>
                  <a:srgbClr val="808080"/>
                </a:solidFill>
                <a:round/>
                <a:headEnd/>
                <a:tailEnd/>
              </a:ln>
              <a:extLst>
                <a:ext uri="{909E8E84-426E-40DD-AFC4-6F175D3DCCD1}">
                  <a14:hiddenFill xmlns:a14="http://schemas.microsoft.com/office/drawing/2010/main">
                    <a:noFill/>
                  </a14:hiddenFill>
                </a:ext>
              </a:extLst>
            </p:spPr>
            <p:txBody>
              <a:bodyPr wrap="none" anchor="ctr"/>
              <a:lstStyle/>
              <a:p>
                <a:endParaRPr lang="en-NZ"/>
              </a:p>
            </p:txBody>
          </p:sp>
        </p:grpSp>
        <p:grpSp>
          <p:nvGrpSpPr>
            <p:cNvPr id="15" name="Group 17"/>
            <p:cNvGrpSpPr>
              <a:grpSpLocks/>
            </p:cNvGrpSpPr>
            <p:nvPr/>
          </p:nvGrpSpPr>
          <p:grpSpPr bwMode="auto">
            <a:xfrm flipV="1">
              <a:off x="3026" y="3692"/>
              <a:ext cx="332" cy="100"/>
              <a:chOff x="2848" y="848"/>
              <a:chExt cx="140" cy="98"/>
            </a:xfrm>
          </p:grpSpPr>
          <p:sp>
            <p:nvSpPr>
              <p:cNvPr id="238" name="Line 18"/>
              <p:cNvSpPr>
                <a:spLocks noChangeShapeType="1"/>
              </p:cNvSpPr>
              <p:nvPr/>
            </p:nvSpPr>
            <p:spPr bwMode="auto">
              <a:xfrm flipV="1">
                <a:off x="2848" y="848"/>
                <a:ext cx="50" cy="2"/>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anchor="ctr"/>
              <a:lstStyle/>
              <a:p>
                <a:endParaRPr lang="en-NZ"/>
              </a:p>
            </p:txBody>
          </p:sp>
          <p:sp>
            <p:nvSpPr>
              <p:cNvPr id="239" name="Line 19"/>
              <p:cNvSpPr>
                <a:spLocks noChangeShapeType="1"/>
              </p:cNvSpPr>
              <p:nvPr/>
            </p:nvSpPr>
            <p:spPr bwMode="auto">
              <a:xfrm>
                <a:off x="2944" y="946"/>
                <a:ext cx="44" cy="0"/>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anchor="ctr"/>
              <a:lstStyle/>
              <a:p>
                <a:endParaRPr lang="en-NZ"/>
              </a:p>
            </p:txBody>
          </p:sp>
          <p:sp>
            <p:nvSpPr>
              <p:cNvPr id="240" name="Line 20"/>
              <p:cNvSpPr>
                <a:spLocks noChangeShapeType="1"/>
              </p:cNvSpPr>
              <p:nvPr/>
            </p:nvSpPr>
            <p:spPr bwMode="auto">
              <a:xfrm>
                <a:off x="2894" y="850"/>
                <a:ext cx="52" cy="9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anchor="ctr"/>
              <a:lstStyle/>
              <a:p>
                <a:endParaRPr lang="en-NZ"/>
              </a:p>
            </p:txBody>
          </p:sp>
        </p:grpSp>
        <p:sp>
          <p:nvSpPr>
            <p:cNvPr id="16" name="Text Box 21"/>
            <p:cNvSpPr txBox="1">
              <a:spLocks noChangeArrowheads="1"/>
            </p:cNvSpPr>
            <p:nvPr/>
          </p:nvSpPr>
          <p:spPr bwMode="auto">
            <a:xfrm>
              <a:off x="2851" y="3250"/>
              <a:ext cx="897"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eaLnBrk="1" hangingPunct="1"/>
              <a:r>
                <a:rPr lang="en-US" altLang="en-US" sz="1100" dirty="0">
                  <a:solidFill>
                    <a:schemeClr val="tx2"/>
                  </a:solidFill>
                  <a:latin typeface="Arial" panose="020B0604020202020204" pitchFamily="34" charset="0"/>
                </a:rPr>
                <a:t>Unlimited shared output link buffers</a:t>
              </a:r>
              <a:endParaRPr lang="en-US" altLang="en-US" sz="1100" dirty="0">
                <a:solidFill>
                  <a:schemeClr val="tx2"/>
                </a:solidFill>
              </a:endParaRPr>
            </a:p>
          </p:txBody>
        </p:sp>
        <p:sp>
          <p:nvSpPr>
            <p:cNvPr id="17" name="Line 22"/>
            <p:cNvSpPr>
              <a:spLocks noChangeShapeType="1"/>
            </p:cNvSpPr>
            <p:nvPr/>
          </p:nvSpPr>
          <p:spPr bwMode="auto">
            <a:xfrm flipH="1">
              <a:off x="2168" y="3544"/>
              <a:ext cx="582" cy="54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NZ"/>
            </a:p>
          </p:txBody>
        </p:sp>
        <p:sp>
          <p:nvSpPr>
            <p:cNvPr id="18" name="Line 23"/>
            <p:cNvSpPr>
              <a:spLocks noChangeShapeType="1"/>
            </p:cNvSpPr>
            <p:nvPr/>
          </p:nvSpPr>
          <p:spPr bwMode="auto">
            <a:xfrm flipH="1">
              <a:off x="2474" y="3544"/>
              <a:ext cx="276"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NZ"/>
            </a:p>
          </p:txBody>
        </p:sp>
        <p:grpSp>
          <p:nvGrpSpPr>
            <p:cNvPr id="19" name="Group 24"/>
            <p:cNvGrpSpPr>
              <a:grpSpLocks/>
            </p:cNvGrpSpPr>
            <p:nvPr/>
          </p:nvGrpSpPr>
          <p:grpSpPr bwMode="auto">
            <a:xfrm>
              <a:off x="1988" y="2704"/>
              <a:ext cx="617" cy="947"/>
              <a:chOff x="12464" y="10193"/>
              <a:chExt cx="1481" cy="2272"/>
            </a:xfrm>
          </p:grpSpPr>
          <p:grpSp>
            <p:nvGrpSpPr>
              <p:cNvPr id="190" name="Group 25"/>
              <p:cNvGrpSpPr>
                <a:grpSpLocks/>
              </p:cNvGrpSpPr>
              <p:nvPr/>
            </p:nvGrpSpPr>
            <p:grpSpPr bwMode="auto">
              <a:xfrm>
                <a:off x="12464" y="11102"/>
                <a:ext cx="1481" cy="1363"/>
                <a:chOff x="5850" y="13487"/>
                <a:chExt cx="2023" cy="1840"/>
              </a:xfrm>
            </p:grpSpPr>
            <p:sp>
              <p:nvSpPr>
                <p:cNvPr id="199" name="Freeform 26"/>
                <p:cNvSpPr>
                  <a:spLocks/>
                </p:cNvSpPr>
                <p:nvPr/>
              </p:nvSpPr>
              <p:spPr bwMode="auto">
                <a:xfrm>
                  <a:off x="5850" y="13632"/>
                  <a:ext cx="2023" cy="1695"/>
                </a:xfrm>
                <a:custGeom>
                  <a:avLst/>
                  <a:gdLst>
                    <a:gd name="T0" fmla="*/ 570 w 2023"/>
                    <a:gd name="T1" fmla="*/ 121 h 1695"/>
                    <a:gd name="T2" fmla="*/ 575 w 2023"/>
                    <a:gd name="T3" fmla="*/ 120 h 1695"/>
                    <a:gd name="T4" fmla="*/ 586 w 2023"/>
                    <a:gd name="T5" fmla="*/ 116 h 1695"/>
                    <a:gd name="T6" fmla="*/ 607 w 2023"/>
                    <a:gd name="T7" fmla="*/ 108 h 1695"/>
                    <a:gd name="T8" fmla="*/ 636 w 2023"/>
                    <a:gd name="T9" fmla="*/ 101 h 1695"/>
                    <a:gd name="T10" fmla="*/ 672 w 2023"/>
                    <a:gd name="T11" fmla="*/ 90 h 1695"/>
                    <a:gd name="T12" fmla="*/ 718 w 2023"/>
                    <a:gd name="T13" fmla="*/ 79 h 1695"/>
                    <a:gd name="T14" fmla="*/ 771 w 2023"/>
                    <a:gd name="T15" fmla="*/ 67 h 1695"/>
                    <a:gd name="T16" fmla="*/ 834 w 2023"/>
                    <a:gd name="T17" fmla="*/ 55 h 1695"/>
                    <a:gd name="T18" fmla="*/ 904 w 2023"/>
                    <a:gd name="T19" fmla="*/ 43 h 1695"/>
                    <a:gd name="T20" fmla="*/ 982 w 2023"/>
                    <a:gd name="T21" fmla="*/ 33 h 1695"/>
                    <a:gd name="T22" fmla="*/ 1071 w 2023"/>
                    <a:gd name="T23" fmla="*/ 22 h 1695"/>
                    <a:gd name="T24" fmla="*/ 1166 w 2023"/>
                    <a:gd name="T25" fmla="*/ 13 h 1695"/>
                    <a:gd name="T26" fmla="*/ 1271 w 2023"/>
                    <a:gd name="T27" fmla="*/ 7 h 1695"/>
                    <a:gd name="T28" fmla="*/ 1384 w 2023"/>
                    <a:gd name="T29" fmla="*/ 1 h 1695"/>
                    <a:gd name="T30" fmla="*/ 1506 w 2023"/>
                    <a:gd name="T31" fmla="*/ 0 h 1695"/>
                    <a:gd name="T32" fmla="*/ 1636 w 2023"/>
                    <a:gd name="T33" fmla="*/ 1 h 1695"/>
                    <a:gd name="T34" fmla="*/ 1692 w 2023"/>
                    <a:gd name="T35" fmla="*/ 233 h 1695"/>
                    <a:gd name="T36" fmla="*/ 1713 w 2023"/>
                    <a:gd name="T37" fmla="*/ 243 h 1695"/>
                    <a:gd name="T38" fmla="*/ 1758 w 2023"/>
                    <a:gd name="T39" fmla="*/ 274 h 1695"/>
                    <a:gd name="T40" fmla="*/ 1806 w 2023"/>
                    <a:gd name="T41" fmla="*/ 329 h 1695"/>
                    <a:gd name="T42" fmla="*/ 1836 w 2023"/>
                    <a:gd name="T43" fmla="*/ 409 h 1695"/>
                    <a:gd name="T44" fmla="*/ 1955 w 2023"/>
                    <a:gd name="T45" fmla="*/ 948 h 1695"/>
                    <a:gd name="T46" fmla="*/ 2003 w 2023"/>
                    <a:gd name="T47" fmla="*/ 1171 h 1695"/>
                    <a:gd name="T48" fmla="*/ 2011 w 2023"/>
                    <a:gd name="T49" fmla="*/ 1188 h 1695"/>
                    <a:gd name="T50" fmla="*/ 2022 w 2023"/>
                    <a:gd name="T51" fmla="*/ 1231 h 1695"/>
                    <a:gd name="T52" fmla="*/ 2021 w 2023"/>
                    <a:gd name="T53" fmla="*/ 1297 h 1695"/>
                    <a:gd name="T54" fmla="*/ 1992 w 2023"/>
                    <a:gd name="T55" fmla="*/ 1380 h 1695"/>
                    <a:gd name="T56" fmla="*/ 0 w 2023"/>
                    <a:gd name="T57" fmla="*/ 1328 h 1695"/>
                    <a:gd name="T58" fmla="*/ 199 w 2023"/>
                    <a:gd name="T59" fmla="*/ 1223 h 1695"/>
                    <a:gd name="T60" fmla="*/ 200 w 2023"/>
                    <a:gd name="T61" fmla="*/ 232 h 1695"/>
                    <a:gd name="T62" fmla="*/ 210 w 2023"/>
                    <a:gd name="T63" fmla="*/ 226 h 1695"/>
                    <a:gd name="T64" fmla="*/ 230 w 2023"/>
                    <a:gd name="T65" fmla="*/ 214 h 1695"/>
                    <a:gd name="T66" fmla="*/ 259 w 2023"/>
                    <a:gd name="T67" fmla="*/ 201 h 1695"/>
                    <a:gd name="T68" fmla="*/ 297 w 2023"/>
                    <a:gd name="T69" fmla="*/ 189 h 1695"/>
                    <a:gd name="T70" fmla="*/ 344 w 2023"/>
                    <a:gd name="T71" fmla="*/ 183 h 1695"/>
                    <a:gd name="T72" fmla="*/ 399 w 2023"/>
                    <a:gd name="T73" fmla="*/ 181 h 1695"/>
                    <a:gd name="T74" fmla="*/ 464 w 2023"/>
                    <a:gd name="T75" fmla="*/ 191 h 1695"/>
                    <a:gd name="T76" fmla="*/ 548 w 2023"/>
                    <a:gd name="T77" fmla="*/ 225 h 1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023" h="1695">
                      <a:moveTo>
                        <a:pt x="548" y="225"/>
                      </a:moveTo>
                      <a:lnTo>
                        <a:pt x="570" y="121"/>
                      </a:lnTo>
                      <a:lnTo>
                        <a:pt x="571" y="121"/>
                      </a:lnTo>
                      <a:lnTo>
                        <a:pt x="575" y="120"/>
                      </a:lnTo>
                      <a:lnTo>
                        <a:pt x="580" y="118"/>
                      </a:lnTo>
                      <a:lnTo>
                        <a:pt x="586" y="116"/>
                      </a:lnTo>
                      <a:lnTo>
                        <a:pt x="596" y="112"/>
                      </a:lnTo>
                      <a:lnTo>
                        <a:pt x="607" y="108"/>
                      </a:lnTo>
                      <a:lnTo>
                        <a:pt x="620" y="105"/>
                      </a:lnTo>
                      <a:lnTo>
                        <a:pt x="636" y="101"/>
                      </a:lnTo>
                      <a:lnTo>
                        <a:pt x="653" y="95"/>
                      </a:lnTo>
                      <a:lnTo>
                        <a:pt x="672" y="90"/>
                      </a:lnTo>
                      <a:lnTo>
                        <a:pt x="694" y="84"/>
                      </a:lnTo>
                      <a:lnTo>
                        <a:pt x="718" y="79"/>
                      </a:lnTo>
                      <a:lnTo>
                        <a:pt x="743" y="74"/>
                      </a:lnTo>
                      <a:lnTo>
                        <a:pt x="771" y="67"/>
                      </a:lnTo>
                      <a:lnTo>
                        <a:pt x="802" y="61"/>
                      </a:lnTo>
                      <a:lnTo>
                        <a:pt x="834" y="55"/>
                      </a:lnTo>
                      <a:lnTo>
                        <a:pt x="867" y="49"/>
                      </a:lnTo>
                      <a:lnTo>
                        <a:pt x="904" y="43"/>
                      </a:lnTo>
                      <a:lnTo>
                        <a:pt x="943" y="38"/>
                      </a:lnTo>
                      <a:lnTo>
                        <a:pt x="982" y="33"/>
                      </a:lnTo>
                      <a:lnTo>
                        <a:pt x="1025" y="27"/>
                      </a:lnTo>
                      <a:lnTo>
                        <a:pt x="1071" y="22"/>
                      </a:lnTo>
                      <a:lnTo>
                        <a:pt x="1117" y="17"/>
                      </a:lnTo>
                      <a:lnTo>
                        <a:pt x="1166" y="13"/>
                      </a:lnTo>
                      <a:lnTo>
                        <a:pt x="1218" y="10"/>
                      </a:lnTo>
                      <a:lnTo>
                        <a:pt x="1271" y="7"/>
                      </a:lnTo>
                      <a:lnTo>
                        <a:pt x="1327" y="3"/>
                      </a:lnTo>
                      <a:lnTo>
                        <a:pt x="1384" y="1"/>
                      </a:lnTo>
                      <a:lnTo>
                        <a:pt x="1444" y="0"/>
                      </a:lnTo>
                      <a:lnTo>
                        <a:pt x="1506" y="0"/>
                      </a:lnTo>
                      <a:lnTo>
                        <a:pt x="1570" y="0"/>
                      </a:lnTo>
                      <a:lnTo>
                        <a:pt x="1636" y="1"/>
                      </a:lnTo>
                      <a:lnTo>
                        <a:pt x="1709" y="41"/>
                      </a:lnTo>
                      <a:lnTo>
                        <a:pt x="1692" y="233"/>
                      </a:lnTo>
                      <a:lnTo>
                        <a:pt x="1698" y="235"/>
                      </a:lnTo>
                      <a:lnTo>
                        <a:pt x="1713" y="243"/>
                      </a:lnTo>
                      <a:lnTo>
                        <a:pt x="1733" y="256"/>
                      </a:lnTo>
                      <a:lnTo>
                        <a:pt x="1758" y="274"/>
                      </a:lnTo>
                      <a:lnTo>
                        <a:pt x="1784" y="299"/>
                      </a:lnTo>
                      <a:lnTo>
                        <a:pt x="1806" y="329"/>
                      </a:lnTo>
                      <a:lnTo>
                        <a:pt x="1825" y="366"/>
                      </a:lnTo>
                      <a:lnTo>
                        <a:pt x="1836" y="409"/>
                      </a:lnTo>
                      <a:lnTo>
                        <a:pt x="1999" y="557"/>
                      </a:lnTo>
                      <a:lnTo>
                        <a:pt x="1955" y="948"/>
                      </a:lnTo>
                      <a:lnTo>
                        <a:pt x="1692" y="1080"/>
                      </a:lnTo>
                      <a:lnTo>
                        <a:pt x="2003" y="1171"/>
                      </a:lnTo>
                      <a:lnTo>
                        <a:pt x="2006" y="1176"/>
                      </a:lnTo>
                      <a:lnTo>
                        <a:pt x="2011" y="1188"/>
                      </a:lnTo>
                      <a:lnTo>
                        <a:pt x="2016" y="1206"/>
                      </a:lnTo>
                      <a:lnTo>
                        <a:pt x="2022" y="1231"/>
                      </a:lnTo>
                      <a:lnTo>
                        <a:pt x="2023" y="1261"/>
                      </a:lnTo>
                      <a:lnTo>
                        <a:pt x="2021" y="1297"/>
                      </a:lnTo>
                      <a:lnTo>
                        <a:pt x="2010" y="1337"/>
                      </a:lnTo>
                      <a:lnTo>
                        <a:pt x="1992" y="1380"/>
                      </a:lnTo>
                      <a:lnTo>
                        <a:pt x="1171" y="1695"/>
                      </a:lnTo>
                      <a:lnTo>
                        <a:pt x="0" y="1328"/>
                      </a:lnTo>
                      <a:lnTo>
                        <a:pt x="20" y="1285"/>
                      </a:lnTo>
                      <a:lnTo>
                        <a:pt x="199" y="1223"/>
                      </a:lnTo>
                      <a:lnTo>
                        <a:pt x="199" y="233"/>
                      </a:lnTo>
                      <a:lnTo>
                        <a:pt x="200" y="232"/>
                      </a:lnTo>
                      <a:lnTo>
                        <a:pt x="204" y="229"/>
                      </a:lnTo>
                      <a:lnTo>
                        <a:pt x="210" y="226"/>
                      </a:lnTo>
                      <a:lnTo>
                        <a:pt x="218" y="220"/>
                      </a:lnTo>
                      <a:lnTo>
                        <a:pt x="230" y="214"/>
                      </a:lnTo>
                      <a:lnTo>
                        <a:pt x="243" y="207"/>
                      </a:lnTo>
                      <a:lnTo>
                        <a:pt x="259" y="201"/>
                      </a:lnTo>
                      <a:lnTo>
                        <a:pt x="277" y="194"/>
                      </a:lnTo>
                      <a:lnTo>
                        <a:pt x="297" y="189"/>
                      </a:lnTo>
                      <a:lnTo>
                        <a:pt x="320" y="185"/>
                      </a:lnTo>
                      <a:lnTo>
                        <a:pt x="344" y="183"/>
                      </a:lnTo>
                      <a:lnTo>
                        <a:pt x="370" y="180"/>
                      </a:lnTo>
                      <a:lnTo>
                        <a:pt x="399" y="181"/>
                      </a:lnTo>
                      <a:lnTo>
                        <a:pt x="430" y="185"/>
                      </a:lnTo>
                      <a:lnTo>
                        <a:pt x="464" y="191"/>
                      </a:lnTo>
                      <a:lnTo>
                        <a:pt x="498" y="201"/>
                      </a:lnTo>
                      <a:lnTo>
                        <a:pt x="548" y="225"/>
                      </a:lnTo>
                      <a:close/>
                    </a:path>
                  </a:pathLst>
                </a:custGeom>
                <a:solidFill>
                  <a:srgbClr val="96969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200" name="Freeform 27"/>
                <p:cNvSpPr>
                  <a:spLocks/>
                </p:cNvSpPr>
                <p:nvPr/>
              </p:nvSpPr>
              <p:spPr bwMode="auto">
                <a:xfrm>
                  <a:off x="6551" y="13597"/>
                  <a:ext cx="650" cy="735"/>
                </a:xfrm>
                <a:custGeom>
                  <a:avLst/>
                  <a:gdLst>
                    <a:gd name="T0" fmla="*/ 645 w 650"/>
                    <a:gd name="T1" fmla="*/ 27 h 735"/>
                    <a:gd name="T2" fmla="*/ 642 w 650"/>
                    <a:gd name="T3" fmla="*/ 26 h 735"/>
                    <a:gd name="T4" fmla="*/ 631 w 650"/>
                    <a:gd name="T5" fmla="*/ 23 h 735"/>
                    <a:gd name="T6" fmla="*/ 615 w 650"/>
                    <a:gd name="T7" fmla="*/ 19 h 735"/>
                    <a:gd name="T8" fmla="*/ 592 w 650"/>
                    <a:gd name="T9" fmla="*/ 15 h 735"/>
                    <a:gd name="T10" fmla="*/ 565 w 650"/>
                    <a:gd name="T11" fmla="*/ 10 h 735"/>
                    <a:gd name="T12" fmla="*/ 533 w 650"/>
                    <a:gd name="T13" fmla="*/ 6 h 735"/>
                    <a:gd name="T14" fmla="*/ 496 w 650"/>
                    <a:gd name="T15" fmla="*/ 3 h 735"/>
                    <a:gd name="T16" fmla="*/ 456 w 650"/>
                    <a:gd name="T17" fmla="*/ 1 h 735"/>
                    <a:gd name="T18" fmla="*/ 411 w 650"/>
                    <a:gd name="T19" fmla="*/ 0 h 735"/>
                    <a:gd name="T20" fmla="*/ 364 w 650"/>
                    <a:gd name="T21" fmla="*/ 2 h 735"/>
                    <a:gd name="T22" fmla="*/ 315 w 650"/>
                    <a:gd name="T23" fmla="*/ 6 h 735"/>
                    <a:gd name="T24" fmla="*/ 262 w 650"/>
                    <a:gd name="T25" fmla="*/ 15 h 735"/>
                    <a:gd name="T26" fmla="*/ 209 w 650"/>
                    <a:gd name="T27" fmla="*/ 26 h 735"/>
                    <a:gd name="T28" fmla="*/ 154 w 650"/>
                    <a:gd name="T29" fmla="*/ 42 h 735"/>
                    <a:gd name="T30" fmla="*/ 98 w 650"/>
                    <a:gd name="T31" fmla="*/ 61 h 735"/>
                    <a:gd name="T32" fmla="*/ 42 w 650"/>
                    <a:gd name="T33" fmla="*/ 87 h 735"/>
                    <a:gd name="T34" fmla="*/ 38 w 650"/>
                    <a:gd name="T35" fmla="*/ 101 h 735"/>
                    <a:gd name="T36" fmla="*/ 28 w 650"/>
                    <a:gd name="T37" fmla="*/ 141 h 735"/>
                    <a:gd name="T38" fmla="*/ 17 w 650"/>
                    <a:gd name="T39" fmla="*/ 203 h 735"/>
                    <a:gd name="T40" fmla="*/ 6 w 650"/>
                    <a:gd name="T41" fmla="*/ 283 h 735"/>
                    <a:gd name="T42" fmla="*/ 0 w 650"/>
                    <a:gd name="T43" fmla="*/ 378 h 735"/>
                    <a:gd name="T44" fmla="*/ 5 w 650"/>
                    <a:gd name="T45" fmla="*/ 484 h 735"/>
                    <a:gd name="T46" fmla="*/ 21 w 650"/>
                    <a:gd name="T47" fmla="*/ 599 h 735"/>
                    <a:gd name="T48" fmla="*/ 54 w 650"/>
                    <a:gd name="T49" fmla="*/ 716 h 735"/>
                    <a:gd name="T50" fmla="*/ 58 w 650"/>
                    <a:gd name="T51" fmla="*/ 716 h 735"/>
                    <a:gd name="T52" fmla="*/ 66 w 650"/>
                    <a:gd name="T53" fmla="*/ 715 h 735"/>
                    <a:gd name="T54" fmla="*/ 80 w 650"/>
                    <a:gd name="T55" fmla="*/ 713 h 735"/>
                    <a:gd name="T56" fmla="*/ 99 w 650"/>
                    <a:gd name="T57" fmla="*/ 712 h 735"/>
                    <a:gd name="T58" fmla="*/ 124 w 650"/>
                    <a:gd name="T59" fmla="*/ 710 h 735"/>
                    <a:gd name="T60" fmla="*/ 153 w 650"/>
                    <a:gd name="T61" fmla="*/ 708 h 735"/>
                    <a:gd name="T62" fmla="*/ 188 w 650"/>
                    <a:gd name="T63" fmla="*/ 707 h 735"/>
                    <a:gd name="T64" fmla="*/ 225 w 650"/>
                    <a:gd name="T65" fmla="*/ 706 h 735"/>
                    <a:gd name="T66" fmla="*/ 267 w 650"/>
                    <a:gd name="T67" fmla="*/ 705 h 735"/>
                    <a:gd name="T68" fmla="*/ 313 w 650"/>
                    <a:gd name="T69" fmla="*/ 706 h 735"/>
                    <a:gd name="T70" fmla="*/ 362 w 650"/>
                    <a:gd name="T71" fmla="*/ 707 h 735"/>
                    <a:gd name="T72" fmla="*/ 415 w 650"/>
                    <a:gd name="T73" fmla="*/ 709 h 735"/>
                    <a:gd name="T74" fmla="*/ 470 w 650"/>
                    <a:gd name="T75" fmla="*/ 713 h 735"/>
                    <a:gd name="T76" fmla="*/ 528 w 650"/>
                    <a:gd name="T77" fmla="*/ 719 h 735"/>
                    <a:gd name="T78" fmla="*/ 588 w 650"/>
                    <a:gd name="T79" fmla="*/ 726 h 735"/>
                    <a:gd name="T80" fmla="*/ 650 w 650"/>
                    <a:gd name="T81" fmla="*/ 735 h 735"/>
                    <a:gd name="T82" fmla="*/ 647 w 650"/>
                    <a:gd name="T83" fmla="*/ 713 h 735"/>
                    <a:gd name="T84" fmla="*/ 641 w 650"/>
                    <a:gd name="T85" fmla="*/ 655 h 735"/>
                    <a:gd name="T86" fmla="*/ 631 w 650"/>
                    <a:gd name="T87" fmla="*/ 568 h 735"/>
                    <a:gd name="T88" fmla="*/ 623 w 650"/>
                    <a:gd name="T89" fmla="*/ 462 h 735"/>
                    <a:gd name="T90" fmla="*/ 618 w 650"/>
                    <a:gd name="T91" fmla="*/ 345 h 735"/>
                    <a:gd name="T92" fmla="*/ 618 w 650"/>
                    <a:gd name="T93" fmla="*/ 229 h 735"/>
                    <a:gd name="T94" fmla="*/ 627 w 650"/>
                    <a:gd name="T95" fmla="*/ 119 h 735"/>
                    <a:gd name="T96" fmla="*/ 645 w 650"/>
                    <a:gd name="T97" fmla="*/ 27 h 7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50" h="735">
                      <a:moveTo>
                        <a:pt x="645" y="27"/>
                      </a:moveTo>
                      <a:lnTo>
                        <a:pt x="642" y="26"/>
                      </a:lnTo>
                      <a:lnTo>
                        <a:pt x="631" y="23"/>
                      </a:lnTo>
                      <a:lnTo>
                        <a:pt x="615" y="19"/>
                      </a:lnTo>
                      <a:lnTo>
                        <a:pt x="592" y="15"/>
                      </a:lnTo>
                      <a:lnTo>
                        <a:pt x="565" y="10"/>
                      </a:lnTo>
                      <a:lnTo>
                        <a:pt x="533" y="6"/>
                      </a:lnTo>
                      <a:lnTo>
                        <a:pt x="496" y="3"/>
                      </a:lnTo>
                      <a:lnTo>
                        <a:pt x="456" y="1"/>
                      </a:lnTo>
                      <a:lnTo>
                        <a:pt x="411" y="0"/>
                      </a:lnTo>
                      <a:lnTo>
                        <a:pt x="364" y="2"/>
                      </a:lnTo>
                      <a:lnTo>
                        <a:pt x="315" y="6"/>
                      </a:lnTo>
                      <a:lnTo>
                        <a:pt x="262" y="15"/>
                      </a:lnTo>
                      <a:lnTo>
                        <a:pt x="209" y="26"/>
                      </a:lnTo>
                      <a:lnTo>
                        <a:pt x="154" y="42"/>
                      </a:lnTo>
                      <a:lnTo>
                        <a:pt x="98" y="61"/>
                      </a:lnTo>
                      <a:lnTo>
                        <a:pt x="42" y="87"/>
                      </a:lnTo>
                      <a:lnTo>
                        <a:pt x="38" y="101"/>
                      </a:lnTo>
                      <a:lnTo>
                        <a:pt x="28" y="141"/>
                      </a:lnTo>
                      <a:lnTo>
                        <a:pt x="17" y="203"/>
                      </a:lnTo>
                      <a:lnTo>
                        <a:pt x="6" y="283"/>
                      </a:lnTo>
                      <a:lnTo>
                        <a:pt x="0" y="378"/>
                      </a:lnTo>
                      <a:lnTo>
                        <a:pt x="5" y="484"/>
                      </a:lnTo>
                      <a:lnTo>
                        <a:pt x="21" y="599"/>
                      </a:lnTo>
                      <a:lnTo>
                        <a:pt x="54" y="716"/>
                      </a:lnTo>
                      <a:lnTo>
                        <a:pt x="58" y="716"/>
                      </a:lnTo>
                      <a:lnTo>
                        <a:pt x="66" y="715"/>
                      </a:lnTo>
                      <a:lnTo>
                        <a:pt x="80" y="713"/>
                      </a:lnTo>
                      <a:lnTo>
                        <a:pt x="99" y="712"/>
                      </a:lnTo>
                      <a:lnTo>
                        <a:pt x="124" y="710"/>
                      </a:lnTo>
                      <a:lnTo>
                        <a:pt x="153" y="708"/>
                      </a:lnTo>
                      <a:lnTo>
                        <a:pt x="188" y="707"/>
                      </a:lnTo>
                      <a:lnTo>
                        <a:pt x="225" y="706"/>
                      </a:lnTo>
                      <a:lnTo>
                        <a:pt x="267" y="705"/>
                      </a:lnTo>
                      <a:lnTo>
                        <a:pt x="313" y="706"/>
                      </a:lnTo>
                      <a:lnTo>
                        <a:pt x="362" y="707"/>
                      </a:lnTo>
                      <a:lnTo>
                        <a:pt x="415" y="709"/>
                      </a:lnTo>
                      <a:lnTo>
                        <a:pt x="470" y="713"/>
                      </a:lnTo>
                      <a:lnTo>
                        <a:pt x="528" y="719"/>
                      </a:lnTo>
                      <a:lnTo>
                        <a:pt x="588" y="726"/>
                      </a:lnTo>
                      <a:lnTo>
                        <a:pt x="650" y="735"/>
                      </a:lnTo>
                      <a:lnTo>
                        <a:pt x="647" y="713"/>
                      </a:lnTo>
                      <a:lnTo>
                        <a:pt x="641" y="655"/>
                      </a:lnTo>
                      <a:lnTo>
                        <a:pt x="631" y="568"/>
                      </a:lnTo>
                      <a:lnTo>
                        <a:pt x="623" y="462"/>
                      </a:lnTo>
                      <a:lnTo>
                        <a:pt x="618" y="345"/>
                      </a:lnTo>
                      <a:lnTo>
                        <a:pt x="618" y="229"/>
                      </a:lnTo>
                      <a:lnTo>
                        <a:pt x="627" y="119"/>
                      </a:lnTo>
                      <a:lnTo>
                        <a:pt x="645" y="27"/>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201" name="Freeform 28"/>
                <p:cNvSpPr>
                  <a:spLocks/>
                </p:cNvSpPr>
                <p:nvPr/>
              </p:nvSpPr>
              <p:spPr bwMode="auto">
                <a:xfrm>
                  <a:off x="6623" y="13797"/>
                  <a:ext cx="1071" cy="731"/>
                </a:xfrm>
                <a:custGeom>
                  <a:avLst/>
                  <a:gdLst>
                    <a:gd name="T0" fmla="*/ 6 w 1071"/>
                    <a:gd name="T1" fmla="*/ 552 h 731"/>
                    <a:gd name="T2" fmla="*/ 0 w 1071"/>
                    <a:gd name="T3" fmla="*/ 642 h 731"/>
                    <a:gd name="T4" fmla="*/ 698 w 1071"/>
                    <a:gd name="T5" fmla="*/ 731 h 731"/>
                    <a:gd name="T6" fmla="*/ 703 w 1071"/>
                    <a:gd name="T7" fmla="*/ 729 h 731"/>
                    <a:gd name="T8" fmla="*/ 717 w 1071"/>
                    <a:gd name="T9" fmla="*/ 722 h 731"/>
                    <a:gd name="T10" fmla="*/ 740 w 1071"/>
                    <a:gd name="T11" fmla="*/ 710 h 731"/>
                    <a:gd name="T12" fmla="*/ 768 w 1071"/>
                    <a:gd name="T13" fmla="*/ 694 h 731"/>
                    <a:gd name="T14" fmla="*/ 801 w 1071"/>
                    <a:gd name="T15" fmla="*/ 672 h 731"/>
                    <a:gd name="T16" fmla="*/ 838 w 1071"/>
                    <a:gd name="T17" fmla="*/ 645 h 731"/>
                    <a:gd name="T18" fmla="*/ 876 w 1071"/>
                    <a:gd name="T19" fmla="*/ 614 h 731"/>
                    <a:gd name="T20" fmla="*/ 915 w 1071"/>
                    <a:gd name="T21" fmla="*/ 577 h 731"/>
                    <a:gd name="T22" fmla="*/ 953 w 1071"/>
                    <a:gd name="T23" fmla="*/ 536 h 731"/>
                    <a:gd name="T24" fmla="*/ 988 w 1071"/>
                    <a:gd name="T25" fmla="*/ 491 h 731"/>
                    <a:gd name="T26" fmla="*/ 1018 w 1071"/>
                    <a:gd name="T27" fmla="*/ 439 h 731"/>
                    <a:gd name="T28" fmla="*/ 1043 w 1071"/>
                    <a:gd name="T29" fmla="*/ 383 h 731"/>
                    <a:gd name="T30" fmla="*/ 1061 w 1071"/>
                    <a:gd name="T31" fmla="*/ 322 h 731"/>
                    <a:gd name="T32" fmla="*/ 1071 w 1071"/>
                    <a:gd name="T33" fmla="*/ 255 h 731"/>
                    <a:gd name="T34" fmla="*/ 1070 w 1071"/>
                    <a:gd name="T35" fmla="*/ 185 h 731"/>
                    <a:gd name="T36" fmla="*/ 1057 w 1071"/>
                    <a:gd name="T37" fmla="*/ 108 h 731"/>
                    <a:gd name="T38" fmla="*/ 1055 w 1071"/>
                    <a:gd name="T39" fmla="*/ 104 h 731"/>
                    <a:gd name="T40" fmla="*/ 1049 w 1071"/>
                    <a:gd name="T41" fmla="*/ 92 h 731"/>
                    <a:gd name="T42" fmla="*/ 1037 w 1071"/>
                    <a:gd name="T43" fmla="*/ 76 h 731"/>
                    <a:gd name="T44" fmla="*/ 1022 w 1071"/>
                    <a:gd name="T45" fmla="*/ 57 h 731"/>
                    <a:gd name="T46" fmla="*/ 1002 w 1071"/>
                    <a:gd name="T47" fmla="*/ 37 h 731"/>
                    <a:gd name="T48" fmla="*/ 979 w 1071"/>
                    <a:gd name="T49" fmla="*/ 20 h 731"/>
                    <a:gd name="T50" fmla="*/ 951 w 1071"/>
                    <a:gd name="T51" fmla="*/ 7 h 731"/>
                    <a:gd name="T52" fmla="*/ 919 w 1071"/>
                    <a:gd name="T53" fmla="*/ 0 h 731"/>
                    <a:gd name="T54" fmla="*/ 924 w 1071"/>
                    <a:gd name="T55" fmla="*/ 12 h 731"/>
                    <a:gd name="T56" fmla="*/ 934 w 1071"/>
                    <a:gd name="T57" fmla="*/ 44 h 731"/>
                    <a:gd name="T58" fmla="*/ 947 w 1071"/>
                    <a:gd name="T59" fmla="*/ 94 h 731"/>
                    <a:gd name="T60" fmla="*/ 958 w 1071"/>
                    <a:gd name="T61" fmla="*/ 159 h 731"/>
                    <a:gd name="T62" fmla="*/ 961 w 1071"/>
                    <a:gd name="T63" fmla="*/ 238 h 731"/>
                    <a:gd name="T64" fmla="*/ 953 w 1071"/>
                    <a:gd name="T65" fmla="*/ 324 h 731"/>
                    <a:gd name="T66" fmla="*/ 928 w 1071"/>
                    <a:gd name="T67" fmla="*/ 418 h 731"/>
                    <a:gd name="T68" fmla="*/ 884 w 1071"/>
                    <a:gd name="T69" fmla="*/ 516 h 731"/>
                    <a:gd name="T70" fmla="*/ 883 w 1071"/>
                    <a:gd name="T71" fmla="*/ 518 h 731"/>
                    <a:gd name="T72" fmla="*/ 879 w 1071"/>
                    <a:gd name="T73" fmla="*/ 521 h 731"/>
                    <a:gd name="T74" fmla="*/ 872 w 1071"/>
                    <a:gd name="T75" fmla="*/ 526 h 731"/>
                    <a:gd name="T76" fmla="*/ 862 w 1071"/>
                    <a:gd name="T77" fmla="*/ 534 h 731"/>
                    <a:gd name="T78" fmla="*/ 851 w 1071"/>
                    <a:gd name="T79" fmla="*/ 541 h 731"/>
                    <a:gd name="T80" fmla="*/ 837 w 1071"/>
                    <a:gd name="T81" fmla="*/ 550 h 731"/>
                    <a:gd name="T82" fmla="*/ 819 w 1071"/>
                    <a:gd name="T83" fmla="*/ 559 h 731"/>
                    <a:gd name="T84" fmla="*/ 800 w 1071"/>
                    <a:gd name="T85" fmla="*/ 567 h 731"/>
                    <a:gd name="T86" fmla="*/ 778 w 1071"/>
                    <a:gd name="T87" fmla="*/ 575 h 731"/>
                    <a:gd name="T88" fmla="*/ 754 w 1071"/>
                    <a:gd name="T89" fmla="*/ 582 h 731"/>
                    <a:gd name="T90" fmla="*/ 727 w 1071"/>
                    <a:gd name="T91" fmla="*/ 588 h 731"/>
                    <a:gd name="T92" fmla="*/ 697 w 1071"/>
                    <a:gd name="T93" fmla="*/ 592 h 731"/>
                    <a:gd name="T94" fmla="*/ 666 w 1071"/>
                    <a:gd name="T95" fmla="*/ 593 h 731"/>
                    <a:gd name="T96" fmla="*/ 631 w 1071"/>
                    <a:gd name="T97" fmla="*/ 592 h 731"/>
                    <a:gd name="T98" fmla="*/ 593 w 1071"/>
                    <a:gd name="T99" fmla="*/ 589 h 731"/>
                    <a:gd name="T100" fmla="*/ 555 w 1071"/>
                    <a:gd name="T101" fmla="*/ 581 h 731"/>
                    <a:gd name="T102" fmla="*/ 555 w 1071"/>
                    <a:gd name="T103" fmla="*/ 677 h 731"/>
                    <a:gd name="T104" fmla="*/ 24 w 1071"/>
                    <a:gd name="T105" fmla="*/ 623 h 731"/>
                    <a:gd name="T106" fmla="*/ 6 w 1071"/>
                    <a:gd name="T107" fmla="*/ 552 h 7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71" h="731">
                      <a:moveTo>
                        <a:pt x="6" y="552"/>
                      </a:moveTo>
                      <a:lnTo>
                        <a:pt x="0" y="642"/>
                      </a:lnTo>
                      <a:lnTo>
                        <a:pt x="698" y="731"/>
                      </a:lnTo>
                      <a:lnTo>
                        <a:pt x="703" y="729"/>
                      </a:lnTo>
                      <a:lnTo>
                        <a:pt x="717" y="722"/>
                      </a:lnTo>
                      <a:lnTo>
                        <a:pt x="740" y="710"/>
                      </a:lnTo>
                      <a:lnTo>
                        <a:pt x="768" y="694"/>
                      </a:lnTo>
                      <a:lnTo>
                        <a:pt x="801" y="672"/>
                      </a:lnTo>
                      <a:lnTo>
                        <a:pt x="838" y="645"/>
                      </a:lnTo>
                      <a:lnTo>
                        <a:pt x="876" y="614"/>
                      </a:lnTo>
                      <a:lnTo>
                        <a:pt x="915" y="577"/>
                      </a:lnTo>
                      <a:lnTo>
                        <a:pt x="953" y="536"/>
                      </a:lnTo>
                      <a:lnTo>
                        <a:pt x="988" y="491"/>
                      </a:lnTo>
                      <a:lnTo>
                        <a:pt x="1018" y="439"/>
                      </a:lnTo>
                      <a:lnTo>
                        <a:pt x="1043" y="383"/>
                      </a:lnTo>
                      <a:lnTo>
                        <a:pt x="1061" y="322"/>
                      </a:lnTo>
                      <a:lnTo>
                        <a:pt x="1071" y="255"/>
                      </a:lnTo>
                      <a:lnTo>
                        <a:pt x="1070" y="185"/>
                      </a:lnTo>
                      <a:lnTo>
                        <a:pt x="1057" y="108"/>
                      </a:lnTo>
                      <a:lnTo>
                        <a:pt x="1055" y="104"/>
                      </a:lnTo>
                      <a:lnTo>
                        <a:pt x="1049" y="92"/>
                      </a:lnTo>
                      <a:lnTo>
                        <a:pt x="1037" y="76"/>
                      </a:lnTo>
                      <a:lnTo>
                        <a:pt x="1022" y="57"/>
                      </a:lnTo>
                      <a:lnTo>
                        <a:pt x="1002" y="37"/>
                      </a:lnTo>
                      <a:lnTo>
                        <a:pt x="979" y="20"/>
                      </a:lnTo>
                      <a:lnTo>
                        <a:pt x="951" y="7"/>
                      </a:lnTo>
                      <a:lnTo>
                        <a:pt x="919" y="0"/>
                      </a:lnTo>
                      <a:lnTo>
                        <a:pt x="924" y="12"/>
                      </a:lnTo>
                      <a:lnTo>
                        <a:pt x="934" y="44"/>
                      </a:lnTo>
                      <a:lnTo>
                        <a:pt x="947" y="94"/>
                      </a:lnTo>
                      <a:lnTo>
                        <a:pt x="958" y="159"/>
                      </a:lnTo>
                      <a:lnTo>
                        <a:pt x="961" y="238"/>
                      </a:lnTo>
                      <a:lnTo>
                        <a:pt x="953" y="324"/>
                      </a:lnTo>
                      <a:lnTo>
                        <a:pt x="928" y="418"/>
                      </a:lnTo>
                      <a:lnTo>
                        <a:pt x="884" y="516"/>
                      </a:lnTo>
                      <a:lnTo>
                        <a:pt x="883" y="518"/>
                      </a:lnTo>
                      <a:lnTo>
                        <a:pt x="879" y="521"/>
                      </a:lnTo>
                      <a:lnTo>
                        <a:pt x="872" y="526"/>
                      </a:lnTo>
                      <a:lnTo>
                        <a:pt x="862" y="534"/>
                      </a:lnTo>
                      <a:lnTo>
                        <a:pt x="851" y="541"/>
                      </a:lnTo>
                      <a:lnTo>
                        <a:pt x="837" y="550"/>
                      </a:lnTo>
                      <a:lnTo>
                        <a:pt x="819" y="559"/>
                      </a:lnTo>
                      <a:lnTo>
                        <a:pt x="800" y="567"/>
                      </a:lnTo>
                      <a:lnTo>
                        <a:pt x="778" y="575"/>
                      </a:lnTo>
                      <a:lnTo>
                        <a:pt x="754" y="582"/>
                      </a:lnTo>
                      <a:lnTo>
                        <a:pt x="727" y="588"/>
                      </a:lnTo>
                      <a:lnTo>
                        <a:pt x="697" y="592"/>
                      </a:lnTo>
                      <a:lnTo>
                        <a:pt x="666" y="593"/>
                      </a:lnTo>
                      <a:lnTo>
                        <a:pt x="631" y="592"/>
                      </a:lnTo>
                      <a:lnTo>
                        <a:pt x="593" y="589"/>
                      </a:lnTo>
                      <a:lnTo>
                        <a:pt x="555" y="581"/>
                      </a:lnTo>
                      <a:lnTo>
                        <a:pt x="555" y="677"/>
                      </a:lnTo>
                      <a:lnTo>
                        <a:pt x="24" y="623"/>
                      </a:lnTo>
                      <a:lnTo>
                        <a:pt x="6" y="55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202" name="Freeform 29"/>
                <p:cNvSpPr>
                  <a:spLocks/>
                </p:cNvSpPr>
                <p:nvPr/>
              </p:nvSpPr>
              <p:spPr bwMode="auto">
                <a:xfrm>
                  <a:off x="6486" y="14516"/>
                  <a:ext cx="787" cy="253"/>
                </a:xfrm>
                <a:custGeom>
                  <a:avLst/>
                  <a:gdLst>
                    <a:gd name="T0" fmla="*/ 787 w 787"/>
                    <a:gd name="T1" fmla="*/ 91 h 253"/>
                    <a:gd name="T2" fmla="*/ 12 w 787"/>
                    <a:gd name="T3" fmla="*/ 0 h 253"/>
                    <a:gd name="T4" fmla="*/ 0 w 787"/>
                    <a:gd name="T5" fmla="*/ 91 h 253"/>
                    <a:gd name="T6" fmla="*/ 764 w 787"/>
                    <a:gd name="T7" fmla="*/ 253 h 253"/>
                    <a:gd name="T8" fmla="*/ 787 w 787"/>
                    <a:gd name="T9" fmla="*/ 91 h 253"/>
                  </a:gdLst>
                  <a:ahLst/>
                  <a:cxnLst>
                    <a:cxn ang="0">
                      <a:pos x="T0" y="T1"/>
                    </a:cxn>
                    <a:cxn ang="0">
                      <a:pos x="T2" y="T3"/>
                    </a:cxn>
                    <a:cxn ang="0">
                      <a:pos x="T4" y="T5"/>
                    </a:cxn>
                    <a:cxn ang="0">
                      <a:pos x="T6" y="T7"/>
                    </a:cxn>
                    <a:cxn ang="0">
                      <a:pos x="T8" y="T9"/>
                    </a:cxn>
                  </a:cxnLst>
                  <a:rect l="0" t="0" r="r" b="b"/>
                  <a:pathLst>
                    <a:path w="787" h="253">
                      <a:moveTo>
                        <a:pt x="787" y="91"/>
                      </a:moveTo>
                      <a:lnTo>
                        <a:pt x="12" y="0"/>
                      </a:lnTo>
                      <a:lnTo>
                        <a:pt x="0" y="91"/>
                      </a:lnTo>
                      <a:lnTo>
                        <a:pt x="764" y="253"/>
                      </a:lnTo>
                      <a:lnTo>
                        <a:pt x="787" y="9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203" name="Freeform 30"/>
                <p:cNvSpPr>
                  <a:spLocks/>
                </p:cNvSpPr>
                <p:nvPr/>
              </p:nvSpPr>
              <p:spPr bwMode="auto">
                <a:xfrm>
                  <a:off x="6879" y="14597"/>
                  <a:ext cx="336" cy="115"/>
                </a:xfrm>
                <a:custGeom>
                  <a:avLst/>
                  <a:gdLst>
                    <a:gd name="T0" fmla="*/ 336 w 336"/>
                    <a:gd name="T1" fmla="*/ 50 h 115"/>
                    <a:gd name="T2" fmla="*/ 4 w 336"/>
                    <a:gd name="T3" fmla="*/ 0 h 115"/>
                    <a:gd name="T4" fmla="*/ 0 w 336"/>
                    <a:gd name="T5" fmla="*/ 48 h 115"/>
                    <a:gd name="T6" fmla="*/ 327 w 336"/>
                    <a:gd name="T7" fmla="*/ 115 h 115"/>
                    <a:gd name="T8" fmla="*/ 336 w 336"/>
                    <a:gd name="T9" fmla="*/ 50 h 115"/>
                  </a:gdLst>
                  <a:ahLst/>
                  <a:cxnLst>
                    <a:cxn ang="0">
                      <a:pos x="T0" y="T1"/>
                    </a:cxn>
                    <a:cxn ang="0">
                      <a:pos x="T2" y="T3"/>
                    </a:cxn>
                    <a:cxn ang="0">
                      <a:pos x="T4" y="T5"/>
                    </a:cxn>
                    <a:cxn ang="0">
                      <a:pos x="T6" y="T7"/>
                    </a:cxn>
                    <a:cxn ang="0">
                      <a:pos x="T8" y="T9"/>
                    </a:cxn>
                  </a:cxnLst>
                  <a:rect l="0" t="0" r="r" b="b"/>
                  <a:pathLst>
                    <a:path w="336" h="115">
                      <a:moveTo>
                        <a:pt x="336" y="50"/>
                      </a:moveTo>
                      <a:lnTo>
                        <a:pt x="4" y="0"/>
                      </a:lnTo>
                      <a:lnTo>
                        <a:pt x="0" y="48"/>
                      </a:lnTo>
                      <a:lnTo>
                        <a:pt x="327" y="115"/>
                      </a:lnTo>
                      <a:lnTo>
                        <a:pt x="336" y="5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204" name="Freeform 31"/>
                <p:cNvSpPr>
                  <a:spLocks/>
                </p:cNvSpPr>
                <p:nvPr/>
              </p:nvSpPr>
              <p:spPr bwMode="auto">
                <a:xfrm>
                  <a:off x="6536" y="14540"/>
                  <a:ext cx="225" cy="85"/>
                </a:xfrm>
                <a:custGeom>
                  <a:avLst/>
                  <a:gdLst>
                    <a:gd name="T0" fmla="*/ 225 w 225"/>
                    <a:gd name="T1" fmla="*/ 39 h 85"/>
                    <a:gd name="T2" fmla="*/ 0 w 225"/>
                    <a:gd name="T3" fmla="*/ 0 h 85"/>
                    <a:gd name="T4" fmla="*/ 3 w 225"/>
                    <a:gd name="T5" fmla="*/ 41 h 85"/>
                    <a:gd name="T6" fmla="*/ 218 w 225"/>
                    <a:gd name="T7" fmla="*/ 85 h 85"/>
                    <a:gd name="T8" fmla="*/ 225 w 225"/>
                    <a:gd name="T9" fmla="*/ 39 h 85"/>
                  </a:gdLst>
                  <a:ahLst/>
                  <a:cxnLst>
                    <a:cxn ang="0">
                      <a:pos x="T0" y="T1"/>
                    </a:cxn>
                    <a:cxn ang="0">
                      <a:pos x="T2" y="T3"/>
                    </a:cxn>
                    <a:cxn ang="0">
                      <a:pos x="T4" y="T5"/>
                    </a:cxn>
                    <a:cxn ang="0">
                      <a:pos x="T6" y="T7"/>
                    </a:cxn>
                    <a:cxn ang="0">
                      <a:pos x="T8" y="T9"/>
                    </a:cxn>
                  </a:cxnLst>
                  <a:rect l="0" t="0" r="r" b="b"/>
                  <a:pathLst>
                    <a:path w="225" h="85">
                      <a:moveTo>
                        <a:pt x="225" y="39"/>
                      </a:moveTo>
                      <a:lnTo>
                        <a:pt x="0" y="0"/>
                      </a:lnTo>
                      <a:lnTo>
                        <a:pt x="3" y="41"/>
                      </a:lnTo>
                      <a:lnTo>
                        <a:pt x="218" y="85"/>
                      </a:lnTo>
                      <a:lnTo>
                        <a:pt x="225" y="3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205" name="Freeform 32"/>
                <p:cNvSpPr>
                  <a:spLocks/>
                </p:cNvSpPr>
                <p:nvPr/>
              </p:nvSpPr>
              <p:spPr bwMode="auto">
                <a:xfrm>
                  <a:off x="5972" y="14624"/>
                  <a:ext cx="1325" cy="439"/>
                </a:xfrm>
                <a:custGeom>
                  <a:avLst/>
                  <a:gdLst>
                    <a:gd name="T0" fmla="*/ 0 w 1325"/>
                    <a:gd name="T1" fmla="*/ 132 h 439"/>
                    <a:gd name="T2" fmla="*/ 3 w 1325"/>
                    <a:gd name="T3" fmla="*/ 132 h 439"/>
                    <a:gd name="T4" fmla="*/ 10 w 1325"/>
                    <a:gd name="T5" fmla="*/ 130 h 439"/>
                    <a:gd name="T6" fmla="*/ 24 w 1325"/>
                    <a:gd name="T7" fmla="*/ 128 h 439"/>
                    <a:gd name="T8" fmla="*/ 42 w 1325"/>
                    <a:gd name="T9" fmla="*/ 125 h 439"/>
                    <a:gd name="T10" fmla="*/ 62 w 1325"/>
                    <a:gd name="T11" fmla="*/ 121 h 439"/>
                    <a:gd name="T12" fmla="*/ 86 w 1325"/>
                    <a:gd name="T13" fmla="*/ 116 h 439"/>
                    <a:gd name="T14" fmla="*/ 113 w 1325"/>
                    <a:gd name="T15" fmla="*/ 109 h 439"/>
                    <a:gd name="T16" fmla="*/ 141 w 1325"/>
                    <a:gd name="T17" fmla="*/ 102 h 439"/>
                    <a:gd name="T18" fmla="*/ 170 w 1325"/>
                    <a:gd name="T19" fmla="*/ 94 h 439"/>
                    <a:gd name="T20" fmla="*/ 199 w 1325"/>
                    <a:gd name="T21" fmla="*/ 85 h 439"/>
                    <a:gd name="T22" fmla="*/ 228 w 1325"/>
                    <a:gd name="T23" fmla="*/ 74 h 439"/>
                    <a:gd name="T24" fmla="*/ 257 w 1325"/>
                    <a:gd name="T25" fmla="*/ 62 h 439"/>
                    <a:gd name="T26" fmla="*/ 285 w 1325"/>
                    <a:gd name="T27" fmla="*/ 48 h 439"/>
                    <a:gd name="T28" fmla="*/ 309 w 1325"/>
                    <a:gd name="T29" fmla="*/ 34 h 439"/>
                    <a:gd name="T30" fmla="*/ 333 w 1325"/>
                    <a:gd name="T31" fmla="*/ 18 h 439"/>
                    <a:gd name="T32" fmla="*/ 352 w 1325"/>
                    <a:gd name="T33" fmla="*/ 0 h 439"/>
                    <a:gd name="T34" fmla="*/ 1325 w 1325"/>
                    <a:gd name="T35" fmla="*/ 223 h 439"/>
                    <a:gd name="T36" fmla="*/ 1323 w 1325"/>
                    <a:gd name="T37" fmla="*/ 225 h 439"/>
                    <a:gd name="T38" fmla="*/ 1318 w 1325"/>
                    <a:gd name="T39" fmla="*/ 230 h 439"/>
                    <a:gd name="T40" fmla="*/ 1309 w 1325"/>
                    <a:gd name="T41" fmla="*/ 239 h 439"/>
                    <a:gd name="T42" fmla="*/ 1297 w 1325"/>
                    <a:gd name="T43" fmla="*/ 250 h 439"/>
                    <a:gd name="T44" fmla="*/ 1282 w 1325"/>
                    <a:gd name="T45" fmla="*/ 263 h 439"/>
                    <a:gd name="T46" fmla="*/ 1265 w 1325"/>
                    <a:gd name="T47" fmla="*/ 278 h 439"/>
                    <a:gd name="T48" fmla="*/ 1247 w 1325"/>
                    <a:gd name="T49" fmla="*/ 295 h 439"/>
                    <a:gd name="T50" fmla="*/ 1225 w 1325"/>
                    <a:gd name="T51" fmla="*/ 312 h 439"/>
                    <a:gd name="T52" fmla="*/ 1202 w 1325"/>
                    <a:gd name="T53" fmla="*/ 331 h 439"/>
                    <a:gd name="T54" fmla="*/ 1179 w 1325"/>
                    <a:gd name="T55" fmla="*/ 349 h 439"/>
                    <a:gd name="T56" fmla="*/ 1154 w 1325"/>
                    <a:gd name="T57" fmla="*/ 367 h 439"/>
                    <a:gd name="T58" fmla="*/ 1128 w 1325"/>
                    <a:gd name="T59" fmla="*/ 385 h 439"/>
                    <a:gd name="T60" fmla="*/ 1102 w 1325"/>
                    <a:gd name="T61" fmla="*/ 401 h 439"/>
                    <a:gd name="T62" fmla="*/ 1077 w 1325"/>
                    <a:gd name="T63" fmla="*/ 415 h 439"/>
                    <a:gd name="T64" fmla="*/ 1051 w 1325"/>
                    <a:gd name="T65" fmla="*/ 428 h 439"/>
                    <a:gd name="T66" fmla="*/ 1026 w 1325"/>
                    <a:gd name="T67" fmla="*/ 439 h 439"/>
                    <a:gd name="T68" fmla="*/ 0 w 1325"/>
                    <a:gd name="T69" fmla="*/ 132 h 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25" h="439">
                      <a:moveTo>
                        <a:pt x="0" y="132"/>
                      </a:moveTo>
                      <a:lnTo>
                        <a:pt x="3" y="132"/>
                      </a:lnTo>
                      <a:lnTo>
                        <a:pt x="10" y="130"/>
                      </a:lnTo>
                      <a:lnTo>
                        <a:pt x="24" y="128"/>
                      </a:lnTo>
                      <a:lnTo>
                        <a:pt x="42" y="125"/>
                      </a:lnTo>
                      <a:lnTo>
                        <a:pt x="62" y="121"/>
                      </a:lnTo>
                      <a:lnTo>
                        <a:pt x="86" y="116"/>
                      </a:lnTo>
                      <a:lnTo>
                        <a:pt x="113" y="109"/>
                      </a:lnTo>
                      <a:lnTo>
                        <a:pt x="141" y="102"/>
                      </a:lnTo>
                      <a:lnTo>
                        <a:pt x="170" y="94"/>
                      </a:lnTo>
                      <a:lnTo>
                        <a:pt x="199" y="85"/>
                      </a:lnTo>
                      <a:lnTo>
                        <a:pt x="228" y="74"/>
                      </a:lnTo>
                      <a:lnTo>
                        <a:pt x="257" y="62"/>
                      </a:lnTo>
                      <a:lnTo>
                        <a:pt x="285" y="48"/>
                      </a:lnTo>
                      <a:lnTo>
                        <a:pt x="309" y="34"/>
                      </a:lnTo>
                      <a:lnTo>
                        <a:pt x="333" y="18"/>
                      </a:lnTo>
                      <a:lnTo>
                        <a:pt x="352" y="0"/>
                      </a:lnTo>
                      <a:lnTo>
                        <a:pt x="1325" y="223"/>
                      </a:lnTo>
                      <a:lnTo>
                        <a:pt x="1323" y="225"/>
                      </a:lnTo>
                      <a:lnTo>
                        <a:pt x="1318" y="230"/>
                      </a:lnTo>
                      <a:lnTo>
                        <a:pt x="1309" y="239"/>
                      </a:lnTo>
                      <a:lnTo>
                        <a:pt x="1297" y="250"/>
                      </a:lnTo>
                      <a:lnTo>
                        <a:pt x="1282" y="263"/>
                      </a:lnTo>
                      <a:lnTo>
                        <a:pt x="1265" y="278"/>
                      </a:lnTo>
                      <a:lnTo>
                        <a:pt x="1247" y="295"/>
                      </a:lnTo>
                      <a:lnTo>
                        <a:pt x="1225" y="312"/>
                      </a:lnTo>
                      <a:lnTo>
                        <a:pt x="1202" y="331"/>
                      </a:lnTo>
                      <a:lnTo>
                        <a:pt x="1179" y="349"/>
                      </a:lnTo>
                      <a:lnTo>
                        <a:pt x="1154" y="367"/>
                      </a:lnTo>
                      <a:lnTo>
                        <a:pt x="1128" y="385"/>
                      </a:lnTo>
                      <a:lnTo>
                        <a:pt x="1102" y="401"/>
                      </a:lnTo>
                      <a:lnTo>
                        <a:pt x="1077" y="415"/>
                      </a:lnTo>
                      <a:lnTo>
                        <a:pt x="1051" y="428"/>
                      </a:lnTo>
                      <a:lnTo>
                        <a:pt x="1026" y="439"/>
                      </a:lnTo>
                      <a:lnTo>
                        <a:pt x="0" y="132"/>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206" name="Freeform 33"/>
                <p:cNvSpPr>
                  <a:spLocks/>
                </p:cNvSpPr>
                <p:nvPr/>
              </p:nvSpPr>
              <p:spPr bwMode="auto">
                <a:xfrm>
                  <a:off x="7292" y="14577"/>
                  <a:ext cx="472" cy="209"/>
                </a:xfrm>
                <a:custGeom>
                  <a:avLst/>
                  <a:gdLst>
                    <a:gd name="T0" fmla="*/ 47 w 472"/>
                    <a:gd name="T1" fmla="*/ 209 h 209"/>
                    <a:gd name="T2" fmla="*/ 472 w 472"/>
                    <a:gd name="T3" fmla="*/ 84 h 209"/>
                    <a:gd name="T4" fmla="*/ 215 w 472"/>
                    <a:gd name="T5" fmla="*/ 0 h 209"/>
                    <a:gd name="T6" fmla="*/ 5 w 472"/>
                    <a:gd name="T7" fmla="*/ 24 h 209"/>
                    <a:gd name="T8" fmla="*/ 0 w 472"/>
                    <a:gd name="T9" fmla="*/ 197 h 209"/>
                    <a:gd name="T10" fmla="*/ 47 w 472"/>
                    <a:gd name="T11" fmla="*/ 209 h 209"/>
                  </a:gdLst>
                  <a:ahLst/>
                  <a:cxnLst>
                    <a:cxn ang="0">
                      <a:pos x="T0" y="T1"/>
                    </a:cxn>
                    <a:cxn ang="0">
                      <a:pos x="T2" y="T3"/>
                    </a:cxn>
                    <a:cxn ang="0">
                      <a:pos x="T4" y="T5"/>
                    </a:cxn>
                    <a:cxn ang="0">
                      <a:pos x="T6" y="T7"/>
                    </a:cxn>
                    <a:cxn ang="0">
                      <a:pos x="T8" y="T9"/>
                    </a:cxn>
                    <a:cxn ang="0">
                      <a:pos x="T10" y="T11"/>
                    </a:cxn>
                  </a:cxnLst>
                  <a:rect l="0" t="0" r="r" b="b"/>
                  <a:pathLst>
                    <a:path w="472" h="209">
                      <a:moveTo>
                        <a:pt x="47" y="209"/>
                      </a:moveTo>
                      <a:lnTo>
                        <a:pt x="472" y="84"/>
                      </a:lnTo>
                      <a:lnTo>
                        <a:pt x="215" y="0"/>
                      </a:lnTo>
                      <a:lnTo>
                        <a:pt x="5" y="24"/>
                      </a:lnTo>
                      <a:lnTo>
                        <a:pt x="0" y="197"/>
                      </a:lnTo>
                      <a:lnTo>
                        <a:pt x="47" y="20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207" name="Freeform 34"/>
                <p:cNvSpPr>
                  <a:spLocks/>
                </p:cNvSpPr>
                <p:nvPr/>
              </p:nvSpPr>
              <p:spPr bwMode="auto">
                <a:xfrm>
                  <a:off x="6073" y="13679"/>
                  <a:ext cx="251" cy="999"/>
                </a:xfrm>
                <a:custGeom>
                  <a:avLst/>
                  <a:gdLst>
                    <a:gd name="T0" fmla="*/ 251 w 251"/>
                    <a:gd name="T1" fmla="*/ 23 h 999"/>
                    <a:gd name="T2" fmla="*/ 250 w 251"/>
                    <a:gd name="T3" fmla="*/ 22 h 999"/>
                    <a:gd name="T4" fmla="*/ 246 w 251"/>
                    <a:gd name="T5" fmla="*/ 20 h 999"/>
                    <a:gd name="T6" fmla="*/ 239 w 251"/>
                    <a:gd name="T7" fmla="*/ 18 h 999"/>
                    <a:gd name="T8" fmla="*/ 230 w 251"/>
                    <a:gd name="T9" fmla="*/ 15 h 999"/>
                    <a:gd name="T10" fmla="*/ 218 w 251"/>
                    <a:gd name="T11" fmla="*/ 11 h 999"/>
                    <a:gd name="T12" fmla="*/ 205 w 251"/>
                    <a:gd name="T13" fmla="*/ 7 h 999"/>
                    <a:gd name="T14" fmla="*/ 190 w 251"/>
                    <a:gd name="T15" fmla="*/ 4 h 999"/>
                    <a:gd name="T16" fmla="*/ 173 w 251"/>
                    <a:gd name="T17" fmla="*/ 1 h 999"/>
                    <a:gd name="T18" fmla="*/ 155 w 251"/>
                    <a:gd name="T19" fmla="*/ 0 h 999"/>
                    <a:gd name="T20" fmla="*/ 134 w 251"/>
                    <a:gd name="T21" fmla="*/ 0 h 999"/>
                    <a:gd name="T22" fmla="*/ 114 w 251"/>
                    <a:gd name="T23" fmla="*/ 2 h 999"/>
                    <a:gd name="T24" fmla="*/ 92 w 251"/>
                    <a:gd name="T25" fmla="*/ 5 h 999"/>
                    <a:gd name="T26" fmla="*/ 70 w 251"/>
                    <a:gd name="T27" fmla="*/ 12 h 999"/>
                    <a:gd name="T28" fmla="*/ 47 w 251"/>
                    <a:gd name="T29" fmla="*/ 20 h 999"/>
                    <a:gd name="T30" fmla="*/ 23 w 251"/>
                    <a:gd name="T31" fmla="*/ 32 h 999"/>
                    <a:gd name="T32" fmla="*/ 0 w 251"/>
                    <a:gd name="T33" fmla="*/ 47 h 999"/>
                    <a:gd name="T34" fmla="*/ 0 w 251"/>
                    <a:gd name="T35" fmla="*/ 999 h 999"/>
                    <a:gd name="T36" fmla="*/ 1 w 251"/>
                    <a:gd name="T37" fmla="*/ 999 h 999"/>
                    <a:gd name="T38" fmla="*/ 6 w 251"/>
                    <a:gd name="T39" fmla="*/ 999 h 999"/>
                    <a:gd name="T40" fmla="*/ 14 w 251"/>
                    <a:gd name="T41" fmla="*/ 998 h 999"/>
                    <a:gd name="T42" fmla="*/ 23 w 251"/>
                    <a:gd name="T43" fmla="*/ 997 h 999"/>
                    <a:gd name="T44" fmla="*/ 35 w 251"/>
                    <a:gd name="T45" fmla="*/ 995 h 999"/>
                    <a:gd name="T46" fmla="*/ 49 w 251"/>
                    <a:gd name="T47" fmla="*/ 993 h 999"/>
                    <a:gd name="T48" fmla="*/ 65 w 251"/>
                    <a:gd name="T49" fmla="*/ 990 h 999"/>
                    <a:gd name="T50" fmla="*/ 83 w 251"/>
                    <a:gd name="T51" fmla="*/ 985 h 999"/>
                    <a:gd name="T52" fmla="*/ 102 w 251"/>
                    <a:gd name="T53" fmla="*/ 980 h 999"/>
                    <a:gd name="T54" fmla="*/ 121 w 251"/>
                    <a:gd name="T55" fmla="*/ 973 h 999"/>
                    <a:gd name="T56" fmla="*/ 143 w 251"/>
                    <a:gd name="T57" fmla="*/ 966 h 999"/>
                    <a:gd name="T58" fmla="*/ 164 w 251"/>
                    <a:gd name="T59" fmla="*/ 956 h 999"/>
                    <a:gd name="T60" fmla="*/ 186 w 251"/>
                    <a:gd name="T61" fmla="*/ 945 h 999"/>
                    <a:gd name="T62" fmla="*/ 208 w 251"/>
                    <a:gd name="T63" fmla="*/ 934 h 999"/>
                    <a:gd name="T64" fmla="*/ 230 w 251"/>
                    <a:gd name="T65" fmla="*/ 919 h 999"/>
                    <a:gd name="T66" fmla="*/ 251 w 251"/>
                    <a:gd name="T67" fmla="*/ 903 h 999"/>
                    <a:gd name="T68" fmla="*/ 251 w 251"/>
                    <a:gd name="T69" fmla="*/ 23 h 9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51" h="999">
                      <a:moveTo>
                        <a:pt x="251" y="23"/>
                      </a:moveTo>
                      <a:lnTo>
                        <a:pt x="250" y="22"/>
                      </a:lnTo>
                      <a:lnTo>
                        <a:pt x="246" y="20"/>
                      </a:lnTo>
                      <a:lnTo>
                        <a:pt x="239" y="18"/>
                      </a:lnTo>
                      <a:lnTo>
                        <a:pt x="230" y="15"/>
                      </a:lnTo>
                      <a:lnTo>
                        <a:pt x="218" y="11"/>
                      </a:lnTo>
                      <a:lnTo>
                        <a:pt x="205" y="7"/>
                      </a:lnTo>
                      <a:lnTo>
                        <a:pt x="190" y="4"/>
                      </a:lnTo>
                      <a:lnTo>
                        <a:pt x="173" y="1"/>
                      </a:lnTo>
                      <a:lnTo>
                        <a:pt x="155" y="0"/>
                      </a:lnTo>
                      <a:lnTo>
                        <a:pt x="134" y="0"/>
                      </a:lnTo>
                      <a:lnTo>
                        <a:pt x="114" y="2"/>
                      </a:lnTo>
                      <a:lnTo>
                        <a:pt x="92" y="5"/>
                      </a:lnTo>
                      <a:lnTo>
                        <a:pt x="70" y="12"/>
                      </a:lnTo>
                      <a:lnTo>
                        <a:pt x="47" y="20"/>
                      </a:lnTo>
                      <a:lnTo>
                        <a:pt x="23" y="32"/>
                      </a:lnTo>
                      <a:lnTo>
                        <a:pt x="0" y="47"/>
                      </a:lnTo>
                      <a:lnTo>
                        <a:pt x="0" y="999"/>
                      </a:lnTo>
                      <a:lnTo>
                        <a:pt x="1" y="999"/>
                      </a:lnTo>
                      <a:lnTo>
                        <a:pt x="6" y="999"/>
                      </a:lnTo>
                      <a:lnTo>
                        <a:pt x="14" y="998"/>
                      </a:lnTo>
                      <a:lnTo>
                        <a:pt x="23" y="997"/>
                      </a:lnTo>
                      <a:lnTo>
                        <a:pt x="35" y="995"/>
                      </a:lnTo>
                      <a:lnTo>
                        <a:pt x="49" y="993"/>
                      </a:lnTo>
                      <a:lnTo>
                        <a:pt x="65" y="990"/>
                      </a:lnTo>
                      <a:lnTo>
                        <a:pt x="83" y="985"/>
                      </a:lnTo>
                      <a:lnTo>
                        <a:pt x="102" y="980"/>
                      </a:lnTo>
                      <a:lnTo>
                        <a:pt x="121" y="973"/>
                      </a:lnTo>
                      <a:lnTo>
                        <a:pt x="143" y="966"/>
                      </a:lnTo>
                      <a:lnTo>
                        <a:pt x="164" y="956"/>
                      </a:lnTo>
                      <a:lnTo>
                        <a:pt x="186" y="945"/>
                      </a:lnTo>
                      <a:lnTo>
                        <a:pt x="208" y="934"/>
                      </a:lnTo>
                      <a:lnTo>
                        <a:pt x="230" y="919"/>
                      </a:lnTo>
                      <a:lnTo>
                        <a:pt x="251" y="903"/>
                      </a:lnTo>
                      <a:lnTo>
                        <a:pt x="251" y="23"/>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208" name="Freeform 35"/>
                <p:cNvSpPr>
                  <a:spLocks/>
                </p:cNvSpPr>
                <p:nvPr/>
              </p:nvSpPr>
              <p:spPr bwMode="auto">
                <a:xfrm>
                  <a:off x="6080" y="13687"/>
                  <a:ext cx="215" cy="843"/>
                </a:xfrm>
                <a:custGeom>
                  <a:avLst/>
                  <a:gdLst>
                    <a:gd name="T0" fmla="*/ 215 w 215"/>
                    <a:gd name="T1" fmla="*/ 20 h 843"/>
                    <a:gd name="T2" fmla="*/ 214 w 215"/>
                    <a:gd name="T3" fmla="*/ 19 h 843"/>
                    <a:gd name="T4" fmla="*/ 211 w 215"/>
                    <a:gd name="T5" fmla="*/ 18 h 843"/>
                    <a:gd name="T6" fmla="*/ 205 w 215"/>
                    <a:gd name="T7" fmla="*/ 15 h 843"/>
                    <a:gd name="T8" fmla="*/ 197 w 215"/>
                    <a:gd name="T9" fmla="*/ 12 h 843"/>
                    <a:gd name="T10" fmla="*/ 187 w 215"/>
                    <a:gd name="T11" fmla="*/ 9 h 843"/>
                    <a:gd name="T12" fmla="*/ 176 w 215"/>
                    <a:gd name="T13" fmla="*/ 6 h 843"/>
                    <a:gd name="T14" fmla="*/ 163 w 215"/>
                    <a:gd name="T15" fmla="*/ 4 h 843"/>
                    <a:gd name="T16" fmla="*/ 149 w 215"/>
                    <a:gd name="T17" fmla="*/ 1 h 843"/>
                    <a:gd name="T18" fmla="*/ 133 w 215"/>
                    <a:gd name="T19" fmla="*/ 0 h 843"/>
                    <a:gd name="T20" fmla="*/ 115 w 215"/>
                    <a:gd name="T21" fmla="*/ 0 h 843"/>
                    <a:gd name="T22" fmla="*/ 98 w 215"/>
                    <a:gd name="T23" fmla="*/ 1 h 843"/>
                    <a:gd name="T24" fmla="*/ 79 w 215"/>
                    <a:gd name="T25" fmla="*/ 5 h 843"/>
                    <a:gd name="T26" fmla="*/ 60 w 215"/>
                    <a:gd name="T27" fmla="*/ 10 h 843"/>
                    <a:gd name="T28" fmla="*/ 40 w 215"/>
                    <a:gd name="T29" fmla="*/ 18 h 843"/>
                    <a:gd name="T30" fmla="*/ 21 w 215"/>
                    <a:gd name="T31" fmla="*/ 27 h 843"/>
                    <a:gd name="T32" fmla="*/ 0 w 215"/>
                    <a:gd name="T33" fmla="*/ 40 h 843"/>
                    <a:gd name="T34" fmla="*/ 0 w 215"/>
                    <a:gd name="T35" fmla="*/ 843 h 843"/>
                    <a:gd name="T36" fmla="*/ 1 w 215"/>
                    <a:gd name="T37" fmla="*/ 843 h 843"/>
                    <a:gd name="T38" fmla="*/ 6 w 215"/>
                    <a:gd name="T39" fmla="*/ 843 h 843"/>
                    <a:gd name="T40" fmla="*/ 12 w 215"/>
                    <a:gd name="T41" fmla="*/ 842 h 843"/>
                    <a:gd name="T42" fmla="*/ 21 w 215"/>
                    <a:gd name="T43" fmla="*/ 841 h 843"/>
                    <a:gd name="T44" fmla="*/ 30 w 215"/>
                    <a:gd name="T45" fmla="*/ 840 h 843"/>
                    <a:gd name="T46" fmla="*/ 43 w 215"/>
                    <a:gd name="T47" fmla="*/ 838 h 843"/>
                    <a:gd name="T48" fmla="*/ 56 w 215"/>
                    <a:gd name="T49" fmla="*/ 835 h 843"/>
                    <a:gd name="T50" fmla="*/ 71 w 215"/>
                    <a:gd name="T51" fmla="*/ 831 h 843"/>
                    <a:gd name="T52" fmla="*/ 87 w 215"/>
                    <a:gd name="T53" fmla="*/ 826 h 843"/>
                    <a:gd name="T54" fmla="*/ 105 w 215"/>
                    <a:gd name="T55" fmla="*/ 821 h 843"/>
                    <a:gd name="T56" fmla="*/ 123 w 215"/>
                    <a:gd name="T57" fmla="*/ 814 h 843"/>
                    <a:gd name="T58" fmla="*/ 141 w 215"/>
                    <a:gd name="T59" fmla="*/ 806 h 843"/>
                    <a:gd name="T60" fmla="*/ 159 w 215"/>
                    <a:gd name="T61" fmla="*/ 797 h 843"/>
                    <a:gd name="T62" fmla="*/ 179 w 215"/>
                    <a:gd name="T63" fmla="*/ 786 h 843"/>
                    <a:gd name="T64" fmla="*/ 197 w 215"/>
                    <a:gd name="T65" fmla="*/ 774 h 843"/>
                    <a:gd name="T66" fmla="*/ 215 w 215"/>
                    <a:gd name="T67" fmla="*/ 760 h 843"/>
                    <a:gd name="T68" fmla="*/ 215 w 215"/>
                    <a:gd name="T69" fmla="*/ 20 h 8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843">
                      <a:moveTo>
                        <a:pt x="215" y="20"/>
                      </a:moveTo>
                      <a:lnTo>
                        <a:pt x="214" y="19"/>
                      </a:lnTo>
                      <a:lnTo>
                        <a:pt x="211" y="18"/>
                      </a:lnTo>
                      <a:lnTo>
                        <a:pt x="205" y="15"/>
                      </a:lnTo>
                      <a:lnTo>
                        <a:pt x="197" y="12"/>
                      </a:lnTo>
                      <a:lnTo>
                        <a:pt x="187" y="9"/>
                      </a:lnTo>
                      <a:lnTo>
                        <a:pt x="176" y="6"/>
                      </a:lnTo>
                      <a:lnTo>
                        <a:pt x="163" y="4"/>
                      </a:lnTo>
                      <a:lnTo>
                        <a:pt x="149" y="1"/>
                      </a:lnTo>
                      <a:lnTo>
                        <a:pt x="133" y="0"/>
                      </a:lnTo>
                      <a:lnTo>
                        <a:pt x="115" y="0"/>
                      </a:lnTo>
                      <a:lnTo>
                        <a:pt x="98" y="1"/>
                      </a:lnTo>
                      <a:lnTo>
                        <a:pt x="79" y="5"/>
                      </a:lnTo>
                      <a:lnTo>
                        <a:pt x="60" y="10"/>
                      </a:lnTo>
                      <a:lnTo>
                        <a:pt x="40" y="18"/>
                      </a:lnTo>
                      <a:lnTo>
                        <a:pt x="21" y="27"/>
                      </a:lnTo>
                      <a:lnTo>
                        <a:pt x="0" y="40"/>
                      </a:lnTo>
                      <a:lnTo>
                        <a:pt x="0" y="843"/>
                      </a:lnTo>
                      <a:lnTo>
                        <a:pt x="1" y="843"/>
                      </a:lnTo>
                      <a:lnTo>
                        <a:pt x="6" y="843"/>
                      </a:lnTo>
                      <a:lnTo>
                        <a:pt x="12" y="842"/>
                      </a:lnTo>
                      <a:lnTo>
                        <a:pt x="21" y="841"/>
                      </a:lnTo>
                      <a:lnTo>
                        <a:pt x="30" y="840"/>
                      </a:lnTo>
                      <a:lnTo>
                        <a:pt x="43" y="838"/>
                      </a:lnTo>
                      <a:lnTo>
                        <a:pt x="56" y="835"/>
                      </a:lnTo>
                      <a:lnTo>
                        <a:pt x="71" y="831"/>
                      </a:lnTo>
                      <a:lnTo>
                        <a:pt x="87" y="826"/>
                      </a:lnTo>
                      <a:lnTo>
                        <a:pt x="105" y="821"/>
                      </a:lnTo>
                      <a:lnTo>
                        <a:pt x="123" y="814"/>
                      </a:lnTo>
                      <a:lnTo>
                        <a:pt x="141" y="806"/>
                      </a:lnTo>
                      <a:lnTo>
                        <a:pt x="159" y="797"/>
                      </a:lnTo>
                      <a:lnTo>
                        <a:pt x="179" y="786"/>
                      </a:lnTo>
                      <a:lnTo>
                        <a:pt x="197" y="774"/>
                      </a:lnTo>
                      <a:lnTo>
                        <a:pt x="215" y="760"/>
                      </a:lnTo>
                      <a:lnTo>
                        <a:pt x="215" y="2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209" name="Freeform 36"/>
                <p:cNvSpPr>
                  <a:spLocks/>
                </p:cNvSpPr>
                <p:nvPr/>
              </p:nvSpPr>
              <p:spPr bwMode="auto">
                <a:xfrm>
                  <a:off x="6087" y="13696"/>
                  <a:ext cx="180" cy="685"/>
                </a:xfrm>
                <a:custGeom>
                  <a:avLst/>
                  <a:gdLst>
                    <a:gd name="T0" fmla="*/ 180 w 180"/>
                    <a:gd name="T1" fmla="*/ 16 h 685"/>
                    <a:gd name="T2" fmla="*/ 179 w 180"/>
                    <a:gd name="T3" fmla="*/ 16 h 685"/>
                    <a:gd name="T4" fmla="*/ 176 w 180"/>
                    <a:gd name="T5" fmla="*/ 14 h 685"/>
                    <a:gd name="T6" fmla="*/ 172 w 180"/>
                    <a:gd name="T7" fmla="*/ 12 h 685"/>
                    <a:gd name="T8" fmla="*/ 165 w 180"/>
                    <a:gd name="T9" fmla="*/ 10 h 685"/>
                    <a:gd name="T10" fmla="*/ 157 w 180"/>
                    <a:gd name="T11" fmla="*/ 8 h 685"/>
                    <a:gd name="T12" fmla="*/ 147 w 180"/>
                    <a:gd name="T13" fmla="*/ 4 h 685"/>
                    <a:gd name="T14" fmla="*/ 136 w 180"/>
                    <a:gd name="T15" fmla="*/ 2 h 685"/>
                    <a:gd name="T16" fmla="*/ 125 w 180"/>
                    <a:gd name="T17" fmla="*/ 0 h 685"/>
                    <a:gd name="T18" fmla="*/ 111 w 180"/>
                    <a:gd name="T19" fmla="*/ 0 h 685"/>
                    <a:gd name="T20" fmla="*/ 97 w 180"/>
                    <a:gd name="T21" fmla="*/ 0 h 685"/>
                    <a:gd name="T22" fmla="*/ 81 w 180"/>
                    <a:gd name="T23" fmla="*/ 1 h 685"/>
                    <a:gd name="T24" fmla="*/ 66 w 180"/>
                    <a:gd name="T25" fmla="*/ 3 h 685"/>
                    <a:gd name="T26" fmla="*/ 50 w 180"/>
                    <a:gd name="T27" fmla="*/ 8 h 685"/>
                    <a:gd name="T28" fmla="*/ 33 w 180"/>
                    <a:gd name="T29" fmla="*/ 14 h 685"/>
                    <a:gd name="T30" fmla="*/ 17 w 180"/>
                    <a:gd name="T31" fmla="*/ 23 h 685"/>
                    <a:gd name="T32" fmla="*/ 0 w 180"/>
                    <a:gd name="T33" fmla="*/ 33 h 685"/>
                    <a:gd name="T34" fmla="*/ 0 w 180"/>
                    <a:gd name="T35" fmla="*/ 685 h 685"/>
                    <a:gd name="T36" fmla="*/ 1 w 180"/>
                    <a:gd name="T37" fmla="*/ 685 h 685"/>
                    <a:gd name="T38" fmla="*/ 4 w 180"/>
                    <a:gd name="T39" fmla="*/ 685 h 685"/>
                    <a:gd name="T40" fmla="*/ 9 w 180"/>
                    <a:gd name="T41" fmla="*/ 684 h 685"/>
                    <a:gd name="T42" fmla="*/ 17 w 180"/>
                    <a:gd name="T43" fmla="*/ 683 h 685"/>
                    <a:gd name="T44" fmla="*/ 26 w 180"/>
                    <a:gd name="T45" fmla="*/ 682 h 685"/>
                    <a:gd name="T46" fmla="*/ 35 w 180"/>
                    <a:gd name="T47" fmla="*/ 681 h 685"/>
                    <a:gd name="T48" fmla="*/ 47 w 180"/>
                    <a:gd name="T49" fmla="*/ 678 h 685"/>
                    <a:gd name="T50" fmla="*/ 60 w 180"/>
                    <a:gd name="T51" fmla="*/ 676 h 685"/>
                    <a:gd name="T52" fmla="*/ 73 w 180"/>
                    <a:gd name="T53" fmla="*/ 671 h 685"/>
                    <a:gd name="T54" fmla="*/ 87 w 180"/>
                    <a:gd name="T55" fmla="*/ 667 h 685"/>
                    <a:gd name="T56" fmla="*/ 102 w 180"/>
                    <a:gd name="T57" fmla="*/ 662 h 685"/>
                    <a:gd name="T58" fmla="*/ 118 w 180"/>
                    <a:gd name="T59" fmla="*/ 655 h 685"/>
                    <a:gd name="T60" fmla="*/ 133 w 180"/>
                    <a:gd name="T61" fmla="*/ 648 h 685"/>
                    <a:gd name="T62" fmla="*/ 149 w 180"/>
                    <a:gd name="T63" fmla="*/ 639 h 685"/>
                    <a:gd name="T64" fmla="*/ 165 w 180"/>
                    <a:gd name="T65" fmla="*/ 628 h 685"/>
                    <a:gd name="T66" fmla="*/ 180 w 180"/>
                    <a:gd name="T67" fmla="*/ 617 h 685"/>
                    <a:gd name="T68" fmla="*/ 180 w 180"/>
                    <a:gd name="T69" fmla="*/ 16 h 6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80" h="685">
                      <a:moveTo>
                        <a:pt x="180" y="16"/>
                      </a:moveTo>
                      <a:lnTo>
                        <a:pt x="179" y="16"/>
                      </a:lnTo>
                      <a:lnTo>
                        <a:pt x="176" y="14"/>
                      </a:lnTo>
                      <a:lnTo>
                        <a:pt x="172" y="12"/>
                      </a:lnTo>
                      <a:lnTo>
                        <a:pt x="165" y="10"/>
                      </a:lnTo>
                      <a:lnTo>
                        <a:pt x="157" y="8"/>
                      </a:lnTo>
                      <a:lnTo>
                        <a:pt x="147" y="4"/>
                      </a:lnTo>
                      <a:lnTo>
                        <a:pt x="136" y="2"/>
                      </a:lnTo>
                      <a:lnTo>
                        <a:pt x="125" y="0"/>
                      </a:lnTo>
                      <a:lnTo>
                        <a:pt x="111" y="0"/>
                      </a:lnTo>
                      <a:lnTo>
                        <a:pt x="97" y="0"/>
                      </a:lnTo>
                      <a:lnTo>
                        <a:pt x="81" y="1"/>
                      </a:lnTo>
                      <a:lnTo>
                        <a:pt x="66" y="3"/>
                      </a:lnTo>
                      <a:lnTo>
                        <a:pt x="50" y="8"/>
                      </a:lnTo>
                      <a:lnTo>
                        <a:pt x="33" y="14"/>
                      </a:lnTo>
                      <a:lnTo>
                        <a:pt x="17" y="23"/>
                      </a:lnTo>
                      <a:lnTo>
                        <a:pt x="0" y="33"/>
                      </a:lnTo>
                      <a:lnTo>
                        <a:pt x="0" y="685"/>
                      </a:lnTo>
                      <a:lnTo>
                        <a:pt x="1" y="685"/>
                      </a:lnTo>
                      <a:lnTo>
                        <a:pt x="4" y="685"/>
                      </a:lnTo>
                      <a:lnTo>
                        <a:pt x="9" y="684"/>
                      </a:lnTo>
                      <a:lnTo>
                        <a:pt x="17" y="683"/>
                      </a:lnTo>
                      <a:lnTo>
                        <a:pt x="26" y="682"/>
                      </a:lnTo>
                      <a:lnTo>
                        <a:pt x="35" y="681"/>
                      </a:lnTo>
                      <a:lnTo>
                        <a:pt x="47" y="678"/>
                      </a:lnTo>
                      <a:lnTo>
                        <a:pt x="60" y="676"/>
                      </a:lnTo>
                      <a:lnTo>
                        <a:pt x="73" y="671"/>
                      </a:lnTo>
                      <a:lnTo>
                        <a:pt x="87" y="667"/>
                      </a:lnTo>
                      <a:lnTo>
                        <a:pt x="102" y="662"/>
                      </a:lnTo>
                      <a:lnTo>
                        <a:pt x="118" y="655"/>
                      </a:lnTo>
                      <a:lnTo>
                        <a:pt x="133" y="648"/>
                      </a:lnTo>
                      <a:lnTo>
                        <a:pt x="149" y="639"/>
                      </a:lnTo>
                      <a:lnTo>
                        <a:pt x="165" y="628"/>
                      </a:lnTo>
                      <a:lnTo>
                        <a:pt x="180" y="617"/>
                      </a:lnTo>
                      <a:lnTo>
                        <a:pt x="180" y="16"/>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210" name="Freeform 37"/>
                <p:cNvSpPr>
                  <a:spLocks/>
                </p:cNvSpPr>
                <p:nvPr/>
              </p:nvSpPr>
              <p:spPr bwMode="auto">
                <a:xfrm>
                  <a:off x="6093" y="13704"/>
                  <a:ext cx="146" cy="530"/>
                </a:xfrm>
                <a:custGeom>
                  <a:avLst/>
                  <a:gdLst>
                    <a:gd name="T0" fmla="*/ 146 w 146"/>
                    <a:gd name="T1" fmla="*/ 14 h 530"/>
                    <a:gd name="T2" fmla="*/ 143 w 146"/>
                    <a:gd name="T3" fmla="*/ 12 h 530"/>
                    <a:gd name="T4" fmla="*/ 134 w 146"/>
                    <a:gd name="T5" fmla="*/ 8 h 530"/>
                    <a:gd name="T6" fmla="*/ 120 w 146"/>
                    <a:gd name="T7" fmla="*/ 4 h 530"/>
                    <a:gd name="T8" fmla="*/ 101 w 146"/>
                    <a:gd name="T9" fmla="*/ 1 h 530"/>
                    <a:gd name="T10" fmla="*/ 79 w 146"/>
                    <a:gd name="T11" fmla="*/ 0 h 530"/>
                    <a:gd name="T12" fmla="*/ 54 w 146"/>
                    <a:gd name="T13" fmla="*/ 3 h 530"/>
                    <a:gd name="T14" fmla="*/ 27 w 146"/>
                    <a:gd name="T15" fmla="*/ 11 h 530"/>
                    <a:gd name="T16" fmla="*/ 0 w 146"/>
                    <a:gd name="T17" fmla="*/ 27 h 530"/>
                    <a:gd name="T18" fmla="*/ 0 w 146"/>
                    <a:gd name="T19" fmla="*/ 530 h 530"/>
                    <a:gd name="T20" fmla="*/ 3 w 146"/>
                    <a:gd name="T21" fmla="*/ 530 h 530"/>
                    <a:gd name="T22" fmla="*/ 14 w 146"/>
                    <a:gd name="T23" fmla="*/ 529 h 530"/>
                    <a:gd name="T24" fmla="*/ 29 w 146"/>
                    <a:gd name="T25" fmla="*/ 526 h 530"/>
                    <a:gd name="T26" fmla="*/ 49 w 146"/>
                    <a:gd name="T27" fmla="*/ 521 h 530"/>
                    <a:gd name="T28" fmla="*/ 71 w 146"/>
                    <a:gd name="T29" fmla="*/ 514 h 530"/>
                    <a:gd name="T30" fmla="*/ 96 w 146"/>
                    <a:gd name="T31" fmla="*/ 505 h 530"/>
                    <a:gd name="T32" fmla="*/ 121 w 146"/>
                    <a:gd name="T33" fmla="*/ 492 h 530"/>
                    <a:gd name="T34" fmla="*/ 146 w 146"/>
                    <a:gd name="T35" fmla="*/ 475 h 530"/>
                    <a:gd name="T36" fmla="*/ 146 w 146"/>
                    <a:gd name="T37" fmla="*/ 14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6" h="530">
                      <a:moveTo>
                        <a:pt x="146" y="14"/>
                      </a:moveTo>
                      <a:lnTo>
                        <a:pt x="143" y="12"/>
                      </a:lnTo>
                      <a:lnTo>
                        <a:pt x="134" y="8"/>
                      </a:lnTo>
                      <a:lnTo>
                        <a:pt x="120" y="4"/>
                      </a:lnTo>
                      <a:lnTo>
                        <a:pt x="101" y="1"/>
                      </a:lnTo>
                      <a:lnTo>
                        <a:pt x="79" y="0"/>
                      </a:lnTo>
                      <a:lnTo>
                        <a:pt x="54" y="3"/>
                      </a:lnTo>
                      <a:lnTo>
                        <a:pt x="27" y="11"/>
                      </a:lnTo>
                      <a:lnTo>
                        <a:pt x="0" y="27"/>
                      </a:lnTo>
                      <a:lnTo>
                        <a:pt x="0" y="530"/>
                      </a:lnTo>
                      <a:lnTo>
                        <a:pt x="3" y="530"/>
                      </a:lnTo>
                      <a:lnTo>
                        <a:pt x="14" y="529"/>
                      </a:lnTo>
                      <a:lnTo>
                        <a:pt x="29" y="526"/>
                      </a:lnTo>
                      <a:lnTo>
                        <a:pt x="49" y="521"/>
                      </a:lnTo>
                      <a:lnTo>
                        <a:pt x="71" y="514"/>
                      </a:lnTo>
                      <a:lnTo>
                        <a:pt x="96" y="505"/>
                      </a:lnTo>
                      <a:lnTo>
                        <a:pt x="121" y="492"/>
                      </a:lnTo>
                      <a:lnTo>
                        <a:pt x="146" y="475"/>
                      </a:lnTo>
                      <a:lnTo>
                        <a:pt x="146" y="14"/>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211" name="Freeform 38"/>
                <p:cNvSpPr>
                  <a:spLocks/>
                </p:cNvSpPr>
                <p:nvPr/>
              </p:nvSpPr>
              <p:spPr bwMode="auto">
                <a:xfrm>
                  <a:off x="6101" y="13712"/>
                  <a:ext cx="109" cy="373"/>
                </a:xfrm>
                <a:custGeom>
                  <a:avLst/>
                  <a:gdLst>
                    <a:gd name="T0" fmla="*/ 109 w 109"/>
                    <a:gd name="T1" fmla="*/ 10 h 373"/>
                    <a:gd name="T2" fmla="*/ 107 w 109"/>
                    <a:gd name="T3" fmla="*/ 9 h 373"/>
                    <a:gd name="T4" fmla="*/ 100 w 109"/>
                    <a:gd name="T5" fmla="*/ 6 h 373"/>
                    <a:gd name="T6" fmla="*/ 89 w 109"/>
                    <a:gd name="T7" fmla="*/ 2 h 373"/>
                    <a:gd name="T8" fmla="*/ 75 w 109"/>
                    <a:gd name="T9" fmla="*/ 0 h 373"/>
                    <a:gd name="T10" fmla="*/ 59 w 109"/>
                    <a:gd name="T11" fmla="*/ 0 h 373"/>
                    <a:gd name="T12" fmla="*/ 39 w 109"/>
                    <a:gd name="T13" fmla="*/ 2 h 373"/>
                    <a:gd name="T14" fmla="*/ 20 w 109"/>
                    <a:gd name="T15" fmla="*/ 9 h 373"/>
                    <a:gd name="T16" fmla="*/ 0 w 109"/>
                    <a:gd name="T17" fmla="*/ 21 h 373"/>
                    <a:gd name="T18" fmla="*/ 0 w 109"/>
                    <a:gd name="T19" fmla="*/ 373 h 373"/>
                    <a:gd name="T20" fmla="*/ 2 w 109"/>
                    <a:gd name="T21" fmla="*/ 373 h 373"/>
                    <a:gd name="T22" fmla="*/ 9 w 109"/>
                    <a:gd name="T23" fmla="*/ 372 h 373"/>
                    <a:gd name="T24" fmla="*/ 21 w 109"/>
                    <a:gd name="T25" fmla="*/ 369 h 373"/>
                    <a:gd name="T26" fmla="*/ 36 w 109"/>
                    <a:gd name="T27" fmla="*/ 366 h 373"/>
                    <a:gd name="T28" fmla="*/ 53 w 109"/>
                    <a:gd name="T29" fmla="*/ 362 h 373"/>
                    <a:gd name="T30" fmla="*/ 72 w 109"/>
                    <a:gd name="T31" fmla="*/ 354 h 373"/>
                    <a:gd name="T32" fmla="*/ 90 w 109"/>
                    <a:gd name="T33" fmla="*/ 343 h 373"/>
                    <a:gd name="T34" fmla="*/ 109 w 109"/>
                    <a:gd name="T35" fmla="*/ 331 h 373"/>
                    <a:gd name="T36" fmla="*/ 109 w 109"/>
                    <a:gd name="T37" fmla="*/ 10 h 3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9" h="373">
                      <a:moveTo>
                        <a:pt x="109" y="10"/>
                      </a:moveTo>
                      <a:lnTo>
                        <a:pt x="107" y="9"/>
                      </a:lnTo>
                      <a:lnTo>
                        <a:pt x="100" y="6"/>
                      </a:lnTo>
                      <a:lnTo>
                        <a:pt x="89" y="2"/>
                      </a:lnTo>
                      <a:lnTo>
                        <a:pt x="75" y="0"/>
                      </a:lnTo>
                      <a:lnTo>
                        <a:pt x="59" y="0"/>
                      </a:lnTo>
                      <a:lnTo>
                        <a:pt x="39" y="2"/>
                      </a:lnTo>
                      <a:lnTo>
                        <a:pt x="20" y="9"/>
                      </a:lnTo>
                      <a:lnTo>
                        <a:pt x="0" y="21"/>
                      </a:lnTo>
                      <a:lnTo>
                        <a:pt x="0" y="373"/>
                      </a:lnTo>
                      <a:lnTo>
                        <a:pt x="2" y="373"/>
                      </a:lnTo>
                      <a:lnTo>
                        <a:pt x="9" y="372"/>
                      </a:lnTo>
                      <a:lnTo>
                        <a:pt x="21" y="369"/>
                      </a:lnTo>
                      <a:lnTo>
                        <a:pt x="36" y="366"/>
                      </a:lnTo>
                      <a:lnTo>
                        <a:pt x="53" y="362"/>
                      </a:lnTo>
                      <a:lnTo>
                        <a:pt x="72" y="354"/>
                      </a:lnTo>
                      <a:lnTo>
                        <a:pt x="90" y="343"/>
                      </a:lnTo>
                      <a:lnTo>
                        <a:pt x="109" y="331"/>
                      </a:lnTo>
                      <a:lnTo>
                        <a:pt x="109" y="1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212" name="Freeform 39"/>
                <p:cNvSpPr>
                  <a:spLocks/>
                </p:cNvSpPr>
                <p:nvPr/>
              </p:nvSpPr>
              <p:spPr bwMode="auto">
                <a:xfrm>
                  <a:off x="6107" y="13721"/>
                  <a:ext cx="75" cy="216"/>
                </a:xfrm>
                <a:custGeom>
                  <a:avLst/>
                  <a:gdLst>
                    <a:gd name="T0" fmla="*/ 75 w 75"/>
                    <a:gd name="T1" fmla="*/ 6 h 216"/>
                    <a:gd name="T2" fmla="*/ 73 w 75"/>
                    <a:gd name="T3" fmla="*/ 5 h 216"/>
                    <a:gd name="T4" fmla="*/ 69 w 75"/>
                    <a:gd name="T5" fmla="*/ 4 h 216"/>
                    <a:gd name="T6" fmla="*/ 61 w 75"/>
                    <a:gd name="T7" fmla="*/ 2 h 216"/>
                    <a:gd name="T8" fmla="*/ 52 w 75"/>
                    <a:gd name="T9" fmla="*/ 0 h 216"/>
                    <a:gd name="T10" fmla="*/ 41 w 75"/>
                    <a:gd name="T11" fmla="*/ 0 h 216"/>
                    <a:gd name="T12" fmla="*/ 28 w 75"/>
                    <a:gd name="T13" fmla="*/ 1 h 216"/>
                    <a:gd name="T14" fmla="*/ 14 w 75"/>
                    <a:gd name="T15" fmla="*/ 6 h 216"/>
                    <a:gd name="T16" fmla="*/ 0 w 75"/>
                    <a:gd name="T17" fmla="*/ 14 h 216"/>
                    <a:gd name="T18" fmla="*/ 0 w 75"/>
                    <a:gd name="T19" fmla="*/ 216 h 216"/>
                    <a:gd name="T20" fmla="*/ 2 w 75"/>
                    <a:gd name="T21" fmla="*/ 216 h 216"/>
                    <a:gd name="T22" fmla="*/ 7 w 75"/>
                    <a:gd name="T23" fmla="*/ 215 h 216"/>
                    <a:gd name="T24" fmla="*/ 15 w 75"/>
                    <a:gd name="T25" fmla="*/ 214 h 216"/>
                    <a:gd name="T26" fmla="*/ 25 w 75"/>
                    <a:gd name="T27" fmla="*/ 211 h 216"/>
                    <a:gd name="T28" fmla="*/ 37 w 75"/>
                    <a:gd name="T29" fmla="*/ 208 h 216"/>
                    <a:gd name="T30" fmla="*/ 50 w 75"/>
                    <a:gd name="T31" fmla="*/ 203 h 216"/>
                    <a:gd name="T32" fmla="*/ 63 w 75"/>
                    <a:gd name="T33" fmla="*/ 195 h 216"/>
                    <a:gd name="T34" fmla="*/ 75 w 75"/>
                    <a:gd name="T35" fmla="*/ 187 h 216"/>
                    <a:gd name="T36" fmla="*/ 75 w 75"/>
                    <a:gd name="T37" fmla="*/ 6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5" h="216">
                      <a:moveTo>
                        <a:pt x="75" y="6"/>
                      </a:moveTo>
                      <a:lnTo>
                        <a:pt x="73" y="5"/>
                      </a:lnTo>
                      <a:lnTo>
                        <a:pt x="69" y="4"/>
                      </a:lnTo>
                      <a:lnTo>
                        <a:pt x="61" y="2"/>
                      </a:lnTo>
                      <a:lnTo>
                        <a:pt x="52" y="0"/>
                      </a:lnTo>
                      <a:lnTo>
                        <a:pt x="41" y="0"/>
                      </a:lnTo>
                      <a:lnTo>
                        <a:pt x="28" y="1"/>
                      </a:lnTo>
                      <a:lnTo>
                        <a:pt x="14" y="6"/>
                      </a:lnTo>
                      <a:lnTo>
                        <a:pt x="0" y="14"/>
                      </a:lnTo>
                      <a:lnTo>
                        <a:pt x="0" y="216"/>
                      </a:lnTo>
                      <a:lnTo>
                        <a:pt x="2" y="216"/>
                      </a:lnTo>
                      <a:lnTo>
                        <a:pt x="7" y="215"/>
                      </a:lnTo>
                      <a:lnTo>
                        <a:pt x="15" y="214"/>
                      </a:lnTo>
                      <a:lnTo>
                        <a:pt x="25" y="211"/>
                      </a:lnTo>
                      <a:lnTo>
                        <a:pt x="37" y="208"/>
                      </a:lnTo>
                      <a:lnTo>
                        <a:pt x="50" y="203"/>
                      </a:lnTo>
                      <a:lnTo>
                        <a:pt x="63" y="195"/>
                      </a:lnTo>
                      <a:lnTo>
                        <a:pt x="75" y="187"/>
                      </a:lnTo>
                      <a:lnTo>
                        <a:pt x="75" y="6"/>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213" name="Freeform 40"/>
                <p:cNvSpPr>
                  <a:spLocks/>
                </p:cNvSpPr>
                <p:nvPr/>
              </p:nvSpPr>
              <p:spPr bwMode="auto">
                <a:xfrm>
                  <a:off x="7013" y="14340"/>
                  <a:ext cx="110" cy="111"/>
                </a:xfrm>
                <a:custGeom>
                  <a:avLst/>
                  <a:gdLst>
                    <a:gd name="T0" fmla="*/ 55 w 110"/>
                    <a:gd name="T1" fmla="*/ 111 h 111"/>
                    <a:gd name="T2" fmla="*/ 66 w 110"/>
                    <a:gd name="T3" fmla="*/ 110 h 111"/>
                    <a:gd name="T4" fmla="*/ 76 w 110"/>
                    <a:gd name="T5" fmla="*/ 106 h 111"/>
                    <a:gd name="T6" fmla="*/ 85 w 110"/>
                    <a:gd name="T7" fmla="*/ 101 h 111"/>
                    <a:gd name="T8" fmla="*/ 94 w 110"/>
                    <a:gd name="T9" fmla="*/ 94 h 111"/>
                    <a:gd name="T10" fmla="*/ 100 w 110"/>
                    <a:gd name="T11" fmla="*/ 86 h 111"/>
                    <a:gd name="T12" fmla="*/ 106 w 110"/>
                    <a:gd name="T13" fmla="*/ 77 h 111"/>
                    <a:gd name="T14" fmla="*/ 109 w 110"/>
                    <a:gd name="T15" fmla="*/ 66 h 111"/>
                    <a:gd name="T16" fmla="*/ 110 w 110"/>
                    <a:gd name="T17" fmla="*/ 56 h 111"/>
                    <a:gd name="T18" fmla="*/ 109 w 110"/>
                    <a:gd name="T19" fmla="*/ 44 h 111"/>
                    <a:gd name="T20" fmla="*/ 106 w 110"/>
                    <a:gd name="T21" fmla="*/ 34 h 111"/>
                    <a:gd name="T22" fmla="*/ 100 w 110"/>
                    <a:gd name="T23" fmla="*/ 24 h 111"/>
                    <a:gd name="T24" fmla="*/ 94 w 110"/>
                    <a:gd name="T25" fmla="*/ 17 h 111"/>
                    <a:gd name="T26" fmla="*/ 85 w 110"/>
                    <a:gd name="T27" fmla="*/ 9 h 111"/>
                    <a:gd name="T28" fmla="*/ 76 w 110"/>
                    <a:gd name="T29" fmla="*/ 5 h 111"/>
                    <a:gd name="T30" fmla="*/ 66 w 110"/>
                    <a:gd name="T31" fmla="*/ 2 h 111"/>
                    <a:gd name="T32" fmla="*/ 55 w 110"/>
                    <a:gd name="T33" fmla="*/ 0 h 111"/>
                    <a:gd name="T34" fmla="*/ 44 w 110"/>
                    <a:gd name="T35" fmla="*/ 2 h 111"/>
                    <a:gd name="T36" fmla="*/ 33 w 110"/>
                    <a:gd name="T37" fmla="*/ 5 h 111"/>
                    <a:gd name="T38" fmla="*/ 25 w 110"/>
                    <a:gd name="T39" fmla="*/ 9 h 111"/>
                    <a:gd name="T40" fmla="*/ 16 w 110"/>
                    <a:gd name="T41" fmla="*/ 17 h 111"/>
                    <a:gd name="T42" fmla="*/ 10 w 110"/>
                    <a:gd name="T43" fmla="*/ 24 h 111"/>
                    <a:gd name="T44" fmla="*/ 4 w 110"/>
                    <a:gd name="T45" fmla="*/ 34 h 111"/>
                    <a:gd name="T46" fmla="*/ 1 w 110"/>
                    <a:gd name="T47" fmla="*/ 44 h 111"/>
                    <a:gd name="T48" fmla="*/ 0 w 110"/>
                    <a:gd name="T49" fmla="*/ 56 h 111"/>
                    <a:gd name="T50" fmla="*/ 1 w 110"/>
                    <a:gd name="T51" fmla="*/ 66 h 111"/>
                    <a:gd name="T52" fmla="*/ 4 w 110"/>
                    <a:gd name="T53" fmla="*/ 77 h 111"/>
                    <a:gd name="T54" fmla="*/ 10 w 110"/>
                    <a:gd name="T55" fmla="*/ 86 h 111"/>
                    <a:gd name="T56" fmla="*/ 16 w 110"/>
                    <a:gd name="T57" fmla="*/ 94 h 111"/>
                    <a:gd name="T58" fmla="*/ 25 w 110"/>
                    <a:gd name="T59" fmla="*/ 101 h 111"/>
                    <a:gd name="T60" fmla="*/ 33 w 110"/>
                    <a:gd name="T61" fmla="*/ 106 h 111"/>
                    <a:gd name="T62" fmla="*/ 44 w 110"/>
                    <a:gd name="T63" fmla="*/ 110 h 111"/>
                    <a:gd name="T64" fmla="*/ 55 w 110"/>
                    <a:gd name="T65" fmla="*/ 111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0" h="111">
                      <a:moveTo>
                        <a:pt x="55" y="111"/>
                      </a:moveTo>
                      <a:lnTo>
                        <a:pt x="66" y="110"/>
                      </a:lnTo>
                      <a:lnTo>
                        <a:pt x="76" y="106"/>
                      </a:lnTo>
                      <a:lnTo>
                        <a:pt x="85" y="101"/>
                      </a:lnTo>
                      <a:lnTo>
                        <a:pt x="94" y="94"/>
                      </a:lnTo>
                      <a:lnTo>
                        <a:pt x="100" y="86"/>
                      </a:lnTo>
                      <a:lnTo>
                        <a:pt x="106" y="77"/>
                      </a:lnTo>
                      <a:lnTo>
                        <a:pt x="109" y="66"/>
                      </a:lnTo>
                      <a:lnTo>
                        <a:pt x="110" y="56"/>
                      </a:lnTo>
                      <a:lnTo>
                        <a:pt x="109" y="44"/>
                      </a:lnTo>
                      <a:lnTo>
                        <a:pt x="106" y="34"/>
                      </a:lnTo>
                      <a:lnTo>
                        <a:pt x="100" y="24"/>
                      </a:lnTo>
                      <a:lnTo>
                        <a:pt x="94" y="17"/>
                      </a:lnTo>
                      <a:lnTo>
                        <a:pt x="85" y="9"/>
                      </a:lnTo>
                      <a:lnTo>
                        <a:pt x="76" y="5"/>
                      </a:lnTo>
                      <a:lnTo>
                        <a:pt x="66" y="2"/>
                      </a:lnTo>
                      <a:lnTo>
                        <a:pt x="55" y="0"/>
                      </a:lnTo>
                      <a:lnTo>
                        <a:pt x="44" y="2"/>
                      </a:lnTo>
                      <a:lnTo>
                        <a:pt x="33" y="5"/>
                      </a:lnTo>
                      <a:lnTo>
                        <a:pt x="25" y="9"/>
                      </a:lnTo>
                      <a:lnTo>
                        <a:pt x="16" y="17"/>
                      </a:lnTo>
                      <a:lnTo>
                        <a:pt x="10" y="24"/>
                      </a:lnTo>
                      <a:lnTo>
                        <a:pt x="4" y="34"/>
                      </a:lnTo>
                      <a:lnTo>
                        <a:pt x="1" y="44"/>
                      </a:lnTo>
                      <a:lnTo>
                        <a:pt x="0" y="56"/>
                      </a:lnTo>
                      <a:lnTo>
                        <a:pt x="1" y="66"/>
                      </a:lnTo>
                      <a:lnTo>
                        <a:pt x="4" y="77"/>
                      </a:lnTo>
                      <a:lnTo>
                        <a:pt x="10" y="86"/>
                      </a:lnTo>
                      <a:lnTo>
                        <a:pt x="16" y="94"/>
                      </a:lnTo>
                      <a:lnTo>
                        <a:pt x="25" y="101"/>
                      </a:lnTo>
                      <a:lnTo>
                        <a:pt x="33" y="106"/>
                      </a:lnTo>
                      <a:lnTo>
                        <a:pt x="44" y="110"/>
                      </a:lnTo>
                      <a:lnTo>
                        <a:pt x="55" y="11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214" name="Freeform 41"/>
                <p:cNvSpPr>
                  <a:spLocks/>
                </p:cNvSpPr>
                <p:nvPr/>
              </p:nvSpPr>
              <p:spPr bwMode="auto">
                <a:xfrm>
                  <a:off x="6676" y="14343"/>
                  <a:ext cx="55" cy="55"/>
                </a:xfrm>
                <a:custGeom>
                  <a:avLst/>
                  <a:gdLst>
                    <a:gd name="T0" fmla="*/ 27 w 55"/>
                    <a:gd name="T1" fmla="*/ 55 h 55"/>
                    <a:gd name="T2" fmla="*/ 38 w 55"/>
                    <a:gd name="T3" fmla="*/ 53 h 55"/>
                    <a:gd name="T4" fmla="*/ 48 w 55"/>
                    <a:gd name="T5" fmla="*/ 46 h 55"/>
                    <a:gd name="T6" fmla="*/ 53 w 55"/>
                    <a:gd name="T7" fmla="*/ 37 h 55"/>
                    <a:gd name="T8" fmla="*/ 55 w 55"/>
                    <a:gd name="T9" fmla="*/ 27 h 55"/>
                    <a:gd name="T10" fmla="*/ 53 w 55"/>
                    <a:gd name="T11" fmla="*/ 16 h 55"/>
                    <a:gd name="T12" fmla="*/ 48 w 55"/>
                    <a:gd name="T13" fmla="*/ 7 h 55"/>
                    <a:gd name="T14" fmla="*/ 38 w 55"/>
                    <a:gd name="T15" fmla="*/ 2 h 55"/>
                    <a:gd name="T16" fmla="*/ 27 w 55"/>
                    <a:gd name="T17" fmla="*/ 0 h 55"/>
                    <a:gd name="T18" fmla="*/ 16 w 55"/>
                    <a:gd name="T19" fmla="*/ 2 h 55"/>
                    <a:gd name="T20" fmla="*/ 8 w 55"/>
                    <a:gd name="T21" fmla="*/ 7 h 55"/>
                    <a:gd name="T22" fmla="*/ 2 w 55"/>
                    <a:gd name="T23" fmla="*/ 16 h 55"/>
                    <a:gd name="T24" fmla="*/ 0 w 55"/>
                    <a:gd name="T25" fmla="*/ 27 h 55"/>
                    <a:gd name="T26" fmla="*/ 2 w 55"/>
                    <a:gd name="T27" fmla="*/ 37 h 55"/>
                    <a:gd name="T28" fmla="*/ 8 w 55"/>
                    <a:gd name="T29" fmla="*/ 46 h 55"/>
                    <a:gd name="T30" fmla="*/ 16 w 55"/>
                    <a:gd name="T31" fmla="*/ 53 h 55"/>
                    <a:gd name="T32" fmla="*/ 27 w 55"/>
                    <a:gd name="T33"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5" h="55">
                      <a:moveTo>
                        <a:pt x="27" y="55"/>
                      </a:moveTo>
                      <a:lnTo>
                        <a:pt x="38" y="53"/>
                      </a:lnTo>
                      <a:lnTo>
                        <a:pt x="48" y="46"/>
                      </a:lnTo>
                      <a:lnTo>
                        <a:pt x="53" y="37"/>
                      </a:lnTo>
                      <a:lnTo>
                        <a:pt x="55" y="27"/>
                      </a:lnTo>
                      <a:lnTo>
                        <a:pt x="53" y="16"/>
                      </a:lnTo>
                      <a:lnTo>
                        <a:pt x="48" y="7"/>
                      </a:lnTo>
                      <a:lnTo>
                        <a:pt x="38" y="2"/>
                      </a:lnTo>
                      <a:lnTo>
                        <a:pt x="27" y="0"/>
                      </a:lnTo>
                      <a:lnTo>
                        <a:pt x="16" y="2"/>
                      </a:lnTo>
                      <a:lnTo>
                        <a:pt x="8" y="7"/>
                      </a:lnTo>
                      <a:lnTo>
                        <a:pt x="2" y="16"/>
                      </a:lnTo>
                      <a:lnTo>
                        <a:pt x="0" y="27"/>
                      </a:lnTo>
                      <a:lnTo>
                        <a:pt x="2" y="37"/>
                      </a:lnTo>
                      <a:lnTo>
                        <a:pt x="8" y="46"/>
                      </a:lnTo>
                      <a:lnTo>
                        <a:pt x="16" y="53"/>
                      </a:lnTo>
                      <a:lnTo>
                        <a:pt x="27" y="55"/>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215" name="Freeform 42"/>
                <p:cNvSpPr>
                  <a:spLocks/>
                </p:cNvSpPr>
                <p:nvPr/>
              </p:nvSpPr>
              <p:spPr bwMode="auto">
                <a:xfrm>
                  <a:off x="6770" y="14345"/>
                  <a:ext cx="55" cy="55"/>
                </a:xfrm>
                <a:custGeom>
                  <a:avLst/>
                  <a:gdLst>
                    <a:gd name="T0" fmla="*/ 28 w 55"/>
                    <a:gd name="T1" fmla="*/ 55 h 55"/>
                    <a:gd name="T2" fmla="*/ 39 w 55"/>
                    <a:gd name="T3" fmla="*/ 53 h 55"/>
                    <a:gd name="T4" fmla="*/ 47 w 55"/>
                    <a:gd name="T5" fmla="*/ 47 h 55"/>
                    <a:gd name="T6" fmla="*/ 53 w 55"/>
                    <a:gd name="T7" fmla="*/ 39 h 55"/>
                    <a:gd name="T8" fmla="*/ 55 w 55"/>
                    <a:gd name="T9" fmla="*/ 28 h 55"/>
                    <a:gd name="T10" fmla="*/ 53 w 55"/>
                    <a:gd name="T11" fmla="*/ 17 h 55"/>
                    <a:gd name="T12" fmla="*/ 47 w 55"/>
                    <a:gd name="T13" fmla="*/ 8 h 55"/>
                    <a:gd name="T14" fmla="*/ 39 w 55"/>
                    <a:gd name="T15" fmla="*/ 2 h 55"/>
                    <a:gd name="T16" fmla="*/ 28 w 55"/>
                    <a:gd name="T17" fmla="*/ 0 h 55"/>
                    <a:gd name="T18" fmla="*/ 17 w 55"/>
                    <a:gd name="T19" fmla="*/ 2 h 55"/>
                    <a:gd name="T20" fmla="*/ 9 w 55"/>
                    <a:gd name="T21" fmla="*/ 8 h 55"/>
                    <a:gd name="T22" fmla="*/ 2 w 55"/>
                    <a:gd name="T23" fmla="*/ 17 h 55"/>
                    <a:gd name="T24" fmla="*/ 0 w 55"/>
                    <a:gd name="T25" fmla="*/ 28 h 55"/>
                    <a:gd name="T26" fmla="*/ 2 w 55"/>
                    <a:gd name="T27" fmla="*/ 39 h 55"/>
                    <a:gd name="T28" fmla="*/ 9 w 55"/>
                    <a:gd name="T29" fmla="*/ 47 h 55"/>
                    <a:gd name="T30" fmla="*/ 17 w 55"/>
                    <a:gd name="T31" fmla="*/ 53 h 55"/>
                    <a:gd name="T32" fmla="*/ 28 w 55"/>
                    <a:gd name="T33"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5" h="55">
                      <a:moveTo>
                        <a:pt x="28" y="55"/>
                      </a:moveTo>
                      <a:lnTo>
                        <a:pt x="39" y="53"/>
                      </a:lnTo>
                      <a:lnTo>
                        <a:pt x="47" y="47"/>
                      </a:lnTo>
                      <a:lnTo>
                        <a:pt x="53" y="39"/>
                      </a:lnTo>
                      <a:lnTo>
                        <a:pt x="55" y="28"/>
                      </a:lnTo>
                      <a:lnTo>
                        <a:pt x="53" y="17"/>
                      </a:lnTo>
                      <a:lnTo>
                        <a:pt x="47" y="8"/>
                      </a:lnTo>
                      <a:lnTo>
                        <a:pt x="39" y="2"/>
                      </a:lnTo>
                      <a:lnTo>
                        <a:pt x="28" y="0"/>
                      </a:lnTo>
                      <a:lnTo>
                        <a:pt x="17" y="2"/>
                      </a:lnTo>
                      <a:lnTo>
                        <a:pt x="9" y="8"/>
                      </a:lnTo>
                      <a:lnTo>
                        <a:pt x="2" y="17"/>
                      </a:lnTo>
                      <a:lnTo>
                        <a:pt x="0" y="28"/>
                      </a:lnTo>
                      <a:lnTo>
                        <a:pt x="2" y="39"/>
                      </a:lnTo>
                      <a:lnTo>
                        <a:pt x="9" y="47"/>
                      </a:lnTo>
                      <a:lnTo>
                        <a:pt x="17" y="53"/>
                      </a:lnTo>
                      <a:lnTo>
                        <a:pt x="28" y="55"/>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216" name="Freeform 43"/>
                <p:cNvSpPr>
                  <a:spLocks/>
                </p:cNvSpPr>
                <p:nvPr/>
              </p:nvSpPr>
              <p:spPr bwMode="auto">
                <a:xfrm>
                  <a:off x="6401" y="13591"/>
                  <a:ext cx="156" cy="752"/>
                </a:xfrm>
                <a:custGeom>
                  <a:avLst/>
                  <a:gdLst>
                    <a:gd name="T0" fmla="*/ 48 w 156"/>
                    <a:gd name="T1" fmla="*/ 15 h 752"/>
                    <a:gd name="T2" fmla="*/ 44 w 156"/>
                    <a:gd name="T3" fmla="*/ 30 h 752"/>
                    <a:gd name="T4" fmla="*/ 33 w 156"/>
                    <a:gd name="T5" fmla="*/ 73 h 752"/>
                    <a:gd name="T6" fmla="*/ 19 w 156"/>
                    <a:gd name="T7" fmla="*/ 140 h 752"/>
                    <a:gd name="T8" fmla="*/ 7 w 156"/>
                    <a:gd name="T9" fmla="*/ 229 h 752"/>
                    <a:gd name="T10" fmla="*/ 0 w 156"/>
                    <a:gd name="T11" fmla="*/ 337 h 752"/>
                    <a:gd name="T12" fmla="*/ 1 w 156"/>
                    <a:gd name="T13" fmla="*/ 462 h 752"/>
                    <a:gd name="T14" fmla="*/ 14 w 156"/>
                    <a:gd name="T15" fmla="*/ 602 h 752"/>
                    <a:gd name="T16" fmla="*/ 43 w 156"/>
                    <a:gd name="T17" fmla="*/ 752 h 752"/>
                    <a:gd name="T18" fmla="*/ 150 w 156"/>
                    <a:gd name="T19" fmla="*/ 746 h 752"/>
                    <a:gd name="T20" fmla="*/ 146 w 156"/>
                    <a:gd name="T21" fmla="*/ 724 h 752"/>
                    <a:gd name="T22" fmla="*/ 135 w 156"/>
                    <a:gd name="T23" fmla="*/ 663 h 752"/>
                    <a:gd name="T24" fmla="*/ 123 w 156"/>
                    <a:gd name="T25" fmla="*/ 574 h 752"/>
                    <a:gd name="T26" fmla="*/ 111 w 156"/>
                    <a:gd name="T27" fmla="*/ 463 h 752"/>
                    <a:gd name="T28" fmla="*/ 104 w 156"/>
                    <a:gd name="T29" fmla="*/ 342 h 752"/>
                    <a:gd name="T30" fmla="*/ 107 w 156"/>
                    <a:gd name="T31" fmla="*/ 220 h 752"/>
                    <a:gd name="T32" fmla="*/ 124 w 156"/>
                    <a:gd name="T33" fmla="*/ 106 h 752"/>
                    <a:gd name="T34" fmla="*/ 156 w 156"/>
                    <a:gd name="T35" fmla="*/ 9 h 752"/>
                    <a:gd name="T36" fmla="*/ 156 w 156"/>
                    <a:gd name="T37" fmla="*/ 8 h 752"/>
                    <a:gd name="T38" fmla="*/ 156 w 156"/>
                    <a:gd name="T39" fmla="*/ 6 h 752"/>
                    <a:gd name="T40" fmla="*/ 154 w 156"/>
                    <a:gd name="T41" fmla="*/ 4 h 752"/>
                    <a:gd name="T42" fmla="*/ 147 w 156"/>
                    <a:gd name="T43" fmla="*/ 0 h 752"/>
                    <a:gd name="T44" fmla="*/ 134 w 156"/>
                    <a:gd name="T45" fmla="*/ 0 h 752"/>
                    <a:gd name="T46" fmla="*/ 115 w 156"/>
                    <a:gd name="T47" fmla="*/ 1 h 752"/>
                    <a:gd name="T48" fmla="*/ 87 w 156"/>
                    <a:gd name="T49" fmla="*/ 7 h 752"/>
                    <a:gd name="T50" fmla="*/ 48 w 156"/>
                    <a:gd name="T51" fmla="*/ 15 h 7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56" h="752">
                      <a:moveTo>
                        <a:pt x="48" y="15"/>
                      </a:moveTo>
                      <a:lnTo>
                        <a:pt x="44" y="30"/>
                      </a:lnTo>
                      <a:lnTo>
                        <a:pt x="33" y="73"/>
                      </a:lnTo>
                      <a:lnTo>
                        <a:pt x="19" y="140"/>
                      </a:lnTo>
                      <a:lnTo>
                        <a:pt x="7" y="229"/>
                      </a:lnTo>
                      <a:lnTo>
                        <a:pt x="0" y="337"/>
                      </a:lnTo>
                      <a:lnTo>
                        <a:pt x="1" y="462"/>
                      </a:lnTo>
                      <a:lnTo>
                        <a:pt x="14" y="602"/>
                      </a:lnTo>
                      <a:lnTo>
                        <a:pt x="43" y="752"/>
                      </a:lnTo>
                      <a:lnTo>
                        <a:pt x="150" y="746"/>
                      </a:lnTo>
                      <a:lnTo>
                        <a:pt x="146" y="724"/>
                      </a:lnTo>
                      <a:lnTo>
                        <a:pt x="135" y="663"/>
                      </a:lnTo>
                      <a:lnTo>
                        <a:pt x="123" y="574"/>
                      </a:lnTo>
                      <a:lnTo>
                        <a:pt x="111" y="463"/>
                      </a:lnTo>
                      <a:lnTo>
                        <a:pt x="104" y="342"/>
                      </a:lnTo>
                      <a:lnTo>
                        <a:pt x="107" y="220"/>
                      </a:lnTo>
                      <a:lnTo>
                        <a:pt x="124" y="106"/>
                      </a:lnTo>
                      <a:lnTo>
                        <a:pt x="156" y="9"/>
                      </a:lnTo>
                      <a:lnTo>
                        <a:pt x="156" y="8"/>
                      </a:lnTo>
                      <a:lnTo>
                        <a:pt x="156" y="6"/>
                      </a:lnTo>
                      <a:lnTo>
                        <a:pt x="154" y="4"/>
                      </a:lnTo>
                      <a:lnTo>
                        <a:pt x="147" y="0"/>
                      </a:lnTo>
                      <a:lnTo>
                        <a:pt x="134" y="0"/>
                      </a:lnTo>
                      <a:lnTo>
                        <a:pt x="115" y="1"/>
                      </a:lnTo>
                      <a:lnTo>
                        <a:pt x="87" y="7"/>
                      </a:lnTo>
                      <a:lnTo>
                        <a:pt x="48" y="15"/>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217" name="Freeform 44"/>
                <p:cNvSpPr>
                  <a:spLocks/>
                </p:cNvSpPr>
                <p:nvPr/>
              </p:nvSpPr>
              <p:spPr bwMode="auto">
                <a:xfrm>
                  <a:off x="7205" y="13498"/>
                  <a:ext cx="212" cy="839"/>
                </a:xfrm>
                <a:custGeom>
                  <a:avLst/>
                  <a:gdLst>
                    <a:gd name="T0" fmla="*/ 212 w 212"/>
                    <a:gd name="T1" fmla="*/ 6 h 839"/>
                    <a:gd name="T2" fmla="*/ 206 w 212"/>
                    <a:gd name="T3" fmla="*/ 11 h 839"/>
                    <a:gd name="T4" fmla="*/ 192 w 212"/>
                    <a:gd name="T5" fmla="*/ 33 h 839"/>
                    <a:gd name="T6" fmla="*/ 174 w 212"/>
                    <a:gd name="T7" fmla="*/ 77 h 839"/>
                    <a:gd name="T8" fmla="*/ 156 w 212"/>
                    <a:gd name="T9" fmla="*/ 148 h 839"/>
                    <a:gd name="T10" fmla="*/ 141 w 212"/>
                    <a:gd name="T11" fmla="*/ 254 h 839"/>
                    <a:gd name="T12" fmla="*/ 133 w 212"/>
                    <a:gd name="T13" fmla="*/ 401 h 839"/>
                    <a:gd name="T14" fmla="*/ 137 w 212"/>
                    <a:gd name="T15" fmla="*/ 593 h 839"/>
                    <a:gd name="T16" fmla="*/ 158 w 212"/>
                    <a:gd name="T17" fmla="*/ 839 h 839"/>
                    <a:gd name="T18" fmla="*/ 38 w 212"/>
                    <a:gd name="T19" fmla="*/ 839 h 839"/>
                    <a:gd name="T20" fmla="*/ 34 w 212"/>
                    <a:gd name="T21" fmla="*/ 814 h 839"/>
                    <a:gd name="T22" fmla="*/ 24 w 212"/>
                    <a:gd name="T23" fmla="*/ 746 h 839"/>
                    <a:gd name="T24" fmla="*/ 12 w 212"/>
                    <a:gd name="T25" fmla="*/ 645 h 839"/>
                    <a:gd name="T26" fmla="*/ 3 w 212"/>
                    <a:gd name="T27" fmla="*/ 521 h 839"/>
                    <a:gd name="T28" fmla="*/ 0 w 212"/>
                    <a:gd name="T29" fmla="*/ 384 h 839"/>
                    <a:gd name="T30" fmla="*/ 6 w 212"/>
                    <a:gd name="T31" fmla="*/ 244 h 839"/>
                    <a:gd name="T32" fmla="*/ 29 w 212"/>
                    <a:gd name="T33" fmla="*/ 114 h 839"/>
                    <a:gd name="T34" fmla="*/ 68 w 212"/>
                    <a:gd name="T35" fmla="*/ 0 h 839"/>
                    <a:gd name="T36" fmla="*/ 212 w 212"/>
                    <a:gd name="T37" fmla="*/ 6 h 8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12" h="839">
                      <a:moveTo>
                        <a:pt x="212" y="6"/>
                      </a:moveTo>
                      <a:lnTo>
                        <a:pt x="206" y="11"/>
                      </a:lnTo>
                      <a:lnTo>
                        <a:pt x="192" y="33"/>
                      </a:lnTo>
                      <a:lnTo>
                        <a:pt x="174" y="77"/>
                      </a:lnTo>
                      <a:lnTo>
                        <a:pt x="156" y="148"/>
                      </a:lnTo>
                      <a:lnTo>
                        <a:pt x="141" y="254"/>
                      </a:lnTo>
                      <a:lnTo>
                        <a:pt x="133" y="401"/>
                      </a:lnTo>
                      <a:lnTo>
                        <a:pt x="137" y="593"/>
                      </a:lnTo>
                      <a:lnTo>
                        <a:pt x="158" y="839"/>
                      </a:lnTo>
                      <a:lnTo>
                        <a:pt x="38" y="839"/>
                      </a:lnTo>
                      <a:lnTo>
                        <a:pt x="34" y="814"/>
                      </a:lnTo>
                      <a:lnTo>
                        <a:pt x="24" y="746"/>
                      </a:lnTo>
                      <a:lnTo>
                        <a:pt x="12" y="645"/>
                      </a:lnTo>
                      <a:lnTo>
                        <a:pt x="3" y="521"/>
                      </a:lnTo>
                      <a:lnTo>
                        <a:pt x="0" y="384"/>
                      </a:lnTo>
                      <a:lnTo>
                        <a:pt x="6" y="244"/>
                      </a:lnTo>
                      <a:lnTo>
                        <a:pt x="29" y="114"/>
                      </a:lnTo>
                      <a:lnTo>
                        <a:pt x="68" y="0"/>
                      </a:lnTo>
                      <a:lnTo>
                        <a:pt x="212" y="6"/>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218" name="Freeform 45"/>
                <p:cNvSpPr>
                  <a:spLocks/>
                </p:cNvSpPr>
                <p:nvPr/>
              </p:nvSpPr>
              <p:spPr bwMode="auto">
                <a:xfrm>
                  <a:off x="6406" y="13636"/>
                  <a:ext cx="137" cy="656"/>
                </a:xfrm>
                <a:custGeom>
                  <a:avLst/>
                  <a:gdLst>
                    <a:gd name="T0" fmla="*/ 43 w 137"/>
                    <a:gd name="T1" fmla="*/ 12 h 656"/>
                    <a:gd name="T2" fmla="*/ 39 w 137"/>
                    <a:gd name="T3" fmla="*/ 25 h 656"/>
                    <a:gd name="T4" fmla="*/ 30 w 137"/>
                    <a:gd name="T5" fmla="*/ 62 h 656"/>
                    <a:gd name="T6" fmla="*/ 19 w 137"/>
                    <a:gd name="T7" fmla="*/ 122 h 656"/>
                    <a:gd name="T8" fmla="*/ 7 w 137"/>
                    <a:gd name="T9" fmla="*/ 199 h 656"/>
                    <a:gd name="T10" fmla="*/ 0 w 137"/>
                    <a:gd name="T11" fmla="*/ 294 h 656"/>
                    <a:gd name="T12" fmla="*/ 1 w 137"/>
                    <a:gd name="T13" fmla="*/ 403 h 656"/>
                    <a:gd name="T14" fmla="*/ 12 w 137"/>
                    <a:gd name="T15" fmla="*/ 524 h 656"/>
                    <a:gd name="T16" fmla="*/ 38 w 137"/>
                    <a:gd name="T17" fmla="*/ 656 h 656"/>
                    <a:gd name="T18" fmla="*/ 132 w 137"/>
                    <a:gd name="T19" fmla="*/ 650 h 656"/>
                    <a:gd name="T20" fmla="*/ 127 w 137"/>
                    <a:gd name="T21" fmla="*/ 631 h 656"/>
                    <a:gd name="T22" fmla="*/ 119 w 137"/>
                    <a:gd name="T23" fmla="*/ 578 h 656"/>
                    <a:gd name="T24" fmla="*/ 107 w 137"/>
                    <a:gd name="T25" fmla="*/ 499 h 656"/>
                    <a:gd name="T26" fmla="*/ 97 w 137"/>
                    <a:gd name="T27" fmla="*/ 403 h 656"/>
                    <a:gd name="T28" fmla="*/ 92 w 137"/>
                    <a:gd name="T29" fmla="*/ 297 h 656"/>
                    <a:gd name="T30" fmla="*/ 94 w 137"/>
                    <a:gd name="T31" fmla="*/ 192 h 656"/>
                    <a:gd name="T32" fmla="*/ 108 w 137"/>
                    <a:gd name="T33" fmla="*/ 91 h 656"/>
                    <a:gd name="T34" fmla="*/ 137 w 137"/>
                    <a:gd name="T35" fmla="*/ 7 h 656"/>
                    <a:gd name="T36" fmla="*/ 137 w 137"/>
                    <a:gd name="T37" fmla="*/ 6 h 656"/>
                    <a:gd name="T38" fmla="*/ 137 w 137"/>
                    <a:gd name="T39" fmla="*/ 4 h 656"/>
                    <a:gd name="T40" fmla="*/ 135 w 137"/>
                    <a:gd name="T41" fmla="*/ 2 h 656"/>
                    <a:gd name="T42" fmla="*/ 129 w 137"/>
                    <a:gd name="T43" fmla="*/ 0 h 656"/>
                    <a:gd name="T44" fmla="*/ 119 w 137"/>
                    <a:gd name="T45" fmla="*/ 0 h 656"/>
                    <a:gd name="T46" fmla="*/ 101 w 137"/>
                    <a:gd name="T47" fmla="*/ 1 h 656"/>
                    <a:gd name="T48" fmla="*/ 77 w 137"/>
                    <a:gd name="T49" fmla="*/ 5 h 656"/>
                    <a:gd name="T50" fmla="*/ 43 w 137"/>
                    <a:gd name="T51" fmla="*/ 12 h 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7" h="656">
                      <a:moveTo>
                        <a:pt x="43" y="12"/>
                      </a:moveTo>
                      <a:lnTo>
                        <a:pt x="39" y="25"/>
                      </a:lnTo>
                      <a:lnTo>
                        <a:pt x="30" y="62"/>
                      </a:lnTo>
                      <a:lnTo>
                        <a:pt x="19" y="122"/>
                      </a:lnTo>
                      <a:lnTo>
                        <a:pt x="7" y="199"/>
                      </a:lnTo>
                      <a:lnTo>
                        <a:pt x="0" y="294"/>
                      </a:lnTo>
                      <a:lnTo>
                        <a:pt x="1" y="403"/>
                      </a:lnTo>
                      <a:lnTo>
                        <a:pt x="12" y="524"/>
                      </a:lnTo>
                      <a:lnTo>
                        <a:pt x="38" y="656"/>
                      </a:lnTo>
                      <a:lnTo>
                        <a:pt x="132" y="650"/>
                      </a:lnTo>
                      <a:lnTo>
                        <a:pt x="127" y="631"/>
                      </a:lnTo>
                      <a:lnTo>
                        <a:pt x="119" y="578"/>
                      </a:lnTo>
                      <a:lnTo>
                        <a:pt x="107" y="499"/>
                      </a:lnTo>
                      <a:lnTo>
                        <a:pt x="97" y="403"/>
                      </a:lnTo>
                      <a:lnTo>
                        <a:pt x="92" y="297"/>
                      </a:lnTo>
                      <a:lnTo>
                        <a:pt x="94" y="192"/>
                      </a:lnTo>
                      <a:lnTo>
                        <a:pt x="108" y="91"/>
                      </a:lnTo>
                      <a:lnTo>
                        <a:pt x="137" y="7"/>
                      </a:lnTo>
                      <a:lnTo>
                        <a:pt x="137" y="6"/>
                      </a:lnTo>
                      <a:lnTo>
                        <a:pt x="137" y="4"/>
                      </a:lnTo>
                      <a:lnTo>
                        <a:pt x="135" y="2"/>
                      </a:lnTo>
                      <a:lnTo>
                        <a:pt x="129" y="0"/>
                      </a:lnTo>
                      <a:lnTo>
                        <a:pt x="119" y="0"/>
                      </a:lnTo>
                      <a:lnTo>
                        <a:pt x="101" y="1"/>
                      </a:lnTo>
                      <a:lnTo>
                        <a:pt x="77" y="5"/>
                      </a:lnTo>
                      <a:lnTo>
                        <a:pt x="43" y="12"/>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219" name="Freeform 46"/>
                <p:cNvSpPr>
                  <a:spLocks/>
                </p:cNvSpPr>
                <p:nvPr/>
              </p:nvSpPr>
              <p:spPr bwMode="auto">
                <a:xfrm>
                  <a:off x="6412" y="13680"/>
                  <a:ext cx="116" cy="560"/>
                </a:xfrm>
                <a:custGeom>
                  <a:avLst/>
                  <a:gdLst>
                    <a:gd name="T0" fmla="*/ 36 w 116"/>
                    <a:gd name="T1" fmla="*/ 11 h 560"/>
                    <a:gd name="T2" fmla="*/ 33 w 116"/>
                    <a:gd name="T3" fmla="*/ 21 h 560"/>
                    <a:gd name="T4" fmla="*/ 24 w 116"/>
                    <a:gd name="T5" fmla="*/ 53 h 560"/>
                    <a:gd name="T6" fmla="*/ 15 w 116"/>
                    <a:gd name="T7" fmla="*/ 103 h 560"/>
                    <a:gd name="T8" fmla="*/ 5 w 116"/>
                    <a:gd name="T9" fmla="*/ 169 h 560"/>
                    <a:gd name="T10" fmla="*/ 0 w 116"/>
                    <a:gd name="T11" fmla="*/ 250 h 560"/>
                    <a:gd name="T12" fmla="*/ 1 w 116"/>
                    <a:gd name="T13" fmla="*/ 344 h 560"/>
                    <a:gd name="T14" fmla="*/ 10 w 116"/>
                    <a:gd name="T15" fmla="*/ 448 h 560"/>
                    <a:gd name="T16" fmla="*/ 32 w 116"/>
                    <a:gd name="T17" fmla="*/ 560 h 560"/>
                    <a:gd name="T18" fmla="*/ 112 w 116"/>
                    <a:gd name="T19" fmla="*/ 555 h 560"/>
                    <a:gd name="T20" fmla="*/ 108 w 116"/>
                    <a:gd name="T21" fmla="*/ 538 h 560"/>
                    <a:gd name="T22" fmla="*/ 101 w 116"/>
                    <a:gd name="T23" fmla="*/ 493 h 560"/>
                    <a:gd name="T24" fmla="*/ 91 w 116"/>
                    <a:gd name="T25" fmla="*/ 426 h 560"/>
                    <a:gd name="T26" fmla="*/ 82 w 116"/>
                    <a:gd name="T27" fmla="*/ 344 h 560"/>
                    <a:gd name="T28" fmla="*/ 77 w 116"/>
                    <a:gd name="T29" fmla="*/ 255 h 560"/>
                    <a:gd name="T30" fmla="*/ 79 w 116"/>
                    <a:gd name="T31" fmla="*/ 164 h 560"/>
                    <a:gd name="T32" fmla="*/ 91 w 116"/>
                    <a:gd name="T33" fmla="*/ 79 h 560"/>
                    <a:gd name="T34" fmla="*/ 116 w 116"/>
                    <a:gd name="T35" fmla="*/ 6 h 560"/>
                    <a:gd name="T36" fmla="*/ 116 w 116"/>
                    <a:gd name="T37" fmla="*/ 5 h 560"/>
                    <a:gd name="T38" fmla="*/ 116 w 116"/>
                    <a:gd name="T39" fmla="*/ 4 h 560"/>
                    <a:gd name="T40" fmla="*/ 114 w 116"/>
                    <a:gd name="T41" fmla="*/ 2 h 560"/>
                    <a:gd name="T42" fmla="*/ 109 w 116"/>
                    <a:gd name="T43" fmla="*/ 0 h 560"/>
                    <a:gd name="T44" fmla="*/ 100 w 116"/>
                    <a:gd name="T45" fmla="*/ 0 h 560"/>
                    <a:gd name="T46" fmla="*/ 86 w 116"/>
                    <a:gd name="T47" fmla="*/ 1 h 560"/>
                    <a:gd name="T48" fmla="*/ 65 w 116"/>
                    <a:gd name="T49" fmla="*/ 4 h 560"/>
                    <a:gd name="T50" fmla="*/ 36 w 116"/>
                    <a:gd name="T51" fmla="*/ 11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6" h="560">
                      <a:moveTo>
                        <a:pt x="36" y="11"/>
                      </a:moveTo>
                      <a:lnTo>
                        <a:pt x="33" y="21"/>
                      </a:lnTo>
                      <a:lnTo>
                        <a:pt x="24" y="53"/>
                      </a:lnTo>
                      <a:lnTo>
                        <a:pt x="15" y="103"/>
                      </a:lnTo>
                      <a:lnTo>
                        <a:pt x="5" y="169"/>
                      </a:lnTo>
                      <a:lnTo>
                        <a:pt x="0" y="250"/>
                      </a:lnTo>
                      <a:lnTo>
                        <a:pt x="1" y="344"/>
                      </a:lnTo>
                      <a:lnTo>
                        <a:pt x="10" y="448"/>
                      </a:lnTo>
                      <a:lnTo>
                        <a:pt x="32" y="560"/>
                      </a:lnTo>
                      <a:lnTo>
                        <a:pt x="112" y="555"/>
                      </a:lnTo>
                      <a:lnTo>
                        <a:pt x="108" y="538"/>
                      </a:lnTo>
                      <a:lnTo>
                        <a:pt x="101" y="493"/>
                      </a:lnTo>
                      <a:lnTo>
                        <a:pt x="91" y="426"/>
                      </a:lnTo>
                      <a:lnTo>
                        <a:pt x="82" y="344"/>
                      </a:lnTo>
                      <a:lnTo>
                        <a:pt x="77" y="255"/>
                      </a:lnTo>
                      <a:lnTo>
                        <a:pt x="79" y="164"/>
                      </a:lnTo>
                      <a:lnTo>
                        <a:pt x="91" y="79"/>
                      </a:lnTo>
                      <a:lnTo>
                        <a:pt x="116" y="6"/>
                      </a:lnTo>
                      <a:lnTo>
                        <a:pt x="116" y="5"/>
                      </a:lnTo>
                      <a:lnTo>
                        <a:pt x="116" y="4"/>
                      </a:lnTo>
                      <a:lnTo>
                        <a:pt x="114" y="2"/>
                      </a:lnTo>
                      <a:lnTo>
                        <a:pt x="109" y="0"/>
                      </a:lnTo>
                      <a:lnTo>
                        <a:pt x="100" y="0"/>
                      </a:lnTo>
                      <a:lnTo>
                        <a:pt x="86" y="1"/>
                      </a:lnTo>
                      <a:lnTo>
                        <a:pt x="65" y="4"/>
                      </a:lnTo>
                      <a:lnTo>
                        <a:pt x="36" y="1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220" name="Freeform 47"/>
                <p:cNvSpPr>
                  <a:spLocks/>
                </p:cNvSpPr>
                <p:nvPr/>
              </p:nvSpPr>
              <p:spPr bwMode="auto">
                <a:xfrm>
                  <a:off x="6417" y="13724"/>
                  <a:ext cx="97" cy="463"/>
                </a:xfrm>
                <a:custGeom>
                  <a:avLst/>
                  <a:gdLst>
                    <a:gd name="T0" fmla="*/ 30 w 97"/>
                    <a:gd name="T1" fmla="*/ 9 h 463"/>
                    <a:gd name="T2" fmla="*/ 27 w 97"/>
                    <a:gd name="T3" fmla="*/ 17 h 463"/>
                    <a:gd name="T4" fmla="*/ 20 w 97"/>
                    <a:gd name="T5" fmla="*/ 44 h 463"/>
                    <a:gd name="T6" fmla="*/ 12 w 97"/>
                    <a:gd name="T7" fmla="*/ 85 h 463"/>
                    <a:gd name="T8" fmla="*/ 4 w 97"/>
                    <a:gd name="T9" fmla="*/ 140 h 463"/>
                    <a:gd name="T10" fmla="*/ 0 w 97"/>
                    <a:gd name="T11" fmla="*/ 207 h 463"/>
                    <a:gd name="T12" fmla="*/ 0 w 97"/>
                    <a:gd name="T13" fmla="*/ 285 h 463"/>
                    <a:gd name="T14" fmla="*/ 9 w 97"/>
                    <a:gd name="T15" fmla="*/ 370 h 463"/>
                    <a:gd name="T16" fmla="*/ 26 w 97"/>
                    <a:gd name="T17" fmla="*/ 463 h 463"/>
                    <a:gd name="T18" fmla="*/ 93 w 97"/>
                    <a:gd name="T19" fmla="*/ 460 h 463"/>
                    <a:gd name="T20" fmla="*/ 89 w 97"/>
                    <a:gd name="T21" fmla="*/ 446 h 463"/>
                    <a:gd name="T22" fmla="*/ 83 w 97"/>
                    <a:gd name="T23" fmla="*/ 408 h 463"/>
                    <a:gd name="T24" fmla="*/ 75 w 97"/>
                    <a:gd name="T25" fmla="*/ 353 h 463"/>
                    <a:gd name="T26" fmla="*/ 68 w 97"/>
                    <a:gd name="T27" fmla="*/ 285 h 463"/>
                    <a:gd name="T28" fmla="*/ 65 w 97"/>
                    <a:gd name="T29" fmla="*/ 211 h 463"/>
                    <a:gd name="T30" fmla="*/ 67 w 97"/>
                    <a:gd name="T31" fmla="*/ 136 h 463"/>
                    <a:gd name="T32" fmla="*/ 76 w 97"/>
                    <a:gd name="T33" fmla="*/ 65 h 463"/>
                    <a:gd name="T34" fmla="*/ 97 w 97"/>
                    <a:gd name="T35" fmla="*/ 5 h 463"/>
                    <a:gd name="T36" fmla="*/ 97 w 97"/>
                    <a:gd name="T37" fmla="*/ 4 h 463"/>
                    <a:gd name="T38" fmla="*/ 97 w 97"/>
                    <a:gd name="T39" fmla="*/ 3 h 463"/>
                    <a:gd name="T40" fmla="*/ 95 w 97"/>
                    <a:gd name="T41" fmla="*/ 1 h 463"/>
                    <a:gd name="T42" fmla="*/ 91 w 97"/>
                    <a:gd name="T43" fmla="*/ 0 h 463"/>
                    <a:gd name="T44" fmla="*/ 84 w 97"/>
                    <a:gd name="T45" fmla="*/ 0 h 463"/>
                    <a:gd name="T46" fmla="*/ 71 w 97"/>
                    <a:gd name="T47" fmla="*/ 0 h 463"/>
                    <a:gd name="T48" fmla="*/ 54 w 97"/>
                    <a:gd name="T49" fmla="*/ 3 h 463"/>
                    <a:gd name="T50" fmla="*/ 30 w 97"/>
                    <a:gd name="T51" fmla="*/ 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7" h="463">
                      <a:moveTo>
                        <a:pt x="30" y="9"/>
                      </a:moveTo>
                      <a:lnTo>
                        <a:pt x="27" y="17"/>
                      </a:lnTo>
                      <a:lnTo>
                        <a:pt x="20" y="44"/>
                      </a:lnTo>
                      <a:lnTo>
                        <a:pt x="12" y="85"/>
                      </a:lnTo>
                      <a:lnTo>
                        <a:pt x="4" y="140"/>
                      </a:lnTo>
                      <a:lnTo>
                        <a:pt x="0" y="207"/>
                      </a:lnTo>
                      <a:lnTo>
                        <a:pt x="0" y="285"/>
                      </a:lnTo>
                      <a:lnTo>
                        <a:pt x="9" y="370"/>
                      </a:lnTo>
                      <a:lnTo>
                        <a:pt x="26" y="463"/>
                      </a:lnTo>
                      <a:lnTo>
                        <a:pt x="93" y="460"/>
                      </a:lnTo>
                      <a:lnTo>
                        <a:pt x="89" y="446"/>
                      </a:lnTo>
                      <a:lnTo>
                        <a:pt x="83" y="408"/>
                      </a:lnTo>
                      <a:lnTo>
                        <a:pt x="75" y="353"/>
                      </a:lnTo>
                      <a:lnTo>
                        <a:pt x="68" y="285"/>
                      </a:lnTo>
                      <a:lnTo>
                        <a:pt x="65" y="211"/>
                      </a:lnTo>
                      <a:lnTo>
                        <a:pt x="67" y="136"/>
                      </a:lnTo>
                      <a:lnTo>
                        <a:pt x="76" y="65"/>
                      </a:lnTo>
                      <a:lnTo>
                        <a:pt x="97" y="5"/>
                      </a:lnTo>
                      <a:lnTo>
                        <a:pt x="97" y="4"/>
                      </a:lnTo>
                      <a:lnTo>
                        <a:pt x="97" y="3"/>
                      </a:lnTo>
                      <a:lnTo>
                        <a:pt x="95" y="1"/>
                      </a:lnTo>
                      <a:lnTo>
                        <a:pt x="91" y="0"/>
                      </a:lnTo>
                      <a:lnTo>
                        <a:pt x="84" y="0"/>
                      </a:lnTo>
                      <a:lnTo>
                        <a:pt x="71" y="0"/>
                      </a:lnTo>
                      <a:lnTo>
                        <a:pt x="54" y="3"/>
                      </a:lnTo>
                      <a:lnTo>
                        <a:pt x="30" y="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221" name="Freeform 48"/>
                <p:cNvSpPr>
                  <a:spLocks/>
                </p:cNvSpPr>
                <p:nvPr/>
              </p:nvSpPr>
              <p:spPr bwMode="auto">
                <a:xfrm>
                  <a:off x="6422" y="13768"/>
                  <a:ext cx="77" cy="367"/>
                </a:xfrm>
                <a:custGeom>
                  <a:avLst/>
                  <a:gdLst>
                    <a:gd name="T0" fmla="*/ 24 w 77"/>
                    <a:gd name="T1" fmla="*/ 8 h 367"/>
                    <a:gd name="T2" fmla="*/ 22 w 77"/>
                    <a:gd name="T3" fmla="*/ 15 h 367"/>
                    <a:gd name="T4" fmla="*/ 17 w 77"/>
                    <a:gd name="T5" fmla="*/ 36 h 367"/>
                    <a:gd name="T6" fmla="*/ 10 w 77"/>
                    <a:gd name="T7" fmla="*/ 68 h 367"/>
                    <a:gd name="T8" fmla="*/ 4 w 77"/>
                    <a:gd name="T9" fmla="*/ 112 h 367"/>
                    <a:gd name="T10" fmla="*/ 0 w 77"/>
                    <a:gd name="T11" fmla="*/ 164 h 367"/>
                    <a:gd name="T12" fmla="*/ 0 w 77"/>
                    <a:gd name="T13" fmla="*/ 226 h 367"/>
                    <a:gd name="T14" fmla="*/ 7 w 77"/>
                    <a:gd name="T15" fmla="*/ 294 h 367"/>
                    <a:gd name="T16" fmla="*/ 21 w 77"/>
                    <a:gd name="T17" fmla="*/ 367 h 367"/>
                    <a:gd name="T18" fmla="*/ 74 w 77"/>
                    <a:gd name="T19" fmla="*/ 364 h 367"/>
                    <a:gd name="T20" fmla="*/ 71 w 77"/>
                    <a:gd name="T21" fmla="*/ 353 h 367"/>
                    <a:gd name="T22" fmla="*/ 66 w 77"/>
                    <a:gd name="T23" fmla="*/ 323 h 367"/>
                    <a:gd name="T24" fmla="*/ 60 w 77"/>
                    <a:gd name="T25" fmla="*/ 280 h 367"/>
                    <a:gd name="T26" fmla="*/ 54 w 77"/>
                    <a:gd name="T27" fmla="*/ 226 h 367"/>
                    <a:gd name="T28" fmla="*/ 51 w 77"/>
                    <a:gd name="T29" fmla="*/ 168 h 367"/>
                    <a:gd name="T30" fmla="*/ 53 w 77"/>
                    <a:gd name="T31" fmla="*/ 107 h 367"/>
                    <a:gd name="T32" fmla="*/ 61 w 77"/>
                    <a:gd name="T33" fmla="*/ 52 h 367"/>
                    <a:gd name="T34" fmla="*/ 77 w 77"/>
                    <a:gd name="T35" fmla="*/ 5 h 367"/>
                    <a:gd name="T36" fmla="*/ 77 w 77"/>
                    <a:gd name="T37" fmla="*/ 5 h 367"/>
                    <a:gd name="T38" fmla="*/ 77 w 77"/>
                    <a:gd name="T39" fmla="*/ 2 h 367"/>
                    <a:gd name="T40" fmla="*/ 76 w 77"/>
                    <a:gd name="T41" fmla="*/ 1 h 367"/>
                    <a:gd name="T42" fmla="*/ 72 w 77"/>
                    <a:gd name="T43" fmla="*/ 0 h 367"/>
                    <a:gd name="T44" fmla="*/ 66 w 77"/>
                    <a:gd name="T45" fmla="*/ 0 h 367"/>
                    <a:gd name="T46" fmla="*/ 56 w 77"/>
                    <a:gd name="T47" fmla="*/ 1 h 367"/>
                    <a:gd name="T48" fmla="*/ 43 w 77"/>
                    <a:gd name="T49" fmla="*/ 4 h 367"/>
                    <a:gd name="T50" fmla="*/ 24 w 77"/>
                    <a:gd name="T51" fmla="*/ 8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7" h="367">
                      <a:moveTo>
                        <a:pt x="24" y="8"/>
                      </a:moveTo>
                      <a:lnTo>
                        <a:pt x="22" y="15"/>
                      </a:lnTo>
                      <a:lnTo>
                        <a:pt x="17" y="36"/>
                      </a:lnTo>
                      <a:lnTo>
                        <a:pt x="10" y="68"/>
                      </a:lnTo>
                      <a:lnTo>
                        <a:pt x="4" y="112"/>
                      </a:lnTo>
                      <a:lnTo>
                        <a:pt x="0" y="164"/>
                      </a:lnTo>
                      <a:lnTo>
                        <a:pt x="0" y="226"/>
                      </a:lnTo>
                      <a:lnTo>
                        <a:pt x="7" y="294"/>
                      </a:lnTo>
                      <a:lnTo>
                        <a:pt x="21" y="367"/>
                      </a:lnTo>
                      <a:lnTo>
                        <a:pt x="74" y="364"/>
                      </a:lnTo>
                      <a:lnTo>
                        <a:pt x="71" y="353"/>
                      </a:lnTo>
                      <a:lnTo>
                        <a:pt x="66" y="323"/>
                      </a:lnTo>
                      <a:lnTo>
                        <a:pt x="60" y="280"/>
                      </a:lnTo>
                      <a:lnTo>
                        <a:pt x="54" y="226"/>
                      </a:lnTo>
                      <a:lnTo>
                        <a:pt x="51" y="168"/>
                      </a:lnTo>
                      <a:lnTo>
                        <a:pt x="53" y="107"/>
                      </a:lnTo>
                      <a:lnTo>
                        <a:pt x="61" y="52"/>
                      </a:lnTo>
                      <a:lnTo>
                        <a:pt x="77" y="5"/>
                      </a:lnTo>
                      <a:lnTo>
                        <a:pt x="77" y="5"/>
                      </a:lnTo>
                      <a:lnTo>
                        <a:pt x="77" y="2"/>
                      </a:lnTo>
                      <a:lnTo>
                        <a:pt x="76" y="1"/>
                      </a:lnTo>
                      <a:lnTo>
                        <a:pt x="72" y="0"/>
                      </a:lnTo>
                      <a:lnTo>
                        <a:pt x="66" y="0"/>
                      </a:lnTo>
                      <a:lnTo>
                        <a:pt x="56" y="1"/>
                      </a:lnTo>
                      <a:lnTo>
                        <a:pt x="43" y="4"/>
                      </a:lnTo>
                      <a:lnTo>
                        <a:pt x="24" y="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222" name="Freeform 49"/>
                <p:cNvSpPr>
                  <a:spLocks/>
                </p:cNvSpPr>
                <p:nvPr/>
              </p:nvSpPr>
              <p:spPr bwMode="auto">
                <a:xfrm>
                  <a:off x="6428" y="13813"/>
                  <a:ext cx="56" cy="271"/>
                </a:xfrm>
                <a:custGeom>
                  <a:avLst/>
                  <a:gdLst>
                    <a:gd name="T0" fmla="*/ 17 w 56"/>
                    <a:gd name="T1" fmla="*/ 5 h 271"/>
                    <a:gd name="T2" fmla="*/ 16 w 56"/>
                    <a:gd name="T3" fmla="*/ 10 h 271"/>
                    <a:gd name="T4" fmla="*/ 12 w 56"/>
                    <a:gd name="T5" fmla="*/ 25 h 271"/>
                    <a:gd name="T6" fmla="*/ 6 w 56"/>
                    <a:gd name="T7" fmla="*/ 49 h 271"/>
                    <a:gd name="T8" fmla="*/ 2 w 56"/>
                    <a:gd name="T9" fmla="*/ 82 h 271"/>
                    <a:gd name="T10" fmla="*/ 0 w 56"/>
                    <a:gd name="T11" fmla="*/ 122 h 271"/>
                    <a:gd name="T12" fmla="*/ 0 w 56"/>
                    <a:gd name="T13" fmla="*/ 166 h 271"/>
                    <a:gd name="T14" fmla="*/ 4 w 56"/>
                    <a:gd name="T15" fmla="*/ 217 h 271"/>
                    <a:gd name="T16" fmla="*/ 15 w 56"/>
                    <a:gd name="T17" fmla="*/ 271 h 271"/>
                    <a:gd name="T18" fmla="*/ 54 w 56"/>
                    <a:gd name="T19" fmla="*/ 268 h 271"/>
                    <a:gd name="T20" fmla="*/ 52 w 56"/>
                    <a:gd name="T21" fmla="*/ 261 h 271"/>
                    <a:gd name="T22" fmla="*/ 48 w 56"/>
                    <a:gd name="T23" fmla="*/ 238 h 271"/>
                    <a:gd name="T24" fmla="*/ 44 w 56"/>
                    <a:gd name="T25" fmla="*/ 206 h 271"/>
                    <a:gd name="T26" fmla="*/ 40 w 56"/>
                    <a:gd name="T27" fmla="*/ 166 h 271"/>
                    <a:gd name="T28" fmla="*/ 37 w 56"/>
                    <a:gd name="T29" fmla="*/ 123 h 271"/>
                    <a:gd name="T30" fmla="*/ 39 w 56"/>
                    <a:gd name="T31" fmla="*/ 78 h 271"/>
                    <a:gd name="T32" fmla="*/ 44 w 56"/>
                    <a:gd name="T33" fmla="*/ 37 h 271"/>
                    <a:gd name="T34" fmla="*/ 56 w 56"/>
                    <a:gd name="T35" fmla="*/ 3 h 271"/>
                    <a:gd name="T36" fmla="*/ 56 w 56"/>
                    <a:gd name="T37" fmla="*/ 3 h 271"/>
                    <a:gd name="T38" fmla="*/ 56 w 56"/>
                    <a:gd name="T39" fmla="*/ 2 h 271"/>
                    <a:gd name="T40" fmla="*/ 55 w 56"/>
                    <a:gd name="T41" fmla="*/ 1 h 271"/>
                    <a:gd name="T42" fmla="*/ 52 w 56"/>
                    <a:gd name="T43" fmla="*/ 0 h 271"/>
                    <a:gd name="T44" fmla="*/ 48 w 56"/>
                    <a:gd name="T45" fmla="*/ 0 h 271"/>
                    <a:gd name="T46" fmla="*/ 42 w 56"/>
                    <a:gd name="T47" fmla="*/ 0 h 271"/>
                    <a:gd name="T48" fmla="*/ 31 w 56"/>
                    <a:gd name="T49" fmla="*/ 2 h 271"/>
                    <a:gd name="T50" fmla="*/ 17 w 56"/>
                    <a:gd name="T51" fmla="*/ 5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6" h="271">
                      <a:moveTo>
                        <a:pt x="17" y="5"/>
                      </a:moveTo>
                      <a:lnTo>
                        <a:pt x="16" y="10"/>
                      </a:lnTo>
                      <a:lnTo>
                        <a:pt x="12" y="25"/>
                      </a:lnTo>
                      <a:lnTo>
                        <a:pt x="6" y="49"/>
                      </a:lnTo>
                      <a:lnTo>
                        <a:pt x="2" y="82"/>
                      </a:lnTo>
                      <a:lnTo>
                        <a:pt x="0" y="122"/>
                      </a:lnTo>
                      <a:lnTo>
                        <a:pt x="0" y="166"/>
                      </a:lnTo>
                      <a:lnTo>
                        <a:pt x="4" y="217"/>
                      </a:lnTo>
                      <a:lnTo>
                        <a:pt x="15" y="271"/>
                      </a:lnTo>
                      <a:lnTo>
                        <a:pt x="54" y="268"/>
                      </a:lnTo>
                      <a:lnTo>
                        <a:pt x="52" y="261"/>
                      </a:lnTo>
                      <a:lnTo>
                        <a:pt x="48" y="238"/>
                      </a:lnTo>
                      <a:lnTo>
                        <a:pt x="44" y="206"/>
                      </a:lnTo>
                      <a:lnTo>
                        <a:pt x="40" y="166"/>
                      </a:lnTo>
                      <a:lnTo>
                        <a:pt x="37" y="123"/>
                      </a:lnTo>
                      <a:lnTo>
                        <a:pt x="39" y="78"/>
                      </a:lnTo>
                      <a:lnTo>
                        <a:pt x="44" y="37"/>
                      </a:lnTo>
                      <a:lnTo>
                        <a:pt x="56" y="3"/>
                      </a:lnTo>
                      <a:lnTo>
                        <a:pt x="56" y="3"/>
                      </a:lnTo>
                      <a:lnTo>
                        <a:pt x="56" y="2"/>
                      </a:lnTo>
                      <a:lnTo>
                        <a:pt x="55" y="1"/>
                      </a:lnTo>
                      <a:lnTo>
                        <a:pt x="52" y="0"/>
                      </a:lnTo>
                      <a:lnTo>
                        <a:pt x="48" y="0"/>
                      </a:lnTo>
                      <a:lnTo>
                        <a:pt x="42" y="0"/>
                      </a:lnTo>
                      <a:lnTo>
                        <a:pt x="31" y="2"/>
                      </a:lnTo>
                      <a:lnTo>
                        <a:pt x="17" y="5"/>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223" name="Freeform 50"/>
                <p:cNvSpPr>
                  <a:spLocks/>
                </p:cNvSpPr>
                <p:nvPr/>
              </p:nvSpPr>
              <p:spPr bwMode="auto">
                <a:xfrm>
                  <a:off x="7211" y="13549"/>
                  <a:ext cx="186" cy="732"/>
                </a:xfrm>
                <a:custGeom>
                  <a:avLst/>
                  <a:gdLst>
                    <a:gd name="T0" fmla="*/ 186 w 186"/>
                    <a:gd name="T1" fmla="*/ 6 h 732"/>
                    <a:gd name="T2" fmla="*/ 182 w 186"/>
                    <a:gd name="T3" fmla="*/ 11 h 732"/>
                    <a:gd name="T4" fmla="*/ 169 w 186"/>
                    <a:gd name="T5" fmla="*/ 29 h 732"/>
                    <a:gd name="T6" fmla="*/ 153 w 186"/>
                    <a:gd name="T7" fmla="*/ 67 h 732"/>
                    <a:gd name="T8" fmla="*/ 137 w 186"/>
                    <a:gd name="T9" fmla="*/ 130 h 732"/>
                    <a:gd name="T10" fmla="*/ 124 w 186"/>
                    <a:gd name="T11" fmla="*/ 221 h 732"/>
                    <a:gd name="T12" fmla="*/ 117 w 186"/>
                    <a:gd name="T13" fmla="*/ 350 h 732"/>
                    <a:gd name="T14" fmla="*/ 122 w 186"/>
                    <a:gd name="T15" fmla="*/ 517 h 732"/>
                    <a:gd name="T16" fmla="*/ 139 w 186"/>
                    <a:gd name="T17" fmla="*/ 732 h 732"/>
                    <a:gd name="T18" fmla="*/ 34 w 186"/>
                    <a:gd name="T19" fmla="*/ 732 h 732"/>
                    <a:gd name="T20" fmla="*/ 31 w 186"/>
                    <a:gd name="T21" fmla="*/ 711 h 732"/>
                    <a:gd name="T22" fmla="*/ 22 w 186"/>
                    <a:gd name="T23" fmla="*/ 651 h 732"/>
                    <a:gd name="T24" fmla="*/ 12 w 186"/>
                    <a:gd name="T25" fmla="*/ 563 h 732"/>
                    <a:gd name="T26" fmla="*/ 3 w 186"/>
                    <a:gd name="T27" fmla="*/ 454 h 732"/>
                    <a:gd name="T28" fmla="*/ 0 w 186"/>
                    <a:gd name="T29" fmla="*/ 335 h 732"/>
                    <a:gd name="T30" fmla="*/ 6 w 186"/>
                    <a:gd name="T31" fmla="*/ 213 h 732"/>
                    <a:gd name="T32" fmla="*/ 25 w 186"/>
                    <a:gd name="T33" fmla="*/ 98 h 732"/>
                    <a:gd name="T34" fmla="*/ 60 w 186"/>
                    <a:gd name="T35" fmla="*/ 0 h 732"/>
                    <a:gd name="T36" fmla="*/ 186 w 186"/>
                    <a:gd name="T37" fmla="*/ 6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6" h="732">
                      <a:moveTo>
                        <a:pt x="186" y="6"/>
                      </a:moveTo>
                      <a:lnTo>
                        <a:pt x="182" y="11"/>
                      </a:lnTo>
                      <a:lnTo>
                        <a:pt x="169" y="29"/>
                      </a:lnTo>
                      <a:lnTo>
                        <a:pt x="153" y="67"/>
                      </a:lnTo>
                      <a:lnTo>
                        <a:pt x="137" y="130"/>
                      </a:lnTo>
                      <a:lnTo>
                        <a:pt x="124" y="221"/>
                      </a:lnTo>
                      <a:lnTo>
                        <a:pt x="117" y="350"/>
                      </a:lnTo>
                      <a:lnTo>
                        <a:pt x="122" y="517"/>
                      </a:lnTo>
                      <a:lnTo>
                        <a:pt x="139" y="732"/>
                      </a:lnTo>
                      <a:lnTo>
                        <a:pt x="34" y="732"/>
                      </a:lnTo>
                      <a:lnTo>
                        <a:pt x="31" y="711"/>
                      </a:lnTo>
                      <a:lnTo>
                        <a:pt x="22" y="651"/>
                      </a:lnTo>
                      <a:lnTo>
                        <a:pt x="12" y="563"/>
                      </a:lnTo>
                      <a:lnTo>
                        <a:pt x="3" y="454"/>
                      </a:lnTo>
                      <a:lnTo>
                        <a:pt x="0" y="335"/>
                      </a:lnTo>
                      <a:lnTo>
                        <a:pt x="6" y="213"/>
                      </a:lnTo>
                      <a:lnTo>
                        <a:pt x="25" y="98"/>
                      </a:lnTo>
                      <a:lnTo>
                        <a:pt x="60" y="0"/>
                      </a:lnTo>
                      <a:lnTo>
                        <a:pt x="186" y="6"/>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224" name="Freeform 51"/>
                <p:cNvSpPr>
                  <a:spLocks/>
                </p:cNvSpPr>
                <p:nvPr/>
              </p:nvSpPr>
              <p:spPr bwMode="auto">
                <a:xfrm>
                  <a:off x="7219" y="13600"/>
                  <a:ext cx="158" cy="625"/>
                </a:xfrm>
                <a:custGeom>
                  <a:avLst/>
                  <a:gdLst>
                    <a:gd name="T0" fmla="*/ 158 w 158"/>
                    <a:gd name="T1" fmla="*/ 4 h 625"/>
                    <a:gd name="T2" fmla="*/ 153 w 158"/>
                    <a:gd name="T3" fmla="*/ 9 h 625"/>
                    <a:gd name="T4" fmla="*/ 144 w 158"/>
                    <a:gd name="T5" fmla="*/ 25 h 625"/>
                    <a:gd name="T6" fmla="*/ 130 w 158"/>
                    <a:gd name="T7" fmla="*/ 57 h 625"/>
                    <a:gd name="T8" fmla="*/ 116 w 158"/>
                    <a:gd name="T9" fmla="*/ 110 h 625"/>
                    <a:gd name="T10" fmla="*/ 105 w 158"/>
                    <a:gd name="T11" fmla="*/ 189 h 625"/>
                    <a:gd name="T12" fmla="*/ 100 w 158"/>
                    <a:gd name="T13" fmla="*/ 298 h 625"/>
                    <a:gd name="T14" fmla="*/ 103 w 158"/>
                    <a:gd name="T15" fmla="*/ 441 h 625"/>
                    <a:gd name="T16" fmla="*/ 118 w 158"/>
                    <a:gd name="T17" fmla="*/ 625 h 625"/>
                    <a:gd name="T18" fmla="*/ 29 w 158"/>
                    <a:gd name="T19" fmla="*/ 625 h 625"/>
                    <a:gd name="T20" fmla="*/ 25 w 158"/>
                    <a:gd name="T21" fmla="*/ 607 h 625"/>
                    <a:gd name="T22" fmla="*/ 18 w 158"/>
                    <a:gd name="T23" fmla="*/ 556 h 625"/>
                    <a:gd name="T24" fmla="*/ 9 w 158"/>
                    <a:gd name="T25" fmla="*/ 480 h 625"/>
                    <a:gd name="T26" fmla="*/ 2 w 158"/>
                    <a:gd name="T27" fmla="*/ 387 h 625"/>
                    <a:gd name="T28" fmla="*/ 0 w 158"/>
                    <a:gd name="T29" fmla="*/ 286 h 625"/>
                    <a:gd name="T30" fmla="*/ 5 w 158"/>
                    <a:gd name="T31" fmla="*/ 182 h 625"/>
                    <a:gd name="T32" fmla="*/ 21 w 158"/>
                    <a:gd name="T33" fmla="*/ 84 h 625"/>
                    <a:gd name="T34" fmla="*/ 51 w 158"/>
                    <a:gd name="T35" fmla="*/ 0 h 625"/>
                    <a:gd name="T36" fmla="*/ 158 w 158"/>
                    <a:gd name="T37" fmla="*/ 4 h 6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58" h="625">
                      <a:moveTo>
                        <a:pt x="158" y="4"/>
                      </a:moveTo>
                      <a:lnTo>
                        <a:pt x="153" y="9"/>
                      </a:lnTo>
                      <a:lnTo>
                        <a:pt x="144" y="25"/>
                      </a:lnTo>
                      <a:lnTo>
                        <a:pt x="130" y="57"/>
                      </a:lnTo>
                      <a:lnTo>
                        <a:pt x="116" y="110"/>
                      </a:lnTo>
                      <a:lnTo>
                        <a:pt x="105" y="189"/>
                      </a:lnTo>
                      <a:lnTo>
                        <a:pt x="100" y="298"/>
                      </a:lnTo>
                      <a:lnTo>
                        <a:pt x="103" y="441"/>
                      </a:lnTo>
                      <a:lnTo>
                        <a:pt x="118" y="625"/>
                      </a:lnTo>
                      <a:lnTo>
                        <a:pt x="29" y="625"/>
                      </a:lnTo>
                      <a:lnTo>
                        <a:pt x="25" y="607"/>
                      </a:lnTo>
                      <a:lnTo>
                        <a:pt x="18" y="556"/>
                      </a:lnTo>
                      <a:lnTo>
                        <a:pt x="9" y="480"/>
                      </a:lnTo>
                      <a:lnTo>
                        <a:pt x="2" y="387"/>
                      </a:lnTo>
                      <a:lnTo>
                        <a:pt x="0" y="286"/>
                      </a:lnTo>
                      <a:lnTo>
                        <a:pt x="5" y="182"/>
                      </a:lnTo>
                      <a:lnTo>
                        <a:pt x="21" y="84"/>
                      </a:lnTo>
                      <a:lnTo>
                        <a:pt x="51" y="0"/>
                      </a:lnTo>
                      <a:lnTo>
                        <a:pt x="158" y="4"/>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225" name="Freeform 52"/>
                <p:cNvSpPr>
                  <a:spLocks/>
                </p:cNvSpPr>
                <p:nvPr/>
              </p:nvSpPr>
              <p:spPr bwMode="auto">
                <a:xfrm>
                  <a:off x="7225" y="13651"/>
                  <a:ext cx="131" cy="517"/>
                </a:xfrm>
                <a:custGeom>
                  <a:avLst/>
                  <a:gdLst>
                    <a:gd name="T0" fmla="*/ 131 w 131"/>
                    <a:gd name="T1" fmla="*/ 4 h 517"/>
                    <a:gd name="T2" fmla="*/ 128 w 131"/>
                    <a:gd name="T3" fmla="*/ 7 h 517"/>
                    <a:gd name="T4" fmla="*/ 119 w 131"/>
                    <a:gd name="T5" fmla="*/ 21 h 517"/>
                    <a:gd name="T6" fmla="*/ 109 w 131"/>
                    <a:gd name="T7" fmla="*/ 47 h 517"/>
                    <a:gd name="T8" fmla="*/ 97 w 131"/>
                    <a:gd name="T9" fmla="*/ 91 h 517"/>
                    <a:gd name="T10" fmla="*/ 88 w 131"/>
                    <a:gd name="T11" fmla="*/ 156 h 517"/>
                    <a:gd name="T12" fmla="*/ 84 w 131"/>
                    <a:gd name="T13" fmla="*/ 247 h 517"/>
                    <a:gd name="T14" fmla="*/ 86 w 131"/>
                    <a:gd name="T15" fmla="*/ 366 h 517"/>
                    <a:gd name="T16" fmla="*/ 99 w 131"/>
                    <a:gd name="T17" fmla="*/ 517 h 517"/>
                    <a:gd name="T18" fmla="*/ 25 w 131"/>
                    <a:gd name="T19" fmla="*/ 517 h 517"/>
                    <a:gd name="T20" fmla="*/ 23 w 131"/>
                    <a:gd name="T21" fmla="*/ 502 h 517"/>
                    <a:gd name="T22" fmla="*/ 16 w 131"/>
                    <a:gd name="T23" fmla="*/ 460 h 517"/>
                    <a:gd name="T24" fmla="*/ 9 w 131"/>
                    <a:gd name="T25" fmla="*/ 397 h 517"/>
                    <a:gd name="T26" fmla="*/ 2 w 131"/>
                    <a:gd name="T27" fmla="*/ 320 h 517"/>
                    <a:gd name="T28" fmla="*/ 0 w 131"/>
                    <a:gd name="T29" fmla="*/ 236 h 517"/>
                    <a:gd name="T30" fmla="*/ 4 w 131"/>
                    <a:gd name="T31" fmla="*/ 151 h 517"/>
                    <a:gd name="T32" fmla="*/ 18 w 131"/>
                    <a:gd name="T33" fmla="*/ 70 h 517"/>
                    <a:gd name="T34" fmla="*/ 43 w 131"/>
                    <a:gd name="T35" fmla="*/ 0 h 517"/>
                    <a:gd name="T36" fmla="*/ 131 w 131"/>
                    <a:gd name="T37" fmla="*/ 4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1" h="517">
                      <a:moveTo>
                        <a:pt x="131" y="4"/>
                      </a:moveTo>
                      <a:lnTo>
                        <a:pt x="128" y="7"/>
                      </a:lnTo>
                      <a:lnTo>
                        <a:pt x="119" y="21"/>
                      </a:lnTo>
                      <a:lnTo>
                        <a:pt x="109" y="47"/>
                      </a:lnTo>
                      <a:lnTo>
                        <a:pt x="97" y="91"/>
                      </a:lnTo>
                      <a:lnTo>
                        <a:pt x="88" y="156"/>
                      </a:lnTo>
                      <a:lnTo>
                        <a:pt x="84" y="247"/>
                      </a:lnTo>
                      <a:lnTo>
                        <a:pt x="86" y="366"/>
                      </a:lnTo>
                      <a:lnTo>
                        <a:pt x="99" y="517"/>
                      </a:lnTo>
                      <a:lnTo>
                        <a:pt x="25" y="517"/>
                      </a:lnTo>
                      <a:lnTo>
                        <a:pt x="23" y="502"/>
                      </a:lnTo>
                      <a:lnTo>
                        <a:pt x="16" y="460"/>
                      </a:lnTo>
                      <a:lnTo>
                        <a:pt x="9" y="397"/>
                      </a:lnTo>
                      <a:lnTo>
                        <a:pt x="2" y="320"/>
                      </a:lnTo>
                      <a:lnTo>
                        <a:pt x="0" y="236"/>
                      </a:lnTo>
                      <a:lnTo>
                        <a:pt x="4" y="151"/>
                      </a:lnTo>
                      <a:lnTo>
                        <a:pt x="18" y="70"/>
                      </a:lnTo>
                      <a:lnTo>
                        <a:pt x="43" y="0"/>
                      </a:lnTo>
                      <a:lnTo>
                        <a:pt x="131" y="4"/>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226" name="Freeform 53"/>
                <p:cNvSpPr>
                  <a:spLocks/>
                </p:cNvSpPr>
                <p:nvPr/>
              </p:nvSpPr>
              <p:spPr bwMode="auto">
                <a:xfrm>
                  <a:off x="7233" y="13701"/>
                  <a:ext cx="104" cy="411"/>
                </a:xfrm>
                <a:custGeom>
                  <a:avLst/>
                  <a:gdLst>
                    <a:gd name="T0" fmla="*/ 104 w 104"/>
                    <a:gd name="T1" fmla="*/ 4 h 411"/>
                    <a:gd name="T2" fmla="*/ 101 w 104"/>
                    <a:gd name="T3" fmla="*/ 7 h 411"/>
                    <a:gd name="T4" fmla="*/ 94 w 104"/>
                    <a:gd name="T5" fmla="*/ 17 h 411"/>
                    <a:gd name="T6" fmla="*/ 86 w 104"/>
                    <a:gd name="T7" fmla="*/ 38 h 411"/>
                    <a:gd name="T8" fmla="*/ 76 w 104"/>
                    <a:gd name="T9" fmla="*/ 73 h 411"/>
                    <a:gd name="T10" fmla="*/ 69 w 104"/>
                    <a:gd name="T11" fmla="*/ 125 h 411"/>
                    <a:gd name="T12" fmla="*/ 65 w 104"/>
                    <a:gd name="T13" fmla="*/ 196 h 411"/>
                    <a:gd name="T14" fmla="*/ 67 w 104"/>
                    <a:gd name="T15" fmla="*/ 291 h 411"/>
                    <a:gd name="T16" fmla="*/ 77 w 104"/>
                    <a:gd name="T17" fmla="*/ 411 h 411"/>
                    <a:gd name="T18" fmla="*/ 19 w 104"/>
                    <a:gd name="T19" fmla="*/ 411 h 411"/>
                    <a:gd name="T20" fmla="*/ 17 w 104"/>
                    <a:gd name="T21" fmla="*/ 399 h 411"/>
                    <a:gd name="T22" fmla="*/ 11 w 104"/>
                    <a:gd name="T23" fmla="*/ 365 h 411"/>
                    <a:gd name="T24" fmla="*/ 6 w 104"/>
                    <a:gd name="T25" fmla="*/ 316 h 411"/>
                    <a:gd name="T26" fmla="*/ 2 w 104"/>
                    <a:gd name="T27" fmla="*/ 255 h 411"/>
                    <a:gd name="T28" fmla="*/ 0 w 104"/>
                    <a:gd name="T29" fmla="*/ 188 h 411"/>
                    <a:gd name="T30" fmla="*/ 4 w 104"/>
                    <a:gd name="T31" fmla="*/ 120 h 411"/>
                    <a:gd name="T32" fmla="*/ 15 w 104"/>
                    <a:gd name="T33" fmla="*/ 55 h 411"/>
                    <a:gd name="T34" fmla="*/ 34 w 104"/>
                    <a:gd name="T35" fmla="*/ 0 h 411"/>
                    <a:gd name="T36" fmla="*/ 104 w 104"/>
                    <a:gd name="T37" fmla="*/ 4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4" h="411">
                      <a:moveTo>
                        <a:pt x="104" y="4"/>
                      </a:moveTo>
                      <a:lnTo>
                        <a:pt x="101" y="7"/>
                      </a:lnTo>
                      <a:lnTo>
                        <a:pt x="94" y="17"/>
                      </a:lnTo>
                      <a:lnTo>
                        <a:pt x="86" y="38"/>
                      </a:lnTo>
                      <a:lnTo>
                        <a:pt x="76" y="73"/>
                      </a:lnTo>
                      <a:lnTo>
                        <a:pt x="69" y="125"/>
                      </a:lnTo>
                      <a:lnTo>
                        <a:pt x="65" y="196"/>
                      </a:lnTo>
                      <a:lnTo>
                        <a:pt x="67" y="291"/>
                      </a:lnTo>
                      <a:lnTo>
                        <a:pt x="77" y="411"/>
                      </a:lnTo>
                      <a:lnTo>
                        <a:pt x="19" y="411"/>
                      </a:lnTo>
                      <a:lnTo>
                        <a:pt x="17" y="399"/>
                      </a:lnTo>
                      <a:lnTo>
                        <a:pt x="11" y="365"/>
                      </a:lnTo>
                      <a:lnTo>
                        <a:pt x="6" y="316"/>
                      </a:lnTo>
                      <a:lnTo>
                        <a:pt x="2" y="255"/>
                      </a:lnTo>
                      <a:lnTo>
                        <a:pt x="0" y="188"/>
                      </a:lnTo>
                      <a:lnTo>
                        <a:pt x="4" y="120"/>
                      </a:lnTo>
                      <a:lnTo>
                        <a:pt x="15" y="55"/>
                      </a:lnTo>
                      <a:lnTo>
                        <a:pt x="34" y="0"/>
                      </a:lnTo>
                      <a:lnTo>
                        <a:pt x="104" y="4"/>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227" name="Freeform 54"/>
                <p:cNvSpPr>
                  <a:spLocks/>
                </p:cNvSpPr>
                <p:nvPr/>
              </p:nvSpPr>
              <p:spPr bwMode="auto">
                <a:xfrm>
                  <a:off x="7240" y="13752"/>
                  <a:ext cx="76" cy="302"/>
                </a:xfrm>
                <a:custGeom>
                  <a:avLst/>
                  <a:gdLst>
                    <a:gd name="T0" fmla="*/ 76 w 76"/>
                    <a:gd name="T1" fmla="*/ 2 h 302"/>
                    <a:gd name="T2" fmla="*/ 74 w 76"/>
                    <a:gd name="T3" fmla="*/ 4 h 302"/>
                    <a:gd name="T4" fmla="*/ 70 w 76"/>
                    <a:gd name="T5" fmla="*/ 12 h 302"/>
                    <a:gd name="T6" fmla="*/ 62 w 76"/>
                    <a:gd name="T7" fmla="*/ 28 h 302"/>
                    <a:gd name="T8" fmla="*/ 56 w 76"/>
                    <a:gd name="T9" fmla="*/ 53 h 302"/>
                    <a:gd name="T10" fmla="*/ 51 w 76"/>
                    <a:gd name="T11" fmla="*/ 92 h 302"/>
                    <a:gd name="T12" fmla="*/ 49 w 76"/>
                    <a:gd name="T13" fmla="*/ 145 h 302"/>
                    <a:gd name="T14" fmla="*/ 50 w 76"/>
                    <a:gd name="T15" fmla="*/ 214 h 302"/>
                    <a:gd name="T16" fmla="*/ 57 w 76"/>
                    <a:gd name="T17" fmla="*/ 302 h 302"/>
                    <a:gd name="T18" fmla="*/ 14 w 76"/>
                    <a:gd name="T19" fmla="*/ 302 h 302"/>
                    <a:gd name="T20" fmla="*/ 13 w 76"/>
                    <a:gd name="T21" fmla="*/ 294 h 302"/>
                    <a:gd name="T22" fmla="*/ 9 w 76"/>
                    <a:gd name="T23" fmla="*/ 269 h 302"/>
                    <a:gd name="T24" fmla="*/ 4 w 76"/>
                    <a:gd name="T25" fmla="*/ 232 h 302"/>
                    <a:gd name="T26" fmla="*/ 1 w 76"/>
                    <a:gd name="T27" fmla="*/ 188 h 302"/>
                    <a:gd name="T28" fmla="*/ 0 w 76"/>
                    <a:gd name="T29" fmla="*/ 138 h 302"/>
                    <a:gd name="T30" fmla="*/ 2 w 76"/>
                    <a:gd name="T31" fmla="*/ 89 h 302"/>
                    <a:gd name="T32" fmla="*/ 10 w 76"/>
                    <a:gd name="T33" fmla="*/ 41 h 302"/>
                    <a:gd name="T34" fmla="*/ 25 w 76"/>
                    <a:gd name="T35" fmla="*/ 0 h 302"/>
                    <a:gd name="T36" fmla="*/ 76 w 76"/>
                    <a:gd name="T37" fmla="*/ 2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6" h="302">
                      <a:moveTo>
                        <a:pt x="76" y="2"/>
                      </a:moveTo>
                      <a:lnTo>
                        <a:pt x="74" y="4"/>
                      </a:lnTo>
                      <a:lnTo>
                        <a:pt x="70" y="12"/>
                      </a:lnTo>
                      <a:lnTo>
                        <a:pt x="62" y="28"/>
                      </a:lnTo>
                      <a:lnTo>
                        <a:pt x="56" y="53"/>
                      </a:lnTo>
                      <a:lnTo>
                        <a:pt x="51" y="92"/>
                      </a:lnTo>
                      <a:lnTo>
                        <a:pt x="49" y="145"/>
                      </a:lnTo>
                      <a:lnTo>
                        <a:pt x="50" y="214"/>
                      </a:lnTo>
                      <a:lnTo>
                        <a:pt x="57" y="302"/>
                      </a:lnTo>
                      <a:lnTo>
                        <a:pt x="14" y="302"/>
                      </a:lnTo>
                      <a:lnTo>
                        <a:pt x="13" y="294"/>
                      </a:lnTo>
                      <a:lnTo>
                        <a:pt x="9" y="269"/>
                      </a:lnTo>
                      <a:lnTo>
                        <a:pt x="4" y="232"/>
                      </a:lnTo>
                      <a:lnTo>
                        <a:pt x="1" y="188"/>
                      </a:lnTo>
                      <a:lnTo>
                        <a:pt x="0" y="138"/>
                      </a:lnTo>
                      <a:lnTo>
                        <a:pt x="2" y="89"/>
                      </a:lnTo>
                      <a:lnTo>
                        <a:pt x="10" y="41"/>
                      </a:lnTo>
                      <a:lnTo>
                        <a:pt x="25" y="0"/>
                      </a:lnTo>
                      <a:lnTo>
                        <a:pt x="76" y="2"/>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228" name="Rectangle 55"/>
                <p:cNvSpPr>
                  <a:spLocks noChangeArrowheads="1"/>
                </p:cNvSpPr>
                <p:nvPr/>
              </p:nvSpPr>
              <p:spPr bwMode="auto">
                <a:xfrm>
                  <a:off x="6241" y="13678"/>
                  <a:ext cx="23" cy="95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NZ"/>
                </a:p>
              </p:txBody>
            </p:sp>
            <p:sp>
              <p:nvSpPr>
                <p:cNvPr id="229" name="Freeform 56"/>
                <p:cNvSpPr>
                  <a:spLocks/>
                </p:cNvSpPr>
                <p:nvPr/>
              </p:nvSpPr>
              <p:spPr bwMode="auto">
                <a:xfrm>
                  <a:off x="6579" y="13664"/>
                  <a:ext cx="375" cy="440"/>
                </a:xfrm>
                <a:custGeom>
                  <a:avLst/>
                  <a:gdLst>
                    <a:gd name="T0" fmla="*/ 35 w 375"/>
                    <a:gd name="T1" fmla="*/ 41 h 440"/>
                    <a:gd name="T2" fmla="*/ 32 w 375"/>
                    <a:gd name="T3" fmla="*/ 49 h 440"/>
                    <a:gd name="T4" fmla="*/ 25 w 375"/>
                    <a:gd name="T5" fmla="*/ 74 h 440"/>
                    <a:gd name="T6" fmla="*/ 17 w 375"/>
                    <a:gd name="T7" fmla="*/ 112 h 440"/>
                    <a:gd name="T8" fmla="*/ 8 w 375"/>
                    <a:gd name="T9" fmla="*/ 163 h 440"/>
                    <a:gd name="T10" fmla="*/ 2 w 375"/>
                    <a:gd name="T11" fmla="*/ 223 h 440"/>
                    <a:gd name="T12" fmla="*/ 0 w 375"/>
                    <a:gd name="T13" fmla="*/ 290 h 440"/>
                    <a:gd name="T14" fmla="*/ 7 w 375"/>
                    <a:gd name="T15" fmla="*/ 363 h 440"/>
                    <a:gd name="T16" fmla="*/ 23 w 375"/>
                    <a:gd name="T17" fmla="*/ 440 h 440"/>
                    <a:gd name="T18" fmla="*/ 23 w 375"/>
                    <a:gd name="T19" fmla="*/ 437 h 440"/>
                    <a:gd name="T20" fmla="*/ 23 w 375"/>
                    <a:gd name="T21" fmla="*/ 427 h 440"/>
                    <a:gd name="T22" fmla="*/ 23 w 375"/>
                    <a:gd name="T23" fmla="*/ 411 h 440"/>
                    <a:gd name="T24" fmla="*/ 23 w 375"/>
                    <a:gd name="T25" fmla="*/ 391 h 440"/>
                    <a:gd name="T26" fmla="*/ 25 w 375"/>
                    <a:gd name="T27" fmla="*/ 367 h 440"/>
                    <a:gd name="T28" fmla="*/ 28 w 375"/>
                    <a:gd name="T29" fmla="*/ 341 h 440"/>
                    <a:gd name="T30" fmla="*/ 33 w 375"/>
                    <a:gd name="T31" fmla="*/ 312 h 440"/>
                    <a:gd name="T32" fmla="*/ 39 w 375"/>
                    <a:gd name="T33" fmla="*/ 281 h 440"/>
                    <a:gd name="T34" fmla="*/ 49 w 375"/>
                    <a:gd name="T35" fmla="*/ 251 h 440"/>
                    <a:gd name="T36" fmla="*/ 61 w 375"/>
                    <a:gd name="T37" fmla="*/ 222 h 440"/>
                    <a:gd name="T38" fmla="*/ 75 w 375"/>
                    <a:gd name="T39" fmla="*/ 194 h 440"/>
                    <a:gd name="T40" fmla="*/ 93 w 375"/>
                    <a:gd name="T41" fmla="*/ 168 h 440"/>
                    <a:gd name="T42" fmla="*/ 116 w 375"/>
                    <a:gd name="T43" fmla="*/ 145 h 440"/>
                    <a:gd name="T44" fmla="*/ 141 w 375"/>
                    <a:gd name="T45" fmla="*/ 127 h 440"/>
                    <a:gd name="T46" fmla="*/ 173 w 375"/>
                    <a:gd name="T47" fmla="*/ 114 h 440"/>
                    <a:gd name="T48" fmla="*/ 208 w 375"/>
                    <a:gd name="T49" fmla="*/ 106 h 440"/>
                    <a:gd name="T50" fmla="*/ 210 w 375"/>
                    <a:gd name="T51" fmla="*/ 104 h 440"/>
                    <a:gd name="T52" fmla="*/ 217 w 375"/>
                    <a:gd name="T53" fmla="*/ 100 h 440"/>
                    <a:gd name="T54" fmla="*/ 227 w 375"/>
                    <a:gd name="T55" fmla="*/ 92 h 440"/>
                    <a:gd name="T56" fmla="*/ 245 w 375"/>
                    <a:gd name="T57" fmla="*/ 82 h 440"/>
                    <a:gd name="T58" fmla="*/ 267 w 375"/>
                    <a:gd name="T59" fmla="*/ 69 h 440"/>
                    <a:gd name="T60" fmla="*/ 296 w 375"/>
                    <a:gd name="T61" fmla="*/ 54 h 440"/>
                    <a:gd name="T62" fmla="*/ 332 w 375"/>
                    <a:gd name="T63" fmla="*/ 36 h 440"/>
                    <a:gd name="T64" fmla="*/ 375 w 375"/>
                    <a:gd name="T65" fmla="*/ 17 h 440"/>
                    <a:gd name="T66" fmla="*/ 373 w 375"/>
                    <a:gd name="T67" fmla="*/ 16 h 440"/>
                    <a:gd name="T68" fmla="*/ 366 w 375"/>
                    <a:gd name="T69" fmla="*/ 15 h 440"/>
                    <a:gd name="T70" fmla="*/ 357 w 375"/>
                    <a:gd name="T71" fmla="*/ 13 h 440"/>
                    <a:gd name="T72" fmla="*/ 343 w 375"/>
                    <a:gd name="T73" fmla="*/ 10 h 440"/>
                    <a:gd name="T74" fmla="*/ 326 w 375"/>
                    <a:gd name="T75" fmla="*/ 7 h 440"/>
                    <a:gd name="T76" fmla="*/ 307 w 375"/>
                    <a:gd name="T77" fmla="*/ 5 h 440"/>
                    <a:gd name="T78" fmla="*/ 285 w 375"/>
                    <a:gd name="T79" fmla="*/ 3 h 440"/>
                    <a:gd name="T80" fmla="*/ 261 w 375"/>
                    <a:gd name="T81" fmla="*/ 1 h 440"/>
                    <a:gd name="T82" fmla="*/ 235 w 375"/>
                    <a:gd name="T83" fmla="*/ 0 h 440"/>
                    <a:gd name="T84" fmla="*/ 208 w 375"/>
                    <a:gd name="T85" fmla="*/ 1 h 440"/>
                    <a:gd name="T86" fmla="*/ 180 w 375"/>
                    <a:gd name="T87" fmla="*/ 2 h 440"/>
                    <a:gd name="T88" fmla="*/ 151 w 375"/>
                    <a:gd name="T89" fmla="*/ 5 h 440"/>
                    <a:gd name="T90" fmla="*/ 122 w 375"/>
                    <a:gd name="T91" fmla="*/ 10 h 440"/>
                    <a:gd name="T92" fmla="*/ 92 w 375"/>
                    <a:gd name="T93" fmla="*/ 18 h 440"/>
                    <a:gd name="T94" fmla="*/ 63 w 375"/>
                    <a:gd name="T95" fmla="*/ 28 h 440"/>
                    <a:gd name="T96" fmla="*/ 35 w 375"/>
                    <a:gd name="T97" fmla="*/ 41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75" h="440">
                      <a:moveTo>
                        <a:pt x="35" y="41"/>
                      </a:moveTo>
                      <a:lnTo>
                        <a:pt x="32" y="49"/>
                      </a:lnTo>
                      <a:lnTo>
                        <a:pt x="25" y="74"/>
                      </a:lnTo>
                      <a:lnTo>
                        <a:pt x="17" y="112"/>
                      </a:lnTo>
                      <a:lnTo>
                        <a:pt x="8" y="163"/>
                      </a:lnTo>
                      <a:lnTo>
                        <a:pt x="2" y="223"/>
                      </a:lnTo>
                      <a:lnTo>
                        <a:pt x="0" y="290"/>
                      </a:lnTo>
                      <a:lnTo>
                        <a:pt x="7" y="363"/>
                      </a:lnTo>
                      <a:lnTo>
                        <a:pt x="23" y="440"/>
                      </a:lnTo>
                      <a:lnTo>
                        <a:pt x="23" y="437"/>
                      </a:lnTo>
                      <a:lnTo>
                        <a:pt x="23" y="427"/>
                      </a:lnTo>
                      <a:lnTo>
                        <a:pt x="23" y="411"/>
                      </a:lnTo>
                      <a:lnTo>
                        <a:pt x="23" y="391"/>
                      </a:lnTo>
                      <a:lnTo>
                        <a:pt x="25" y="367"/>
                      </a:lnTo>
                      <a:lnTo>
                        <a:pt x="28" y="341"/>
                      </a:lnTo>
                      <a:lnTo>
                        <a:pt x="33" y="312"/>
                      </a:lnTo>
                      <a:lnTo>
                        <a:pt x="39" y="281"/>
                      </a:lnTo>
                      <a:lnTo>
                        <a:pt x="49" y="251"/>
                      </a:lnTo>
                      <a:lnTo>
                        <a:pt x="61" y="222"/>
                      </a:lnTo>
                      <a:lnTo>
                        <a:pt x="75" y="194"/>
                      </a:lnTo>
                      <a:lnTo>
                        <a:pt x="93" y="168"/>
                      </a:lnTo>
                      <a:lnTo>
                        <a:pt x="116" y="145"/>
                      </a:lnTo>
                      <a:lnTo>
                        <a:pt x="141" y="127"/>
                      </a:lnTo>
                      <a:lnTo>
                        <a:pt x="173" y="114"/>
                      </a:lnTo>
                      <a:lnTo>
                        <a:pt x="208" y="106"/>
                      </a:lnTo>
                      <a:lnTo>
                        <a:pt x="210" y="104"/>
                      </a:lnTo>
                      <a:lnTo>
                        <a:pt x="217" y="100"/>
                      </a:lnTo>
                      <a:lnTo>
                        <a:pt x="227" y="92"/>
                      </a:lnTo>
                      <a:lnTo>
                        <a:pt x="245" y="82"/>
                      </a:lnTo>
                      <a:lnTo>
                        <a:pt x="267" y="69"/>
                      </a:lnTo>
                      <a:lnTo>
                        <a:pt x="296" y="54"/>
                      </a:lnTo>
                      <a:lnTo>
                        <a:pt x="332" y="36"/>
                      </a:lnTo>
                      <a:lnTo>
                        <a:pt x="375" y="17"/>
                      </a:lnTo>
                      <a:lnTo>
                        <a:pt x="373" y="16"/>
                      </a:lnTo>
                      <a:lnTo>
                        <a:pt x="366" y="15"/>
                      </a:lnTo>
                      <a:lnTo>
                        <a:pt x="357" y="13"/>
                      </a:lnTo>
                      <a:lnTo>
                        <a:pt x="343" y="10"/>
                      </a:lnTo>
                      <a:lnTo>
                        <a:pt x="326" y="7"/>
                      </a:lnTo>
                      <a:lnTo>
                        <a:pt x="307" y="5"/>
                      </a:lnTo>
                      <a:lnTo>
                        <a:pt x="285" y="3"/>
                      </a:lnTo>
                      <a:lnTo>
                        <a:pt x="261" y="1"/>
                      </a:lnTo>
                      <a:lnTo>
                        <a:pt x="235" y="0"/>
                      </a:lnTo>
                      <a:lnTo>
                        <a:pt x="208" y="1"/>
                      </a:lnTo>
                      <a:lnTo>
                        <a:pt x="180" y="2"/>
                      </a:lnTo>
                      <a:lnTo>
                        <a:pt x="151" y="5"/>
                      </a:lnTo>
                      <a:lnTo>
                        <a:pt x="122" y="10"/>
                      </a:lnTo>
                      <a:lnTo>
                        <a:pt x="92" y="18"/>
                      </a:lnTo>
                      <a:lnTo>
                        <a:pt x="63" y="28"/>
                      </a:lnTo>
                      <a:lnTo>
                        <a:pt x="35" y="4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230" name="Freeform 57"/>
                <p:cNvSpPr>
                  <a:spLocks/>
                </p:cNvSpPr>
                <p:nvPr/>
              </p:nvSpPr>
              <p:spPr bwMode="auto">
                <a:xfrm>
                  <a:off x="6061" y="13991"/>
                  <a:ext cx="305" cy="83"/>
                </a:xfrm>
                <a:custGeom>
                  <a:avLst/>
                  <a:gdLst>
                    <a:gd name="T0" fmla="*/ 0 w 305"/>
                    <a:gd name="T1" fmla="*/ 53 h 83"/>
                    <a:gd name="T2" fmla="*/ 0 w 305"/>
                    <a:gd name="T3" fmla="*/ 52 h 83"/>
                    <a:gd name="T4" fmla="*/ 2 w 305"/>
                    <a:gd name="T5" fmla="*/ 48 h 83"/>
                    <a:gd name="T6" fmla="*/ 5 w 305"/>
                    <a:gd name="T7" fmla="*/ 44 h 83"/>
                    <a:gd name="T8" fmla="*/ 11 w 305"/>
                    <a:gd name="T9" fmla="*/ 37 h 83"/>
                    <a:gd name="T10" fmla="*/ 18 w 305"/>
                    <a:gd name="T11" fmla="*/ 31 h 83"/>
                    <a:gd name="T12" fmla="*/ 27 w 305"/>
                    <a:gd name="T13" fmla="*/ 25 h 83"/>
                    <a:gd name="T14" fmla="*/ 39 w 305"/>
                    <a:gd name="T15" fmla="*/ 18 h 83"/>
                    <a:gd name="T16" fmla="*/ 54 w 305"/>
                    <a:gd name="T17" fmla="*/ 12 h 83"/>
                    <a:gd name="T18" fmla="*/ 72 w 305"/>
                    <a:gd name="T19" fmla="*/ 6 h 83"/>
                    <a:gd name="T20" fmla="*/ 92 w 305"/>
                    <a:gd name="T21" fmla="*/ 2 h 83"/>
                    <a:gd name="T22" fmla="*/ 118 w 305"/>
                    <a:gd name="T23" fmla="*/ 0 h 83"/>
                    <a:gd name="T24" fmla="*/ 146 w 305"/>
                    <a:gd name="T25" fmla="*/ 0 h 83"/>
                    <a:gd name="T26" fmla="*/ 180 w 305"/>
                    <a:gd name="T27" fmla="*/ 2 h 83"/>
                    <a:gd name="T28" fmla="*/ 216 w 305"/>
                    <a:gd name="T29" fmla="*/ 7 h 83"/>
                    <a:gd name="T30" fmla="*/ 258 w 305"/>
                    <a:gd name="T31" fmla="*/ 16 h 83"/>
                    <a:gd name="T32" fmla="*/ 305 w 305"/>
                    <a:gd name="T33" fmla="*/ 29 h 83"/>
                    <a:gd name="T34" fmla="*/ 299 w 305"/>
                    <a:gd name="T35" fmla="*/ 47 h 83"/>
                    <a:gd name="T36" fmla="*/ 297 w 305"/>
                    <a:gd name="T37" fmla="*/ 46 h 83"/>
                    <a:gd name="T38" fmla="*/ 289 w 305"/>
                    <a:gd name="T39" fmla="*/ 44 h 83"/>
                    <a:gd name="T40" fmla="*/ 277 w 305"/>
                    <a:gd name="T41" fmla="*/ 41 h 83"/>
                    <a:gd name="T42" fmla="*/ 262 w 305"/>
                    <a:gd name="T43" fmla="*/ 36 h 83"/>
                    <a:gd name="T44" fmla="*/ 244 w 305"/>
                    <a:gd name="T45" fmla="*/ 32 h 83"/>
                    <a:gd name="T46" fmla="*/ 224 w 305"/>
                    <a:gd name="T47" fmla="*/ 28 h 83"/>
                    <a:gd name="T48" fmla="*/ 201 w 305"/>
                    <a:gd name="T49" fmla="*/ 25 h 83"/>
                    <a:gd name="T50" fmla="*/ 176 w 305"/>
                    <a:gd name="T51" fmla="*/ 22 h 83"/>
                    <a:gd name="T52" fmla="*/ 152 w 305"/>
                    <a:gd name="T53" fmla="*/ 21 h 83"/>
                    <a:gd name="T54" fmla="*/ 126 w 305"/>
                    <a:gd name="T55" fmla="*/ 21 h 83"/>
                    <a:gd name="T56" fmla="*/ 101 w 305"/>
                    <a:gd name="T57" fmla="*/ 23 h 83"/>
                    <a:gd name="T58" fmla="*/ 77 w 305"/>
                    <a:gd name="T59" fmla="*/ 29 h 83"/>
                    <a:gd name="T60" fmla="*/ 55 w 305"/>
                    <a:gd name="T61" fmla="*/ 37 h 83"/>
                    <a:gd name="T62" fmla="*/ 33 w 305"/>
                    <a:gd name="T63" fmla="*/ 48 h 83"/>
                    <a:gd name="T64" fmla="*/ 15 w 305"/>
                    <a:gd name="T65" fmla="*/ 63 h 83"/>
                    <a:gd name="T66" fmla="*/ 0 w 305"/>
                    <a:gd name="T67" fmla="*/ 83 h 83"/>
                    <a:gd name="T68" fmla="*/ 0 w 305"/>
                    <a:gd name="T69" fmla="*/ 5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5" h="83">
                      <a:moveTo>
                        <a:pt x="0" y="53"/>
                      </a:moveTo>
                      <a:lnTo>
                        <a:pt x="0" y="52"/>
                      </a:lnTo>
                      <a:lnTo>
                        <a:pt x="2" y="48"/>
                      </a:lnTo>
                      <a:lnTo>
                        <a:pt x="5" y="44"/>
                      </a:lnTo>
                      <a:lnTo>
                        <a:pt x="11" y="37"/>
                      </a:lnTo>
                      <a:lnTo>
                        <a:pt x="18" y="31"/>
                      </a:lnTo>
                      <a:lnTo>
                        <a:pt x="27" y="25"/>
                      </a:lnTo>
                      <a:lnTo>
                        <a:pt x="39" y="18"/>
                      </a:lnTo>
                      <a:lnTo>
                        <a:pt x="54" y="12"/>
                      </a:lnTo>
                      <a:lnTo>
                        <a:pt x="72" y="6"/>
                      </a:lnTo>
                      <a:lnTo>
                        <a:pt x="92" y="2"/>
                      </a:lnTo>
                      <a:lnTo>
                        <a:pt x="118" y="0"/>
                      </a:lnTo>
                      <a:lnTo>
                        <a:pt x="146" y="0"/>
                      </a:lnTo>
                      <a:lnTo>
                        <a:pt x="180" y="2"/>
                      </a:lnTo>
                      <a:lnTo>
                        <a:pt x="216" y="7"/>
                      </a:lnTo>
                      <a:lnTo>
                        <a:pt x="258" y="16"/>
                      </a:lnTo>
                      <a:lnTo>
                        <a:pt x="305" y="29"/>
                      </a:lnTo>
                      <a:lnTo>
                        <a:pt x="299" y="47"/>
                      </a:lnTo>
                      <a:lnTo>
                        <a:pt x="297" y="46"/>
                      </a:lnTo>
                      <a:lnTo>
                        <a:pt x="289" y="44"/>
                      </a:lnTo>
                      <a:lnTo>
                        <a:pt x="277" y="41"/>
                      </a:lnTo>
                      <a:lnTo>
                        <a:pt x="262" y="36"/>
                      </a:lnTo>
                      <a:lnTo>
                        <a:pt x="244" y="32"/>
                      </a:lnTo>
                      <a:lnTo>
                        <a:pt x="224" y="28"/>
                      </a:lnTo>
                      <a:lnTo>
                        <a:pt x="201" y="25"/>
                      </a:lnTo>
                      <a:lnTo>
                        <a:pt x="176" y="22"/>
                      </a:lnTo>
                      <a:lnTo>
                        <a:pt x="152" y="21"/>
                      </a:lnTo>
                      <a:lnTo>
                        <a:pt x="126" y="21"/>
                      </a:lnTo>
                      <a:lnTo>
                        <a:pt x="101" y="23"/>
                      </a:lnTo>
                      <a:lnTo>
                        <a:pt x="77" y="29"/>
                      </a:lnTo>
                      <a:lnTo>
                        <a:pt x="55" y="37"/>
                      </a:lnTo>
                      <a:lnTo>
                        <a:pt x="33" y="48"/>
                      </a:lnTo>
                      <a:lnTo>
                        <a:pt x="15" y="63"/>
                      </a:lnTo>
                      <a:lnTo>
                        <a:pt x="0" y="83"/>
                      </a:lnTo>
                      <a:lnTo>
                        <a:pt x="0" y="53"/>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231" name="Freeform 58"/>
                <p:cNvSpPr>
                  <a:spLocks/>
                </p:cNvSpPr>
                <p:nvPr/>
              </p:nvSpPr>
              <p:spPr bwMode="auto">
                <a:xfrm>
                  <a:off x="6061" y="13793"/>
                  <a:ext cx="305" cy="83"/>
                </a:xfrm>
                <a:custGeom>
                  <a:avLst/>
                  <a:gdLst>
                    <a:gd name="T0" fmla="*/ 0 w 305"/>
                    <a:gd name="T1" fmla="*/ 53 h 83"/>
                    <a:gd name="T2" fmla="*/ 0 w 305"/>
                    <a:gd name="T3" fmla="*/ 52 h 83"/>
                    <a:gd name="T4" fmla="*/ 2 w 305"/>
                    <a:gd name="T5" fmla="*/ 49 h 83"/>
                    <a:gd name="T6" fmla="*/ 5 w 305"/>
                    <a:gd name="T7" fmla="*/ 44 h 83"/>
                    <a:gd name="T8" fmla="*/ 11 w 305"/>
                    <a:gd name="T9" fmla="*/ 38 h 83"/>
                    <a:gd name="T10" fmla="*/ 18 w 305"/>
                    <a:gd name="T11" fmla="*/ 31 h 83"/>
                    <a:gd name="T12" fmla="*/ 27 w 305"/>
                    <a:gd name="T13" fmla="*/ 25 h 83"/>
                    <a:gd name="T14" fmla="*/ 39 w 305"/>
                    <a:gd name="T15" fmla="*/ 17 h 83"/>
                    <a:gd name="T16" fmla="*/ 54 w 305"/>
                    <a:gd name="T17" fmla="*/ 12 h 83"/>
                    <a:gd name="T18" fmla="*/ 72 w 305"/>
                    <a:gd name="T19" fmla="*/ 7 h 83"/>
                    <a:gd name="T20" fmla="*/ 92 w 305"/>
                    <a:gd name="T21" fmla="*/ 2 h 83"/>
                    <a:gd name="T22" fmla="*/ 118 w 305"/>
                    <a:gd name="T23" fmla="*/ 0 h 83"/>
                    <a:gd name="T24" fmla="*/ 146 w 305"/>
                    <a:gd name="T25" fmla="*/ 0 h 83"/>
                    <a:gd name="T26" fmla="*/ 180 w 305"/>
                    <a:gd name="T27" fmla="*/ 2 h 83"/>
                    <a:gd name="T28" fmla="*/ 216 w 305"/>
                    <a:gd name="T29" fmla="*/ 8 h 83"/>
                    <a:gd name="T30" fmla="*/ 258 w 305"/>
                    <a:gd name="T31" fmla="*/ 16 h 83"/>
                    <a:gd name="T32" fmla="*/ 305 w 305"/>
                    <a:gd name="T33" fmla="*/ 29 h 83"/>
                    <a:gd name="T34" fmla="*/ 299 w 305"/>
                    <a:gd name="T35" fmla="*/ 47 h 83"/>
                    <a:gd name="T36" fmla="*/ 297 w 305"/>
                    <a:gd name="T37" fmla="*/ 45 h 83"/>
                    <a:gd name="T38" fmla="*/ 289 w 305"/>
                    <a:gd name="T39" fmla="*/ 43 h 83"/>
                    <a:gd name="T40" fmla="*/ 277 w 305"/>
                    <a:gd name="T41" fmla="*/ 40 h 83"/>
                    <a:gd name="T42" fmla="*/ 262 w 305"/>
                    <a:gd name="T43" fmla="*/ 36 h 83"/>
                    <a:gd name="T44" fmla="*/ 244 w 305"/>
                    <a:gd name="T45" fmla="*/ 33 h 83"/>
                    <a:gd name="T46" fmla="*/ 224 w 305"/>
                    <a:gd name="T47" fmla="*/ 28 h 83"/>
                    <a:gd name="T48" fmla="*/ 201 w 305"/>
                    <a:gd name="T49" fmla="*/ 25 h 83"/>
                    <a:gd name="T50" fmla="*/ 176 w 305"/>
                    <a:gd name="T51" fmla="*/ 22 h 83"/>
                    <a:gd name="T52" fmla="*/ 152 w 305"/>
                    <a:gd name="T53" fmla="*/ 21 h 83"/>
                    <a:gd name="T54" fmla="*/ 126 w 305"/>
                    <a:gd name="T55" fmla="*/ 22 h 83"/>
                    <a:gd name="T56" fmla="*/ 101 w 305"/>
                    <a:gd name="T57" fmla="*/ 24 h 83"/>
                    <a:gd name="T58" fmla="*/ 77 w 305"/>
                    <a:gd name="T59" fmla="*/ 29 h 83"/>
                    <a:gd name="T60" fmla="*/ 55 w 305"/>
                    <a:gd name="T61" fmla="*/ 38 h 83"/>
                    <a:gd name="T62" fmla="*/ 33 w 305"/>
                    <a:gd name="T63" fmla="*/ 49 h 83"/>
                    <a:gd name="T64" fmla="*/ 15 w 305"/>
                    <a:gd name="T65" fmla="*/ 64 h 83"/>
                    <a:gd name="T66" fmla="*/ 0 w 305"/>
                    <a:gd name="T67" fmla="*/ 83 h 83"/>
                    <a:gd name="T68" fmla="*/ 0 w 305"/>
                    <a:gd name="T69" fmla="*/ 5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5" h="83">
                      <a:moveTo>
                        <a:pt x="0" y="53"/>
                      </a:moveTo>
                      <a:lnTo>
                        <a:pt x="0" y="52"/>
                      </a:lnTo>
                      <a:lnTo>
                        <a:pt x="2" y="49"/>
                      </a:lnTo>
                      <a:lnTo>
                        <a:pt x="5" y="44"/>
                      </a:lnTo>
                      <a:lnTo>
                        <a:pt x="11" y="38"/>
                      </a:lnTo>
                      <a:lnTo>
                        <a:pt x="18" y="31"/>
                      </a:lnTo>
                      <a:lnTo>
                        <a:pt x="27" y="25"/>
                      </a:lnTo>
                      <a:lnTo>
                        <a:pt x="39" y="17"/>
                      </a:lnTo>
                      <a:lnTo>
                        <a:pt x="54" y="12"/>
                      </a:lnTo>
                      <a:lnTo>
                        <a:pt x="72" y="7"/>
                      </a:lnTo>
                      <a:lnTo>
                        <a:pt x="92" y="2"/>
                      </a:lnTo>
                      <a:lnTo>
                        <a:pt x="118" y="0"/>
                      </a:lnTo>
                      <a:lnTo>
                        <a:pt x="146" y="0"/>
                      </a:lnTo>
                      <a:lnTo>
                        <a:pt x="180" y="2"/>
                      </a:lnTo>
                      <a:lnTo>
                        <a:pt x="216" y="8"/>
                      </a:lnTo>
                      <a:lnTo>
                        <a:pt x="258" y="16"/>
                      </a:lnTo>
                      <a:lnTo>
                        <a:pt x="305" y="29"/>
                      </a:lnTo>
                      <a:lnTo>
                        <a:pt x="299" y="47"/>
                      </a:lnTo>
                      <a:lnTo>
                        <a:pt x="297" y="45"/>
                      </a:lnTo>
                      <a:lnTo>
                        <a:pt x="289" y="43"/>
                      </a:lnTo>
                      <a:lnTo>
                        <a:pt x="277" y="40"/>
                      </a:lnTo>
                      <a:lnTo>
                        <a:pt x="262" y="36"/>
                      </a:lnTo>
                      <a:lnTo>
                        <a:pt x="244" y="33"/>
                      </a:lnTo>
                      <a:lnTo>
                        <a:pt x="224" y="28"/>
                      </a:lnTo>
                      <a:lnTo>
                        <a:pt x="201" y="25"/>
                      </a:lnTo>
                      <a:lnTo>
                        <a:pt x="176" y="22"/>
                      </a:lnTo>
                      <a:lnTo>
                        <a:pt x="152" y="21"/>
                      </a:lnTo>
                      <a:lnTo>
                        <a:pt x="126" y="22"/>
                      </a:lnTo>
                      <a:lnTo>
                        <a:pt x="101" y="24"/>
                      </a:lnTo>
                      <a:lnTo>
                        <a:pt x="77" y="29"/>
                      </a:lnTo>
                      <a:lnTo>
                        <a:pt x="55" y="38"/>
                      </a:lnTo>
                      <a:lnTo>
                        <a:pt x="33" y="49"/>
                      </a:lnTo>
                      <a:lnTo>
                        <a:pt x="15" y="64"/>
                      </a:lnTo>
                      <a:lnTo>
                        <a:pt x="0" y="83"/>
                      </a:lnTo>
                      <a:lnTo>
                        <a:pt x="0" y="53"/>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232" name="Freeform 59"/>
                <p:cNvSpPr>
                  <a:spLocks/>
                </p:cNvSpPr>
                <p:nvPr/>
              </p:nvSpPr>
              <p:spPr bwMode="auto">
                <a:xfrm>
                  <a:off x="6348" y="13696"/>
                  <a:ext cx="496" cy="917"/>
                </a:xfrm>
                <a:custGeom>
                  <a:avLst/>
                  <a:gdLst>
                    <a:gd name="T0" fmla="*/ 0 w 496"/>
                    <a:gd name="T1" fmla="*/ 0 h 917"/>
                    <a:gd name="T2" fmla="*/ 0 w 496"/>
                    <a:gd name="T3" fmla="*/ 886 h 917"/>
                    <a:gd name="T4" fmla="*/ 150 w 496"/>
                    <a:gd name="T5" fmla="*/ 917 h 917"/>
                    <a:gd name="T6" fmla="*/ 143 w 496"/>
                    <a:gd name="T7" fmla="*/ 797 h 917"/>
                    <a:gd name="T8" fmla="*/ 496 w 496"/>
                    <a:gd name="T9" fmla="*/ 851 h 917"/>
                    <a:gd name="T10" fmla="*/ 490 w 496"/>
                    <a:gd name="T11" fmla="*/ 803 h 917"/>
                    <a:gd name="T12" fmla="*/ 245 w 496"/>
                    <a:gd name="T13" fmla="*/ 773 h 917"/>
                    <a:gd name="T14" fmla="*/ 239 w 496"/>
                    <a:gd name="T15" fmla="*/ 670 h 917"/>
                    <a:gd name="T16" fmla="*/ 72 w 496"/>
                    <a:gd name="T17" fmla="*/ 670 h 917"/>
                    <a:gd name="T18" fmla="*/ 68 w 496"/>
                    <a:gd name="T19" fmla="*/ 657 h 917"/>
                    <a:gd name="T20" fmla="*/ 56 w 496"/>
                    <a:gd name="T21" fmla="*/ 620 h 917"/>
                    <a:gd name="T22" fmla="*/ 41 w 496"/>
                    <a:gd name="T23" fmla="*/ 559 h 917"/>
                    <a:gd name="T24" fmla="*/ 26 w 496"/>
                    <a:gd name="T25" fmla="*/ 480 h 917"/>
                    <a:gd name="T26" fmla="*/ 15 w 496"/>
                    <a:gd name="T27" fmla="*/ 385 h 917"/>
                    <a:gd name="T28" fmla="*/ 11 w 496"/>
                    <a:gd name="T29" fmla="*/ 276 h 917"/>
                    <a:gd name="T30" fmla="*/ 20 w 496"/>
                    <a:gd name="T31" fmla="*/ 158 h 917"/>
                    <a:gd name="T32" fmla="*/ 42 w 496"/>
                    <a:gd name="T33" fmla="*/ 30 h 917"/>
                    <a:gd name="T34" fmla="*/ 0 w 496"/>
                    <a:gd name="T35" fmla="*/ 0 h 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6" h="917">
                      <a:moveTo>
                        <a:pt x="0" y="0"/>
                      </a:moveTo>
                      <a:lnTo>
                        <a:pt x="0" y="886"/>
                      </a:lnTo>
                      <a:lnTo>
                        <a:pt x="150" y="917"/>
                      </a:lnTo>
                      <a:lnTo>
                        <a:pt x="143" y="797"/>
                      </a:lnTo>
                      <a:lnTo>
                        <a:pt x="496" y="851"/>
                      </a:lnTo>
                      <a:lnTo>
                        <a:pt x="490" y="803"/>
                      </a:lnTo>
                      <a:lnTo>
                        <a:pt x="245" y="773"/>
                      </a:lnTo>
                      <a:lnTo>
                        <a:pt x="239" y="670"/>
                      </a:lnTo>
                      <a:lnTo>
                        <a:pt x="72" y="670"/>
                      </a:lnTo>
                      <a:lnTo>
                        <a:pt x="68" y="657"/>
                      </a:lnTo>
                      <a:lnTo>
                        <a:pt x="56" y="620"/>
                      </a:lnTo>
                      <a:lnTo>
                        <a:pt x="41" y="559"/>
                      </a:lnTo>
                      <a:lnTo>
                        <a:pt x="26" y="480"/>
                      </a:lnTo>
                      <a:lnTo>
                        <a:pt x="15" y="385"/>
                      </a:lnTo>
                      <a:lnTo>
                        <a:pt x="11" y="276"/>
                      </a:lnTo>
                      <a:lnTo>
                        <a:pt x="20" y="158"/>
                      </a:lnTo>
                      <a:lnTo>
                        <a:pt x="42" y="30"/>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233" name="Freeform 60"/>
                <p:cNvSpPr>
                  <a:spLocks/>
                </p:cNvSpPr>
                <p:nvPr/>
              </p:nvSpPr>
              <p:spPr bwMode="auto">
                <a:xfrm>
                  <a:off x="6593" y="13487"/>
                  <a:ext cx="638" cy="125"/>
                </a:xfrm>
                <a:custGeom>
                  <a:avLst/>
                  <a:gdLst>
                    <a:gd name="T0" fmla="*/ 0 w 638"/>
                    <a:gd name="T1" fmla="*/ 125 h 125"/>
                    <a:gd name="T2" fmla="*/ 4 w 638"/>
                    <a:gd name="T3" fmla="*/ 124 h 125"/>
                    <a:gd name="T4" fmla="*/ 14 w 638"/>
                    <a:gd name="T5" fmla="*/ 119 h 125"/>
                    <a:gd name="T6" fmla="*/ 31 w 638"/>
                    <a:gd name="T7" fmla="*/ 114 h 125"/>
                    <a:gd name="T8" fmla="*/ 53 w 638"/>
                    <a:gd name="T9" fmla="*/ 106 h 125"/>
                    <a:gd name="T10" fmla="*/ 81 w 638"/>
                    <a:gd name="T11" fmla="*/ 98 h 125"/>
                    <a:gd name="T12" fmla="*/ 113 w 638"/>
                    <a:gd name="T13" fmla="*/ 89 h 125"/>
                    <a:gd name="T14" fmla="*/ 151 w 638"/>
                    <a:gd name="T15" fmla="*/ 81 h 125"/>
                    <a:gd name="T16" fmla="*/ 192 w 638"/>
                    <a:gd name="T17" fmla="*/ 73 h 125"/>
                    <a:gd name="T18" fmla="*/ 237 w 638"/>
                    <a:gd name="T19" fmla="*/ 65 h 125"/>
                    <a:gd name="T20" fmla="*/ 286 w 638"/>
                    <a:gd name="T21" fmla="*/ 60 h 125"/>
                    <a:gd name="T22" fmla="*/ 337 w 638"/>
                    <a:gd name="T23" fmla="*/ 56 h 125"/>
                    <a:gd name="T24" fmla="*/ 390 w 638"/>
                    <a:gd name="T25" fmla="*/ 55 h 125"/>
                    <a:gd name="T26" fmla="*/ 446 w 638"/>
                    <a:gd name="T27" fmla="*/ 56 h 125"/>
                    <a:gd name="T28" fmla="*/ 503 w 638"/>
                    <a:gd name="T29" fmla="*/ 61 h 125"/>
                    <a:gd name="T30" fmla="*/ 561 w 638"/>
                    <a:gd name="T31" fmla="*/ 70 h 125"/>
                    <a:gd name="T32" fmla="*/ 620 w 638"/>
                    <a:gd name="T33" fmla="*/ 83 h 125"/>
                    <a:gd name="T34" fmla="*/ 638 w 638"/>
                    <a:gd name="T35" fmla="*/ 0 h 125"/>
                    <a:gd name="T36" fmla="*/ 634 w 638"/>
                    <a:gd name="T37" fmla="*/ 0 h 125"/>
                    <a:gd name="T38" fmla="*/ 620 w 638"/>
                    <a:gd name="T39" fmla="*/ 0 h 125"/>
                    <a:gd name="T40" fmla="*/ 599 w 638"/>
                    <a:gd name="T41" fmla="*/ 0 h 125"/>
                    <a:gd name="T42" fmla="*/ 571 w 638"/>
                    <a:gd name="T43" fmla="*/ 1 h 125"/>
                    <a:gd name="T44" fmla="*/ 536 w 638"/>
                    <a:gd name="T45" fmla="*/ 2 h 125"/>
                    <a:gd name="T46" fmla="*/ 496 w 638"/>
                    <a:gd name="T47" fmla="*/ 3 h 125"/>
                    <a:gd name="T48" fmla="*/ 452 w 638"/>
                    <a:gd name="T49" fmla="*/ 6 h 125"/>
                    <a:gd name="T50" fmla="*/ 405 w 638"/>
                    <a:gd name="T51" fmla="*/ 8 h 125"/>
                    <a:gd name="T52" fmla="*/ 354 w 638"/>
                    <a:gd name="T53" fmla="*/ 13 h 125"/>
                    <a:gd name="T54" fmla="*/ 302 w 638"/>
                    <a:gd name="T55" fmla="*/ 17 h 125"/>
                    <a:gd name="T56" fmla="*/ 249 w 638"/>
                    <a:gd name="T57" fmla="*/ 22 h 125"/>
                    <a:gd name="T58" fmla="*/ 196 w 638"/>
                    <a:gd name="T59" fmla="*/ 30 h 125"/>
                    <a:gd name="T60" fmla="*/ 144 w 638"/>
                    <a:gd name="T61" fmla="*/ 37 h 125"/>
                    <a:gd name="T62" fmla="*/ 93 w 638"/>
                    <a:gd name="T63" fmla="*/ 47 h 125"/>
                    <a:gd name="T64" fmla="*/ 45 w 638"/>
                    <a:gd name="T65" fmla="*/ 58 h 125"/>
                    <a:gd name="T66" fmla="*/ 0 w 638"/>
                    <a:gd name="T67" fmla="*/ 71 h 125"/>
                    <a:gd name="T68" fmla="*/ 0 w 638"/>
                    <a:gd name="T69" fmla="*/ 125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38" h="125">
                      <a:moveTo>
                        <a:pt x="0" y="125"/>
                      </a:moveTo>
                      <a:lnTo>
                        <a:pt x="4" y="124"/>
                      </a:lnTo>
                      <a:lnTo>
                        <a:pt x="14" y="119"/>
                      </a:lnTo>
                      <a:lnTo>
                        <a:pt x="31" y="114"/>
                      </a:lnTo>
                      <a:lnTo>
                        <a:pt x="53" y="106"/>
                      </a:lnTo>
                      <a:lnTo>
                        <a:pt x="81" y="98"/>
                      </a:lnTo>
                      <a:lnTo>
                        <a:pt x="113" y="89"/>
                      </a:lnTo>
                      <a:lnTo>
                        <a:pt x="151" y="81"/>
                      </a:lnTo>
                      <a:lnTo>
                        <a:pt x="192" y="73"/>
                      </a:lnTo>
                      <a:lnTo>
                        <a:pt x="237" y="65"/>
                      </a:lnTo>
                      <a:lnTo>
                        <a:pt x="286" y="60"/>
                      </a:lnTo>
                      <a:lnTo>
                        <a:pt x="337" y="56"/>
                      </a:lnTo>
                      <a:lnTo>
                        <a:pt x="390" y="55"/>
                      </a:lnTo>
                      <a:lnTo>
                        <a:pt x="446" y="56"/>
                      </a:lnTo>
                      <a:lnTo>
                        <a:pt x="503" y="61"/>
                      </a:lnTo>
                      <a:lnTo>
                        <a:pt x="561" y="70"/>
                      </a:lnTo>
                      <a:lnTo>
                        <a:pt x="620" y="83"/>
                      </a:lnTo>
                      <a:lnTo>
                        <a:pt x="638" y="0"/>
                      </a:lnTo>
                      <a:lnTo>
                        <a:pt x="634" y="0"/>
                      </a:lnTo>
                      <a:lnTo>
                        <a:pt x="620" y="0"/>
                      </a:lnTo>
                      <a:lnTo>
                        <a:pt x="599" y="0"/>
                      </a:lnTo>
                      <a:lnTo>
                        <a:pt x="571" y="1"/>
                      </a:lnTo>
                      <a:lnTo>
                        <a:pt x="536" y="2"/>
                      </a:lnTo>
                      <a:lnTo>
                        <a:pt x="496" y="3"/>
                      </a:lnTo>
                      <a:lnTo>
                        <a:pt x="452" y="6"/>
                      </a:lnTo>
                      <a:lnTo>
                        <a:pt x="405" y="8"/>
                      </a:lnTo>
                      <a:lnTo>
                        <a:pt x="354" y="13"/>
                      </a:lnTo>
                      <a:lnTo>
                        <a:pt x="302" y="17"/>
                      </a:lnTo>
                      <a:lnTo>
                        <a:pt x="249" y="22"/>
                      </a:lnTo>
                      <a:lnTo>
                        <a:pt x="196" y="30"/>
                      </a:lnTo>
                      <a:lnTo>
                        <a:pt x="144" y="37"/>
                      </a:lnTo>
                      <a:lnTo>
                        <a:pt x="93" y="47"/>
                      </a:lnTo>
                      <a:lnTo>
                        <a:pt x="45" y="58"/>
                      </a:lnTo>
                      <a:lnTo>
                        <a:pt x="0" y="71"/>
                      </a:lnTo>
                      <a:lnTo>
                        <a:pt x="0" y="125"/>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234" name="Freeform 61"/>
                <p:cNvSpPr>
                  <a:spLocks/>
                </p:cNvSpPr>
                <p:nvPr/>
              </p:nvSpPr>
              <p:spPr bwMode="auto">
                <a:xfrm>
                  <a:off x="6217" y="14634"/>
                  <a:ext cx="1075" cy="356"/>
                </a:xfrm>
                <a:custGeom>
                  <a:avLst/>
                  <a:gdLst>
                    <a:gd name="T0" fmla="*/ 454 w 1075"/>
                    <a:gd name="T1" fmla="*/ 344 h 356"/>
                    <a:gd name="T2" fmla="*/ 456 w 1075"/>
                    <a:gd name="T3" fmla="*/ 343 h 356"/>
                    <a:gd name="T4" fmla="*/ 463 w 1075"/>
                    <a:gd name="T5" fmla="*/ 341 h 356"/>
                    <a:gd name="T6" fmla="*/ 472 w 1075"/>
                    <a:gd name="T7" fmla="*/ 337 h 356"/>
                    <a:gd name="T8" fmla="*/ 485 w 1075"/>
                    <a:gd name="T9" fmla="*/ 332 h 356"/>
                    <a:gd name="T10" fmla="*/ 501 w 1075"/>
                    <a:gd name="T11" fmla="*/ 325 h 356"/>
                    <a:gd name="T12" fmla="*/ 518 w 1075"/>
                    <a:gd name="T13" fmla="*/ 317 h 356"/>
                    <a:gd name="T14" fmla="*/ 538 w 1075"/>
                    <a:gd name="T15" fmla="*/ 308 h 356"/>
                    <a:gd name="T16" fmla="*/ 558 w 1075"/>
                    <a:gd name="T17" fmla="*/ 298 h 356"/>
                    <a:gd name="T18" fmla="*/ 580 w 1075"/>
                    <a:gd name="T19" fmla="*/ 287 h 356"/>
                    <a:gd name="T20" fmla="*/ 600 w 1075"/>
                    <a:gd name="T21" fmla="*/ 274 h 356"/>
                    <a:gd name="T22" fmla="*/ 621 w 1075"/>
                    <a:gd name="T23" fmla="*/ 262 h 356"/>
                    <a:gd name="T24" fmla="*/ 640 w 1075"/>
                    <a:gd name="T25" fmla="*/ 248 h 356"/>
                    <a:gd name="T26" fmla="*/ 658 w 1075"/>
                    <a:gd name="T27" fmla="*/ 234 h 356"/>
                    <a:gd name="T28" fmla="*/ 674 w 1075"/>
                    <a:gd name="T29" fmla="*/ 219 h 356"/>
                    <a:gd name="T30" fmla="*/ 688 w 1075"/>
                    <a:gd name="T31" fmla="*/ 204 h 356"/>
                    <a:gd name="T32" fmla="*/ 699 w 1075"/>
                    <a:gd name="T33" fmla="*/ 189 h 356"/>
                    <a:gd name="T34" fmla="*/ 0 w 1075"/>
                    <a:gd name="T35" fmla="*/ 18 h 356"/>
                    <a:gd name="T36" fmla="*/ 54 w 1075"/>
                    <a:gd name="T37" fmla="*/ 0 h 356"/>
                    <a:gd name="T38" fmla="*/ 1075 w 1075"/>
                    <a:gd name="T39" fmla="*/ 251 h 356"/>
                    <a:gd name="T40" fmla="*/ 1033 w 1075"/>
                    <a:gd name="T41" fmla="*/ 274 h 356"/>
                    <a:gd name="T42" fmla="*/ 738 w 1075"/>
                    <a:gd name="T43" fmla="*/ 199 h 356"/>
                    <a:gd name="T44" fmla="*/ 737 w 1075"/>
                    <a:gd name="T45" fmla="*/ 200 h 356"/>
                    <a:gd name="T46" fmla="*/ 735 w 1075"/>
                    <a:gd name="T47" fmla="*/ 203 h 356"/>
                    <a:gd name="T48" fmla="*/ 730 w 1075"/>
                    <a:gd name="T49" fmla="*/ 207 h 356"/>
                    <a:gd name="T50" fmla="*/ 724 w 1075"/>
                    <a:gd name="T51" fmla="*/ 214 h 356"/>
                    <a:gd name="T52" fmla="*/ 716 w 1075"/>
                    <a:gd name="T53" fmla="*/ 222 h 356"/>
                    <a:gd name="T54" fmla="*/ 706 w 1075"/>
                    <a:gd name="T55" fmla="*/ 231 h 356"/>
                    <a:gd name="T56" fmla="*/ 694 w 1075"/>
                    <a:gd name="T57" fmla="*/ 242 h 356"/>
                    <a:gd name="T58" fmla="*/ 679 w 1075"/>
                    <a:gd name="T59" fmla="*/ 253 h 356"/>
                    <a:gd name="T60" fmla="*/ 662 w 1075"/>
                    <a:gd name="T61" fmla="*/ 265 h 356"/>
                    <a:gd name="T62" fmla="*/ 643 w 1075"/>
                    <a:gd name="T63" fmla="*/ 278 h 356"/>
                    <a:gd name="T64" fmla="*/ 621 w 1075"/>
                    <a:gd name="T65" fmla="*/ 291 h 356"/>
                    <a:gd name="T66" fmla="*/ 597 w 1075"/>
                    <a:gd name="T67" fmla="*/ 303 h 356"/>
                    <a:gd name="T68" fmla="*/ 570 w 1075"/>
                    <a:gd name="T69" fmla="*/ 317 h 356"/>
                    <a:gd name="T70" fmla="*/ 540 w 1075"/>
                    <a:gd name="T71" fmla="*/ 330 h 356"/>
                    <a:gd name="T72" fmla="*/ 508 w 1075"/>
                    <a:gd name="T73" fmla="*/ 343 h 356"/>
                    <a:gd name="T74" fmla="*/ 472 w 1075"/>
                    <a:gd name="T75" fmla="*/ 356 h 356"/>
                    <a:gd name="T76" fmla="*/ 454 w 1075"/>
                    <a:gd name="T77" fmla="*/ 344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75" h="356">
                      <a:moveTo>
                        <a:pt x="454" y="344"/>
                      </a:moveTo>
                      <a:lnTo>
                        <a:pt x="456" y="343"/>
                      </a:lnTo>
                      <a:lnTo>
                        <a:pt x="463" y="341"/>
                      </a:lnTo>
                      <a:lnTo>
                        <a:pt x="472" y="337"/>
                      </a:lnTo>
                      <a:lnTo>
                        <a:pt x="485" y="332"/>
                      </a:lnTo>
                      <a:lnTo>
                        <a:pt x="501" y="325"/>
                      </a:lnTo>
                      <a:lnTo>
                        <a:pt x="518" y="317"/>
                      </a:lnTo>
                      <a:lnTo>
                        <a:pt x="538" y="308"/>
                      </a:lnTo>
                      <a:lnTo>
                        <a:pt x="558" y="298"/>
                      </a:lnTo>
                      <a:lnTo>
                        <a:pt x="580" y="287"/>
                      </a:lnTo>
                      <a:lnTo>
                        <a:pt x="600" y="274"/>
                      </a:lnTo>
                      <a:lnTo>
                        <a:pt x="621" y="262"/>
                      </a:lnTo>
                      <a:lnTo>
                        <a:pt x="640" y="248"/>
                      </a:lnTo>
                      <a:lnTo>
                        <a:pt x="658" y="234"/>
                      </a:lnTo>
                      <a:lnTo>
                        <a:pt x="674" y="219"/>
                      </a:lnTo>
                      <a:lnTo>
                        <a:pt x="688" y="204"/>
                      </a:lnTo>
                      <a:lnTo>
                        <a:pt x="699" y="189"/>
                      </a:lnTo>
                      <a:lnTo>
                        <a:pt x="0" y="18"/>
                      </a:lnTo>
                      <a:lnTo>
                        <a:pt x="54" y="0"/>
                      </a:lnTo>
                      <a:lnTo>
                        <a:pt x="1075" y="251"/>
                      </a:lnTo>
                      <a:lnTo>
                        <a:pt x="1033" y="274"/>
                      </a:lnTo>
                      <a:lnTo>
                        <a:pt x="738" y="199"/>
                      </a:lnTo>
                      <a:lnTo>
                        <a:pt x="737" y="200"/>
                      </a:lnTo>
                      <a:lnTo>
                        <a:pt x="735" y="203"/>
                      </a:lnTo>
                      <a:lnTo>
                        <a:pt x="730" y="207"/>
                      </a:lnTo>
                      <a:lnTo>
                        <a:pt x="724" y="214"/>
                      </a:lnTo>
                      <a:lnTo>
                        <a:pt x="716" y="222"/>
                      </a:lnTo>
                      <a:lnTo>
                        <a:pt x="706" y="231"/>
                      </a:lnTo>
                      <a:lnTo>
                        <a:pt x="694" y="242"/>
                      </a:lnTo>
                      <a:lnTo>
                        <a:pt x="679" y="253"/>
                      </a:lnTo>
                      <a:lnTo>
                        <a:pt x="662" y="265"/>
                      </a:lnTo>
                      <a:lnTo>
                        <a:pt x="643" y="278"/>
                      </a:lnTo>
                      <a:lnTo>
                        <a:pt x="621" y="291"/>
                      </a:lnTo>
                      <a:lnTo>
                        <a:pt x="597" y="303"/>
                      </a:lnTo>
                      <a:lnTo>
                        <a:pt x="570" y="317"/>
                      </a:lnTo>
                      <a:lnTo>
                        <a:pt x="540" y="330"/>
                      </a:lnTo>
                      <a:lnTo>
                        <a:pt x="508" y="343"/>
                      </a:lnTo>
                      <a:lnTo>
                        <a:pt x="472" y="356"/>
                      </a:lnTo>
                      <a:lnTo>
                        <a:pt x="454" y="3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235" name="Freeform 62"/>
                <p:cNvSpPr>
                  <a:spLocks/>
                </p:cNvSpPr>
                <p:nvPr/>
              </p:nvSpPr>
              <p:spPr bwMode="auto">
                <a:xfrm>
                  <a:off x="5997" y="14727"/>
                  <a:ext cx="1095" cy="319"/>
                </a:xfrm>
                <a:custGeom>
                  <a:avLst/>
                  <a:gdLst>
                    <a:gd name="T0" fmla="*/ 0 w 1095"/>
                    <a:gd name="T1" fmla="*/ 0 h 319"/>
                    <a:gd name="T2" fmla="*/ 1071 w 1095"/>
                    <a:gd name="T3" fmla="*/ 319 h 319"/>
                    <a:gd name="T4" fmla="*/ 1095 w 1095"/>
                    <a:gd name="T5" fmla="*/ 319 h 319"/>
                    <a:gd name="T6" fmla="*/ 33 w 1095"/>
                    <a:gd name="T7" fmla="*/ 0 h 319"/>
                    <a:gd name="T8" fmla="*/ 0 w 1095"/>
                    <a:gd name="T9" fmla="*/ 0 h 319"/>
                  </a:gdLst>
                  <a:ahLst/>
                  <a:cxnLst>
                    <a:cxn ang="0">
                      <a:pos x="T0" y="T1"/>
                    </a:cxn>
                    <a:cxn ang="0">
                      <a:pos x="T2" y="T3"/>
                    </a:cxn>
                    <a:cxn ang="0">
                      <a:pos x="T4" y="T5"/>
                    </a:cxn>
                    <a:cxn ang="0">
                      <a:pos x="T6" y="T7"/>
                    </a:cxn>
                    <a:cxn ang="0">
                      <a:pos x="T8" y="T9"/>
                    </a:cxn>
                  </a:cxnLst>
                  <a:rect l="0" t="0" r="r" b="b"/>
                  <a:pathLst>
                    <a:path w="1095" h="319">
                      <a:moveTo>
                        <a:pt x="0" y="0"/>
                      </a:moveTo>
                      <a:lnTo>
                        <a:pt x="1071" y="319"/>
                      </a:lnTo>
                      <a:lnTo>
                        <a:pt x="1095" y="319"/>
                      </a:lnTo>
                      <a:lnTo>
                        <a:pt x="33"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236" name="Freeform 63"/>
                <p:cNvSpPr>
                  <a:spLocks/>
                </p:cNvSpPr>
                <p:nvPr/>
              </p:nvSpPr>
              <p:spPr bwMode="auto">
                <a:xfrm>
                  <a:off x="6181" y="14684"/>
                  <a:ext cx="1082" cy="285"/>
                </a:xfrm>
                <a:custGeom>
                  <a:avLst/>
                  <a:gdLst>
                    <a:gd name="T0" fmla="*/ 0 w 1082"/>
                    <a:gd name="T1" fmla="*/ 1 h 285"/>
                    <a:gd name="T2" fmla="*/ 1058 w 1082"/>
                    <a:gd name="T3" fmla="*/ 285 h 285"/>
                    <a:gd name="T4" fmla="*/ 1082 w 1082"/>
                    <a:gd name="T5" fmla="*/ 284 h 285"/>
                    <a:gd name="T6" fmla="*/ 33 w 1082"/>
                    <a:gd name="T7" fmla="*/ 0 h 285"/>
                    <a:gd name="T8" fmla="*/ 0 w 1082"/>
                    <a:gd name="T9" fmla="*/ 1 h 285"/>
                  </a:gdLst>
                  <a:ahLst/>
                  <a:cxnLst>
                    <a:cxn ang="0">
                      <a:pos x="T0" y="T1"/>
                    </a:cxn>
                    <a:cxn ang="0">
                      <a:pos x="T2" y="T3"/>
                    </a:cxn>
                    <a:cxn ang="0">
                      <a:pos x="T4" y="T5"/>
                    </a:cxn>
                    <a:cxn ang="0">
                      <a:pos x="T6" y="T7"/>
                    </a:cxn>
                    <a:cxn ang="0">
                      <a:pos x="T8" y="T9"/>
                    </a:cxn>
                  </a:cxnLst>
                  <a:rect l="0" t="0" r="r" b="b"/>
                  <a:pathLst>
                    <a:path w="1082" h="285">
                      <a:moveTo>
                        <a:pt x="0" y="1"/>
                      </a:moveTo>
                      <a:lnTo>
                        <a:pt x="1058" y="285"/>
                      </a:lnTo>
                      <a:lnTo>
                        <a:pt x="1082" y="284"/>
                      </a:lnTo>
                      <a:lnTo>
                        <a:pt x="33" y="0"/>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237" name="Freeform 64"/>
                <p:cNvSpPr>
                  <a:spLocks/>
                </p:cNvSpPr>
                <p:nvPr/>
              </p:nvSpPr>
              <p:spPr bwMode="auto">
                <a:xfrm>
                  <a:off x="6093" y="14699"/>
                  <a:ext cx="1087" cy="315"/>
                </a:xfrm>
                <a:custGeom>
                  <a:avLst/>
                  <a:gdLst>
                    <a:gd name="T0" fmla="*/ 0 w 1087"/>
                    <a:gd name="T1" fmla="*/ 0 h 315"/>
                    <a:gd name="T2" fmla="*/ 1066 w 1087"/>
                    <a:gd name="T3" fmla="*/ 315 h 315"/>
                    <a:gd name="T4" fmla="*/ 1087 w 1087"/>
                    <a:gd name="T5" fmla="*/ 308 h 315"/>
                    <a:gd name="T6" fmla="*/ 31 w 1087"/>
                    <a:gd name="T7" fmla="*/ 0 h 315"/>
                    <a:gd name="T8" fmla="*/ 0 w 1087"/>
                    <a:gd name="T9" fmla="*/ 0 h 315"/>
                  </a:gdLst>
                  <a:ahLst/>
                  <a:cxnLst>
                    <a:cxn ang="0">
                      <a:pos x="T0" y="T1"/>
                    </a:cxn>
                    <a:cxn ang="0">
                      <a:pos x="T2" y="T3"/>
                    </a:cxn>
                    <a:cxn ang="0">
                      <a:pos x="T4" y="T5"/>
                    </a:cxn>
                    <a:cxn ang="0">
                      <a:pos x="T6" y="T7"/>
                    </a:cxn>
                    <a:cxn ang="0">
                      <a:pos x="T8" y="T9"/>
                    </a:cxn>
                  </a:cxnLst>
                  <a:rect l="0" t="0" r="r" b="b"/>
                  <a:pathLst>
                    <a:path w="1087" h="315">
                      <a:moveTo>
                        <a:pt x="0" y="0"/>
                      </a:moveTo>
                      <a:lnTo>
                        <a:pt x="1066" y="315"/>
                      </a:lnTo>
                      <a:lnTo>
                        <a:pt x="1087" y="308"/>
                      </a:lnTo>
                      <a:lnTo>
                        <a:pt x="31"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grpSp>
          <p:grpSp>
            <p:nvGrpSpPr>
              <p:cNvPr id="191" name="Group 65"/>
              <p:cNvGrpSpPr>
                <a:grpSpLocks/>
              </p:cNvGrpSpPr>
              <p:nvPr/>
            </p:nvGrpSpPr>
            <p:grpSpPr bwMode="auto">
              <a:xfrm>
                <a:off x="12806" y="10667"/>
                <a:ext cx="983" cy="1369"/>
                <a:chOff x="12762" y="10336"/>
                <a:chExt cx="1027" cy="1700"/>
              </a:xfrm>
            </p:grpSpPr>
            <p:sp>
              <p:nvSpPr>
                <p:cNvPr id="193" name="Rectangle 66"/>
                <p:cNvSpPr>
                  <a:spLocks noChangeArrowheads="1"/>
                </p:cNvSpPr>
                <p:nvPr/>
              </p:nvSpPr>
              <p:spPr bwMode="auto">
                <a:xfrm>
                  <a:off x="12824" y="10394"/>
                  <a:ext cx="965" cy="1642"/>
                </a:xfrm>
                <a:prstGeom prst="rect">
                  <a:avLst/>
                </a:prstGeom>
                <a:solidFill>
                  <a:srgbClr val="969696"/>
                </a:solidFill>
                <a:ln w="9525">
                  <a:solidFill>
                    <a:srgbClr val="000000"/>
                  </a:solidFill>
                  <a:miter lim="800000"/>
                  <a:headEnd/>
                  <a:tailEnd/>
                </a:ln>
              </p:spPr>
              <p:txBody>
                <a:bodyPr/>
                <a:lstStyle/>
                <a:p>
                  <a:endParaRPr lang="en-NZ"/>
                </a:p>
              </p:txBody>
            </p:sp>
            <p:sp>
              <p:nvSpPr>
                <p:cNvPr id="194" name="Rectangle 67"/>
                <p:cNvSpPr>
                  <a:spLocks noChangeArrowheads="1"/>
                </p:cNvSpPr>
                <p:nvPr/>
              </p:nvSpPr>
              <p:spPr bwMode="auto">
                <a:xfrm>
                  <a:off x="12766" y="10336"/>
                  <a:ext cx="965" cy="1642"/>
                </a:xfrm>
                <a:prstGeom prst="rect">
                  <a:avLst/>
                </a:prstGeom>
                <a:solidFill>
                  <a:srgbClr val="FFFFFF"/>
                </a:solidFill>
                <a:ln w="9525">
                  <a:solidFill>
                    <a:srgbClr val="000000"/>
                  </a:solidFill>
                  <a:miter lim="800000"/>
                  <a:headEnd/>
                  <a:tailEnd/>
                </a:ln>
              </p:spPr>
              <p:txBody>
                <a:bodyPr/>
                <a:lstStyle/>
                <a:p>
                  <a:endParaRPr lang="en-NZ"/>
                </a:p>
              </p:txBody>
            </p:sp>
            <p:sp>
              <p:nvSpPr>
                <p:cNvPr id="195" name="Line 68"/>
                <p:cNvSpPr>
                  <a:spLocks noChangeShapeType="1"/>
                </p:cNvSpPr>
                <p:nvPr/>
              </p:nvSpPr>
              <p:spPr bwMode="auto">
                <a:xfrm>
                  <a:off x="12766" y="10682"/>
                  <a:ext cx="965"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NZ"/>
                </a:p>
              </p:txBody>
            </p:sp>
            <p:sp>
              <p:nvSpPr>
                <p:cNvPr id="196" name="Line 69"/>
                <p:cNvSpPr>
                  <a:spLocks noChangeShapeType="1"/>
                </p:cNvSpPr>
                <p:nvPr/>
              </p:nvSpPr>
              <p:spPr bwMode="auto">
                <a:xfrm>
                  <a:off x="12780" y="11042"/>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NZ"/>
                </a:p>
              </p:txBody>
            </p:sp>
            <p:sp>
              <p:nvSpPr>
                <p:cNvPr id="197" name="Line 70"/>
                <p:cNvSpPr>
                  <a:spLocks noChangeShapeType="1"/>
                </p:cNvSpPr>
                <p:nvPr/>
              </p:nvSpPr>
              <p:spPr bwMode="auto">
                <a:xfrm>
                  <a:off x="12764" y="11374"/>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NZ"/>
                </a:p>
              </p:txBody>
            </p:sp>
            <p:sp>
              <p:nvSpPr>
                <p:cNvPr id="198" name="Line 71"/>
                <p:cNvSpPr>
                  <a:spLocks noChangeShapeType="1"/>
                </p:cNvSpPr>
                <p:nvPr/>
              </p:nvSpPr>
              <p:spPr bwMode="auto">
                <a:xfrm>
                  <a:off x="12762" y="11675"/>
                  <a:ext cx="967"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NZ"/>
                </a:p>
              </p:txBody>
            </p:sp>
          </p:grpSp>
          <p:sp>
            <p:nvSpPr>
              <p:cNvPr id="192" name="Text Box 72"/>
              <p:cNvSpPr txBox="1">
                <a:spLocks noChangeArrowheads="1"/>
              </p:cNvSpPr>
              <p:nvPr/>
            </p:nvSpPr>
            <p:spPr bwMode="auto">
              <a:xfrm>
                <a:off x="12809" y="10193"/>
                <a:ext cx="958"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eaLnBrk="1" hangingPunct="1"/>
                <a:r>
                  <a:rPr lang="en-US" altLang="en-US" sz="1000" dirty="0">
                    <a:solidFill>
                      <a:schemeClr val="tx2"/>
                    </a:solidFill>
                    <a:latin typeface="Arial" panose="020B0604020202020204" pitchFamily="34" charset="0"/>
                  </a:rPr>
                  <a:t>Host A</a:t>
                </a:r>
                <a:endParaRPr lang="en-US" altLang="en-US" sz="2000" dirty="0">
                  <a:solidFill>
                    <a:schemeClr val="tx2"/>
                  </a:solidFill>
                </a:endParaRPr>
              </a:p>
            </p:txBody>
          </p:sp>
        </p:grpSp>
        <p:sp>
          <p:nvSpPr>
            <p:cNvPr id="21" name="Line 74"/>
            <p:cNvSpPr>
              <a:spLocks noChangeShapeType="1"/>
            </p:cNvSpPr>
            <p:nvPr/>
          </p:nvSpPr>
          <p:spPr bwMode="auto">
            <a:xfrm flipH="1">
              <a:off x="1892" y="4084"/>
              <a:ext cx="276"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NZ"/>
            </a:p>
          </p:txBody>
        </p:sp>
        <p:grpSp>
          <p:nvGrpSpPr>
            <p:cNvPr id="22" name="Group 75"/>
            <p:cNvGrpSpPr>
              <a:grpSpLocks/>
            </p:cNvGrpSpPr>
            <p:nvPr/>
          </p:nvGrpSpPr>
          <p:grpSpPr bwMode="auto">
            <a:xfrm>
              <a:off x="1448" y="3268"/>
              <a:ext cx="617" cy="947"/>
              <a:chOff x="12464" y="10193"/>
              <a:chExt cx="1481" cy="2272"/>
            </a:xfrm>
          </p:grpSpPr>
          <p:grpSp>
            <p:nvGrpSpPr>
              <p:cNvPr id="142" name="Group 76"/>
              <p:cNvGrpSpPr>
                <a:grpSpLocks/>
              </p:cNvGrpSpPr>
              <p:nvPr/>
            </p:nvGrpSpPr>
            <p:grpSpPr bwMode="auto">
              <a:xfrm>
                <a:off x="12464" y="11102"/>
                <a:ext cx="1481" cy="1363"/>
                <a:chOff x="5850" y="13487"/>
                <a:chExt cx="2023" cy="1840"/>
              </a:xfrm>
            </p:grpSpPr>
            <p:sp>
              <p:nvSpPr>
                <p:cNvPr id="151" name="Freeform 77"/>
                <p:cNvSpPr>
                  <a:spLocks/>
                </p:cNvSpPr>
                <p:nvPr/>
              </p:nvSpPr>
              <p:spPr bwMode="auto">
                <a:xfrm>
                  <a:off x="5850" y="13632"/>
                  <a:ext cx="2023" cy="1695"/>
                </a:xfrm>
                <a:custGeom>
                  <a:avLst/>
                  <a:gdLst>
                    <a:gd name="T0" fmla="*/ 570 w 2023"/>
                    <a:gd name="T1" fmla="*/ 121 h 1695"/>
                    <a:gd name="T2" fmla="*/ 575 w 2023"/>
                    <a:gd name="T3" fmla="*/ 120 h 1695"/>
                    <a:gd name="T4" fmla="*/ 586 w 2023"/>
                    <a:gd name="T5" fmla="*/ 116 h 1695"/>
                    <a:gd name="T6" fmla="*/ 607 w 2023"/>
                    <a:gd name="T7" fmla="*/ 108 h 1695"/>
                    <a:gd name="T8" fmla="*/ 636 w 2023"/>
                    <a:gd name="T9" fmla="*/ 101 h 1695"/>
                    <a:gd name="T10" fmla="*/ 672 w 2023"/>
                    <a:gd name="T11" fmla="*/ 90 h 1695"/>
                    <a:gd name="T12" fmla="*/ 718 w 2023"/>
                    <a:gd name="T13" fmla="*/ 79 h 1695"/>
                    <a:gd name="T14" fmla="*/ 771 w 2023"/>
                    <a:gd name="T15" fmla="*/ 67 h 1695"/>
                    <a:gd name="T16" fmla="*/ 834 w 2023"/>
                    <a:gd name="T17" fmla="*/ 55 h 1695"/>
                    <a:gd name="T18" fmla="*/ 904 w 2023"/>
                    <a:gd name="T19" fmla="*/ 43 h 1695"/>
                    <a:gd name="T20" fmla="*/ 982 w 2023"/>
                    <a:gd name="T21" fmla="*/ 33 h 1695"/>
                    <a:gd name="T22" fmla="*/ 1071 w 2023"/>
                    <a:gd name="T23" fmla="*/ 22 h 1695"/>
                    <a:gd name="T24" fmla="*/ 1166 w 2023"/>
                    <a:gd name="T25" fmla="*/ 13 h 1695"/>
                    <a:gd name="T26" fmla="*/ 1271 w 2023"/>
                    <a:gd name="T27" fmla="*/ 7 h 1695"/>
                    <a:gd name="T28" fmla="*/ 1384 w 2023"/>
                    <a:gd name="T29" fmla="*/ 1 h 1695"/>
                    <a:gd name="T30" fmla="*/ 1506 w 2023"/>
                    <a:gd name="T31" fmla="*/ 0 h 1695"/>
                    <a:gd name="T32" fmla="*/ 1636 w 2023"/>
                    <a:gd name="T33" fmla="*/ 1 h 1695"/>
                    <a:gd name="T34" fmla="*/ 1692 w 2023"/>
                    <a:gd name="T35" fmla="*/ 233 h 1695"/>
                    <a:gd name="T36" fmla="*/ 1713 w 2023"/>
                    <a:gd name="T37" fmla="*/ 243 h 1695"/>
                    <a:gd name="T38" fmla="*/ 1758 w 2023"/>
                    <a:gd name="T39" fmla="*/ 274 h 1695"/>
                    <a:gd name="T40" fmla="*/ 1806 w 2023"/>
                    <a:gd name="T41" fmla="*/ 329 h 1695"/>
                    <a:gd name="T42" fmla="*/ 1836 w 2023"/>
                    <a:gd name="T43" fmla="*/ 409 h 1695"/>
                    <a:gd name="T44" fmla="*/ 1955 w 2023"/>
                    <a:gd name="T45" fmla="*/ 948 h 1695"/>
                    <a:gd name="T46" fmla="*/ 2003 w 2023"/>
                    <a:gd name="T47" fmla="*/ 1171 h 1695"/>
                    <a:gd name="T48" fmla="*/ 2011 w 2023"/>
                    <a:gd name="T49" fmla="*/ 1188 h 1695"/>
                    <a:gd name="T50" fmla="*/ 2022 w 2023"/>
                    <a:gd name="T51" fmla="*/ 1231 h 1695"/>
                    <a:gd name="T52" fmla="*/ 2021 w 2023"/>
                    <a:gd name="T53" fmla="*/ 1297 h 1695"/>
                    <a:gd name="T54" fmla="*/ 1992 w 2023"/>
                    <a:gd name="T55" fmla="*/ 1380 h 1695"/>
                    <a:gd name="T56" fmla="*/ 0 w 2023"/>
                    <a:gd name="T57" fmla="*/ 1328 h 1695"/>
                    <a:gd name="T58" fmla="*/ 199 w 2023"/>
                    <a:gd name="T59" fmla="*/ 1223 h 1695"/>
                    <a:gd name="T60" fmla="*/ 200 w 2023"/>
                    <a:gd name="T61" fmla="*/ 232 h 1695"/>
                    <a:gd name="T62" fmla="*/ 210 w 2023"/>
                    <a:gd name="T63" fmla="*/ 226 h 1695"/>
                    <a:gd name="T64" fmla="*/ 230 w 2023"/>
                    <a:gd name="T65" fmla="*/ 214 h 1695"/>
                    <a:gd name="T66" fmla="*/ 259 w 2023"/>
                    <a:gd name="T67" fmla="*/ 201 h 1695"/>
                    <a:gd name="T68" fmla="*/ 297 w 2023"/>
                    <a:gd name="T69" fmla="*/ 189 h 1695"/>
                    <a:gd name="T70" fmla="*/ 344 w 2023"/>
                    <a:gd name="T71" fmla="*/ 183 h 1695"/>
                    <a:gd name="T72" fmla="*/ 399 w 2023"/>
                    <a:gd name="T73" fmla="*/ 181 h 1695"/>
                    <a:gd name="T74" fmla="*/ 464 w 2023"/>
                    <a:gd name="T75" fmla="*/ 191 h 1695"/>
                    <a:gd name="T76" fmla="*/ 548 w 2023"/>
                    <a:gd name="T77" fmla="*/ 225 h 1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023" h="1695">
                      <a:moveTo>
                        <a:pt x="548" y="225"/>
                      </a:moveTo>
                      <a:lnTo>
                        <a:pt x="570" y="121"/>
                      </a:lnTo>
                      <a:lnTo>
                        <a:pt x="571" y="121"/>
                      </a:lnTo>
                      <a:lnTo>
                        <a:pt x="575" y="120"/>
                      </a:lnTo>
                      <a:lnTo>
                        <a:pt x="580" y="118"/>
                      </a:lnTo>
                      <a:lnTo>
                        <a:pt x="586" y="116"/>
                      </a:lnTo>
                      <a:lnTo>
                        <a:pt x="596" y="112"/>
                      </a:lnTo>
                      <a:lnTo>
                        <a:pt x="607" y="108"/>
                      </a:lnTo>
                      <a:lnTo>
                        <a:pt x="620" y="105"/>
                      </a:lnTo>
                      <a:lnTo>
                        <a:pt x="636" y="101"/>
                      </a:lnTo>
                      <a:lnTo>
                        <a:pt x="653" y="95"/>
                      </a:lnTo>
                      <a:lnTo>
                        <a:pt x="672" y="90"/>
                      </a:lnTo>
                      <a:lnTo>
                        <a:pt x="694" y="84"/>
                      </a:lnTo>
                      <a:lnTo>
                        <a:pt x="718" y="79"/>
                      </a:lnTo>
                      <a:lnTo>
                        <a:pt x="743" y="74"/>
                      </a:lnTo>
                      <a:lnTo>
                        <a:pt x="771" y="67"/>
                      </a:lnTo>
                      <a:lnTo>
                        <a:pt x="802" y="61"/>
                      </a:lnTo>
                      <a:lnTo>
                        <a:pt x="834" y="55"/>
                      </a:lnTo>
                      <a:lnTo>
                        <a:pt x="867" y="49"/>
                      </a:lnTo>
                      <a:lnTo>
                        <a:pt x="904" y="43"/>
                      </a:lnTo>
                      <a:lnTo>
                        <a:pt x="943" y="38"/>
                      </a:lnTo>
                      <a:lnTo>
                        <a:pt x="982" y="33"/>
                      </a:lnTo>
                      <a:lnTo>
                        <a:pt x="1025" y="27"/>
                      </a:lnTo>
                      <a:lnTo>
                        <a:pt x="1071" y="22"/>
                      </a:lnTo>
                      <a:lnTo>
                        <a:pt x="1117" y="17"/>
                      </a:lnTo>
                      <a:lnTo>
                        <a:pt x="1166" y="13"/>
                      </a:lnTo>
                      <a:lnTo>
                        <a:pt x="1218" y="10"/>
                      </a:lnTo>
                      <a:lnTo>
                        <a:pt x="1271" y="7"/>
                      </a:lnTo>
                      <a:lnTo>
                        <a:pt x="1327" y="3"/>
                      </a:lnTo>
                      <a:lnTo>
                        <a:pt x="1384" y="1"/>
                      </a:lnTo>
                      <a:lnTo>
                        <a:pt x="1444" y="0"/>
                      </a:lnTo>
                      <a:lnTo>
                        <a:pt x="1506" y="0"/>
                      </a:lnTo>
                      <a:lnTo>
                        <a:pt x="1570" y="0"/>
                      </a:lnTo>
                      <a:lnTo>
                        <a:pt x="1636" y="1"/>
                      </a:lnTo>
                      <a:lnTo>
                        <a:pt x="1709" y="41"/>
                      </a:lnTo>
                      <a:lnTo>
                        <a:pt x="1692" y="233"/>
                      </a:lnTo>
                      <a:lnTo>
                        <a:pt x="1698" y="235"/>
                      </a:lnTo>
                      <a:lnTo>
                        <a:pt x="1713" y="243"/>
                      </a:lnTo>
                      <a:lnTo>
                        <a:pt x="1733" y="256"/>
                      </a:lnTo>
                      <a:lnTo>
                        <a:pt x="1758" y="274"/>
                      </a:lnTo>
                      <a:lnTo>
                        <a:pt x="1784" y="299"/>
                      </a:lnTo>
                      <a:lnTo>
                        <a:pt x="1806" y="329"/>
                      </a:lnTo>
                      <a:lnTo>
                        <a:pt x="1825" y="366"/>
                      </a:lnTo>
                      <a:lnTo>
                        <a:pt x="1836" y="409"/>
                      </a:lnTo>
                      <a:lnTo>
                        <a:pt x="1999" y="557"/>
                      </a:lnTo>
                      <a:lnTo>
                        <a:pt x="1955" y="948"/>
                      </a:lnTo>
                      <a:lnTo>
                        <a:pt x="1692" y="1080"/>
                      </a:lnTo>
                      <a:lnTo>
                        <a:pt x="2003" y="1171"/>
                      </a:lnTo>
                      <a:lnTo>
                        <a:pt x="2006" y="1176"/>
                      </a:lnTo>
                      <a:lnTo>
                        <a:pt x="2011" y="1188"/>
                      </a:lnTo>
                      <a:lnTo>
                        <a:pt x="2016" y="1206"/>
                      </a:lnTo>
                      <a:lnTo>
                        <a:pt x="2022" y="1231"/>
                      </a:lnTo>
                      <a:lnTo>
                        <a:pt x="2023" y="1261"/>
                      </a:lnTo>
                      <a:lnTo>
                        <a:pt x="2021" y="1297"/>
                      </a:lnTo>
                      <a:lnTo>
                        <a:pt x="2010" y="1337"/>
                      </a:lnTo>
                      <a:lnTo>
                        <a:pt x="1992" y="1380"/>
                      </a:lnTo>
                      <a:lnTo>
                        <a:pt x="1171" y="1695"/>
                      </a:lnTo>
                      <a:lnTo>
                        <a:pt x="0" y="1328"/>
                      </a:lnTo>
                      <a:lnTo>
                        <a:pt x="20" y="1285"/>
                      </a:lnTo>
                      <a:lnTo>
                        <a:pt x="199" y="1223"/>
                      </a:lnTo>
                      <a:lnTo>
                        <a:pt x="199" y="233"/>
                      </a:lnTo>
                      <a:lnTo>
                        <a:pt x="200" y="232"/>
                      </a:lnTo>
                      <a:lnTo>
                        <a:pt x="204" y="229"/>
                      </a:lnTo>
                      <a:lnTo>
                        <a:pt x="210" y="226"/>
                      </a:lnTo>
                      <a:lnTo>
                        <a:pt x="218" y="220"/>
                      </a:lnTo>
                      <a:lnTo>
                        <a:pt x="230" y="214"/>
                      </a:lnTo>
                      <a:lnTo>
                        <a:pt x="243" y="207"/>
                      </a:lnTo>
                      <a:lnTo>
                        <a:pt x="259" y="201"/>
                      </a:lnTo>
                      <a:lnTo>
                        <a:pt x="277" y="194"/>
                      </a:lnTo>
                      <a:lnTo>
                        <a:pt x="297" y="189"/>
                      </a:lnTo>
                      <a:lnTo>
                        <a:pt x="320" y="185"/>
                      </a:lnTo>
                      <a:lnTo>
                        <a:pt x="344" y="183"/>
                      </a:lnTo>
                      <a:lnTo>
                        <a:pt x="370" y="180"/>
                      </a:lnTo>
                      <a:lnTo>
                        <a:pt x="399" y="181"/>
                      </a:lnTo>
                      <a:lnTo>
                        <a:pt x="430" y="185"/>
                      </a:lnTo>
                      <a:lnTo>
                        <a:pt x="464" y="191"/>
                      </a:lnTo>
                      <a:lnTo>
                        <a:pt x="498" y="201"/>
                      </a:lnTo>
                      <a:lnTo>
                        <a:pt x="548" y="225"/>
                      </a:lnTo>
                      <a:close/>
                    </a:path>
                  </a:pathLst>
                </a:custGeom>
                <a:solidFill>
                  <a:srgbClr val="96969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52" name="Freeform 78"/>
                <p:cNvSpPr>
                  <a:spLocks/>
                </p:cNvSpPr>
                <p:nvPr/>
              </p:nvSpPr>
              <p:spPr bwMode="auto">
                <a:xfrm>
                  <a:off x="6551" y="13597"/>
                  <a:ext cx="650" cy="735"/>
                </a:xfrm>
                <a:custGeom>
                  <a:avLst/>
                  <a:gdLst>
                    <a:gd name="T0" fmla="*/ 645 w 650"/>
                    <a:gd name="T1" fmla="*/ 27 h 735"/>
                    <a:gd name="T2" fmla="*/ 642 w 650"/>
                    <a:gd name="T3" fmla="*/ 26 h 735"/>
                    <a:gd name="T4" fmla="*/ 631 w 650"/>
                    <a:gd name="T5" fmla="*/ 23 h 735"/>
                    <a:gd name="T6" fmla="*/ 615 w 650"/>
                    <a:gd name="T7" fmla="*/ 19 h 735"/>
                    <a:gd name="T8" fmla="*/ 592 w 650"/>
                    <a:gd name="T9" fmla="*/ 15 h 735"/>
                    <a:gd name="T10" fmla="*/ 565 w 650"/>
                    <a:gd name="T11" fmla="*/ 10 h 735"/>
                    <a:gd name="T12" fmla="*/ 533 w 650"/>
                    <a:gd name="T13" fmla="*/ 6 h 735"/>
                    <a:gd name="T14" fmla="*/ 496 w 650"/>
                    <a:gd name="T15" fmla="*/ 3 h 735"/>
                    <a:gd name="T16" fmla="*/ 456 w 650"/>
                    <a:gd name="T17" fmla="*/ 1 h 735"/>
                    <a:gd name="T18" fmla="*/ 411 w 650"/>
                    <a:gd name="T19" fmla="*/ 0 h 735"/>
                    <a:gd name="T20" fmla="*/ 364 w 650"/>
                    <a:gd name="T21" fmla="*/ 2 h 735"/>
                    <a:gd name="T22" fmla="*/ 315 w 650"/>
                    <a:gd name="T23" fmla="*/ 6 h 735"/>
                    <a:gd name="T24" fmla="*/ 262 w 650"/>
                    <a:gd name="T25" fmla="*/ 15 h 735"/>
                    <a:gd name="T26" fmla="*/ 209 w 650"/>
                    <a:gd name="T27" fmla="*/ 26 h 735"/>
                    <a:gd name="T28" fmla="*/ 154 w 650"/>
                    <a:gd name="T29" fmla="*/ 42 h 735"/>
                    <a:gd name="T30" fmla="*/ 98 w 650"/>
                    <a:gd name="T31" fmla="*/ 61 h 735"/>
                    <a:gd name="T32" fmla="*/ 42 w 650"/>
                    <a:gd name="T33" fmla="*/ 87 h 735"/>
                    <a:gd name="T34" fmla="*/ 38 w 650"/>
                    <a:gd name="T35" fmla="*/ 101 h 735"/>
                    <a:gd name="T36" fmla="*/ 28 w 650"/>
                    <a:gd name="T37" fmla="*/ 141 h 735"/>
                    <a:gd name="T38" fmla="*/ 17 w 650"/>
                    <a:gd name="T39" fmla="*/ 203 h 735"/>
                    <a:gd name="T40" fmla="*/ 6 w 650"/>
                    <a:gd name="T41" fmla="*/ 283 h 735"/>
                    <a:gd name="T42" fmla="*/ 0 w 650"/>
                    <a:gd name="T43" fmla="*/ 378 h 735"/>
                    <a:gd name="T44" fmla="*/ 5 w 650"/>
                    <a:gd name="T45" fmla="*/ 484 h 735"/>
                    <a:gd name="T46" fmla="*/ 21 w 650"/>
                    <a:gd name="T47" fmla="*/ 599 h 735"/>
                    <a:gd name="T48" fmla="*/ 54 w 650"/>
                    <a:gd name="T49" fmla="*/ 716 h 735"/>
                    <a:gd name="T50" fmla="*/ 58 w 650"/>
                    <a:gd name="T51" fmla="*/ 716 h 735"/>
                    <a:gd name="T52" fmla="*/ 66 w 650"/>
                    <a:gd name="T53" fmla="*/ 715 h 735"/>
                    <a:gd name="T54" fmla="*/ 80 w 650"/>
                    <a:gd name="T55" fmla="*/ 713 h 735"/>
                    <a:gd name="T56" fmla="*/ 99 w 650"/>
                    <a:gd name="T57" fmla="*/ 712 h 735"/>
                    <a:gd name="T58" fmla="*/ 124 w 650"/>
                    <a:gd name="T59" fmla="*/ 710 h 735"/>
                    <a:gd name="T60" fmla="*/ 153 w 650"/>
                    <a:gd name="T61" fmla="*/ 708 h 735"/>
                    <a:gd name="T62" fmla="*/ 188 w 650"/>
                    <a:gd name="T63" fmla="*/ 707 h 735"/>
                    <a:gd name="T64" fmla="*/ 225 w 650"/>
                    <a:gd name="T65" fmla="*/ 706 h 735"/>
                    <a:gd name="T66" fmla="*/ 267 w 650"/>
                    <a:gd name="T67" fmla="*/ 705 h 735"/>
                    <a:gd name="T68" fmla="*/ 313 w 650"/>
                    <a:gd name="T69" fmla="*/ 706 h 735"/>
                    <a:gd name="T70" fmla="*/ 362 w 650"/>
                    <a:gd name="T71" fmla="*/ 707 h 735"/>
                    <a:gd name="T72" fmla="*/ 415 w 650"/>
                    <a:gd name="T73" fmla="*/ 709 h 735"/>
                    <a:gd name="T74" fmla="*/ 470 w 650"/>
                    <a:gd name="T75" fmla="*/ 713 h 735"/>
                    <a:gd name="T76" fmla="*/ 528 w 650"/>
                    <a:gd name="T77" fmla="*/ 719 h 735"/>
                    <a:gd name="T78" fmla="*/ 588 w 650"/>
                    <a:gd name="T79" fmla="*/ 726 h 735"/>
                    <a:gd name="T80" fmla="*/ 650 w 650"/>
                    <a:gd name="T81" fmla="*/ 735 h 735"/>
                    <a:gd name="T82" fmla="*/ 647 w 650"/>
                    <a:gd name="T83" fmla="*/ 713 h 735"/>
                    <a:gd name="T84" fmla="*/ 641 w 650"/>
                    <a:gd name="T85" fmla="*/ 655 h 735"/>
                    <a:gd name="T86" fmla="*/ 631 w 650"/>
                    <a:gd name="T87" fmla="*/ 568 h 735"/>
                    <a:gd name="T88" fmla="*/ 623 w 650"/>
                    <a:gd name="T89" fmla="*/ 462 h 735"/>
                    <a:gd name="T90" fmla="*/ 618 w 650"/>
                    <a:gd name="T91" fmla="*/ 345 h 735"/>
                    <a:gd name="T92" fmla="*/ 618 w 650"/>
                    <a:gd name="T93" fmla="*/ 229 h 735"/>
                    <a:gd name="T94" fmla="*/ 627 w 650"/>
                    <a:gd name="T95" fmla="*/ 119 h 735"/>
                    <a:gd name="T96" fmla="*/ 645 w 650"/>
                    <a:gd name="T97" fmla="*/ 27 h 7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50" h="735">
                      <a:moveTo>
                        <a:pt x="645" y="27"/>
                      </a:moveTo>
                      <a:lnTo>
                        <a:pt x="642" y="26"/>
                      </a:lnTo>
                      <a:lnTo>
                        <a:pt x="631" y="23"/>
                      </a:lnTo>
                      <a:lnTo>
                        <a:pt x="615" y="19"/>
                      </a:lnTo>
                      <a:lnTo>
                        <a:pt x="592" y="15"/>
                      </a:lnTo>
                      <a:lnTo>
                        <a:pt x="565" y="10"/>
                      </a:lnTo>
                      <a:lnTo>
                        <a:pt x="533" y="6"/>
                      </a:lnTo>
                      <a:lnTo>
                        <a:pt x="496" y="3"/>
                      </a:lnTo>
                      <a:lnTo>
                        <a:pt x="456" y="1"/>
                      </a:lnTo>
                      <a:lnTo>
                        <a:pt x="411" y="0"/>
                      </a:lnTo>
                      <a:lnTo>
                        <a:pt x="364" y="2"/>
                      </a:lnTo>
                      <a:lnTo>
                        <a:pt x="315" y="6"/>
                      </a:lnTo>
                      <a:lnTo>
                        <a:pt x="262" y="15"/>
                      </a:lnTo>
                      <a:lnTo>
                        <a:pt x="209" y="26"/>
                      </a:lnTo>
                      <a:lnTo>
                        <a:pt x="154" y="42"/>
                      </a:lnTo>
                      <a:lnTo>
                        <a:pt x="98" y="61"/>
                      </a:lnTo>
                      <a:lnTo>
                        <a:pt x="42" y="87"/>
                      </a:lnTo>
                      <a:lnTo>
                        <a:pt x="38" y="101"/>
                      </a:lnTo>
                      <a:lnTo>
                        <a:pt x="28" y="141"/>
                      </a:lnTo>
                      <a:lnTo>
                        <a:pt x="17" y="203"/>
                      </a:lnTo>
                      <a:lnTo>
                        <a:pt x="6" y="283"/>
                      </a:lnTo>
                      <a:lnTo>
                        <a:pt x="0" y="378"/>
                      </a:lnTo>
                      <a:lnTo>
                        <a:pt x="5" y="484"/>
                      </a:lnTo>
                      <a:lnTo>
                        <a:pt x="21" y="599"/>
                      </a:lnTo>
                      <a:lnTo>
                        <a:pt x="54" y="716"/>
                      </a:lnTo>
                      <a:lnTo>
                        <a:pt x="58" y="716"/>
                      </a:lnTo>
                      <a:lnTo>
                        <a:pt x="66" y="715"/>
                      </a:lnTo>
                      <a:lnTo>
                        <a:pt x="80" y="713"/>
                      </a:lnTo>
                      <a:lnTo>
                        <a:pt x="99" y="712"/>
                      </a:lnTo>
                      <a:lnTo>
                        <a:pt x="124" y="710"/>
                      </a:lnTo>
                      <a:lnTo>
                        <a:pt x="153" y="708"/>
                      </a:lnTo>
                      <a:lnTo>
                        <a:pt x="188" y="707"/>
                      </a:lnTo>
                      <a:lnTo>
                        <a:pt x="225" y="706"/>
                      </a:lnTo>
                      <a:lnTo>
                        <a:pt x="267" y="705"/>
                      </a:lnTo>
                      <a:lnTo>
                        <a:pt x="313" y="706"/>
                      </a:lnTo>
                      <a:lnTo>
                        <a:pt x="362" y="707"/>
                      </a:lnTo>
                      <a:lnTo>
                        <a:pt x="415" y="709"/>
                      </a:lnTo>
                      <a:lnTo>
                        <a:pt x="470" y="713"/>
                      </a:lnTo>
                      <a:lnTo>
                        <a:pt x="528" y="719"/>
                      </a:lnTo>
                      <a:lnTo>
                        <a:pt x="588" y="726"/>
                      </a:lnTo>
                      <a:lnTo>
                        <a:pt x="650" y="735"/>
                      </a:lnTo>
                      <a:lnTo>
                        <a:pt x="647" y="713"/>
                      </a:lnTo>
                      <a:lnTo>
                        <a:pt x="641" y="655"/>
                      </a:lnTo>
                      <a:lnTo>
                        <a:pt x="631" y="568"/>
                      </a:lnTo>
                      <a:lnTo>
                        <a:pt x="623" y="462"/>
                      </a:lnTo>
                      <a:lnTo>
                        <a:pt x="618" y="345"/>
                      </a:lnTo>
                      <a:lnTo>
                        <a:pt x="618" y="229"/>
                      </a:lnTo>
                      <a:lnTo>
                        <a:pt x="627" y="119"/>
                      </a:lnTo>
                      <a:lnTo>
                        <a:pt x="645" y="27"/>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53" name="Freeform 79"/>
                <p:cNvSpPr>
                  <a:spLocks/>
                </p:cNvSpPr>
                <p:nvPr/>
              </p:nvSpPr>
              <p:spPr bwMode="auto">
                <a:xfrm>
                  <a:off x="6623" y="13797"/>
                  <a:ext cx="1071" cy="731"/>
                </a:xfrm>
                <a:custGeom>
                  <a:avLst/>
                  <a:gdLst>
                    <a:gd name="T0" fmla="*/ 6 w 1071"/>
                    <a:gd name="T1" fmla="*/ 552 h 731"/>
                    <a:gd name="T2" fmla="*/ 0 w 1071"/>
                    <a:gd name="T3" fmla="*/ 642 h 731"/>
                    <a:gd name="T4" fmla="*/ 698 w 1071"/>
                    <a:gd name="T5" fmla="*/ 731 h 731"/>
                    <a:gd name="T6" fmla="*/ 703 w 1071"/>
                    <a:gd name="T7" fmla="*/ 729 h 731"/>
                    <a:gd name="T8" fmla="*/ 717 w 1071"/>
                    <a:gd name="T9" fmla="*/ 722 h 731"/>
                    <a:gd name="T10" fmla="*/ 740 w 1071"/>
                    <a:gd name="T11" fmla="*/ 710 h 731"/>
                    <a:gd name="T12" fmla="*/ 768 w 1071"/>
                    <a:gd name="T13" fmla="*/ 694 h 731"/>
                    <a:gd name="T14" fmla="*/ 801 w 1071"/>
                    <a:gd name="T15" fmla="*/ 672 h 731"/>
                    <a:gd name="T16" fmla="*/ 838 w 1071"/>
                    <a:gd name="T17" fmla="*/ 645 h 731"/>
                    <a:gd name="T18" fmla="*/ 876 w 1071"/>
                    <a:gd name="T19" fmla="*/ 614 h 731"/>
                    <a:gd name="T20" fmla="*/ 915 w 1071"/>
                    <a:gd name="T21" fmla="*/ 577 h 731"/>
                    <a:gd name="T22" fmla="*/ 953 w 1071"/>
                    <a:gd name="T23" fmla="*/ 536 h 731"/>
                    <a:gd name="T24" fmla="*/ 988 w 1071"/>
                    <a:gd name="T25" fmla="*/ 491 h 731"/>
                    <a:gd name="T26" fmla="*/ 1018 w 1071"/>
                    <a:gd name="T27" fmla="*/ 439 h 731"/>
                    <a:gd name="T28" fmla="*/ 1043 w 1071"/>
                    <a:gd name="T29" fmla="*/ 383 h 731"/>
                    <a:gd name="T30" fmla="*/ 1061 w 1071"/>
                    <a:gd name="T31" fmla="*/ 322 h 731"/>
                    <a:gd name="T32" fmla="*/ 1071 w 1071"/>
                    <a:gd name="T33" fmla="*/ 255 h 731"/>
                    <a:gd name="T34" fmla="*/ 1070 w 1071"/>
                    <a:gd name="T35" fmla="*/ 185 h 731"/>
                    <a:gd name="T36" fmla="*/ 1057 w 1071"/>
                    <a:gd name="T37" fmla="*/ 108 h 731"/>
                    <a:gd name="T38" fmla="*/ 1055 w 1071"/>
                    <a:gd name="T39" fmla="*/ 104 h 731"/>
                    <a:gd name="T40" fmla="*/ 1049 w 1071"/>
                    <a:gd name="T41" fmla="*/ 92 h 731"/>
                    <a:gd name="T42" fmla="*/ 1037 w 1071"/>
                    <a:gd name="T43" fmla="*/ 76 h 731"/>
                    <a:gd name="T44" fmla="*/ 1022 w 1071"/>
                    <a:gd name="T45" fmla="*/ 57 h 731"/>
                    <a:gd name="T46" fmla="*/ 1002 w 1071"/>
                    <a:gd name="T47" fmla="*/ 37 h 731"/>
                    <a:gd name="T48" fmla="*/ 979 w 1071"/>
                    <a:gd name="T49" fmla="*/ 20 h 731"/>
                    <a:gd name="T50" fmla="*/ 951 w 1071"/>
                    <a:gd name="T51" fmla="*/ 7 h 731"/>
                    <a:gd name="T52" fmla="*/ 919 w 1071"/>
                    <a:gd name="T53" fmla="*/ 0 h 731"/>
                    <a:gd name="T54" fmla="*/ 924 w 1071"/>
                    <a:gd name="T55" fmla="*/ 12 h 731"/>
                    <a:gd name="T56" fmla="*/ 934 w 1071"/>
                    <a:gd name="T57" fmla="*/ 44 h 731"/>
                    <a:gd name="T58" fmla="*/ 947 w 1071"/>
                    <a:gd name="T59" fmla="*/ 94 h 731"/>
                    <a:gd name="T60" fmla="*/ 958 w 1071"/>
                    <a:gd name="T61" fmla="*/ 159 h 731"/>
                    <a:gd name="T62" fmla="*/ 961 w 1071"/>
                    <a:gd name="T63" fmla="*/ 238 h 731"/>
                    <a:gd name="T64" fmla="*/ 953 w 1071"/>
                    <a:gd name="T65" fmla="*/ 324 h 731"/>
                    <a:gd name="T66" fmla="*/ 928 w 1071"/>
                    <a:gd name="T67" fmla="*/ 418 h 731"/>
                    <a:gd name="T68" fmla="*/ 884 w 1071"/>
                    <a:gd name="T69" fmla="*/ 516 h 731"/>
                    <a:gd name="T70" fmla="*/ 883 w 1071"/>
                    <a:gd name="T71" fmla="*/ 518 h 731"/>
                    <a:gd name="T72" fmla="*/ 879 w 1071"/>
                    <a:gd name="T73" fmla="*/ 521 h 731"/>
                    <a:gd name="T74" fmla="*/ 872 w 1071"/>
                    <a:gd name="T75" fmla="*/ 526 h 731"/>
                    <a:gd name="T76" fmla="*/ 862 w 1071"/>
                    <a:gd name="T77" fmla="*/ 534 h 731"/>
                    <a:gd name="T78" fmla="*/ 851 w 1071"/>
                    <a:gd name="T79" fmla="*/ 541 h 731"/>
                    <a:gd name="T80" fmla="*/ 837 w 1071"/>
                    <a:gd name="T81" fmla="*/ 550 h 731"/>
                    <a:gd name="T82" fmla="*/ 819 w 1071"/>
                    <a:gd name="T83" fmla="*/ 559 h 731"/>
                    <a:gd name="T84" fmla="*/ 800 w 1071"/>
                    <a:gd name="T85" fmla="*/ 567 h 731"/>
                    <a:gd name="T86" fmla="*/ 778 w 1071"/>
                    <a:gd name="T87" fmla="*/ 575 h 731"/>
                    <a:gd name="T88" fmla="*/ 754 w 1071"/>
                    <a:gd name="T89" fmla="*/ 582 h 731"/>
                    <a:gd name="T90" fmla="*/ 727 w 1071"/>
                    <a:gd name="T91" fmla="*/ 588 h 731"/>
                    <a:gd name="T92" fmla="*/ 697 w 1071"/>
                    <a:gd name="T93" fmla="*/ 592 h 731"/>
                    <a:gd name="T94" fmla="*/ 666 w 1071"/>
                    <a:gd name="T95" fmla="*/ 593 h 731"/>
                    <a:gd name="T96" fmla="*/ 631 w 1071"/>
                    <a:gd name="T97" fmla="*/ 592 h 731"/>
                    <a:gd name="T98" fmla="*/ 593 w 1071"/>
                    <a:gd name="T99" fmla="*/ 589 h 731"/>
                    <a:gd name="T100" fmla="*/ 555 w 1071"/>
                    <a:gd name="T101" fmla="*/ 581 h 731"/>
                    <a:gd name="T102" fmla="*/ 555 w 1071"/>
                    <a:gd name="T103" fmla="*/ 677 h 731"/>
                    <a:gd name="T104" fmla="*/ 24 w 1071"/>
                    <a:gd name="T105" fmla="*/ 623 h 731"/>
                    <a:gd name="T106" fmla="*/ 6 w 1071"/>
                    <a:gd name="T107" fmla="*/ 552 h 7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71" h="731">
                      <a:moveTo>
                        <a:pt x="6" y="552"/>
                      </a:moveTo>
                      <a:lnTo>
                        <a:pt x="0" y="642"/>
                      </a:lnTo>
                      <a:lnTo>
                        <a:pt x="698" y="731"/>
                      </a:lnTo>
                      <a:lnTo>
                        <a:pt x="703" y="729"/>
                      </a:lnTo>
                      <a:lnTo>
                        <a:pt x="717" y="722"/>
                      </a:lnTo>
                      <a:lnTo>
                        <a:pt x="740" y="710"/>
                      </a:lnTo>
                      <a:lnTo>
                        <a:pt x="768" y="694"/>
                      </a:lnTo>
                      <a:lnTo>
                        <a:pt x="801" y="672"/>
                      </a:lnTo>
                      <a:lnTo>
                        <a:pt x="838" y="645"/>
                      </a:lnTo>
                      <a:lnTo>
                        <a:pt x="876" y="614"/>
                      </a:lnTo>
                      <a:lnTo>
                        <a:pt x="915" y="577"/>
                      </a:lnTo>
                      <a:lnTo>
                        <a:pt x="953" y="536"/>
                      </a:lnTo>
                      <a:lnTo>
                        <a:pt x="988" y="491"/>
                      </a:lnTo>
                      <a:lnTo>
                        <a:pt x="1018" y="439"/>
                      </a:lnTo>
                      <a:lnTo>
                        <a:pt x="1043" y="383"/>
                      </a:lnTo>
                      <a:lnTo>
                        <a:pt x="1061" y="322"/>
                      </a:lnTo>
                      <a:lnTo>
                        <a:pt x="1071" y="255"/>
                      </a:lnTo>
                      <a:lnTo>
                        <a:pt x="1070" y="185"/>
                      </a:lnTo>
                      <a:lnTo>
                        <a:pt x="1057" y="108"/>
                      </a:lnTo>
                      <a:lnTo>
                        <a:pt x="1055" y="104"/>
                      </a:lnTo>
                      <a:lnTo>
                        <a:pt x="1049" y="92"/>
                      </a:lnTo>
                      <a:lnTo>
                        <a:pt x="1037" y="76"/>
                      </a:lnTo>
                      <a:lnTo>
                        <a:pt x="1022" y="57"/>
                      </a:lnTo>
                      <a:lnTo>
                        <a:pt x="1002" y="37"/>
                      </a:lnTo>
                      <a:lnTo>
                        <a:pt x="979" y="20"/>
                      </a:lnTo>
                      <a:lnTo>
                        <a:pt x="951" y="7"/>
                      </a:lnTo>
                      <a:lnTo>
                        <a:pt x="919" y="0"/>
                      </a:lnTo>
                      <a:lnTo>
                        <a:pt x="924" y="12"/>
                      </a:lnTo>
                      <a:lnTo>
                        <a:pt x="934" y="44"/>
                      </a:lnTo>
                      <a:lnTo>
                        <a:pt x="947" y="94"/>
                      </a:lnTo>
                      <a:lnTo>
                        <a:pt x="958" y="159"/>
                      </a:lnTo>
                      <a:lnTo>
                        <a:pt x="961" y="238"/>
                      </a:lnTo>
                      <a:lnTo>
                        <a:pt x="953" y="324"/>
                      </a:lnTo>
                      <a:lnTo>
                        <a:pt x="928" y="418"/>
                      </a:lnTo>
                      <a:lnTo>
                        <a:pt x="884" y="516"/>
                      </a:lnTo>
                      <a:lnTo>
                        <a:pt x="883" y="518"/>
                      </a:lnTo>
                      <a:lnTo>
                        <a:pt x="879" y="521"/>
                      </a:lnTo>
                      <a:lnTo>
                        <a:pt x="872" y="526"/>
                      </a:lnTo>
                      <a:lnTo>
                        <a:pt x="862" y="534"/>
                      </a:lnTo>
                      <a:lnTo>
                        <a:pt x="851" y="541"/>
                      </a:lnTo>
                      <a:lnTo>
                        <a:pt x="837" y="550"/>
                      </a:lnTo>
                      <a:lnTo>
                        <a:pt x="819" y="559"/>
                      </a:lnTo>
                      <a:lnTo>
                        <a:pt x="800" y="567"/>
                      </a:lnTo>
                      <a:lnTo>
                        <a:pt x="778" y="575"/>
                      </a:lnTo>
                      <a:lnTo>
                        <a:pt x="754" y="582"/>
                      </a:lnTo>
                      <a:lnTo>
                        <a:pt x="727" y="588"/>
                      </a:lnTo>
                      <a:lnTo>
                        <a:pt x="697" y="592"/>
                      </a:lnTo>
                      <a:lnTo>
                        <a:pt x="666" y="593"/>
                      </a:lnTo>
                      <a:lnTo>
                        <a:pt x="631" y="592"/>
                      </a:lnTo>
                      <a:lnTo>
                        <a:pt x="593" y="589"/>
                      </a:lnTo>
                      <a:lnTo>
                        <a:pt x="555" y="581"/>
                      </a:lnTo>
                      <a:lnTo>
                        <a:pt x="555" y="677"/>
                      </a:lnTo>
                      <a:lnTo>
                        <a:pt x="24" y="623"/>
                      </a:lnTo>
                      <a:lnTo>
                        <a:pt x="6" y="55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54" name="Freeform 80"/>
                <p:cNvSpPr>
                  <a:spLocks/>
                </p:cNvSpPr>
                <p:nvPr/>
              </p:nvSpPr>
              <p:spPr bwMode="auto">
                <a:xfrm>
                  <a:off x="6486" y="14516"/>
                  <a:ext cx="787" cy="253"/>
                </a:xfrm>
                <a:custGeom>
                  <a:avLst/>
                  <a:gdLst>
                    <a:gd name="T0" fmla="*/ 787 w 787"/>
                    <a:gd name="T1" fmla="*/ 91 h 253"/>
                    <a:gd name="T2" fmla="*/ 12 w 787"/>
                    <a:gd name="T3" fmla="*/ 0 h 253"/>
                    <a:gd name="T4" fmla="*/ 0 w 787"/>
                    <a:gd name="T5" fmla="*/ 91 h 253"/>
                    <a:gd name="T6" fmla="*/ 764 w 787"/>
                    <a:gd name="T7" fmla="*/ 253 h 253"/>
                    <a:gd name="T8" fmla="*/ 787 w 787"/>
                    <a:gd name="T9" fmla="*/ 91 h 253"/>
                  </a:gdLst>
                  <a:ahLst/>
                  <a:cxnLst>
                    <a:cxn ang="0">
                      <a:pos x="T0" y="T1"/>
                    </a:cxn>
                    <a:cxn ang="0">
                      <a:pos x="T2" y="T3"/>
                    </a:cxn>
                    <a:cxn ang="0">
                      <a:pos x="T4" y="T5"/>
                    </a:cxn>
                    <a:cxn ang="0">
                      <a:pos x="T6" y="T7"/>
                    </a:cxn>
                    <a:cxn ang="0">
                      <a:pos x="T8" y="T9"/>
                    </a:cxn>
                  </a:cxnLst>
                  <a:rect l="0" t="0" r="r" b="b"/>
                  <a:pathLst>
                    <a:path w="787" h="253">
                      <a:moveTo>
                        <a:pt x="787" y="91"/>
                      </a:moveTo>
                      <a:lnTo>
                        <a:pt x="12" y="0"/>
                      </a:lnTo>
                      <a:lnTo>
                        <a:pt x="0" y="91"/>
                      </a:lnTo>
                      <a:lnTo>
                        <a:pt x="764" y="253"/>
                      </a:lnTo>
                      <a:lnTo>
                        <a:pt x="787" y="9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55" name="Freeform 81"/>
                <p:cNvSpPr>
                  <a:spLocks/>
                </p:cNvSpPr>
                <p:nvPr/>
              </p:nvSpPr>
              <p:spPr bwMode="auto">
                <a:xfrm>
                  <a:off x="6879" y="14597"/>
                  <a:ext cx="336" cy="115"/>
                </a:xfrm>
                <a:custGeom>
                  <a:avLst/>
                  <a:gdLst>
                    <a:gd name="T0" fmla="*/ 336 w 336"/>
                    <a:gd name="T1" fmla="*/ 50 h 115"/>
                    <a:gd name="T2" fmla="*/ 4 w 336"/>
                    <a:gd name="T3" fmla="*/ 0 h 115"/>
                    <a:gd name="T4" fmla="*/ 0 w 336"/>
                    <a:gd name="T5" fmla="*/ 48 h 115"/>
                    <a:gd name="T6" fmla="*/ 327 w 336"/>
                    <a:gd name="T7" fmla="*/ 115 h 115"/>
                    <a:gd name="T8" fmla="*/ 336 w 336"/>
                    <a:gd name="T9" fmla="*/ 50 h 115"/>
                  </a:gdLst>
                  <a:ahLst/>
                  <a:cxnLst>
                    <a:cxn ang="0">
                      <a:pos x="T0" y="T1"/>
                    </a:cxn>
                    <a:cxn ang="0">
                      <a:pos x="T2" y="T3"/>
                    </a:cxn>
                    <a:cxn ang="0">
                      <a:pos x="T4" y="T5"/>
                    </a:cxn>
                    <a:cxn ang="0">
                      <a:pos x="T6" y="T7"/>
                    </a:cxn>
                    <a:cxn ang="0">
                      <a:pos x="T8" y="T9"/>
                    </a:cxn>
                  </a:cxnLst>
                  <a:rect l="0" t="0" r="r" b="b"/>
                  <a:pathLst>
                    <a:path w="336" h="115">
                      <a:moveTo>
                        <a:pt x="336" y="50"/>
                      </a:moveTo>
                      <a:lnTo>
                        <a:pt x="4" y="0"/>
                      </a:lnTo>
                      <a:lnTo>
                        <a:pt x="0" y="48"/>
                      </a:lnTo>
                      <a:lnTo>
                        <a:pt x="327" y="115"/>
                      </a:lnTo>
                      <a:lnTo>
                        <a:pt x="336" y="5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56" name="Freeform 82"/>
                <p:cNvSpPr>
                  <a:spLocks/>
                </p:cNvSpPr>
                <p:nvPr/>
              </p:nvSpPr>
              <p:spPr bwMode="auto">
                <a:xfrm>
                  <a:off x="6536" y="14540"/>
                  <a:ext cx="225" cy="85"/>
                </a:xfrm>
                <a:custGeom>
                  <a:avLst/>
                  <a:gdLst>
                    <a:gd name="T0" fmla="*/ 225 w 225"/>
                    <a:gd name="T1" fmla="*/ 39 h 85"/>
                    <a:gd name="T2" fmla="*/ 0 w 225"/>
                    <a:gd name="T3" fmla="*/ 0 h 85"/>
                    <a:gd name="T4" fmla="*/ 3 w 225"/>
                    <a:gd name="T5" fmla="*/ 41 h 85"/>
                    <a:gd name="T6" fmla="*/ 218 w 225"/>
                    <a:gd name="T7" fmla="*/ 85 h 85"/>
                    <a:gd name="T8" fmla="*/ 225 w 225"/>
                    <a:gd name="T9" fmla="*/ 39 h 85"/>
                  </a:gdLst>
                  <a:ahLst/>
                  <a:cxnLst>
                    <a:cxn ang="0">
                      <a:pos x="T0" y="T1"/>
                    </a:cxn>
                    <a:cxn ang="0">
                      <a:pos x="T2" y="T3"/>
                    </a:cxn>
                    <a:cxn ang="0">
                      <a:pos x="T4" y="T5"/>
                    </a:cxn>
                    <a:cxn ang="0">
                      <a:pos x="T6" y="T7"/>
                    </a:cxn>
                    <a:cxn ang="0">
                      <a:pos x="T8" y="T9"/>
                    </a:cxn>
                  </a:cxnLst>
                  <a:rect l="0" t="0" r="r" b="b"/>
                  <a:pathLst>
                    <a:path w="225" h="85">
                      <a:moveTo>
                        <a:pt x="225" y="39"/>
                      </a:moveTo>
                      <a:lnTo>
                        <a:pt x="0" y="0"/>
                      </a:lnTo>
                      <a:lnTo>
                        <a:pt x="3" y="41"/>
                      </a:lnTo>
                      <a:lnTo>
                        <a:pt x="218" y="85"/>
                      </a:lnTo>
                      <a:lnTo>
                        <a:pt x="225" y="3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57" name="Freeform 83"/>
                <p:cNvSpPr>
                  <a:spLocks/>
                </p:cNvSpPr>
                <p:nvPr/>
              </p:nvSpPr>
              <p:spPr bwMode="auto">
                <a:xfrm>
                  <a:off x="5972" y="14624"/>
                  <a:ext cx="1325" cy="439"/>
                </a:xfrm>
                <a:custGeom>
                  <a:avLst/>
                  <a:gdLst>
                    <a:gd name="T0" fmla="*/ 0 w 1325"/>
                    <a:gd name="T1" fmla="*/ 132 h 439"/>
                    <a:gd name="T2" fmla="*/ 3 w 1325"/>
                    <a:gd name="T3" fmla="*/ 132 h 439"/>
                    <a:gd name="T4" fmla="*/ 10 w 1325"/>
                    <a:gd name="T5" fmla="*/ 130 h 439"/>
                    <a:gd name="T6" fmla="*/ 24 w 1325"/>
                    <a:gd name="T7" fmla="*/ 128 h 439"/>
                    <a:gd name="T8" fmla="*/ 42 w 1325"/>
                    <a:gd name="T9" fmla="*/ 125 h 439"/>
                    <a:gd name="T10" fmla="*/ 62 w 1325"/>
                    <a:gd name="T11" fmla="*/ 121 h 439"/>
                    <a:gd name="T12" fmla="*/ 86 w 1325"/>
                    <a:gd name="T13" fmla="*/ 116 h 439"/>
                    <a:gd name="T14" fmla="*/ 113 w 1325"/>
                    <a:gd name="T15" fmla="*/ 109 h 439"/>
                    <a:gd name="T16" fmla="*/ 141 w 1325"/>
                    <a:gd name="T17" fmla="*/ 102 h 439"/>
                    <a:gd name="T18" fmla="*/ 170 w 1325"/>
                    <a:gd name="T19" fmla="*/ 94 h 439"/>
                    <a:gd name="T20" fmla="*/ 199 w 1325"/>
                    <a:gd name="T21" fmla="*/ 85 h 439"/>
                    <a:gd name="T22" fmla="*/ 228 w 1325"/>
                    <a:gd name="T23" fmla="*/ 74 h 439"/>
                    <a:gd name="T24" fmla="*/ 257 w 1325"/>
                    <a:gd name="T25" fmla="*/ 62 h 439"/>
                    <a:gd name="T26" fmla="*/ 285 w 1325"/>
                    <a:gd name="T27" fmla="*/ 48 h 439"/>
                    <a:gd name="T28" fmla="*/ 309 w 1325"/>
                    <a:gd name="T29" fmla="*/ 34 h 439"/>
                    <a:gd name="T30" fmla="*/ 333 w 1325"/>
                    <a:gd name="T31" fmla="*/ 18 h 439"/>
                    <a:gd name="T32" fmla="*/ 352 w 1325"/>
                    <a:gd name="T33" fmla="*/ 0 h 439"/>
                    <a:gd name="T34" fmla="*/ 1325 w 1325"/>
                    <a:gd name="T35" fmla="*/ 223 h 439"/>
                    <a:gd name="T36" fmla="*/ 1323 w 1325"/>
                    <a:gd name="T37" fmla="*/ 225 h 439"/>
                    <a:gd name="T38" fmla="*/ 1318 w 1325"/>
                    <a:gd name="T39" fmla="*/ 230 h 439"/>
                    <a:gd name="T40" fmla="*/ 1309 w 1325"/>
                    <a:gd name="T41" fmla="*/ 239 h 439"/>
                    <a:gd name="T42" fmla="*/ 1297 w 1325"/>
                    <a:gd name="T43" fmla="*/ 250 h 439"/>
                    <a:gd name="T44" fmla="*/ 1282 w 1325"/>
                    <a:gd name="T45" fmla="*/ 263 h 439"/>
                    <a:gd name="T46" fmla="*/ 1265 w 1325"/>
                    <a:gd name="T47" fmla="*/ 278 h 439"/>
                    <a:gd name="T48" fmla="*/ 1247 w 1325"/>
                    <a:gd name="T49" fmla="*/ 295 h 439"/>
                    <a:gd name="T50" fmla="*/ 1225 w 1325"/>
                    <a:gd name="T51" fmla="*/ 312 h 439"/>
                    <a:gd name="T52" fmla="*/ 1202 w 1325"/>
                    <a:gd name="T53" fmla="*/ 331 h 439"/>
                    <a:gd name="T54" fmla="*/ 1179 w 1325"/>
                    <a:gd name="T55" fmla="*/ 349 h 439"/>
                    <a:gd name="T56" fmla="*/ 1154 w 1325"/>
                    <a:gd name="T57" fmla="*/ 367 h 439"/>
                    <a:gd name="T58" fmla="*/ 1128 w 1325"/>
                    <a:gd name="T59" fmla="*/ 385 h 439"/>
                    <a:gd name="T60" fmla="*/ 1102 w 1325"/>
                    <a:gd name="T61" fmla="*/ 401 h 439"/>
                    <a:gd name="T62" fmla="*/ 1077 w 1325"/>
                    <a:gd name="T63" fmla="*/ 415 h 439"/>
                    <a:gd name="T64" fmla="*/ 1051 w 1325"/>
                    <a:gd name="T65" fmla="*/ 428 h 439"/>
                    <a:gd name="T66" fmla="*/ 1026 w 1325"/>
                    <a:gd name="T67" fmla="*/ 439 h 439"/>
                    <a:gd name="T68" fmla="*/ 0 w 1325"/>
                    <a:gd name="T69" fmla="*/ 132 h 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25" h="439">
                      <a:moveTo>
                        <a:pt x="0" y="132"/>
                      </a:moveTo>
                      <a:lnTo>
                        <a:pt x="3" y="132"/>
                      </a:lnTo>
                      <a:lnTo>
                        <a:pt x="10" y="130"/>
                      </a:lnTo>
                      <a:lnTo>
                        <a:pt x="24" y="128"/>
                      </a:lnTo>
                      <a:lnTo>
                        <a:pt x="42" y="125"/>
                      </a:lnTo>
                      <a:lnTo>
                        <a:pt x="62" y="121"/>
                      </a:lnTo>
                      <a:lnTo>
                        <a:pt x="86" y="116"/>
                      </a:lnTo>
                      <a:lnTo>
                        <a:pt x="113" y="109"/>
                      </a:lnTo>
                      <a:lnTo>
                        <a:pt x="141" y="102"/>
                      </a:lnTo>
                      <a:lnTo>
                        <a:pt x="170" y="94"/>
                      </a:lnTo>
                      <a:lnTo>
                        <a:pt x="199" y="85"/>
                      </a:lnTo>
                      <a:lnTo>
                        <a:pt x="228" y="74"/>
                      </a:lnTo>
                      <a:lnTo>
                        <a:pt x="257" y="62"/>
                      </a:lnTo>
                      <a:lnTo>
                        <a:pt x="285" y="48"/>
                      </a:lnTo>
                      <a:lnTo>
                        <a:pt x="309" y="34"/>
                      </a:lnTo>
                      <a:lnTo>
                        <a:pt x="333" y="18"/>
                      </a:lnTo>
                      <a:lnTo>
                        <a:pt x="352" y="0"/>
                      </a:lnTo>
                      <a:lnTo>
                        <a:pt x="1325" y="223"/>
                      </a:lnTo>
                      <a:lnTo>
                        <a:pt x="1323" y="225"/>
                      </a:lnTo>
                      <a:lnTo>
                        <a:pt x="1318" y="230"/>
                      </a:lnTo>
                      <a:lnTo>
                        <a:pt x="1309" y="239"/>
                      </a:lnTo>
                      <a:lnTo>
                        <a:pt x="1297" y="250"/>
                      </a:lnTo>
                      <a:lnTo>
                        <a:pt x="1282" y="263"/>
                      </a:lnTo>
                      <a:lnTo>
                        <a:pt x="1265" y="278"/>
                      </a:lnTo>
                      <a:lnTo>
                        <a:pt x="1247" y="295"/>
                      </a:lnTo>
                      <a:lnTo>
                        <a:pt x="1225" y="312"/>
                      </a:lnTo>
                      <a:lnTo>
                        <a:pt x="1202" y="331"/>
                      </a:lnTo>
                      <a:lnTo>
                        <a:pt x="1179" y="349"/>
                      </a:lnTo>
                      <a:lnTo>
                        <a:pt x="1154" y="367"/>
                      </a:lnTo>
                      <a:lnTo>
                        <a:pt x="1128" y="385"/>
                      </a:lnTo>
                      <a:lnTo>
                        <a:pt x="1102" y="401"/>
                      </a:lnTo>
                      <a:lnTo>
                        <a:pt x="1077" y="415"/>
                      </a:lnTo>
                      <a:lnTo>
                        <a:pt x="1051" y="428"/>
                      </a:lnTo>
                      <a:lnTo>
                        <a:pt x="1026" y="439"/>
                      </a:lnTo>
                      <a:lnTo>
                        <a:pt x="0" y="132"/>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58" name="Freeform 84"/>
                <p:cNvSpPr>
                  <a:spLocks/>
                </p:cNvSpPr>
                <p:nvPr/>
              </p:nvSpPr>
              <p:spPr bwMode="auto">
                <a:xfrm>
                  <a:off x="7292" y="14577"/>
                  <a:ext cx="472" cy="209"/>
                </a:xfrm>
                <a:custGeom>
                  <a:avLst/>
                  <a:gdLst>
                    <a:gd name="T0" fmla="*/ 47 w 472"/>
                    <a:gd name="T1" fmla="*/ 209 h 209"/>
                    <a:gd name="T2" fmla="*/ 472 w 472"/>
                    <a:gd name="T3" fmla="*/ 84 h 209"/>
                    <a:gd name="T4" fmla="*/ 215 w 472"/>
                    <a:gd name="T5" fmla="*/ 0 h 209"/>
                    <a:gd name="T6" fmla="*/ 5 w 472"/>
                    <a:gd name="T7" fmla="*/ 24 h 209"/>
                    <a:gd name="T8" fmla="*/ 0 w 472"/>
                    <a:gd name="T9" fmla="*/ 197 h 209"/>
                    <a:gd name="T10" fmla="*/ 47 w 472"/>
                    <a:gd name="T11" fmla="*/ 209 h 209"/>
                  </a:gdLst>
                  <a:ahLst/>
                  <a:cxnLst>
                    <a:cxn ang="0">
                      <a:pos x="T0" y="T1"/>
                    </a:cxn>
                    <a:cxn ang="0">
                      <a:pos x="T2" y="T3"/>
                    </a:cxn>
                    <a:cxn ang="0">
                      <a:pos x="T4" y="T5"/>
                    </a:cxn>
                    <a:cxn ang="0">
                      <a:pos x="T6" y="T7"/>
                    </a:cxn>
                    <a:cxn ang="0">
                      <a:pos x="T8" y="T9"/>
                    </a:cxn>
                    <a:cxn ang="0">
                      <a:pos x="T10" y="T11"/>
                    </a:cxn>
                  </a:cxnLst>
                  <a:rect l="0" t="0" r="r" b="b"/>
                  <a:pathLst>
                    <a:path w="472" h="209">
                      <a:moveTo>
                        <a:pt x="47" y="209"/>
                      </a:moveTo>
                      <a:lnTo>
                        <a:pt x="472" y="84"/>
                      </a:lnTo>
                      <a:lnTo>
                        <a:pt x="215" y="0"/>
                      </a:lnTo>
                      <a:lnTo>
                        <a:pt x="5" y="24"/>
                      </a:lnTo>
                      <a:lnTo>
                        <a:pt x="0" y="197"/>
                      </a:lnTo>
                      <a:lnTo>
                        <a:pt x="47" y="20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59" name="Freeform 85"/>
                <p:cNvSpPr>
                  <a:spLocks/>
                </p:cNvSpPr>
                <p:nvPr/>
              </p:nvSpPr>
              <p:spPr bwMode="auto">
                <a:xfrm>
                  <a:off x="6073" y="13679"/>
                  <a:ext cx="251" cy="999"/>
                </a:xfrm>
                <a:custGeom>
                  <a:avLst/>
                  <a:gdLst>
                    <a:gd name="T0" fmla="*/ 251 w 251"/>
                    <a:gd name="T1" fmla="*/ 23 h 999"/>
                    <a:gd name="T2" fmla="*/ 250 w 251"/>
                    <a:gd name="T3" fmla="*/ 22 h 999"/>
                    <a:gd name="T4" fmla="*/ 246 w 251"/>
                    <a:gd name="T5" fmla="*/ 20 h 999"/>
                    <a:gd name="T6" fmla="*/ 239 w 251"/>
                    <a:gd name="T7" fmla="*/ 18 h 999"/>
                    <a:gd name="T8" fmla="*/ 230 w 251"/>
                    <a:gd name="T9" fmla="*/ 15 h 999"/>
                    <a:gd name="T10" fmla="*/ 218 w 251"/>
                    <a:gd name="T11" fmla="*/ 11 h 999"/>
                    <a:gd name="T12" fmla="*/ 205 w 251"/>
                    <a:gd name="T13" fmla="*/ 7 h 999"/>
                    <a:gd name="T14" fmla="*/ 190 w 251"/>
                    <a:gd name="T15" fmla="*/ 4 h 999"/>
                    <a:gd name="T16" fmla="*/ 173 w 251"/>
                    <a:gd name="T17" fmla="*/ 1 h 999"/>
                    <a:gd name="T18" fmla="*/ 155 w 251"/>
                    <a:gd name="T19" fmla="*/ 0 h 999"/>
                    <a:gd name="T20" fmla="*/ 134 w 251"/>
                    <a:gd name="T21" fmla="*/ 0 h 999"/>
                    <a:gd name="T22" fmla="*/ 114 w 251"/>
                    <a:gd name="T23" fmla="*/ 2 h 999"/>
                    <a:gd name="T24" fmla="*/ 92 w 251"/>
                    <a:gd name="T25" fmla="*/ 5 h 999"/>
                    <a:gd name="T26" fmla="*/ 70 w 251"/>
                    <a:gd name="T27" fmla="*/ 12 h 999"/>
                    <a:gd name="T28" fmla="*/ 47 w 251"/>
                    <a:gd name="T29" fmla="*/ 20 h 999"/>
                    <a:gd name="T30" fmla="*/ 23 w 251"/>
                    <a:gd name="T31" fmla="*/ 32 h 999"/>
                    <a:gd name="T32" fmla="*/ 0 w 251"/>
                    <a:gd name="T33" fmla="*/ 47 h 999"/>
                    <a:gd name="T34" fmla="*/ 0 w 251"/>
                    <a:gd name="T35" fmla="*/ 999 h 999"/>
                    <a:gd name="T36" fmla="*/ 1 w 251"/>
                    <a:gd name="T37" fmla="*/ 999 h 999"/>
                    <a:gd name="T38" fmla="*/ 6 w 251"/>
                    <a:gd name="T39" fmla="*/ 999 h 999"/>
                    <a:gd name="T40" fmla="*/ 14 w 251"/>
                    <a:gd name="T41" fmla="*/ 998 h 999"/>
                    <a:gd name="T42" fmla="*/ 23 w 251"/>
                    <a:gd name="T43" fmla="*/ 997 h 999"/>
                    <a:gd name="T44" fmla="*/ 35 w 251"/>
                    <a:gd name="T45" fmla="*/ 995 h 999"/>
                    <a:gd name="T46" fmla="*/ 49 w 251"/>
                    <a:gd name="T47" fmla="*/ 993 h 999"/>
                    <a:gd name="T48" fmla="*/ 65 w 251"/>
                    <a:gd name="T49" fmla="*/ 990 h 999"/>
                    <a:gd name="T50" fmla="*/ 83 w 251"/>
                    <a:gd name="T51" fmla="*/ 985 h 999"/>
                    <a:gd name="T52" fmla="*/ 102 w 251"/>
                    <a:gd name="T53" fmla="*/ 980 h 999"/>
                    <a:gd name="T54" fmla="*/ 121 w 251"/>
                    <a:gd name="T55" fmla="*/ 973 h 999"/>
                    <a:gd name="T56" fmla="*/ 143 w 251"/>
                    <a:gd name="T57" fmla="*/ 966 h 999"/>
                    <a:gd name="T58" fmla="*/ 164 w 251"/>
                    <a:gd name="T59" fmla="*/ 956 h 999"/>
                    <a:gd name="T60" fmla="*/ 186 w 251"/>
                    <a:gd name="T61" fmla="*/ 945 h 999"/>
                    <a:gd name="T62" fmla="*/ 208 w 251"/>
                    <a:gd name="T63" fmla="*/ 934 h 999"/>
                    <a:gd name="T64" fmla="*/ 230 w 251"/>
                    <a:gd name="T65" fmla="*/ 919 h 999"/>
                    <a:gd name="T66" fmla="*/ 251 w 251"/>
                    <a:gd name="T67" fmla="*/ 903 h 999"/>
                    <a:gd name="T68" fmla="*/ 251 w 251"/>
                    <a:gd name="T69" fmla="*/ 23 h 9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51" h="999">
                      <a:moveTo>
                        <a:pt x="251" y="23"/>
                      </a:moveTo>
                      <a:lnTo>
                        <a:pt x="250" y="22"/>
                      </a:lnTo>
                      <a:lnTo>
                        <a:pt x="246" y="20"/>
                      </a:lnTo>
                      <a:lnTo>
                        <a:pt x="239" y="18"/>
                      </a:lnTo>
                      <a:lnTo>
                        <a:pt x="230" y="15"/>
                      </a:lnTo>
                      <a:lnTo>
                        <a:pt x="218" y="11"/>
                      </a:lnTo>
                      <a:lnTo>
                        <a:pt x="205" y="7"/>
                      </a:lnTo>
                      <a:lnTo>
                        <a:pt x="190" y="4"/>
                      </a:lnTo>
                      <a:lnTo>
                        <a:pt x="173" y="1"/>
                      </a:lnTo>
                      <a:lnTo>
                        <a:pt x="155" y="0"/>
                      </a:lnTo>
                      <a:lnTo>
                        <a:pt x="134" y="0"/>
                      </a:lnTo>
                      <a:lnTo>
                        <a:pt x="114" y="2"/>
                      </a:lnTo>
                      <a:lnTo>
                        <a:pt x="92" y="5"/>
                      </a:lnTo>
                      <a:lnTo>
                        <a:pt x="70" y="12"/>
                      </a:lnTo>
                      <a:lnTo>
                        <a:pt x="47" y="20"/>
                      </a:lnTo>
                      <a:lnTo>
                        <a:pt x="23" y="32"/>
                      </a:lnTo>
                      <a:lnTo>
                        <a:pt x="0" y="47"/>
                      </a:lnTo>
                      <a:lnTo>
                        <a:pt x="0" y="999"/>
                      </a:lnTo>
                      <a:lnTo>
                        <a:pt x="1" y="999"/>
                      </a:lnTo>
                      <a:lnTo>
                        <a:pt x="6" y="999"/>
                      </a:lnTo>
                      <a:lnTo>
                        <a:pt x="14" y="998"/>
                      </a:lnTo>
                      <a:lnTo>
                        <a:pt x="23" y="997"/>
                      </a:lnTo>
                      <a:lnTo>
                        <a:pt x="35" y="995"/>
                      </a:lnTo>
                      <a:lnTo>
                        <a:pt x="49" y="993"/>
                      </a:lnTo>
                      <a:lnTo>
                        <a:pt x="65" y="990"/>
                      </a:lnTo>
                      <a:lnTo>
                        <a:pt x="83" y="985"/>
                      </a:lnTo>
                      <a:lnTo>
                        <a:pt x="102" y="980"/>
                      </a:lnTo>
                      <a:lnTo>
                        <a:pt x="121" y="973"/>
                      </a:lnTo>
                      <a:lnTo>
                        <a:pt x="143" y="966"/>
                      </a:lnTo>
                      <a:lnTo>
                        <a:pt x="164" y="956"/>
                      </a:lnTo>
                      <a:lnTo>
                        <a:pt x="186" y="945"/>
                      </a:lnTo>
                      <a:lnTo>
                        <a:pt x="208" y="934"/>
                      </a:lnTo>
                      <a:lnTo>
                        <a:pt x="230" y="919"/>
                      </a:lnTo>
                      <a:lnTo>
                        <a:pt x="251" y="903"/>
                      </a:lnTo>
                      <a:lnTo>
                        <a:pt x="251" y="23"/>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60" name="Freeform 86"/>
                <p:cNvSpPr>
                  <a:spLocks/>
                </p:cNvSpPr>
                <p:nvPr/>
              </p:nvSpPr>
              <p:spPr bwMode="auto">
                <a:xfrm>
                  <a:off x="6080" y="13687"/>
                  <a:ext cx="215" cy="843"/>
                </a:xfrm>
                <a:custGeom>
                  <a:avLst/>
                  <a:gdLst>
                    <a:gd name="T0" fmla="*/ 215 w 215"/>
                    <a:gd name="T1" fmla="*/ 20 h 843"/>
                    <a:gd name="T2" fmla="*/ 214 w 215"/>
                    <a:gd name="T3" fmla="*/ 19 h 843"/>
                    <a:gd name="T4" fmla="*/ 211 w 215"/>
                    <a:gd name="T5" fmla="*/ 18 h 843"/>
                    <a:gd name="T6" fmla="*/ 205 w 215"/>
                    <a:gd name="T7" fmla="*/ 15 h 843"/>
                    <a:gd name="T8" fmla="*/ 197 w 215"/>
                    <a:gd name="T9" fmla="*/ 12 h 843"/>
                    <a:gd name="T10" fmla="*/ 187 w 215"/>
                    <a:gd name="T11" fmla="*/ 9 h 843"/>
                    <a:gd name="T12" fmla="*/ 176 w 215"/>
                    <a:gd name="T13" fmla="*/ 6 h 843"/>
                    <a:gd name="T14" fmla="*/ 163 w 215"/>
                    <a:gd name="T15" fmla="*/ 4 h 843"/>
                    <a:gd name="T16" fmla="*/ 149 w 215"/>
                    <a:gd name="T17" fmla="*/ 1 h 843"/>
                    <a:gd name="T18" fmla="*/ 133 w 215"/>
                    <a:gd name="T19" fmla="*/ 0 h 843"/>
                    <a:gd name="T20" fmla="*/ 115 w 215"/>
                    <a:gd name="T21" fmla="*/ 0 h 843"/>
                    <a:gd name="T22" fmla="*/ 98 w 215"/>
                    <a:gd name="T23" fmla="*/ 1 h 843"/>
                    <a:gd name="T24" fmla="*/ 79 w 215"/>
                    <a:gd name="T25" fmla="*/ 5 h 843"/>
                    <a:gd name="T26" fmla="*/ 60 w 215"/>
                    <a:gd name="T27" fmla="*/ 10 h 843"/>
                    <a:gd name="T28" fmla="*/ 40 w 215"/>
                    <a:gd name="T29" fmla="*/ 18 h 843"/>
                    <a:gd name="T30" fmla="*/ 21 w 215"/>
                    <a:gd name="T31" fmla="*/ 27 h 843"/>
                    <a:gd name="T32" fmla="*/ 0 w 215"/>
                    <a:gd name="T33" fmla="*/ 40 h 843"/>
                    <a:gd name="T34" fmla="*/ 0 w 215"/>
                    <a:gd name="T35" fmla="*/ 843 h 843"/>
                    <a:gd name="T36" fmla="*/ 1 w 215"/>
                    <a:gd name="T37" fmla="*/ 843 h 843"/>
                    <a:gd name="T38" fmla="*/ 6 w 215"/>
                    <a:gd name="T39" fmla="*/ 843 h 843"/>
                    <a:gd name="T40" fmla="*/ 12 w 215"/>
                    <a:gd name="T41" fmla="*/ 842 h 843"/>
                    <a:gd name="T42" fmla="*/ 21 w 215"/>
                    <a:gd name="T43" fmla="*/ 841 h 843"/>
                    <a:gd name="T44" fmla="*/ 30 w 215"/>
                    <a:gd name="T45" fmla="*/ 840 h 843"/>
                    <a:gd name="T46" fmla="*/ 43 w 215"/>
                    <a:gd name="T47" fmla="*/ 838 h 843"/>
                    <a:gd name="T48" fmla="*/ 56 w 215"/>
                    <a:gd name="T49" fmla="*/ 835 h 843"/>
                    <a:gd name="T50" fmla="*/ 71 w 215"/>
                    <a:gd name="T51" fmla="*/ 831 h 843"/>
                    <a:gd name="T52" fmla="*/ 87 w 215"/>
                    <a:gd name="T53" fmla="*/ 826 h 843"/>
                    <a:gd name="T54" fmla="*/ 105 w 215"/>
                    <a:gd name="T55" fmla="*/ 821 h 843"/>
                    <a:gd name="T56" fmla="*/ 123 w 215"/>
                    <a:gd name="T57" fmla="*/ 814 h 843"/>
                    <a:gd name="T58" fmla="*/ 141 w 215"/>
                    <a:gd name="T59" fmla="*/ 806 h 843"/>
                    <a:gd name="T60" fmla="*/ 159 w 215"/>
                    <a:gd name="T61" fmla="*/ 797 h 843"/>
                    <a:gd name="T62" fmla="*/ 179 w 215"/>
                    <a:gd name="T63" fmla="*/ 786 h 843"/>
                    <a:gd name="T64" fmla="*/ 197 w 215"/>
                    <a:gd name="T65" fmla="*/ 774 h 843"/>
                    <a:gd name="T66" fmla="*/ 215 w 215"/>
                    <a:gd name="T67" fmla="*/ 760 h 843"/>
                    <a:gd name="T68" fmla="*/ 215 w 215"/>
                    <a:gd name="T69" fmla="*/ 20 h 8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843">
                      <a:moveTo>
                        <a:pt x="215" y="20"/>
                      </a:moveTo>
                      <a:lnTo>
                        <a:pt x="214" y="19"/>
                      </a:lnTo>
                      <a:lnTo>
                        <a:pt x="211" y="18"/>
                      </a:lnTo>
                      <a:lnTo>
                        <a:pt x="205" y="15"/>
                      </a:lnTo>
                      <a:lnTo>
                        <a:pt x="197" y="12"/>
                      </a:lnTo>
                      <a:lnTo>
                        <a:pt x="187" y="9"/>
                      </a:lnTo>
                      <a:lnTo>
                        <a:pt x="176" y="6"/>
                      </a:lnTo>
                      <a:lnTo>
                        <a:pt x="163" y="4"/>
                      </a:lnTo>
                      <a:lnTo>
                        <a:pt x="149" y="1"/>
                      </a:lnTo>
                      <a:lnTo>
                        <a:pt x="133" y="0"/>
                      </a:lnTo>
                      <a:lnTo>
                        <a:pt x="115" y="0"/>
                      </a:lnTo>
                      <a:lnTo>
                        <a:pt x="98" y="1"/>
                      </a:lnTo>
                      <a:lnTo>
                        <a:pt x="79" y="5"/>
                      </a:lnTo>
                      <a:lnTo>
                        <a:pt x="60" y="10"/>
                      </a:lnTo>
                      <a:lnTo>
                        <a:pt x="40" y="18"/>
                      </a:lnTo>
                      <a:lnTo>
                        <a:pt x="21" y="27"/>
                      </a:lnTo>
                      <a:lnTo>
                        <a:pt x="0" y="40"/>
                      </a:lnTo>
                      <a:lnTo>
                        <a:pt x="0" y="843"/>
                      </a:lnTo>
                      <a:lnTo>
                        <a:pt x="1" y="843"/>
                      </a:lnTo>
                      <a:lnTo>
                        <a:pt x="6" y="843"/>
                      </a:lnTo>
                      <a:lnTo>
                        <a:pt x="12" y="842"/>
                      </a:lnTo>
                      <a:lnTo>
                        <a:pt x="21" y="841"/>
                      </a:lnTo>
                      <a:lnTo>
                        <a:pt x="30" y="840"/>
                      </a:lnTo>
                      <a:lnTo>
                        <a:pt x="43" y="838"/>
                      </a:lnTo>
                      <a:lnTo>
                        <a:pt x="56" y="835"/>
                      </a:lnTo>
                      <a:lnTo>
                        <a:pt x="71" y="831"/>
                      </a:lnTo>
                      <a:lnTo>
                        <a:pt x="87" y="826"/>
                      </a:lnTo>
                      <a:lnTo>
                        <a:pt x="105" y="821"/>
                      </a:lnTo>
                      <a:lnTo>
                        <a:pt x="123" y="814"/>
                      </a:lnTo>
                      <a:lnTo>
                        <a:pt x="141" y="806"/>
                      </a:lnTo>
                      <a:lnTo>
                        <a:pt x="159" y="797"/>
                      </a:lnTo>
                      <a:lnTo>
                        <a:pt x="179" y="786"/>
                      </a:lnTo>
                      <a:lnTo>
                        <a:pt x="197" y="774"/>
                      </a:lnTo>
                      <a:lnTo>
                        <a:pt x="215" y="760"/>
                      </a:lnTo>
                      <a:lnTo>
                        <a:pt x="215" y="2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61" name="Freeform 87"/>
                <p:cNvSpPr>
                  <a:spLocks/>
                </p:cNvSpPr>
                <p:nvPr/>
              </p:nvSpPr>
              <p:spPr bwMode="auto">
                <a:xfrm>
                  <a:off x="6087" y="13696"/>
                  <a:ext cx="180" cy="685"/>
                </a:xfrm>
                <a:custGeom>
                  <a:avLst/>
                  <a:gdLst>
                    <a:gd name="T0" fmla="*/ 180 w 180"/>
                    <a:gd name="T1" fmla="*/ 16 h 685"/>
                    <a:gd name="T2" fmla="*/ 179 w 180"/>
                    <a:gd name="T3" fmla="*/ 16 h 685"/>
                    <a:gd name="T4" fmla="*/ 176 w 180"/>
                    <a:gd name="T5" fmla="*/ 14 h 685"/>
                    <a:gd name="T6" fmla="*/ 172 w 180"/>
                    <a:gd name="T7" fmla="*/ 12 h 685"/>
                    <a:gd name="T8" fmla="*/ 165 w 180"/>
                    <a:gd name="T9" fmla="*/ 10 h 685"/>
                    <a:gd name="T10" fmla="*/ 157 w 180"/>
                    <a:gd name="T11" fmla="*/ 8 h 685"/>
                    <a:gd name="T12" fmla="*/ 147 w 180"/>
                    <a:gd name="T13" fmla="*/ 4 h 685"/>
                    <a:gd name="T14" fmla="*/ 136 w 180"/>
                    <a:gd name="T15" fmla="*/ 2 h 685"/>
                    <a:gd name="T16" fmla="*/ 125 w 180"/>
                    <a:gd name="T17" fmla="*/ 0 h 685"/>
                    <a:gd name="T18" fmla="*/ 111 w 180"/>
                    <a:gd name="T19" fmla="*/ 0 h 685"/>
                    <a:gd name="T20" fmla="*/ 97 w 180"/>
                    <a:gd name="T21" fmla="*/ 0 h 685"/>
                    <a:gd name="T22" fmla="*/ 81 w 180"/>
                    <a:gd name="T23" fmla="*/ 1 h 685"/>
                    <a:gd name="T24" fmla="*/ 66 w 180"/>
                    <a:gd name="T25" fmla="*/ 3 h 685"/>
                    <a:gd name="T26" fmla="*/ 50 w 180"/>
                    <a:gd name="T27" fmla="*/ 8 h 685"/>
                    <a:gd name="T28" fmla="*/ 33 w 180"/>
                    <a:gd name="T29" fmla="*/ 14 h 685"/>
                    <a:gd name="T30" fmla="*/ 17 w 180"/>
                    <a:gd name="T31" fmla="*/ 23 h 685"/>
                    <a:gd name="T32" fmla="*/ 0 w 180"/>
                    <a:gd name="T33" fmla="*/ 33 h 685"/>
                    <a:gd name="T34" fmla="*/ 0 w 180"/>
                    <a:gd name="T35" fmla="*/ 685 h 685"/>
                    <a:gd name="T36" fmla="*/ 1 w 180"/>
                    <a:gd name="T37" fmla="*/ 685 h 685"/>
                    <a:gd name="T38" fmla="*/ 4 w 180"/>
                    <a:gd name="T39" fmla="*/ 685 h 685"/>
                    <a:gd name="T40" fmla="*/ 9 w 180"/>
                    <a:gd name="T41" fmla="*/ 684 h 685"/>
                    <a:gd name="T42" fmla="*/ 17 w 180"/>
                    <a:gd name="T43" fmla="*/ 683 h 685"/>
                    <a:gd name="T44" fmla="*/ 26 w 180"/>
                    <a:gd name="T45" fmla="*/ 682 h 685"/>
                    <a:gd name="T46" fmla="*/ 35 w 180"/>
                    <a:gd name="T47" fmla="*/ 681 h 685"/>
                    <a:gd name="T48" fmla="*/ 47 w 180"/>
                    <a:gd name="T49" fmla="*/ 678 h 685"/>
                    <a:gd name="T50" fmla="*/ 60 w 180"/>
                    <a:gd name="T51" fmla="*/ 676 h 685"/>
                    <a:gd name="T52" fmla="*/ 73 w 180"/>
                    <a:gd name="T53" fmla="*/ 671 h 685"/>
                    <a:gd name="T54" fmla="*/ 87 w 180"/>
                    <a:gd name="T55" fmla="*/ 667 h 685"/>
                    <a:gd name="T56" fmla="*/ 102 w 180"/>
                    <a:gd name="T57" fmla="*/ 662 h 685"/>
                    <a:gd name="T58" fmla="*/ 118 w 180"/>
                    <a:gd name="T59" fmla="*/ 655 h 685"/>
                    <a:gd name="T60" fmla="*/ 133 w 180"/>
                    <a:gd name="T61" fmla="*/ 648 h 685"/>
                    <a:gd name="T62" fmla="*/ 149 w 180"/>
                    <a:gd name="T63" fmla="*/ 639 h 685"/>
                    <a:gd name="T64" fmla="*/ 165 w 180"/>
                    <a:gd name="T65" fmla="*/ 628 h 685"/>
                    <a:gd name="T66" fmla="*/ 180 w 180"/>
                    <a:gd name="T67" fmla="*/ 617 h 685"/>
                    <a:gd name="T68" fmla="*/ 180 w 180"/>
                    <a:gd name="T69" fmla="*/ 16 h 6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80" h="685">
                      <a:moveTo>
                        <a:pt x="180" y="16"/>
                      </a:moveTo>
                      <a:lnTo>
                        <a:pt x="179" y="16"/>
                      </a:lnTo>
                      <a:lnTo>
                        <a:pt x="176" y="14"/>
                      </a:lnTo>
                      <a:lnTo>
                        <a:pt x="172" y="12"/>
                      </a:lnTo>
                      <a:lnTo>
                        <a:pt x="165" y="10"/>
                      </a:lnTo>
                      <a:lnTo>
                        <a:pt x="157" y="8"/>
                      </a:lnTo>
                      <a:lnTo>
                        <a:pt x="147" y="4"/>
                      </a:lnTo>
                      <a:lnTo>
                        <a:pt x="136" y="2"/>
                      </a:lnTo>
                      <a:lnTo>
                        <a:pt x="125" y="0"/>
                      </a:lnTo>
                      <a:lnTo>
                        <a:pt x="111" y="0"/>
                      </a:lnTo>
                      <a:lnTo>
                        <a:pt x="97" y="0"/>
                      </a:lnTo>
                      <a:lnTo>
                        <a:pt x="81" y="1"/>
                      </a:lnTo>
                      <a:lnTo>
                        <a:pt x="66" y="3"/>
                      </a:lnTo>
                      <a:lnTo>
                        <a:pt x="50" y="8"/>
                      </a:lnTo>
                      <a:lnTo>
                        <a:pt x="33" y="14"/>
                      </a:lnTo>
                      <a:lnTo>
                        <a:pt x="17" y="23"/>
                      </a:lnTo>
                      <a:lnTo>
                        <a:pt x="0" y="33"/>
                      </a:lnTo>
                      <a:lnTo>
                        <a:pt x="0" y="685"/>
                      </a:lnTo>
                      <a:lnTo>
                        <a:pt x="1" y="685"/>
                      </a:lnTo>
                      <a:lnTo>
                        <a:pt x="4" y="685"/>
                      </a:lnTo>
                      <a:lnTo>
                        <a:pt x="9" y="684"/>
                      </a:lnTo>
                      <a:lnTo>
                        <a:pt x="17" y="683"/>
                      </a:lnTo>
                      <a:lnTo>
                        <a:pt x="26" y="682"/>
                      </a:lnTo>
                      <a:lnTo>
                        <a:pt x="35" y="681"/>
                      </a:lnTo>
                      <a:lnTo>
                        <a:pt x="47" y="678"/>
                      </a:lnTo>
                      <a:lnTo>
                        <a:pt x="60" y="676"/>
                      </a:lnTo>
                      <a:lnTo>
                        <a:pt x="73" y="671"/>
                      </a:lnTo>
                      <a:lnTo>
                        <a:pt x="87" y="667"/>
                      </a:lnTo>
                      <a:lnTo>
                        <a:pt x="102" y="662"/>
                      </a:lnTo>
                      <a:lnTo>
                        <a:pt x="118" y="655"/>
                      </a:lnTo>
                      <a:lnTo>
                        <a:pt x="133" y="648"/>
                      </a:lnTo>
                      <a:lnTo>
                        <a:pt x="149" y="639"/>
                      </a:lnTo>
                      <a:lnTo>
                        <a:pt x="165" y="628"/>
                      </a:lnTo>
                      <a:lnTo>
                        <a:pt x="180" y="617"/>
                      </a:lnTo>
                      <a:lnTo>
                        <a:pt x="180" y="16"/>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62" name="Freeform 88"/>
                <p:cNvSpPr>
                  <a:spLocks/>
                </p:cNvSpPr>
                <p:nvPr/>
              </p:nvSpPr>
              <p:spPr bwMode="auto">
                <a:xfrm>
                  <a:off x="6093" y="13704"/>
                  <a:ext cx="146" cy="530"/>
                </a:xfrm>
                <a:custGeom>
                  <a:avLst/>
                  <a:gdLst>
                    <a:gd name="T0" fmla="*/ 146 w 146"/>
                    <a:gd name="T1" fmla="*/ 14 h 530"/>
                    <a:gd name="T2" fmla="*/ 143 w 146"/>
                    <a:gd name="T3" fmla="*/ 12 h 530"/>
                    <a:gd name="T4" fmla="*/ 134 w 146"/>
                    <a:gd name="T5" fmla="*/ 8 h 530"/>
                    <a:gd name="T6" fmla="*/ 120 w 146"/>
                    <a:gd name="T7" fmla="*/ 4 h 530"/>
                    <a:gd name="T8" fmla="*/ 101 w 146"/>
                    <a:gd name="T9" fmla="*/ 1 h 530"/>
                    <a:gd name="T10" fmla="*/ 79 w 146"/>
                    <a:gd name="T11" fmla="*/ 0 h 530"/>
                    <a:gd name="T12" fmla="*/ 54 w 146"/>
                    <a:gd name="T13" fmla="*/ 3 h 530"/>
                    <a:gd name="T14" fmla="*/ 27 w 146"/>
                    <a:gd name="T15" fmla="*/ 11 h 530"/>
                    <a:gd name="T16" fmla="*/ 0 w 146"/>
                    <a:gd name="T17" fmla="*/ 27 h 530"/>
                    <a:gd name="T18" fmla="*/ 0 w 146"/>
                    <a:gd name="T19" fmla="*/ 530 h 530"/>
                    <a:gd name="T20" fmla="*/ 3 w 146"/>
                    <a:gd name="T21" fmla="*/ 530 h 530"/>
                    <a:gd name="T22" fmla="*/ 14 w 146"/>
                    <a:gd name="T23" fmla="*/ 529 h 530"/>
                    <a:gd name="T24" fmla="*/ 29 w 146"/>
                    <a:gd name="T25" fmla="*/ 526 h 530"/>
                    <a:gd name="T26" fmla="*/ 49 w 146"/>
                    <a:gd name="T27" fmla="*/ 521 h 530"/>
                    <a:gd name="T28" fmla="*/ 71 w 146"/>
                    <a:gd name="T29" fmla="*/ 514 h 530"/>
                    <a:gd name="T30" fmla="*/ 96 w 146"/>
                    <a:gd name="T31" fmla="*/ 505 h 530"/>
                    <a:gd name="T32" fmla="*/ 121 w 146"/>
                    <a:gd name="T33" fmla="*/ 492 h 530"/>
                    <a:gd name="T34" fmla="*/ 146 w 146"/>
                    <a:gd name="T35" fmla="*/ 475 h 530"/>
                    <a:gd name="T36" fmla="*/ 146 w 146"/>
                    <a:gd name="T37" fmla="*/ 14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6" h="530">
                      <a:moveTo>
                        <a:pt x="146" y="14"/>
                      </a:moveTo>
                      <a:lnTo>
                        <a:pt x="143" y="12"/>
                      </a:lnTo>
                      <a:lnTo>
                        <a:pt x="134" y="8"/>
                      </a:lnTo>
                      <a:lnTo>
                        <a:pt x="120" y="4"/>
                      </a:lnTo>
                      <a:lnTo>
                        <a:pt x="101" y="1"/>
                      </a:lnTo>
                      <a:lnTo>
                        <a:pt x="79" y="0"/>
                      </a:lnTo>
                      <a:lnTo>
                        <a:pt x="54" y="3"/>
                      </a:lnTo>
                      <a:lnTo>
                        <a:pt x="27" y="11"/>
                      </a:lnTo>
                      <a:lnTo>
                        <a:pt x="0" y="27"/>
                      </a:lnTo>
                      <a:lnTo>
                        <a:pt x="0" y="530"/>
                      </a:lnTo>
                      <a:lnTo>
                        <a:pt x="3" y="530"/>
                      </a:lnTo>
                      <a:lnTo>
                        <a:pt x="14" y="529"/>
                      </a:lnTo>
                      <a:lnTo>
                        <a:pt x="29" y="526"/>
                      </a:lnTo>
                      <a:lnTo>
                        <a:pt x="49" y="521"/>
                      </a:lnTo>
                      <a:lnTo>
                        <a:pt x="71" y="514"/>
                      </a:lnTo>
                      <a:lnTo>
                        <a:pt x="96" y="505"/>
                      </a:lnTo>
                      <a:lnTo>
                        <a:pt x="121" y="492"/>
                      </a:lnTo>
                      <a:lnTo>
                        <a:pt x="146" y="475"/>
                      </a:lnTo>
                      <a:lnTo>
                        <a:pt x="146" y="14"/>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63" name="Freeform 89"/>
                <p:cNvSpPr>
                  <a:spLocks/>
                </p:cNvSpPr>
                <p:nvPr/>
              </p:nvSpPr>
              <p:spPr bwMode="auto">
                <a:xfrm>
                  <a:off x="6101" y="13712"/>
                  <a:ext cx="109" cy="373"/>
                </a:xfrm>
                <a:custGeom>
                  <a:avLst/>
                  <a:gdLst>
                    <a:gd name="T0" fmla="*/ 109 w 109"/>
                    <a:gd name="T1" fmla="*/ 10 h 373"/>
                    <a:gd name="T2" fmla="*/ 107 w 109"/>
                    <a:gd name="T3" fmla="*/ 9 h 373"/>
                    <a:gd name="T4" fmla="*/ 100 w 109"/>
                    <a:gd name="T5" fmla="*/ 6 h 373"/>
                    <a:gd name="T6" fmla="*/ 89 w 109"/>
                    <a:gd name="T7" fmla="*/ 2 h 373"/>
                    <a:gd name="T8" fmla="*/ 75 w 109"/>
                    <a:gd name="T9" fmla="*/ 0 h 373"/>
                    <a:gd name="T10" fmla="*/ 59 w 109"/>
                    <a:gd name="T11" fmla="*/ 0 h 373"/>
                    <a:gd name="T12" fmla="*/ 39 w 109"/>
                    <a:gd name="T13" fmla="*/ 2 h 373"/>
                    <a:gd name="T14" fmla="*/ 20 w 109"/>
                    <a:gd name="T15" fmla="*/ 9 h 373"/>
                    <a:gd name="T16" fmla="*/ 0 w 109"/>
                    <a:gd name="T17" fmla="*/ 21 h 373"/>
                    <a:gd name="T18" fmla="*/ 0 w 109"/>
                    <a:gd name="T19" fmla="*/ 373 h 373"/>
                    <a:gd name="T20" fmla="*/ 2 w 109"/>
                    <a:gd name="T21" fmla="*/ 373 h 373"/>
                    <a:gd name="T22" fmla="*/ 9 w 109"/>
                    <a:gd name="T23" fmla="*/ 372 h 373"/>
                    <a:gd name="T24" fmla="*/ 21 w 109"/>
                    <a:gd name="T25" fmla="*/ 369 h 373"/>
                    <a:gd name="T26" fmla="*/ 36 w 109"/>
                    <a:gd name="T27" fmla="*/ 366 h 373"/>
                    <a:gd name="T28" fmla="*/ 53 w 109"/>
                    <a:gd name="T29" fmla="*/ 362 h 373"/>
                    <a:gd name="T30" fmla="*/ 72 w 109"/>
                    <a:gd name="T31" fmla="*/ 354 h 373"/>
                    <a:gd name="T32" fmla="*/ 90 w 109"/>
                    <a:gd name="T33" fmla="*/ 343 h 373"/>
                    <a:gd name="T34" fmla="*/ 109 w 109"/>
                    <a:gd name="T35" fmla="*/ 331 h 373"/>
                    <a:gd name="T36" fmla="*/ 109 w 109"/>
                    <a:gd name="T37" fmla="*/ 10 h 3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9" h="373">
                      <a:moveTo>
                        <a:pt x="109" y="10"/>
                      </a:moveTo>
                      <a:lnTo>
                        <a:pt x="107" y="9"/>
                      </a:lnTo>
                      <a:lnTo>
                        <a:pt x="100" y="6"/>
                      </a:lnTo>
                      <a:lnTo>
                        <a:pt x="89" y="2"/>
                      </a:lnTo>
                      <a:lnTo>
                        <a:pt x="75" y="0"/>
                      </a:lnTo>
                      <a:lnTo>
                        <a:pt x="59" y="0"/>
                      </a:lnTo>
                      <a:lnTo>
                        <a:pt x="39" y="2"/>
                      </a:lnTo>
                      <a:lnTo>
                        <a:pt x="20" y="9"/>
                      </a:lnTo>
                      <a:lnTo>
                        <a:pt x="0" y="21"/>
                      </a:lnTo>
                      <a:lnTo>
                        <a:pt x="0" y="373"/>
                      </a:lnTo>
                      <a:lnTo>
                        <a:pt x="2" y="373"/>
                      </a:lnTo>
                      <a:lnTo>
                        <a:pt x="9" y="372"/>
                      </a:lnTo>
                      <a:lnTo>
                        <a:pt x="21" y="369"/>
                      </a:lnTo>
                      <a:lnTo>
                        <a:pt x="36" y="366"/>
                      </a:lnTo>
                      <a:lnTo>
                        <a:pt x="53" y="362"/>
                      </a:lnTo>
                      <a:lnTo>
                        <a:pt x="72" y="354"/>
                      </a:lnTo>
                      <a:lnTo>
                        <a:pt x="90" y="343"/>
                      </a:lnTo>
                      <a:lnTo>
                        <a:pt x="109" y="331"/>
                      </a:lnTo>
                      <a:lnTo>
                        <a:pt x="109" y="1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64" name="Freeform 90"/>
                <p:cNvSpPr>
                  <a:spLocks/>
                </p:cNvSpPr>
                <p:nvPr/>
              </p:nvSpPr>
              <p:spPr bwMode="auto">
                <a:xfrm>
                  <a:off x="6107" y="13721"/>
                  <a:ext cx="75" cy="216"/>
                </a:xfrm>
                <a:custGeom>
                  <a:avLst/>
                  <a:gdLst>
                    <a:gd name="T0" fmla="*/ 75 w 75"/>
                    <a:gd name="T1" fmla="*/ 6 h 216"/>
                    <a:gd name="T2" fmla="*/ 73 w 75"/>
                    <a:gd name="T3" fmla="*/ 5 h 216"/>
                    <a:gd name="T4" fmla="*/ 69 w 75"/>
                    <a:gd name="T5" fmla="*/ 4 h 216"/>
                    <a:gd name="T6" fmla="*/ 61 w 75"/>
                    <a:gd name="T7" fmla="*/ 2 h 216"/>
                    <a:gd name="T8" fmla="*/ 52 w 75"/>
                    <a:gd name="T9" fmla="*/ 0 h 216"/>
                    <a:gd name="T10" fmla="*/ 41 w 75"/>
                    <a:gd name="T11" fmla="*/ 0 h 216"/>
                    <a:gd name="T12" fmla="*/ 28 w 75"/>
                    <a:gd name="T13" fmla="*/ 1 h 216"/>
                    <a:gd name="T14" fmla="*/ 14 w 75"/>
                    <a:gd name="T15" fmla="*/ 6 h 216"/>
                    <a:gd name="T16" fmla="*/ 0 w 75"/>
                    <a:gd name="T17" fmla="*/ 14 h 216"/>
                    <a:gd name="T18" fmla="*/ 0 w 75"/>
                    <a:gd name="T19" fmla="*/ 216 h 216"/>
                    <a:gd name="T20" fmla="*/ 2 w 75"/>
                    <a:gd name="T21" fmla="*/ 216 h 216"/>
                    <a:gd name="T22" fmla="*/ 7 w 75"/>
                    <a:gd name="T23" fmla="*/ 215 h 216"/>
                    <a:gd name="T24" fmla="*/ 15 w 75"/>
                    <a:gd name="T25" fmla="*/ 214 h 216"/>
                    <a:gd name="T26" fmla="*/ 25 w 75"/>
                    <a:gd name="T27" fmla="*/ 211 h 216"/>
                    <a:gd name="T28" fmla="*/ 37 w 75"/>
                    <a:gd name="T29" fmla="*/ 208 h 216"/>
                    <a:gd name="T30" fmla="*/ 50 w 75"/>
                    <a:gd name="T31" fmla="*/ 203 h 216"/>
                    <a:gd name="T32" fmla="*/ 63 w 75"/>
                    <a:gd name="T33" fmla="*/ 195 h 216"/>
                    <a:gd name="T34" fmla="*/ 75 w 75"/>
                    <a:gd name="T35" fmla="*/ 187 h 216"/>
                    <a:gd name="T36" fmla="*/ 75 w 75"/>
                    <a:gd name="T37" fmla="*/ 6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5" h="216">
                      <a:moveTo>
                        <a:pt x="75" y="6"/>
                      </a:moveTo>
                      <a:lnTo>
                        <a:pt x="73" y="5"/>
                      </a:lnTo>
                      <a:lnTo>
                        <a:pt x="69" y="4"/>
                      </a:lnTo>
                      <a:lnTo>
                        <a:pt x="61" y="2"/>
                      </a:lnTo>
                      <a:lnTo>
                        <a:pt x="52" y="0"/>
                      </a:lnTo>
                      <a:lnTo>
                        <a:pt x="41" y="0"/>
                      </a:lnTo>
                      <a:lnTo>
                        <a:pt x="28" y="1"/>
                      </a:lnTo>
                      <a:lnTo>
                        <a:pt x="14" y="6"/>
                      </a:lnTo>
                      <a:lnTo>
                        <a:pt x="0" y="14"/>
                      </a:lnTo>
                      <a:lnTo>
                        <a:pt x="0" y="216"/>
                      </a:lnTo>
                      <a:lnTo>
                        <a:pt x="2" y="216"/>
                      </a:lnTo>
                      <a:lnTo>
                        <a:pt x="7" y="215"/>
                      </a:lnTo>
                      <a:lnTo>
                        <a:pt x="15" y="214"/>
                      </a:lnTo>
                      <a:lnTo>
                        <a:pt x="25" y="211"/>
                      </a:lnTo>
                      <a:lnTo>
                        <a:pt x="37" y="208"/>
                      </a:lnTo>
                      <a:lnTo>
                        <a:pt x="50" y="203"/>
                      </a:lnTo>
                      <a:lnTo>
                        <a:pt x="63" y="195"/>
                      </a:lnTo>
                      <a:lnTo>
                        <a:pt x="75" y="187"/>
                      </a:lnTo>
                      <a:lnTo>
                        <a:pt x="75" y="6"/>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65" name="Freeform 91"/>
                <p:cNvSpPr>
                  <a:spLocks/>
                </p:cNvSpPr>
                <p:nvPr/>
              </p:nvSpPr>
              <p:spPr bwMode="auto">
                <a:xfrm>
                  <a:off x="7013" y="14340"/>
                  <a:ext cx="110" cy="111"/>
                </a:xfrm>
                <a:custGeom>
                  <a:avLst/>
                  <a:gdLst>
                    <a:gd name="T0" fmla="*/ 55 w 110"/>
                    <a:gd name="T1" fmla="*/ 111 h 111"/>
                    <a:gd name="T2" fmla="*/ 66 w 110"/>
                    <a:gd name="T3" fmla="*/ 110 h 111"/>
                    <a:gd name="T4" fmla="*/ 76 w 110"/>
                    <a:gd name="T5" fmla="*/ 106 h 111"/>
                    <a:gd name="T6" fmla="*/ 85 w 110"/>
                    <a:gd name="T7" fmla="*/ 101 h 111"/>
                    <a:gd name="T8" fmla="*/ 94 w 110"/>
                    <a:gd name="T9" fmla="*/ 94 h 111"/>
                    <a:gd name="T10" fmla="*/ 100 w 110"/>
                    <a:gd name="T11" fmla="*/ 86 h 111"/>
                    <a:gd name="T12" fmla="*/ 106 w 110"/>
                    <a:gd name="T13" fmla="*/ 77 h 111"/>
                    <a:gd name="T14" fmla="*/ 109 w 110"/>
                    <a:gd name="T15" fmla="*/ 66 h 111"/>
                    <a:gd name="T16" fmla="*/ 110 w 110"/>
                    <a:gd name="T17" fmla="*/ 56 h 111"/>
                    <a:gd name="T18" fmla="*/ 109 w 110"/>
                    <a:gd name="T19" fmla="*/ 44 h 111"/>
                    <a:gd name="T20" fmla="*/ 106 w 110"/>
                    <a:gd name="T21" fmla="*/ 34 h 111"/>
                    <a:gd name="T22" fmla="*/ 100 w 110"/>
                    <a:gd name="T23" fmla="*/ 24 h 111"/>
                    <a:gd name="T24" fmla="*/ 94 w 110"/>
                    <a:gd name="T25" fmla="*/ 17 h 111"/>
                    <a:gd name="T26" fmla="*/ 85 w 110"/>
                    <a:gd name="T27" fmla="*/ 9 h 111"/>
                    <a:gd name="T28" fmla="*/ 76 w 110"/>
                    <a:gd name="T29" fmla="*/ 5 h 111"/>
                    <a:gd name="T30" fmla="*/ 66 w 110"/>
                    <a:gd name="T31" fmla="*/ 2 h 111"/>
                    <a:gd name="T32" fmla="*/ 55 w 110"/>
                    <a:gd name="T33" fmla="*/ 0 h 111"/>
                    <a:gd name="T34" fmla="*/ 44 w 110"/>
                    <a:gd name="T35" fmla="*/ 2 h 111"/>
                    <a:gd name="T36" fmla="*/ 33 w 110"/>
                    <a:gd name="T37" fmla="*/ 5 h 111"/>
                    <a:gd name="T38" fmla="*/ 25 w 110"/>
                    <a:gd name="T39" fmla="*/ 9 h 111"/>
                    <a:gd name="T40" fmla="*/ 16 w 110"/>
                    <a:gd name="T41" fmla="*/ 17 h 111"/>
                    <a:gd name="T42" fmla="*/ 10 w 110"/>
                    <a:gd name="T43" fmla="*/ 24 h 111"/>
                    <a:gd name="T44" fmla="*/ 4 w 110"/>
                    <a:gd name="T45" fmla="*/ 34 h 111"/>
                    <a:gd name="T46" fmla="*/ 1 w 110"/>
                    <a:gd name="T47" fmla="*/ 44 h 111"/>
                    <a:gd name="T48" fmla="*/ 0 w 110"/>
                    <a:gd name="T49" fmla="*/ 56 h 111"/>
                    <a:gd name="T50" fmla="*/ 1 w 110"/>
                    <a:gd name="T51" fmla="*/ 66 h 111"/>
                    <a:gd name="T52" fmla="*/ 4 w 110"/>
                    <a:gd name="T53" fmla="*/ 77 h 111"/>
                    <a:gd name="T54" fmla="*/ 10 w 110"/>
                    <a:gd name="T55" fmla="*/ 86 h 111"/>
                    <a:gd name="T56" fmla="*/ 16 w 110"/>
                    <a:gd name="T57" fmla="*/ 94 h 111"/>
                    <a:gd name="T58" fmla="*/ 25 w 110"/>
                    <a:gd name="T59" fmla="*/ 101 h 111"/>
                    <a:gd name="T60" fmla="*/ 33 w 110"/>
                    <a:gd name="T61" fmla="*/ 106 h 111"/>
                    <a:gd name="T62" fmla="*/ 44 w 110"/>
                    <a:gd name="T63" fmla="*/ 110 h 111"/>
                    <a:gd name="T64" fmla="*/ 55 w 110"/>
                    <a:gd name="T65" fmla="*/ 111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0" h="111">
                      <a:moveTo>
                        <a:pt x="55" y="111"/>
                      </a:moveTo>
                      <a:lnTo>
                        <a:pt x="66" y="110"/>
                      </a:lnTo>
                      <a:lnTo>
                        <a:pt x="76" y="106"/>
                      </a:lnTo>
                      <a:lnTo>
                        <a:pt x="85" y="101"/>
                      </a:lnTo>
                      <a:lnTo>
                        <a:pt x="94" y="94"/>
                      </a:lnTo>
                      <a:lnTo>
                        <a:pt x="100" y="86"/>
                      </a:lnTo>
                      <a:lnTo>
                        <a:pt x="106" y="77"/>
                      </a:lnTo>
                      <a:lnTo>
                        <a:pt x="109" y="66"/>
                      </a:lnTo>
                      <a:lnTo>
                        <a:pt x="110" y="56"/>
                      </a:lnTo>
                      <a:lnTo>
                        <a:pt x="109" y="44"/>
                      </a:lnTo>
                      <a:lnTo>
                        <a:pt x="106" y="34"/>
                      </a:lnTo>
                      <a:lnTo>
                        <a:pt x="100" y="24"/>
                      </a:lnTo>
                      <a:lnTo>
                        <a:pt x="94" y="17"/>
                      </a:lnTo>
                      <a:lnTo>
                        <a:pt x="85" y="9"/>
                      </a:lnTo>
                      <a:lnTo>
                        <a:pt x="76" y="5"/>
                      </a:lnTo>
                      <a:lnTo>
                        <a:pt x="66" y="2"/>
                      </a:lnTo>
                      <a:lnTo>
                        <a:pt x="55" y="0"/>
                      </a:lnTo>
                      <a:lnTo>
                        <a:pt x="44" y="2"/>
                      </a:lnTo>
                      <a:lnTo>
                        <a:pt x="33" y="5"/>
                      </a:lnTo>
                      <a:lnTo>
                        <a:pt x="25" y="9"/>
                      </a:lnTo>
                      <a:lnTo>
                        <a:pt x="16" y="17"/>
                      </a:lnTo>
                      <a:lnTo>
                        <a:pt x="10" y="24"/>
                      </a:lnTo>
                      <a:lnTo>
                        <a:pt x="4" y="34"/>
                      </a:lnTo>
                      <a:lnTo>
                        <a:pt x="1" y="44"/>
                      </a:lnTo>
                      <a:lnTo>
                        <a:pt x="0" y="56"/>
                      </a:lnTo>
                      <a:lnTo>
                        <a:pt x="1" y="66"/>
                      </a:lnTo>
                      <a:lnTo>
                        <a:pt x="4" y="77"/>
                      </a:lnTo>
                      <a:lnTo>
                        <a:pt x="10" y="86"/>
                      </a:lnTo>
                      <a:lnTo>
                        <a:pt x="16" y="94"/>
                      </a:lnTo>
                      <a:lnTo>
                        <a:pt x="25" y="101"/>
                      </a:lnTo>
                      <a:lnTo>
                        <a:pt x="33" y="106"/>
                      </a:lnTo>
                      <a:lnTo>
                        <a:pt x="44" y="110"/>
                      </a:lnTo>
                      <a:lnTo>
                        <a:pt x="55" y="11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66" name="Freeform 92"/>
                <p:cNvSpPr>
                  <a:spLocks/>
                </p:cNvSpPr>
                <p:nvPr/>
              </p:nvSpPr>
              <p:spPr bwMode="auto">
                <a:xfrm>
                  <a:off x="6676" y="14343"/>
                  <a:ext cx="55" cy="55"/>
                </a:xfrm>
                <a:custGeom>
                  <a:avLst/>
                  <a:gdLst>
                    <a:gd name="T0" fmla="*/ 27 w 55"/>
                    <a:gd name="T1" fmla="*/ 55 h 55"/>
                    <a:gd name="T2" fmla="*/ 38 w 55"/>
                    <a:gd name="T3" fmla="*/ 53 h 55"/>
                    <a:gd name="T4" fmla="*/ 48 w 55"/>
                    <a:gd name="T5" fmla="*/ 46 h 55"/>
                    <a:gd name="T6" fmla="*/ 53 w 55"/>
                    <a:gd name="T7" fmla="*/ 37 h 55"/>
                    <a:gd name="T8" fmla="*/ 55 w 55"/>
                    <a:gd name="T9" fmla="*/ 27 h 55"/>
                    <a:gd name="T10" fmla="*/ 53 w 55"/>
                    <a:gd name="T11" fmla="*/ 16 h 55"/>
                    <a:gd name="T12" fmla="*/ 48 w 55"/>
                    <a:gd name="T13" fmla="*/ 7 h 55"/>
                    <a:gd name="T14" fmla="*/ 38 w 55"/>
                    <a:gd name="T15" fmla="*/ 2 h 55"/>
                    <a:gd name="T16" fmla="*/ 27 w 55"/>
                    <a:gd name="T17" fmla="*/ 0 h 55"/>
                    <a:gd name="T18" fmla="*/ 16 w 55"/>
                    <a:gd name="T19" fmla="*/ 2 h 55"/>
                    <a:gd name="T20" fmla="*/ 8 w 55"/>
                    <a:gd name="T21" fmla="*/ 7 h 55"/>
                    <a:gd name="T22" fmla="*/ 2 w 55"/>
                    <a:gd name="T23" fmla="*/ 16 h 55"/>
                    <a:gd name="T24" fmla="*/ 0 w 55"/>
                    <a:gd name="T25" fmla="*/ 27 h 55"/>
                    <a:gd name="T26" fmla="*/ 2 w 55"/>
                    <a:gd name="T27" fmla="*/ 37 h 55"/>
                    <a:gd name="T28" fmla="*/ 8 w 55"/>
                    <a:gd name="T29" fmla="*/ 46 h 55"/>
                    <a:gd name="T30" fmla="*/ 16 w 55"/>
                    <a:gd name="T31" fmla="*/ 53 h 55"/>
                    <a:gd name="T32" fmla="*/ 27 w 55"/>
                    <a:gd name="T33"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5" h="55">
                      <a:moveTo>
                        <a:pt x="27" y="55"/>
                      </a:moveTo>
                      <a:lnTo>
                        <a:pt x="38" y="53"/>
                      </a:lnTo>
                      <a:lnTo>
                        <a:pt x="48" y="46"/>
                      </a:lnTo>
                      <a:lnTo>
                        <a:pt x="53" y="37"/>
                      </a:lnTo>
                      <a:lnTo>
                        <a:pt x="55" y="27"/>
                      </a:lnTo>
                      <a:lnTo>
                        <a:pt x="53" y="16"/>
                      </a:lnTo>
                      <a:lnTo>
                        <a:pt x="48" y="7"/>
                      </a:lnTo>
                      <a:lnTo>
                        <a:pt x="38" y="2"/>
                      </a:lnTo>
                      <a:lnTo>
                        <a:pt x="27" y="0"/>
                      </a:lnTo>
                      <a:lnTo>
                        <a:pt x="16" y="2"/>
                      </a:lnTo>
                      <a:lnTo>
                        <a:pt x="8" y="7"/>
                      </a:lnTo>
                      <a:lnTo>
                        <a:pt x="2" y="16"/>
                      </a:lnTo>
                      <a:lnTo>
                        <a:pt x="0" y="27"/>
                      </a:lnTo>
                      <a:lnTo>
                        <a:pt x="2" y="37"/>
                      </a:lnTo>
                      <a:lnTo>
                        <a:pt x="8" y="46"/>
                      </a:lnTo>
                      <a:lnTo>
                        <a:pt x="16" y="53"/>
                      </a:lnTo>
                      <a:lnTo>
                        <a:pt x="27" y="55"/>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67" name="Freeform 93"/>
                <p:cNvSpPr>
                  <a:spLocks/>
                </p:cNvSpPr>
                <p:nvPr/>
              </p:nvSpPr>
              <p:spPr bwMode="auto">
                <a:xfrm>
                  <a:off x="6770" y="14345"/>
                  <a:ext cx="55" cy="55"/>
                </a:xfrm>
                <a:custGeom>
                  <a:avLst/>
                  <a:gdLst>
                    <a:gd name="T0" fmla="*/ 28 w 55"/>
                    <a:gd name="T1" fmla="*/ 55 h 55"/>
                    <a:gd name="T2" fmla="*/ 39 w 55"/>
                    <a:gd name="T3" fmla="*/ 53 h 55"/>
                    <a:gd name="T4" fmla="*/ 47 w 55"/>
                    <a:gd name="T5" fmla="*/ 47 h 55"/>
                    <a:gd name="T6" fmla="*/ 53 w 55"/>
                    <a:gd name="T7" fmla="*/ 39 h 55"/>
                    <a:gd name="T8" fmla="*/ 55 w 55"/>
                    <a:gd name="T9" fmla="*/ 28 h 55"/>
                    <a:gd name="T10" fmla="*/ 53 w 55"/>
                    <a:gd name="T11" fmla="*/ 17 h 55"/>
                    <a:gd name="T12" fmla="*/ 47 w 55"/>
                    <a:gd name="T13" fmla="*/ 8 h 55"/>
                    <a:gd name="T14" fmla="*/ 39 w 55"/>
                    <a:gd name="T15" fmla="*/ 2 h 55"/>
                    <a:gd name="T16" fmla="*/ 28 w 55"/>
                    <a:gd name="T17" fmla="*/ 0 h 55"/>
                    <a:gd name="T18" fmla="*/ 17 w 55"/>
                    <a:gd name="T19" fmla="*/ 2 h 55"/>
                    <a:gd name="T20" fmla="*/ 9 w 55"/>
                    <a:gd name="T21" fmla="*/ 8 h 55"/>
                    <a:gd name="T22" fmla="*/ 2 w 55"/>
                    <a:gd name="T23" fmla="*/ 17 h 55"/>
                    <a:gd name="T24" fmla="*/ 0 w 55"/>
                    <a:gd name="T25" fmla="*/ 28 h 55"/>
                    <a:gd name="T26" fmla="*/ 2 w 55"/>
                    <a:gd name="T27" fmla="*/ 39 h 55"/>
                    <a:gd name="T28" fmla="*/ 9 w 55"/>
                    <a:gd name="T29" fmla="*/ 47 h 55"/>
                    <a:gd name="T30" fmla="*/ 17 w 55"/>
                    <a:gd name="T31" fmla="*/ 53 h 55"/>
                    <a:gd name="T32" fmla="*/ 28 w 55"/>
                    <a:gd name="T33"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5" h="55">
                      <a:moveTo>
                        <a:pt x="28" y="55"/>
                      </a:moveTo>
                      <a:lnTo>
                        <a:pt x="39" y="53"/>
                      </a:lnTo>
                      <a:lnTo>
                        <a:pt x="47" y="47"/>
                      </a:lnTo>
                      <a:lnTo>
                        <a:pt x="53" y="39"/>
                      </a:lnTo>
                      <a:lnTo>
                        <a:pt x="55" y="28"/>
                      </a:lnTo>
                      <a:lnTo>
                        <a:pt x="53" y="17"/>
                      </a:lnTo>
                      <a:lnTo>
                        <a:pt x="47" y="8"/>
                      </a:lnTo>
                      <a:lnTo>
                        <a:pt x="39" y="2"/>
                      </a:lnTo>
                      <a:lnTo>
                        <a:pt x="28" y="0"/>
                      </a:lnTo>
                      <a:lnTo>
                        <a:pt x="17" y="2"/>
                      </a:lnTo>
                      <a:lnTo>
                        <a:pt x="9" y="8"/>
                      </a:lnTo>
                      <a:lnTo>
                        <a:pt x="2" y="17"/>
                      </a:lnTo>
                      <a:lnTo>
                        <a:pt x="0" y="28"/>
                      </a:lnTo>
                      <a:lnTo>
                        <a:pt x="2" y="39"/>
                      </a:lnTo>
                      <a:lnTo>
                        <a:pt x="9" y="47"/>
                      </a:lnTo>
                      <a:lnTo>
                        <a:pt x="17" y="53"/>
                      </a:lnTo>
                      <a:lnTo>
                        <a:pt x="28" y="55"/>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68" name="Freeform 94"/>
                <p:cNvSpPr>
                  <a:spLocks/>
                </p:cNvSpPr>
                <p:nvPr/>
              </p:nvSpPr>
              <p:spPr bwMode="auto">
                <a:xfrm>
                  <a:off x="6401" y="13591"/>
                  <a:ext cx="156" cy="752"/>
                </a:xfrm>
                <a:custGeom>
                  <a:avLst/>
                  <a:gdLst>
                    <a:gd name="T0" fmla="*/ 48 w 156"/>
                    <a:gd name="T1" fmla="*/ 15 h 752"/>
                    <a:gd name="T2" fmla="*/ 44 w 156"/>
                    <a:gd name="T3" fmla="*/ 30 h 752"/>
                    <a:gd name="T4" fmla="*/ 33 w 156"/>
                    <a:gd name="T5" fmla="*/ 73 h 752"/>
                    <a:gd name="T6" fmla="*/ 19 w 156"/>
                    <a:gd name="T7" fmla="*/ 140 h 752"/>
                    <a:gd name="T8" fmla="*/ 7 w 156"/>
                    <a:gd name="T9" fmla="*/ 229 h 752"/>
                    <a:gd name="T10" fmla="*/ 0 w 156"/>
                    <a:gd name="T11" fmla="*/ 337 h 752"/>
                    <a:gd name="T12" fmla="*/ 1 w 156"/>
                    <a:gd name="T13" fmla="*/ 462 h 752"/>
                    <a:gd name="T14" fmla="*/ 14 w 156"/>
                    <a:gd name="T15" fmla="*/ 602 h 752"/>
                    <a:gd name="T16" fmla="*/ 43 w 156"/>
                    <a:gd name="T17" fmla="*/ 752 h 752"/>
                    <a:gd name="T18" fmla="*/ 150 w 156"/>
                    <a:gd name="T19" fmla="*/ 746 h 752"/>
                    <a:gd name="T20" fmla="*/ 146 w 156"/>
                    <a:gd name="T21" fmla="*/ 724 h 752"/>
                    <a:gd name="T22" fmla="*/ 135 w 156"/>
                    <a:gd name="T23" fmla="*/ 663 h 752"/>
                    <a:gd name="T24" fmla="*/ 123 w 156"/>
                    <a:gd name="T25" fmla="*/ 574 h 752"/>
                    <a:gd name="T26" fmla="*/ 111 w 156"/>
                    <a:gd name="T27" fmla="*/ 463 h 752"/>
                    <a:gd name="T28" fmla="*/ 104 w 156"/>
                    <a:gd name="T29" fmla="*/ 342 h 752"/>
                    <a:gd name="T30" fmla="*/ 107 w 156"/>
                    <a:gd name="T31" fmla="*/ 220 h 752"/>
                    <a:gd name="T32" fmla="*/ 124 w 156"/>
                    <a:gd name="T33" fmla="*/ 106 h 752"/>
                    <a:gd name="T34" fmla="*/ 156 w 156"/>
                    <a:gd name="T35" fmla="*/ 9 h 752"/>
                    <a:gd name="T36" fmla="*/ 156 w 156"/>
                    <a:gd name="T37" fmla="*/ 8 h 752"/>
                    <a:gd name="T38" fmla="*/ 156 w 156"/>
                    <a:gd name="T39" fmla="*/ 6 h 752"/>
                    <a:gd name="T40" fmla="*/ 154 w 156"/>
                    <a:gd name="T41" fmla="*/ 4 h 752"/>
                    <a:gd name="T42" fmla="*/ 147 w 156"/>
                    <a:gd name="T43" fmla="*/ 0 h 752"/>
                    <a:gd name="T44" fmla="*/ 134 w 156"/>
                    <a:gd name="T45" fmla="*/ 0 h 752"/>
                    <a:gd name="T46" fmla="*/ 115 w 156"/>
                    <a:gd name="T47" fmla="*/ 1 h 752"/>
                    <a:gd name="T48" fmla="*/ 87 w 156"/>
                    <a:gd name="T49" fmla="*/ 7 h 752"/>
                    <a:gd name="T50" fmla="*/ 48 w 156"/>
                    <a:gd name="T51" fmla="*/ 15 h 7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56" h="752">
                      <a:moveTo>
                        <a:pt x="48" y="15"/>
                      </a:moveTo>
                      <a:lnTo>
                        <a:pt x="44" y="30"/>
                      </a:lnTo>
                      <a:lnTo>
                        <a:pt x="33" y="73"/>
                      </a:lnTo>
                      <a:lnTo>
                        <a:pt x="19" y="140"/>
                      </a:lnTo>
                      <a:lnTo>
                        <a:pt x="7" y="229"/>
                      </a:lnTo>
                      <a:lnTo>
                        <a:pt x="0" y="337"/>
                      </a:lnTo>
                      <a:lnTo>
                        <a:pt x="1" y="462"/>
                      </a:lnTo>
                      <a:lnTo>
                        <a:pt x="14" y="602"/>
                      </a:lnTo>
                      <a:lnTo>
                        <a:pt x="43" y="752"/>
                      </a:lnTo>
                      <a:lnTo>
                        <a:pt x="150" y="746"/>
                      </a:lnTo>
                      <a:lnTo>
                        <a:pt x="146" y="724"/>
                      </a:lnTo>
                      <a:lnTo>
                        <a:pt x="135" y="663"/>
                      </a:lnTo>
                      <a:lnTo>
                        <a:pt x="123" y="574"/>
                      </a:lnTo>
                      <a:lnTo>
                        <a:pt x="111" y="463"/>
                      </a:lnTo>
                      <a:lnTo>
                        <a:pt x="104" y="342"/>
                      </a:lnTo>
                      <a:lnTo>
                        <a:pt x="107" y="220"/>
                      </a:lnTo>
                      <a:lnTo>
                        <a:pt x="124" y="106"/>
                      </a:lnTo>
                      <a:lnTo>
                        <a:pt x="156" y="9"/>
                      </a:lnTo>
                      <a:lnTo>
                        <a:pt x="156" y="8"/>
                      </a:lnTo>
                      <a:lnTo>
                        <a:pt x="156" y="6"/>
                      </a:lnTo>
                      <a:lnTo>
                        <a:pt x="154" y="4"/>
                      </a:lnTo>
                      <a:lnTo>
                        <a:pt x="147" y="0"/>
                      </a:lnTo>
                      <a:lnTo>
                        <a:pt x="134" y="0"/>
                      </a:lnTo>
                      <a:lnTo>
                        <a:pt x="115" y="1"/>
                      </a:lnTo>
                      <a:lnTo>
                        <a:pt x="87" y="7"/>
                      </a:lnTo>
                      <a:lnTo>
                        <a:pt x="48" y="15"/>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69" name="Freeform 95"/>
                <p:cNvSpPr>
                  <a:spLocks/>
                </p:cNvSpPr>
                <p:nvPr/>
              </p:nvSpPr>
              <p:spPr bwMode="auto">
                <a:xfrm>
                  <a:off x="7205" y="13498"/>
                  <a:ext cx="212" cy="839"/>
                </a:xfrm>
                <a:custGeom>
                  <a:avLst/>
                  <a:gdLst>
                    <a:gd name="T0" fmla="*/ 212 w 212"/>
                    <a:gd name="T1" fmla="*/ 6 h 839"/>
                    <a:gd name="T2" fmla="*/ 206 w 212"/>
                    <a:gd name="T3" fmla="*/ 11 h 839"/>
                    <a:gd name="T4" fmla="*/ 192 w 212"/>
                    <a:gd name="T5" fmla="*/ 33 h 839"/>
                    <a:gd name="T6" fmla="*/ 174 w 212"/>
                    <a:gd name="T7" fmla="*/ 77 h 839"/>
                    <a:gd name="T8" fmla="*/ 156 w 212"/>
                    <a:gd name="T9" fmla="*/ 148 h 839"/>
                    <a:gd name="T10" fmla="*/ 141 w 212"/>
                    <a:gd name="T11" fmla="*/ 254 h 839"/>
                    <a:gd name="T12" fmla="*/ 133 w 212"/>
                    <a:gd name="T13" fmla="*/ 401 h 839"/>
                    <a:gd name="T14" fmla="*/ 137 w 212"/>
                    <a:gd name="T15" fmla="*/ 593 h 839"/>
                    <a:gd name="T16" fmla="*/ 158 w 212"/>
                    <a:gd name="T17" fmla="*/ 839 h 839"/>
                    <a:gd name="T18" fmla="*/ 38 w 212"/>
                    <a:gd name="T19" fmla="*/ 839 h 839"/>
                    <a:gd name="T20" fmla="*/ 34 w 212"/>
                    <a:gd name="T21" fmla="*/ 814 h 839"/>
                    <a:gd name="T22" fmla="*/ 24 w 212"/>
                    <a:gd name="T23" fmla="*/ 746 h 839"/>
                    <a:gd name="T24" fmla="*/ 12 w 212"/>
                    <a:gd name="T25" fmla="*/ 645 h 839"/>
                    <a:gd name="T26" fmla="*/ 3 w 212"/>
                    <a:gd name="T27" fmla="*/ 521 h 839"/>
                    <a:gd name="T28" fmla="*/ 0 w 212"/>
                    <a:gd name="T29" fmla="*/ 384 h 839"/>
                    <a:gd name="T30" fmla="*/ 6 w 212"/>
                    <a:gd name="T31" fmla="*/ 244 h 839"/>
                    <a:gd name="T32" fmla="*/ 29 w 212"/>
                    <a:gd name="T33" fmla="*/ 114 h 839"/>
                    <a:gd name="T34" fmla="*/ 68 w 212"/>
                    <a:gd name="T35" fmla="*/ 0 h 839"/>
                    <a:gd name="T36" fmla="*/ 212 w 212"/>
                    <a:gd name="T37" fmla="*/ 6 h 8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12" h="839">
                      <a:moveTo>
                        <a:pt x="212" y="6"/>
                      </a:moveTo>
                      <a:lnTo>
                        <a:pt x="206" y="11"/>
                      </a:lnTo>
                      <a:lnTo>
                        <a:pt x="192" y="33"/>
                      </a:lnTo>
                      <a:lnTo>
                        <a:pt x="174" y="77"/>
                      </a:lnTo>
                      <a:lnTo>
                        <a:pt x="156" y="148"/>
                      </a:lnTo>
                      <a:lnTo>
                        <a:pt x="141" y="254"/>
                      </a:lnTo>
                      <a:lnTo>
                        <a:pt x="133" y="401"/>
                      </a:lnTo>
                      <a:lnTo>
                        <a:pt x="137" y="593"/>
                      </a:lnTo>
                      <a:lnTo>
                        <a:pt x="158" y="839"/>
                      </a:lnTo>
                      <a:lnTo>
                        <a:pt x="38" y="839"/>
                      </a:lnTo>
                      <a:lnTo>
                        <a:pt x="34" y="814"/>
                      </a:lnTo>
                      <a:lnTo>
                        <a:pt x="24" y="746"/>
                      </a:lnTo>
                      <a:lnTo>
                        <a:pt x="12" y="645"/>
                      </a:lnTo>
                      <a:lnTo>
                        <a:pt x="3" y="521"/>
                      </a:lnTo>
                      <a:lnTo>
                        <a:pt x="0" y="384"/>
                      </a:lnTo>
                      <a:lnTo>
                        <a:pt x="6" y="244"/>
                      </a:lnTo>
                      <a:lnTo>
                        <a:pt x="29" y="114"/>
                      </a:lnTo>
                      <a:lnTo>
                        <a:pt x="68" y="0"/>
                      </a:lnTo>
                      <a:lnTo>
                        <a:pt x="212" y="6"/>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70" name="Freeform 96"/>
                <p:cNvSpPr>
                  <a:spLocks/>
                </p:cNvSpPr>
                <p:nvPr/>
              </p:nvSpPr>
              <p:spPr bwMode="auto">
                <a:xfrm>
                  <a:off x="6406" y="13636"/>
                  <a:ext cx="137" cy="656"/>
                </a:xfrm>
                <a:custGeom>
                  <a:avLst/>
                  <a:gdLst>
                    <a:gd name="T0" fmla="*/ 43 w 137"/>
                    <a:gd name="T1" fmla="*/ 12 h 656"/>
                    <a:gd name="T2" fmla="*/ 39 w 137"/>
                    <a:gd name="T3" fmla="*/ 25 h 656"/>
                    <a:gd name="T4" fmla="*/ 30 w 137"/>
                    <a:gd name="T5" fmla="*/ 62 h 656"/>
                    <a:gd name="T6" fmla="*/ 19 w 137"/>
                    <a:gd name="T7" fmla="*/ 122 h 656"/>
                    <a:gd name="T8" fmla="*/ 7 w 137"/>
                    <a:gd name="T9" fmla="*/ 199 h 656"/>
                    <a:gd name="T10" fmla="*/ 0 w 137"/>
                    <a:gd name="T11" fmla="*/ 294 h 656"/>
                    <a:gd name="T12" fmla="*/ 1 w 137"/>
                    <a:gd name="T13" fmla="*/ 403 h 656"/>
                    <a:gd name="T14" fmla="*/ 12 w 137"/>
                    <a:gd name="T15" fmla="*/ 524 h 656"/>
                    <a:gd name="T16" fmla="*/ 38 w 137"/>
                    <a:gd name="T17" fmla="*/ 656 h 656"/>
                    <a:gd name="T18" fmla="*/ 132 w 137"/>
                    <a:gd name="T19" fmla="*/ 650 h 656"/>
                    <a:gd name="T20" fmla="*/ 127 w 137"/>
                    <a:gd name="T21" fmla="*/ 631 h 656"/>
                    <a:gd name="T22" fmla="*/ 119 w 137"/>
                    <a:gd name="T23" fmla="*/ 578 h 656"/>
                    <a:gd name="T24" fmla="*/ 107 w 137"/>
                    <a:gd name="T25" fmla="*/ 499 h 656"/>
                    <a:gd name="T26" fmla="*/ 97 w 137"/>
                    <a:gd name="T27" fmla="*/ 403 h 656"/>
                    <a:gd name="T28" fmla="*/ 92 w 137"/>
                    <a:gd name="T29" fmla="*/ 297 h 656"/>
                    <a:gd name="T30" fmla="*/ 94 w 137"/>
                    <a:gd name="T31" fmla="*/ 192 h 656"/>
                    <a:gd name="T32" fmla="*/ 108 w 137"/>
                    <a:gd name="T33" fmla="*/ 91 h 656"/>
                    <a:gd name="T34" fmla="*/ 137 w 137"/>
                    <a:gd name="T35" fmla="*/ 7 h 656"/>
                    <a:gd name="T36" fmla="*/ 137 w 137"/>
                    <a:gd name="T37" fmla="*/ 6 h 656"/>
                    <a:gd name="T38" fmla="*/ 137 w 137"/>
                    <a:gd name="T39" fmla="*/ 4 h 656"/>
                    <a:gd name="T40" fmla="*/ 135 w 137"/>
                    <a:gd name="T41" fmla="*/ 2 h 656"/>
                    <a:gd name="T42" fmla="*/ 129 w 137"/>
                    <a:gd name="T43" fmla="*/ 0 h 656"/>
                    <a:gd name="T44" fmla="*/ 119 w 137"/>
                    <a:gd name="T45" fmla="*/ 0 h 656"/>
                    <a:gd name="T46" fmla="*/ 101 w 137"/>
                    <a:gd name="T47" fmla="*/ 1 h 656"/>
                    <a:gd name="T48" fmla="*/ 77 w 137"/>
                    <a:gd name="T49" fmla="*/ 5 h 656"/>
                    <a:gd name="T50" fmla="*/ 43 w 137"/>
                    <a:gd name="T51" fmla="*/ 12 h 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7" h="656">
                      <a:moveTo>
                        <a:pt x="43" y="12"/>
                      </a:moveTo>
                      <a:lnTo>
                        <a:pt x="39" y="25"/>
                      </a:lnTo>
                      <a:lnTo>
                        <a:pt x="30" y="62"/>
                      </a:lnTo>
                      <a:lnTo>
                        <a:pt x="19" y="122"/>
                      </a:lnTo>
                      <a:lnTo>
                        <a:pt x="7" y="199"/>
                      </a:lnTo>
                      <a:lnTo>
                        <a:pt x="0" y="294"/>
                      </a:lnTo>
                      <a:lnTo>
                        <a:pt x="1" y="403"/>
                      </a:lnTo>
                      <a:lnTo>
                        <a:pt x="12" y="524"/>
                      </a:lnTo>
                      <a:lnTo>
                        <a:pt x="38" y="656"/>
                      </a:lnTo>
                      <a:lnTo>
                        <a:pt x="132" y="650"/>
                      </a:lnTo>
                      <a:lnTo>
                        <a:pt x="127" y="631"/>
                      </a:lnTo>
                      <a:lnTo>
                        <a:pt x="119" y="578"/>
                      </a:lnTo>
                      <a:lnTo>
                        <a:pt x="107" y="499"/>
                      </a:lnTo>
                      <a:lnTo>
                        <a:pt x="97" y="403"/>
                      </a:lnTo>
                      <a:lnTo>
                        <a:pt x="92" y="297"/>
                      </a:lnTo>
                      <a:lnTo>
                        <a:pt x="94" y="192"/>
                      </a:lnTo>
                      <a:lnTo>
                        <a:pt x="108" y="91"/>
                      </a:lnTo>
                      <a:lnTo>
                        <a:pt x="137" y="7"/>
                      </a:lnTo>
                      <a:lnTo>
                        <a:pt x="137" y="6"/>
                      </a:lnTo>
                      <a:lnTo>
                        <a:pt x="137" y="4"/>
                      </a:lnTo>
                      <a:lnTo>
                        <a:pt x="135" y="2"/>
                      </a:lnTo>
                      <a:lnTo>
                        <a:pt x="129" y="0"/>
                      </a:lnTo>
                      <a:lnTo>
                        <a:pt x="119" y="0"/>
                      </a:lnTo>
                      <a:lnTo>
                        <a:pt x="101" y="1"/>
                      </a:lnTo>
                      <a:lnTo>
                        <a:pt x="77" y="5"/>
                      </a:lnTo>
                      <a:lnTo>
                        <a:pt x="43" y="12"/>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71" name="Freeform 97"/>
                <p:cNvSpPr>
                  <a:spLocks/>
                </p:cNvSpPr>
                <p:nvPr/>
              </p:nvSpPr>
              <p:spPr bwMode="auto">
                <a:xfrm>
                  <a:off x="6412" y="13680"/>
                  <a:ext cx="116" cy="560"/>
                </a:xfrm>
                <a:custGeom>
                  <a:avLst/>
                  <a:gdLst>
                    <a:gd name="T0" fmla="*/ 36 w 116"/>
                    <a:gd name="T1" fmla="*/ 11 h 560"/>
                    <a:gd name="T2" fmla="*/ 33 w 116"/>
                    <a:gd name="T3" fmla="*/ 21 h 560"/>
                    <a:gd name="T4" fmla="*/ 24 w 116"/>
                    <a:gd name="T5" fmla="*/ 53 h 560"/>
                    <a:gd name="T6" fmla="*/ 15 w 116"/>
                    <a:gd name="T7" fmla="*/ 103 h 560"/>
                    <a:gd name="T8" fmla="*/ 5 w 116"/>
                    <a:gd name="T9" fmla="*/ 169 h 560"/>
                    <a:gd name="T10" fmla="*/ 0 w 116"/>
                    <a:gd name="T11" fmla="*/ 250 h 560"/>
                    <a:gd name="T12" fmla="*/ 1 w 116"/>
                    <a:gd name="T13" fmla="*/ 344 h 560"/>
                    <a:gd name="T14" fmla="*/ 10 w 116"/>
                    <a:gd name="T15" fmla="*/ 448 h 560"/>
                    <a:gd name="T16" fmla="*/ 32 w 116"/>
                    <a:gd name="T17" fmla="*/ 560 h 560"/>
                    <a:gd name="T18" fmla="*/ 112 w 116"/>
                    <a:gd name="T19" fmla="*/ 555 h 560"/>
                    <a:gd name="T20" fmla="*/ 108 w 116"/>
                    <a:gd name="T21" fmla="*/ 538 h 560"/>
                    <a:gd name="T22" fmla="*/ 101 w 116"/>
                    <a:gd name="T23" fmla="*/ 493 h 560"/>
                    <a:gd name="T24" fmla="*/ 91 w 116"/>
                    <a:gd name="T25" fmla="*/ 426 h 560"/>
                    <a:gd name="T26" fmla="*/ 82 w 116"/>
                    <a:gd name="T27" fmla="*/ 344 h 560"/>
                    <a:gd name="T28" fmla="*/ 77 w 116"/>
                    <a:gd name="T29" fmla="*/ 255 h 560"/>
                    <a:gd name="T30" fmla="*/ 79 w 116"/>
                    <a:gd name="T31" fmla="*/ 164 h 560"/>
                    <a:gd name="T32" fmla="*/ 91 w 116"/>
                    <a:gd name="T33" fmla="*/ 79 h 560"/>
                    <a:gd name="T34" fmla="*/ 116 w 116"/>
                    <a:gd name="T35" fmla="*/ 6 h 560"/>
                    <a:gd name="T36" fmla="*/ 116 w 116"/>
                    <a:gd name="T37" fmla="*/ 5 h 560"/>
                    <a:gd name="T38" fmla="*/ 116 w 116"/>
                    <a:gd name="T39" fmla="*/ 4 h 560"/>
                    <a:gd name="T40" fmla="*/ 114 w 116"/>
                    <a:gd name="T41" fmla="*/ 2 h 560"/>
                    <a:gd name="T42" fmla="*/ 109 w 116"/>
                    <a:gd name="T43" fmla="*/ 0 h 560"/>
                    <a:gd name="T44" fmla="*/ 100 w 116"/>
                    <a:gd name="T45" fmla="*/ 0 h 560"/>
                    <a:gd name="T46" fmla="*/ 86 w 116"/>
                    <a:gd name="T47" fmla="*/ 1 h 560"/>
                    <a:gd name="T48" fmla="*/ 65 w 116"/>
                    <a:gd name="T49" fmla="*/ 4 h 560"/>
                    <a:gd name="T50" fmla="*/ 36 w 116"/>
                    <a:gd name="T51" fmla="*/ 11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6" h="560">
                      <a:moveTo>
                        <a:pt x="36" y="11"/>
                      </a:moveTo>
                      <a:lnTo>
                        <a:pt x="33" y="21"/>
                      </a:lnTo>
                      <a:lnTo>
                        <a:pt x="24" y="53"/>
                      </a:lnTo>
                      <a:lnTo>
                        <a:pt x="15" y="103"/>
                      </a:lnTo>
                      <a:lnTo>
                        <a:pt x="5" y="169"/>
                      </a:lnTo>
                      <a:lnTo>
                        <a:pt x="0" y="250"/>
                      </a:lnTo>
                      <a:lnTo>
                        <a:pt x="1" y="344"/>
                      </a:lnTo>
                      <a:lnTo>
                        <a:pt x="10" y="448"/>
                      </a:lnTo>
                      <a:lnTo>
                        <a:pt x="32" y="560"/>
                      </a:lnTo>
                      <a:lnTo>
                        <a:pt x="112" y="555"/>
                      </a:lnTo>
                      <a:lnTo>
                        <a:pt x="108" y="538"/>
                      </a:lnTo>
                      <a:lnTo>
                        <a:pt x="101" y="493"/>
                      </a:lnTo>
                      <a:lnTo>
                        <a:pt x="91" y="426"/>
                      </a:lnTo>
                      <a:lnTo>
                        <a:pt x="82" y="344"/>
                      </a:lnTo>
                      <a:lnTo>
                        <a:pt x="77" y="255"/>
                      </a:lnTo>
                      <a:lnTo>
                        <a:pt x="79" y="164"/>
                      </a:lnTo>
                      <a:lnTo>
                        <a:pt x="91" y="79"/>
                      </a:lnTo>
                      <a:lnTo>
                        <a:pt x="116" y="6"/>
                      </a:lnTo>
                      <a:lnTo>
                        <a:pt x="116" y="5"/>
                      </a:lnTo>
                      <a:lnTo>
                        <a:pt x="116" y="4"/>
                      </a:lnTo>
                      <a:lnTo>
                        <a:pt x="114" y="2"/>
                      </a:lnTo>
                      <a:lnTo>
                        <a:pt x="109" y="0"/>
                      </a:lnTo>
                      <a:lnTo>
                        <a:pt x="100" y="0"/>
                      </a:lnTo>
                      <a:lnTo>
                        <a:pt x="86" y="1"/>
                      </a:lnTo>
                      <a:lnTo>
                        <a:pt x="65" y="4"/>
                      </a:lnTo>
                      <a:lnTo>
                        <a:pt x="36" y="1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72" name="Freeform 98"/>
                <p:cNvSpPr>
                  <a:spLocks/>
                </p:cNvSpPr>
                <p:nvPr/>
              </p:nvSpPr>
              <p:spPr bwMode="auto">
                <a:xfrm>
                  <a:off x="6417" y="13724"/>
                  <a:ext cx="97" cy="463"/>
                </a:xfrm>
                <a:custGeom>
                  <a:avLst/>
                  <a:gdLst>
                    <a:gd name="T0" fmla="*/ 30 w 97"/>
                    <a:gd name="T1" fmla="*/ 9 h 463"/>
                    <a:gd name="T2" fmla="*/ 27 w 97"/>
                    <a:gd name="T3" fmla="*/ 17 h 463"/>
                    <a:gd name="T4" fmla="*/ 20 w 97"/>
                    <a:gd name="T5" fmla="*/ 44 h 463"/>
                    <a:gd name="T6" fmla="*/ 12 w 97"/>
                    <a:gd name="T7" fmla="*/ 85 h 463"/>
                    <a:gd name="T8" fmla="*/ 4 w 97"/>
                    <a:gd name="T9" fmla="*/ 140 h 463"/>
                    <a:gd name="T10" fmla="*/ 0 w 97"/>
                    <a:gd name="T11" fmla="*/ 207 h 463"/>
                    <a:gd name="T12" fmla="*/ 0 w 97"/>
                    <a:gd name="T13" fmla="*/ 285 h 463"/>
                    <a:gd name="T14" fmla="*/ 9 w 97"/>
                    <a:gd name="T15" fmla="*/ 370 h 463"/>
                    <a:gd name="T16" fmla="*/ 26 w 97"/>
                    <a:gd name="T17" fmla="*/ 463 h 463"/>
                    <a:gd name="T18" fmla="*/ 93 w 97"/>
                    <a:gd name="T19" fmla="*/ 460 h 463"/>
                    <a:gd name="T20" fmla="*/ 89 w 97"/>
                    <a:gd name="T21" fmla="*/ 446 h 463"/>
                    <a:gd name="T22" fmla="*/ 83 w 97"/>
                    <a:gd name="T23" fmla="*/ 408 h 463"/>
                    <a:gd name="T24" fmla="*/ 75 w 97"/>
                    <a:gd name="T25" fmla="*/ 353 h 463"/>
                    <a:gd name="T26" fmla="*/ 68 w 97"/>
                    <a:gd name="T27" fmla="*/ 285 h 463"/>
                    <a:gd name="T28" fmla="*/ 65 w 97"/>
                    <a:gd name="T29" fmla="*/ 211 h 463"/>
                    <a:gd name="T30" fmla="*/ 67 w 97"/>
                    <a:gd name="T31" fmla="*/ 136 h 463"/>
                    <a:gd name="T32" fmla="*/ 76 w 97"/>
                    <a:gd name="T33" fmla="*/ 65 h 463"/>
                    <a:gd name="T34" fmla="*/ 97 w 97"/>
                    <a:gd name="T35" fmla="*/ 5 h 463"/>
                    <a:gd name="T36" fmla="*/ 97 w 97"/>
                    <a:gd name="T37" fmla="*/ 4 h 463"/>
                    <a:gd name="T38" fmla="*/ 97 w 97"/>
                    <a:gd name="T39" fmla="*/ 3 h 463"/>
                    <a:gd name="T40" fmla="*/ 95 w 97"/>
                    <a:gd name="T41" fmla="*/ 1 h 463"/>
                    <a:gd name="T42" fmla="*/ 91 w 97"/>
                    <a:gd name="T43" fmla="*/ 0 h 463"/>
                    <a:gd name="T44" fmla="*/ 84 w 97"/>
                    <a:gd name="T45" fmla="*/ 0 h 463"/>
                    <a:gd name="T46" fmla="*/ 71 w 97"/>
                    <a:gd name="T47" fmla="*/ 0 h 463"/>
                    <a:gd name="T48" fmla="*/ 54 w 97"/>
                    <a:gd name="T49" fmla="*/ 3 h 463"/>
                    <a:gd name="T50" fmla="*/ 30 w 97"/>
                    <a:gd name="T51" fmla="*/ 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7" h="463">
                      <a:moveTo>
                        <a:pt x="30" y="9"/>
                      </a:moveTo>
                      <a:lnTo>
                        <a:pt x="27" y="17"/>
                      </a:lnTo>
                      <a:lnTo>
                        <a:pt x="20" y="44"/>
                      </a:lnTo>
                      <a:lnTo>
                        <a:pt x="12" y="85"/>
                      </a:lnTo>
                      <a:lnTo>
                        <a:pt x="4" y="140"/>
                      </a:lnTo>
                      <a:lnTo>
                        <a:pt x="0" y="207"/>
                      </a:lnTo>
                      <a:lnTo>
                        <a:pt x="0" y="285"/>
                      </a:lnTo>
                      <a:lnTo>
                        <a:pt x="9" y="370"/>
                      </a:lnTo>
                      <a:lnTo>
                        <a:pt x="26" y="463"/>
                      </a:lnTo>
                      <a:lnTo>
                        <a:pt x="93" y="460"/>
                      </a:lnTo>
                      <a:lnTo>
                        <a:pt x="89" y="446"/>
                      </a:lnTo>
                      <a:lnTo>
                        <a:pt x="83" y="408"/>
                      </a:lnTo>
                      <a:lnTo>
                        <a:pt x="75" y="353"/>
                      </a:lnTo>
                      <a:lnTo>
                        <a:pt x="68" y="285"/>
                      </a:lnTo>
                      <a:lnTo>
                        <a:pt x="65" y="211"/>
                      </a:lnTo>
                      <a:lnTo>
                        <a:pt x="67" y="136"/>
                      </a:lnTo>
                      <a:lnTo>
                        <a:pt x="76" y="65"/>
                      </a:lnTo>
                      <a:lnTo>
                        <a:pt x="97" y="5"/>
                      </a:lnTo>
                      <a:lnTo>
                        <a:pt x="97" y="4"/>
                      </a:lnTo>
                      <a:lnTo>
                        <a:pt x="97" y="3"/>
                      </a:lnTo>
                      <a:lnTo>
                        <a:pt x="95" y="1"/>
                      </a:lnTo>
                      <a:lnTo>
                        <a:pt x="91" y="0"/>
                      </a:lnTo>
                      <a:lnTo>
                        <a:pt x="84" y="0"/>
                      </a:lnTo>
                      <a:lnTo>
                        <a:pt x="71" y="0"/>
                      </a:lnTo>
                      <a:lnTo>
                        <a:pt x="54" y="3"/>
                      </a:lnTo>
                      <a:lnTo>
                        <a:pt x="30" y="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73" name="Freeform 99"/>
                <p:cNvSpPr>
                  <a:spLocks/>
                </p:cNvSpPr>
                <p:nvPr/>
              </p:nvSpPr>
              <p:spPr bwMode="auto">
                <a:xfrm>
                  <a:off x="6422" y="13768"/>
                  <a:ext cx="77" cy="367"/>
                </a:xfrm>
                <a:custGeom>
                  <a:avLst/>
                  <a:gdLst>
                    <a:gd name="T0" fmla="*/ 24 w 77"/>
                    <a:gd name="T1" fmla="*/ 8 h 367"/>
                    <a:gd name="T2" fmla="*/ 22 w 77"/>
                    <a:gd name="T3" fmla="*/ 15 h 367"/>
                    <a:gd name="T4" fmla="*/ 17 w 77"/>
                    <a:gd name="T5" fmla="*/ 36 h 367"/>
                    <a:gd name="T6" fmla="*/ 10 w 77"/>
                    <a:gd name="T7" fmla="*/ 68 h 367"/>
                    <a:gd name="T8" fmla="*/ 4 w 77"/>
                    <a:gd name="T9" fmla="*/ 112 h 367"/>
                    <a:gd name="T10" fmla="*/ 0 w 77"/>
                    <a:gd name="T11" fmla="*/ 164 h 367"/>
                    <a:gd name="T12" fmla="*/ 0 w 77"/>
                    <a:gd name="T13" fmla="*/ 226 h 367"/>
                    <a:gd name="T14" fmla="*/ 7 w 77"/>
                    <a:gd name="T15" fmla="*/ 294 h 367"/>
                    <a:gd name="T16" fmla="*/ 21 w 77"/>
                    <a:gd name="T17" fmla="*/ 367 h 367"/>
                    <a:gd name="T18" fmla="*/ 74 w 77"/>
                    <a:gd name="T19" fmla="*/ 364 h 367"/>
                    <a:gd name="T20" fmla="*/ 71 w 77"/>
                    <a:gd name="T21" fmla="*/ 353 h 367"/>
                    <a:gd name="T22" fmla="*/ 66 w 77"/>
                    <a:gd name="T23" fmla="*/ 323 h 367"/>
                    <a:gd name="T24" fmla="*/ 60 w 77"/>
                    <a:gd name="T25" fmla="*/ 280 h 367"/>
                    <a:gd name="T26" fmla="*/ 54 w 77"/>
                    <a:gd name="T27" fmla="*/ 226 h 367"/>
                    <a:gd name="T28" fmla="*/ 51 w 77"/>
                    <a:gd name="T29" fmla="*/ 168 h 367"/>
                    <a:gd name="T30" fmla="*/ 53 w 77"/>
                    <a:gd name="T31" fmla="*/ 107 h 367"/>
                    <a:gd name="T32" fmla="*/ 61 w 77"/>
                    <a:gd name="T33" fmla="*/ 52 h 367"/>
                    <a:gd name="T34" fmla="*/ 77 w 77"/>
                    <a:gd name="T35" fmla="*/ 5 h 367"/>
                    <a:gd name="T36" fmla="*/ 77 w 77"/>
                    <a:gd name="T37" fmla="*/ 5 h 367"/>
                    <a:gd name="T38" fmla="*/ 77 w 77"/>
                    <a:gd name="T39" fmla="*/ 2 h 367"/>
                    <a:gd name="T40" fmla="*/ 76 w 77"/>
                    <a:gd name="T41" fmla="*/ 1 h 367"/>
                    <a:gd name="T42" fmla="*/ 72 w 77"/>
                    <a:gd name="T43" fmla="*/ 0 h 367"/>
                    <a:gd name="T44" fmla="*/ 66 w 77"/>
                    <a:gd name="T45" fmla="*/ 0 h 367"/>
                    <a:gd name="T46" fmla="*/ 56 w 77"/>
                    <a:gd name="T47" fmla="*/ 1 h 367"/>
                    <a:gd name="T48" fmla="*/ 43 w 77"/>
                    <a:gd name="T49" fmla="*/ 4 h 367"/>
                    <a:gd name="T50" fmla="*/ 24 w 77"/>
                    <a:gd name="T51" fmla="*/ 8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7" h="367">
                      <a:moveTo>
                        <a:pt x="24" y="8"/>
                      </a:moveTo>
                      <a:lnTo>
                        <a:pt x="22" y="15"/>
                      </a:lnTo>
                      <a:lnTo>
                        <a:pt x="17" y="36"/>
                      </a:lnTo>
                      <a:lnTo>
                        <a:pt x="10" y="68"/>
                      </a:lnTo>
                      <a:lnTo>
                        <a:pt x="4" y="112"/>
                      </a:lnTo>
                      <a:lnTo>
                        <a:pt x="0" y="164"/>
                      </a:lnTo>
                      <a:lnTo>
                        <a:pt x="0" y="226"/>
                      </a:lnTo>
                      <a:lnTo>
                        <a:pt x="7" y="294"/>
                      </a:lnTo>
                      <a:lnTo>
                        <a:pt x="21" y="367"/>
                      </a:lnTo>
                      <a:lnTo>
                        <a:pt x="74" y="364"/>
                      </a:lnTo>
                      <a:lnTo>
                        <a:pt x="71" y="353"/>
                      </a:lnTo>
                      <a:lnTo>
                        <a:pt x="66" y="323"/>
                      </a:lnTo>
                      <a:lnTo>
                        <a:pt x="60" y="280"/>
                      </a:lnTo>
                      <a:lnTo>
                        <a:pt x="54" y="226"/>
                      </a:lnTo>
                      <a:lnTo>
                        <a:pt x="51" y="168"/>
                      </a:lnTo>
                      <a:lnTo>
                        <a:pt x="53" y="107"/>
                      </a:lnTo>
                      <a:lnTo>
                        <a:pt x="61" y="52"/>
                      </a:lnTo>
                      <a:lnTo>
                        <a:pt x="77" y="5"/>
                      </a:lnTo>
                      <a:lnTo>
                        <a:pt x="77" y="5"/>
                      </a:lnTo>
                      <a:lnTo>
                        <a:pt x="77" y="2"/>
                      </a:lnTo>
                      <a:lnTo>
                        <a:pt x="76" y="1"/>
                      </a:lnTo>
                      <a:lnTo>
                        <a:pt x="72" y="0"/>
                      </a:lnTo>
                      <a:lnTo>
                        <a:pt x="66" y="0"/>
                      </a:lnTo>
                      <a:lnTo>
                        <a:pt x="56" y="1"/>
                      </a:lnTo>
                      <a:lnTo>
                        <a:pt x="43" y="4"/>
                      </a:lnTo>
                      <a:lnTo>
                        <a:pt x="24" y="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74" name="Freeform 100"/>
                <p:cNvSpPr>
                  <a:spLocks/>
                </p:cNvSpPr>
                <p:nvPr/>
              </p:nvSpPr>
              <p:spPr bwMode="auto">
                <a:xfrm>
                  <a:off x="6428" y="13813"/>
                  <a:ext cx="56" cy="271"/>
                </a:xfrm>
                <a:custGeom>
                  <a:avLst/>
                  <a:gdLst>
                    <a:gd name="T0" fmla="*/ 17 w 56"/>
                    <a:gd name="T1" fmla="*/ 5 h 271"/>
                    <a:gd name="T2" fmla="*/ 16 w 56"/>
                    <a:gd name="T3" fmla="*/ 10 h 271"/>
                    <a:gd name="T4" fmla="*/ 12 w 56"/>
                    <a:gd name="T5" fmla="*/ 25 h 271"/>
                    <a:gd name="T6" fmla="*/ 6 w 56"/>
                    <a:gd name="T7" fmla="*/ 49 h 271"/>
                    <a:gd name="T8" fmla="*/ 2 w 56"/>
                    <a:gd name="T9" fmla="*/ 82 h 271"/>
                    <a:gd name="T10" fmla="*/ 0 w 56"/>
                    <a:gd name="T11" fmla="*/ 122 h 271"/>
                    <a:gd name="T12" fmla="*/ 0 w 56"/>
                    <a:gd name="T13" fmla="*/ 166 h 271"/>
                    <a:gd name="T14" fmla="*/ 4 w 56"/>
                    <a:gd name="T15" fmla="*/ 217 h 271"/>
                    <a:gd name="T16" fmla="*/ 15 w 56"/>
                    <a:gd name="T17" fmla="*/ 271 h 271"/>
                    <a:gd name="T18" fmla="*/ 54 w 56"/>
                    <a:gd name="T19" fmla="*/ 268 h 271"/>
                    <a:gd name="T20" fmla="*/ 52 w 56"/>
                    <a:gd name="T21" fmla="*/ 261 h 271"/>
                    <a:gd name="T22" fmla="*/ 48 w 56"/>
                    <a:gd name="T23" fmla="*/ 238 h 271"/>
                    <a:gd name="T24" fmla="*/ 44 w 56"/>
                    <a:gd name="T25" fmla="*/ 206 h 271"/>
                    <a:gd name="T26" fmla="*/ 40 w 56"/>
                    <a:gd name="T27" fmla="*/ 166 h 271"/>
                    <a:gd name="T28" fmla="*/ 37 w 56"/>
                    <a:gd name="T29" fmla="*/ 123 h 271"/>
                    <a:gd name="T30" fmla="*/ 39 w 56"/>
                    <a:gd name="T31" fmla="*/ 78 h 271"/>
                    <a:gd name="T32" fmla="*/ 44 w 56"/>
                    <a:gd name="T33" fmla="*/ 37 h 271"/>
                    <a:gd name="T34" fmla="*/ 56 w 56"/>
                    <a:gd name="T35" fmla="*/ 3 h 271"/>
                    <a:gd name="T36" fmla="*/ 56 w 56"/>
                    <a:gd name="T37" fmla="*/ 3 h 271"/>
                    <a:gd name="T38" fmla="*/ 56 w 56"/>
                    <a:gd name="T39" fmla="*/ 2 h 271"/>
                    <a:gd name="T40" fmla="*/ 55 w 56"/>
                    <a:gd name="T41" fmla="*/ 1 h 271"/>
                    <a:gd name="T42" fmla="*/ 52 w 56"/>
                    <a:gd name="T43" fmla="*/ 0 h 271"/>
                    <a:gd name="T44" fmla="*/ 48 w 56"/>
                    <a:gd name="T45" fmla="*/ 0 h 271"/>
                    <a:gd name="T46" fmla="*/ 42 w 56"/>
                    <a:gd name="T47" fmla="*/ 0 h 271"/>
                    <a:gd name="T48" fmla="*/ 31 w 56"/>
                    <a:gd name="T49" fmla="*/ 2 h 271"/>
                    <a:gd name="T50" fmla="*/ 17 w 56"/>
                    <a:gd name="T51" fmla="*/ 5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6" h="271">
                      <a:moveTo>
                        <a:pt x="17" y="5"/>
                      </a:moveTo>
                      <a:lnTo>
                        <a:pt x="16" y="10"/>
                      </a:lnTo>
                      <a:lnTo>
                        <a:pt x="12" y="25"/>
                      </a:lnTo>
                      <a:lnTo>
                        <a:pt x="6" y="49"/>
                      </a:lnTo>
                      <a:lnTo>
                        <a:pt x="2" y="82"/>
                      </a:lnTo>
                      <a:lnTo>
                        <a:pt x="0" y="122"/>
                      </a:lnTo>
                      <a:lnTo>
                        <a:pt x="0" y="166"/>
                      </a:lnTo>
                      <a:lnTo>
                        <a:pt x="4" y="217"/>
                      </a:lnTo>
                      <a:lnTo>
                        <a:pt x="15" y="271"/>
                      </a:lnTo>
                      <a:lnTo>
                        <a:pt x="54" y="268"/>
                      </a:lnTo>
                      <a:lnTo>
                        <a:pt x="52" y="261"/>
                      </a:lnTo>
                      <a:lnTo>
                        <a:pt x="48" y="238"/>
                      </a:lnTo>
                      <a:lnTo>
                        <a:pt x="44" y="206"/>
                      </a:lnTo>
                      <a:lnTo>
                        <a:pt x="40" y="166"/>
                      </a:lnTo>
                      <a:lnTo>
                        <a:pt x="37" y="123"/>
                      </a:lnTo>
                      <a:lnTo>
                        <a:pt x="39" y="78"/>
                      </a:lnTo>
                      <a:lnTo>
                        <a:pt x="44" y="37"/>
                      </a:lnTo>
                      <a:lnTo>
                        <a:pt x="56" y="3"/>
                      </a:lnTo>
                      <a:lnTo>
                        <a:pt x="56" y="3"/>
                      </a:lnTo>
                      <a:lnTo>
                        <a:pt x="56" y="2"/>
                      </a:lnTo>
                      <a:lnTo>
                        <a:pt x="55" y="1"/>
                      </a:lnTo>
                      <a:lnTo>
                        <a:pt x="52" y="0"/>
                      </a:lnTo>
                      <a:lnTo>
                        <a:pt x="48" y="0"/>
                      </a:lnTo>
                      <a:lnTo>
                        <a:pt x="42" y="0"/>
                      </a:lnTo>
                      <a:lnTo>
                        <a:pt x="31" y="2"/>
                      </a:lnTo>
                      <a:lnTo>
                        <a:pt x="17" y="5"/>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75" name="Freeform 101"/>
                <p:cNvSpPr>
                  <a:spLocks/>
                </p:cNvSpPr>
                <p:nvPr/>
              </p:nvSpPr>
              <p:spPr bwMode="auto">
                <a:xfrm>
                  <a:off x="7211" y="13549"/>
                  <a:ext cx="186" cy="732"/>
                </a:xfrm>
                <a:custGeom>
                  <a:avLst/>
                  <a:gdLst>
                    <a:gd name="T0" fmla="*/ 186 w 186"/>
                    <a:gd name="T1" fmla="*/ 6 h 732"/>
                    <a:gd name="T2" fmla="*/ 182 w 186"/>
                    <a:gd name="T3" fmla="*/ 11 h 732"/>
                    <a:gd name="T4" fmla="*/ 169 w 186"/>
                    <a:gd name="T5" fmla="*/ 29 h 732"/>
                    <a:gd name="T6" fmla="*/ 153 w 186"/>
                    <a:gd name="T7" fmla="*/ 67 h 732"/>
                    <a:gd name="T8" fmla="*/ 137 w 186"/>
                    <a:gd name="T9" fmla="*/ 130 h 732"/>
                    <a:gd name="T10" fmla="*/ 124 w 186"/>
                    <a:gd name="T11" fmla="*/ 221 h 732"/>
                    <a:gd name="T12" fmla="*/ 117 w 186"/>
                    <a:gd name="T13" fmla="*/ 350 h 732"/>
                    <a:gd name="T14" fmla="*/ 122 w 186"/>
                    <a:gd name="T15" fmla="*/ 517 h 732"/>
                    <a:gd name="T16" fmla="*/ 139 w 186"/>
                    <a:gd name="T17" fmla="*/ 732 h 732"/>
                    <a:gd name="T18" fmla="*/ 34 w 186"/>
                    <a:gd name="T19" fmla="*/ 732 h 732"/>
                    <a:gd name="T20" fmla="*/ 31 w 186"/>
                    <a:gd name="T21" fmla="*/ 711 h 732"/>
                    <a:gd name="T22" fmla="*/ 22 w 186"/>
                    <a:gd name="T23" fmla="*/ 651 h 732"/>
                    <a:gd name="T24" fmla="*/ 12 w 186"/>
                    <a:gd name="T25" fmla="*/ 563 h 732"/>
                    <a:gd name="T26" fmla="*/ 3 w 186"/>
                    <a:gd name="T27" fmla="*/ 454 h 732"/>
                    <a:gd name="T28" fmla="*/ 0 w 186"/>
                    <a:gd name="T29" fmla="*/ 335 h 732"/>
                    <a:gd name="T30" fmla="*/ 6 w 186"/>
                    <a:gd name="T31" fmla="*/ 213 h 732"/>
                    <a:gd name="T32" fmla="*/ 25 w 186"/>
                    <a:gd name="T33" fmla="*/ 98 h 732"/>
                    <a:gd name="T34" fmla="*/ 60 w 186"/>
                    <a:gd name="T35" fmla="*/ 0 h 732"/>
                    <a:gd name="T36" fmla="*/ 186 w 186"/>
                    <a:gd name="T37" fmla="*/ 6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6" h="732">
                      <a:moveTo>
                        <a:pt x="186" y="6"/>
                      </a:moveTo>
                      <a:lnTo>
                        <a:pt x="182" y="11"/>
                      </a:lnTo>
                      <a:lnTo>
                        <a:pt x="169" y="29"/>
                      </a:lnTo>
                      <a:lnTo>
                        <a:pt x="153" y="67"/>
                      </a:lnTo>
                      <a:lnTo>
                        <a:pt x="137" y="130"/>
                      </a:lnTo>
                      <a:lnTo>
                        <a:pt x="124" y="221"/>
                      </a:lnTo>
                      <a:lnTo>
                        <a:pt x="117" y="350"/>
                      </a:lnTo>
                      <a:lnTo>
                        <a:pt x="122" y="517"/>
                      </a:lnTo>
                      <a:lnTo>
                        <a:pt x="139" y="732"/>
                      </a:lnTo>
                      <a:lnTo>
                        <a:pt x="34" y="732"/>
                      </a:lnTo>
                      <a:lnTo>
                        <a:pt x="31" y="711"/>
                      </a:lnTo>
                      <a:lnTo>
                        <a:pt x="22" y="651"/>
                      </a:lnTo>
                      <a:lnTo>
                        <a:pt x="12" y="563"/>
                      </a:lnTo>
                      <a:lnTo>
                        <a:pt x="3" y="454"/>
                      </a:lnTo>
                      <a:lnTo>
                        <a:pt x="0" y="335"/>
                      </a:lnTo>
                      <a:lnTo>
                        <a:pt x="6" y="213"/>
                      </a:lnTo>
                      <a:lnTo>
                        <a:pt x="25" y="98"/>
                      </a:lnTo>
                      <a:lnTo>
                        <a:pt x="60" y="0"/>
                      </a:lnTo>
                      <a:lnTo>
                        <a:pt x="186" y="6"/>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76" name="Freeform 102"/>
                <p:cNvSpPr>
                  <a:spLocks/>
                </p:cNvSpPr>
                <p:nvPr/>
              </p:nvSpPr>
              <p:spPr bwMode="auto">
                <a:xfrm>
                  <a:off x="7219" y="13600"/>
                  <a:ext cx="158" cy="625"/>
                </a:xfrm>
                <a:custGeom>
                  <a:avLst/>
                  <a:gdLst>
                    <a:gd name="T0" fmla="*/ 158 w 158"/>
                    <a:gd name="T1" fmla="*/ 4 h 625"/>
                    <a:gd name="T2" fmla="*/ 153 w 158"/>
                    <a:gd name="T3" fmla="*/ 9 h 625"/>
                    <a:gd name="T4" fmla="*/ 144 w 158"/>
                    <a:gd name="T5" fmla="*/ 25 h 625"/>
                    <a:gd name="T6" fmla="*/ 130 w 158"/>
                    <a:gd name="T7" fmla="*/ 57 h 625"/>
                    <a:gd name="T8" fmla="*/ 116 w 158"/>
                    <a:gd name="T9" fmla="*/ 110 h 625"/>
                    <a:gd name="T10" fmla="*/ 105 w 158"/>
                    <a:gd name="T11" fmla="*/ 189 h 625"/>
                    <a:gd name="T12" fmla="*/ 100 w 158"/>
                    <a:gd name="T13" fmla="*/ 298 h 625"/>
                    <a:gd name="T14" fmla="*/ 103 w 158"/>
                    <a:gd name="T15" fmla="*/ 441 h 625"/>
                    <a:gd name="T16" fmla="*/ 118 w 158"/>
                    <a:gd name="T17" fmla="*/ 625 h 625"/>
                    <a:gd name="T18" fmla="*/ 29 w 158"/>
                    <a:gd name="T19" fmla="*/ 625 h 625"/>
                    <a:gd name="T20" fmla="*/ 25 w 158"/>
                    <a:gd name="T21" fmla="*/ 607 h 625"/>
                    <a:gd name="T22" fmla="*/ 18 w 158"/>
                    <a:gd name="T23" fmla="*/ 556 h 625"/>
                    <a:gd name="T24" fmla="*/ 9 w 158"/>
                    <a:gd name="T25" fmla="*/ 480 h 625"/>
                    <a:gd name="T26" fmla="*/ 2 w 158"/>
                    <a:gd name="T27" fmla="*/ 387 h 625"/>
                    <a:gd name="T28" fmla="*/ 0 w 158"/>
                    <a:gd name="T29" fmla="*/ 286 h 625"/>
                    <a:gd name="T30" fmla="*/ 5 w 158"/>
                    <a:gd name="T31" fmla="*/ 182 h 625"/>
                    <a:gd name="T32" fmla="*/ 21 w 158"/>
                    <a:gd name="T33" fmla="*/ 84 h 625"/>
                    <a:gd name="T34" fmla="*/ 51 w 158"/>
                    <a:gd name="T35" fmla="*/ 0 h 625"/>
                    <a:gd name="T36" fmla="*/ 158 w 158"/>
                    <a:gd name="T37" fmla="*/ 4 h 6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58" h="625">
                      <a:moveTo>
                        <a:pt x="158" y="4"/>
                      </a:moveTo>
                      <a:lnTo>
                        <a:pt x="153" y="9"/>
                      </a:lnTo>
                      <a:lnTo>
                        <a:pt x="144" y="25"/>
                      </a:lnTo>
                      <a:lnTo>
                        <a:pt x="130" y="57"/>
                      </a:lnTo>
                      <a:lnTo>
                        <a:pt x="116" y="110"/>
                      </a:lnTo>
                      <a:lnTo>
                        <a:pt x="105" y="189"/>
                      </a:lnTo>
                      <a:lnTo>
                        <a:pt x="100" y="298"/>
                      </a:lnTo>
                      <a:lnTo>
                        <a:pt x="103" y="441"/>
                      </a:lnTo>
                      <a:lnTo>
                        <a:pt x="118" y="625"/>
                      </a:lnTo>
                      <a:lnTo>
                        <a:pt x="29" y="625"/>
                      </a:lnTo>
                      <a:lnTo>
                        <a:pt x="25" y="607"/>
                      </a:lnTo>
                      <a:lnTo>
                        <a:pt x="18" y="556"/>
                      </a:lnTo>
                      <a:lnTo>
                        <a:pt x="9" y="480"/>
                      </a:lnTo>
                      <a:lnTo>
                        <a:pt x="2" y="387"/>
                      </a:lnTo>
                      <a:lnTo>
                        <a:pt x="0" y="286"/>
                      </a:lnTo>
                      <a:lnTo>
                        <a:pt x="5" y="182"/>
                      </a:lnTo>
                      <a:lnTo>
                        <a:pt x="21" y="84"/>
                      </a:lnTo>
                      <a:lnTo>
                        <a:pt x="51" y="0"/>
                      </a:lnTo>
                      <a:lnTo>
                        <a:pt x="158" y="4"/>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77" name="Freeform 103"/>
                <p:cNvSpPr>
                  <a:spLocks/>
                </p:cNvSpPr>
                <p:nvPr/>
              </p:nvSpPr>
              <p:spPr bwMode="auto">
                <a:xfrm>
                  <a:off x="7225" y="13651"/>
                  <a:ext cx="131" cy="517"/>
                </a:xfrm>
                <a:custGeom>
                  <a:avLst/>
                  <a:gdLst>
                    <a:gd name="T0" fmla="*/ 131 w 131"/>
                    <a:gd name="T1" fmla="*/ 4 h 517"/>
                    <a:gd name="T2" fmla="*/ 128 w 131"/>
                    <a:gd name="T3" fmla="*/ 7 h 517"/>
                    <a:gd name="T4" fmla="*/ 119 w 131"/>
                    <a:gd name="T5" fmla="*/ 21 h 517"/>
                    <a:gd name="T6" fmla="*/ 109 w 131"/>
                    <a:gd name="T7" fmla="*/ 47 h 517"/>
                    <a:gd name="T8" fmla="*/ 97 w 131"/>
                    <a:gd name="T9" fmla="*/ 91 h 517"/>
                    <a:gd name="T10" fmla="*/ 88 w 131"/>
                    <a:gd name="T11" fmla="*/ 156 h 517"/>
                    <a:gd name="T12" fmla="*/ 84 w 131"/>
                    <a:gd name="T13" fmla="*/ 247 h 517"/>
                    <a:gd name="T14" fmla="*/ 86 w 131"/>
                    <a:gd name="T15" fmla="*/ 366 h 517"/>
                    <a:gd name="T16" fmla="*/ 99 w 131"/>
                    <a:gd name="T17" fmla="*/ 517 h 517"/>
                    <a:gd name="T18" fmla="*/ 25 w 131"/>
                    <a:gd name="T19" fmla="*/ 517 h 517"/>
                    <a:gd name="T20" fmla="*/ 23 w 131"/>
                    <a:gd name="T21" fmla="*/ 502 h 517"/>
                    <a:gd name="T22" fmla="*/ 16 w 131"/>
                    <a:gd name="T23" fmla="*/ 460 h 517"/>
                    <a:gd name="T24" fmla="*/ 9 w 131"/>
                    <a:gd name="T25" fmla="*/ 397 h 517"/>
                    <a:gd name="T26" fmla="*/ 2 w 131"/>
                    <a:gd name="T27" fmla="*/ 320 h 517"/>
                    <a:gd name="T28" fmla="*/ 0 w 131"/>
                    <a:gd name="T29" fmla="*/ 236 h 517"/>
                    <a:gd name="T30" fmla="*/ 4 w 131"/>
                    <a:gd name="T31" fmla="*/ 151 h 517"/>
                    <a:gd name="T32" fmla="*/ 18 w 131"/>
                    <a:gd name="T33" fmla="*/ 70 h 517"/>
                    <a:gd name="T34" fmla="*/ 43 w 131"/>
                    <a:gd name="T35" fmla="*/ 0 h 517"/>
                    <a:gd name="T36" fmla="*/ 131 w 131"/>
                    <a:gd name="T37" fmla="*/ 4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1" h="517">
                      <a:moveTo>
                        <a:pt x="131" y="4"/>
                      </a:moveTo>
                      <a:lnTo>
                        <a:pt x="128" y="7"/>
                      </a:lnTo>
                      <a:lnTo>
                        <a:pt x="119" y="21"/>
                      </a:lnTo>
                      <a:lnTo>
                        <a:pt x="109" y="47"/>
                      </a:lnTo>
                      <a:lnTo>
                        <a:pt x="97" y="91"/>
                      </a:lnTo>
                      <a:lnTo>
                        <a:pt x="88" y="156"/>
                      </a:lnTo>
                      <a:lnTo>
                        <a:pt x="84" y="247"/>
                      </a:lnTo>
                      <a:lnTo>
                        <a:pt x="86" y="366"/>
                      </a:lnTo>
                      <a:lnTo>
                        <a:pt x="99" y="517"/>
                      </a:lnTo>
                      <a:lnTo>
                        <a:pt x="25" y="517"/>
                      </a:lnTo>
                      <a:lnTo>
                        <a:pt x="23" y="502"/>
                      </a:lnTo>
                      <a:lnTo>
                        <a:pt x="16" y="460"/>
                      </a:lnTo>
                      <a:lnTo>
                        <a:pt x="9" y="397"/>
                      </a:lnTo>
                      <a:lnTo>
                        <a:pt x="2" y="320"/>
                      </a:lnTo>
                      <a:lnTo>
                        <a:pt x="0" y="236"/>
                      </a:lnTo>
                      <a:lnTo>
                        <a:pt x="4" y="151"/>
                      </a:lnTo>
                      <a:lnTo>
                        <a:pt x="18" y="70"/>
                      </a:lnTo>
                      <a:lnTo>
                        <a:pt x="43" y="0"/>
                      </a:lnTo>
                      <a:lnTo>
                        <a:pt x="131" y="4"/>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78" name="Freeform 104"/>
                <p:cNvSpPr>
                  <a:spLocks/>
                </p:cNvSpPr>
                <p:nvPr/>
              </p:nvSpPr>
              <p:spPr bwMode="auto">
                <a:xfrm>
                  <a:off x="7233" y="13701"/>
                  <a:ext cx="104" cy="411"/>
                </a:xfrm>
                <a:custGeom>
                  <a:avLst/>
                  <a:gdLst>
                    <a:gd name="T0" fmla="*/ 104 w 104"/>
                    <a:gd name="T1" fmla="*/ 4 h 411"/>
                    <a:gd name="T2" fmla="*/ 101 w 104"/>
                    <a:gd name="T3" fmla="*/ 7 h 411"/>
                    <a:gd name="T4" fmla="*/ 94 w 104"/>
                    <a:gd name="T5" fmla="*/ 17 h 411"/>
                    <a:gd name="T6" fmla="*/ 86 w 104"/>
                    <a:gd name="T7" fmla="*/ 38 h 411"/>
                    <a:gd name="T8" fmla="*/ 76 w 104"/>
                    <a:gd name="T9" fmla="*/ 73 h 411"/>
                    <a:gd name="T10" fmla="*/ 69 w 104"/>
                    <a:gd name="T11" fmla="*/ 125 h 411"/>
                    <a:gd name="T12" fmla="*/ 65 w 104"/>
                    <a:gd name="T13" fmla="*/ 196 h 411"/>
                    <a:gd name="T14" fmla="*/ 67 w 104"/>
                    <a:gd name="T15" fmla="*/ 291 h 411"/>
                    <a:gd name="T16" fmla="*/ 77 w 104"/>
                    <a:gd name="T17" fmla="*/ 411 h 411"/>
                    <a:gd name="T18" fmla="*/ 19 w 104"/>
                    <a:gd name="T19" fmla="*/ 411 h 411"/>
                    <a:gd name="T20" fmla="*/ 17 w 104"/>
                    <a:gd name="T21" fmla="*/ 399 h 411"/>
                    <a:gd name="T22" fmla="*/ 11 w 104"/>
                    <a:gd name="T23" fmla="*/ 365 h 411"/>
                    <a:gd name="T24" fmla="*/ 6 w 104"/>
                    <a:gd name="T25" fmla="*/ 316 h 411"/>
                    <a:gd name="T26" fmla="*/ 2 w 104"/>
                    <a:gd name="T27" fmla="*/ 255 h 411"/>
                    <a:gd name="T28" fmla="*/ 0 w 104"/>
                    <a:gd name="T29" fmla="*/ 188 h 411"/>
                    <a:gd name="T30" fmla="*/ 4 w 104"/>
                    <a:gd name="T31" fmla="*/ 120 h 411"/>
                    <a:gd name="T32" fmla="*/ 15 w 104"/>
                    <a:gd name="T33" fmla="*/ 55 h 411"/>
                    <a:gd name="T34" fmla="*/ 34 w 104"/>
                    <a:gd name="T35" fmla="*/ 0 h 411"/>
                    <a:gd name="T36" fmla="*/ 104 w 104"/>
                    <a:gd name="T37" fmla="*/ 4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4" h="411">
                      <a:moveTo>
                        <a:pt x="104" y="4"/>
                      </a:moveTo>
                      <a:lnTo>
                        <a:pt x="101" y="7"/>
                      </a:lnTo>
                      <a:lnTo>
                        <a:pt x="94" y="17"/>
                      </a:lnTo>
                      <a:lnTo>
                        <a:pt x="86" y="38"/>
                      </a:lnTo>
                      <a:lnTo>
                        <a:pt x="76" y="73"/>
                      </a:lnTo>
                      <a:lnTo>
                        <a:pt x="69" y="125"/>
                      </a:lnTo>
                      <a:lnTo>
                        <a:pt x="65" y="196"/>
                      </a:lnTo>
                      <a:lnTo>
                        <a:pt x="67" y="291"/>
                      </a:lnTo>
                      <a:lnTo>
                        <a:pt x="77" y="411"/>
                      </a:lnTo>
                      <a:lnTo>
                        <a:pt x="19" y="411"/>
                      </a:lnTo>
                      <a:lnTo>
                        <a:pt x="17" y="399"/>
                      </a:lnTo>
                      <a:lnTo>
                        <a:pt x="11" y="365"/>
                      </a:lnTo>
                      <a:lnTo>
                        <a:pt x="6" y="316"/>
                      </a:lnTo>
                      <a:lnTo>
                        <a:pt x="2" y="255"/>
                      </a:lnTo>
                      <a:lnTo>
                        <a:pt x="0" y="188"/>
                      </a:lnTo>
                      <a:lnTo>
                        <a:pt x="4" y="120"/>
                      </a:lnTo>
                      <a:lnTo>
                        <a:pt x="15" y="55"/>
                      </a:lnTo>
                      <a:lnTo>
                        <a:pt x="34" y="0"/>
                      </a:lnTo>
                      <a:lnTo>
                        <a:pt x="104" y="4"/>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79" name="Freeform 105"/>
                <p:cNvSpPr>
                  <a:spLocks/>
                </p:cNvSpPr>
                <p:nvPr/>
              </p:nvSpPr>
              <p:spPr bwMode="auto">
                <a:xfrm>
                  <a:off x="7240" y="13752"/>
                  <a:ext cx="76" cy="302"/>
                </a:xfrm>
                <a:custGeom>
                  <a:avLst/>
                  <a:gdLst>
                    <a:gd name="T0" fmla="*/ 76 w 76"/>
                    <a:gd name="T1" fmla="*/ 2 h 302"/>
                    <a:gd name="T2" fmla="*/ 74 w 76"/>
                    <a:gd name="T3" fmla="*/ 4 h 302"/>
                    <a:gd name="T4" fmla="*/ 70 w 76"/>
                    <a:gd name="T5" fmla="*/ 12 h 302"/>
                    <a:gd name="T6" fmla="*/ 62 w 76"/>
                    <a:gd name="T7" fmla="*/ 28 h 302"/>
                    <a:gd name="T8" fmla="*/ 56 w 76"/>
                    <a:gd name="T9" fmla="*/ 53 h 302"/>
                    <a:gd name="T10" fmla="*/ 51 w 76"/>
                    <a:gd name="T11" fmla="*/ 92 h 302"/>
                    <a:gd name="T12" fmla="*/ 49 w 76"/>
                    <a:gd name="T13" fmla="*/ 145 h 302"/>
                    <a:gd name="T14" fmla="*/ 50 w 76"/>
                    <a:gd name="T15" fmla="*/ 214 h 302"/>
                    <a:gd name="T16" fmla="*/ 57 w 76"/>
                    <a:gd name="T17" fmla="*/ 302 h 302"/>
                    <a:gd name="T18" fmla="*/ 14 w 76"/>
                    <a:gd name="T19" fmla="*/ 302 h 302"/>
                    <a:gd name="T20" fmla="*/ 13 w 76"/>
                    <a:gd name="T21" fmla="*/ 294 h 302"/>
                    <a:gd name="T22" fmla="*/ 9 w 76"/>
                    <a:gd name="T23" fmla="*/ 269 h 302"/>
                    <a:gd name="T24" fmla="*/ 4 w 76"/>
                    <a:gd name="T25" fmla="*/ 232 h 302"/>
                    <a:gd name="T26" fmla="*/ 1 w 76"/>
                    <a:gd name="T27" fmla="*/ 188 h 302"/>
                    <a:gd name="T28" fmla="*/ 0 w 76"/>
                    <a:gd name="T29" fmla="*/ 138 h 302"/>
                    <a:gd name="T30" fmla="*/ 2 w 76"/>
                    <a:gd name="T31" fmla="*/ 89 h 302"/>
                    <a:gd name="T32" fmla="*/ 10 w 76"/>
                    <a:gd name="T33" fmla="*/ 41 h 302"/>
                    <a:gd name="T34" fmla="*/ 25 w 76"/>
                    <a:gd name="T35" fmla="*/ 0 h 302"/>
                    <a:gd name="T36" fmla="*/ 76 w 76"/>
                    <a:gd name="T37" fmla="*/ 2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6" h="302">
                      <a:moveTo>
                        <a:pt x="76" y="2"/>
                      </a:moveTo>
                      <a:lnTo>
                        <a:pt x="74" y="4"/>
                      </a:lnTo>
                      <a:lnTo>
                        <a:pt x="70" y="12"/>
                      </a:lnTo>
                      <a:lnTo>
                        <a:pt x="62" y="28"/>
                      </a:lnTo>
                      <a:lnTo>
                        <a:pt x="56" y="53"/>
                      </a:lnTo>
                      <a:lnTo>
                        <a:pt x="51" y="92"/>
                      </a:lnTo>
                      <a:lnTo>
                        <a:pt x="49" y="145"/>
                      </a:lnTo>
                      <a:lnTo>
                        <a:pt x="50" y="214"/>
                      </a:lnTo>
                      <a:lnTo>
                        <a:pt x="57" y="302"/>
                      </a:lnTo>
                      <a:lnTo>
                        <a:pt x="14" y="302"/>
                      </a:lnTo>
                      <a:lnTo>
                        <a:pt x="13" y="294"/>
                      </a:lnTo>
                      <a:lnTo>
                        <a:pt x="9" y="269"/>
                      </a:lnTo>
                      <a:lnTo>
                        <a:pt x="4" y="232"/>
                      </a:lnTo>
                      <a:lnTo>
                        <a:pt x="1" y="188"/>
                      </a:lnTo>
                      <a:lnTo>
                        <a:pt x="0" y="138"/>
                      </a:lnTo>
                      <a:lnTo>
                        <a:pt x="2" y="89"/>
                      </a:lnTo>
                      <a:lnTo>
                        <a:pt x="10" y="41"/>
                      </a:lnTo>
                      <a:lnTo>
                        <a:pt x="25" y="0"/>
                      </a:lnTo>
                      <a:lnTo>
                        <a:pt x="76" y="2"/>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80" name="Rectangle 106"/>
                <p:cNvSpPr>
                  <a:spLocks noChangeArrowheads="1"/>
                </p:cNvSpPr>
                <p:nvPr/>
              </p:nvSpPr>
              <p:spPr bwMode="auto">
                <a:xfrm>
                  <a:off x="6241" y="13678"/>
                  <a:ext cx="23" cy="95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NZ"/>
                </a:p>
              </p:txBody>
            </p:sp>
            <p:sp>
              <p:nvSpPr>
                <p:cNvPr id="181" name="Freeform 107"/>
                <p:cNvSpPr>
                  <a:spLocks/>
                </p:cNvSpPr>
                <p:nvPr/>
              </p:nvSpPr>
              <p:spPr bwMode="auto">
                <a:xfrm>
                  <a:off x="6579" y="13664"/>
                  <a:ext cx="375" cy="440"/>
                </a:xfrm>
                <a:custGeom>
                  <a:avLst/>
                  <a:gdLst>
                    <a:gd name="T0" fmla="*/ 35 w 375"/>
                    <a:gd name="T1" fmla="*/ 41 h 440"/>
                    <a:gd name="T2" fmla="*/ 32 w 375"/>
                    <a:gd name="T3" fmla="*/ 49 h 440"/>
                    <a:gd name="T4" fmla="*/ 25 w 375"/>
                    <a:gd name="T5" fmla="*/ 74 h 440"/>
                    <a:gd name="T6" fmla="*/ 17 w 375"/>
                    <a:gd name="T7" fmla="*/ 112 h 440"/>
                    <a:gd name="T8" fmla="*/ 8 w 375"/>
                    <a:gd name="T9" fmla="*/ 163 h 440"/>
                    <a:gd name="T10" fmla="*/ 2 w 375"/>
                    <a:gd name="T11" fmla="*/ 223 h 440"/>
                    <a:gd name="T12" fmla="*/ 0 w 375"/>
                    <a:gd name="T13" fmla="*/ 290 h 440"/>
                    <a:gd name="T14" fmla="*/ 7 w 375"/>
                    <a:gd name="T15" fmla="*/ 363 h 440"/>
                    <a:gd name="T16" fmla="*/ 23 w 375"/>
                    <a:gd name="T17" fmla="*/ 440 h 440"/>
                    <a:gd name="T18" fmla="*/ 23 w 375"/>
                    <a:gd name="T19" fmla="*/ 437 h 440"/>
                    <a:gd name="T20" fmla="*/ 23 w 375"/>
                    <a:gd name="T21" fmla="*/ 427 h 440"/>
                    <a:gd name="T22" fmla="*/ 23 w 375"/>
                    <a:gd name="T23" fmla="*/ 411 h 440"/>
                    <a:gd name="T24" fmla="*/ 23 w 375"/>
                    <a:gd name="T25" fmla="*/ 391 h 440"/>
                    <a:gd name="T26" fmla="*/ 25 w 375"/>
                    <a:gd name="T27" fmla="*/ 367 h 440"/>
                    <a:gd name="T28" fmla="*/ 28 w 375"/>
                    <a:gd name="T29" fmla="*/ 341 h 440"/>
                    <a:gd name="T30" fmla="*/ 33 w 375"/>
                    <a:gd name="T31" fmla="*/ 312 h 440"/>
                    <a:gd name="T32" fmla="*/ 39 w 375"/>
                    <a:gd name="T33" fmla="*/ 281 h 440"/>
                    <a:gd name="T34" fmla="*/ 49 w 375"/>
                    <a:gd name="T35" fmla="*/ 251 h 440"/>
                    <a:gd name="T36" fmla="*/ 61 w 375"/>
                    <a:gd name="T37" fmla="*/ 222 h 440"/>
                    <a:gd name="T38" fmla="*/ 75 w 375"/>
                    <a:gd name="T39" fmla="*/ 194 h 440"/>
                    <a:gd name="T40" fmla="*/ 93 w 375"/>
                    <a:gd name="T41" fmla="*/ 168 h 440"/>
                    <a:gd name="T42" fmla="*/ 116 w 375"/>
                    <a:gd name="T43" fmla="*/ 145 h 440"/>
                    <a:gd name="T44" fmla="*/ 141 w 375"/>
                    <a:gd name="T45" fmla="*/ 127 h 440"/>
                    <a:gd name="T46" fmla="*/ 173 w 375"/>
                    <a:gd name="T47" fmla="*/ 114 h 440"/>
                    <a:gd name="T48" fmla="*/ 208 w 375"/>
                    <a:gd name="T49" fmla="*/ 106 h 440"/>
                    <a:gd name="T50" fmla="*/ 210 w 375"/>
                    <a:gd name="T51" fmla="*/ 104 h 440"/>
                    <a:gd name="T52" fmla="*/ 217 w 375"/>
                    <a:gd name="T53" fmla="*/ 100 h 440"/>
                    <a:gd name="T54" fmla="*/ 227 w 375"/>
                    <a:gd name="T55" fmla="*/ 92 h 440"/>
                    <a:gd name="T56" fmla="*/ 245 w 375"/>
                    <a:gd name="T57" fmla="*/ 82 h 440"/>
                    <a:gd name="T58" fmla="*/ 267 w 375"/>
                    <a:gd name="T59" fmla="*/ 69 h 440"/>
                    <a:gd name="T60" fmla="*/ 296 w 375"/>
                    <a:gd name="T61" fmla="*/ 54 h 440"/>
                    <a:gd name="T62" fmla="*/ 332 w 375"/>
                    <a:gd name="T63" fmla="*/ 36 h 440"/>
                    <a:gd name="T64" fmla="*/ 375 w 375"/>
                    <a:gd name="T65" fmla="*/ 17 h 440"/>
                    <a:gd name="T66" fmla="*/ 373 w 375"/>
                    <a:gd name="T67" fmla="*/ 16 h 440"/>
                    <a:gd name="T68" fmla="*/ 366 w 375"/>
                    <a:gd name="T69" fmla="*/ 15 h 440"/>
                    <a:gd name="T70" fmla="*/ 357 w 375"/>
                    <a:gd name="T71" fmla="*/ 13 h 440"/>
                    <a:gd name="T72" fmla="*/ 343 w 375"/>
                    <a:gd name="T73" fmla="*/ 10 h 440"/>
                    <a:gd name="T74" fmla="*/ 326 w 375"/>
                    <a:gd name="T75" fmla="*/ 7 h 440"/>
                    <a:gd name="T76" fmla="*/ 307 w 375"/>
                    <a:gd name="T77" fmla="*/ 5 h 440"/>
                    <a:gd name="T78" fmla="*/ 285 w 375"/>
                    <a:gd name="T79" fmla="*/ 3 h 440"/>
                    <a:gd name="T80" fmla="*/ 261 w 375"/>
                    <a:gd name="T81" fmla="*/ 1 h 440"/>
                    <a:gd name="T82" fmla="*/ 235 w 375"/>
                    <a:gd name="T83" fmla="*/ 0 h 440"/>
                    <a:gd name="T84" fmla="*/ 208 w 375"/>
                    <a:gd name="T85" fmla="*/ 1 h 440"/>
                    <a:gd name="T86" fmla="*/ 180 w 375"/>
                    <a:gd name="T87" fmla="*/ 2 h 440"/>
                    <a:gd name="T88" fmla="*/ 151 w 375"/>
                    <a:gd name="T89" fmla="*/ 5 h 440"/>
                    <a:gd name="T90" fmla="*/ 122 w 375"/>
                    <a:gd name="T91" fmla="*/ 10 h 440"/>
                    <a:gd name="T92" fmla="*/ 92 w 375"/>
                    <a:gd name="T93" fmla="*/ 18 h 440"/>
                    <a:gd name="T94" fmla="*/ 63 w 375"/>
                    <a:gd name="T95" fmla="*/ 28 h 440"/>
                    <a:gd name="T96" fmla="*/ 35 w 375"/>
                    <a:gd name="T97" fmla="*/ 41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75" h="440">
                      <a:moveTo>
                        <a:pt x="35" y="41"/>
                      </a:moveTo>
                      <a:lnTo>
                        <a:pt x="32" y="49"/>
                      </a:lnTo>
                      <a:lnTo>
                        <a:pt x="25" y="74"/>
                      </a:lnTo>
                      <a:lnTo>
                        <a:pt x="17" y="112"/>
                      </a:lnTo>
                      <a:lnTo>
                        <a:pt x="8" y="163"/>
                      </a:lnTo>
                      <a:lnTo>
                        <a:pt x="2" y="223"/>
                      </a:lnTo>
                      <a:lnTo>
                        <a:pt x="0" y="290"/>
                      </a:lnTo>
                      <a:lnTo>
                        <a:pt x="7" y="363"/>
                      </a:lnTo>
                      <a:lnTo>
                        <a:pt x="23" y="440"/>
                      </a:lnTo>
                      <a:lnTo>
                        <a:pt x="23" y="437"/>
                      </a:lnTo>
                      <a:lnTo>
                        <a:pt x="23" y="427"/>
                      </a:lnTo>
                      <a:lnTo>
                        <a:pt x="23" y="411"/>
                      </a:lnTo>
                      <a:lnTo>
                        <a:pt x="23" y="391"/>
                      </a:lnTo>
                      <a:lnTo>
                        <a:pt x="25" y="367"/>
                      </a:lnTo>
                      <a:lnTo>
                        <a:pt x="28" y="341"/>
                      </a:lnTo>
                      <a:lnTo>
                        <a:pt x="33" y="312"/>
                      </a:lnTo>
                      <a:lnTo>
                        <a:pt x="39" y="281"/>
                      </a:lnTo>
                      <a:lnTo>
                        <a:pt x="49" y="251"/>
                      </a:lnTo>
                      <a:lnTo>
                        <a:pt x="61" y="222"/>
                      </a:lnTo>
                      <a:lnTo>
                        <a:pt x="75" y="194"/>
                      </a:lnTo>
                      <a:lnTo>
                        <a:pt x="93" y="168"/>
                      </a:lnTo>
                      <a:lnTo>
                        <a:pt x="116" y="145"/>
                      </a:lnTo>
                      <a:lnTo>
                        <a:pt x="141" y="127"/>
                      </a:lnTo>
                      <a:lnTo>
                        <a:pt x="173" y="114"/>
                      </a:lnTo>
                      <a:lnTo>
                        <a:pt x="208" y="106"/>
                      </a:lnTo>
                      <a:lnTo>
                        <a:pt x="210" y="104"/>
                      </a:lnTo>
                      <a:lnTo>
                        <a:pt x="217" y="100"/>
                      </a:lnTo>
                      <a:lnTo>
                        <a:pt x="227" y="92"/>
                      </a:lnTo>
                      <a:lnTo>
                        <a:pt x="245" y="82"/>
                      </a:lnTo>
                      <a:lnTo>
                        <a:pt x="267" y="69"/>
                      </a:lnTo>
                      <a:lnTo>
                        <a:pt x="296" y="54"/>
                      </a:lnTo>
                      <a:lnTo>
                        <a:pt x="332" y="36"/>
                      </a:lnTo>
                      <a:lnTo>
                        <a:pt x="375" y="17"/>
                      </a:lnTo>
                      <a:lnTo>
                        <a:pt x="373" y="16"/>
                      </a:lnTo>
                      <a:lnTo>
                        <a:pt x="366" y="15"/>
                      </a:lnTo>
                      <a:lnTo>
                        <a:pt x="357" y="13"/>
                      </a:lnTo>
                      <a:lnTo>
                        <a:pt x="343" y="10"/>
                      </a:lnTo>
                      <a:lnTo>
                        <a:pt x="326" y="7"/>
                      </a:lnTo>
                      <a:lnTo>
                        <a:pt x="307" y="5"/>
                      </a:lnTo>
                      <a:lnTo>
                        <a:pt x="285" y="3"/>
                      </a:lnTo>
                      <a:lnTo>
                        <a:pt x="261" y="1"/>
                      </a:lnTo>
                      <a:lnTo>
                        <a:pt x="235" y="0"/>
                      </a:lnTo>
                      <a:lnTo>
                        <a:pt x="208" y="1"/>
                      </a:lnTo>
                      <a:lnTo>
                        <a:pt x="180" y="2"/>
                      </a:lnTo>
                      <a:lnTo>
                        <a:pt x="151" y="5"/>
                      </a:lnTo>
                      <a:lnTo>
                        <a:pt x="122" y="10"/>
                      </a:lnTo>
                      <a:lnTo>
                        <a:pt x="92" y="18"/>
                      </a:lnTo>
                      <a:lnTo>
                        <a:pt x="63" y="28"/>
                      </a:lnTo>
                      <a:lnTo>
                        <a:pt x="35" y="4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82" name="Freeform 108"/>
                <p:cNvSpPr>
                  <a:spLocks/>
                </p:cNvSpPr>
                <p:nvPr/>
              </p:nvSpPr>
              <p:spPr bwMode="auto">
                <a:xfrm>
                  <a:off x="6061" y="13991"/>
                  <a:ext cx="305" cy="83"/>
                </a:xfrm>
                <a:custGeom>
                  <a:avLst/>
                  <a:gdLst>
                    <a:gd name="T0" fmla="*/ 0 w 305"/>
                    <a:gd name="T1" fmla="*/ 53 h 83"/>
                    <a:gd name="T2" fmla="*/ 0 w 305"/>
                    <a:gd name="T3" fmla="*/ 52 h 83"/>
                    <a:gd name="T4" fmla="*/ 2 w 305"/>
                    <a:gd name="T5" fmla="*/ 48 h 83"/>
                    <a:gd name="T6" fmla="*/ 5 w 305"/>
                    <a:gd name="T7" fmla="*/ 44 h 83"/>
                    <a:gd name="T8" fmla="*/ 11 w 305"/>
                    <a:gd name="T9" fmla="*/ 37 h 83"/>
                    <a:gd name="T10" fmla="*/ 18 w 305"/>
                    <a:gd name="T11" fmla="*/ 31 h 83"/>
                    <a:gd name="T12" fmla="*/ 27 w 305"/>
                    <a:gd name="T13" fmla="*/ 25 h 83"/>
                    <a:gd name="T14" fmla="*/ 39 w 305"/>
                    <a:gd name="T15" fmla="*/ 18 h 83"/>
                    <a:gd name="T16" fmla="*/ 54 w 305"/>
                    <a:gd name="T17" fmla="*/ 12 h 83"/>
                    <a:gd name="T18" fmla="*/ 72 w 305"/>
                    <a:gd name="T19" fmla="*/ 6 h 83"/>
                    <a:gd name="T20" fmla="*/ 92 w 305"/>
                    <a:gd name="T21" fmla="*/ 2 h 83"/>
                    <a:gd name="T22" fmla="*/ 118 w 305"/>
                    <a:gd name="T23" fmla="*/ 0 h 83"/>
                    <a:gd name="T24" fmla="*/ 146 w 305"/>
                    <a:gd name="T25" fmla="*/ 0 h 83"/>
                    <a:gd name="T26" fmla="*/ 180 w 305"/>
                    <a:gd name="T27" fmla="*/ 2 h 83"/>
                    <a:gd name="T28" fmla="*/ 216 w 305"/>
                    <a:gd name="T29" fmla="*/ 7 h 83"/>
                    <a:gd name="T30" fmla="*/ 258 w 305"/>
                    <a:gd name="T31" fmla="*/ 16 h 83"/>
                    <a:gd name="T32" fmla="*/ 305 w 305"/>
                    <a:gd name="T33" fmla="*/ 29 h 83"/>
                    <a:gd name="T34" fmla="*/ 299 w 305"/>
                    <a:gd name="T35" fmla="*/ 47 h 83"/>
                    <a:gd name="T36" fmla="*/ 297 w 305"/>
                    <a:gd name="T37" fmla="*/ 46 h 83"/>
                    <a:gd name="T38" fmla="*/ 289 w 305"/>
                    <a:gd name="T39" fmla="*/ 44 h 83"/>
                    <a:gd name="T40" fmla="*/ 277 w 305"/>
                    <a:gd name="T41" fmla="*/ 41 h 83"/>
                    <a:gd name="T42" fmla="*/ 262 w 305"/>
                    <a:gd name="T43" fmla="*/ 36 h 83"/>
                    <a:gd name="T44" fmla="*/ 244 w 305"/>
                    <a:gd name="T45" fmla="*/ 32 h 83"/>
                    <a:gd name="T46" fmla="*/ 224 w 305"/>
                    <a:gd name="T47" fmla="*/ 28 h 83"/>
                    <a:gd name="T48" fmla="*/ 201 w 305"/>
                    <a:gd name="T49" fmla="*/ 25 h 83"/>
                    <a:gd name="T50" fmla="*/ 176 w 305"/>
                    <a:gd name="T51" fmla="*/ 22 h 83"/>
                    <a:gd name="T52" fmla="*/ 152 w 305"/>
                    <a:gd name="T53" fmla="*/ 21 h 83"/>
                    <a:gd name="T54" fmla="*/ 126 w 305"/>
                    <a:gd name="T55" fmla="*/ 21 h 83"/>
                    <a:gd name="T56" fmla="*/ 101 w 305"/>
                    <a:gd name="T57" fmla="*/ 23 h 83"/>
                    <a:gd name="T58" fmla="*/ 77 w 305"/>
                    <a:gd name="T59" fmla="*/ 29 h 83"/>
                    <a:gd name="T60" fmla="*/ 55 w 305"/>
                    <a:gd name="T61" fmla="*/ 37 h 83"/>
                    <a:gd name="T62" fmla="*/ 33 w 305"/>
                    <a:gd name="T63" fmla="*/ 48 h 83"/>
                    <a:gd name="T64" fmla="*/ 15 w 305"/>
                    <a:gd name="T65" fmla="*/ 63 h 83"/>
                    <a:gd name="T66" fmla="*/ 0 w 305"/>
                    <a:gd name="T67" fmla="*/ 83 h 83"/>
                    <a:gd name="T68" fmla="*/ 0 w 305"/>
                    <a:gd name="T69" fmla="*/ 5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5" h="83">
                      <a:moveTo>
                        <a:pt x="0" y="53"/>
                      </a:moveTo>
                      <a:lnTo>
                        <a:pt x="0" y="52"/>
                      </a:lnTo>
                      <a:lnTo>
                        <a:pt x="2" y="48"/>
                      </a:lnTo>
                      <a:lnTo>
                        <a:pt x="5" y="44"/>
                      </a:lnTo>
                      <a:lnTo>
                        <a:pt x="11" y="37"/>
                      </a:lnTo>
                      <a:lnTo>
                        <a:pt x="18" y="31"/>
                      </a:lnTo>
                      <a:lnTo>
                        <a:pt x="27" y="25"/>
                      </a:lnTo>
                      <a:lnTo>
                        <a:pt x="39" y="18"/>
                      </a:lnTo>
                      <a:lnTo>
                        <a:pt x="54" y="12"/>
                      </a:lnTo>
                      <a:lnTo>
                        <a:pt x="72" y="6"/>
                      </a:lnTo>
                      <a:lnTo>
                        <a:pt x="92" y="2"/>
                      </a:lnTo>
                      <a:lnTo>
                        <a:pt x="118" y="0"/>
                      </a:lnTo>
                      <a:lnTo>
                        <a:pt x="146" y="0"/>
                      </a:lnTo>
                      <a:lnTo>
                        <a:pt x="180" y="2"/>
                      </a:lnTo>
                      <a:lnTo>
                        <a:pt x="216" y="7"/>
                      </a:lnTo>
                      <a:lnTo>
                        <a:pt x="258" y="16"/>
                      </a:lnTo>
                      <a:lnTo>
                        <a:pt x="305" y="29"/>
                      </a:lnTo>
                      <a:lnTo>
                        <a:pt x="299" y="47"/>
                      </a:lnTo>
                      <a:lnTo>
                        <a:pt x="297" y="46"/>
                      </a:lnTo>
                      <a:lnTo>
                        <a:pt x="289" y="44"/>
                      </a:lnTo>
                      <a:lnTo>
                        <a:pt x="277" y="41"/>
                      </a:lnTo>
                      <a:lnTo>
                        <a:pt x="262" y="36"/>
                      </a:lnTo>
                      <a:lnTo>
                        <a:pt x="244" y="32"/>
                      </a:lnTo>
                      <a:lnTo>
                        <a:pt x="224" y="28"/>
                      </a:lnTo>
                      <a:lnTo>
                        <a:pt x="201" y="25"/>
                      </a:lnTo>
                      <a:lnTo>
                        <a:pt x="176" y="22"/>
                      </a:lnTo>
                      <a:lnTo>
                        <a:pt x="152" y="21"/>
                      </a:lnTo>
                      <a:lnTo>
                        <a:pt x="126" y="21"/>
                      </a:lnTo>
                      <a:lnTo>
                        <a:pt x="101" y="23"/>
                      </a:lnTo>
                      <a:lnTo>
                        <a:pt x="77" y="29"/>
                      </a:lnTo>
                      <a:lnTo>
                        <a:pt x="55" y="37"/>
                      </a:lnTo>
                      <a:lnTo>
                        <a:pt x="33" y="48"/>
                      </a:lnTo>
                      <a:lnTo>
                        <a:pt x="15" y="63"/>
                      </a:lnTo>
                      <a:lnTo>
                        <a:pt x="0" y="83"/>
                      </a:lnTo>
                      <a:lnTo>
                        <a:pt x="0" y="53"/>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83" name="Freeform 109"/>
                <p:cNvSpPr>
                  <a:spLocks/>
                </p:cNvSpPr>
                <p:nvPr/>
              </p:nvSpPr>
              <p:spPr bwMode="auto">
                <a:xfrm>
                  <a:off x="6061" y="13793"/>
                  <a:ext cx="305" cy="83"/>
                </a:xfrm>
                <a:custGeom>
                  <a:avLst/>
                  <a:gdLst>
                    <a:gd name="T0" fmla="*/ 0 w 305"/>
                    <a:gd name="T1" fmla="*/ 53 h 83"/>
                    <a:gd name="T2" fmla="*/ 0 w 305"/>
                    <a:gd name="T3" fmla="*/ 52 h 83"/>
                    <a:gd name="T4" fmla="*/ 2 w 305"/>
                    <a:gd name="T5" fmla="*/ 49 h 83"/>
                    <a:gd name="T6" fmla="*/ 5 w 305"/>
                    <a:gd name="T7" fmla="*/ 44 h 83"/>
                    <a:gd name="T8" fmla="*/ 11 w 305"/>
                    <a:gd name="T9" fmla="*/ 38 h 83"/>
                    <a:gd name="T10" fmla="*/ 18 w 305"/>
                    <a:gd name="T11" fmla="*/ 31 h 83"/>
                    <a:gd name="T12" fmla="*/ 27 w 305"/>
                    <a:gd name="T13" fmla="*/ 25 h 83"/>
                    <a:gd name="T14" fmla="*/ 39 w 305"/>
                    <a:gd name="T15" fmla="*/ 17 h 83"/>
                    <a:gd name="T16" fmla="*/ 54 w 305"/>
                    <a:gd name="T17" fmla="*/ 12 h 83"/>
                    <a:gd name="T18" fmla="*/ 72 w 305"/>
                    <a:gd name="T19" fmla="*/ 7 h 83"/>
                    <a:gd name="T20" fmla="*/ 92 w 305"/>
                    <a:gd name="T21" fmla="*/ 2 h 83"/>
                    <a:gd name="T22" fmla="*/ 118 w 305"/>
                    <a:gd name="T23" fmla="*/ 0 h 83"/>
                    <a:gd name="T24" fmla="*/ 146 w 305"/>
                    <a:gd name="T25" fmla="*/ 0 h 83"/>
                    <a:gd name="T26" fmla="*/ 180 w 305"/>
                    <a:gd name="T27" fmla="*/ 2 h 83"/>
                    <a:gd name="T28" fmla="*/ 216 w 305"/>
                    <a:gd name="T29" fmla="*/ 8 h 83"/>
                    <a:gd name="T30" fmla="*/ 258 w 305"/>
                    <a:gd name="T31" fmla="*/ 16 h 83"/>
                    <a:gd name="T32" fmla="*/ 305 w 305"/>
                    <a:gd name="T33" fmla="*/ 29 h 83"/>
                    <a:gd name="T34" fmla="*/ 299 w 305"/>
                    <a:gd name="T35" fmla="*/ 47 h 83"/>
                    <a:gd name="T36" fmla="*/ 297 w 305"/>
                    <a:gd name="T37" fmla="*/ 45 h 83"/>
                    <a:gd name="T38" fmla="*/ 289 w 305"/>
                    <a:gd name="T39" fmla="*/ 43 h 83"/>
                    <a:gd name="T40" fmla="*/ 277 w 305"/>
                    <a:gd name="T41" fmla="*/ 40 h 83"/>
                    <a:gd name="T42" fmla="*/ 262 w 305"/>
                    <a:gd name="T43" fmla="*/ 36 h 83"/>
                    <a:gd name="T44" fmla="*/ 244 w 305"/>
                    <a:gd name="T45" fmla="*/ 33 h 83"/>
                    <a:gd name="T46" fmla="*/ 224 w 305"/>
                    <a:gd name="T47" fmla="*/ 28 h 83"/>
                    <a:gd name="T48" fmla="*/ 201 w 305"/>
                    <a:gd name="T49" fmla="*/ 25 h 83"/>
                    <a:gd name="T50" fmla="*/ 176 w 305"/>
                    <a:gd name="T51" fmla="*/ 22 h 83"/>
                    <a:gd name="T52" fmla="*/ 152 w 305"/>
                    <a:gd name="T53" fmla="*/ 21 h 83"/>
                    <a:gd name="T54" fmla="*/ 126 w 305"/>
                    <a:gd name="T55" fmla="*/ 22 h 83"/>
                    <a:gd name="T56" fmla="*/ 101 w 305"/>
                    <a:gd name="T57" fmla="*/ 24 h 83"/>
                    <a:gd name="T58" fmla="*/ 77 w 305"/>
                    <a:gd name="T59" fmla="*/ 29 h 83"/>
                    <a:gd name="T60" fmla="*/ 55 w 305"/>
                    <a:gd name="T61" fmla="*/ 38 h 83"/>
                    <a:gd name="T62" fmla="*/ 33 w 305"/>
                    <a:gd name="T63" fmla="*/ 49 h 83"/>
                    <a:gd name="T64" fmla="*/ 15 w 305"/>
                    <a:gd name="T65" fmla="*/ 64 h 83"/>
                    <a:gd name="T66" fmla="*/ 0 w 305"/>
                    <a:gd name="T67" fmla="*/ 83 h 83"/>
                    <a:gd name="T68" fmla="*/ 0 w 305"/>
                    <a:gd name="T69" fmla="*/ 5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5" h="83">
                      <a:moveTo>
                        <a:pt x="0" y="53"/>
                      </a:moveTo>
                      <a:lnTo>
                        <a:pt x="0" y="52"/>
                      </a:lnTo>
                      <a:lnTo>
                        <a:pt x="2" y="49"/>
                      </a:lnTo>
                      <a:lnTo>
                        <a:pt x="5" y="44"/>
                      </a:lnTo>
                      <a:lnTo>
                        <a:pt x="11" y="38"/>
                      </a:lnTo>
                      <a:lnTo>
                        <a:pt x="18" y="31"/>
                      </a:lnTo>
                      <a:lnTo>
                        <a:pt x="27" y="25"/>
                      </a:lnTo>
                      <a:lnTo>
                        <a:pt x="39" y="17"/>
                      </a:lnTo>
                      <a:lnTo>
                        <a:pt x="54" y="12"/>
                      </a:lnTo>
                      <a:lnTo>
                        <a:pt x="72" y="7"/>
                      </a:lnTo>
                      <a:lnTo>
                        <a:pt x="92" y="2"/>
                      </a:lnTo>
                      <a:lnTo>
                        <a:pt x="118" y="0"/>
                      </a:lnTo>
                      <a:lnTo>
                        <a:pt x="146" y="0"/>
                      </a:lnTo>
                      <a:lnTo>
                        <a:pt x="180" y="2"/>
                      </a:lnTo>
                      <a:lnTo>
                        <a:pt x="216" y="8"/>
                      </a:lnTo>
                      <a:lnTo>
                        <a:pt x="258" y="16"/>
                      </a:lnTo>
                      <a:lnTo>
                        <a:pt x="305" y="29"/>
                      </a:lnTo>
                      <a:lnTo>
                        <a:pt x="299" y="47"/>
                      </a:lnTo>
                      <a:lnTo>
                        <a:pt x="297" y="45"/>
                      </a:lnTo>
                      <a:lnTo>
                        <a:pt x="289" y="43"/>
                      </a:lnTo>
                      <a:lnTo>
                        <a:pt x="277" y="40"/>
                      </a:lnTo>
                      <a:lnTo>
                        <a:pt x="262" y="36"/>
                      </a:lnTo>
                      <a:lnTo>
                        <a:pt x="244" y="33"/>
                      </a:lnTo>
                      <a:lnTo>
                        <a:pt x="224" y="28"/>
                      </a:lnTo>
                      <a:lnTo>
                        <a:pt x="201" y="25"/>
                      </a:lnTo>
                      <a:lnTo>
                        <a:pt x="176" y="22"/>
                      </a:lnTo>
                      <a:lnTo>
                        <a:pt x="152" y="21"/>
                      </a:lnTo>
                      <a:lnTo>
                        <a:pt x="126" y="22"/>
                      </a:lnTo>
                      <a:lnTo>
                        <a:pt x="101" y="24"/>
                      </a:lnTo>
                      <a:lnTo>
                        <a:pt x="77" y="29"/>
                      </a:lnTo>
                      <a:lnTo>
                        <a:pt x="55" y="38"/>
                      </a:lnTo>
                      <a:lnTo>
                        <a:pt x="33" y="49"/>
                      </a:lnTo>
                      <a:lnTo>
                        <a:pt x="15" y="64"/>
                      </a:lnTo>
                      <a:lnTo>
                        <a:pt x="0" y="83"/>
                      </a:lnTo>
                      <a:lnTo>
                        <a:pt x="0" y="53"/>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84" name="Freeform 110"/>
                <p:cNvSpPr>
                  <a:spLocks/>
                </p:cNvSpPr>
                <p:nvPr/>
              </p:nvSpPr>
              <p:spPr bwMode="auto">
                <a:xfrm>
                  <a:off x="6348" y="13696"/>
                  <a:ext cx="496" cy="917"/>
                </a:xfrm>
                <a:custGeom>
                  <a:avLst/>
                  <a:gdLst>
                    <a:gd name="T0" fmla="*/ 0 w 496"/>
                    <a:gd name="T1" fmla="*/ 0 h 917"/>
                    <a:gd name="T2" fmla="*/ 0 w 496"/>
                    <a:gd name="T3" fmla="*/ 886 h 917"/>
                    <a:gd name="T4" fmla="*/ 150 w 496"/>
                    <a:gd name="T5" fmla="*/ 917 h 917"/>
                    <a:gd name="T6" fmla="*/ 143 w 496"/>
                    <a:gd name="T7" fmla="*/ 797 h 917"/>
                    <a:gd name="T8" fmla="*/ 496 w 496"/>
                    <a:gd name="T9" fmla="*/ 851 h 917"/>
                    <a:gd name="T10" fmla="*/ 490 w 496"/>
                    <a:gd name="T11" fmla="*/ 803 h 917"/>
                    <a:gd name="T12" fmla="*/ 245 w 496"/>
                    <a:gd name="T13" fmla="*/ 773 h 917"/>
                    <a:gd name="T14" fmla="*/ 239 w 496"/>
                    <a:gd name="T15" fmla="*/ 670 h 917"/>
                    <a:gd name="T16" fmla="*/ 72 w 496"/>
                    <a:gd name="T17" fmla="*/ 670 h 917"/>
                    <a:gd name="T18" fmla="*/ 68 w 496"/>
                    <a:gd name="T19" fmla="*/ 657 h 917"/>
                    <a:gd name="T20" fmla="*/ 56 w 496"/>
                    <a:gd name="T21" fmla="*/ 620 h 917"/>
                    <a:gd name="T22" fmla="*/ 41 w 496"/>
                    <a:gd name="T23" fmla="*/ 559 h 917"/>
                    <a:gd name="T24" fmla="*/ 26 w 496"/>
                    <a:gd name="T25" fmla="*/ 480 h 917"/>
                    <a:gd name="T26" fmla="*/ 15 w 496"/>
                    <a:gd name="T27" fmla="*/ 385 h 917"/>
                    <a:gd name="T28" fmla="*/ 11 w 496"/>
                    <a:gd name="T29" fmla="*/ 276 h 917"/>
                    <a:gd name="T30" fmla="*/ 20 w 496"/>
                    <a:gd name="T31" fmla="*/ 158 h 917"/>
                    <a:gd name="T32" fmla="*/ 42 w 496"/>
                    <a:gd name="T33" fmla="*/ 30 h 917"/>
                    <a:gd name="T34" fmla="*/ 0 w 496"/>
                    <a:gd name="T35" fmla="*/ 0 h 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6" h="917">
                      <a:moveTo>
                        <a:pt x="0" y="0"/>
                      </a:moveTo>
                      <a:lnTo>
                        <a:pt x="0" y="886"/>
                      </a:lnTo>
                      <a:lnTo>
                        <a:pt x="150" y="917"/>
                      </a:lnTo>
                      <a:lnTo>
                        <a:pt x="143" y="797"/>
                      </a:lnTo>
                      <a:lnTo>
                        <a:pt x="496" y="851"/>
                      </a:lnTo>
                      <a:lnTo>
                        <a:pt x="490" y="803"/>
                      </a:lnTo>
                      <a:lnTo>
                        <a:pt x="245" y="773"/>
                      </a:lnTo>
                      <a:lnTo>
                        <a:pt x="239" y="670"/>
                      </a:lnTo>
                      <a:lnTo>
                        <a:pt x="72" y="670"/>
                      </a:lnTo>
                      <a:lnTo>
                        <a:pt x="68" y="657"/>
                      </a:lnTo>
                      <a:lnTo>
                        <a:pt x="56" y="620"/>
                      </a:lnTo>
                      <a:lnTo>
                        <a:pt x="41" y="559"/>
                      </a:lnTo>
                      <a:lnTo>
                        <a:pt x="26" y="480"/>
                      </a:lnTo>
                      <a:lnTo>
                        <a:pt x="15" y="385"/>
                      </a:lnTo>
                      <a:lnTo>
                        <a:pt x="11" y="276"/>
                      </a:lnTo>
                      <a:lnTo>
                        <a:pt x="20" y="158"/>
                      </a:lnTo>
                      <a:lnTo>
                        <a:pt x="42" y="30"/>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85" name="Freeform 111"/>
                <p:cNvSpPr>
                  <a:spLocks/>
                </p:cNvSpPr>
                <p:nvPr/>
              </p:nvSpPr>
              <p:spPr bwMode="auto">
                <a:xfrm>
                  <a:off x="6593" y="13487"/>
                  <a:ext cx="638" cy="125"/>
                </a:xfrm>
                <a:custGeom>
                  <a:avLst/>
                  <a:gdLst>
                    <a:gd name="T0" fmla="*/ 0 w 638"/>
                    <a:gd name="T1" fmla="*/ 125 h 125"/>
                    <a:gd name="T2" fmla="*/ 4 w 638"/>
                    <a:gd name="T3" fmla="*/ 124 h 125"/>
                    <a:gd name="T4" fmla="*/ 14 w 638"/>
                    <a:gd name="T5" fmla="*/ 119 h 125"/>
                    <a:gd name="T6" fmla="*/ 31 w 638"/>
                    <a:gd name="T7" fmla="*/ 114 h 125"/>
                    <a:gd name="T8" fmla="*/ 53 w 638"/>
                    <a:gd name="T9" fmla="*/ 106 h 125"/>
                    <a:gd name="T10" fmla="*/ 81 w 638"/>
                    <a:gd name="T11" fmla="*/ 98 h 125"/>
                    <a:gd name="T12" fmla="*/ 113 w 638"/>
                    <a:gd name="T13" fmla="*/ 89 h 125"/>
                    <a:gd name="T14" fmla="*/ 151 w 638"/>
                    <a:gd name="T15" fmla="*/ 81 h 125"/>
                    <a:gd name="T16" fmla="*/ 192 w 638"/>
                    <a:gd name="T17" fmla="*/ 73 h 125"/>
                    <a:gd name="T18" fmla="*/ 237 w 638"/>
                    <a:gd name="T19" fmla="*/ 65 h 125"/>
                    <a:gd name="T20" fmla="*/ 286 w 638"/>
                    <a:gd name="T21" fmla="*/ 60 h 125"/>
                    <a:gd name="T22" fmla="*/ 337 w 638"/>
                    <a:gd name="T23" fmla="*/ 56 h 125"/>
                    <a:gd name="T24" fmla="*/ 390 w 638"/>
                    <a:gd name="T25" fmla="*/ 55 h 125"/>
                    <a:gd name="T26" fmla="*/ 446 w 638"/>
                    <a:gd name="T27" fmla="*/ 56 h 125"/>
                    <a:gd name="T28" fmla="*/ 503 w 638"/>
                    <a:gd name="T29" fmla="*/ 61 h 125"/>
                    <a:gd name="T30" fmla="*/ 561 w 638"/>
                    <a:gd name="T31" fmla="*/ 70 h 125"/>
                    <a:gd name="T32" fmla="*/ 620 w 638"/>
                    <a:gd name="T33" fmla="*/ 83 h 125"/>
                    <a:gd name="T34" fmla="*/ 638 w 638"/>
                    <a:gd name="T35" fmla="*/ 0 h 125"/>
                    <a:gd name="T36" fmla="*/ 634 w 638"/>
                    <a:gd name="T37" fmla="*/ 0 h 125"/>
                    <a:gd name="T38" fmla="*/ 620 w 638"/>
                    <a:gd name="T39" fmla="*/ 0 h 125"/>
                    <a:gd name="T40" fmla="*/ 599 w 638"/>
                    <a:gd name="T41" fmla="*/ 0 h 125"/>
                    <a:gd name="T42" fmla="*/ 571 w 638"/>
                    <a:gd name="T43" fmla="*/ 1 h 125"/>
                    <a:gd name="T44" fmla="*/ 536 w 638"/>
                    <a:gd name="T45" fmla="*/ 2 h 125"/>
                    <a:gd name="T46" fmla="*/ 496 w 638"/>
                    <a:gd name="T47" fmla="*/ 3 h 125"/>
                    <a:gd name="T48" fmla="*/ 452 w 638"/>
                    <a:gd name="T49" fmla="*/ 6 h 125"/>
                    <a:gd name="T50" fmla="*/ 405 w 638"/>
                    <a:gd name="T51" fmla="*/ 8 h 125"/>
                    <a:gd name="T52" fmla="*/ 354 w 638"/>
                    <a:gd name="T53" fmla="*/ 13 h 125"/>
                    <a:gd name="T54" fmla="*/ 302 w 638"/>
                    <a:gd name="T55" fmla="*/ 17 h 125"/>
                    <a:gd name="T56" fmla="*/ 249 w 638"/>
                    <a:gd name="T57" fmla="*/ 22 h 125"/>
                    <a:gd name="T58" fmla="*/ 196 w 638"/>
                    <a:gd name="T59" fmla="*/ 30 h 125"/>
                    <a:gd name="T60" fmla="*/ 144 w 638"/>
                    <a:gd name="T61" fmla="*/ 37 h 125"/>
                    <a:gd name="T62" fmla="*/ 93 w 638"/>
                    <a:gd name="T63" fmla="*/ 47 h 125"/>
                    <a:gd name="T64" fmla="*/ 45 w 638"/>
                    <a:gd name="T65" fmla="*/ 58 h 125"/>
                    <a:gd name="T66" fmla="*/ 0 w 638"/>
                    <a:gd name="T67" fmla="*/ 71 h 125"/>
                    <a:gd name="T68" fmla="*/ 0 w 638"/>
                    <a:gd name="T69" fmla="*/ 125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38" h="125">
                      <a:moveTo>
                        <a:pt x="0" y="125"/>
                      </a:moveTo>
                      <a:lnTo>
                        <a:pt x="4" y="124"/>
                      </a:lnTo>
                      <a:lnTo>
                        <a:pt x="14" y="119"/>
                      </a:lnTo>
                      <a:lnTo>
                        <a:pt x="31" y="114"/>
                      </a:lnTo>
                      <a:lnTo>
                        <a:pt x="53" y="106"/>
                      </a:lnTo>
                      <a:lnTo>
                        <a:pt x="81" y="98"/>
                      </a:lnTo>
                      <a:lnTo>
                        <a:pt x="113" y="89"/>
                      </a:lnTo>
                      <a:lnTo>
                        <a:pt x="151" y="81"/>
                      </a:lnTo>
                      <a:lnTo>
                        <a:pt x="192" y="73"/>
                      </a:lnTo>
                      <a:lnTo>
                        <a:pt x="237" y="65"/>
                      </a:lnTo>
                      <a:lnTo>
                        <a:pt x="286" y="60"/>
                      </a:lnTo>
                      <a:lnTo>
                        <a:pt x="337" y="56"/>
                      </a:lnTo>
                      <a:lnTo>
                        <a:pt x="390" y="55"/>
                      </a:lnTo>
                      <a:lnTo>
                        <a:pt x="446" y="56"/>
                      </a:lnTo>
                      <a:lnTo>
                        <a:pt x="503" y="61"/>
                      </a:lnTo>
                      <a:lnTo>
                        <a:pt x="561" y="70"/>
                      </a:lnTo>
                      <a:lnTo>
                        <a:pt x="620" y="83"/>
                      </a:lnTo>
                      <a:lnTo>
                        <a:pt x="638" y="0"/>
                      </a:lnTo>
                      <a:lnTo>
                        <a:pt x="634" y="0"/>
                      </a:lnTo>
                      <a:lnTo>
                        <a:pt x="620" y="0"/>
                      </a:lnTo>
                      <a:lnTo>
                        <a:pt x="599" y="0"/>
                      </a:lnTo>
                      <a:lnTo>
                        <a:pt x="571" y="1"/>
                      </a:lnTo>
                      <a:lnTo>
                        <a:pt x="536" y="2"/>
                      </a:lnTo>
                      <a:lnTo>
                        <a:pt x="496" y="3"/>
                      </a:lnTo>
                      <a:lnTo>
                        <a:pt x="452" y="6"/>
                      </a:lnTo>
                      <a:lnTo>
                        <a:pt x="405" y="8"/>
                      </a:lnTo>
                      <a:lnTo>
                        <a:pt x="354" y="13"/>
                      </a:lnTo>
                      <a:lnTo>
                        <a:pt x="302" y="17"/>
                      </a:lnTo>
                      <a:lnTo>
                        <a:pt x="249" y="22"/>
                      </a:lnTo>
                      <a:lnTo>
                        <a:pt x="196" y="30"/>
                      </a:lnTo>
                      <a:lnTo>
                        <a:pt x="144" y="37"/>
                      </a:lnTo>
                      <a:lnTo>
                        <a:pt x="93" y="47"/>
                      </a:lnTo>
                      <a:lnTo>
                        <a:pt x="45" y="58"/>
                      </a:lnTo>
                      <a:lnTo>
                        <a:pt x="0" y="71"/>
                      </a:lnTo>
                      <a:lnTo>
                        <a:pt x="0" y="125"/>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86" name="Freeform 112"/>
                <p:cNvSpPr>
                  <a:spLocks/>
                </p:cNvSpPr>
                <p:nvPr/>
              </p:nvSpPr>
              <p:spPr bwMode="auto">
                <a:xfrm>
                  <a:off x="6217" y="14634"/>
                  <a:ext cx="1075" cy="356"/>
                </a:xfrm>
                <a:custGeom>
                  <a:avLst/>
                  <a:gdLst>
                    <a:gd name="T0" fmla="*/ 454 w 1075"/>
                    <a:gd name="T1" fmla="*/ 344 h 356"/>
                    <a:gd name="T2" fmla="*/ 456 w 1075"/>
                    <a:gd name="T3" fmla="*/ 343 h 356"/>
                    <a:gd name="T4" fmla="*/ 463 w 1075"/>
                    <a:gd name="T5" fmla="*/ 341 h 356"/>
                    <a:gd name="T6" fmla="*/ 472 w 1075"/>
                    <a:gd name="T7" fmla="*/ 337 h 356"/>
                    <a:gd name="T8" fmla="*/ 485 w 1075"/>
                    <a:gd name="T9" fmla="*/ 332 h 356"/>
                    <a:gd name="T10" fmla="*/ 501 w 1075"/>
                    <a:gd name="T11" fmla="*/ 325 h 356"/>
                    <a:gd name="T12" fmla="*/ 518 w 1075"/>
                    <a:gd name="T13" fmla="*/ 317 h 356"/>
                    <a:gd name="T14" fmla="*/ 538 w 1075"/>
                    <a:gd name="T15" fmla="*/ 308 h 356"/>
                    <a:gd name="T16" fmla="*/ 558 w 1075"/>
                    <a:gd name="T17" fmla="*/ 298 h 356"/>
                    <a:gd name="T18" fmla="*/ 580 w 1075"/>
                    <a:gd name="T19" fmla="*/ 287 h 356"/>
                    <a:gd name="T20" fmla="*/ 600 w 1075"/>
                    <a:gd name="T21" fmla="*/ 274 h 356"/>
                    <a:gd name="T22" fmla="*/ 621 w 1075"/>
                    <a:gd name="T23" fmla="*/ 262 h 356"/>
                    <a:gd name="T24" fmla="*/ 640 w 1075"/>
                    <a:gd name="T25" fmla="*/ 248 h 356"/>
                    <a:gd name="T26" fmla="*/ 658 w 1075"/>
                    <a:gd name="T27" fmla="*/ 234 h 356"/>
                    <a:gd name="T28" fmla="*/ 674 w 1075"/>
                    <a:gd name="T29" fmla="*/ 219 h 356"/>
                    <a:gd name="T30" fmla="*/ 688 w 1075"/>
                    <a:gd name="T31" fmla="*/ 204 h 356"/>
                    <a:gd name="T32" fmla="*/ 699 w 1075"/>
                    <a:gd name="T33" fmla="*/ 189 h 356"/>
                    <a:gd name="T34" fmla="*/ 0 w 1075"/>
                    <a:gd name="T35" fmla="*/ 18 h 356"/>
                    <a:gd name="T36" fmla="*/ 54 w 1075"/>
                    <a:gd name="T37" fmla="*/ 0 h 356"/>
                    <a:gd name="T38" fmla="*/ 1075 w 1075"/>
                    <a:gd name="T39" fmla="*/ 251 h 356"/>
                    <a:gd name="T40" fmla="*/ 1033 w 1075"/>
                    <a:gd name="T41" fmla="*/ 274 h 356"/>
                    <a:gd name="T42" fmla="*/ 738 w 1075"/>
                    <a:gd name="T43" fmla="*/ 199 h 356"/>
                    <a:gd name="T44" fmla="*/ 737 w 1075"/>
                    <a:gd name="T45" fmla="*/ 200 h 356"/>
                    <a:gd name="T46" fmla="*/ 735 w 1075"/>
                    <a:gd name="T47" fmla="*/ 203 h 356"/>
                    <a:gd name="T48" fmla="*/ 730 w 1075"/>
                    <a:gd name="T49" fmla="*/ 207 h 356"/>
                    <a:gd name="T50" fmla="*/ 724 w 1075"/>
                    <a:gd name="T51" fmla="*/ 214 h 356"/>
                    <a:gd name="T52" fmla="*/ 716 w 1075"/>
                    <a:gd name="T53" fmla="*/ 222 h 356"/>
                    <a:gd name="T54" fmla="*/ 706 w 1075"/>
                    <a:gd name="T55" fmla="*/ 231 h 356"/>
                    <a:gd name="T56" fmla="*/ 694 w 1075"/>
                    <a:gd name="T57" fmla="*/ 242 h 356"/>
                    <a:gd name="T58" fmla="*/ 679 w 1075"/>
                    <a:gd name="T59" fmla="*/ 253 h 356"/>
                    <a:gd name="T60" fmla="*/ 662 w 1075"/>
                    <a:gd name="T61" fmla="*/ 265 h 356"/>
                    <a:gd name="T62" fmla="*/ 643 w 1075"/>
                    <a:gd name="T63" fmla="*/ 278 h 356"/>
                    <a:gd name="T64" fmla="*/ 621 w 1075"/>
                    <a:gd name="T65" fmla="*/ 291 h 356"/>
                    <a:gd name="T66" fmla="*/ 597 w 1075"/>
                    <a:gd name="T67" fmla="*/ 303 h 356"/>
                    <a:gd name="T68" fmla="*/ 570 w 1075"/>
                    <a:gd name="T69" fmla="*/ 317 h 356"/>
                    <a:gd name="T70" fmla="*/ 540 w 1075"/>
                    <a:gd name="T71" fmla="*/ 330 h 356"/>
                    <a:gd name="T72" fmla="*/ 508 w 1075"/>
                    <a:gd name="T73" fmla="*/ 343 h 356"/>
                    <a:gd name="T74" fmla="*/ 472 w 1075"/>
                    <a:gd name="T75" fmla="*/ 356 h 356"/>
                    <a:gd name="T76" fmla="*/ 454 w 1075"/>
                    <a:gd name="T77" fmla="*/ 344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75" h="356">
                      <a:moveTo>
                        <a:pt x="454" y="344"/>
                      </a:moveTo>
                      <a:lnTo>
                        <a:pt x="456" y="343"/>
                      </a:lnTo>
                      <a:lnTo>
                        <a:pt x="463" y="341"/>
                      </a:lnTo>
                      <a:lnTo>
                        <a:pt x="472" y="337"/>
                      </a:lnTo>
                      <a:lnTo>
                        <a:pt x="485" y="332"/>
                      </a:lnTo>
                      <a:lnTo>
                        <a:pt x="501" y="325"/>
                      </a:lnTo>
                      <a:lnTo>
                        <a:pt x="518" y="317"/>
                      </a:lnTo>
                      <a:lnTo>
                        <a:pt x="538" y="308"/>
                      </a:lnTo>
                      <a:lnTo>
                        <a:pt x="558" y="298"/>
                      </a:lnTo>
                      <a:lnTo>
                        <a:pt x="580" y="287"/>
                      </a:lnTo>
                      <a:lnTo>
                        <a:pt x="600" y="274"/>
                      </a:lnTo>
                      <a:lnTo>
                        <a:pt x="621" y="262"/>
                      </a:lnTo>
                      <a:lnTo>
                        <a:pt x="640" y="248"/>
                      </a:lnTo>
                      <a:lnTo>
                        <a:pt x="658" y="234"/>
                      </a:lnTo>
                      <a:lnTo>
                        <a:pt x="674" y="219"/>
                      </a:lnTo>
                      <a:lnTo>
                        <a:pt x="688" y="204"/>
                      </a:lnTo>
                      <a:lnTo>
                        <a:pt x="699" y="189"/>
                      </a:lnTo>
                      <a:lnTo>
                        <a:pt x="0" y="18"/>
                      </a:lnTo>
                      <a:lnTo>
                        <a:pt x="54" y="0"/>
                      </a:lnTo>
                      <a:lnTo>
                        <a:pt x="1075" y="251"/>
                      </a:lnTo>
                      <a:lnTo>
                        <a:pt x="1033" y="274"/>
                      </a:lnTo>
                      <a:lnTo>
                        <a:pt x="738" y="199"/>
                      </a:lnTo>
                      <a:lnTo>
                        <a:pt x="737" y="200"/>
                      </a:lnTo>
                      <a:lnTo>
                        <a:pt x="735" y="203"/>
                      </a:lnTo>
                      <a:lnTo>
                        <a:pt x="730" y="207"/>
                      </a:lnTo>
                      <a:lnTo>
                        <a:pt x="724" y="214"/>
                      </a:lnTo>
                      <a:lnTo>
                        <a:pt x="716" y="222"/>
                      </a:lnTo>
                      <a:lnTo>
                        <a:pt x="706" y="231"/>
                      </a:lnTo>
                      <a:lnTo>
                        <a:pt x="694" y="242"/>
                      </a:lnTo>
                      <a:lnTo>
                        <a:pt x="679" y="253"/>
                      </a:lnTo>
                      <a:lnTo>
                        <a:pt x="662" y="265"/>
                      </a:lnTo>
                      <a:lnTo>
                        <a:pt x="643" y="278"/>
                      </a:lnTo>
                      <a:lnTo>
                        <a:pt x="621" y="291"/>
                      </a:lnTo>
                      <a:lnTo>
                        <a:pt x="597" y="303"/>
                      </a:lnTo>
                      <a:lnTo>
                        <a:pt x="570" y="317"/>
                      </a:lnTo>
                      <a:lnTo>
                        <a:pt x="540" y="330"/>
                      </a:lnTo>
                      <a:lnTo>
                        <a:pt x="508" y="343"/>
                      </a:lnTo>
                      <a:lnTo>
                        <a:pt x="472" y="356"/>
                      </a:lnTo>
                      <a:lnTo>
                        <a:pt x="454" y="3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87" name="Freeform 113"/>
                <p:cNvSpPr>
                  <a:spLocks/>
                </p:cNvSpPr>
                <p:nvPr/>
              </p:nvSpPr>
              <p:spPr bwMode="auto">
                <a:xfrm>
                  <a:off x="5997" y="14727"/>
                  <a:ext cx="1095" cy="319"/>
                </a:xfrm>
                <a:custGeom>
                  <a:avLst/>
                  <a:gdLst>
                    <a:gd name="T0" fmla="*/ 0 w 1095"/>
                    <a:gd name="T1" fmla="*/ 0 h 319"/>
                    <a:gd name="T2" fmla="*/ 1071 w 1095"/>
                    <a:gd name="T3" fmla="*/ 319 h 319"/>
                    <a:gd name="T4" fmla="*/ 1095 w 1095"/>
                    <a:gd name="T5" fmla="*/ 319 h 319"/>
                    <a:gd name="T6" fmla="*/ 33 w 1095"/>
                    <a:gd name="T7" fmla="*/ 0 h 319"/>
                    <a:gd name="T8" fmla="*/ 0 w 1095"/>
                    <a:gd name="T9" fmla="*/ 0 h 319"/>
                  </a:gdLst>
                  <a:ahLst/>
                  <a:cxnLst>
                    <a:cxn ang="0">
                      <a:pos x="T0" y="T1"/>
                    </a:cxn>
                    <a:cxn ang="0">
                      <a:pos x="T2" y="T3"/>
                    </a:cxn>
                    <a:cxn ang="0">
                      <a:pos x="T4" y="T5"/>
                    </a:cxn>
                    <a:cxn ang="0">
                      <a:pos x="T6" y="T7"/>
                    </a:cxn>
                    <a:cxn ang="0">
                      <a:pos x="T8" y="T9"/>
                    </a:cxn>
                  </a:cxnLst>
                  <a:rect l="0" t="0" r="r" b="b"/>
                  <a:pathLst>
                    <a:path w="1095" h="319">
                      <a:moveTo>
                        <a:pt x="0" y="0"/>
                      </a:moveTo>
                      <a:lnTo>
                        <a:pt x="1071" y="319"/>
                      </a:lnTo>
                      <a:lnTo>
                        <a:pt x="1095" y="319"/>
                      </a:lnTo>
                      <a:lnTo>
                        <a:pt x="33"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88" name="Freeform 114"/>
                <p:cNvSpPr>
                  <a:spLocks/>
                </p:cNvSpPr>
                <p:nvPr/>
              </p:nvSpPr>
              <p:spPr bwMode="auto">
                <a:xfrm>
                  <a:off x="6181" y="14684"/>
                  <a:ext cx="1082" cy="285"/>
                </a:xfrm>
                <a:custGeom>
                  <a:avLst/>
                  <a:gdLst>
                    <a:gd name="T0" fmla="*/ 0 w 1082"/>
                    <a:gd name="T1" fmla="*/ 1 h 285"/>
                    <a:gd name="T2" fmla="*/ 1058 w 1082"/>
                    <a:gd name="T3" fmla="*/ 285 h 285"/>
                    <a:gd name="T4" fmla="*/ 1082 w 1082"/>
                    <a:gd name="T5" fmla="*/ 284 h 285"/>
                    <a:gd name="T6" fmla="*/ 33 w 1082"/>
                    <a:gd name="T7" fmla="*/ 0 h 285"/>
                    <a:gd name="T8" fmla="*/ 0 w 1082"/>
                    <a:gd name="T9" fmla="*/ 1 h 285"/>
                  </a:gdLst>
                  <a:ahLst/>
                  <a:cxnLst>
                    <a:cxn ang="0">
                      <a:pos x="T0" y="T1"/>
                    </a:cxn>
                    <a:cxn ang="0">
                      <a:pos x="T2" y="T3"/>
                    </a:cxn>
                    <a:cxn ang="0">
                      <a:pos x="T4" y="T5"/>
                    </a:cxn>
                    <a:cxn ang="0">
                      <a:pos x="T6" y="T7"/>
                    </a:cxn>
                    <a:cxn ang="0">
                      <a:pos x="T8" y="T9"/>
                    </a:cxn>
                  </a:cxnLst>
                  <a:rect l="0" t="0" r="r" b="b"/>
                  <a:pathLst>
                    <a:path w="1082" h="285">
                      <a:moveTo>
                        <a:pt x="0" y="1"/>
                      </a:moveTo>
                      <a:lnTo>
                        <a:pt x="1058" y="285"/>
                      </a:lnTo>
                      <a:lnTo>
                        <a:pt x="1082" y="284"/>
                      </a:lnTo>
                      <a:lnTo>
                        <a:pt x="33" y="0"/>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89" name="Freeform 115"/>
                <p:cNvSpPr>
                  <a:spLocks/>
                </p:cNvSpPr>
                <p:nvPr/>
              </p:nvSpPr>
              <p:spPr bwMode="auto">
                <a:xfrm>
                  <a:off x="6093" y="14699"/>
                  <a:ext cx="1087" cy="315"/>
                </a:xfrm>
                <a:custGeom>
                  <a:avLst/>
                  <a:gdLst>
                    <a:gd name="T0" fmla="*/ 0 w 1087"/>
                    <a:gd name="T1" fmla="*/ 0 h 315"/>
                    <a:gd name="T2" fmla="*/ 1066 w 1087"/>
                    <a:gd name="T3" fmla="*/ 315 h 315"/>
                    <a:gd name="T4" fmla="*/ 1087 w 1087"/>
                    <a:gd name="T5" fmla="*/ 308 h 315"/>
                    <a:gd name="T6" fmla="*/ 31 w 1087"/>
                    <a:gd name="T7" fmla="*/ 0 h 315"/>
                    <a:gd name="T8" fmla="*/ 0 w 1087"/>
                    <a:gd name="T9" fmla="*/ 0 h 315"/>
                  </a:gdLst>
                  <a:ahLst/>
                  <a:cxnLst>
                    <a:cxn ang="0">
                      <a:pos x="T0" y="T1"/>
                    </a:cxn>
                    <a:cxn ang="0">
                      <a:pos x="T2" y="T3"/>
                    </a:cxn>
                    <a:cxn ang="0">
                      <a:pos x="T4" y="T5"/>
                    </a:cxn>
                    <a:cxn ang="0">
                      <a:pos x="T6" y="T7"/>
                    </a:cxn>
                    <a:cxn ang="0">
                      <a:pos x="T8" y="T9"/>
                    </a:cxn>
                  </a:cxnLst>
                  <a:rect l="0" t="0" r="r" b="b"/>
                  <a:pathLst>
                    <a:path w="1087" h="315">
                      <a:moveTo>
                        <a:pt x="0" y="0"/>
                      </a:moveTo>
                      <a:lnTo>
                        <a:pt x="1066" y="315"/>
                      </a:lnTo>
                      <a:lnTo>
                        <a:pt x="1087" y="308"/>
                      </a:lnTo>
                      <a:lnTo>
                        <a:pt x="31"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grpSp>
          <p:grpSp>
            <p:nvGrpSpPr>
              <p:cNvPr id="143" name="Group 116"/>
              <p:cNvGrpSpPr>
                <a:grpSpLocks/>
              </p:cNvGrpSpPr>
              <p:nvPr/>
            </p:nvGrpSpPr>
            <p:grpSpPr bwMode="auto">
              <a:xfrm>
                <a:off x="12806" y="10667"/>
                <a:ext cx="983" cy="1369"/>
                <a:chOff x="12762" y="10336"/>
                <a:chExt cx="1027" cy="1700"/>
              </a:xfrm>
            </p:grpSpPr>
            <p:sp>
              <p:nvSpPr>
                <p:cNvPr id="145" name="Rectangle 117"/>
                <p:cNvSpPr>
                  <a:spLocks noChangeArrowheads="1"/>
                </p:cNvSpPr>
                <p:nvPr/>
              </p:nvSpPr>
              <p:spPr bwMode="auto">
                <a:xfrm>
                  <a:off x="12824" y="10394"/>
                  <a:ext cx="965" cy="1642"/>
                </a:xfrm>
                <a:prstGeom prst="rect">
                  <a:avLst/>
                </a:prstGeom>
                <a:solidFill>
                  <a:srgbClr val="969696"/>
                </a:solidFill>
                <a:ln w="9525">
                  <a:solidFill>
                    <a:srgbClr val="000000"/>
                  </a:solidFill>
                  <a:miter lim="800000"/>
                  <a:headEnd/>
                  <a:tailEnd/>
                </a:ln>
              </p:spPr>
              <p:txBody>
                <a:bodyPr/>
                <a:lstStyle/>
                <a:p>
                  <a:endParaRPr lang="en-NZ"/>
                </a:p>
              </p:txBody>
            </p:sp>
            <p:sp>
              <p:nvSpPr>
                <p:cNvPr id="146" name="Rectangle 118"/>
                <p:cNvSpPr>
                  <a:spLocks noChangeArrowheads="1"/>
                </p:cNvSpPr>
                <p:nvPr/>
              </p:nvSpPr>
              <p:spPr bwMode="auto">
                <a:xfrm>
                  <a:off x="12766" y="10336"/>
                  <a:ext cx="965" cy="1642"/>
                </a:xfrm>
                <a:prstGeom prst="rect">
                  <a:avLst/>
                </a:prstGeom>
                <a:solidFill>
                  <a:srgbClr val="FFFFFF"/>
                </a:solidFill>
                <a:ln w="9525">
                  <a:solidFill>
                    <a:srgbClr val="000000"/>
                  </a:solidFill>
                  <a:miter lim="800000"/>
                  <a:headEnd/>
                  <a:tailEnd/>
                </a:ln>
              </p:spPr>
              <p:txBody>
                <a:bodyPr/>
                <a:lstStyle/>
                <a:p>
                  <a:endParaRPr lang="en-NZ"/>
                </a:p>
              </p:txBody>
            </p:sp>
            <p:sp>
              <p:nvSpPr>
                <p:cNvPr id="147" name="Line 119"/>
                <p:cNvSpPr>
                  <a:spLocks noChangeShapeType="1"/>
                </p:cNvSpPr>
                <p:nvPr/>
              </p:nvSpPr>
              <p:spPr bwMode="auto">
                <a:xfrm>
                  <a:off x="12766" y="10682"/>
                  <a:ext cx="965"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NZ"/>
                </a:p>
              </p:txBody>
            </p:sp>
            <p:sp>
              <p:nvSpPr>
                <p:cNvPr id="148" name="Line 120"/>
                <p:cNvSpPr>
                  <a:spLocks noChangeShapeType="1"/>
                </p:cNvSpPr>
                <p:nvPr/>
              </p:nvSpPr>
              <p:spPr bwMode="auto">
                <a:xfrm>
                  <a:off x="12780" y="11042"/>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NZ"/>
                </a:p>
              </p:txBody>
            </p:sp>
            <p:sp>
              <p:nvSpPr>
                <p:cNvPr id="149" name="Line 121"/>
                <p:cNvSpPr>
                  <a:spLocks noChangeShapeType="1"/>
                </p:cNvSpPr>
                <p:nvPr/>
              </p:nvSpPr>
              <p:spPr bwMode="auto">
                <a:xfrm>
                  <a:off x="12764" y="11374"/>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NZ"/>
                </a:p>
              </p:txBody>
            </p:sp>
            <p:sp>
              <p:nvSpPr>
                <p:cNvPr id="150" name="Line 122"/>
                <p:cNvSpPr>
                  <a:spLocks noChangeShapeType="1"/>
                </p:cNvSpPr>
                <p:nvPr/>
              </p:nvSpPr>
              <p:spPr bwMode="auto">
                <a:xfrm>
                  <a:off x="12762" y="11675"/>
                  <a:ext cx="967"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NZ"/>
                </a:p>
              </p:txBody>
            </p:sp>
          </p:grpSp>
          <p:sp>
            <p:nvSpPr>
              <p:cNvPr id="144" name="Text Box 123"/>
              <p:cNvSpPr txBox="1">
                <a:spLocks noChangeArrowheads="1"/>
              </p:cNvSpPr>
              <p:nvPr/>
            </p:nvSpPr>
            <p:spPr bwMode="auto">
              <a:xfrm>
                <a:off x="12809" y="10193"/>
                <a:ext cx="958"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eaLnBrk="1" hangingPunct="1"/>
                <a:r>
                  <a:rPr lang="en-US" altLang="en-US" sz="1000">
                    <a:solidFill>
                      <a:schemeClr val="tx2"/>
                    </a:solidFill>
                    <a:latin typeface="Arial" panose="020B0604020202020204" pitchFamily="34" charset="0"/>
                  </a:rPr>
                  <a:t>Host B</a:t>
                </a:r>
                <a:endParaRPr lang="en-US" altLang="en-US" sz="2000">
                  <a:solidFill>
                    <a:schemeClr val="tx2"/>
                  </a:solidFill>
                </a:endParaRPr>
              </a:p>
            </p:txBody>
          </p:sp>
        </p:grpSp>
        <p:sp>
          <p:nvSpPr>
            <p:cNvPr id="23" name="Line 124"/>
            <p:cNvSpPr>
              <a:spLocks noChangeShapeType="1"/>
            </p:cNvSpPr>
            <p:nvPr/>
          </p:nvSpPr>
          <p:spPr bwMode="auto">
            <a:xfrm flipH="1">
              <a:off x="2474" y="3796"/>
              <a:ext cx="38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NZ"/>
            </a:p>
          </p:txBody>
        </p:sp>
        <p:sp>
          <p:nvSpPr>
            <p:cNvPr id="24" name="Line 125"/>
            <p:cNvSpPr>
              <a:spLocks noChangeShapeType="1"/>
            </p:cNvSpPr>
            <p:nvPr/>
          </p:nvSpPr>
          <p:spPr bwMode="auto">
            <a:xfrm flipH="1">
              <a:off x="3494" y="3796"/>
              <a:ext cx="38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NZ"/>
            </a:p>
          </p:txBody>
        </p:sp>
        <p:sp>
          <p:nvSpPr>
            <p:cNvPr id="25" name="Line 126"/>
            <p:cNvSpPr>
              <a:spLocks noChangeShapeType="1"/>
            </p:cNvSpPr>
            <p:nvPr/>
          </p:nvSpPr>
          <p:spPr bwMode="auto">
            <a:xfrm flipH="1">
              <a:off x="3572" y="3544"/>
              <a:ext cx="582" cy="54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NZ"/>
            </a:p>
          </p:txBody>
        </p:sp>
        <p:sp>
          <p:nvSpPr>
            <p:cNvPr id="26" name="Line 127"/>
            <p:cNvSpPr>
              <a:spLocks noChangeShapeType="1"/>
            </p:cNvSpPr>
            <p:nvPr/>
          </p:nvSpPr>
          <p:spPr bwMode="auto">
            <a:xfrm flipH="1">
              <a:off x="3566" y="4090"/>
              <a:ext cx="34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NZ"/>
            </a:p>
          </p:txBody>
        </p:sp>
        <p:sp>
          <p:nvSpPr>
            <p:cNvPr id="27" name="Line 128"/>
            <p:cNvSpPr>
              <a:spLocks noChangeShapeType="1"/>
            </p:cNvSpPr>
            <p:nvPr/>
          </p:nvSpPr>
          <p:spPr bwMode="auto">
            <a:xfrm flipH="1">
              <a:off x="4135" y="3550"/>
              <a:ext cx="27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NZ"/>
            </a:p>
          </p:txBody>
        </p:sp>
        <p:grpSp>
          <p:nvGrpSpPr>
            <p:cNvPr id="28" name="Group 129"/>
            <p:cNvGrpSpPr>
              <a:grpSpLocks/>
            </p:cNvGrpSpPr>
            <p:nvPr/>
          </p:nvGrpSpPr>
          <p:grpSpPr bwMode="auto">
            <a:xfrm>
              <a:off x="4190" y="3149"/>
              <a:ext cx="617" cy="568"/>
              <a:chOff x="5850" y="13487"/>
              <a:chExt cx="2023" cy="1840"/>
            </a:xfrm>
          </p:grpSpPr>
          <p:sp>
            <p:nvSpPr>
              <p:cNvPr id="103" name="Freeform 130"/>
              <p:cNvSpPr>
                <a:spLocks/>
              </p:cNvSpPr>
              <p:nvPr/>
            </p:nvSpPr>
            <p:spPr bwMode="auto">
              <a:xfrm>
                <a:off x="5850" y="13632"/>
                <a:ext cx="2023" cy="1695"/>
              </a:xfrm>
              <a:custGeom>
                <a:avLst/>
                <a:gdLst>
                  <a:gd name="T0" fmla="*/ 570 w 2023"/>
                  <a:gd name="T1" fmla="*/ 121 h 1695"/>
                  <a:gd name="T2" fmla="*/ 575 w 2023"/>
                  <a:gd name="T3" fmla="*/ 120 h 1695"/>
                  <a:gd name="T4" fmla="*/ 586 w 2023"/>
                  <a:gd name="T5" fmla="*/ 116 h 1695"/>
                  <a:gd name="T6" fmla="*/ 607 w 2023"/>
                  <a:gd name="T7" fmla="*/ 108 h 1695"/>
                  <a:gd name="T8" fmla="*/ 636 w 2023"/>
                  <a:gd name="T9" fmla="*/ 101 h 1695"/>
                  <a:gd name="T10" fmla="*/ 672 w 2023"/>
                  <a:gd name="T11" fmla="*/ 90 h 1695"/>
                  <a:gd name="T12" fmla="*/ 718 w 2023"/>
                  <a:gd name="T13" fmla="*/ 79 h 1695"/>
                  <a:gd name="T14" fmla="*/ 771 w 2023"/>
                  <a:gd name="T15" fmla="*/ 67 h 1695"/>
                  <a:gd name="T16" fmla="*/ 834 w 2023"/>
                  <a:gd name="T17" fmla="*/ 55 h 1695"/>
                  <a:gd name="T18" fmla="*/ 904 w 2023"/>
                  <a:gd name="T19" fmla="*/ 43 h 1695"/>
                  <a:gd name="T20" fmla="*/ 982 w 2023"/>
                  <a:gd name="T21" fmla="*/ 33 h 1695"/>
                  <a:gd name="T22" fmla="*/ 1071 w 2023"/>
                  <a:gd name="T23" fmla="*/ 22 h 1695"/>
                  <a:gd name="T24" fmla="*/ 1166 w 2023"/>
                  <a:gd name="T25" fmla="*/ 13 h 1695"/>
                  <a:gd name="T26" fmla="*/ 1271 w 2023"/>
                  <a:gd name="T27" fmla="*/ 7 h 1695"/>
                  <a:gd name="T28" fmla="*/ 1384 w 2023"/>
                  <a:gd name="T29" fmla="*/ 1 h 1695"/>
                  <a:gd name="T30" fmla="*/ 1506 w 2023"/>
                  <a:gd name="T31" fmla="*/ 0 h 1695"/>
                  <a:gd name="T32" fmla="*/ 1636 w 2023"/>
                  <a:gd name="T33" fmla="*/ 1 h 1695"/>
                  <a:gd name="T34" fmla="*/ 1692 w 2023"/>
                  <a:gd name="T35" fmla="*/ 233 h 1695"/>
                  <a:gd name="T36" fmla="*/ 1713 w 2023"/>
                  <a:gd name="T37" fmla="*/ 243 h 1695"/>
                  <a:gd name="T38" fmla="*/ 1758 w 2023"/>
                  <a:gd name="T39" fmla="*/ 274 h 1695"/>
                  <a:gd name="T40" fmla="*/ 1806 w 2023"/>
                  <a:gd name="T41" fmla="*/ 329 h 1695"/>
                  <a:gd name="T42" fmla="*/ 1836 w 2023"/>
                  <a:gd name="T43" fmla="*/ 409 h 1695"/>
                  <a:gd name="T44" fmla="*/ 1955 w 2023"/>
                  <a:gd name="T45" fmla="*/ 948 h 1695"/>
                  <a:gd name="T46" fmla="*/ 2003 w 2023"/>
                  <a:gd name="T47" fmla="*/ 1171 h 1695"/>
                  <a:gd name="T48" fmla="*/ 2011 w 2023"/>
                  <a:gd name="T49" fmla="*/ 1188 h 1695"/>
                  <a:gd name="T50" fmla="*/ 2022 w 2023"/>
                  <a:gd name="T51" fmla="*/ 1231 h 1695"/>
                  <a:gd name="T52" fmla="*/ 2021 w 2023"/>
                  <a:gd name="T53" fmla="*/ 1297 h 1695"/>
                  <a:gd name="T54" fmla="*/ 1992 w 2023"/>
                  <a:gd name="T55" fmla="*/ 1380 h 1695"/>
                  <a:gd name="T56" fmla="*/ 0 w 2023"/>
                  <a:gd name="T57" fmla="*/ 1328 h 1695"/>
                  <a:gd name="T58" fmla="*/ 199 w 2023"/>
                  <a:gd name="T59" fmla="*/ 1223 h 1695"/>
                  <a:gd name="T60" fmla="*/ 200 w 2023"/>
                  <a:gd name="T61" fmla="*/ 232 h 1695"/>
                  <a:gd name="T62" fmla="*/ 210 w 2023"/>
                  <a:gd name="T63" fmla="*/ 226 h 1695"/>
                  <a:gd name="T64" fmla="*/ 230 w 2023"/>
                  <a:gd name="T65" fmla="*/ 214 h 1695"/>
                  <a:gd name="T66" fmla="*/ 259 w 2023"/>
                  <a:gd name="T67" fmla="*/ 201 h 1695"/>
                  <a:gd name="T68" fmla="*/ 297 w 2023"/>
                  <a:gd name="T69" fmla="*/ 189 h 1695"/>
                  <a:gd name="T70" fmla="*/ 344 w 2023"/>
                  <a:gd name="T71" fmla="*/ 183 h 1695"/>
                  <a:gd name="T72" fmla="*/ 399 w 2023"/>
                  <a:gd name="T73" fmla="*/ 181 h 1695"/>
                  <a:gd name="T74" fmla="*/ 464 w 2023"/>
                  <a:gd name="T75" fmla="*/ 191 h 1695"/>
                  <a:gd name="T76" fmla="*/ 548 w 2023"/>
                  <a:gd name="T77" fmla="*/ 225 h 1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023" h="1695">
                    <a:moveTo>
                      <a:pt x="548" y="225"/>
                    </a:moveTo>
                    <a:lnTo>
                      <a:pt x="570" y="121"/>
                    </a:lnTo>
                    <a:lnTo>
                      <a:pt x="571" y="121"/>
                    </a:lnTo>
                    <a:lnTo>
                      <a:pt x="575" y="120"/>
                    </a:lnTo>
                    <a:lnTo>
                      <a:pt x="580" y="118"/>
                    </a:lnTo>
                    <a:lnTo>
                      <a:pt x="586" y="116"/>
                    </a:lnTo>
                    <a:lnTo>
                      <a:pt x="596" y="112"/>
                    </a:lnTo>
                    <a:lnTo>
                      <a:pt x="607" y="108"/>
                    </a:lnTo>
                    <a:lnTo>
                      <a:pt x="620" y="105"/>
                    </a:lnTo>
                    <a:lnTo>
                      <a:pt x="636" y="101"/>
                    </a:lnTo>
                    <a:lnTo>
                      <a:pt x="653" y="95"/>
                    </a:lnTo>
                    <a:lnTo>
                      <a:pt x="672" y="90"/>
                    </a:lnTo>
                    <a:lnTo>
                      <a:pt x="694" y="84"/>
                    </a:lnTo>
                    <a:lnTo>
                      <a:pt x="718" y="79"/>
                    </a:lnTo>
                    <a:lnTo>
                      <a:pt x="743" y="74"/>
                    </a:lnTo>
                    <a:lnTo>
                      <a:pt x="771" y="67"/>
                    </a:lnTo>
                    <a:lnTo>
                      <a:pt x="802" y="61"/>
                    </a:lnTo>
                    <a:lnTo>
                      <a:pt x="834" y="55"/>
                    </a:lnTo>
                    <a:lnTo>
                      <a:pt x="867" y="49"/>
                    </a:lnTo>
                    <a:lnTo>
                      <a:pt x="904" y="43"/>
                    </a:lnTo>
                    <a:lnTo>
                      <a:pt x="943" y="38"/>
                    </a:lnTo>
                    <a:lnTo>
                      <a:pt x="982" y="33"/>
                    </a:lnTo>
                    <a:lnTo>
                      <a:pt x="1025" y="27"/>
                    </a:lnTo>
                    <a:lnTo>
                      <a:pt x="1071" y="22"/>
                    </a:lnTo>
                    <a:lnTo>
                      <a:pt x="1117" y="17"/>
                    </a:lnTo>
                    <a:lnTo>
                      <a:pt x="1166" y="13"/>
                    </a:lnTo>
                    <a:lnTo>
                      <a:pt x="1218" y="10"/>
                    </a:lnTo>
                    <a:lnTo>
                      <a:pt x="1271" y="7"/>
                    </a:lnTo>
                    <a:lnTo>
                      <a:pt x="1327" y="3"/>
                    </a:lnTo>
                    <a:lnTo>
                      <a:pt x="1384" y="1"/>
                    </a:lnTo>
                    <a:lnTo>
                      <a:pt x="1444" y="0"/>
                    </a:lnTo>
                    <a:lnTo>
                      <a:pt x="1506" y="0"/>
                    </a:lnTo>
                    <a:lnTo>
                      <a:pt x="1570" y="0"/>
                    </a:lnTo>
                    <a:lnTo>
                      <a:pt x="1636" y="1"/>
                    </a:lnTo>
                    <a:lnTo>
                      <a:pt x="1709" y="41"/>
                    </a:lnTo>
                    <a:lnTo>
                      <a:pt x="1692" y="233"/>
                    </a:lnTo>
                    <a:lnTo>
                      <a:pt x="1698" y="235"/>
                    </a:lnTo>
                    <a:lnTo>
                      <a:pt x="1713" y="243"/>
                    </a:lnTo>
                    <a:lnTo>
                      <a:pt x="1733" y="256"/>
                    </a:lnTo>
                    <a:lnTo>
                      <a:pt x="1758" y="274"/>
                    </a:lnTo>
                    <a:lnTo>
                      <a:pt x="1784" y="299"/>
                    </a:lnTo>
                    <a:lnTo>
                      <a:pt x="1806" y="329"/>
                    </a:lnTo>
                    <a:lnTo>
                      <a:pt x="1825" y="366"/>
                    </a:lnTo>
                    <a:lnTo>
                      <a:pt x="1836" y="409"/>
                    </a:lnTo>
                    <a:lnTo>
                      <a:pt x="1999" y="557"/>
                    </a:lnTo>
                    <a:lnTo>
                      <a:pt x="1955" y="948"/>
                    </a:lnTo>
                    <a:lnTo>
                      <a:pt x="1692" y="1080"/>
                    </a:lnTo>
                    <a:lnTo>
                      <a:pt x="2003" y="1171"/>
                    </a:lnTo>
                    <a:lnTo>
                      <a:pt x="2006" y="1176"/>
                    </a:lnTo>
                    <a:lnTo>
                      <a:pt x="2011" y="1188"/>
                    </a:lnTo>
                    <a:lnTo>
                      <a:pt x="2016" y="1206"/>
                    </a:lnTo>
                    <a:lnTo>
                      <a:pt x="2022" y="1231"/>
                    </a:lnTo>
                    <a:lnTo>
                      <a:pt x="2023" y="1261"/>
                    </a:lnTo>
                    <a:lnTo>
                      <a:pt x="2021" y="1297"/>
                    </a:lnTo>
                    <a:lnTo>
                      <a:pt x="2010" y="1337"/>
                    </a:lnTo>
                    <a:lnTo>
                      <a:pt x="1992" y="1380"/>
                    </a:lnTo>
                    <a:lnTo>
                      <a:pt x="1171" y="1695"/>
                    </a:lnTo>
                    <a:lnTo>
                      <a:pt x="0" y="1328"/>
                    </a:lnTo>
                    <a:lnTo>
                      <a:pt x="20" y="1285"/>
                    </a:lnTo>
                    <a:lnTo>
                      <a:pt x="199" y="1223"/>
                    </a:lnTo>
                    <a:lnTo>
                      <a:pt x="199" y="233"/>
                    </a:lnTo>
                    <a:lnTo>
                      <a:pt x="200" y="232"/>
                    </a:lnTo>
                    <a:lnTo>
                      <a:pt x="204" y="229"/>
                    </a:lnTo>
                    <a:lnTo>
                      <a:pt x="210" y="226"/>
                    </a:lnTo>
                    <a:lnTo>
                      <a:pt x="218" y="220"/>
                    </a:lnTo>
                    <a:lnTo>
                      <a:pt x="230" y="214"/>
                    </a:lnTo>
                    <a:lnTo>
                      <a:pt x="243" y="207"/>
                    </a:lnTo>
                    <a:lnTo>
                      <a:pt x="259" y="201"/>
                    </a:lnTo>
                    <a:lnTo>
                      <a:pt x="277" y="194"/>
                    </a:lnTo>
                    <a:lnTo>
                      <a:pt x="297" y="189"/>
                    </a:lnTo>
                    <a:lnTo>
                      <a:pt x="320" y="185"/>
                    </a:lnTo>
                    <a:lnTo>
                      <a:pt x="344" y="183"/>
                    </a:lnTo>
                    <a:lnTo>
                      <a:pt x="370" y="180"/>
                    </a:lnTo>
                    <a:lnTo>
                      <a:pt x="399" y="181"/>
                    </a:lnTo>
                    <a:lnTo>
                      <a:pt x="430" y="185"/>
                    </a:lnTo>
                    <a:lnTo>
                      <a:pt x="464" y="191"/>
                    </a:lnTo>
                    <a:lnTo>
                      <a:pt x="498" y="201"/>
                    </a:lnTo>
                    <a:lnTo>
                      <a:pt x="548" y="225"/>
                    </a:lnTo>
                    <a:close/>
                  </a:path>
                </a:pathLst>
              </a:custGeom>
              <a:solidFill>
                <a:srgbClr val="96969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04" name="Freeform 131"/>
              <p:cNvSpPr>
                <a:spLocks/>
              </p:cNvSpPr>
              <p:nvPr/>
            </p:nvSpPr>
            <p:spPr bwMode="auto">
              <a:xfrm>
                <a:off x="6551" y="13597"/>
                <a:ext cx="650" cy="735"/>
              </a:xfrm>
              <a:custGeom>
                <a:avLst/>
                <a:gdLst>
                  <a:gd name="T0" fmla="*/ 645 w 650"/>
                  <a:gd name="T1" fmla="*/ 27 h 735"/>
                  <a:gd name="T2" fmla="*/ 642 w 650"/>
                  <a:gd name="T3" fmla="*/ 26 h 735"/>
                  <a:gd name="T4" fmla="*/ 631 w 650"/>
                  <a:gd name="T5" fmla="*/ 23 h 735"/>
                  <a:gd name="T6" fmla="*/ 615 w 650"/>
                  <a:gd name="T7" fmla="*/ 19 h 735"/>
                  <a:gd name="T8" fmla="*/ 592 w 650"/>
                  <a:gd name="T9" fmla="*/ 15 h 735"/>
                  <a:gd name="T10" fmla="*/ 565 w 650"/>
                  <a:gd name="T11" fmla="*/ 10 h 735"/>
                  <a:gd name="T12" fmla="*/ 533 w 650"/>
                  <a:gd name="T13" fmla="*/ 6 h 735"/>
                  <a:gd name="T14" fmla="*/ 496 w 650"/>
                  <a:gd name="T15" fmla="*/ 3 h 735"/>
                  <a:gd name="T16" fmla="*/ 456 w 650"/>
                  <a:gd name="T17" fmla="*/ 1 h 735"/>
                  <a:gd name="T18" fmla="*/ 411 w 650"/>
                  <a:gd name="T19" fmla="*/ 0 h 735"/>
                  <a:gd name="T20" fmla="*/ 364 w 650"/>
                  <a:gd name="T21" fmla="*/ 2 h 735"/>
                  <a:gd name="T22" fmla="*/ 315 w 650"/>
                  <a:gd name="T23" fmla="*/ 6 h 735"/>
                  <a:gd name="T24" fmla="*/ 262 w 650"/>
                  <a:gd name="T25" fmla="*/ 15 h 735"/>
                  <a:gd name="T26" fmla="*/ 209 w 650"/>
                  <a:gd name="T27" fmla="*/ 26 h 735"/>
                  <a:gd name="T28" fmla="*/ 154 w 650"/>
                  <a:gd name="T29" fmla="*/ 42 h 735"/>
                  <a:gd name="T30" fmla="*/ 98 w 650"/>
                  <a:gd name="T31" fmla="*/ 61 h 735"/>
                  <a:gd name="T32" fmla="*/ 42 w 650"/>
                  <a:gd name="T33" fmla="*/ 87 h 735"/>
                  <a:gd name="T34" fmla="*/ 38 w 650"/>
                  <a:gd name="T35" fmla="*/ 101 h 735"/>
                  <a:gd name="T36" fmla="*/ 28 w 650"/>
                  <a:gd name="T37" fmla="*/ 141 h 735"/>
                  <a:gd name="T38" fmla="*/ 17 w 650"/>
                  <a:gd name="T39" fmla="*/ 203 h 735"/>
                  <a:gd name="T40" fmla="*/ 6 w 650"/>
                  <a:gd name="T41" fmla="*/ 283 h 735"/>
                  <a:gd name="T42" fmla="*/ 0 w 650"/>
                  <a:gd name="T43" fmla="*/ 378 h 735"/>
                  <a:gd name="T44" fmla="*/ 5 w 650"/>
                  <a:gd name="T45" fmla="*/ 484 h 735"/>
                  <a:gd name="T46" fmla="*/ 21 w 650"/>
                  <a:gd name="T47" fmla="*/ 599 h 735"/>
                  <a:gd name="T48" fmla="*/ 54 w 650"/>
                  <a:gd name="T49" fmla="*/ 716 h 735"/>
                  <a:gd name="T50" fmla="*/ 58 w 650"/>
                  <a:gd name="T51" fmla="*/ 716 h 735"/>
                  <a:gd name="T52" fmla="*/ 66 w 650"/>
                  <a:gd name="T53" fmla="*/ 715 h 735"/>
                  <a:gd name="T54" fmla="*/ 80 w 650"/>
                  <a:gd name="T55" fmla="*/ 713 h 735"/>
                  <a:gd name="T56" fmla="*/ 99 w 650"/>
                  <a:gd name="T57" fmla="*/ 712 h 735"/>
                  <a:gd name="T58" fmla="*/ 124 w 650"/>
                  <a:gd name="T59" fmla="*/ 710 h 735"/>
                  <a:gd name="T60" fmla="*/ 153 w 650"/>
                  <a:gd name="T61" fmla="*/ 708 h 735"/>
                  <a:gd name="T62" fmla="*/ 188 w 650"/>
                  <a:gd name="T63" fmla="*/ 707 h 735"/>
                  <a:gd name="T64" fmla="*/ 225 w 650"/>
                  <a:gd name="T65" fmla="*/ 706 h 735"/>
                  <a:gd name="T66" fmla="*/ 267 w 650"/>
                  <a:gd name="T67" fmla="*/ 705 h 735"/>
                  <a:gd name="T68" fmla="*/ 313 w 650"/>
                  <a:gd name="T69" fmla="*/ 706 h 735"/>
                  <a:gd name="T70" fmla="*/ 362 w 650"/>
                  <a:gd name="T71" fmla="*/ 707 h 735"/>
                  <a:gd name="T72" fmla="*/ 415 w 650"/>
                  <a:gd name="T73" fmla="*/ 709 h 735"/>
                  <a:gd name="T74" fmla="*/ 470 w 650"/>
                  <a:gd name="T75" fmla="*/ 713 h 735"/>
                  <a:gd name="T76" fmla="*/ 528 w 650"/>
                  <a:gd name="T77" fmla="*/ 719 h 735"/>
                  <a:gd name="T78" fmla="*/ 588 w 650"/>
                  <a:gd name="T79" fmla="*/ 726 h 735"/>
                  <a:gd name="T80" fmla="*/ 650 w 650"/>
                  <a:gd name="T81" fmla="*/ 735 h 735"/>
                  <a:gd name="T82" fmla="*/ 647 w 650"/>
                  <a:gd name="T83" fmla="*/ 713 h 735"/>
                  <a:gd name="T84" fmla="*/ 641 w 650"/>
                  <a:gd name="T85" fmla="*/ 655 h 735"/>
                  <a:gd name="T86" fmla="*/ 631 w 650"/>
                  <a:gd name="T87" fmla="*/ 568 h 735"/>
                  <a:gd name="T88" fmla="*/ 623 w 650"/>
                  <a:gd name="T89" fmla="*/ 462 h 735"/>
                  <a:gd name="T90" fmla="*/ 618 w 650"/>
                  <a:gd name="T91" fmla="*/ 345 h 735"/>
                  <a:gd name="T92" fmla="*/ 618 w 650"/>
                  <a:gd name="T93" fmla="*/ 229 h 735"/>
                  <a:gd name="T94" fmla="*/ 627 w 650"/>
                  <a:gd name="T95" fmla="*/ 119 h 735"/>
                  <a:gd name="T96" fmla="*/ 645 w 650"/>
                  <a:gd name="T97" fmla="*/ 27 h 7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50" h="735">
                    <a:moveTo>
                      <a:pt x="645" y="27"/>
                    </a:moveTo>
                    <a:lnTo>
                      <a:pt x="642" y="26"/>
                    </a:lnTo>
                    <a:lnTo>
                      <a:pt x="631" y="23"/>
                    </a:lnTo>
                    <a:lnTo>
                      <a:pt x="615" y="19"/>
                    </a:lnTo>
                    <a:lnTo>
                      <a:pt x="592" y="15"/>
                    </a:lnTo>
                    <a:lnTo>
                      <a:pt x="565" y="10"/>
                    </a:lnTo>
                    <a:lnTo>
                      <a:pt x="533" y="6"/>
                    </a:lnTo>
                    <a:lnTo>
                      <a:pt x="496" y="3"/>
                    </a:lnTo>
                    <a:lnTo>
                      <a:pt x="456" y="1"/>
                    </a:lnTo>
                    <a:lnTo>
                      <a:pt x="411" y="0"/>
                    </a:lnTo>
                    <a:lnTo>
                      <a:pt x="364" y="2"/>
                    </a:lnTo>
                    <a:lnTo>
                      <a:pt x="315" y="6"/>
                    </a:lnTo>
                    <a:lnTo>
                      <a:pt x="262" y="15"/>
                    </a:lnTo>
                    <a:lnTo>
                      <a:pt x="209" y="26"/>
                    </a:lnTo>
                    <a:lnTo>
                      <a:pt x="154" y="42"/>
                    </a:lnTo>
                    <a:lnTo>
                      <a:pt x="98" y="61"/>
                    </a:lnTo>
                    <a:lnTo>
                      <a:pt x="42" y="87"/>
                    </a:lnTo>
                    <a:lnTo>
                      <a:pt x="38" y="101"/>
                    </a:lnTo>
                    <a:lnTo>
                      <a:pt x="28" y="141"/>
                    </a:lnTo>
                    <a:lnTo>
                      <a:pt x="17" y="203"/>
                    </a:lnTo>
                    <a:lnTo>
                      <a:pt x="6" y="283"/>
                    </a:lnTo>
                    <a:lnTo>
                      <a:pt x="0" y="378"/>
                    </a:lnTo>
                    <a:lnTo>
                      <a:pt x="5" y="484"/>
                    </a:lnTo>
                    <a:lnTo>
                      <a:pt x="21" y="599"/>
                    </a:lnTo>
                    <a:lnTo>
                      <a:pt x="54" y="716"/>
                    </a:lnTo>
                    <a:lnTo>
                      <a:pt x="58" y="716"/>
                    </a:lnTo>
                    <a:lnTo>
                      <a:pt x="66" y="715"/>
                    </a:lnTo>
                    <a:lnTo>
                      <a:pt x="80" y="713"/>
                    </a:lnTo>
                    <a:lnTo>
                      <a:pt x="99" y="712"/>
                    </a:lnTo>
                    <a:lnTo>
                      <a:pt x="124" y="710"/>
                    </a:lnTo>
                    <a:lnTo>
                      <a:pt x="153" y="708"/>
                    </a:lnTo>
                    <a:lnTo>
                      <a:pt x="188" y="707"/>
                    </a:lnTo>
                    <a:lnTo>
                      <a:pt x="225" y="706"/>
                    </a:lnTo>
                    <a:lnTo>
                      <a:pt x="267" y="705"/>
                    </a:lnTo>
                    <a:lnTo>
                      <a:pt x="313" y="706"/>
                    </a:lnTo>
                    <a:lnTo>
                      <a:pt x="362" y="707"/>
                    </a:lnTo>
                    <a:lnTo>
                      <a:pt x="415" y="709"/>
                    </a:lnTo>
                    <a:lnTo>
                      <a:pt x="470" y="713"/>
                    </a:lnTo>
                    <a:lnTo>
                      <a:pt x="528" y="719"/>
                    </a:lnTo>
                    <a:lnTo>
                      <a:pt x="588" y="726"/>
                    </a:lnTo>
                    <a:lnTo>
                      <a:pt x="650" y="735"/>
                    </a:lnTo>
                    <a:lnTo>
                      <a:pt x="647" y="713"/>
                    </a:lnTo>
                    <a:lnTo>
                      <a:pt x="641" y="655"/>
                    </a:lnTo>
                    <a:lnTo>
                      <a:pt x="631" y="568"/>
                    </a:lnTo>
                    <a:lnTo>
                      <a:pt x="623" y="462"/>
                    </a:lnTo>
                    <a:lnTo>
                      <a:pt x="618" y="345"/>
                    </a:lnTo>
                    <a:lnTo>
                      <a:pt x="618" y="229"/>
                    </a:lnTo>
                    <a:lnTo>
                      <a:pt x="627" y="119"/>
                    </a:lnTo>
                    <a:lnTo>
                      <a:pt x="645" y="27"/>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05" name="Freeform 132"/>
              <p:cNvSpPr>
                <a:spLocks/>
              </p:cNvSpPr>
              <p:nvPr/>
            </p:nvSpPr>
            <p:spPr bwMode="auto">
              <a:xfrm>
                <a:off x="6623" y="13797"/>
                <a:ext cx="1071" cy="731"/>
              </a:xfrm>
              <a:custGeom>
                <a:avLst/>
                <a:gdLst>
                  <a:gd name="T0" fmla="*/ 6 w 1071"/>
                  <a:gd name="T1" fmla="*/ 552 h 731"/>
                  <a:gd name="T2" fmla="*/ 0 w 1071"/>
                  <a:gd name="T3" fmla="*/ 642 h 731"/>
                  <a:gd name="T4" fmla="*/ 698 w 1071"/>
                  <a:gd name="T5" fmla="*/ 731 h 731"/>
                  <a:gd name="T6" fmla="*/ 703 w 1071"/>
                  <a:gd name="T7" fmla="*/ 729 h 731"/>
                  <a:gd name="T8" fmla="*/ 717 w 1071"/>
                  <a:gd name="T9" fmla="*/ 722 h 731"/>
                  <a:gd name="T10" fmla="*/ 740 w 1071"/>
                  <a:gd name="T11" fmla="*/ 710 h 731"/>
                  <a:gd name="T12" fmla="*/ 768 w 1071"/>
                  <a:gd name="T13" fmla="*/ 694 h 731"/>
                  <a:gd name="T14" fmla="*/ 801 w 1071"/>
                  <a:gd name="T15" fmla="*/ 672 h 731"/>
                  <a:gd name="T16" fmla="*/ 838 w 1071"/>
                  <a:gd name="T17" fmla="*/ 645 h 731"/>
                  <a:gd name="T18" fmla="*/ 876 w 1071"/>
                  <a:gd name="T19" fmla="*/ 614 h 731"/>
                  <a:gd name="T20" fmla="*/ 915 w 1071"/>
                  <a:gd name="T21" fmla="*/ 577 h 731"/>
                  <a:gd name="T22" fmla="*/ 953 w 1071"/>
                  <a:gd name="T23" fmla="*/ 536 h 731"/>
                  <a:gd name="T24" fmla="*/ 988 w 1071"/>
                  <a:gd name="T25" fmla="*/ 491 h 731"/>
                  <a:gd name="T26" fmla="*/ 1018 w 1071"/>
                  <a:gd name="T27" fmla="*/ 439 h 731"/>
                  <a:gd name="T28" fmla="*/ 1043 w 1071"/>
                  <a:gd name="T29" fmla="*/ 383 h 731"/>
                  <a:gd name="T30" fmla="*/ 1061 w 1071"/>
                  <a:gd name="T31" fmla="*/ 322 h 731"/>
                  <a:gd name="T32" fmla="*/ 1071 w 1071"/>
                  <a:gd name="T33" fmla="*/ 255 h 731"/>
                  <a:gd name="T34" fmla="*/ 1070 w 1071"/>
                  <a:gd name="T35" fmla="*/ 185 h 731"/>
                  <a:gd name="T36" fmla="*/ 1057 w 1071"/>
                  <a:gd name="T37" fmla="*/ 108 h 731"/>
                  <a:gd name="T38" fmla="*/ 1055 w 1071"/>
                  <a:gd name="T39" fmla="*/ 104 h 731"/>
                  <a:gd name="T40" fmla="*/ 1049 w 1071"/>
                  <a:gd name="T41" fmla="*/ 92 h 731"/>
                  <a:gd name="T42" fmla="*/ 1037 w 1071"/>
                  <a:gd name="T43" fmla="*/ 76 h 731"/>
                  <a:gd name="T44" fmla="*/ 1022 w 1071"/>
                  <a:gd name="T45" fmla="*/ 57 h 731"/>
                  <a:gd name="T46" fmla="*/ 1002 w 1071"/>
                  <a:gd name="T47" fmla="*/ 37 h 731"/>
                  <a:gd name="T48" fmla="*/ 979 w 1071"/>
                  <a:gd name="T49" fmla="*/ 20 h 731"/>
                  <a:gd name="T50" fmla="*/ 951 w 1071"/>
                  <a:gd name="T51" fmla="*/ 7 h 731"/>
                  <a:gd name="T52" fmla="*/ 919 w 1071"/>
                  <a:gd name="T53" fmla="*/ 0 h 731"/>
                  <a:gd name="T54" fmla="*/ 924 w 1071"/>
                  <a:gd name="T55" fmla="*/ 12 h 731"/>
                  <a:gd name="T56" fmla="*/ 934 w 1071"/>
                  <a:gd name="T57" fmla="*/ 44 h 731"/>
                  <a:gd name="T58" fmla="*/ 947 w 1071"/>
                  <a:gd name="T59" fmla="*/ 94 h 731"/>
                  <a:gd name="T60" fmla="*/ 958 w 1071"/>
                  <a:gd name="T61" fmla="*/ 159 h 731"/>
                  <a:gd name="T62" fmla="*/ 961 w 1071"/>
                  <a:gd name="T63" fmla="*/ 238 h 731"/>
                  <a:gd name="T64" fmla="*/ 953 w 1071"/>
                  <a:gd name="T65" fmla="*/ 324 h 731"/>
                  <a:gd name="T66" fmla="*/ 928 w 1071"/>
                  <a:gd name="T67" fmla="*/ 418 h 731"/>
                  <a:gd name="T68" fmla="*/ 884 w 1071"/>
                  <a:gd name="T69" fmla="*/ 516 h 731"/>
                  <a:gd name="T70" fmla="*/ 883 w 1071"/>
                  <a:gd name="T71" fmla="*/ 518 h 731"/>
                  <a:gd name="T72" fmla="*/ 879 w 1071"/>
                  <a:gd name="T73" fmla="*/ 521 h 731"/>
                  <a:gd name="T74" fmla="*/ 872 w 1071"/>
                  <a:gd name="T75" fmla="*/ 526 h 731"/>
                  <a:gd name="T76" fmla="*/ 862 w 1071"/>
                  <a:gd name="T77" fmla="*/ 534 h 731"/>
                  <a:gd name="T78" fmla="*/ 851 w 1071"/>
                  <a:gd name="T79" fmla="*/ 541 h 731"/>
                  <a:gd name="T80" fmla="*/ 837 w 1071"/>
                  <a:gd name="T81" fmla="*/ 550 h 731"/>
                  <a:gd name="T82" fmla="*/ 819 w 1071"/>
                  <a:gd name="T83" fmla="*/ 559 h 731"/>
                  <a:gd name="T84" fmla="*/ 800 w 1071"/>
                  <a:gd name="T85" fmla="*/ 567 h 731"/>
                  <a:gd name="T86" fmla="*/ 778 w 1071"/>
                  <a:gd name="T87" fmla="*/ 575 h 731"/>
                  <a:gd name="T88" fmla="*/ 754 w 1071"/>
                  <a:gd name="T89" fmla="*/ 582 h 731"/>
                  <a:gd name="T90" fmla="*/ 727 w 1071"/>
                  <a:gd name="T91" fmla="*/ 588 h 731"/>
                  <a:gd name="T92" fmla="*/ 697 w 1071"/>
                  <a:gd name="T93" fmla="*/ 592 h 731"/>
                  <a:gd name="T94" fmla="*/ 666 w 1071"/>
                  <a:gd name="T95" fmla="*/ 593 h 731"/>
                  <a:gd name="T96" fmla="*/ 631 w 1071"/>
                  <a:gd name="T97" fmla="*/ 592 h 731"/>
                  <a:gd name="T98" fmla="*/ 593 w 1071"/>
                  <a:gd name="T99" fmla="*/ 589 h 731"/>
                  <a:gd name="T100" fmla="*/ 555 w 1071"/>
                  <a:gd name="T101" fmla="*/ 581 h 731"/>
                  <a:gd name="T102" fmla="*/ 555 w 1071"/>
                  <a:gd name="T103" fmla="*/ 677 h 731"/>
                  <a:gd name="T104" fmla="*/ 24 w 1071"/>
                  <a:gd name="T105" fmla="*/ 623 h 731"/>
                  <a:gd name="T106" fmla="*/ 6 w 1071"/>
                  <a:gd name="T107" fmla="*/ 552 h 7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71" h="731">
                    <a:moveTo>
                      <a:pt x="6" y="552"/>
                    </a:moveTo>
                    <a:lnTo>
                      <a:pt x="0" y="642"/>
                    </a:lnTo>
                    <a:lnTo>
                      <a:pt x="698" y="731"/>
                    </a:lnTo>
                    <a:lnTo>
                      <a:pt x="703" y="729"/>
                    </a:lnTo>
                    <a:lnTo>
                      <a:pt x="717" y="722"/>
                    </a:lnTo>
                    <a:lnTo>
                      <a:pt x="740" y="710"/>
                    </a:lnTo>
                    <a:lnTo>
                      <a:pt x="768" y="694"/>
                    </a:lnTo>
                    <a:lnTo>
                      <a:pt x="801" y="672"/>
                    </a:lnTo>
                    <a:lnTo>
                      <a:pt x="838" y="645"/>
                    </a:lnTo>
                    <a:lnTo>
                      <a:pt x="876" y="614"/>
                    </a:lnTo>
                    <a:lnTo>
                      <a:pt x="915" y="577"/>
                    </a:lnTo>
                    <a:lnTo>
                      <a:pt x="953" y="536"/>
                    </a:lnTo>
                    <a:lnTo>
                      <a:pt x="988" y="491"/>
                    </a:lnTo>
                    <a:lnTo>
                      <a:pt x="1018" y="439"/>
                    </a:lnTo>
                    <a:lnTo>
                      <a:pt x="1043" y="383"/>
                    </a:lnTo>
                    <a:lnTo>
                      <a:pt x="1061" y="322"/>
                    </a:lnTo>
                    <a:lnTo>
                      <a:pt x="1071" y="255"/>
                    </a:lnTo>
                    <a:lnTo>
                      <a:pt x="1070" y="185"/>
                    </a:lnTo>
                    <a:lnTo>
                      <a:pt x="1057" y="108"/>
                    </a:lnTo>
                    <a:lnTo>
                      <a:pt x="1055" y="104"/>
                    </a:lnTo>
                    <a:lnTo>
                      <a:pt x="1049" y="92"/>
                    </a:lnTo>
                    <a:lnTo>
                      <a:pt x="1037" y="76"/>
                    </a:lnTo>
                    <a:lnTo>
                      <a:pt x="1022" y="57"/>
                    </a:lnTo>
                    <a:lnTo>
                      <a:pt x="1002" y="37"/>
                    </a:lnTo>
                    <a:lnTo>
                      <a:pt x="979" y="20"/>
                    </a:lnTo>
                    <a:lnTo>
                      <a:pt x="951" y="7"/>
                    </a:lnTo>
                    <a:lnTo>
                      <a:pt x="919" y="0"/>
                    </a:lnTo>
                    <a:lnTo>
                      <a:pt x="924" y="12"/>
                    </a:lnTo>
                    <a:lnTo>
                      <a:pt x="934" y="44"/>
                    </a:lnTo>
                    <a:lnTo>
                      <a:pt x="947" y="94"/>
                    </a:lnTo>
                    <a:lnTo>
                      <a:pt x="958" y="159"/>
                    </a:lnTo>
                    <a:lnTo>
                      <a:pt x="961" y="238"/>
                    </a:lnTo>
                    <a:lnTo>
                      <a:pt x="953" y="324"/>
                    </a:lnTo>
                    <a:lnTo>
                      <a:pt x="928" y="418"/>
                    </a:lnTo>
                    <a:lnTo>
                      <a:pt x="884" y="516"/>
                    </a:lnTo>
                    <a:lnTo>
                      <a:pt x="883" y="518"/>
                    </a:lnTo>
                    <a:lnTo>
                      <a:pt x="879" y="521"/>
                    </a:lnTo>
                    <a:lnTo>
                      <a:pt x="872" y="526"/>
                    </a:lnTo>
                    <a:lnTo>
                      <a:pt x="862" y="534"/>
                    </a:lnTo>
                    <a:lnTo>
                      <a:pt x="851" y="541"/>
                    </a:lnTo>
                    <a:lnTo>
                      <a:pt x="837" y="550"/>
                    </a:lnTo>
                    <a:lnTo>
                      <a:pt x="819" y="559"/>
                    </a:lnTo>
                    <a:lnTo>
                      <a:pt x="800" y="567"/>
                    </a:lnTo>
                    <a:lnTo>
                      <a:pt x="778" y="575"/>
                    </a:lnTo>
                    <a:lnTo>
                      <a:pt x="754" y="582"/>
                    </a:lnTo>
                    <a:lnTo>
                      <a:pt x="727" y="588"/>
                    </a:lnTo>
                    <a:lnTo>
                      <a:pt x="697" y="592"/>
                    </a:lnTo>
                    <a:lnTo>
                      <a:pt x="666" y="593"/>
                    </a:lnTo>
                    <a:lnTo>
                      <a:pt x="631" y="592"/>
                    </a:lnTo>
                    <a:lnTo>
                      <a:pt x="593" y="589"/>
                    </a:lnTo>
                    <a:lnTo>
                      <a:pt x="555" y="581"/>
                    </a:lnTo>
                    <a:lnTo>
                      <a:pt x="555" y="677"/>
                    </a:lnTo>
                    <a:lnTo>
                      <a:pt x="24" y="623"/>
                    </a:lnTo>
                    <a:lnTo>
                      <a:pt x="6" y="55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06" name="Freeform 133"/>
              <p:cNvSpPr>
                <a:spLocks/>
              </p:cNvSpPr>
              <p:nvPr/>
            </p:nvSpPr>
            <p:spPr bwMode="auto">
              <a:xfrm>
                <a:off x="6486" y="14516"/>
                <a:ext cx="787" cy="253"/>
              </a:xfrm>
              <a:custGeom>
                <a:avLst/>
                <a:gdLst>
                  <a:gd name="T0" fmla="*/ 787 w 787"/>
                  <a:gd name="T1" fmla="*/ 91 h 253"/>
                  <a:gd name="T2" fmla="*/ 12 w 787"/>
                  <a:gd name="T3" fmla="*/ 0 h 253"/>
                  <a:gd name="T4" fmla="*/ 0 w 787"/>
                  <a:gd name="T5" fmla="*/ 91 h 253"/>
                  <a:gd name="T6" fmla="*/ 764 w 787"/>
                  <a:gd name="T7" fmla="*/ 253 h 253"/>
                  <a:gd name="T8" fmla="*/ 787 w 787"/>
                  <a:gd name="T9" fmla="*/ 91 h 253"/>
                </a:gdLst>
                <a:ahLst/>
                <a:cxnLst>
                  <a:cxn ang="0">
                    <a:pos x="T0" y="T1"/>
                  </a:cxn>
                  <a:cxn ang="0">
                    <a:pos x="T2" y="T3"/>
                  </a:cxn>
                  <a:cxn ang="0">
                    <a:pos x="T4" y="T5"/>
                  </a:cxn>
                  <a:cxn ang="0">
                    <a:pos x="T6" y="T7"/>
                  </a:cxn>
                  <a:cxn ang="0">
                    <a:pos x="T8" y="T9"/>
                  </a:cxn>
                </a:cxnLst>
                <a:rect l="0" t="0" r="r" b="b"/>
                <a:pathLst>
                  <a:path w="787" h="253">
                    <a:moveTo>
                      <a:pt x="787" y="91"/>
                    </a:moveTo>
                    <a:lnTo>
                      <a:pt x="12" y="0"/>
                    </a:lnTo>
                    <a:lnTo>
                      <a:pt x="0" y="91"/>
                    </a:lnTo>
                    <a:lnTo>
                      <a:pt x="764" y="253"/>
                    </a:lnTo>
                    <a:lnTo>
                      <a:pt x="787" y="9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07" name="Freeform 134"/>
              <p:cNvSpPr>
                <a:spLocks/>
              </p:cNvSpPr>
              <p:nvPr/>
            </p:nvSpPr>
            <p:spPr bwMode="auto">
              <a:xfrm>
                <a:off x="6879" y="14597"/>
                <a:ext cx="336" cy="115"/>
              </a:xfrm>
              <a:custGeom>
                <a:avLst/>
                <a:gdLst>
                  <a:gd name="T0" fmla="*/ 336 w 336"/>
                  <a:gd name="T1" fmla="*/ 50 h 115"/>
                  <a:gd name="T2" fmla="*/ 4 w 336"/>
                  <a:gd name="T3" fmla="*/ 0 h 115"/>
                  <a:gd name="T4" fmla="*/ 0 w 336"/>
                  <a:gd name="T5" fmla="*/ 48 h 115"/>
                  <a:gd name="T6" fmla="*/ 327 w 336"/>
                  <a:gd name="T7" fmla="*/ 115 h 115"/>
                  <a:gd name="T8" fmla="*/ 336 w 336"/>
                  <a:gd name="T9" fmla="*/ 50 h 115"/>
                </a:gdLst>
                <a:ahLst/>
                <a:cxnLst>
                  <a:cxn ang="0">
                    <a:pos x="T0" y="T1"/>
                  </a:cxn>
                  <a:cxn ang="0">
                    <a:pos x="T2" y="T3"/>
                  </a:cxn>
                  <a:cxn ang="0">
                    <a:pos x="T4" y="T5"/>
                  </a:cxn>
                  <a:cxn ang="0">
                    <a:pos x="T6" y="T7"/>
                  </a:cxn>
                  <a:cxn ang="0">
                    <a:pos x="T8" y="T9"/>
                  </a:cxn>
                </a:cxnLst>
                <a:rect l="0" t="0" r="r" b="b"/>
                <a:pathLst>
                  <a:path w="336" h="115">
                    <a:moveTo>
                      <a:pt x="336" y="50"/>
                    </a:moveTo>
                    <a:lnTo>
                      <a:pt x="4" y="0"/>
                    </a:lnTo>
                    <a:lnTo>
                      <a:pt x="0" y="48"/>
                    </a:lnTo>
                    <a:lnTo>
                      <a:pt x="327" y="115"/>
                    </a:lnTo>
                    <a:lnTo>
                      <a:pt x="336" y="5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08" name="Freeform 135"/>
              <p:cNvSpPr>
                <a:spLocks/>
              </p:cNvSpPr>
              <p:nvPr/>
            </p:nvSpPr>
            <p:spPr bwMode="auto">
              <a:xfrm>
                <a:off x="6536" y="14540"/>
                <a:ext cx="225" cy="85"/>
              </a:xfrm>
              <a:custGeom>
                <a:avLst/>
                <a:gdLst>
                  <a:gd name="T0" fmla="*/ 225 w 225"/>
                  <a:gd name="T1" fmla="*/ 39 h 85"/>
                  <a:gd name="T2" fmla="*/ 0 w 225"/>
                  <a:gd name="T3" fmla="*/ 0 h 85"/>
                  <a:gd name="T4" fmla="*/ 3 w 225"/>
                  <a:gd name="T5" fmla="*/ 41 h 85"/>
                  <a:gd name="T6" fmla="*/ 218 w 225"/>
                  <a:gd name="T7" fmla="*/ 85 h 85"/>
                  <a:gd name="T8" fmla="*/ 225 w 225"/>
                  <a:gd name="T9" fmla="*/ 39 h 85"/>
                </a:gdLst>
                <a:ahLst/>
                <a:cxnLst>
                  <a:cxn ang="0">
                    <a:pos x="T0" y="T1"/>
                  </a:cxn>
                  <a:cxn ang="0">
                    <a:pos x="T2" y="T3"/>
                  </a:cxn>
                  <a:cxn ang="0">
                    <a:pos x="T4" y="T5"/>
                  </a:cxn>
                  <a:cxn ang="0">
                    <a:pos x="T6" y="T7"/>
                  </a:cxn>
                  <a:cxn ang="0">
                    <a:pos x="T8" y="T9"/>
                  </a:cxn>
                </a:cxnLst>
                <a:rect l="0" t="0" r="r" b="b"/>
                <a:pathLst>
                  <a:path w="225" h="85">
                    <a:moveTo>
                      <a:pt x="225" y="39"/>
                    </a:moveTo>
                    <a:lnTo>
                      <a:pt x="0" y="0"/>
                    </a:lnTo>
                    <a:lnTo>
                      <a:pt x="3" y="41"/>
                    </a:lnTo>
                    <a:lnTo>
                      <a:pt x="218" y="85"/>
                    </a:lnTo>
                    <a:lnTo>
                      <a:pt x="225" y="3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09" name="Freeform 136"/>
              <p:cNvSpPr>
                <a:spLocks/>
              </p:cNvSpPr>
              <p:nvPr/>
            </p:nvSpPr>
            <p:spPr bwMode="auto">
              <a:xfrm>
                <a:off x="5972" y="14624"/>
                <a:ext cx="1325" cy="439"/>
              </a:xfrm>
              <a:custGeom>
                <a:avLst/>
                <a:gdLst>
                  <a:gd name="T0" fmla="*/ 0 w 1325"/>
                  <a:gd name="T1" fmla="*/ 132 h 439"/>
                  <a:gd name="T2" fmla="*/ 3 w 1325"/>
                  <a:gd name="T3" fmla="*/ 132 h 439"/>
                  <a:gd name="T4" fmla="*/ 10 w 1325"/>
                  <a:gd name="T5" fmla="*/ 130 h 439"/>
                  <a:gd name="T6" fmla="*/ 24 w 1325"/>
                  <a:gd name="T7" fmla="*/ 128 h 439"/>
                  <a:gd name="T8" fmla="*/ 42 w 1325"/>
                  <a:gd name="T9" fmla="*/ 125 h 439"/>
                  <a:gd name="T10" fmla="*/ 62 w 1325"/>
                  <a:gd name="T11" fmla="*/ 121 h 439"/>
                  <a:gd name="T12" fmla="*/ 86 w 1325"/>
                  <a:gd name="T13" fmla="*/ 116 h 439"/>
                  <a:gd name="T14" fmla="*/ 113 w 1325"/>
                  <a:gd name="T15" fmla="*/ 109 h 439"/>
                  <a:gd name="T16" fmla="*/ 141 w 1325"/>
                  <a:gd name="T17" fmla="*/ 102 h 439"/>
                  <a:gd name="T18" fmla="*/ 170 w 1325"/>
                  <a:gd name="T19" fmla="*/ 94 h 439"/>
                  <a:gd name="T20" fmla="*/ 199 w 1325"/>
                  <a:gd name="T21" fmla="*/ 85 h 439"/>
                  <a:gd name="T22" fmla="*/ 228 w 1325"/>
                  <a:gd name="T23" fmla="*/ 74 h 439"/>
                  <a:gd name="T24" fmla="*/ 257 w 1325"/>
                  <a:gd name="T25" fmla="*/ 62 h 439"/>
                  <a:gd name="T26" fmla="*/ 285 w 1325"/>
                  <a:gd name="T27" fmla="*/ 48 h 439"/>
                  <a:gd name="T28" fmla="*/ 309 w 1325"/>
                  <a:gd name="T29" fmla="*/ 34 h 439"/>
                  <a:gd name="T30" fmla="*/ 333 w 1325"/>
                  <a:gd name="T31" fmla="*/ 18 h 439"/>
                  <a:gd name="T32" fmla="*/ 352 w 1325"/>
                  <a:gd name="T33" fmla="*/ 0 h 439"/>
                  <a:gd name="T34" fmla="*/ 1325 w 1325"/>
                  <a:gd name="T35" fmla="*/ 223 h 439"/>
                  <a:gd name="T36" fmla="*/ 1323 w 1325"/>
                  <a:gd name="T37" fmla="*/ 225 h 439"/>
                  <a:gd name="T38" fmla="*/ 1318 w 1325"/>
                  <a:gd name="T39" fmla="*/ 230 h 439"/>
                  <a:gd name="T40" fmla="*/ 1309 w 1325"/>
                  <a:gd name="T41" fmla="*/ 239 h 439"/>
                  <a:gd name="T42" fmla="*/ 1297 w 1325"/>
                  <a:gd name="T43" fmla="*/ 250 h 439"/>
                  <a:gd name="T44" fmla="*/ 1282 w 1325"/>
                  <a:gd name="T45" fmla="*/ 263 h 439"/>
                  <a:gd name="T46" fmla="*/ 1265 w 1325"/>
                  <a:gd name="T47" fmla="*/ 278 h 439"/>
                  <a:gd name="T48" fmla="*/ 1247 w 1325"/>
                  <a:gd name="T49" fmla="*/ 295 h 439"/>
                  <a:gd name="T50" fmla="*/ 1225 w 1325"/>
                  <a:gd name="T51" fmla="*/ 312 h 439"/>
                  <a:gd name="T52" fmla="*/ 1202 w 1325"/>
                  <a:gd name="T53" fmla="*/ 331 h 439"/>
                  <a:gd name="T54" fmla="*/ 1179 w 1325"/>
                  <a:gd name="T55" fmla="*/ 349 h 439"/>
                  <a:gd name="T56" fmla="*/ 1154 w 1325"/>
                  <a:gd name="T57" fmla="*/ 367 h 439"/>
                  <a:gd name="T58" fmla="*/ 1128 w 1325"/>
                  <a:gd name="T59" fmla="*/ 385 h 439"/>
                  <a:gd name="T60" fmla="*/ 1102 w 1325"/>
                  <a:gd name="T61" fmla="*/ 401 h 439"/>
                  <a:gd name="T62" fmla="*/ 1077 w 1325"/>
                  <a:gd name="T63" fmla="*/ 415 h 439"/>
                  <a:gd name="T64" fmla="*/ 1051 w 1325"/>
                  <a:gd name="T65" fmla="*/ 428 h 439"/>
                  <a:gd name="T66" fmla="*/ 1026 w 1325"/>
                  <a:gd name="T67" fmla="*/ 439 h 439"/>
                  <a:gd name="T68" fmla="*/ 0 w 1325"/>
                  <a:gd name="T69" fmla="*/ 132 h 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25" h="439">
                    <a:moveTo>
                      <a:pt x="0" y="132"/>
                    </a:moveTo>
                    <a:lnTo>
                      <a:pt x="3" y="132"/>
                    </a:lnTo>
                    <a:lnTo>
                      <a:pt x="10" y="130"/>
                    </a:lnTo>
                    <a:lnTo>
                      <a:pt x="24" y="128"/>
                    </a:lnTo>
                    <a:lnTo>
                      <a:pt x="42" y="125"/>
                    </a:lnTo>
                    <a:lnTo>
                      <a:pt x="62" y="121"/>
                    </a:lnTo>
                    <a:lnTo>
                      <a:pt x="86" y="116"/>
                    </a:lnTo>
                    <a:lnTo>
                      <a:pt x="113" y="109"/>
                    </a:lnTo>
                    <a:lnTo>
                      <a:pt x="141" y="102"/>
                    </a:lnTo>
                    <a:lnTo>
                      <a:pt x="170" y="94"/>
                    </a:lnTo>
                    <a:lnTo>
                      <a:pt x="199" y="85"/>
                    </a:lnTo>
                    <a:lnTo>
                      <a:pt x="228" y="74"/>
                    </a:lnTo>
                    <a:lnTo>
                      <a:pt x="257" y="62"/>
                    </a:lnTo>
                    <a:lnTo>
                      <a:pt x="285" y="48"/>
                    </a:lnTo>
                    <a:lnTo>
                      <a:pt x="309" y="34"/>
                    </a:lnTo>
                    <a:lnTo>
                      <a:pt x="333" y="18"/>
                    </a:lnTo>
                    <a:lnTo>
                      <a:pt x="352" y="0"/>
                    </a:lnTo>
                    <a:lnTo>
                      <a:pt x="1325" y="223"/>
                    </a:lnTo>
                    <a:lnTo>
                      <a:pt x="1323" y="225"/>
                    </a:lnTo>
                    <a:lnTo>
                      <a:pt x="1318" y="230"/>
                    </a:lnTo>
                    <a:lnTo>
                      <a:pt x="1309" y="239"/>
                    </a:lnTo>
                    <a:lnTo>
                      <a:pt x="1297" y="250"/>
                    </a:lnTo>
                    <a:lnTo>
                      <a:pt x="1282" y="263"/>
                    </a:lnTo>
                    <a:lnTo>
                      <a:pt x="1265" y="278"/>
                    </a:lnTo>
                    <a:lnTo>
                      <a:pt x="1247" y="295"/>
                    </a:lnTo>
                    <a:lnTo>
                      <a:pt x="1225" y="312"/>
                    </a:lnTo>
                    <a:lnTo>
                      <a:pt x="1202" y="331"/>
                    </a:lnTo>
                    <a:lnTo>
                      <a:pt x="1179" y="349"/>
                    </a:lnTo>
                    <a:lnTo>
                      <a:pt x="1154" y="367"/>
                    </a:lnTo>
                    <a:lnTo>
                      <a:pt x="1128" y="385"/>
                    </a:lnTo>
                    <a:lnTo>
                      <a:pt x="1102" y="401"/>
                    </a:lnTo>
                    <a:lnTo>
                      <a:pt x="1077" y="415"/>
                    </a:lnTo>
                    <a:lnTo>
                      <a:pt x="1051" y="428"/>
                    </a:lnTo>
                    <a:lnTo>
                      <a:pt x="1026" y="439"/>
                    </a:lnTo>
                    <a:lnTo>
                      <a:pt x="0" y="132"/>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10" name="Freeform 137"/>
              <p:cNvSpPr>
                <a:spLocks/>
              </p:cNvSpPr>
              <p:nvPr/>
            </p:nvSpPr>
            <p:spPr bwMode="auto">
              <a:xfrm>
                <a:off x="7292" y="14577"/>
                <a:ext cx="472" cy="209"/>
              </a:xfrm>
              <a:custGeom>
                <a:avLst/>
                <a:gdLst>
                  <a:gd name="T0" fmla="*/ 47 w 472"/>
                  <a:gd name="T1" fmla="*/ 209 h 209"/>
                  <a:gd name="T2" fmla="*/ 472 w 472"/>
                  <a:gd name="T3" fmla="*/ 84 h 209"/>
                  <a:gd name="T4" fmla="*/ 215 w 472"/>
                  <a:gd name="T5" fmla="*/ 0 h 209"/>
                  <a:gd name="T6" fmla="*/ 5 w 472"/>
                  <a:gd name="T7" fmla="*/ 24 h 209"/>
                  <a:gd name="T8" fmla="*/ 0 w 472"/>
                  <a:gd name="T9" fmla="*/ 197 h 209"/>
                  <a:gd name="T10" fmla="*/ 47 w 472"/>
                  <a:gd name="T11" fmla="*/ 209 h 209"/>
                </a:gdLst>
                <a:ahLst/>
                <a:cxnLst>
                  <a:cxn ang="0">
                    <a:pos x="T0" y="T1"/>
                  </a:cxn>
                  <a:cxn ang="0">
                    <a:pos x="T2" y="T3"/>
                  </a:cxn>
                  <a:cxn ang="0">
                    <a:pos x="T4" y="T5"/>
                  </a:cxn>
                  <a:cxn ang="0">
                    <a:pos x="T6" y="T7"/>
                  </a:cxn>
                  <a:cxn ang="0">
                    <a:pos x="T8" y="T9"/>
                  </a:cxn>
                  <a:cxn ang="0">
                    <a:pos x="T10" y="T11"/>
                  </a:cxn>
                </a:cxnLst>
                <a:rect l="0" t="0" r="r" b="b"/>
                <a:pathLst>
                  <a:path w="472" h="209">
                    <a:moveTo>
                      <a:pt x="47" y="209"/>
                    </a:moveTo>
                    <a:lnTo>
                      <a:pt x="472" y="84"/>
                    </a:lnTo>
                    <a:lnTo>
                      <a:pt x="215" y="0"/>
                    </a:lnTo>
                    <a:lnTo>
                      <a:pt x="5" y="24"/>
                    </a:lnTo>
                    <a:lnTo>
                      <a:pt x="0" y="197"/>
                    </a:lnTo>
                    <a:lnTo>
                      <a:pt x="47" y="20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11" name="Freeform 138"/>
              <p:cNvSpPr>
                <a:spLocks/>
              </p:cNvSpPr>
              <p:nvPr/>
            </p:nvSpPr>
            <p:spPr bwMode="auto">
              <a:xfrm>
                <a:off x="6073" y="13679"/>
                <a:ext cx="251" cy="999"/>
              </a:xfrm>
              <a:custGeom>
                <a:avLst/>
                <a:gdLst>
                  <a:gd name="T0" fmla="*/ 251 w 251"/>
                  <a:gd name="T1" fmla="*/ 23 h 999"/>
                  <a:gd name="T2" fmla="*/ 250 w 251"/>
                  <a:gd name="T3" fmla="*/ 22 h 999"/>
                  <a:gd name="T4" fmla="*/ 246 w 251"/>
                  <a:gd name="T5" fmla="*/ 20 h 999"/>
                  <a:gd name="T6" fmla="*/ 239 w 251"/>
                  <a:gd name="T7" fmla="*/ 18 h 999"/>
                  <a:gd name="T8" fmla="*/ 230 w 251"/>
                  <a:gd name="T9" fmla="*/ 15 h 999"/>
                  <a:gd name="T10" fmla="*/ 218 w 251"/>
                  <a:gd name="T11" fmla="*/ 11 h 999"/>
                  <a:gd name="T12" fmla="*/ 205 w 251"/>
                  <a:gd name="T13" fmla="*/ 7 h 999"/>
                  <a:gd name="T14" fmla="*/ 190 w 251"/>
                  <a:gd name="T15" fmla="*/ 4 h 999"/>
                  <a:gd name="T16" fmla="*/ 173 w 251"/>
                  <a:gd name="T17" fmla="*/ 1 h 999"/>
                  <a:gd name="T18" fmla="*/ 155 w 251"/>
                  <a:gd name="T19" fmla="*/ 0 h 999"/>
                  <a:gd name="T20" fmla="*/ 134 w 251"/>
                  <a:gd name="T21" fmla="*/ 0 h 999"/>
                  <a:gd name="T22" fmla="*/ 114 w 251"/>
                  <a:gd name="T23" fmla="*/ 2 h 999"/>
                  <a:gd name="T24" fmla="*/ 92 w 251"/>
                  <a:gd name="T25" fmla="*/ 5 h 999"/>
                  <a:gd name="T26" fmla="*/ 70 w 251"/>
                  <a:gd name="T27" fmla="*/ 12 h 999"/>
                  <a:gd name="T28" fmla="*/ 47 w 251"/>
                  <a:gd name="T29" fmla="*/ 20 h 999"/>
                  <a:gd name="T30" fmla="*/ 23 w 251"/>
                  <a:gd name="T31" fmla="*/ 32 h 999"/>
                  <a:gd name="T32" fmla="*/ 0 w 251"/>
                  <a:gd name="T33" fmla="*/ 47 h 999"/>
                  <a:gd name="T34" fmla="*/ 0 w 251"/>
                  <a:gd name="T35" fmla="*/ 999 h 999"/>
                  <a:gd name="T36" fmla="*/ 1 w 251"/>
                  <a:gd name="T37" fmla="*/ 999 h 999"/>
                  <a:gd name="T38" fmla="*/ 6 w 251"/>
                  <a:gd name="T39" fmla="*/ 999 h 999"/>
                  <a:gd name="T40" fmla="*/ 14 w 251"/>
                  <a:gd name="T41" fmla="*/ 998 h 999"/>
                  <a:gd name="T42" fmla="*/ 23 w 251"/>
                  <a:gd name="T43" fmla="*/ 997 h 999"/>
                  <a:gd name="T44" fmla="*/ 35 w 251"/>
                  <a:gd name="T45" fmla="*/ 995 h 999"/>
                  <a:gd name="T46" fmla="*/ 49 w 251"/>
                  <a:gd name="T47" fmla="*/ 993 h 999"/>
                  <a:gd name="T48" fmla="*/ 65 w 251"/>
                  <a:gd name="T49" fmla="*/ 990 h 999"/>
                  <a:gd name="T50" fmla="*/ 83 w 251"/>
                  <a:gd name="T51" fmla="*/ 985 h 999"/>
                  <a:gd name="T52" fmla="*/ 102 w 251"/>
                  <a:gd name="T53" fmla="*/ 980 h 999"/>
                  <a:gd name="T54" fmla="*/ 121 w 251"/>
                  <a:gd name="T55" fmla="*/ 973 h 999"/>
                  <a:gd name="T56" fmla="*/ 143 w 251"/>
                  <a:gd name="T57" fmla="*/ 966 h 999"/>
                  <a:gd name="T58" fmla="*/ 164 w 251"/>
                  <a:gd name="T59" fmla="*/ 956 h 999"/>
                  <a:gd name="T60" fmla="*/ 186 w 251"/>
                  <a:gd name="T61" fmla="*/ 945 h 999"/>
                  <a:gd name="T62" fmla="*/ 208 w 251"/>
                  <a:gd name="T63" fmla="*/ 934 h 999"/>
                  <a:gd name="T64" fmla="*/ 230 w 251"/>
                  <a:gd name="T65" fmla="*/ 919 h 999"/>
                  <a:gd name="T66" fmla="*/ 251 w 251"/>
                  <a:gd name="T67" fmla="*/ 903 h 999"/>
                  <a:gd name="T68" fmla="*/ 251 w 251"/>
                  <a:gd name="T69" fmla="*/ 23 h 9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51" h="999">
                    <a:moveTo>
                      <a:pt x="251" y="23"/>
                    </a:moveTo>
                    <a:lnTo>
                      <a:pt x="250" y="22"/>
                    </a:lnTo>
                    <a:lnTo>
                      <a:pt x="246" y="20"/>
                    </a:lnTo>
                    <a:lnTo>
                      <a:pt x="239" y="18"/>
                    </a:lnTo>
                    <a:lnTo>
                      <a:pt x="230" y="15"/>
                    </a:lnTo>
                    <a:lnTo>
                      <a:pt x="218" y="11"/>
                    </a:lnTo>
                    <a:lnTo>
                      <a:pt x="205" y="7"/>
                    </a:lnTo>
                    <a:lnTo>
                      <a:pt x="190" y="4"/>
                    </a:lnTo>
                    <a:lnTo>
                      <a:pt x="173" y="1"/>
                    </a:lnTo>
                    <a:lnTo>
                      <a:pt x="155" y="0"/>
                    </a:lnTo>
                    <a:lnTo>
                      <a:pt x="134" y="0"/>
                    </a:lnTo>
                    <a:lnTo>
                      <a:pt x="114" y="2"/>
                    </a:lnTo>
                    <a:lnTo>
                      <a:pt x="92" y="5"/>
                    </a:lnTo>
                    <a:lnTo>
                      <a:pt x="70" y="12"/>
                    </a:lnTo>
                    <a:lnTo>
                      <a:pt x="47" y="20"/>
                    </a:lnTo>
                    <a:lnTo>
                      <a:pt x="23" y="32"/>
                    </a:lnTo>
                    <a:lnTo>
                      <a:pt x="0" y="47"/>
                    </a:lnTo>
                    <a:lnTo>
                      <a:pt x="0" y="999"/>
                    </a:lnTo>
                    <a:lnTo>
                      <a:pt x="1" y="999"/>
                    </a:lnTo>
                    <a:lnTo>
                      <a:pt x="6" y="999"/>
                    </a:lnTo>
                    <a:lnTo>
                      <a:pt x="14" y="998"/>
                    </a:lnTo>
                    <a:lnTo>
                      <a:pt x="23" y="997"/>
                    </a:lnTo>
                    <a:lnTo>
                      <a:pt x="35" y="995"/>
                    </a:lnTo>
                    <a:lnTo>
                      <a:pt x="49" y="993"/>
                    </a:lnTo>
                    <a:lnTo>
                      <a:pt x="65" y="990"/>
                    </a:lnTo>
                    <a:lnTo>
                      <a:pt x="83" y="985"/>
                    </a:lnTo>
                    <a:lnTo>
                      <a:pt x="102" y="980"/>
                    </a:lnTo>
                    <a:lnTo>
                      <a:pt x="121" y="973"/>
                    </a:lnTo>
                    <a:lnTo>
                      <a:pt x="143" y="966"/>
                    </a:lnTo>
                    <a:lnTo>
                      <a:pt x="164" y="956"/>
                    </a:lnTo>
                    <a:lnTo>
                      <a:pt x="186" y="945"/>
                    </a:lnTo>
                    <a:lnTo>
                      <a:pt x="208" y="934"/>
                    </a:lnTo>
                    <a:lnTo>
                      <a:pt x="230" y="919"/>
                    </a:lnTo>
                    <a:lnTo>
                      <a:pt x="251" y="903"/>
                    </a:lnTo>
                    <a:lnTo>
                      <a:pt x="251" y="23"/>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12" name="Freeform 139"/>
              <p:cNvSpPr>
                <a:spLocks/>
              </p:cNvSpPr>
              <p:nvPr/>
            </p:nvSpPr>
            <p:spPr bwMode="auto">
              <a:xfrm>
                <a:off x="6080" y="13687"/>
                <a:ext cx="215" cy="843"/>
              </a:xfrm>
              <a:custGeom>
                <a:avLst/>
                <a:gdLst>
                  <a:gd name="T0" fmla="*/ 215 w 215"/>
                  <a:gd name="T1" fmla="*/ 20 h 843"/>
                  <a:gd name="T2" fmla="*/ 214 w 215"/>
                  <a:gd name="T3" fmla="*/ 19 h 843"/>
                  <a:gd name="T4" fmla="*/ 211 w 215"/>
                  <a:gd name="T5" fmla="*/ 18 h 843"/>
                  <a:gd name="T6" fmla="*/ 205 w 215"/>
                  <a:gd name="T7" fmla="*/ 15 h 843"/>
                  <a:gd name="T8" fmla="*/ 197 w 215"/>
                  <a:gd name="T9" fmla="*/ 12 h 843"/>
                  <a:gd name="T10" fmla="*/ 187 w 215"/>
                  <a:gd name="T11" fmla="*/ 9 h 843"/>
                  <a:gd name="T12" fmla="*/ 176 w 215"/>
                  <a:gd name="T13" fmla="*/ 6 h 843"/>
                  <a:gd name="T14" fmla="*/ 163 w 215"/>
                  <a:gd name="T15" fmla="*/ 4 h 843"/>
                  <a:gd name="T16" fmla="*/ 149 w 215"/>
                  <a:gd name="T17" fmla="*/ 1 h 843"/>
                  <a:gd name="T18" fmla="*/ 133 w 215"/>
                  <a:gd name="T19" fmla="*/ 0 h 843"/>
                  <a:gd name="T20" fmla="*/ 115 w 215"/>
                  <a:gd name="T21" fmla="*/ 0 h 843"/>
                  <a:gd name="T22" fmla="*/ 98 w 215"/>
                  <a:gd name="T23" fmla="*/ 1 h 843"/>
                  <a:gd name="T24" fmla="*/ 79 w 215"/>
                  <a:gd name="T25" fmla="*/ 5 h 843"/>
                  <a:gd name="T26" fmla="*/ 60 w 215"/>
                  <a:gd name="T27" fmla="*/ 10 h 843"/>
                  <a:gd name="T28" fmla="*/ 40 w 215"/>
                  <a:gd name="T29" fmla="*/ 18 h 843"/>
                  <a:gd name="T30" fmla="*/ 21 w 215"/>
                  <a:gd name="T31" fmla="*/ 27 h 843"/>
                  <a:gd name="T32" fmla="*/ 0 w 215"/>
                  <a:gd name="T33" fmla="*/ 40 h 843"/>
                  <a:gd name="T34" fmla="*/ 0 w 215"/>
                  <a:gd name="T35" fmla="*/ 843 h 843"/>
                  <a:gd name="T36" fmla="*/ 1 w 215"/>
                  <a:gd name="T37" fmla="*/ 843 h 843"/>
                  <a:gd name="T38" fmla="*/ 6 w 215"/>
                  <a:gd name="T39" fmla="*/ 843 h 843"/>
                  <a:gd name="T40" fmla="*/ 12 w 215"/>
                  <a:gd name="T41" fmla="*/ 842 h 843"/>
                  <a:gd name="T42" fmla="*/ 21 w 215"/>
                  <a:gd name="T43" fmla="*/ 841 h 843"/>
                  <a:gd name="T44" fmla="*/ 30 w 215"/>
                  <a:gd name="T45" fmla="*/ 840 h 843"/>
                  <a:gd name="T46" fmla="*/ 43 w 215"/>
                  <a:gd name="T47" fmla="*/ 838 h 843"/>
                  <a:gd name="T48" fmla="*/ 56 w 215"/>
                  <a:gd name="T49" fmla="*/ 835 h 843"/>
                  <a:gd name="T50" fmla="*/ 71 w 215"/>
                  <a:gd name="T51" fmla="*/ 831 h 843"/>
                  <a:gd name="T52" fmla="*/ 87 w 215"/>
                  <a:gd name="T53" fmla="*/ 826 h 843"/>
                  <a:gd name="T54" fmla="*/ 105 w 215"/>
                  <a:gd name="T55" fmla="*/ 821 h 843"/>
                  <a:gd name="T56" fmla="*/ 123 w 215"/>
                  <a:gd name="T57" fmla="*/ 814 h 843"/>
                  <a:gd name="T58" fmla="*/ 141 w 215"/>
                  <a:gd name="T59" fmla="*/ 806 h 843"/>
                  <a:gd name="T60" fmla="*/ 159 w 215"/>
                  <a:gd name="T61" fmla="*/ 797 h 843"/>
                  <a:gd name="T62" fmla="*/ 179 w 215"/>
                  <a:gd name="T63" fmla="*/ 786 h 843"/>
                  <a:gd name="T64" fmla="*/ 197 w 215"/>
                  <a:gd name="T65" fmla="*/ 774 h 843"/>
                  <a:gd name="T66" fmla="*/ 215 w 215"/>
                  <a:gd name="T67" fmla="*/ 760 h 843"/>
                  <a:gd name="T68" fmla="*/ 215 w 215"/>
                  <a:gd name="T69" fmla="*/ 20 h 8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843">
                    <a:moveTo>
                      <a:pt x="215" y="20"/>
                    </a:moveTo>
                    <a:lnTo>
                      <a:pt x="214" y="19"/>
                    </a:lnTo>
                    <a:lnTo>
                      <a:pt x="211" y="18"/>
                    </a:lnTo>
                    <a:lnTo>
                      <a:pt x="205" y="15"/>
                    </a:lnTo>
                    <a:lnTo>
                      <a:pt x="197" y="12"/>
                    </a:lnTo>
                    <a:lnTo>
                      <a:pt x="187" y="9"/>
                    </a:lnTo>
                    <a:lnTo>
                      <a:pt x="176" y="6"/>
                    </a:lnTo>
                    <a:lnTo>
                      <a:pt x="163" y="4"/>
                    </a:lnTo>
                    <a:lnTo>
                      <a:pt x="149" y="1"/>
                    </a:lnTo>
                    <a:lnTo>
                      <a:pt x="133" y="0"/>
                    </a:lnTo>
                    <a:lnTo>
                      <a:pt x="115" y="0"/>
                    </a:lnTo>
                    <a:lnTo>
                      <a:pt x="98" y="1"/>
                    </a:lnTo>
                    <a:lnTo>
                      <a:pt x="79" y="5"/>
                    </a:lnTo>
                    <a:lnTo>
                      <a:pt x="60" y="10"/>
                    </a:lnTo>
                    <a:lnTo>
                      <a:pt x="40" y="18"/>
                    </a:lnTo>
                    <a:lnTo>
                      <a:pt x="21" y="27"/>
                    </a:lnTo>
                    <a:lnTo>
                      <a:pt x="0" y="40"/>
                    </a:lnTo>
                    <a:lnTo>
                      <a:pt x="0" y="843"/>
                    </a:lnTo>
                    <a:lnTo>
                      <a:pt x="1" y="843"/>
                    </a:lnTo>
                    <a:lnTo>
                      <a:pt x="6" y="843"/>
                    </a:lnTo>
                    <a:lnTo>
                      <a:pt x="12" y="842"/>
                    </a:lnTo>
                    <a:lnTo>
                      <a:pt x="21" y="841"/>
                    </a:lnTo>
                    <a:lnTo>
                      <a:pt x="30" y="840"/>
                    </a:lnTo>
                    <a:lnTo>
                      <a:pt x="43" y="838"/>
                    </a:lnTo>
                    <a:lnTo>
                      <a:pt x="56" y="835"/>
                    </a:lnTo>
                    <a:lnTo>
                      <a:pt x="71" y="831"/>
                    </a:lnTo>
                    <a:lnTo>
                      <a:pt x="87" y="826"/>
                    </a:lnTo>
                    <a:lnTo>
                      <a:pt x="105" y="821"/>
                    </a:lnTo>
                    <a:lnTo>
                      <a:pt x="123" y="814"/>
                    </a:lnTo>
                    <a:lnTo>
                      <a:pt x="141" y="806"/>
                    </a:lnTo>
                    <a:lnTo>
                      <a:pt x="159" y="797"/>
                    </a:lnTo>
                    <a:lnTo>
                      <a:pt x="179" y="786"/>
                    </a:lnTo>
                    <a:lnTo>
                      <a:pt x="197" y="774"/>
                    </a:lnTo>
                    <a:lnTo>
                      <a:pt x="215" y="760"/>
                    </a:lnTo>
                    <a:lnTo>
                      <a:pt x="215" y="2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13" name="Freeform 140"/>
              <p:cNvSpPr>
                <a:spLocks/>
              </p:cNvSpPr>
              <p:nvPr/>
            </p:nvSpPr>
            <p:spPr bwMode="auto">
              <a:xfrm>
                <a:off x="6087" y="13696"/>
                <a:ext cx="180" cy="685"/>
              </a:xfrm>
              <a:custGeom>
                <a:avLst/>
                <a:gdLst>
                  <a:gd name="T0" fmla="*/ 180 w 180"/>
                  <a:gd name="T1" fmla="*/ 16 h 685"/>
                  <a:gd name="T2" fmla="*/ 179 w 180"/>
                  <a:gd name="T3" fmla="*/ 16 h 685"/>
                  <a:gd name="T4" fmla="*/ 176 w 180"/>
                  <a:gd name="T5" fmla="*/ 14 h 685"/>
                  <a:gd name="T6" fmla="*/ 172 w 180"/>
                  <a:gd name="T7" fmla="*/ 12 h 685"/>
                  <a:gd name="T8" fmla="*/ 165 w 180"/>
                  <a:gd name="T9" fmla="*/ 10 h 685"/>
                  <a:gd name="T10" fmla="*/ 157 w 180"/>
                  <a:gd name="T11" fmla="*/ 8 h 685"/>
                  <a:gd name="T12" fmla="*/ 147 w 180"/>
                  <a:gd name="T13" fmla="*/ 4 h 685"/>
                  <a:gd name="T14" fmla="*/ 136 w 180"/>
                  <a:gd name="T15" fmla="*/ 2 h 685"/>
                  <a:gd name="T16" fmla="*/ 125 w 180"/>
                  <a:gd name="T17" fmla="*/ 0 h 685"/>
                  <a:gd name="T18" fmla="*/ 111 w 180"/>
                  <a:gd name="T19" fmla="*/ 0 h 685"/>
                  <a:gd name="T20" fmla="*/ 97 w 180"/>
                  <a:gd name="T21" fmla="*/ 0 h 685"/>
                  <a:gd name="T22" fmla="*/ 81 w 180"/>
                  <a:gd name="T23" fmla="*/ 1 h 685"/>
                  <a:gd name="T24" fmla="*/ 66 w 180"/>
                  <a:gd name="T25" fmla="*/ 3 h 685"/>
                  <a:gd name="T26" fmla="*/ 50 w 180"/>
                  <a:gd name="T27" fmla="*/ 8 h 685"/>
                  <a:gd name="T28" fmla="*/ 33 w 180"/>
                  <a:gd name="T29" fmla="*/ 14 h 685"/>
                  <a:gd name="T30" fmla="*/ 17 w 180"/>
                  <a:gd name="T31" fmla="*/ 23 h 685"/>
                  <a:gd name="T32" fmla="*/ 0 w 180"/>
                  <a:gd name="T33" fmla="*/ 33 h 685"/>
                  <a:gd name="T34" fmla="*/ 0 w 180"/>
                  <a:gd name="T35" fmla="*/ 685 h 685"/>
                  <a:gd name="T36" fmla="*/ 1 w 180"/>
                  <a:gd name="T37" fmla="*/ 685 h 685"/>
                  <a:gd name="T38" fmla="*/ 4 w 180"/>
                  <a:gd name="T39" fmla="*/ 685 h 685"/>
                  <a:gd name="T40" fmla="*/ 9 w 180"/>
                  <a:gd name="T41" fmla="*/ 684 h 685"/>
                  <a:gd name="T42" fmla="*/ 17 w 180"/>
                  <a:gd name="T43" fmla="*/ 683 h 685"/>
                  <a:gd name="T44" fmla="*/ 26 w 180"/>
                  <a:gd name="T45" fmla="*/ 682 h 685"/>
                  <a:gd name="T46" fmla="*/ 35 w 180"/>
                  <a:gd name="T47" fmla="*/ 681 h 685"/>
                  <a:gd name="T48" fmla="*/ 47 w 180"/>
                  <a:gd name="T49" fmla="*/ 678 h 685"/>
                  <a:gd name="T50" fmla="*/ 60 w 180"/>
                  <a:gd name="T51" fmla="*/ 676 h 685"/>
                  <a:gd name="T52" fmla="*/ 73 w 180"/>
                  <a:gd name="T53" fmla="*/ 671 h 685"/>
                  <a:gd name="T54" fmla="*/ 87 w 180"/>
                  <a:gd name="T55" fmla="*/ 667 h 685"/>
                  <a:gd name="T56" fmla="*/ 102 w 180"/>
                  <a:gd name="T57" fmla="*/ 662 h 685"/>
                  <a:gd name="T58" fmla="*/ 118 w 180"/>
                  <a:gd name="T59" fmla="*/ 655 h 685"/>
                  <a:gd name="T60" fmla="*/ 133 w 180"/>
                  <a:gd name="T61" fmla="*/ 648 h 685"/>
                  <a:gd name="T62" fmla="*/ 149 w 180"/>
                  <a:gd name="T63" fmla="*/ 639 h 685"/>
                  <a:gd name="T64" fmla="*/ 165 w 180"/>
                  <a:gd name="T65" fmla="*/ 628 h 685"/>
                  <a:gd name="T66" fmla="*/ 180 w 180"/>
                  <a:gd name="T67" fmla="*/ 617 h 685"/>
                  <a:gd name="T68" fmla="*/ 180 w 180"/>
                  <a:gd name="T69" fmla="*/ 16 h 6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80" h="685">
                    <a:moveTo>
                      <a:pt x="180" y="16"/>
                    </a:moveTo>
                    <a:lnTo>
                      <a:pt x="179" y="16"/>
                    </a:lnTo>
                    <a:lnTo>
                      <a:pt x="176" y="14"/>
                    </a:lnTo>
                    <a:lnTo>
                      <a:pt x="172" y="12"/>
                    </a:lnTo>
                    <a:lnTo>
                      <a:pt x="165" y="10"/>
                    </a:lnTo>
                    <a:lnTo>
                      <a:pt x="157" y="8"/>
                    </a:lnTo>
                    <a:lnTo>
                      <a:pt x="147" y="4"/>
                    </a:lnTo>
                    <a:lnTo>
                      <a:pt x="136" y="2"/>
                    </a:lnTo>
                    <a:lnTo>
                      <a:pt x="125" y="0"/>
                    </a:lnTo>
                    <a:lnTo>
                      <a:pt x="111" y="0"/>
                    </a:lnTo>
                    <a:lnTo>
                      <a:pt x="97" y="0"/>
                    </a:lnTo>
                    <a:lnTo>
                      <a:pt x="81" y="1"/>
                    </a:lnTo>
                    <a:lnTo>
                      <a:pt x="66" y="3"/>
                    </a:lnTo>
                    <a:lnTo>
                      <a:pt x="50" y="8"/>
                    </a:lnTo>
                    <a:lnTo>
                      <a:pt x="33" y="14"/>
                    </a:lnTo>
                    <a:lnTo>
                      <a:pt x="17" y="23"/>
                    </a:lnTo>
                    <a:lnTo>
                      <a:pt x="0" y="33"/>
                    </a:lnTo>
                    <a:lnTo>
                      <a:pt x="0" y="685"/>
                    </a:lnTo>
                    <a:lnTo>
                      <a:pt x="1" y="685"/>
                    </a:lnTo>
                    <a:lnTo>
                      <a:pt x="4" y="685"/>
                    </a:lnTo>
                    <a:lnTo>
                      <a:pt x="9" y="684"/>
                    </a:lnTo>
                    <a:lnTo>
                      <a:pt x="17" y="683"/>
                    </a:lnTo>
                    <a:lnTo>
                      <a:pt x="26" y="682"/>
                    </a:lnTo>
                    <a:lnTo>
                      <a:pt x="35" y="681"/>
                    </a:lnTo>
                    <a:lnTo>
                      <a:pt x="47" y="678"/>
                    </a:lnTo>
                    <a:lnTo>
                      <a:pt x="60" y="676"/>
                    </a:lnTo>
                    <a:lnTo>
                      <a:pt x="73" y="671"/>
                    </a:lnTo>
                    <a:lnTo>
                      <a:pt x="87" y="667"/>
                    </a:lnTo>
                    <a:lnTo>
                      <a:pt x="102" y="662"/>
                    </a:lnTo>
                    <a:lnTo>
                      <a:pt x="118" y="655"/>
                    </a:lnTo>
                    <a:lnTo>
                      <a:pt x="133" y="648"/>
                    </a:lnTo>
                    <a:lnTo>
                      <a:pt x="149" y="639"/>
                    </a:lnTo>
                    <a:lnTo>
                      <a:pt x="165" y="628"/>
                    </a:lnTo>
                    <a:lnTo>
                      <a:pt x="180" y="617"/>
                    </a:lnTo>
                    <a:lnTo>
                      <a:pt x="180" y="16"/>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14" name="Freeform 141"/>
              <p:cNvSpPr>
                <a:spLocks/>
              </p:cNvSpPr>
              <p:nvPr/>
            </p:nvSpPr>
            <p:spPr bwMode="auto">
              <a:xfrm>
                <a:off x="6093" y="13704"/>
                <a:ext cx="146" cy="530"/>
              </a:xfrm>
              <a:custGeom>
                <a:avLst/>
                <a:gdLst>
                  <a:gd name="T0" fmla="*/ 146 w 146"/>
                  <a:gd name="T1" fmla="*/ 14 h 530"/>
                  <a:gd name="T2" fmla="*/ 143 w 146"/>
                  <a:gd name="T3" fmla="*/ 12 h 530"/>
                  <a:gd name="T4" fmla="*/ 134 w 146"/>
                  <a:gd name="T5" fmla="*/ 8 h 530"/>
                  <a:gd name="T6" fmla="*/ 120 w 146"/>
                  <a:gd name="T7" fmla="*/ 4 h 530"/>
                  <a:gd name="T8" fmla="*/ 101 w 146"/>
                  <a:gd name="T9" fmla="*/ 1 h 530"/>
                  <a:gd name="T10" fmla="*/ 79 w 146"/>
                  <a:gd name="T11" fmla="*/ 0 h 530"/>
                  <a:gd name="T12" fmla="*/ 54 w 146"/>
                  <a:gd name="T13" fmla="*/ 3 h 530"/>
                  <a:gd name="T14" fmla="*/ 27 w 146"/>
                  <a:gd name="T15" fmla="*/ 11 h 530"/>
                  <a:gd name="T16" fmla="*/ 0 w 146"/>
                  <a:gd name="T17" fmla="*/ 27 h 530"/>
                  <a:gd name="T18" fmla="*/ 0 w 146"/>
                  <a:gd name="T19" fmla="*/ 530 h 530"/>
                  <a:gd name="T20" fmla="*/ 3 w 146"/>
                  <a:gd name="T21" fmla="*/ 530 h 530"/>
                  <a:gd name="T22" fmla="*/ 14 w 146"/>
                  <a:gd name="T23" fmla="*/ 529 h 530"/>
                  <a:gd name="T24" fmla="*/ 29 w 146"/>
                  <a:gd name="T25" fmla="*/ 526 h 530"/>
                  <a:gd name="T26" fmla="*/ 49 w 146"/>
                  <a:gd name="T27" fmla="*/ 521 h 530"/>
                  <a:gd name="T28" fmla="*/ 71 w 146"/>
                  <a:gd name="T29" fmla="*/ 514 h 530"/>
                  <a:gd name="T30" fmla="*/ 96 w 146"/>
                  <a:gd name="T31" fmla="*/ 505 h 530"/>
                  <a:gd name="T32" fmla="*/ 121 w 146"/>
                  <a:gd name="T33" fmla="*/ 492 h 530"/>
                  <a:gd name="T34" fmla="*/ 146 w 146"/>
                  <a:gd name="T35" fmla="*/ 475 h 530"/>
                  <a:gd name="T36" fmla="*/ 146 w 146"/>
                  <a:gd name="T37" fmla="*/ 14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6" h="530">
                    <a:moveTo>
                      <a:pt x="146" y="14"/>
                    </a:moveTo>
                    <a:lnTo>
                      <a:pt x="143" y="12"/>
                    </a:lnTo>
                    <a:lnTo>
                      <a:pt x="134" y="8"/>
                    </a:lnTo>
                    <a:lnTo>
                      <a:pt x="120" y="4"/>
                    </a:lnTo>
                    <a:lnTo>
                      <a:pt x="101" y="1"/>
                    </a:lnTo>
                    <a:lnTo>
                      <a:pt x="79" y="0"/>
                    </a:lnTo>
                    <a:lnTo>
                      <a:pt x="54" y="3"/>
                    </a:lnTo>
                    <a:lnTo>
                      <a:pt x="27" y="11"/>
                    </a:lnTo>
                    <a:lnTo>
                      <a:pt x="0" y="27"/>
                    </a:lnTo>
                    <a:lnTo>
                      <a:pt x="0" y="530"/>
                    </a:lnTo>
                    <a:lnTo>
                      <a:pt x="3" y="530"/>
                    </a:lnTo>
                    <a:lnTo>
                      <a:pt x="14" y="529"/>
                    </a:lnTo>
                    <a:lnTo>
                      <a:pt x="29" y="526"/>
                    </a:lnTo>
                    <a:lnTo>
                      <a:pt x="49" y="521"/>
                    </a:lnTo>
                    <a:lnTo>
                      <a:pt x="71" y="514"/>
                    </a:lnTo>
                    <a:lnTo>
                      <a:pt x="96" y="505"/>
                    </a:lnTo>
                    <a:lnTo>
                      <a:pt x="121" y="492"/>
                    </a:lnTo>
                    <a:lnTo>
                      <a:pt x="146" y="475"/>
                    </a:lnTo>
                    <a:lnTo>
                      <a:pt x="146" y="14"/>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15" name="Freeform 142"/>
              <p:cNvSpPr>
                <a:spLocks/>
              </p:cNvSpPr>
              <p:nvPr/>
            </p:nvSpPr>
            <p:spPr bwMode="auto">
              <a:xfrm>
                <a:off x="6101" y="13712"/>
                <a:ext cx="109" cy="373"/>
              </a:xfrm>
              <a:custGeom>
                <a:avLst/>
                <a:gdLst>
                  <a:gd name="T0" fmla="*/ 109 w 109"/>
                  <a:gd name="T1" fmla="*/ 10 h 373"/>
                  <a:gd name="T2" fmla="*/ 107 w 109"/>
                  <a:gd name="T3" fmla="*/ 9 h 373"/>
                  <a:gd name="T4" fmla="*/ 100 w 109"/>
                  <a:gd name="T5" fmla="*/ 6 h 373"/>
                  <a:gd name="T6" fmla="*/ 89 w 109"/>
                  <a:gd name="T7" fmla="*/ 2 h 373"/>
                  <a:gd name="T8" fmla="*/ 75 w 109"/>
                  <a:gd name="T9" fmla="*/ 0 h 373"/>
                  <a:gd name="T10" fmla="*/ 59 w 109"/>
                  <a:gd name="T11" fmla="*/ 0 h 373"/>
                  <a:gd name="T12" fmla="*/ 39 w 109"/>
                  <a:gd name="T13" fmla="*/ 2 h 373"/>
                  <a:gd name="T14" fmla="*/ 20 w 109"/>
                  <a:gd name="T15" fmla="*/ 9 h 373"/>
                  <a:gd name="T16" fmla="*/ 0 w 109"/>
                  <a:gd name="T17" fmla="*/ 21 h 373"/>
                  <a:gd name="T18" fmla="*/ 0 w 109"/>
                  <a:gd name="T19" fmla="*/ 373 h 373"/>
                  <a:gd name="T20" fmla="*/ 2 w 109"/>
                  <a:gd name="T21" fmla="*/ 373 h 373"/>
                  <a:gd name="T22" fmla="*/ 9 w 109"/>
                  <a:gd name="T23" fmla="*/ 372 h 373"/>
                  <a:gd name="T24" fmla="*/ 21 w 109"/>
                  <a:gd name="T25" fmla="*/ 369 h 373"/>
                  <a:gd name="T26" fmla="*/ 36 w 109"/>
                  <a:gd name="T27" fmla="*/ 366 h 373"/>
                  <a:gd name="T28" fmla="*/ 53 w 109"/>
                  <a:gd name="T29" fmla="*/ 362 h 373"/>
                  <a:gd name="T30" fmla="*/ 72 w 109"/>
                  <a:gd name="T31" fmla="*/ 354 h 373"/>
                  <a:gd name="T32" fmla="*/ 90 w 109"/>
                  <a:gd name="T33" fmla="*/ 343 h 373"/>
                  <a:gd name="T34" fmla="*/ 109 w 109"/>
                  <a:gd name="T35" fmla="*/ 331 h 373"/>
                  <a:gd name="T36" fmla="*/ 109 w 109"/>
                  <a:gd name="T37" fmla="*/ 10 h 3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9" h="373">
                    <a:moveTo>
                      <a:pt x="109" y="10"/>
                    </a:moveTo>
                    <a:lnTo>
                      <a:pt x="107" y="9"/>
                    </a:lnTo>
                    <a:lnTo>
                      <a:pt x="100" y="6"/>
                    </a:lnTo>
                    <a:lnTo>
                      <a:pt x="89" y="2"/>
                    </a:lnTo>
                    <a:lnTo>
                      <a:pt x="75" y="0"/>
                    </a:lnTo>
                    <a:lnTo>
                      <a:pt x="59" y="0"/>
                    </a:lnTo>
                    <a:lnTo>
                      <a:pt x="39" y="2"/>
                    </a:lnTo>
                    <a:lnTo>
                      <a:pt x="20" y="9"/>
                    </a:lnTo>
                    <a:lnTo>
                      <a:pt x="0" y="21"/>
                    </a:lnTo>
                    <a:lnTo>
                      <a:pt x="0" y="373"/>
                    </a:lnTo>
                    <a:lnTo>
                      <a:pt x="2" y="373"/>
                    </a:lnTo>
                    <a:lnTo>
                      <a:pt x="9" y="372"/>
                    </a:lnTo>
                    <a:lnTo>
                      <a:pt x="21" y="369"/>
                    </a:lnTo>
                    <a:lnTo>
                      <a:pt x="36" y="366"/>
                    </a:lnTo>
                    <a:lnTo>
                      <a:pt x="53" y="362"/>
                    </a:lnTo>
                    <a:lnTo>
                      <a:pt x="72" y="354"/>
                    </a:lnTo>
                    <a:lnTo>
                      <a:pt x="90" y="343"/>
                    </a:lnTo>
                    <a:lnTo>
                      <a:pt x="109" y="331"/>
                    </a:lnTo>
                    <a:lnTo>
                      <a:pt x="109" y="1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16" name="Freeform 143"/>
              <p:cNvSpPr>
                <a:spLocks/>
              </p:cNvSpPr>
              <p:nvPr/>
            </p:nvSpPr>
            <p:spPr bwMode="auto">
              <a:xfrm>
                <a:off x="6107" y="13721"/>
                <a:ext cx="75" cy="216"/>
              </a:xfrm>
              <a:custGeom>
                <a:avLst/>
                <a:gdLst>
                  <a:gd name="T0" fmla="*/ 75 w 75"/>
                  <a:gd name="T1" fmla="*/ 6 h 216"/>
                  <a:gd name="T2" fmla="*/ 73 w 75"/>
                  <a:gd name="T3" fmla="*/ 5 h 216"/>
                  <a:gd name="T4" fmla="*/ 69 w 75"/>
                  <a:gd name="T5" fmla="*/ 4 h 216"/>
                  <a:gd name="T6" fmla="*/ 61 w 75"/>
                  <a:gd name="T7" fmla="*/ 2 h 216"/>
                  <a:gd name="T8" fmla="*/ 52 w 75"/>
                  <a:gd name="T9" fmla="*/ 0 h 216"/>
                  <a:gd name="T10" fmla="*/ 41 w 75"/>
                  <a:gd name="T11" fmla="*/ 0 h 216"/>
                  <a:gd name="T12" fmla="*/ 28 w 75"/>
                  <a:gd name="T13" fmla="*/ 1 h 216"/>
                  <a:gd name="T14" fmla="*/ 14 w 75"/>
                  <a:gd name="T15" fmla="*/ 6 h 216"/>
                  <a:gd name="T16" fmla="*/ 0 w 75"/>
                  <a:gd name="T17" fmla="*/ 14 h 216"/>
                  <a:gd name="T18" fmla="*/ 0 w 75"/>
                  <a:gd name="T19" fmla="*/ 216 h 216"/>
                  <a:gd name="T20" fmla="*/ 2 w 75"/>
                  <a:gd name="T21" fmla="*/ 216 h 216"/>
                  <a:gd name="T22" fmla="*/ 7 w 75"/>
                  <a:gd name="T23" fmla="*/ 215 h 216"/>
                  <a:gd name="T24" fmla="*/ 15 w 75"/>
                  <a:gd name="T25" fmla="*/ 214 h 216"/>
                  <a:gd name="T26" fmla="*/ 25 w 75"/>
                  <a:gd name="T27" fmla="*/ 211 h 216"/>
                  <a:gd name="T28" fmla="*/ 37 w 75"/>
                  <a:gd name="T29" fmla="*/ 208 h 216"/>
                  <a:gd name="T30" fmla="*/ 50 w 75"/>
                  <a:gd name="T31" fmla="*/ 203 h 216"/>
                  <a:gd name="T32" fmla="*/ 63 w 75"/>
                  <a:gd name="T33" fmla="*/ 195 h 216"/>
                  <a:gd name="T34" fmla="*/ 75 w 75"/>
                  <a:gd name="T35" fmla="*/ 187 h 216"/>
                  <a:gd name="T36" fmla="*/ 75 w 75"/>
                  <a:gd name="T37" fmla="*/ 6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5" h="216">
                    <a:moveTo>
                      <a:pt x="75" y="6"/>
                    </a:moveTo>
                    <a:lnTo>
                      <a:pt x="73" y="5"/>
                    </a:lnTo>
                    <a:lnTo>
                      <a:pt x="69" y="4"/>
                    </a:lnTo>
                    <a:lnTo>
                      <a:pt x="61" y="2"/>
                    </a:lnTo>
                    <a:lnTo>
                      <a:pt x="52" y="0"/>
                    </a:lnTo>
                    <a:lnTo>
                      <a:pt x="41" y="0"/>
                    </a:lnTo>
                    <a:lnTo>
                      <a:pt x="28" y="1"/>
                    </a:lnTo>
                    <a:lnTo>
                      <a:pt x="14" y="6"/>
                    </a:lnTo>
                    <a:lnTo>
                      <a:pt x="0" y="14"/>
                    </a:lnTo>
                    <a:lnTo>
                      <a:pt x="0" y="216"/>
                    </a:lnTo>
                    <a:lnTo>
                      <a:pt x="2" y="216"/>
                    </a:lnTo>
                    <a:lnTo>
                      <a:pt x="7" y="215"/>
                    </a:lnTo>
                    <a:lnTo>
                      <a:pt x="15" y="214"/>
                    </a:lnTo>
                    <a:lnTo>
                      <a:pt x="25" y="211"/>
                    </a:lnTo>
                    <a:lnTo>
                      <a:pt x="37" y="208"/>
                    </a:lnTo>
                    <a:lnTo>
                      <a:pt x="50" y="203"/>
                    </a:lnTo>
                    <a:lnTo>
                      <a:pt x="63" y="195"/>
                    </a:lnTo>
                    <a:lnTo>
                      <a:pt x="75" y="187"/>
                    </a:lnTo>
                    <a:lnTo>
                      <a:pt x="75" y="6"/>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17" name="Freeform 144"/>
              <p:cNvSpPr>
                <a:spLocks/>
              </p:cNvSpPr>
              <p:nvPr/>
            </p:nvSpPr>
            <p:spPr bwMode="auto">
              <a:xfrm>
                <a:off x="7013" y="14340"/>
                <a:ext cx="110" cy="111"/>
              </a:xfrm>
              <a:custGeom>
                <a:avLst/>
                <a:gdLst>
                  <a:gd name="T0" fmla="*/ 55 w 110"/>
                  <a:gd name="T1" fmla="*/ 111 h 111"/>
                  <a:gd name="T2" fmla="*/ 66 w 110"/>
                  <a:gd name="T3" fmla="*/ 110 h 111"/>
                  <a:gd name="T4" fmla="*/ 76 w 110"/>
                  <a:gd name="T5" fmla="*/ 106 h 111"/>
                  <a:gd name="T6" fmla="*/ 85 w 110"/>
                  <a:gd name="T7" fmla="*/ 101 h 111"/>
                  <a:gd name="T8" fmla="*/ 94 w 110"/>
                  <a:gd name="T9" fmla="*/ 94 h 111"/>
                  <a:gd name="T10" fmla="*/ 100 w 110"/>
                  <a:gd name="T11" fmla="*/ 86 h 111"/>
                  <a:gd name="T12" fmla="*/ 106 w 110"/>
                  <a:gd name="T13" fmla="*/ 77 h 111"/>
                  <a:gd name="T14" fmla="*/ 109 w 110"/>
                  <a:gd name="T15" fmla="*/ 66 h 111"/>
                  <a:gd name="T16" fmla="*/ 110 w 110"/>
                  <a:gd name="T17" fmla="*/ 56 h 111"/>
                  <a:gd name="T18" fmla="*/ 109 w 110"/>
                  <a:gd name="T19" fmla="*/ 44 h 111"/>
                  <a:gd name="T20" fmla="*/ 106 w 110"/>
                  <a:gd name="T21" fmla="*/ 34 h 111"/>
                  <a:gd name="T22" fmla="*/ 100 w 110"/>
                  <a:gd name="T23" fmla="*/ 24 h 111"/>
                  <a:gd name="T24" fmla="*/ 94 w 110"/>
                  <a:gd name="T25" fmla="*/ 17 h 111"/>
                  <a:gd name="T26" fmla="*/ 85 w 110"/>
                  <a:gd name="T27" fmla="*/ 9 h 111"/>
                  <a:gd name="T28" fmla="*/ 76 w 110"/>
                  <a:gd name="T29" fmla="*/ 5 h 111"/>
                  <a:gd name="T30" fmla="*/ 66 w 110"/>
                  <a:gd name="T31" fmla="*/ 2 h 111"/>
                  <a:gd name="T32" fmla="*/ 55 w 110"/>
                  <a:gd name="T33" fmla="*/ 0 h 111"/>
                  <a:gd name="T34" fmla="*/ 44 w 110"/>
                  <a:gd name="T35" fmla="*/ 2 h 111"/>
                  <a:gd name="T36" fmla="*/ 33 w 110"/>
                  <a:gd name="T37" fmla="*/ 5 h 111"/>
                  <a:gd name="T38" fmla="*/ 25 w 110"/>
                  <a:gd name="T39" fmla="*/ 9 h 111"/>
                  <a:gd name="T40" fmla="*/ 16 w 110"/>
                  <a:gd name="T41" fmla="*/ 17 h 111"/>
                  <a:gd name="T42" fmla="*/ 10 w 110"/>
                  <a:gd name="T43" fmla="*/ 24 h 111"/>
                  <a:gd name="T44" fmla="*/ 4 w 110"/>
                  <a:gd name="T45" fmla="*/ 34 h 111"/>
                  <a:gd name="T46" fmla="*/ 1 w 110"/>
                  <a:gd name="T47" fmla="*/ 44 h 111"/>
                  <a:gd name="T48" fmla="*/ 0 w 110"/>
                  <a:gd name="T49" fmla="*/ 56 h 111"/>
                  <a:gd name="T50" fmla="*/ 1 w 110"/>
                  <a:gd name="T51" fmla="*/ 66 h 111"/>
                  <a:gd name="T52" fmla="*/ 4 w 110"/>
                  <a:gd name="T53" fmla="*/ 77 h 111"/>
                  <a:gd name="T54" fmla="*/ 10 w 110"/>
                  <a:gd name="T55" fmla="*/ 86 h 111"/>
                  <a:gd name="T56" fmla="*/ 16 w 110"/>
                  <a:gd name="T57" fmla="*/ 94 h 111"/>
                  <a:gd name="T58" fmla="*/ 25 w 110"/>
                  <a:gd name="T59" fmla="*/ 101 h 111"/>
                  <a:gd name="T60" fmla="*/ 33 w 110"/>
                  <a:gd name="T61" fmla="*/ 106 h 111"/>
                  <a:gd name="T62" fmla="*/ 44 w 110"/>
                  <a:gd name="T63" fmla="*/ 110 h 111"/>
                  <a:gd name="T64" fmla="*/ 55 w 110"/>
                  <a:gd name="T65" fmla="*/ 111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0" h="111">
                    <a:moveTo>
                      <a:pt x="55" y="111"/>
                    </a:moveTo>
                    <a:lnTo>
                      <a:pt x="66" y="110"/>
                    </a:lnTo>
                    <a:lnTo>
                      <a:pt x="76" y="106"/>
                    </a:lnTo>
                    <a:lnTo>
                      <a:pt x="85" y="101"/>
                    </a:lnTo>
                    <a:lnTo>
                      <a:pt x="94" y="94"/>
                    </a:lnTo>
                    <a:lnTo>
                      <a:pt x="100" y="86"/>
                    </a:lnTo>
                    <a:lnTo>
                      <a:pt x="106" y="77"/>
                    </a:lnTo>
                    <a:lnTo>
                      <a:pt x="109" y="66"/>
                    </a:lnTo>
                    <a:lnTo>
                      <a:pt x="110" y="56"/>
                    </a:lnTo>
                    <a:lnTo>
                      <a:pt x="109" y="44"/>
                    </a:lnTo>
                    <a:lnTo>
                      <a:pt x="106" y="34"/>
                    </a:lnTo>
                    <a:lnTo>
                      <a:pt x="100" y="24"/>
                    </a:lnTo>
                    <a:lnTo>
                      <a:pt x="94" y="17"/>
                    </a:lnTo>
                    <a:lnTo>
                      <a:pt x="85" y="9"/>
                    </a:lnTo>
                    <a:lnTo>
                      <a:pt x="76" y="5"/>
                    </a:lnTo>
                    <a:lnTo>
                      <a:pt x="66" y="2"/>
                    </a:lnTo>
                    <a:lnTo>
                      <a:pt x="55" y="0"/>
                    </a:lnTo>
                    <a:lnTo>
                      <a:pt x="44" y="2"/>
                    </a:lnTo>
                    <a:lnTo>
                      <a:pt x="33" y="5"/>
                    </a:lnTo>
                    <a:lnTo>
                      <a:pt x="25" y="9"/>
                    </a:lnTo>
                    <a:lnTo>
                      <a:pt x="16" y="17"/>
                    </a:lnTo>
                    <a:lnTo>
                      <a:pt x="10" y="24"/>
                    </a:lnTo>
                    <a:lnTo>
                      <a:pt x="4" y="34"/>
                    </a:lnTo>
                    <a:lnTo>
                      <a:pt x="1" y="44"/>
                    </a:lnTo>
                    <a:lnTo>
                      <a:pt x="0" y="56"/>
                    </a:lnTo>
                    <a:lnTo>
                      <a:pt x="1" y="66"/>
                    </a:lnTo>
                    <a:lnTo>
                      <a:pt x="4" y="77"/>
                    </a:lnTo>
                    <a:lnTo>
                      <a:pt x="10" y="86"/>
                    </a:lnTo>
                    <a:lnTo>
                      <a:pt x="16" y="94"/>
                    </a:lnTo>
                    <a:lnTo>
                      <a:pt x="25" y="101"/>
                    </a:lnTo>
                    <a:lnTo>
                      <a:pt x="33" y="106"/>
                    </a:lnTo>
                    <a:lnTo>
                      <a:pt x="44" y="110"/>
                    </a:lnTo>
                    <a:lnTo>
                      <a:pt x="55" y="11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18" name="Freeform 145"/>
              <p:cNvSpPr>
                <a:spLocks/>
              </p:cNvSpPr>
              <p:nvPr/>
            </p:nvSpPr>
            <p:spPr bwMode="auto">
              <a:xfrm>
                <a:off x="6676" y="14343"/>
                <a:ext cx="55" cy="55"/>
              </a:xfrm>
              <a:custGeom>
                <a:avLst/>
                <a:gdLst>
                  <a:gd name="T0" fmla="*/ 27 w 55"/>
                  <a:gd name="T1" fmla="*/ 55 h 55"/>
                  <a:gd name="T2" fmla="*/ 38 w 55"/>
                  <a:gd name="T3" fmla="*/ 53 h 55"/>
                  <a:gd name="T4" fmla="*/ 48 w 55"/>
                  <a:gd name="T5" fmla="*/ 46 h 55"/>
                  <a:gd name="T6" fmla="*/ 53 w 55"/>
                  <a:gd name="T7" fmla="*/ 37 h 55"/>
                  <a:gd name="T8" fmla="*/ 55 w 55"/>
                  <a:gd name="T9" fmla="*/ 27 h 55"/>
                  <a:gd name="T10" fmla="*/ 53 w 55"/>
                  <a:gd name="T11" fmla="*/ 16 h 55"/>
                  <a:gd name="T12" fmla="*/ 48 w 55"/>
                  <a:gd name="T13" fmla="*/ 7 h 55"/>
                  <a:gd name="T14" fmla="*/ 38 w 55"/>
                  <a:gd name="T15" fmla="*/ 2 h 55"/>
                  <a:gd name="T16" fmla="*/ 27 w 55"/>
                  <a:gd name="T17" fmla="*/ 0 h 55"/>
                  <a:gd name="T18" fmla="*/ 16 w 55"/>
                  <a:gd name="T19" fmla="*/ 2 h 55"/>
                  <a:gd name="T20" fmla="*/ 8 w 55"/>
                  <a:gd name="T21" fmla="*/ 7 h 55"/>
                  <a:gd name="T22" fmla="*/ 2 w 55"/>
                  <a:gd name="T23" fmla="*/ 16 h 55"/>
                  <a:gd name="T24" fmla="*/ 0 w 55"/>
                  <a:gd name="T25" fmla="*/ 27 h 55"/>
                  <a:gd name="T26" fmla="*/ 2 w 55"/>
                  <a:gd name="T27" fmla="*/ 37 h 55"/>
                  <a:gd name="T28" fmla="*/ 8 w 55"/>
                  <a:gd name="T29" fmla="*/ 46 h 55"/>
                  <a:gd name="T30" fmla="*/ 16 w 55"/>
                  <a:gd name="T31" fmla="*/ 53 h 55"/>
                  <a:gd name="T32" fmla="*/ 27 w 55"/>
                  <a:gd name="T33"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5" h="55">
                    <a:moveTo>
                      <a:pt x="27" y="55"/>
                    </a:moveTo>
                    <a:lnTo>
                      <a:pt x="38" y="53"/>
                    </a:lnTo>
                    <a:lnTo>
                      <a:pt x="48" y="46"/>
                    </a:lnTo>
                    <a:lnTo>
                      <a:pt x="53" y="37"/>
                    </a:lnTo>
                    <a:lnTo>
                      <a:pt x="55" y="27"/>
                    </a:lnTo>
                    <a:lnTo>
                      <a:pt x="53" y="16"/>
                    </a:lnTo>
                    <a:lnTo>
                      <a:pt x="48" y="7"/>
                    </a:lnTo>
                    <a:lnTo>
                      <a:pt x="38" y="2"/>
                    </a:lnTo>
                    <a:lnTo>
                      <a:pt x="27" y="0"/>
                    </a:lnTo>
                    <a:lnTo>
                      <a:pt x="16" y="2"/>
                    </a:lnTo>
                    <a:lnTo>
                      <a:pt x="8" y="7"/>
                    </a:lnTo>
                    <a:lnTo>
                      <a:pt x="2" y="16"/>
                    </a:lnTo>
                    <a:lnTo>
                      <a:pt x="0" y="27"/>
                    </a:lnTo>
                    <a:lnTo>
                      <a:pt x="2" y="37"/>
                    </a:lnTo>
                    <a:lnTo>
                      <a:pt x="8" y="46"/>
                    </a:lnTo>
                    <a:lnTo>
                      <a:pt x="16" y="53"/>
                    </a:lnTo>
                    <a:lnTo>
                      <a:pt x="27" y="55"/>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19" name="Freeform 146"/>
              <p:cNvSpPr>
                <a:spLocks/>
              </p:cNvSpPr>
              <p:nvPr/>
            </p:nvSpPr>
            <p:spPr bwMode="auto">
              <a:xfrm>
                <a:off x="6770" y="14345"/>
                <a:ext cx="55" cy="55"/>
              </a:xfrm>
              <a:custGeom>
                <a:avLst/>
                <a:gdLst>
                  <a:gd name="T0" fmla="*/ 28 w 55"/>
                  <a:gd name="T1" fmla="*/ 55 h 55"/>
                  <a:gd name="T2" fmla="*/ 39 w 55"/>
                  <a:gd name="T3" fmla="*/ 53 h 55"/>
                  <a:gd name="T4" fmla="*/ 47 w 55"/>
                  <a:gd name="T5" fmla="*/ 47 h 55"/>
                  <a:gd name="T6" fmla="*/ 53 w 55"/>
                  <a:gd name="T7" fmla="*/ 39 h 55"/>
                  <a:gd name="T8" fmla="*/ 55 w 55"/>
                  <a:gd name="T9" fmla="*/ 28 h 55"/>
                  <a:gd name="T10" fmla="*/ 53 w 55"/>
                  <a:gd name="T11" fmla="*/ 17 h 55"/>
                  <a:gd name="T12" fmla="*/ 47 w 55"/>
                  <a:gd name="T13" fmla="*/ 8 h 55"/>
                  <a:gd name="T14" fmla="*/ 39 w 55"/>
                  <a:gd name="T15" fmla="*/ 2 h 55"/>
                  <a:gd name="T16" fmla="*/ 28 w 55"/>
                  <a:gd name="T17" fmla="*/ 0 h 55"/>
                  <a:gd name="T18" fmla="*/ 17 w 55"/>
                  <a:gd name="T19" fmla="*/ 2 h 55"/>
                  <a:gd name="T20" fmla="*/ 9 w 55"/>
                  <a:gd name="T21" fmla="*/ 8 h 55"/>
                  <a:gd name="T22" fmla="*/ 2 w 55"/>
                  <a:gd name="T23" fmla="*/ 17 h 55"/>
                  <a:gd name="T24" fmla="*/ 0 w 55"/>
                  <a:gd name="T25" fmla="*/ 28 h 55"/>
                  <a:gd name="T26" fmla="*/ 2 w 55"/>
                  <a:gd name="T27" fmla="*/ 39 h 55"/>
                  <a:gd name="T28" fmla="*/ 9 w 55"/>
                  <a:gd name="T29" fmla="*/ 47 h 55"/>
                  <a:gd name="T30" fmla="*/ 17 w 55"/>
                  <a:gd name="T31" fmla="*/ 53 h 55"/>
                  <a:gd name="T32" fmla="*/ 28 w 55"/>
                  <a:gd name="T33"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5" h="55">
                    <a:moveTo>
                      <a:pt x="28" y="55"/>
                    </a:moveTo>
                    <a:lnTo>
                      <a:pt x="39" y="53"/>
                    </a:lnTo>
                    <a:lnTo>
                      <a:pt x="47" y="47"/>
                    </a:lnTo>
                    <a:lnTo>
                      <a:pt x="53" y="39"/>
                    </a:lnTo>
                    <a:lnTo>
                      <a:pt x="55" y="28"/>
                    </a:lnTo>
                    <a:lnTo>
                      <a:pt x="53" y="17"/>
                    </a:lnTo>
                    <a:lnTo>
                      <a:pt x="47" y="8"/>
                    </a:lnTo>
                    <a:lnTo>
                      <a:pt x="39" y="2"/>
                    </a:lnTo>
                    <a:lnTo>
                      <a:pt x="28" y="0"/>
                    </a:lnTo>
                    <a:lnTo>
                      <a:pt x="17" y="2"/>
                    </a:lnTo>
                    <a:lnTo>
                      <a:pt x="9" y="8"/>
                    </a:lnTo>
                    <a:lnTo>
                      <a:pt x="2" y="17"/>
                    </a:lnTo>
                    <a:lnTo>
                      <a:pt x="0" y="28"/>
                    </a:lnTo>
                    <a:lnTo>
                      <a:pt x="2" y="39"/>
                    </a:lnTo>
                    <a:lnTo>
                      <a:pt x="9" y="47"/>
                    </a:lnTo>
                    <a:lnTo>
                      <a:pt x="17" y="53"/>
                    </a:lnTo>
                    <a:lnTo>
                      <a:pt x="28" y="55"/>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20" name="Freeform 147"/>
              <p:cNvSpPr>
                <a:spLocks/>
              </p:cNvSpPr>
              <p:nvPr/>
            </p:nvSpPr>
            <p:spPr bwMode="auto">
              <a:xfrm>
                <a:off x="6401" y="13591"/>
                <a:ext cx="156" cy="752"/>
              </a:xfrm>
              <a:custGeom>
                <a:avLst/>
                <a:gdLst>
                  <a:gd name="T0" fmla="*/ 48 w 156"/>
                  <a:gd name="T1" fmla="*/ 15 h 752"/>
                  <a:gd name="T2" fmla="*/ 44 w 156"/>
                  <a:gd name="T3" fmla="*/ 30 h 752"/>
                  <a:gd name="T4" fmla="*/ 33 w 156"/>
                  <a:gd name="T5" fmla="*/ 73 h 752"/>
                  <a:gd name="T6" fmla="*/ 19 w 156"/>
                  <a:gd name="T7" fmla="*/ 140 h 752"/>
                  <a:gd name="T8" fmla="*/ 7 w 156"/>
                  <a:gd name="T9" fmla="*/ 229 h 752"/>
                  <a:gd name="T10" fmla="*/ 0 w 156"/>
                  <a:gd name="T11" fmla="*/ 337 h 752"/>
                  <a:gd name="T12" fmla="*/ 1 w 156"/>
                  <a:gd name="T13" fmla="*/ 462 h 752"/>
                  <a:gd name="T14" fmla="*/ 14 w 156"/>
                  <a:gd name="T15" fmla="*/ 602 h 752"/>
                  <a:gd name="T16" fmla="*/ 43 w 156"/>
                  <a:gd name="T17" fmla="*/ 752 h 752"/>
                  <a:gd name="T18" fmla="*/ 150 w 156"/>
                  <a:gd name="T19" fmla="*/ 746 h 752"/>
                  <a:gd name="T20" fmla="*/ 146 w 156"/>
                  <a:gd name="T21" fmla="*/ 724 h 752"/>
                  <a:gd name="T22" fmla="*/ 135 w 156"/>
                  <a:gd name="T23" fmla="*/ 663 h 752"/>
                  <a:gd name="T24" fmla="*/ 123 w 156"/>
                  <a:gd name="T25" fmla="*/ 574 h 752"/>
                  <a:gd name="T26" fmla="*/ 111 w 156"/>
                  <a:gd name="T27" fmla="*/ 463 h 752"/>
                  <a:gd name="T28" fmla="*/ 104 w 156"/>
                  <a:gd name="T29" fmla="*/ 342 h 752"/>
                  <a:gd name="T30" fmla="*/ 107 w 156"/>
                  <a:gd name="T31" fmla="*/ 220 h 752"/>
                  <a:gd name="T32" fmla="*/ 124 w 156"/>
                  <a:gd name="T33" fmla="*/ 106 h 752"/>
                  <a:gd name="T34" fmla="*/ 156 w 156"/>
                  <a:gd name="T35" fmla="*/ 9 h 752"/>
                  <a:gd name="T36" fmla="*/ 156 w 156"/>
                  <a:gd name="T37" fmla="*/ 8 h 752"/>
                  <a:gd name="T38" fmla="*/ 156 w 156"/>
                  <a:gd name="T39" fmla="*/ 6 h 752"/>
                  <a:gd name="T40" fmla="*/ 154 w 156"/>
                  <a:gd name="T41" fmla="*/ 4 h 752"/>
                  <a:gd name="T42" fmla="*/ 147 w 156"/>
                  <a:gd name="T43" fmla="*/ 0 h 752"/>
                  <a:gd name="T44" fmla="*/ 134 w 156"/>
                  <a:gd name="T45" fmla="*/ 0 h 752"/>
                  <a:gd name="T46" fmla="*/ 115 w 156"/>
                  <a:gd name="T47" fmla="*/ 1 h 752"/>
                  <a:gd name="T48" fmla="*/ 87 w 156"/>
                  <a:gd name="T49" fmla="*/ 7 h 752"/>
                  <a:gd name="T50" fmla="*/ 48 w 156"/>
                  <a:gd name="T51" fmla="*/ 15 h 7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56" h="752">
                    <a:moveTo>
                      <a:pt x="48" y="15"/>
                    </a:moveTo>
                    <a:lnTo>
                      <a:pt x="44" y="30"/>
                    </a:lnTo>
                    <a:lnTo>
                      <a:pt x="33" y="73"/>
                    </a:lnTo>
                    <a:lnTo>
                      <a:pt x="19" y="140"/>
                    </a:lnTo>
                    <a:lnTo>
                      <a:pt x="7" y="229"/>
                    </a:lnTo>
                    <a:lnTo>
                      <a:pt x="0" y="337"/>
                    </a:lnTo>
                    <a:lnTo>
                      <a:pt x="1" y="462"/>
                    </a:lnTo>
                    <a:lnTo>
                      <a:pt x="14" y="602"/>
                    </a:lnTo>
                    <a:lnTo>
                      <a:pt x="43" y="752"/>
                    </a:lnTo>
                    <a:lnTo>
                      <a:pt x="150" y="746"/>
                    </a:lnTo>
                    <a:lnTo>
                      <a:pt x="146" y="724"/>
                    </a:lnTo>
                    <a:lnTo>
                      <a:pt x="135" y="663"/>
                    </a:lnTo>
                    <a:lnTo>
                      <a:pt x="123" y="574"/>
                    </a:lnTo>
                    <a:lnTo>
                      <a:pt x="111" y="463"/>
                    </a:lnTo>
                    <a:lnTo>
                      <a:pt x="104" y="342"/>
                    </a:lnTo>
                    <a:lnTo>
                      <a:pt x="107" y="220"/>
                    </a:lnTo>
                    <a:lnTo>
                      <a:pt x="124" y="106"/>
                    </a:lnTo>
                    <a:lnTo>
                      <a:pt x="156" y="9"/>
                    </a:lnTo>
                    <a:lnTo>
                      <a:pt x="156" y="8"/>
                    </a:lnTo>
                    <a:lnTo>
                      <a:pt x="156" y="6"/>
                    </a:lnTo>
                    <a:lnTo>
                      <a:pt x="154" y="4"/>
                    </a:lnTo>
                    <a:lnTo>
                      <a:pt x="147" y="0"/>
                    </a:lnTo>
                    <a:lnTo>
                      <a:pt x="134" y="0"/>
                    </a:lnTo>
                    <a:lnTo>
                      <a:pt x="115" y="1"/>
                    </a:lnTo>
                    <a:lnTo>
                      <a:pt x="87" y="7"/>
                    </a:lnTo>
                    <a:lnTo>
                      <a:pt x="48" y="15"/>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21" name="Freeform 148"/>
              <p:cNvSpPr>
                <a:spLocks/>
              </p:cNvSpPr>
              <p:nvPr/>
            </p:nvSpPr>
            <p:spPr bwMode="auto">
              <a:xfrm>
                <a:off x="7205" y="13498"/>
                <a:ext cx="212" cy="839"/>
              </a:xfrm>
              <a:custGeom>
                <a:avLst/>
                <a:gdLst>
                  <a:gd name="T0" fmla="*/ 212 w 212"/>
                  <a:gd name="T1" fmla="*/ 6 h 839"/>
                  <a:gd name="T2" fmla="*/ 206 w 212"/>
                  <a:gd name="T3" fmla="*/ 11 h 839"/>
                  <a:gd name="T4" fmla="*/ 192 w 212"/>
                  <a:gd name="T5" fmla="*/ 33 h 839"/>
                  <a:gd name="T6" fmla="*/ 174 w 212"/>
                  <a:gd name="T7" fmla="*/ 77 h 839"/>
                  <a:gd name="T8" fmla="*/ 156 w 212"/>
                  <a:gd name="T9" fmla="*/ 148 h 839"/>
                  <a:gd name="T10" fmla="*/ 141 w 212"/>
                  <a:gd name="T11" fmla="*/ 254 h 839"/>
                  <a:gd name="T12" fmla="*/ 133 w 212"/>
                  <a:gd name="T13" fmla="*/ 401 h 839"/>
                  <a:gd name="T14" fmla="*/ 137 w 212"/>
                  <a:gd name="T15" fmla="*/ 593 h 839"/>
                  <a:gd name="T16" fmla="*/ 158 w 212"/>
                  <a:gd name="T17" fmla="*/ 839 h 839"/>
                  <a:gd name="T18" fmla="*/ 38 w 212"/>
                  <a:gd name="T19" fmla="*/ 839 h 839"/>
                  <a:gd name="T20" fmla="*/ 34 w 212"/>
                  <a:gd name="T21" fmla="*/ 814 h 839"/>
                  <a:gd name="T22" fmla="*/ 24 w 212"/>
                  <a:gd name="T23" fmla="*/ 746 h 839"/>
                  <a:gd name="T24" fmla="*/ 12 w 212"/>
                  <a:gd name="T25" fmla="*/ 645 h 839"/>
                  <a:gd name="T26" fmla="*/ 3 w 212"/>
                  <a:gd name="T27" fmla="*/ 521 h 839"/>
                  <a:gd name="T28" fmla="*/ 0 w 212"/>
                  <a:gd name="T29" fmla="*/ 384 h 839"/>
                  <a:gd name="T30" fmla="*/ 6 w 212"/>
                  <a:gd name="T31" fmla="*/ 244 h 839"/>
                  <a:gd name="T32" fmla="*/ 29 w 212"/>
                  <a:gd name="T33" fmla="*/ 114 h 839"/>
                  <a:gd name="T34" fmla="*/ 68 w 212"/>
                  <a:gd name="T35" fmla="*/ 0 h 839"/>
                  <a:gd name="T36" fmla="*/ 212 w 212"/>
                  <a:gd name="T37" fmla="*/ 6 h 8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12" h="839">
                    <a:moveTo>
                      <a:pt x="212" y="6"/>
                    </a:moveTo>
                    <a:lnTo>
                      <a:pt x="206" y="11"/>
                    </a:lnTo>
                    <a:lnTo>
                      <a:pt x="192" y="33"/>
                    </a:lnTo>
                    <a:lnTo>
                      <a:pt x="174" y="77"/>
                    </a:lnTo>
                    <a:lnTo>
                      <a:pt x="156" y="148"/>
                    </a:lnTo>
                    <a:lnTo>
                      <a:pt x="141" y="254"/>
                    </a:lnTo>
                    <a:lnTo>
                      <a:pt x="133" y="401"/>
                    </a:lnTo>
                    <a:lnTo>
                      <a:pt x="137" y="593"/>
                    </a:lnTo>
                    <a:lnTo>
                      <a:pt x="158" y="839"/>
                    </a:lnTo>
                    <a:lnTo>
                      <a:pt x="38" y="839"/>
                    </a:lnTo>
                    <a:lnTo>
                      <a:pt x="34" y="814"/>
                    </a:lnTo>
                    <a:lnTo>
                      <a:pt x="24" y="746"/>
                    </a:lnTo>
                    <a:lnTo>
                      <a:pt x="12" y="645"/>
                    </a:lnTo>
                    <a:lnTo>
                      <a:pt x="3" y="521"/>
                    </a:lnTo>
                    <a:lnTo>
                      <a:pt x="0" y="384"/>
                    </a:lnTo>
                    <a:lnTo>
                      <a:pt x="6" y="244"/>
                    </a:lnTo>
                    <a:lnTo>
                      <a:pt x="29" y="114"/>
                    </a:lnTo>
                    <a:lnTo>
                      <a:pt x="68" y="0"/>
                    </a:lnTo>
                    <a:lnTo>
                      <a:pt x="212" y="6"/>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22" name="Freeform 149"/>
              <p:cNvSpPr>
                <a:spLocks/>
              </p:cNvSpPr>
              <p:nvPr/>
            </p:nvSpPr>
            <p:spPr bwMode="auto">
              <a:xfrm>
                <a:off x="6406" y="13636"/>
                <a:ext cx="137" cy="656"/>
              </a:xfrm>
              <a:custGeom>
                <a:avLst/>
                <a:gdLst>
                  <a:gd name="T0" fmla="*/ 43 w 137"/>
                  <a:gd name="T1" fmla="*/ 12 h 656"/>
                  <a:gd name="T2" fmla="*/ 39 w 137"/>
                  <a:gd name="T3" fmla="*/ 25 h 656"/>
                  <a:gd name="T4" fmla="*/ 30 w 137"/>
                  <a:gd name="T5" fmla="*/ 62 h 656"/>
                  <a:gd name="T6" fmla="*/ 19 w 137"/>
                  <a:gd name="T7" fmla="*/ 122 h 656"/>
                  <a:gd name="T8" fmla="*/ 7 w 137"/>
                  <a:gd name="T9" fmla="*/ 199 h 656"/>
                  <a:gd name="T10" fmla="*/ 0 w 137"/>
                  <a:gd name="T11" fmla="*/ 294 h 656"/>
                  <a:gd name="T12" fmla="*/ 1 w 137"/>
                  <a:gd name="T13" fmla="*/ 403 h 656"/>
                  <a:gd name="T14" fmla="*/ 12 w 137"/>
                  <a:gd name="T15" fmla="*/ 524 h 656"/>
                  <a:gd name="T16" fmla="*/ 38 w 137"/>
                  <a:gd name="T17" fmla="*/ 656 h 656"/>
                  <a:gd name="T18" fmla="*/ 132 w 137"/>
                  <a:gd name="T19" fmla="*/ 650 h 656"/>
                  <a:gd name="T20" fmla="*/ 127 w 137"/>
                  <a:gd name="T21" fmla="*/ 631 h 656"/>
                  <a:gd name="T22" fmla="*/ 119 w 137"/>
                  <a:gd name="T23" fmla="*/ 578 h 656"/>
                  <a:gd name="T24" fmla="*/ 107 w 137"/>
                  <a:gd name="T25" fmla="*/ 499 h 656"/>
                  <a:gd name="T26" fmla="*/ 97 w 137"/>
                  <a:gd name="T27" fmla="*/ 403 h 656"/>
                  <a:gd name="T28" fmla="*/ 92 w 137"/>
                  <a:gd name="T29" fmla="*/ 297 h 656"/>
                  <a:gd name="T30" fmla="*/ 94 w 137"/>
                  <a:gd name="T31" fmla="*/ 192 h 656"/>
                  <a:gd name="T32" fmla="*/ 108 w 137"/>
                  <a:gd name="T33" fmla="*/ 91 h 656"/>
                  <a:gd name="T34" fmla="*/ 137 w 137"/>
                  <a:gd name="T35" fmla="*/ 7 h 656"/>
                  <a:gd name="T36" fmla="*/ 137 w 137"/>
                  <a:gd name="T37" fmla="*/ 6 h 656"/>
                  <a:gd name="T38" fmla="*/ 137 w 137"/>
                  <a:gd name="T39" fmla="*/ 4 h 656"/>
                  <a:gd name="T40" fmla="*/ 135 w 137"/>
                  <a:gd name="T41" fmla="*/ 2 h 656"/>
                  <a:gd name="T42" fmla="*/ 129 w 137"/>
                  <a:gd name="T43" fmla="*/ 0 h 656"/>
                  <a:gd name="T44" fmla="*/ 119 w 137"/>
                  <a:gd name="T45" fmla="*/ 0 h 656"/>
                  <a:gd name="T46" fmla="*/ 101 w 137"/>
                  <a:gd name="T47" fmla="*/ 1 h 656"/>
                  <a:gd name="T48" fmla="*/ 77 w 137"/>
                  <a:gd name="T49" fmla="*/ 5 h 656"/>
                  <a:gd name="T50" fmla="*/ 43 w 137"/>
                  <a:gd name="T51" fmla="*/ 12 h 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7" h="656">
                    <a:moveTo>
                      <a:pt x="43" y="12"/>
                    </a:moveTo>
                    <a:lnTo>
                      <a:pt x="39" y="25"/>
                    </a:lnTo>
                    <a:lnTo>
                      <a:pt x="30" y="62"/>
                    </a:lnTo>
                    <a:lnTo>
                      <a:pt x="19" y="122"/>
                    </a:lnTo>
                    <a:lnTo>
                      <a:pt x="7" y="199"/>
                    </a:lnTo>
                    <a:lnTo>
                      <a:pt x="0" y="294"/>
                    </a:lnTo>
                    <a:lnTo>
                      <a:pt x="1" y="403"/>
                    </a:lnTo>
                    <a:lnTo>
                      <a:pt x="12" y="524"/>
                    </a:lnTo>
                    <a:lnTo>
                      <a:pt x="38" y="656"/>
                    </a:lnTo>
                    <a:lnTo>
                      <a:pt x="132" y="650"/>
                    </a:lnTo>
                    <a:lnTo>
                      <a:pt x="127" y="631"/>
                    </a:lnTo>
                    <a:lnTo>
                      <a:pt x="119" y="578"/>
                    </a:lnTo>
                    <a:lnTo>
                      <a:pt x="107" y="499"/>
                    </a:lnTo>
                    <a:lnTo>
                      <a:pt x="97" y="403"/>
                    </a:lnTo>
                    <a:lnTo>
                      <a:pt x="92" y="297"/>
                    </a:lnTo>
                    <a:lnTo>
                      <a:pt x="94" y="192"/>
                    </a:lnTo>
                    <a:lnTo>
                      <a:pt x="108" y="91"/>
                    </a:lnTo>
                    <a:lnTo>
                      <a:pt x="137" y="7"/>
                    </a:lnTo>
                    <a:lnTo>
                      <a:pt x="137" y="6"/>
                    </a:lnTo>
                    <a:lnTo>
                      <a:pt x="137" y="4"/>
                    </a:lnTo>
                    <a:lnTo>
                      <a:pt x="135" y="2"/>
                    </a:lnTo>
                    <a:lnTo>
                      <a:pt x="129" y="0"/>
                    </a:lnTo>
                    <a:lnTo>
                      <a:pt x="119" y="0"/>
                    </a:lnTo>
                    <a:lnTo>
                      <a:pt x="101" y="1"/>
                    </a:lnTo>
                    <a:lnTo>
                      <a:pt x="77" y="5"/>
                    </a:lnTo>
                    <a:lnTo>
                      <a:pt x="43" y="12"/>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23" name="Freeform 150"/>
              <p:cNvSpPr>
                <a:spLocks/>
              </p:cNvSpPr>
              <p:nvPr/>
            </p:nvSpPr>
            <p:spPr bwMode="auto">
              <a:xfrm>
                <a:off x="6412" y="13680"/>
                <a:ext cx="116" cy="560"/>
              </a:xfrm>
              <a:custGeom>
                <a:avLst/>
                <a:gdLst>
                  <a:gd name="T0" fmla="*/ 36 w 116"/>
                  <a:gd name="T1" fmla="*/ 11 h 560"/>
                  <a:gd name="T2" fmla="*/ 33 w 116"/>
                  <a:gd name="T3" fmla="*/ 21 h 560"/>
                  <a:gd name="T4" fmla="*/ 24 w 116"/>
                  <a:gd name="T5" fmla="*/ 53 h 560"/>
                  <a:gd name="T6" fmla="*/ 15 w 116"/>
                  <a:gd name="T7" fmla="*/ 103 h 560"/>
                  <a:gd name="T8" fmla="*/ 5 w 116"/>
                  <a:gd name="T9" fmla="*/ 169 h 560"/>
                  <a:gd name="T10" fmla="*/ 0 w 116"/>
                  <a:gd name="T11" fmla="*/ 250 h 560"/>
                  <a:gd name="T12" fmla="*/ 1 w 116"/>
                  <a:gd name="T13" fmla="*/ 344 h 560"/>
                  <a:gd name="T14" fmla="*/ 10 w 116"/>
                  <a:gd name="T15" fmla="*/ 448 h 560"/>
                  <a:gd name="T16" fmla="*/ 32 w 116"/>
                  <a:gd name="T17" fmla="*/ 560 h 560"/>
                  <a:gd name="T18" fmla="*/ 112 w 116"/>
                  <a:gd name="T19" fmla="*/ 555 h 560"/>
                  <a:gd name="T20" fmla="*/ 108 w 116"/>
                  <a:gd name="T21" fmla="*/ 538 h 560"/>
                  <a:gd name="T22" fmla="*/ 101 w 116"/>
                  <a:gd name="T23" fmla="*/ 493 h 560"/>
                  <a:gd name="T24" fmla="*/ 91 w 116"/>
                  <a:gd name="T25" fmla="*/ 426 h 560"/>
                  <a:gd name="T26" fmla="*/ 82 w 116"/>
                  <a:gd name="T27" fmla="*/ 344 h 560"/>
                  <a:gd name="T28" fmla="*/ 77 w 116"/>
                  <a:gd name="T29" fmla="*/ 255 h 560"/>
                  <a:gd name="T30" fmla="*/ 79 w 116"/>
                  <a:gd name="T31" fmla="*/ 164 h 560"/>
                  <a:gd name="T32" fmla="*/ 91 w 116"/>
                  <a:gd name="T33" fmla="*/ 79 h 560"/>
                  <a:gd name="T34" fmla="*/ 116 w 116"/>
                  <a:gd name="T35" fmla="*/ 6 h 560"/>
                  <a:gd name="T36" fmla="*/ 116 w 116"/>
                  <a:gd name="T37" fmla="*/ 5 h 560"/>
                  <a:gd name="T38" fmla="*/ 116 w 116"/>
                  <a:gd name="T39" fmla="*/ 4 h 560"/>
                  <a:gd name="T40" fmla="*/ 114 w 116"/>
                  <a:gd name="T41" fmla="*/ 2 h 560"/>
                  <a:gd name="T42" fmla="*/ 109 w 116"/>
                  <a:gd name="T43" fmla="*/ 0 h 560"/>
                  <a:gd name="T44" fmla="*/ 100 w 116"/>
                  <a:gd name="T45" fmla="*/ 0 h 560"/>
                  <a:gd name="T46" fmla="*/ 86 w 116"/>
                  <a:gd name="T47" fmla="*/ 1 h 560"/>
                  <a:gd name="T48" fmla="*/ 65 w 116"/>
                  <a:gd name="T49" fmla="*/ 4 h 560"/>
                  <a:gd name="T50" fmla="*/ 36 w 116"/>
                  <a:gd name="T51" fmla="*/ 11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6" h="560">
                    <a:moveTo>
                      <a:pt x="36" y="11"/>
                    </a:moveTo>
                    <a:lnTo>
                      <a:pt x="33" y="21"/>
                    </a:lnTo>
                    <a:lnTo>
                      <a:pt x="24" y="53"/>
                    </a:lnTo>
                    <a:lnTo>
                      <a:pt x="15" y="103"/>
                    </a:lnTo>
                    <a:lnTo>
                      <a:pt x="5" y="169"/>
                    </a:lnTo>
                    <a:lnTo>
                      <a:pt x="0" y="250"/>
                    </a:lnTo>
                    <a:lnTo>
                      <a:pt x="1" y="344"/>
                    </a:lnTo>
                    <a:lnTo>
                      <a:pt x="10" y="448"/>
                    </a:lnTo>
                    <a:lnTo>
                      <a:pt x="32" y="560"/>
                    </a:lnTo>
                    <a:lnTo>
                      <a:pt x="112" y="555"/>
                    </a:lnTo>
                    <a:lnTo>
                      <a:pt x="108" y="538"/>
                    </a:lnTo>
                    <a:lnTo>
                      <a:pt x="101" y="493"/>
                    </a:lnTo>
                    <a:lnTo>
                      <a:pt x="91" y="426"/>
                    </a:lnTo>
                    <a:lnTo>
                      <a:pt x="82" y="344"/>
                    </a:lnTo>
                    <a:lnTo>
                      <a:pt x="77" y="255"/>
                    </a:lnTo>
                    <a:lnTo>
                      <a:pt x="79" y="164"/>
                    </a:lnTo>
                    <a:lnTo>
                      <a:pt x="91" y="79"/>
                    </a:lnTo>
                    <a:lnTo>
                      <a:pt x="116" y="6"/>
                    </a:lnTo>
                    <a:lnTo>
                      <a:pt x="116" y="5"/>
                    </a:lnTo>
                    <a:lnTo>
                      <a:pt x="116" y="4"/>
                    </a:lnTo>
                    <a:lnTo>
                      <a:pt x="114" y="2"/>
                    </a:lnTo>
                    <a:lnTo>
                      <a:pt x="109" y="0"/>
                    </a:lnTo>
                    <a:lnTo>
                      <a:pt x="100" y="0"/>
                    </a:lnTo>
                    <a:lnTo>
                      <a:pt x="86" y="1"/>
                    </a:lnTo>
                    <a:lnTo>
                      <a:pt x="65" y="4"/>
                    </a:lnTo>
                    <a:lnTo>
                      <a:pt x="36" y="1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24" name="Freeform 151"/>
              <p:cNvSpPr>
                <a:spLocks/>
              </p:cNvSpPr>
              <p:nvPr/>
            </p:nvSpPr>
            <p:spPr bwMode="auto">
              <a:xfrm>
                <a:off x="6417" y="13724"/>
                <a:ext cx="97" cy="463"/>
              </a:xfrm>
              <a:custGeom>
                <a:avLst/>
                <a:gdLst>
                  <a:gd name="T0" fmla="*/ 30 w 97"/>
                  <a:gd name="T1" fmla="*/ 9 h 463"/>
                  <a:gd name="T2" fmla="*/ 27 w 97"/>
                  <a:gd name="T3" fmla="*/ 17 h 463"/>
                  <a:gd name="T4" fmla="*/ 20 w 97"/>
                  <a:gd name="T5" fmla="*/ 44 h 463"/>
                  <a:gd name="T6" fmla="*/ 12 w 97"/>
                  <a:gd name="T7" fmla="*/ 85 h 463"/>
                  <a:gd name="T8" fmla="*/ 4 w 97"/>
                  <a:gd name="T9" fmla="*/ 140 h 463"/>
                  <a:gd name="T10" fmla="*/ 0 w 97"/>
                  <a:gd name="T11" fmla="*/ 207 h 463"/>
                  <a:gd name="T12" fmla="*/ 0 w 97"/>
                  <a:gd name="T13" fmla="*/ 285 h 463"/>
                  <a:gd name="T14" fmla="*/ 9 w 97"/>
                  <a:gd name="T15" fmla="*/ 370 h 463"/>
                  <a:gd name="T16" fmla="*/ 26 w 97"/>
                  <a:gd name="T17" fmla="*/ 463 h 463"/>
                  <a:gd name="T18" fmla="*/ 93 w 97"/>
                  <a:gd name="T19" fmla="*/ 460 h 463"/>
                  <a:gd name="T20" fmla="*/ 89 w 97"/>
                  <a:gd name="T21" fmla="*/ 446 h 463"/>
                  <a:gd name="T22" fmla="*/ 83 w 97"/>
                  <a:gd name="T23" fmla="*/ 408 h 463"/>
                  <a:gd name="T24" fmla="*/ 75 w 97"/>
                  <a:gd name="T25" fmla="*/ 353 h 463"/>
                  <a:gd name="T26" fmla="*/ 68 w 97"/>
                  <a:gd name="T27" fmla="*/ 285 h 463"/>
                  <a:gd name="T28" fmla="*/ 65 w 97"/>
                  <a:gd name="T29" fmla="*/ 211 h 463"/>
                  <a:gd name="T30" fmla="*/ 67 w 97"/>
                  <a:gd name="T31" fmla="*/ 136 h 463"/>
                  <a:gd name="T32" fmla="*/ 76 w 97"/>
                  <a:gd name="T33" fmla="*/ 65 h 463"/>
                  <a:gd name="T34" fmla="*/ 97 w 97"/>
                  <a:gd name="T35" fmla="*/ 5 h 463"/>
                  <a:gd name="T36" fmla="*/ 97 w 97"/>
                  <a:gd name="T37" fmla="*/ 4 h 463"/>
                  <a:gd name="T38" fmla="*/ 97 w 97"/>
                  <a:gd name="T39" fmla="*/ 3 h 463"/>
                  <a:gd name="T40" fmla="*/ 95 w 97"/>
                  <a:gd name="T41" fmla="*/ 1 h 463"/>
                  <a:gd name="T42" fmla="*/ 91 w 97"/>
                  <a:gd name="T43" fmla="*/ 0 h 463"/>
                  <a:gd name="T44" fmla="*/ 84 w 97"/>
                  <a:gd name="T45" fmla="*/ 0 h 463"/>
                  <a:gd name="T46" fmla="*/ 71 w 97"/>
                  <a:gd name="T47" fmla="*/ 0 h 463"/>
                  <a:gd name="T48" fmla="*/ 54 w 97"/>
                  <a:gd name="T49" fmla="*/ 3 h 463"/>
                  <a:gd name="T50" fmla="*/ 30 w 97"/>
                  <a:gd name="T51" fmla="*/ 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7" h="463">
                    <a:moveTo>
                      <a:pt x="30" y="9"/>
                    </a:moveTo>
                    <a:lnTo>
                      <a:pt x="27" y="17"/>
                    </a:lnTo>
                    <a:lnTo>
                      <a:pt x="20" y="44"/>
                    </a:lnTo>
                    <a:lnTo>
                      <a:pt x="12" y="85"/>
                    </a:lnTo>
                    <a:lnTo>
                      <a:pt x="4" y="140"/>
                    </a:lnTo>
                    <a:lnTo>
                      <a:pt x="0" y="207"/>
                    </a:lnTo>
                    <a:lnTo>
                      <a:pt x="0" y="285"/>
                    </a:lnTo>
                    <a:lnTo>
                      <a:pt x="9" y="370"/>
                    </a:lnTo>
                    <a:lnTo>
                      <a:pt x="26" y="463"/>
                    </a:lnTo>
                    <a:lnTo>
                      <a:pt x="93" y="460"/>
                    </a:lnTo>
                    <a:lnTo>
                      <a:pt x="89" y="446"/>
                    </a:lnTo>
                    <a:lnTo>
                      <a:pt x="83" y="408"/>
                    </a:lnTo>
                    <a:lnTo>
                      <a:pt x="75" y="353"/>
                    </a:lnTo>
                    <a:lnTo>
                      <a:pt x="68" y="285"/>
                    </a:lnTo>
                    <a:lnTo>
                      <a:pt x="65" y="211"/>
                    </a:lnTo>
                    <a:lnTo>
                      <a:pt x="67" y="136"/>
                    </a:lnTo>
                    <a:lnTo>
                      <a:pt x="76" y="65"/>
                    </a:lnTo>
                    <a:lnTo>
                      <a:pt x="97" y="5"/>
                    </a:lnTo>
                    <a:lnTo>
                      <a:pt x="97" y="4"/>
                    </a:lnTo>
                    <a:lnTo>
                      <a:pt x="97" y="3"/>
                    </a:lnTo>
                    <a:lnTo>
                      <a:pt x="95" y="1"/>
                    </a:lnTo>
                    <a:lnTo>
                      <a:pt x="91" y="0"/>
                    </a:lnTo>
                    <a:lnTo>
                      <a:pt x="84" y="0"/>
                    </a:lnTo>
                    <a:lnTo>
                      <a:pt x="71" y="0"/>
                    </a:lnTo>
                    <a:lnTo>
                      <a:pt x="54" y="3"/>
                    </a:lnTo>
                    <a:lnTo>
                      <a:pt x="30" y="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25" name="Freeform 152"/>
              <p:cNvSpPr>
                <a:spLocks/>
              </p:cNvSpPr>
              <p:nvPr/>
            </p:nvSpPr>
            <p:spPr bwMode="auto">
              <a:xfrm>
                <a:off x="6422" y="13768"/>
                <a:ext cx="77" cy="367"/>
              </a:xfrm>
              <a:custGeom>
                <a:avLst/>
                <a:gdLst>
                  <a:gd name="T0" fmla="*/ 24 w 77"/>
                  <a:gd name="T1" fmla="*/ 8 h 367"/>
                  <a:gd name="T2" fmla="*/ 22 w 77"/>
                  <a:gd name="T3" fmla="*/ 15 h 367"/>
                  <a:gd name="T4" fmla="*/ 17 w 77"/>
                  <a:gd name="T5" fmla="*/ 36 h 367"/>
                  <a:gd name="T6" fmla="*/ 10 w 77"/>
                  <a:gd name="T7" fmla="*/ 68 h 367"/>
                  <a:gd name="T8" fmla="*/ 4 w 77"/>
                  <a:gd name="T9" fmla="*/ 112 h 367"/>
                  <a:gd name="T10" fmla="*/ 0 w 77"/>
                  <a:gd name="T11" fmla="*/ 164 h 367"/>
                  <a:gd name="T12" fmla="*/ 0 w 77"/>
                  <a:gd name="T13" fmla="*/ 226 h 367"/>
                  <a:gd name="T14" fmla="*/ 7 w 77"/>
                  <a:gd name="T15" fmla="*/ 294 h 367"/>
                  <a:gd name="T16" fmla="*/ 21 w 77"/>
                  <a:gd name="T17" fmla="*/ 367 h 367"/>
                  <a:gd name="T18" fmla="*/ 74 w 77"/>
                  <a:gd name="T19" fmla="*/ 364 h 367"/>
                  <a:gd name="T20" fmla="*/ 71 w 77"/>
                  <a:gd name="T21" fmla="*/ 353 h 367"/>
                  <a:gd name="T22" fmla="*/ 66 w 77"/>
                  <a:gd name="T23" fmla="*/ 323 h 367"/>
                  <a:gd name="T24" fmla="*/ 60 w 77"/>
                  <a:gd name="T25" fmla="*/ 280 h 367"/>
                  <a:gd name="T26" fmla="*/ 54 w 77"/>
                  <a:gd name="T27" fmla="*/ 226 h 367"/>
                  <a:gd name="T28" fmla="*/ 51 w 77"/>
                  <a:gd name="T29" fmla="*/ 168 h 367"/>
                  <a:gd name="T30" fmla="*/ 53 w 77"/>
                  <a:gd name="T31" fmla="*/ 107 h 367"/>
                  <a:gd name="T32" fmla="*/ 61 w 77"/>
                  <a:gd name="T33" fmla="*/ 52 h 367"/>
                  <a:gd name="T34" fmla="*/ 77 w 77"/>
                  <a:gd name="T35" fmla="*/ 5 h 367"/>
                  <a:gd name="T36" fmla="*/ 77 w 77"/>
                  <a:gd name="T37" fmla="*/ 5 h 367"/>
                  <a:gd name="T38" fmla="*/ 77 w 77"/>
                  <a:gd name="T39" fmla="*/ 2 h 367"/>
                  <a:gd name="T40" fmla="*/ 76 w 77"/>
                  <a:gd name="T41" fmla="*/ 1 h 367"/>
                  <a:gd name="T42" fmla="*/ 72 w 77"/>
                  <a:gd name="T43" fmla="*/ 0 h 367"/>
                  <a:gd name="T44" fmla="*/ 66 w 77"/>
                  <a:gd name="T45" fmla="*/ 0 h 367"/>
                  <a:gd name="T46" fmla="*/ 56 w 77"/>
                  <a:gd name="T47" fmla="*/ 1 h 367"/>
                  <a:gd name="T48" fmla="*/ 43 w 77"/>
                  <a:gd name="T49" fmla="*/ 4 h 367"/>
                  <a:gd name="T50" fmla="*/ 24 w 77"/>
                  <a:gd name="T51" fmla="*/ 8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7" h="367">
                    <a:moveTo>
                      <a:pt x="24" y="8"/>
                    </a:moveTo>
                    <a:lnTo>
                      <a:pt x="22" y="15"/>
                    </a:lnTo>
                    <a:lnTo>
                      <a:pt x="17" y="36"/>
                    </a:lnTo>
                    <a:lnTo>
                      <a:pt x="10" y="68"/>
                    </a:lnTo>
                    <a:lnTo>
                      <a:pt x="4" y="112"/>
                    </a:lnTo>
                    <a:lnTo>
                      <a:pt x="0" y="164"/>
                    </a:lnTo>
                    <a:lnTo>
                      <a:pt x="0" y="226"/>
                    </a:lnTo>
                    <a:lnTo>
                      <a:pt x="7" y="294"/>
                    </a:lnTo>
                    <a:lnTo>
                      <a:pt x="21" y="367"/>
                    </a:lnTo>
                    <a:lnTo>
                      <a:pt x="74" y="364"/>
                    </a:lnTo>
                    <a:lnTo>
                      <a:pt x="71" y="353"/>
                    </a:lnTo>
                    <a:lnTo>
                      <a:pt x="66" y="323"/>
                    </a:lnTo>
                    <a:lnTo>
                      <a:pt x="60" y="280"/>
                    </a:lnTo>
                    <a:lnTo>
                      <a:pt x="54" y="226"/>
                    </a:lnTo>
                    <a:lnTo>
                      <a:pt x="51" y="168"/>
                    </a:lnTo>
                    <a:lnTo>
                      <a:pt x="53" y="107"/>
                    </a:lnTo>
                    <a:lnTo>
                      <a:pt x="61" y="52"/>
                    </a:lnTo>
                    <a:lnTo>
                      <a:pt x="77" y="5"/>
                    </a:lnTo>
                    <a:lnTo>
                      <a:pt x="77" y="5"/>
                    </a:lnTo>
                    <a:lnTo>
                      <a:pt x="77" y="2"/>
                    </a:lnTo>
                    <a:lnTo>
                      <a:pt x="76" y="1"/>
                    </a:lnTo>
                    <a:lnTo>
                      <a:pt x="72" y="0"/>
                    </a:lnTo>
                    <a:lnTo>
                      <a:pt x="66" y="0"/>
                    </a:lnTo>
                    <a:lnTo>
                      <a:pt x="56" y="1"/>
                    </a:lnTo>
                    <a:lnTo>
                      <a:pt x="43" y="4"/>
                    </a:lnTo>
                    <a:lnTo>
                      <a:pt x="24" y="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26" name="Freeform 153"/>
              <p:cNvSpPr>
                <a:spLocks/>
              </p:cNvSpPr>
              <p:nvPr/>
            </p:nvSpPr>
            <p:spPr bwMode="auto">
              <a:xfrm>
                <a:off x="6428" y="13813"/>
                <a:ext cx="56" cy="271"/>
              </a:xfrm>
              <a:custGeom>
                <a:avLst/>
                <a:gdLst>
                  <a:gd name="T0" fmla="*/ 17 w 56"/>
                  <a:gd name="T1" fmla="*/ 5 h 271"/>
                  <a:gd name="T2" fmla="*/ 16 w 56"/>
                  <a:gd name="T3" fmla="*/ 10 h 271"/>
                  <a:gd name="T4" fmla="*/ 12 w 56"/>
                  <a:gd name="T5" fmla="*/ 25 h 271"/>
                  <a:gd name="T6" fmla="*/ 6 w 56"/>
                  <a:gd name="T7" fmla="*/ 49 h 271"/>
                  <a:gd name="T8" fmla="*/ 2 w 56"/>
                  <a:gd name="T9" fmla="*/ 82 h 271"/>
                  <a:gd name="T10" fmla="*/ 0 w 56"/>
                  <a:gd name="T11" fmla="*/ 122 h 271"/>
                  <a:gd name="T12" fmla="*/ 0 w 56"/>
                  <a:gd name="T13" fmla="*/ 166 h 271"/>
                  <a:gd name="T14" fmla="*/ 4 w 56"/>
                  <a:gd name="T15" fmla="*/ 217 h 271"/>
                  <a:gd name="T16" fmla="*/ 15 w 56"/>
                  <a:gd name="T17" fmla="*/ 271 h 271"/>
                  <a:gd name="T18" fmla="*/ 54 w 56"/>
                  <a:gd name="T19" fmla="*/ 268 h 271"/>
                  <a:gd name="T20" fmla="*/ 52 w 56"/>
                  <a:gd name="T21" fmla="*/ 261 h 271"/>
                  <a:gd name="T22" fmla="*/ 48 w 56"/>
                  <a:gd name="T23" fmla="*/ 238 h 271"/>
                  <a:gd name="T24" fmla="*/ 44 w 56"/>
                  <a:gd name="T25" fmla="*/ 206 h 271"/>
                  <a:gd name="T26" fmla="*/ 40 w 56"/>
                  <a:gd name="T27" fmla="*/ 166 h 271"/>
                  <a:gd name="T28" fmla="*/ 37 w 56"/>
                  <a:gd name="T29" fmla="*/ 123 h 271"/>
                  <a:gd name="T30" fmla="*/ 39 w 56"/>
                  <a:gd name="T31" fmla="*/ 78 h 271"/>
                  <a:gd name="T32" fmla="*/ 44 w 56"/>
                  <a:gd name="T33" fmla="*/ 37 h 271"/>
                  <a:gd name="T34" fmla="*/ 56 w 56"/>
                  <a:gd name="T35" fmla="*/ 3 h 271"/>
                  <a:gd name="T36" fmla="*/ 56 w 56"/>
                  <a:gd name="T37" fmla="*/ 3 h 271"/>
                  <a:gd name="T38" fmla="*/ 56 w 56"/>
                  <a:gd name="T39" fmla="*/ 2 h 271"/>
                  <a:gd name="T40" fmla="*/ 55 w 56"/>
                  <a:gd name="T41" fmla="*/ 1 h 271"/>
                  <a:gd name="T42" fmla="*/ 52 w 56"/>
                  <a:gd name="T43" fmla="*/ 0 h 271"/>
                  <a:gd name="T44" fmla="*/ 48 w 56"/>
                  <a:gd name="T45" fmla="*/ 0 h 271"/>
                  <a:gd name="T46" fmla="*/ 42 w 56"/>
                  <a:gd name="T47" fmla="*/ 0 h 271"/>
                  <a:gd name="T48" fmla="*/ 31 w 56"/>
                  <a:gd name="T49" fmla="*/ 2 h 271"/>
                  <a:gd name="T50" fmla="*/ 17 w 56"/>
                  <a:gd name="T51" fmla="*/ 5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6" h="271">
                    <a:moveTo>
                      <a:pt x="17" y="5"/>
                    </a:moveTo>
                    <a:lnTo>
                      <a:pt x="16" y="10"/>
                    </a:lnTo>
                    <a:lnTo>
                      <a:pt x="12" y="25"/>
                    </a:lnTo>
                    <a:lnTo>
                      <a:pt x="6" y="49"/>
                    </a:lnTo>
                    <a:lnTo>
                      <a:pt x="2" y="82"/>
                    </a:lnTo>
                    <a:lnTo>
                      <a:pt x="0" y="122"/>
                    </a:lnTo>
                    <a:lnTo>
                      <a:pt x="0" y="166"/>
                    </a:lnTo>
                    <a:lnTo>
                      <a:pt x="4" y="217"/>
                    </a:lnTo>
                    <a:lnTo>
                      <a:pt x="15" y="271"/>
                    </a:lnTo>
                    <a:lnTo>
                      <a:pt x="54" y="268"/>
                    </a:lnTo>
                    <a:lnTo>
                      <a:pt x="52" y="261"/>
                    </a:lnTo>
                    <a:lnTo>
                      <a:pt x="48" y="238"/>
                    </a:lnTo>
                    <a:lnTo>
                      <a:pt x="44" y="206"/>
                    </a:lnTo>
                    <a:lnTo>
                      <a:pt x="40" y="166"/>
                    </a:lnTo>
                    <a:lnTo>
                      <a:pt x="37" y="123"/>
                    </a:lnTo>
                    <a:lnTo>
                      <a:pt x="39" y="78"/>
                    </a:lnTo>
                    <a:lnTo>
                      <a:pt x="44" y="37"/>
                    </a:lnTo>
                    <a:lnTo>
                      <a:pt x="56" y="3"/>
                    </a:lnTo>
                    <a:lnTo>
                      <a:pt x="56" y="3"/>
                    </a:lnTo>
                    <a:lnTo>
                      <a:pt x="56" y="2"/>
                    </a:lnTo>
                    <a:lnTo>
                      <a:pt x="55" y="1"/>
                    </a:lnTo>
                    <a:lnTo>
                      <a:pt x="52" y="0"/>
                    </a:lnTo>
                    <a:lnTo>
                      <a:pt x="48" y="0"/>
                    </a:lnTo>
                    <a:lnTo>
                      <a:pt x="42" y="0"/>
                    </a:lnTo>
                    <a:lnTo>
                      <a:pt x="31" y="2"/>
                    </a:lnTo>
                    <a:lnTo>
                      <a:pt x="17" y="5"/>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27" name="Freeform 154"/>
              <p:cNvSpPr>
                <a:spLocks/>
              </p:cNvSpPr>
              <p:nvPr/>
            </p:nvSpPr>
            <p:spPr bwMode="auto">
              <a:xfrm>
                <a:off x="7211" y="13549"/>
                <a:ext cx="186" cy="732"/>
              </a:xfrm>
              <a:custGeom>
                <a:avLst/>
                <a:gdLst>
                  <a:gd name="T0" fmla="*/ 186 w 186"/>
                  <a:gd name="T1" fmla="*/ 6 h 732"/>
                  <a:gd name="T2" fmla="*/ 182 w 186"/>
                  <a:gd name="T3" fmla="*/ 11 h 732"/>
                  <a:gd name="T4" fmla="*/ 169 w 186"/>
                  <a:gd name="T5" fmla="*/ 29 h 732"/>
                  <a:gd name="T6" fmla="*/ 153 w 186"/>
                  <a:gd name="T7" fmla="*/ 67 h 732"/>
                  <a:gd name="T8" fmla="*/ 137 w 186"/>
                  <a:gd name="T9" fmla="*/ 130 h 732"/>
                  <a:gd name="T10" fmla="*/ 124 w 186"/>
                  <a:gd name="T11" fmla="*/ 221 h 732"/>
                  <a:gd name="T12" fmla="*/ 117 w 186"/>
                  <a:gd name="T13" fmla="*/ 350 h 732"/>
                  <a:gd name="T14" fmla="*/ 122 w 186"/>
                  <a:gd name="T15" fmla="*/ 517 h 732"/>
                  <a:gd name="T16" fmla="*/ 139 w 186"/>
                  <a:gd name="T17" fmla="*/ 732 h 732"/>
                  <a:gd name="T18" fmla="*/ 34 w 186"/>
                  <a:gd name="T19" fmla="*/ 732 h 732"/>
                  <a:gd name="T20" fmla="*/ 31 w 186"/>
                  <a:gd name="T21" fmla="*/ 711 h 732"/>
                  <a:gd name="T22" fmla="*/ 22 w 186"/>
                  <a:gd name="T23" fmla="*/ 651 h 732"/>
                  <a:gd name="T24" fmla="*/ 12 w 186"/>
                  <a:gd name="T25" fmla="*/ 563 h 732"/>
                  <a:gd name="T26" fmla="*/ 3 w 186"/>
                  <a:gd name="T27" fmla="*/ 454 h 732"/>
                  <a:gd name="T28" fmla="*/ 0 w 186"/>
                  <a:gd name="T29" fmla="*/ 335 h 732"/>
                  <a:gd name="T30" fmla="*/ 6 w 186"/>
                  <a:gd name="T31" fmla="*/ 213 h 732"/>
                  <a:gd name="T32" fmla="*/ 25 w 186"/>
                  <a:gd name="T33" fmla="*/ 98 h 732"/>
                  <a:gd name="T34" fmla="*/ 60 w 186"/>
                  <a:gd name="T35" fmla="*/ 0 h 732"/>
                  <a:gd name="T36" fmla="*/ 186 w 186"/>
                  <a:gd name="T37" fmla="*/ 6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6" h="732">
                    <a:moveTo>
                      <a:pt x="186" y="6"/>
                    </a:moveTo>
                    <a:lnTo>
                      <a:pt x="182" y="11"/>
                    </a:lnTo>
                    <a:lnTo>
                      <a:pt x="169" y="29"/>
                    </a:lnTo>
                    <a:lnTo>
                      <a:pt x="153" y="67"/>
                    </a:lnTo>
                    <a:lnTo>
                      <a:pt x="137" y="130"/>
                    </a:lnTo>
                    <a:lnTo>
                      <a:pt x="124" y="221"/>
                    </a:lnTo>
                    <a:lnTo>
                      <a:pt x="117" y="350"/>
                    </a:lnTo>
                    <a:lnTo>
                      <a:pt x="122" y="517"/>
                    </a:lnTo>
                    <a:lnTo>
                      <a:pt x="139" y="732"/>
                    </a:lnTo>
                    <a:lnTo>
                      <a:pt x="34" y="732"/>
                    </a:lnTo>
                    <a:lnTo>
                      <a:pt x="31" y="711"/>
                    </a:lnTo>
                    <a:lnTo>
                      <a:pt x="22" y="651"/>
                    </a:lnTo>
                    <a:lnTo>
                      <a:pt x="12" y="563"/>
                    </a:lnTo>
                    <a:lnTo>
                      <a:pt x="3" y="454"/>
                    </a:lnTo>
                    <a:lnTo>
                      <a:pt x="0" y="335"/>
                    </a:lnTo>
                    <a:lnTo>
                      <a:pt x="6" y="213"/>
                    </a:lnTo>
                    <a:lnTo>
                      <a:pt x="25" y="98"/>
                    </a:lnTo>
                    <a:lnTo>
                      <a:pt x="60" y="0"/>
                    </a:lnTo>
                    <a:lnTo>
                      <a:pt x="186" y="6"/>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28" name="Freeform 155"/>
              <p:cNvSpPr>
                <a:spLocks/>
              </p:cNvSpPr>
              <p:nvPr/>
            </p:nvSpPr>
            <p:spPr bwMode="auto">
              <a:xfrm>
                <a:off x="7219" y="13600"/>
                <a:ext cx="158" cy="625"/>
              </a:xfrm>
              <a:custGeom>
                <a:avLst/>
                <a:gdLst>
                  <a:gd name="T0" fmla="*/ 158 w 158"/>
                  <a:gd name="T1" fmla="*/ 4 h 625"/>
                  <a:gd name="T2" fmla="*/ 153 w 158"/>
                  <a:gd name="T3" fmla="*/ 9 h 625"/>
                  <a:gd name="T4" fmla="*/ 144 w 158"/>
                  <a:gd name="T5" fmla="*/ 25 h 625"/>
                  <a:gd name="T6" fmla="*/ 130 w 158"/>
                  <a:gd name="T7" fmla="*/ 57 h 625"/>
                  <a:gd name="T8" fmla="*/ 116 w 158"/>
                  <a:gd name="T9" fmla="*/ 110 h 625"/>
                  <a:gd name="T10" fmla="*/ 105 w 158"/>
                  <a:gd name="T11" fmla="*/ 189 h 625"/>
                  <a:gd name="T12" fmla="*/ 100 w 158"/>
                  <a:gd name="T13" fmla="*/ 298 h 625"/>
                  <a:gd name="T14" fmla="*/ 103 w 158"/>
                  <a:gd name="T15" fmla="*/ 441 h 625"/>
                  <a:gd name="T16" fmla="*/ 118 w 158"/>
                  <a:gd name="T17" fmla="*/ 625 h 625"/>
                  <a:gd name="T18" fmla="*/ 29 w 158"/>
                  <a:gd name="T19" fmla="*/ 625 h 625"/>
                  <a:gd name="T20" fmla="*/ 25 w 158"/>
                  <a:gd name="T21" fmla="*/ 607 h 625"/>
                  <a:gd name="T22" fmla="*/ 18 w 158"/>
                  <a:gd name="T23" fmla="*/ 556 h 625"/>
                  <a:gd name="T24" fmla="*/ 9 w 158"/>
                  <a:gd name="T25" fmla="*/ 480 h 625"/>
                  <a:gd name="T26" fmla="*/ 2 w 158"/>
                  <a:gd name="T27" fmla="*/ 387 h 625"/>
                  <a:gd name="T28" fmla="*/ 0 w 158"/>
                  <a:gd name="T29" fmla="*/ 286 h 625"/>
                  <a:gd name="T30" fmla="*/ 5 w 158"/>
                  <a:gd name="T31" fmla="*/ 182 h 625"/>
                  <a:gd name="T32" fmla="*/ 21 w 158"/>
                  <a:gd name="T33" fmla="*/ 84 h 625"/>
                  <a:gd name="T34" fmla="*/ 51 w 158"/>
                  <a:gd name="T35" fmla="*/ 0 h 625"/>
                  <a:gd name="T36" fmla="*/ 158 w 158"/>
                  <a:gd name="T37" fmla="*/ 4 h 6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58" h="625">
                    <a:moveTo>
                      <a:pt x="158" y="4"/>
                    </a:moveTo>
                    <a:lnTo>
                      <a:pt x="153" y="9"/>
                    </a:lnTo>
                    <a:lnTo>
                      <a:pt x="144" y="25"/>
                    </a:lnTo>
                    <a:lnTo>
                      <a:pt x="130" y="57"/>
                    </a:lnTo>
                    <a:lnTo>
                      <a:pt x="116" y="110"/>
                    </a:lnTo>
                    <a:lnTo>
                      <a:pt x="105" y="189"/>
                    </a:lnTo>
                    <a:lnTo>
                      <a:pt x="100" y="298"/>
                    </a:lnTo>
                    <a:lnTo>
                      <a:pt x="103" y="441"/>
                    </a:lnTo>
                    <a:lnTo>
                      <a:pt x="118" y="625"/>
                    </a:lnTo>
                    <a:lnTo>
                      <a:pt x="29" y="625"/>
                    </a:lnTo>
                    <a:lnTo>
                      <a:pt x="25" y="607"/>
                    </a:lnTo>
                    <a:lnTo>
                      <a:pt x="18" y="556"/>
                    </a:lnTo>
                    <a:lnTo>
                      <a:pt x="9" y="480"/>
                    </a:lnTo>
                    <a:lnTo>
                      <a:pt x="2" y="387"/>
                    </a:lnTo>
                    <a:lnTo>
                      <a:pt x="0" y="286"/>
                    </a:lnTo>
                    <a:lnTo>
                      <a:pt x="5" y="182"/>
                    </a:lnTo>
                    <a:lnTo>
                      <a:pt x="21" y="84"/>
                    </a:lnTo>
                    <a:lnTo>
                      <a:pt x="51" y="0"/>
                    </a:lnTo>
                    <a:lnTo>
                      <a:pt x="158" y="4"/>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29" name="Freeform 156"/>
              <p:cNvSpPr>
                <a:spLocks/>
              </p:cNvSpPr>
              <p:nvPr/>
            </p:nvSpPr>
            <p:spPr bwMode="auto">
              <a:xfrm>
                <a:off x="7225" y="13651"/>
                <a:ext cx="131" cy="517"/>
              </a:xfrm>
              <a:custGeom>
                <a:avLst/>
                <a:gdLst>
                  <a:gd name="T0" fmla="*/ 131 w 131"/>
                  <a:gd name="T1" fmla="*/ 4 h 517"/>
                  <a:gd name="T2" fmla="*/ 128 w 131"/>
                  <a:gd name="T3" fmla="*/ 7 h 517"/>
                  <a:gd name="T4" fmla="*/ 119 w 131"/>
                  <a:gd name="T5" fmla="*/ 21 h 517"/>
                  <a:gd name="T6" fmla="*/ 109 w 131"/>
                  <a:gd name="T7" fmla="*/ 47 h 517"/>
                  <a:gd name="T8" fmla="*/ 97 w 131"/>
                  <a:gd name="T9" fmla="*/ 91 h 517"/>
                  <a:gd name="T10" fmla="*/ 88 w 131"/>
                  <a:gd name="T11" fmla="*/ 156 h 517"/>
                  <a:gd name="T12" fmla="*/ 84 w 131"/>
                  <a:gd name="T13" fmla="*/ 247 h 517"/>
                  <a:gd name="T14" fmla="*/ 86 w 131"/>
                  <a:gd name="T15" fmla="*/ 366 h 517"/>
                  <a:gd name="T16" fmla="*/ 99 w 131"/>
                  <a:gd name="T17" fmla="*/ 517 h 517"/>
                  <a:gd name="T18" fmla="*/ 25 w 131"/>
                  <a:gd name="T19" fmla="*/ 517 h 517"/>
                  <a:gd name="T20" fmla="*/ 23 w 131"/>
                  <a:gd name="T21" fmla="*/ 502 h 517"/>
                  <a:gd name="T22" fmla="*/ 16 w 131"/>
                  <a:gd name="T23" fmla="*/ 460 h 517"/>
                  <a:gd name="T24" fmla="*/ 9 w 131"/>
                  <a:gd name="T25" fmla="*/ 397 h 517"/>
                  <a:gd name="T26" fmla="*/ 2 w 131"/>
                  <a:gd name="T27" fmla="*/ 320 h 517"/>
                  <a:gd name="T28" fmla="*/ 0 w 131"/>
                  <a:gd name="T29" fmla="*/ 236 h 517"/>
                  <a:gd name="T30" fmla="*/ 4 w 131"/>
                  <a:gd name="T31" fmla="*/ 151 h 517"/>
                  <a:gd name="T32" fmla="*/ 18 w 131"/>
                  <a:gd name="T33" fmla="*/ 70 h 517"/>
                  <a:gd name="T34" fmla="*/ 43 w 131"/>
                  <a:gd name="T35" fmla="*/ 0 h 517"/>
                  <a:gd name="T36" fmla="*/ 131 w 131"/>
                  <a:gd name="T37" fmla="*/ 4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1" h="517">
                    <a:moveTo>
                      <a:pt x="131" y="4"/>
                    </a:moveTo>
                    <a:lnTo>
                      <a:pt x="128" y="7"/>
                    </a:lnTo>
                    <a:lnTo>
                      <a:pt x="119" y="21"/>
                    </a:lnTo>
                    <a:lnTo>
                      <a:pt x="109" y="47"/>
                    </a:lnTo>
                    <a:lnTo>
                      <a:pt x="97" y="91"/>
                    </a:lnTo>
                    <a:lnTo>
                      <a:pt x="88" y="156"/>
                    </a:lnTo>
                    <a:lnTo>
                      <a:pt x="84" y="247"/>
                    </a:lnTo>
                    <a:lnTo>
                      <a:pt x="86" y="366"/>
                    </a:lnTo>
                    <a:lnTo>
                      <a:pt x="99" y="517"/>
                    </a:lnTo>
                    <a:lnTo>
                      <a:pt x="25" y="517"/>
                    </a:lnTo>
                    <a:lnTo>
                      <a:pt x="23" y="502"/>
                    </a:lnTo>
                    <a:lnTo>
                      <a:pt x="16" y="460"/>
                    </a:lnTo>
                    <a:lnTo>
                      <a:pt x="9" y="397"/>
                    </a:lnTo>
                    <a:lnTo>
                      <a:pt x="2" y="320"/>
                    </a:lnTo>
                    <a:lnTo>
                      <a:pt x="0" y="236"/>
                    </a:lnTo>
                    <a:lnTo>
                      <a:pt x="4" y="151"/>
                    </a:lnTo>
                    <a:lnTo>
                      <a:pt x="18" y="70"/>
                    </a:lnTo>
                    <a:lnTo>
                      <a:pt x="43" y="0"/>
                    </a:lnTo>
                    <a:lnTo>
                      <a:pt x="131" y="4"/>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30" name="Freeform 157"/>
              <p:cNvSpPr>
                <a:spLocks/>
              </p:cNvSpPr>
              <p:nvPr/>
            </p:nvSpPr>
            <p:spPr bwMode="auto">
              <a:xfrm>
                <a:off x="7233" y="13701"/>
                <a:ext cx="104" cy="411"/>
              </a:xfrm>
              <a:custGeom>
                <a:avLst/>
                <a:gdLst>
                  <a:gd name="T0" fmla="*/ 104 w 104"/>
                  <a:gd name="T1" fmla="*/ 4 h 411"/>
                  <a:gd name="T2" fmla="*/ 101 w 104"/>
                  <a:gd name="T3" fmla="*/ 7 h 411"/>
                  <a:gd name="T4" fmla="*/ 94 w 104"/>
                  <a:gd name="T5" fmla="*/ 17 h 411"/>
                  <a:gd name="T6" fmla="*/ 86 w 104"/>
                  <a:gd name="T7" fmla="*/ 38 h 411"/>
                  <a:gd name="T8" fmla="*/ 76 w 104"/>
                  <a:gd name="T9" fmla="*/ 73 h 411"/>
                  <a:gd name="T10" fmla="*/ 69 w 104"/>
                  <a:gd name="T11" fmla="*/ 125 h 411"/>
                  <a:gd name="T12" fmla="*/ 65 w 104"/>
                  <a:gd name="T13" fmla="*/ 196 h 411"/>
                  <a:gd name="T14" fmla="*/ 67 w 104"/>
                  <a:gd name="T15" fmla="*/ 291 h 411"/>
                  <a:gd name="T16" fmla="*/ 77 w 104"/>
                  <a:gd name="T17" fmla="*/ 411 h 411"/>
                  <a:gd name="T18" fmla="*/ 19 w 104"/>
                  <a:gd name="T19" fmla="*/ 411 h 411"/>
                  <a:gd name="T20" fmla="*/ 17 w 104"/>
                  <a:gd name="T21" fmla="*/ 399 h 411"/>
                  <a:gd name="T22" fmla="*/ 11 w 104"/>
                  <a:gd name="T23" fmla="*/ 365 h 411"/>
                  <a:gd name="T24" fmla="*/ 6 w 104"/>
                  <a:gd name="T25" fmla="*/ 316 h 411"/>
                  <a:gd name="T26" fmla="*/ 2 w 104"/>
                  <a:gd name="T27" fmla="*/ 255 h 411"/>
                  <a:gd name="T28" fmla="*/ 0 w 104"/>
                  <a:gd name="T29" fmla="*/ 188 h 411"/>
                  <a:gd name="T30" fmla="*/ 4 w 104"/>
                  <a:gd name="T31" fmla="*/ 120 h 411"/>
                  <a:gd name="T32" fmla="*/ 15 w 104"/>
                  <a:gd name="T33" fmla="*/ 55 h 411"/>
                  <a:gd name="T34" fmla="*/ 34 w 104"/>
                  <a:gd name="T35" fmla="*/ 0 h 411"/>
                  <a:gd name="T36" fmla="*/ 104 w 104"/>
                  <a:gd name="T37" fmla="*/ 4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4" h="411">
                    <a:moveTo>
                      <a:pt x="104" y="4"/>
                    </a:moveTo>
                    <a:lnTo>
                      <a:pt x="101" y="7"/>
                    </a:lnTo>
                    <a:lnTo>
                      <a:pt x="94" y="17"/>
                    </a:lnTo>
                    <a:lnTo>
                      <a:pt x="86" y="38"/>
                    </a:lnTo>
                    <a:lnTo>
                      <a:pt x="76" y="73"/>
                    </a:lnTo>
                    <a:lnTo>
                      <a:pt x="69" y="125"/>
                    </a:lnTo>
                    <a:lnTo>
                      <a:pt x="65" y="196"/>
                    </a:lnTo>
                    <a:lnTo>
                      <a:pt x="67" y="291"/>
                    </a:lnTo>
                    <a:lnTo>
                      <a:pt x="77" y="411"/>
                    </a:lnTo>
                    <a:lnTo>
                      <a:pt x="19" y="411"/>
                    </a:lnTo>
                    <a:lnTo>
                      <a:pt x="17" y="399"/>
                    </a:lnTo>
                    <a:lnTo>
                      <a:pt x="11" y="365"/>
                    </a:lnTo>
                    <a:lnTo>
                      <a:pt x="6" y="316"/>
                    </a:lnTo>
                    <a:lnTo>
                      <a:pt x="2" y="255"/>
                    </a:lnTo>
                    <a:lnTo>
                      <a:pt x="0" y="188"/>
                    </a:lnTo>
                    <a:lnTo>
                      <a:pt x="4" y="120"/>
                    </a:lnTo>
                    <a:lnTo>
                      <a:pt x="15" y="55"/>
                    </a:lnTo>
                    <a:lnTo>
                      <a:pt x="34" y="0"/>
                    </a:lnTo>
                    <a:lnTo>
                      <a:pt x="104" y="4"/>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31" name="Freeform 158"/>
              <p:cNvSpPr>
                <a:spLocks/>
              </p:cNvSpPr>
              <p:nvPr/>
            </p:nvSpPr>
            <p:spPr bwMode="auto">
              <a:xfrm>
                <a:off x="7240" y="13752"/>
                <a:ext cx="76" cy="302"/>
              </a:xfrm>
              <a:custGeom>
                <a:avLst/>
                <a:gdLst>
                  <a:gd name="T0" fmla="*/ 76 w 76"/>
                  <a:gd name="T1" fmla="*/ 2 h 302"/>
                  <a:gd name="T2" fmla="*/ 74 w 76"/>
                  <a:gd name="T3" fmla="*/ 4 h 302"/>
                  <a:gd name="T4" fmla="*/ 70 w 76"/>
                  <a:gd name="T5" fmla="*/ 12 h 302"/>
                  <a:gd name="T6" fmla="*/ 62 w 76"/>
                  <a:gd name="T7" fmla="*/ 28 h 302"/>
                  <a:gd name="T8" fmla="*/ 56 w 76"/>
                  <a:gd name="T9" fmla="*/ 53 h 302"/>
                  <a:gd name="T10" fmla="*/ 51 w 76"/>
                  <a:gd name="T11" fmla="*/ 92 h 302"/>
                  <a:gd name="T12" fmla="*/ 49 w 76"/>
                  <a:gd name="T13" fmla="*/ 145 h 302"/>
                  <a:gd name="T14" fmla="*/ 50 w 76"/>
                  <a:gd name="T15" fmla="*/ 214 h 302"/>
                  <a:gd name="T16" fmla="*/ 57 w 76"/>
                  <a:gd name="T17" fmla="*/ 302 h 302"/>
                  <a:gd name="T18" fmla="*/ 14 w 76"/>
                  <a:gd name="T19" fmla="*/ 302 h 302"/>
                  <a:gd name="T20" fmla="*/ 13 w 76"/>
                  <a:gd name="T21" fmla="*/ 294 h 302"/>
                  <a:gd name="T22" fmla="*/ 9 w 76"/>
                  <a:gd name="T23" fmla="*/ 269 h 302"/>
                  <a:gd name="T24" fmla="*/ 4 w 76"/>
                  <a:gd name="T25" fmla="*/ 232 h 302"/>
                  <a:gd name="T26" fmla="*/ 1 w 76"/>
                  <a:gd name="T27" fmla="*/ 188 h 302"/>
                  <a:gd name="T28" fmla="*/ 0 w 76"/>
                  <a:gd name="T29" fmla="*/ 138 h 302"/>
                  <a:gd name="T30" fmla="*/ 2 w 76"/>
                  <a:gd name="T31" fmla="*/ 89 h 302"/>
                  <a:gd name="T32" fmla="*/ 10 w 76"/>
                  <a:gd name="T33" fmla="*/ 41 h 302"/>
                  <a:gd name="T34" fmla="*/ 25 w 76"/>
                  <a:gd name="T35" fmla="*/ 0 h 302"/>
                  <a:gd name="T36" fmla="*/ 76 w 76"/>
                  <a:gd name="T37" fmla="*/ 2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6" h="302">
                    <a:moveTo>
                      <a:pt x="76" y="2"/>
                    </a:moveTo>
                    <a:lnTo>
                      <a:pt x="74" y="4"/>
                    </a:lnTo>
                    <a:lnTo>
                      <a:pt x="70" y="12"/>
                    </a:lnTo>
                    <a:lnTo>
                      <a:pt x="62" y="28"/>
                    </a:lnTo>
                    <a:lnTo>
                      <a:pt x="56" y="53"/>
                    </a:lnTo>
                    <a:lnTo>
                      <a:pt x="51" y="92"/>
                    </a:lnTo>
                    <a:lnTo>
                      <a:pt x="49" y="145"/>
                    </a:lnTo>
                    <a:lnTo>
                      <a:pt x="50" y="214"/>
                    </a:lnTo>
                    <a:lnTo>
                      <a:pt x="57" y="302"/>
                    </a:lnTo>
                    <a:lnTo>
                      <a:pt x="14" y="302"/>
                    </a:lnTo>
                    <a:lnTo>
                      <a:pt x="13" y="294"/>
                    </a:lnTo>
                    <a:lnTo>
                      <a:pt x="9" y="269"/>
                    </a:lnTo>
                    <a:lnTo>
                      <a:pt x="4" y="232"/>
                    </a:lnTo>
                    <a:lnTo>
                      <a:pt x="1" y="188"/>
                    </a:lnTo>
                    <a:lnTo>
                      <a:pt x="0" y="138"/>
                    </a:lnTo>
                    <a:lnTo>
                      <a:pt x="2" y="89"/>
                    </a:lnTo>
                    <a:lnTo>
                      <a:pt x="10" y="41"/>
                    </a:lnTo>
                    <a:lnTo>
                      <a:pt x="25" y="0"/>
                    </a:lnTo>
                    <a:lnTo>
                      <a:pt x="76" y="2"/>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32" name="Rectangle 159"/>
              <p:cNvSpPr>
                <a:spLocks noChangeArrowheads="1"/>
              </p:cNvSpPr>
              <p:nvPr/>
            </p:nvSpPr>
            <p:spPr bwMode="auto">
              <a:xfrm>
                <a:off x="6241" y="13678"/>
                <a:ext cx="23" cy="95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NZ"/>
              </a:p>
            </p:txBody>
          </p:sp>
          <p:sp>
            <p:nvSpPr>
              <p:cNvPr id="133" name="Freeform 160"/>
              <p:cNvSpPr>
                <a:spLocks/>
              </p:cNvSpPr>
              <p:nvPr/>
            </p:nvSpPr>
            <p:spPr bwMode="auto">
              <a:xfrm>
                <a:off x="6579" y="13664"/>
                <a:ext cx="375" cy="440"/>
              </a:xfrm>
              <a:custGeom>
                <a:avLst/>
                <a:gdLst>
                  <a:gd name="T0" fmla="*/ 35 w 375"/>
                  <a:gd name="T1" fmla="*/ 41 h 440"/>
                  <a:gd name="T2" fmla="*/ 32 w 375"/>
                  <a:gd name="T3" fmla="*/ 49 h 440"/>
                  <a:gd name="T4" fmla="*/ 25 w 375"/>
                  <a:gd name="T5" fmla="*/ 74 h 440"/>
                  <a:gd name="T6" fmla="*/ 17 w 375"/>
                  <a:gd name="T7" fmla="*/ 112 h 440"/>
                  <a:gd name="T8" fmla="*/ 8 w 375"/>
                  <a:gd name="T9" fmla="*/ 163 h 440"/>
                  <a:gd name="T10" fmla="*/ 2 w 375"/>
                  <a:gd name="T11" fmla="*/ 223 h 440"/>
                  <a:gd name="T12" fmla="*/ 0 w 375"/>
                  <a:gd name="T13" fmla="*/ 290 h 440"/>
                  <a:gd name="T14" fmla="*/ 7 w 375"/>
                  <a:gd name="T15" fmla="*/ 363 h 440"/>
                  <a:gd name="T16" fmla="*/ 23 w 375"/>
                  <a:gd name="T17" fmla="*/ 440 h 440"/>
                  <a:gd name="T18" fmla="*/ 23 w 375"/>
                  <a:gd name="T19" fmla="*/ 437 h 440"/>
                  <a:gd name="T20" fmla="*/ 23 w 375"/>
                  <a:gd name="T21" fmla="*/ 427 h 440"/>
                  <a:gd name="T22" fmla="*/ 23 w 375"/>
                  <a:gd name="T23" fmla="*/ 411 h 440"/>
                  <a:gd name="T24" fmla="*/ 23 w 375"/>
                  <a:gd name="T25" fmla="*/ 391 h 440"/>
                  <a:gd name="T26" fmla="*/ 25 w 375"/>
                  <a:gd name="T27" fmla="*/ 367 h 440"/>
                  <a:gd name="T28" fmla="*/ 28 w 375"/>
                  <a:gd name="T29" fmla="*/ 341 h 440"/>
                  <a:gd name="T30" fmla="*/ 33 w 375"/>
                  <a:gd name="T31" fmla="*/ 312 h 440"/>
                  <a:gd name="T32" fmla="*/ 39 w 375"/>
                  <a:gd name="T33" fmla="*/ 281 h 440"/>
                  <a:gd name="T34" fmla="*/ 49 w 375"/>
                  <a:gd name="T35" fmla="*/ 251 h 440"/>
                  <a:gd name="T36" fmla="*/ 61 w 375"/>
                  <a:gd name="T37" fmla="*/ 222 h 440"/>
                  <a:gd name="T38" fmla="*/ 75 w 375"/>
                  <a:gd name="T39" fmla="*/ 194 h 440"/>
                  <a:gd name="T40" fmla="*/ 93 w 375"/>
                  <a:gd name="T41" fmla="*/ 168 h 440"/>
                  <a:gd name="T42" fmla="*/ 116 w 375"/>
                  <a:gd name="T43" fmla="*/ 145 h 440"/>
                  <a:gd name="T44" fmla="*/ 141 w 375"/>
                  <a:gd name="T45" fmla="*/ 127 h 440"/>
                  <a:gd name="T46" fmla="*/ 173 w 375"/>
                  <a:gd name="T47" fmla="*/ 114 h 440"/>
                  <a:gd name="T48" fmla="*/ 208 w 375"/>
                  <a:gd name="T49" fmla="*/ 106 h 440"/>
                  <a:gd name="T50" fmla="*/ 210 w 375"/>
                  <a:gd name="T51" fmla="*/ 104 h 440"/>
                  <a:gd name="T52" fmla="*/ 217 w 375"/>
                  <a:gd name="T53" fmla="*/ 100 h 440"/>
                  <a:gd name="T54" fmla="*/ 227 w 375"/>
                  <a:gd name="T55" fmla="*/ 92 h 440"/>
                  <a:gd name="T56" fmla="*/ 245 w 375"/>
                  <a:gd name="T57" fmla="*/ 82 h 440"/>
                  <a:gd name="T58" fmla="*/ 267 w 375"/>
                  <a:gd name="T59" fmla="*/ 69 h 440"/>
                  <a:gd name="T60" fmla="*/ 296 w 375"/>
                  <a:gd name="T61" fmla="*/ 54 h 440"/>
                  <a:gd name="T62" fmla="*/ 332 w 375"/>
                  <a:gd name="T63" fmla="*/ 36 h 440"/>
                  <a:gd name="T64" fmla="*/ 375 w 375"/>
                  <a:gd name="T65" fmla="*/ 17 h 440"/>
                  <a:gd name="T66" fmla="*/ 373 w 375"/>
                  <a:gd name="T67" fmla="*/ 16 h 440"/>
                  <a:gd name="T68" fmla="*/ 366 w 375"/>
                  <a:gd name="T69" fmla="*/ 15 h 440"/>
                  <a:gd name="T70" fmla="*/ 357 w 375"/>
                  <a:gd name="T71" fmla="*/ 13 h 440"/>
                  <a:gd name="T72" fmla="*/ 343 w 375"/>
                  <a:gd name="T73" fmla="*/ 10 h 440"/>
                  <a:gd name="T74" fmla="*/ 326 w 375"/>
                  <a:gd name="T75" fmla="*/ 7 h 440"/>
                  <a:gd name="T76" fmla="*/ 307 w 375"/>
                  <a:gd name="T77" fmla="*/ 5 h 440"/>
                  <a:gd name="T78" fmla="*/ 285 w 375"/>
                  <a:gd name="T79" fmla="*/ 3 h 440"/>
                  <a:gd name="T80" fmla="*/ 261 w 375"/>
                  <a:gd name="T81" fmla="*/ 1 h 440"/>
                  <a:gd name="T82" fmla="*/ 235 w 375"/>
                  <a:gd name="T83" fmla="*/ 0 h 440"/>
                  <a:gd name="T84" fmla="*/ 208 w 375"/>
                  <a:gd name="T85" fmla="*/ 1 h 440"/>
                  <a:gd name="T86" fmla="*/ 180 w 375"/>
                  <a:gd name="T87" fmla="*/ 2 h 440"/>
                  <a:gd name="T88" fmla="*/ 151 w 375"/>
                  <a:gd name="T89" fmla="*/ 5 h 440"/>
                  <a:gd name="T90" fmla="*/ 122 w 375"/>
                  <a:gd name="T91" fmla="*/ 10 h 440"/>
                  <a:gd name="T92" fmla="*/ 92 w 375"/>
                  <a:gd name="T93" fmla="*/ 18 h 440"/>
                  <a:gd name="T94" fmla="*/ 63 w 375"/>
                  <a:gd name="T95" fmla="*/ 28 h 440"/>
                  <a:gd name="T96" fmla="*/ 35 w 375"/>
                  <a:gd name="T97" fmla="*/ 41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75" h="440">
                    <a:moveTo>
                      <a:pt x="35" y="41"/>
                    </a:moveTo>
                    <a:lnTo>
                      <a:pt x="32" y="49"/>
                    </a:lnTo>
                    <a:lnTo>
                      <a:pt x="25" y="74"/>
                    </a:lnTo>
                    <a:lnTo>
                      <a:pt x="17" y="112"/>
                    </a:lnTo>
                    <a:lnTo>
                      <a:pt x="8" y="163"/>
                    </a:lnTo>
                    <a:lnTo>
                      <a:pt x="2" y="223"/>
                    </a:lnTo>
                    <a:lnTo>
                      <a:pt x="0" y="290"/>
                    </a:lnTo>
                    <a:lnTo>
                      <a:pt x="7" y="363"/>
                    </a:lnTo>
                    <a:lnTo>
                      <a:pt x="23" y="440"/>
                    </a:lnTo>
                    <a:lnTo>
                      <a:pt x="23" y="437"/>
                    </a:lnTo>
                    <a:lnTo>
                      <a:pt x="23" y="427"/>
                    </a:lnTo>
                    <a:lnTo>
                      <a:pt x="23" y="411"/>
                    </a:lnTo>
                    <a:lnTo>
                      <a:pt x="23" y="391"/>
                    </a:lnTo>
                    <a:lnTo>
                      <a:pt x="25" y="367"/>
                    </a:lnTo>
                    <a:lnTo>
                      <a:pt x="28" y="341"/>
                    </a:lnTo>
                    <a:lnTo>
                      <a:pt x="33" y="312"/>
                    </a:lnTo>
                    <a:lnTo>
                      <a:pt x="39" y="281"/>
                    </a:lnTo>
                    <a:lnTo>
                      <a:pt x="49" y="251"/>
                    </a:lnTo>
                    <a:lnTo>
                      <a:pt x="61" y="222"/>
                    </a:lnTo>
                    <a:lnTo>
                      <a:pt x="75" y="194"/>
                    </a:lnTo>
                    <a:lnTo>
                      <a:pt x="93" y="168"/>
                    </a:lnTo>
                    <a:lnTo>
                      <a:pt x="116" y="145"/>
                    </a:lnTo>
                    <a:lnTo>
                      <a:pt x="141" y="127"/>
                    </a:lnTo>
                    <a:lnTo>
                      <a:pt x="173" y="114"/>
                    </a:lnTo>
                    <a:lnTo>
                      <a:pt x="208" y="106"/>
                    </a:lnTo>
                    <a:lnTo>
                      <a:pt x="210" y="104"/>
                    </a:lnTo>
                    <a:lnTo>
                      <a:pt x="217" y="100"/>
                    </a:lnTo>
                    <a:lnTo>
                      <a:pt x="227" y="92"/>
                    </a:lnTo>
                    <a:lnTo>
                      <a:pt x="245" y="82"/>
                    </a:lnTo>
                    <a:lnTo>
                      <a:pt x="267" y="69"/>
                    </a:lnTo>
                    <a:lnTo>
                      <a:pt x="296" y="54"/>
                    </a:lnTo>
                    <a:lnTo>
                      <a:pt x="332" y="36"/>
                    </a:lnTo>
                    <a:lnTo>
                      <a:pt x="375" y="17"/>
                    </a:lnTo>
                    <a:lnTo>
                      <a:pt x="373" y="16"/>
                    </a:lnTo>
                    <a:lnTo>
                      <a:pt x="366" y="15"/>
                    </a:lnTo>
                    <a:lnTo>
                      <a:pt x="357" y="13"/>
                    </a:lnTo>
                    <a:lnTo>
                      <a:pt x="343" y="10"/>
                    </a:lnTo>
                    <a:lnTo>
                      <a:pt x="326" y="7"/>
                    </a:lnTo>
                    <a:lnTo>
                      <a:pt x="307" y="5"/>
                    </a:lnTo>
                    <a:lnTo>
                      <a:pt x="285" y="3"/>
                    </a:lnTo>
                    <a:lnTo>
                      <a:pt x="261" y="1"/>
                    </a:lnTo>
                    <a:lnTo>
                      <a:pt x="235" y="0"/>
                    </a:lnTo>
                    <a:lnTo>
                      <a:pt x="208" y="1"/>
                    </a:lnTo>
                    <a:lnTo>
                      <a:pt x="180" y="2"/>
                    </a:lnTo>
                    <a:lnTo>
                      <a:pt x="151" y="5"/>
                    </a:lnTo>
                    <a:lnTo>
                      <a:pt x="122" y="10"/>
                    </a:lnTo>
                    <a:lnTo>
                      <a:pt x="92" y="18"/>
                    </a:lnTo>
                    <a:lnTo>
                      <a:pt x="63" y="28"/>
                    </a:lnTo>
                    <a:lnTo>
                      <a:pt x="35" y="4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34" name="Freeform 161"/>
              <p:cNvSpPr>
                <a:spLocks/>
              </p:cNvSpPr>
              <p:nvPr/>
            </p:nvSpPr>
            <p:spPr bwMode="auto">
              <a:xfrm>
                <a:off x="6061" y="13991"/>
                <a:ext cx="305" cy="83"/>
              </a:xfrm>
              <a:custGeom>
                <a:avLst/>
                <a:gdLst>
                  <a:gd name="T0" fmla="*/ 0 w 305"/>
                  <a:gd name="T1" fmla="*/ 53 h 83"/>
                  <a:gd name="T2" fmla="*/ 0 w 305"/>
                  <a:gd name="T3" fmla="*/ 52 h 83"/>
                  <a:gd name="T4" fmla="*/ 2 w 305"/>
                  <a:gd name="T5" fmla="*/ 48 h 83"/>
                  <a:gd name="T6" fmla="*/ 5 w 305"/>
                  <a:gd name="T7" fmla="*/ 44 h 83"/>
                  <a:gd name="T8" fmla="*/ 11 w 305"/>
                  <a:gd name="T9" fmla="*/ 37 h 83"/>
                  <a:gd name="T10" fmla="*/ 18 w 305"/>
                  <a:gd name="T11" fmla="*/ 31 h 83"/>
                  <a:gd name="T12" fmla="*/ 27 w 305"/>
                  <a:gd name="T13" fmla="*/ 25 h 83"/>
                  <a:gd name="T14" fmla="*/ 39 w 305"/>
                  <a:gd name="T15" fmla="*/ 18 h 83"/>
                  <a:gd name="T16" fmla="*/ 54 w 305"/>
                  <a:gd name="T17" fmla="*/ 12 h 83"/>
                  <a:gd name="T18" fmla="*/ 72 w 305"/>
                  <a:gd name="T19" fmla="*/ 6 h 83"/>
                  <a:gd name="T20" fmla="*/ 92 w 305"/>
                  <a:gd name="T21" fmla="*/ 2 h 83"/>
                  <a:gd name="T22" fmla="*/ 118 w 305"/>
                  <a:gd name="T23" fmla="*/ 0 h 83"/>
                  <a:gd name="T24" fmla="*/ 146 w 305"/>
                  <a:gd name="T25" fmla="*/ 0 h 83"/>
                  <a:gd name="T26" fmla="*/ 180 w 305"/>
                  <a:gd name="T27" fmla="*/ 2 h 83"/>
                  <a:gd name="T28" fmla="*/ 216 w 305"/>
                  <a:gd name="T29" fmla="*/ 7 h 83"/>
                  <a:gd name="T30" fmla="*/ 258 w 305"/>
                  <a:gd name="T31" fmla="*/ 16 h 83"/>
                  <a:gd name="T32" fmla="*/ 305 w 305"/>
                  <a:gd name="T33" fmla="*/ 29 h 83"/>
                  <a:gd name="T34" fmla="*/ 299 w 305"/>
                  <a:gd name="T35" fmla="*/ 47 h 83"/>
                  <a:gd name="T36" fmla="*/ 297 w 305"/>
                  <a:gd name="T37" fmla="*/ 46 h 83"/>
                  <a:gd name="T38" fmla="*/ 289 w 305"/>
                  <a:gd name="T39" fmla="*/ 44 h 83"/>
                  <a:gd name="T40" fmla="*/ 277 w 305"/>
                  <a:gd name="T41" fmla="*/ 41 h 83"/>
                  <a:gd name="T42" fmla="*/ 262 w 305"/>
                  <a:gd name="T43" fmla="*/ 36 h 83"/>
                  <a:gd name="T44" fmla="*/ 244 w 305"/>
                  <a:gd name="T45" fmla="*/ 32 h 83"/>
                  <a:gd name="T46" fmla="*/ 224 w 305"/>
                  <a:gd name="T47" fmla="*/ 28 h 83"/>
                  <a:gd name="T48" fmla="*/ 201 w 305"/>
                  <a:gd name="T49" fmla="*/ 25 h 83"/>
                  <a:gd name="T50" fmla="*/ 176 w 305"/>
                  <a:gd name="T51" fmla="*/ 22 h 83"/>
                  <a:gd name="T52" fmla="*/ 152 w 305"/>
                  <a:gd name="T53" fmla="*/ 21 h 83"/>
                  <a:gd name="T54" fmla="*/ 126 w 305"/>
                  <a:gd name="T55" fmla="*/ 21 h 83"/>
                  <a:gd name="T56" fmla="*/ 101 w 305"/>
                  <a:gd name="T57" fmla="*/ 23 h 83"/>
                  <a:gd name="T58" fmla="*/ 77 w 305"/>
                  <a:gd name="T59" fmla="*/ 29 h 83"/>
                  <a:gd name="T60" fmla="*/ 55 w 305"/>
                  <a:gd name="T61" fmla="*/ 37 h 83"/>
                  <a:gd name="T62" fmla="*/ 33 w 305"/>
                  <a:gd name="T63" fmla="*/ 48 h 83"/>
                  <a:gd name="T64" fmla="*/ 15 w 305"/>
                  <a:gd name="T65" fmla="*/ 63 h 83"/>
                  <a:gd name="T66" fmla="*/ 0 w 305"/>
                  <a:gd name="T67" fmla="*/ 83 h 83"/>
                  <a:gd name="T68" fmla="*/ 0 w 305"/>
                  <a:gd name="T69" fmla="*/ 5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5" h="83">
                    <a:moveTo>
                      <a:pt x="0" y="53"/>
                    </a:moveTo>
                    <a:lnTo>
                      <a:pt x="0" y="52"/>
                    </a:lnTo>
                    <a:lnTo>
                      <a:pt x="2" y="48"/>
                    </a:lnTo>
                    <a:lnTo>
                      <a:pt x="5" y="44"/>
                    </a:lnTo>
                    <a:lnTo>
                      <a:pt x="11" y="37"/>
                    </a:lnTo>
                    <a:lnTo>
                      <a:pt x="18" y="31"/>
                    </a:lnTo>
                    <a:lnTo>
                      <a:pt x="27" y="25"/>
                    </a:lnTo>
                    <a:lnTo>
                      <a:pt x="39" y="18"/>
                    </a:lnTo>
                    <a:lnTo>
                      <a:pt x="54" y="12"/>
                    </a:lnTo>
                    <a:lnTo>
                      <a:pt x="72" y="6"/>
                    </a:lnTo>
                    <a:lnTo>
                      <a:pt x="92" y="2"/>
                    </a:lnTo>
                    <a:lnTo>
                      <a:pt x="118" y="0"/>
                    </a:lnTo>
                    <a:lnTo>
                      <a:pt x="146" y="0"/>
                    </a:lnTo>
                    <a:lnTo>
                      <a:pt x="180" y="2"/>
                    </a:lnTo>
                    <a:lnTo>
                      <a:pt x="216" y="7"/>
                    </a:lnTo>
                    <a:lnTo>
                      <a:pt x="258" y="16"/>
                    </a:lnTo>
                    <a:lnTo>
                      <a:pt x="305" y="29"/>
                    </a:lnTo>
                    <a:lnTo>
                      <a:pt x="299" y="47"/>
                    </a:lnTo>
                    <a:lnTo>
                      <a:pt x="297" y="46"/>
                    </a:lnTo>
                    <a:lnTo>
                      <a:pt x="289" y="44"/>
                    </a:lnTo>
                    <a:lnTo>
                      <a:pt x="277" y="41"/>
                    </a:lnTo>
                    <a:lnTo>
                      <a:pt x="262" y="36"/>
                    </a:lnTo>
                    <a:lnTo>
                      <a:pt x="244" y="32"/>
                    </a:lnTo>
                    <a:lnTo>
                      <a:pt x="224" y="28"/>
                    </a:lnTo>
                    <a:lnTo>
                      <a:pt x="201" y="25"/>
                    </a:lnTo>
                    <a:lnTo>
                      <a:pt x="176" y="22"/>
                    </a:lnTo>
                    <a:lnTo>
                      <a:pt x="152" y="21"/>
                    </a:lnTo>
                    <a:lnTo>
                      <a:pt x="126" y="21"/>
                    </a:lnTo>
                    <a:lnTo>
                      <a:pt x="101" y="23"/>
                    </a:lnTo>
                    <a:lnTo>
                      <a:pt x="77" y="29"/>
                    </a:lnTo>
                    <a:lnTo>
                      <a:pt x="55" y="37"/>
                    </a:lnTo>
                    <a:lnTo>
                      <a:pt x="33" y="48"/>
                    </a:lnTo>
                    <a:lnTo>
                      <a:pt x="15" y="63"/>
                    </a:lnTo>
                    <a:lnTo>
                      <a:pt x="0" y="83"/>
                    </a:lnTo>
                    <a:lnTo>
                      <a:pt x="0" y="53"/>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35" name="Freeform 162"/>
              <p:cNvSpPr>
                <a:spLocks/>
              </p:cNvSpPr>
              <p:nvPr/>
            </p:nvSpPr>
            <p:spPr bwMode="auto">
              <a:xfrm>
                <a:off x="6061" y="13793"/>
                <a:ext cx="305" cy="83"/>
              </a:xfrm>
              <a:custGeom>
                <a:avLst/>
                <a:gdLst>
                  <a:gd name="T0" fmla="*/ 0 w 305"/>
                  <a:gd name="T1" fmla="*/ 53 h 83"/>
                  <a:gd name="T2" fmla="*/ 0 w 305"/>
                  <a:gd name="T3" fmla="*/ 52 h 83"/>
                  <a:gd name="T4" fmla="*/ 2 w 305"/>
                  <a:gd name="T5" fmla="*/ 49 h 83"/>
                  <a:gd name="T6" fmla="*/ 5 w 305"/>
                  <a:gd name="T7" fmla="*/ 44 h 83"/>
                  <a:gd name="T8" fmla="*/ 11 w 305"/>
                  <a:gd name="T9" fmla="*/ 38 h 83"/>
                  <a:gd name="T10" fmla="*/ 18 w 305"/>
                  <a:gd name="T11" fmla="*/ 31 h 83"/>
                  <a:gd name="T12" fmla="*/ 27 w 305"/>
                  <a:gd name="T13" fmla="*/ 25 h 83"/>
                  <a:gd name="T14" fmla="*/ 39 w 305"/>
                  <a:gd name="T15" fmla="*/ 17 h 83"/>
                  <a:gd name="T16" fmla="*/ 54 w 305"/>
                  <a:gd name="T17" fmla="*/ 12 h 83"/>
                  <a:gd name="T18" fmla="*/ 72 w 305"/>
                  <a:gd name="T19" fmla="*/ 7 h 83"/>
                  <a:gd name="T20" fmla="*/ 92 w 305"/>
                  <a:gd name="T21" fmla="*/ 2 h 83"/>
                  <a:gd name="T22" fmla="*/ 118 w 305"/>
                  <a:gd name="T23" fmla="*/ 0 h 83"/>
                  <a:gd name="T24" fmla="*/ 146 w 305"/>
                  <a:gd name="T25" fmla="*/ 0 h 83"/>
                  <a:gd name="T26" fmla="*/ 180 w 305"/>
                  <a:gd name="T27" fmla="*/ 2 h 83"/>
                  <a:gd name="T28" fmla="*/ 216 w 305"/>
                  <a:gd name="T29" fmla="*/ 8 h 83"/>
                  <a:gd name="T30" fmla="*/ 258 w 305"/>
                  <a:gd name="T31" fmla="*/ 16 h 83"/>
                  <a:gd name="T32" fmla="*/ 305 w 305"/>
                  <a:gd name="T33" fmla="*/ 29 h 83"/>
                  <a:gd name="T34" fmla="*/ 299 w 305"/>
                  <a:gd name="T35" fmla="*/ 47 h 83"/>
                  <a:gd name="T36" fmla="*/ 297 w 305"/>
                  <a:gd name="T37" fmla="*/ 45 h 83"/>
                  <a:gd name="T38" fmla="*/ 289 w 305"/>
                  <a:gd name="T39" fmla="*/ 43 h 83"/>
                  <a:gd name="T40" fmla="*/ 277 w 305"/>
                  <a:gd name="T41" fmla="*/ 40 h 83"/>
                  <a:gd name="T42" fmla="*/ 262 w 305"/>
                  <a:gd name="T43" fmla="*/ 36 h 83"/>
                  <a:gd name="T44" fmla="*/ 244 w 305"/>
                  <a:gd name="T45" fmla="*/ 33 h 83"/>
                  <a:gd name="T46" fmla="*/ 224 w 305"/>
                  <a:gd name="T47" fmla="*/ 28 h 83"/>
                  <a:gd name="T48" fmla="*/ 201 w 305"/>
                  <a:gd name="T49" fmla="*/ 25 h 83"/>
                  <a:gd name="T50" fmla="*/ 176 w 305"/>
                  <a:gd name="T51" fmla="*/ 22 h 83"/>
                  <a:gd name="T52" fmla="*/ 152 w 305"/>
                  <a:gd name="T53" fmla="*/ 21 h 83"/>
                  <a:gd name="T54" fmla="*/ 126 w 305"/>
                  <a:gd name="T55" fmla="*/ 22 h 83"/>
                  <a:gd name="T56" fmla="*/ 101 w 305"/>
                  <a:gd name="T57" fmla="*/ 24 h 83"/>
                  <a:gd name="T58" fmla="*/ 77 w 305"/>
                  <a:gd name="T59" fmla="*/ 29 h 83"/>
                  <a:gd name="T60" fmla="*/ 55 w 305"/>
                  <a:gd name="T61" fmla="*/ 38 h 83"/>
                  <a:gd name="T62" fmla="*/ 33 w 305"/>
                  <a:gd name="T63" fmla="*/ 49 h 83"/>
                  <a:gd name="T64" fmla="*/ 15 w 305"/>
                  <a:gd name="T65" fmla="*/ 64 h 83"/>
                  <a:gd name="T66" fmla="*/ 0 w 305"/>
                  <a:gd name="T67" fmla="*/ 83 h 83"/>
                  <a:gd name="T68" fmla="*/ 0 w 305"/>
                  <a:gd name="T69" fmla="*/ 5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5" h="83">
                    <a:moveTo>
                      <a:pt x="0" y="53"/>
                    </a:moveTo>
                    <a:lnTo>
                      <a:pt x="0" y="52"/>
                    </a:lnTo>
                    <a:lnTo>
                      <a:pt x="2" y="49"/>
                    </a:lnTo>
                    <a:lnTo>
                      <a:pt x="5" y="44"/>
                    </a:lnTo>
                    <a:lnTo>
                      <a:pt x="11" y="38"/>
                    </a:lnTo>
                    <a:lnTo>
                      <a:pt x="18" y="31"/>
                    </a:lnTo>
                    <a:lnTo>
                      <a:pt x="27" y="25"/>
                    </a:lnTo>
                    <a:lnTo>
                      <a:pt x="39" y="17"/>
                    </a:lnTo>
                    <a:lnTo>
                      <a:pt x="54" y="12"/>
                    </a:lnTo>
                    <a:lnTo>
                      <a:pt x="72" y="7"/>
                    </a:lnTo>
                    <a:lnTo>
                      <a:pt x="92" y="2"/>
                    </a:lnTo>
                    <a:lnTo>
                      <a:pt x="118" y="0"/>
                    </a:lnTo>
                    <a:lnTo>
                      <a:pt x="146" y="0"/>
                    </a:lnTo>
                    <a:lnTo>
                      <a:pt x="180" y="2"/>
                    </a:lnTo>
                    <a:lnTo>
                      <a:pt x="216" y="8"/>
                    </a:lnTo>
                    <a:lnTo>
                      <a:pt x="258" y="16"/>
                    </a:lnTo>
                    <a:lnTo>
                      <a:pt x="305" y="29"/>
                    </a:lnTo>
                    <a:lnTo>
                      <a:pt x="299" y="47"/>
                    </a:lnTo>
                    <a:lnTo>
                      <a:pt x="297" y="45"/>
                    </a:lnTo>
                    <a:lnTo>
                      <a:pt x="289" y="43"/>
                    </a:lnTo>
                    <a:lnTo>
                      <a:pt x="277" y="40"/>
                    </a:lnTo>
                    <a:lnTo>
                      <a:pt x="262" y="36"/>
                    </a:lnTo>
                    <a:lnTo>
                      <a:pt x="244" y="33"/>
                    </a:lnTo>
                    <a:lnTo>
                      <a:pt x="224" y="28"/>
                    </a:lnTo>
                    <a:lnTo>
                      <a:pt x="201" y="25"/>
                    </a:lnTo>
                    <a:lnTo>
                      <a:pt x="176" y="22"/>
                    </a:lnTo>
                    <a:lnTo>
                      <a:pt x="152" y="21"/>
                    </a:lnTo>
                    <a:lnTo>
                      <a:pt x="126" y="22"/>
                    </a:lnTo>
                    <a:lnTo>
                      <a:pt x="101" y="24"/>
                    </a:lnTo>
                    <a:lnTo>
                      <a:pt x="77" y="29"/>
                    </a:lnTo>
                    <a:lnTo>
                      <a:pt x="55" y="38"/>
                    </a:lnTo>
                    <a:lnTo>
                      <a:pt x="33" y="49"/>
                    </a:lnTo>
                    <a:lnTo>
                      <a:pt x="15" y="64"/>
                    </a:lnTo>
                    <a:lnTo>
                      <a:pt x="0" y="83"/>
                    </a:lnTo>
                    <a:lnTo>
                      <a:pt x="0" y="53"/>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36" name="Freeform 163"/>
              <p:cNvSpPr>
                <a:spLocks/>
              </p:cNvSpPr>
              <p:nvPr/>
            </p:nvSpPr>
            <p:spPr bwMode="auto">
              <a:xfrm>
                <a:off x="6348" y="13696"/>
                <a:ext cx="496" cy="917"/>
              </a:xfrm>
              <a:custGeom>
                <a:avLst/>
                <a:gdLst>
                  <a:gd name="T0" fmla="*/ 0 w 496"/>
                  <a:gd name="T1" fmla="*/ 0 h 917"/>
                  <a:gd name="T2" fmla="*/ 0 w 496"/>
                  <a:gd name="T3" fmla="*/ 886 h 917"/>
                  <a:gd name="T4" fmla="*/ 150 w 496"/>
                  <a:gd name="T5" fmla="*/ 917 h 917"/>
                  <a:gd name="T6" fmla="*/ 143 w 496"/>
                  <a:gd name="T7" fmla="*/ 797 h 917"/>
                  <a:gd name="T8" fmla="*/ 496 w 496"/>
                  <a:gd name="T9" fmla="*/ 851 h 917"/>
                  <a:gd name="T10" fmla="*/ 490 w 496"/>
                  <a:gd name="T11" fmla="*/ 803 h 917"/>
                  <a:gd name="T12" fmla="*/ 245 w 496"/>
                  <a:gd name="T13" fmla="*/ 773 h 917"/>
                  <a:gd name="T14" fmla="*/ 239 w 496"/>
                  <a:gd name="T15" fmla="*/ 670 h 917"/>
                  <a:gd name="T16" fmla="*/ 72 w 496"/>
                  <a:gd name="T17" fmla="*/ 670 h 917"/>
                  <a:gd name="T18" fmla="*/ 68 w 496"/>
                  <a:gd name="T19" fmla="*/ 657 h 917"/>
                  <a:gd name="T20" fmla="*/ 56 w 496"/>
                  <a:gd name="T21" fmla="*/ 620 h 917"/>
                  <a:gd name="T22" fmla="*/ 41 w 496"/>
                  <a:gd name="T23" fmla="*/ 559 h 917"/>
                  <a:gd name="T24" fmla="*/ 26 w 496"/>
                  <a:gd name="T25" fmla="*/ 480 h 917"/>
                  <a:gd name="T26" fmla="*/ 15 w 496"/>
                  <a:gd name="T27" fmla="*/ 385 h 917"/>
                  <a:gd name="T28" fmla="*/ 11 w 496"/>
                  <a:gd name="T29" fmla="*/ 276 h 917"/>
                  <a:gd name="T30" fmla="*/ 20 w 496"/>
                  <a:gd name="T31" fmla="*/ 158 h 917"/>
                  <a:gd name="T32" fmla="*/ 42 w 496"/>
                  <a:gd name="T33" fmla="*/ 30 h 917"/>
                  <a:gd name="T34" fmla="*/ 0 w 496"/>
                  <a:gd name="T35" fmla="*/ 0 h 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6" h="917">
                    <a:moveTo>
                      <a:pt x="0" y="0"/>
                    </a:moveTo>
                    <a:lnTo>
                      <a:pt x="0" y="886"/>
                    </a:lnTo>
                    <a:lnTo>
                      <a:pt x="150" y="917"/>
                    </a:lnTo>
                    <a:lnTo>
                      <a:pt x="143" y="797"/>
                    </a:lnTo>
                    <a:lnTo>
                      <a:pt x="496" y="851"/>
                    </a:lnTo>
                    <a:lnTo>
                      <a:pt x="490" y="803"/>
                    </a:lnTo>
                    <a:lnTo>
                      <a:pt x="245" y="773"/>
                    </a:lnTo>
                    <a:lnTo>
                      <a:pt x="239" y="670"/>
                    </a:lnTo>
                    <a:lnTo>
                      <a:pt x="72" y="670"/>
                    </a:lnTo>
                    <a:lnTo>
                      <a:pt x="68" y="657"/>
                    </a:lnTo>
                    <a:lnTo>
                      <a:pt x="56" y="620"/>
                    </a:lnTo>
                    <a:lnTo>
                      <a:pt x="41" y="559"/>
                    </a:lnTo>
                    <a:lnTo>
                      <a:pt x="26" y="480"/>
                    </a:lnTo>
                    <a:lnTo>
                      <a:pt x="15" y="385"/>
                    </a:lnTo>
                    <a:lnTo>
                      <a:pt x="11" y="276"/>
                    </a:lnTo>
                    <a:lnTo>
                      <a:pt x="20" y="158"/>
                    </a:lnTo>
                    <a:lnTo>
                      <a:pt x="42" y="30"/>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37" name="Freeform 164"/>
              <p:cNvSpPr>
                <a:spLocks/>
              </p:cNvSpPr>
              <p:nvPr/>
            </p:nvSpPr>
            <p:spPr bwMode="auto">
              <a:xfrm>
                <a:off x="6593" y="13487"/>
                <a:ext cx="638" cy="125"/>
              </a:xfrm>
              <a:custGeom>
                <a:avLst/>
                <a:gdLst>
                  <a:gd name="T0" fmla="*/ 0 w 638"/>
                  <a:gd name="T1" fmla="*/ 125 h 125"/>
                  <a:gd name="T2" fmla="*/ 4 w 638"/>
                  <a:gd name="T3" fmla="*/ 124 h 125"/>
                  <a:gd name="T4" fmla="*/ 14 w 638"/>
                  <a:gd name="T5" fmla="*/ 119 h 125"/>
                  <a:gd name="T6" fmla="*/ 31 w 638"/>
                  <a:gd name="T7" fmla="*/ 114 h 125"/>
                  <a:gd name="T8" fmla="*/ 53 w 638"/>
                  <a:gd name="T9" fmla="*/ 106 h 125"/>
                  <a:gd name="T10" fmla="*/ 81 w 638"/>
                  <a:gd name="T11" fmla="*/ 98 h 125"/>
                  <a:gd name="T12" fmla="*/ 113 w 638"/>
                  <a:gd name="T13" fmla="*/ 89 h 125"/>
                  <a:gd name="T14" fmla="*/ 151 w 638"/>
                  <a:gd name="T15" fmla="*/ 81 h 125"/>
                  <a:gd name="T16" fmla="*/ 192 w 638"/>
                  <a:gd name="T17" fmla="*/ 73 h 125"/>
                  <a:gd name="T18" fmla="*/ 237 w 638"/>
                  <a:gd name="T19" fmla="*/ 65 h 125"/>
                  <a:gd name="T20" fmla="*/ 286 w 638"/>
                  <a:gd name="T21" fmla="*/ 60 h 125"/>
                  <a:gd name="T22" fmla="*/ 337 w 638"/>
                  <a:gd name="T23" fmla="*/ 56 h 125"/>
                  <a:gd name="T24" fmla="*/ 390 w 638"/>
                  <a:gd name="T25" fmla="*/ 55 h 125"/>
                  <a:gd name="T26" fmla="*/ 446 w 638"/>
                  <a:gd name="T27" fmla="*/ 56 h 125"/>
                  <a:gd name="T28" fmla="*/ 503 w 638"/>
                  <a:gd name="T29" fmla="*/ 61 h 125"/>
                  <a:gd name="T30" fmla="*/ 561 w 638"/>
                  <a:gd name="T31" fmla="*/ 70 h 125"/>
                  <a:gd name="T32" fmla="*/ 620 w 638"/>
                  <a:gd name="T33" fmla="*/ 83 h 125"/>
                  <a:gd name="T34" fmla="*/ 638 w 638"/>
                  <a:gd name="T35" fmla="*/ 0 h 125"/>
                  <a:gd name="T36" fmla="*/ 634 w 638"/>
                  <a:gd name="T37" fmla="*/ 0 h 125"/>
                  <a:gd name="T38" fmla="*/ 620 w 638"/>
                  <a:gd name="T39" fmla="*/ 0 h 125"/>
                  <a:gd name="T40" fmla="*/ 599 w 638"/>
                  <a:gd name="T41" fmla="*/ 0 h 125"/>
                  <a:gd name="T42" fmla="*/ 571 w 638"/>
                  <a:gd name="T43" fmla="*/ 1 h 125"/>
                  <a:gd name="T44" fmla="*/ 536 w 638"/>
                  <a:gd name="T45" fmla="*/ 2 h 125"/>
                  <a:gd name="T46" fmla="*/ 496 w 638"/>
                  <a:gd name="T47" fmla="*/ 3 h 125"/>
                  <a:gd name="T48" fmla="*/ 452 w 638"/>
                  <a:gd name="T49" fmla="*/ 6 h 125"/>
                  <a:gd name="T50" fmla="*/ 405 w 638"/>
                  <a:gd name="T51" fmla="*/ 8 h 125"/>
                  <a:gd name="T52" fmla="*/ 354 w 638"/>
                  <a:gd name="T53" fmla="*/ 13 h 125"/>
                  <a:gd name="T54" fmla="*/ 302 w 638"/>
                  <a:gd name="T55" fmla="*/ 17 h 125"/>
                  <a:gd name="T56" fmla="*/ 249 w 638"/>
                  <a:gd name="T57" fmla="*/ 22 h 125"/>
                  <a:gd name="T58" fmla="*/ 196 w 638"/>
                  <a:gd name="T59" fmla="*/ 30 h 125"/>
                  <a:gd name="T60" fmla="*/ 144 w 638"/>
                  <a:gd name="T61" fmla="*/ 37 h 125"/>
                  <a:gd name="T62" fmla="*/ 93 w 638"/>
                  <a:gd name="T63" fmla="*/ 47 h 125"/>
                  <a:gd name="T64" fmla="*/ 45 w 638"/>
                  <a:gd name="T65" fmla="*/ 58 h 125"/>
                  <a:gd name="T66" fmla="*/ 0 w 638"/>
                  <a:gd name="T67" fmla="*/ 71 h 125"/>
                  <a:gd name="T68" fmla="*/ 0 w 638"/>
                  <a:gd name="T69" fmla="*/ 125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38" h="125">
                    <a:moveTo>
                      <a:pt x="0" y="125"/>
                    </a:moveTo>
                    <a:lnTo>
                      <a:pt x="4" y="124"/>
                    </a:lnTo>
                    <a:lnTo>
                      <a:pt x="14" y="119"/>
                    </a:lnTo>
                    <a:lnTo>
                      <a:pt x="31" y="114"/>
                    </a:lnTo>
                    <a:lnTo>
                      <a:pt x="53" y="106"/>
                    </a:lnTo>
                    <a:lnTo>
                      <a:pt x="81" y="98"/>
                    </a:lnTo>
                    <a:lnTo>
                      <a:pt x="113" y="89"/>
                    </a:lnTo>
                    <a:lnTo>
                      <a:pt x="151" y="81"/>
                    </a:lnTo>
                    <a:lnTo>
                      <a:pt x="192" y="73"/>
                    </a:lnTo>
                    <a:lnTo>
                      <a:pt x="237" y="65"/>
                    </a:lnTo>
                    <a:lnTo>
                      <a:pt x="286" y="60"/>
                    </a:lnTo>
                    <a:lnTo>
                      <a:pt x="337" y="56"/>
                    </a:lnTo>
                    <a:lnTo>
                      <a:pt x="390" y="55"/>
                    </a:lnTo>
                    <a:lnTo>
                      <a:pt x="446" y="56"/>
                    </a:lnTo>
                    <a:lnTo>
                      <a:pt x="503" y="61"/>
                    </a:lnTo>
                    <a:lnTo>
                      <a:pt x="561" y="70"/>
                    </a:lnTo>
                    <a:lnTo>
                      <a:pt x="620" y="83"/>
                    </a:lnTo>
                    <a:lnTo>
                      <a:pt x="638" y="0"/>
                    </a:lnTo>
                    <a:lnTo>
                      <a:pt x="634" y="0"/>
                    </a:lnTo>
                    <a:lnTo>
                      <a:pt x="620" y="0"/>
                    </a:lnTo>
                    <a:lnTo>
                      <a:pt x="599" y="0"/>
                    </a:lnTo>
                    <a:lnTo>
                      <a:pt x="571" y="1"/>
                    </a:lnTo>
                    <a:lnTo>
                      <a:pt x="536" y="2"/>
                    </a:lnTo>
                    <a:lnTo>
                      <a:pt x="496" y="3"/>
                    </a:lnTo>
                    <a:lnTo>
                      <a:pt x="452" y="6"/>
                    </a:lnTo>
                    <a:lnTo>
                      <a:pt x="405" y="8"/>
                    </a:lnTo>
                    <a:lnTo>
                      <a:pt x="354" y="13"/>
                    </a:lnTo>
                    <a:lnTo>
                      <a:pt x="302" y="17"/>
                    </a:lnTo>
                    <a:lnTo>
                      <a:pt x="249" y="22"/>
                    </a:lnTo>
                    <a:lnTo>
                      <a:pt x="196" y="30"/>
                    </a:lnTo>
                    <a:lnTo>
                      <a:pt x="144" y="37"/>
                    </a:lnTo>
                    <a:lnTo>
                      <a:pt x="93" y="47"/>
                    </a:lnTo>
                    <a:lnTo>
                      <a:pt x="45" y="58"/>
                    </a:lnTo>
                    <a:lnTo>
                      <a:pt x="0" y="71"/>
                    </a:lnTo>
                    <a:lnTo>
                      <a:pt x="0" y="125"/>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38" name="Freeform 165"/>
              <p:cNvSpPr>
                <a:spLocks/>
              </p:cNvSpPr>
              <p:nvPr/>
            </p:nvSpPr>
            <p:spPr bwMode="auto">
              <a:xfrm>
                <a:off x="6217" y="14634"/>
                <a:ext cx="1075" cy="356"/>
              </a:xfrm>
              <a:custGeom>
                <a:avLst/>
                <a:gdLst>
                  <a:gd name="T0" fmla="*/ 454 w 1075"/>
                  <a:gd name="T1" fmla="*/ 344 h 356"/>
                  <a:gd name="T2" fmla="*/ 456 w 1075"/>
                  <a:gd name="T3" fmla="*/ 343 h 356"/>
                  <a:gd name="T4" fmla="*/ 463 w 1075"/>
                  <a:gd name="T5" fmla="*/ 341 h 356"/>
                  <a:gd name="T6" fmla="*/ 472 w 1075"/>
                  <a:gd name="T7" fmla="*/ 337 h 356"/>
                  <a:gd name="T8" fmla="*/ 485 w 1075"/>
                  <a:gd name="T9" fmla="*/ 332 h 356"/>
                  <a:gd name="T10" fmla="*/ 501 w 1075"/>
                  <a:gd name="T11" fmla="*/ 325 h 356"/>
                  <a:gd name="T12" fmla="*/ 518 w 1075"/>
                  <a:gd name="T13" fmla="*/ 317 h 356"/>
                  <a:gd name="T14" fmla="*/ 538 w 1075"/>
                  <a:gd name="T15" fmla="*/ 308 h 356"/>
                  <a:gd name="T16" fmla="*/ 558 w 1075"/>
                  <a:gd name="T17" fmla="*/ 298 h 356"/>
                  <a:gd name="T18" fmla="*/ 580 w 1075"/>
                  <a:gd name="T19" fmla="*/ 287 h 356"/>
                  <a:gd name="T20" fmla="*/ 600 w 1075"/>
                  <a:gd name="T21" fmla="*/ 274 h 356"/>
                  <a:gd name="T22" fmla="*/ 621 w 1075"/>
                  <a:gd name="T23" fmla="*/ 262 h 356"/>
                  <a:gd name="T24" fmla="*/ 640 w 1075"/>
                  <a:gd name="T25" fmla="*/ 248 h 356"/>
                  <a:gd name="T26" fmla="*/ 658 w 1075"/>
                  <a:gd name="T27" fmla="*/ 234 h 356"/>
                  <a:gd name="T28" fmla="*/ 674 w 1075"/>
                  <a:gd name="T29" fmla="*/ 219 h 356"/>
                  <a:gd name="T30" fmla="*/ 688 w 1075"/>
                  <a:gd name="T31" fmla="*/ 204 h 356"/>
                  <a:gd name="T32" fmla="*/ 699 w 1075"/>
                  <a:gd name="T33" fmla="*/ 189 h 356"/>
                  <a:gd name="T34" fmla="*/ 0 w 1075"/>
                  <a:gd name="T35" fmla="*/ 18 h 356"/>
                  <a:gd name="T36" fmla="*/ 54 w 1075"/>
                  <a:gd name="T37" fmla="*/ 0 h 356"/>
                  <a:gd name="T38" fmla="*/ 1075 w 1075"/>
                  <a:gd name="T39" fmla="*/ 251 h 356"/>
                  <a:gd name="T40" fmla="*/ 1033 w 1075"/>
                  <a:gd name="T41" fmla="*/ 274 h 356"/>
                  <a:gd name="T42" fmla="*/ 738 w 1075"/>
                  <a:gd name="T43" fmla="*/ 199 h 356"/>
                  <a:gd name="T44" fmla="*/ 737 w 1075"/>
                  <a:gd name="T45" fmla="*/ 200 h 356"/>
                  <a:gd name="T46" fmla="*/ 735 w 1075"/>
                  <a:gd name="T47" fmla="*/ 203 h 356"/>
                  <a:gd name="T48" fmla="*/ 730 w 1075"/>
                  <a:gd name="T49" fmla="*/ 207 h 356"/>
                  <a:gd name="T50" fmla="*/ 724 w 1075"/>
                  <a:gd name="T51" fmla="*/ 214 h 356"/>
                  <a:gd name="T52" fmla="*/ 716 w 1075"/>
                  <a:gd name="T53" fmla="*/ 222 h 356"/>
                  <a:gd name="T54" fmla="*/ 706 w 1075"/>
                  <a:gd name="T55" fmla="*/ 231 h 356"/>
                  <a:gd name="T56" fmla="*/ 694 w 1075"/>
                  <a:gd name="T57" fmla="*/ 242 h 356"/>
                  <a:gd name="T58" fmla="*/ 679 w 1075"/>
                  <a:gd name="T59" fmla="*/ 253 h 356"/>
                  <a:gd name="T60" fmla="*/ 662 w 1075"/>
                  <a:gd name="T61" fmla="*/ 265 h 356"/>
                  <a:gd name="T62" fmla="*/ 643 w 1075"/>
                  <a:gd name="T63" fmla="*/ 278 h 356"/>
                  <a:gd name="T64" fmla="*/ 621 w 1075"/>
                  <a:gd name="T65" fmla="*/ 291 h 356"/>
                  <a:gd name="T66" fmla="*/ 597 w 1075"/>
                  <a:gd name="T67" fmla="*/ 303 h 356"/>
                  <a:gd name="T68" fmla="*/ 570 w 1075"/>
                  <a:gd name="T69" fmla="*/ 317 h 356"/>
                  <a:gd name="T70" fmla="*/ 540 w 1075"/>
                  <a:gd name="T71" fmla="*/ 330 h 356"/>
                  <a:gd name="T72" fmla="*/ 508 w 1075"/>
                  <a:gd name="T73" fmla="*/ 343 h 356"/>
                  <a:gd name="T74" fmla="*/ 472 w 1075"/>
                  <a:gd name="T75" fmla="*/ 356 h 356"/>
                  <a:gd name="T76" fmla="*/ 454 w 1075"/>
                  <a:gd name="T77" fmla="*/ 344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75" h="356">
                    <a:moveTo>
                      <a:pt x="454" y="344"/>
                    </a:moveTo>
                    <a:lnTo>
                      <a:pt x="456" y="343"/>
                    </a:lnTo>
                    <a:lnTo>
                      <a:pt x="463" y="341"/>
                    </a:lnTo>
                    <a:lnTo>
                      <a:pt x="472" y="337"/>
                    </a:lnTo>
                    <a:lnTo>
                      <a:pt x="485" y="332"/>
                    </a:lnTo>
                    <a:lnTo>
                      <a:pt x="501" y="325"/>
                    </a:lnTo>
                    <a:lnTo>
                      <a:pt x="518" y="317"/>
                    </a:lnTo>
                    <a:lnTo>
                      <a:pt x="538" y="308"/>
                    </a:lnTo>
                    <a:lnTo>
                      <a:pt x="558" y="298"/>
                    </a:lnTo>
                    <a:lnTo>
                      <a:pt x="580" y="287"/>
                    </a:lnTo>
                    <a:lnTo>
                      <a:pt x="600" y="274"/>
                    </a:lnTo>
                    <a:lnTo>
                      <a:pt x="621" y="262"/>
                    </a:lnTo>
                    <a:lnTo>
                      <a:pt x="640" y="248"/>
                    </a:lnTo>
                    <a:lnTo>
                      <a:pt x="658" y="234"/>
                    </a:lnTo>
                    <a:lnTo>
                      <a:pt x="674" y="219"/>
                    </a:lnTo>
                    <a:lnTo>
                      <a:pt x="688" y="204"/>
                    </a:lnTo>
                    <a:lnTo>
                      <a:pt x="699" y="189"/>
                    </a:lnTo>
                    <a:lnTo>
                      <a:pt x="0" y="18"/>
                    </a:lnTo>
                    <a:lnTo>
                      <a:pt x="54" y="0"/>
                    </a:lnTo>
                    <a:lnTo>
                      <a:pt x="1075" y="251"/>
                    </a:lnTo>
                    <a:lnTo>
                      <a:pt x="1033" y="274"/>
                    </a:lnTo>
                    <a:lnTo>
                      <a:pt x="738" y="199"/>
                    </a:lnTo>
                    <a:lnTo>
                      <a:pt x="737" y="200"/>
                    </a:lnTo>
                    <a:lnTo>
                      <a:pt x="735" y="203"/>
                    </a:lnTo>
                    <a:lnTo>
                      <a:pt x="730" y="207"/>
                    </a:lnTo>
                    <a:lnTo>
                      <a:pt x="724" y="214"/>
                    </a:lnTo>
                    <a:lnTo>
                      <a:pt x="716" y="222"/>
                    </a:lnTo>
                    <a:lnTo>
                      <a:pt x="706" y="231"/>
                    </a:lnTo>
                    <a:lnTo>
                      <a:pt x="694" y="242"/>
                    </a:lnTo>
                    <a:lnTo>
                      <a:pt x="679" y="253"/>
                    </a:lnTo>
                    <a:lnTo>
                      <a:pt x="662" y="265"/>
                    </a:lnTo>
                    <a:lnTo>
                      <a:pt x="643" y="278"/>
                    </a:lnTo>
                    <a:lnTo>
                      <a:pt x="621" y="291"/>
                    </a:lnTo>
                    <a:lnTo>
                      <a:pt x="597" y="303"/>
                    </a:lnTo>
                    <a:lnTo>
                      <a:pt x="570" y="317"/>
                    </a:lnTo>
                    <a:lnTo>
                      <a:pt x="540" y="330"/>
                    </a:lnTo>
                    <a:lnTo>
                      <a:pt x="508" y="343"/>
                    </a:lnTo>
                    <a:lnTo>
                      <a:pt x="472" y="356"/>
                    </a:lnTo>
                    <a:lnTo>
                      <a:pt x="454" y="3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39" name="Freeform 166"/>
              <p:cNvSpPr>
                <a:spLocks/>
              </p:cNvSpPr>
              <p:nvPr/>
            </p:nvSpPr>
            <p:spPr bwMode="auto">
              <a:xfrm>
                <a:off x="5997" y="14727"/>
                <a:ext cx="1095" cy="319"/>
              </a:xfrm>
              <a:custGeom>
                <a:avLst/>
                <a:gdLst>
                  <a:gd name="T0" fmla="*/ 0 w 1095"/>
                  <a:gd name="T1" fmla="*/ 0 h 319"/>
                  <a:gd name="T2" fmla="*/ 1071 w 1095"/>
                  <a:gd name="T3" fmla="*/ 319 h 319"/>
                  <a:gd name="T4" fmla="*/ 1095 w 1095"/>
                  <a:gd name="T5" fmla="*/ 319 h 319"/>
                  <a:gd name="T6" fmla="*/ 33 w 1095"/>
                  <a:gd name="T7" fmla="*/ 0 h 319"/>
                  <a:gd name="T8" fmla="*/ 0 w 1095"/>
                  <a:gd name="T9" fmla="*/ 0 h 319"/>
                </a:gdLst>
                <a:ahLst/>
                <a:cxnLst>
                  <a:cxn ang="0">
                    <a:pos x="T0" y="T1"/>
                  </a:cxn>
                  <a:cxn ang="0">
                    <a:pos x="T2" y="T3"/>
                  </a:cxn>
                  <a:cxn ang="0">
                    <a:pos x="T4" y="T5"/>
                  </a:cxn>
                  <a:cxn ang="0">
                    <a:pos x="T6" y="T7"/>
                  </a:cxn>
                  <a:cxn ang="0">
                    <a:pos x="T8" y="T9"/>
                  </a:cxn>
                </a:cxnLst>
                <a:rect l="0" t="0" r="r" b="b"/>
                <a:pathLst>
                  <a:path w="1095" h="319">
                    <a:moveTo>
                      <a:pt x="0" y="0"/>
                    </a:moveTo>
                    <a:lnTo>
                      <a:pt x="1071" y="319"/>
                    </a:lnTo>
                    <a:lnTo>
                      <a:pt x="1095" y="319"/>
                    </a:lnTo>
                    <a:lnTo>
                      <a:pt x="33"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40" name="Freeform 167"/>
              <p:cNvSpPr>
                <a:spLocks/>
              </p:cNvSpPr>
              <p:nvPr/>
            </p:nvSpPr>
            <p:spPr bwMode="auto">
              <a:xfrm>
                <a:off x="6181" y="14684"/>
                <a:ext cx="1082" cy="285"/>
              </a:xfrm>
              <a:custGeom>
                <a:avLst/>
                <a:gdLst>
                  <a:gd name="T0" fmla="*/ 0 w 1082"/>
                  <a:gd name="T1" fmla="*/ 1 h 285"/>
                  <a:gd name="T2" fmla="*/ 1058 w 1082"/>
                  <a:gd name="T3" fmla="*/ 285 h 285"/>
                  <a:gd name="T4" fmla="*/ 1082 w 1082"/>
                  <a:gd name="T5" fmla="*/ 284 h 285"/>
                  <a:gd name="T6" fmla="*/ 33 w 1082"/>
                  <a:gd name="T7" fmla="*/ 0 h 285"/>
                  <a:gd name="T8" fmla="*/ 0 w 1082"/>
                  <a:gd name="T9" fmla="*/ 1 h 285"/>
                </a:gdLst>
                <a:ahLst/>
                <a:cxnLst>
                  <a:cxn ang="0">
                    <a:pos x="T0" y="T1"/>
                  </a:cxn>
                  <a:cxn ang="0">
                    <a:pos x="T2" y="T3"/>
                  </a:cxn>
                  <a:cxn ang="0">
                    <a:pos x="T4" y="T5"/>
                  </a:cxn>
                  <a:cxn ang="0">
                    <a:pos x="T6" y="T7"/>
                  </a:cxn>
                  <a:cxn ang="0">
                    <a:pos x="T8" y="T9"/>
                  </a:cxn>
                </a:cxnLst>
                <a:rect l="0" t="0" r="r" b="b"/>
                <a:pathLst>
                  <a:path w="1082" h="285">
                    <a:moveTo>
                      <a:pt x="0" y="1"/>
                    </a:moveTo>
                    <a:lnTo>
                      <a:pt x="1058" y="285"/>
                    </a:lnTo>
                    <a:lnTo>
                      <a:pt x="1082" y="284"/>
                    </a:lnTo>
                    <a:lnTo>
                      <a:pt x="33" y="0"/>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141" name="Freeform 168"/>
              <p:cNvSpPr>
                <a:spLocks/>
              </p:cNvSpPr>
              <p:nvPr/>
            </p:nvSpPr>
            <p:spPr bwMode="auto">
              <a:xfrm>
                <a:off x="6093" y="14699"/>
                <a:ext cx="1087" cy="315"/>
              </a:xfrm>
              <a:custGeom>
                <a:avLst/>
                <a:gdLst>
                  <a:gd name="T0" fmla="*/ 0 w 1087"/>
                  <a:gd name="T1" fmla="*/ 0 h 315"/>
                  <a:gd name="T2" fmla="*/ 1066 w 1087"/>
                  <a:gd name="T3" fmla="*/ 315 h 315"/>
                  <a:gd name="T4" fmla="*/ 1087 w 1087"/>
                  <a:gd name="T5" fmla="*/ 308 h 315"/>
                  <a:gd name="T6" fmla="*/ 31 w 1087"/>
                  <a:gd name="T7" fmla="*/ 0 h 315"/>
                  <a:gd name="T8" fmla="*/ 0 w 1087"/>
                  <a:gd name="T9" fmla="*/ 0 h 315"/>
                </a:gdLst>
                <a:ahLst/>
                <a:cxnLst>
                  <a:cxn ang="0">
                    <a:pos x="T0" y="T1"/>
                  </a:cxn>
                  <a:cxn ang="0">
                    <a:pos x="T2" y="T3"/>
                  </a:cxn>
                  <a:cxn ang="0">
                    <a:pos x="T4" y="T5"/>
                  </a:cxn>
                  <a:cxn ang="0">
                    <a:pos x="T6" y="T7"/>
                  </a:cxn>
                  <a:cxn ang="0">
                    <a:pos x="T8" y="T9"/>
                  </a:cxn>
                </a:cxnLst>
                <a:rect l="0" t="0" r="r" b="b"/>
                <a:pathLst>
                  <a:path w="1087" h="315">
                    <a:moveTo>
                      <a:pt x="0" y="0"/>
                    </a:moveTo>
                    <a:lnTo>
                      <a:pt x="1066" y="315"/>
                    </a:lnTo>
                    <a:lnTo>
                      <a:pt x="1087" y="308"/>
                    </a:lnTo>
                    <a:lnTo>
                      <a:pt x="31"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grpSp>
        <p:grpSp>
          <p:nvGrpSpPr>
            <p:cNvPr id="29" name="Group 169"/>
            <p:cNvGrpSpPr>
              <a:grpSpLocks/>
            </p:cNvGrpSpPr>
            <p:nvPr/>
          </p:nvGrpSpPr>
          <p:grpSpPr bwMode="auto">
            <a:xfrm>
              <a:off x="4332" y="2968"/>
              <a:ext cx="410" cy="570"/>
              <a:chOff x="12762" y="10336"/>
              <a:chExt cx="1027" cy="1700"/>
            </a:xfrm>
          </p:grpSpPr>
          <p:sp>
            <p:nvSpPr>
              <p:cNvPr id="97" name="Rectangle 170"/>
              <p:cNvSpPr>
                <a:spLocks noChangeArrowheads="1"/>
              </p:cNvSpPr>
              <p:nvPr/>
            </p:nvSpPr>
            <p:spPr bwMode="auto">
              <a:xfrm>
                <a:off x="12824" y="10394"/>
                <a:ext cx="965" cy="1642"/>
              </a:xfrm>
              <a:prstGeom prst="rect">
                <a:avLst/>
              </a:prstGeom>
              <a:solidFill>
                <a:srgbClr val="969696"/>
              </a:solidFill>
              <a:ln w="9525">
                <a:solidFill>
                  <a:srgbClr val="000000"/>
                </a:solidFill>
                <a:miter lim="800000"/>
                <a:headEnd/>
                <a:tailEnd/>
              </a:ln>
            </p:spPr>
            <p:txBody>
              <a:bodyPr/>
              <a:lstStyle/>
              <a:p>
                <a:endParaRPr lang="en-NZ"/>
              </a:p>
            </p:txBody>
          </p:sp>
          <p:sp>
            <p:nvSpPr>
              <p:cNvPr id="98" name="Rectangle 171"/>
              <p:cNvSpPr>
                <a:spLocks noChangeArrowheads="1"/>
              </p:cNvSpPr>
              <p:nvPr/>
            </p:nvSpPr>
            <p:spPr bwMode="auto">
              <a:xfrm>
                <a:off x="12766" y="10336"/>
                <a:ext cx="965" cy="1642"/>
              </a:xfrm>
              <a:prstGeom prst="rect">
                <a:avLst/>
              </a:prstGeom>
              <a:solidFill>
                <a:srgbClr val="FFFFFF"/>
              </a:solidFill>
              <a:ln w="9525">
                <a:solidFill>
                  <a:srgbClr val="000000"/>
                </a:solidFill>
                <a:miter lim="800000"/>
                <a:headEnd/>
                <a:tailEnd/>
              </a:ln>
            </p:spPr>
            <p:txBody>
              <a:bodyPr/>
              <a:lstStyle/>
              <a:p>
                <a:endParaRPr lang="en-NZ"/>
              </a:p>
            </p:txBody>
          </p:sp>
          <p:sp>
            <p:nvSpPr>
              <p:cNvPr id="99" name="Line 172"/>
              <p:cNvSpPr>
                <a:spLocks noChangeShapeType="1"/>
              </p:cNvSpPr>
              <p:nvPr/>
            </p:nvSpPr>
            <p:spPr bwMode="auto">
              <a:xfrm>
                <a:off x="12766" y="10682"/>
                <a:ext cx="965"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NZ"/>
              </a:p>
            </p:txBody>
          </p:sp>
          <p:sp>
            <p:nvSpPr>
              <p:cNvPr id="100" name="Line 173"/>
              <p:cNvSpPr>
                <a:spLocks noChangeShapeType="1"/>
              </p:cNvSpPr>
              <p:nvPr/>
            </p:nvSpPr>
            <p:spPr bwMode="auto">
              <a:xfrm>
                <a:off x="12780" y="11042"/>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NZ"/>
              </a:p>
            </p:txBody>
          </p:sp>
          <p:sp>
            <p:nvSpPr>
              <p:cNvPr id="101" name="Line 174"/>
              <p:cNvSpPr>
                <a:spLocks noChangeShapeType="1"/>
              </p:cNvSpPr>
              <p:nvPr/>
            </p:nvSpPr>
            <p:spPr bwMode="auto">
              <a:xfrm>
                <a:off x="12764" y="11374"/>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NZ"/>
              </a:p>
            </p:txBody>
          </p:sp>
          <p:sp>
            <p:nvSpPr>
              <p:cNvPr id="102" name="Line 175"/>
              <p:cNvSpPr>
                <a:spLocks noChangeShapeType="1"/>
              </p:cNvSpPr>
              <p:nvPr/>
            </p:nvSpPr>
            <p:spPr bwMode="auto">
              <a:xfrm>
                <a:off x="12762" y="11675"/>
                <a:ext cx="967"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NZ"/>
              </a:p>
            </p:txBody>
          </p:sp>
        </p:grpSp>
        <p:grpSp>
          <p:nvGrpSpPr>
            <p:cNvPr id="30" name="Group 176"/>
            <p:cNvGrpSpPr>
              <a:grpSpLocks/>
            </p:cNvGrpSpPr>
            <p:nvPr/>
          </p:nvGrpSpPr>
          <p:grpSpPr bwMode="auto">
            <a:xfrm>
              <a:off x="3811" y="3748"/>
              <a:ext cx="618" cy="568"/>
              <a:chOff x="5850" y="13487"/>
              <a:chExt cx="2023" cy="1840"/>
            </a:xfrm>
          </p:grpSpPr>
          <p:sp>
            <p:nvSpPr>
              <p:cNvPr id="58" name="Freeform 177"/>
              <p:cNvSpPr>
                <a:spLocks/>
              </p:cNvSpPr>
              <p:nvPr/>
            </p:nvSpPr>
            <p:spPr bwMode="auto">
              <a:xfrm>
                <a:off x="5850" y="13632"/>
                <a:ext cx="2023" cy="1695"/>
              </a:xfrm>
              <a:custGeom>
                <a:avLst/>
                <a:gdLst>
                  <a:gd name="T0" fmla="*/ 570 w 2023"/>
                  <a:gd name="T1" fmla="*/ 121 h 1695"/>
                  <a:gd name="T2" fmla="*/ 575 w 2023"/>
                  <a:gd name="T3" fmla="*/ 120 h 1695"/>
                  <a:gd name="T4" fmla="*/ 586 w 2023"/>
                  <a:gd name="T5" fmla="*/ 116 h 1695"/>
                  <a:gd name="T6" fmla="*/ 607 w 2023"/>
                  <a:gd name="T7" fmla="*/ 108 h 1695"/>
                  <a:gd name="T8" fmla="*/ 636 w 2023"/>
                  <a:gd name="T9" fmla="*/ 101 h 1695"/>
                  <a:gd name="T10" fmla="*/ 672 w 2023"/>
                  <a:gd name="T11" fmla="*/ 90 h 1695"/>
                  <a:gd name="T12" fmla="*/ 718 w 2023"/>
                  <a:gd name="T13" fmla="*/ 79 h 1695"/>
                  <a:gd name="T14" fmla="*/ 771 w 2023"/>
                  <a:gd name="T15" fmla="*/ 67 h 1695"/>
                  <a:gd name="T16" fmla="*/ 834 w 2023"/>
                  <a:gd name="T17" fmla="*/ 55 h 1695"/>
                  <a:gd name="T18" fmla="*/ 904 w 2023"/>
                  <a:gd name="T19" fmla="*/ 43 h 1695"/>
                  <a:gd name="T20" fmla="*/ 982 w 2023"/>
                  <a:gd name="T21" fmla="*/ 33 h 1695"/>
                  <a:gd name="T22" fmla="*/ 1071 w 2023"/>
                  <a:gd name="T23" fmla="*/ 22 h 1695"/>
                  <a:gd name="T24" fmla="*/ 1166 w 2023"/>
                  <a:gd name="T25" fmla="*/ 13 h 1695"/>
                  <a:gd name="T26" fmla="*/ 1271 w 2023"/>
                  <a:gd name="T27" fmla="*/ 7 h 1695"/>
                  <a:gd name="T28" fmla="*/ 1384 w 2023"/>
                  <a:gd name="T29" fmla="*/ 1 h 1695"/>
                  <a:gd name="T30" fmla="*/ 1506 w 2023"/>
                  <a:gd name="T31" fmla="*/ 0 h 1695"/>
                  <a:gd name="T32" fmla="*/ 1636 w 2023"/>
                  <a:gd name="T33" fmla="*/ 1 h 1695"/>
                  <a:gd name="T34" fmla="*/ 1692 w 2023"/>
                  <a:gd name="T35" fmla="*/ 233 h 1695"/>
                  <a:gd name="T36" fmla="*/ 1713 w 2023"/>
                  <a:gd name="T37" fmla="*/ 243 h 1695"/>
                  <a:gd name="T38" fmla="*/ 1758 w 2023"/>
                  <a:gd name="T39" fmla="*/ 274 h 1695"/>
                  <a:gd name="T40" fmla="*/ 1806 w 2023"/>
                  <a:gd name="T41" fmla="*/ 329 h 1695"/>
                  <a:gd name="T42" fmla="*/ 1836 w 2023"/>
                  <a:gd name="T43" fmla="*/ 409 h 1695"/>
                  <a:gd name="T44" fmla="*/ 1955 w 2023"/>
                  <a:gd name="T45" fmla="*/ 948 h 1695"/>
                  <a:gd name="T46" fmla="*/ 2003 w 2023"/>
                  <a:gd name="T47" fmla="*/ 1171 h 1695"/>
                  <a:gd name="T48" fmla="*/ 2011 w 2023"/>
                  <a:gd name="T49" fmla="*/ 1188 h 1695"/>
                  <a:gd name="T50" fmla="*/ 2022 w 2023"/>
                  <a:gd name="T51" fmla="*/ 1231 h 1695"/>
                  <a:gd name="T52" fmla="*/ 2021 w 2023"/>
                  <a:gd name="T53" fmla="*/ 1297 h 1695"/>
                  <a:gd name="T54" fmla="*/ 1992 w 2023"/>
                  <a:gd name="T55" fmla="*/ 1380 h 1695"/>
                  <a:gd name="T56" fmla="*/ 0 w 2023"/>
                  <a:gd name="T57" fmla="*/ 1328 h 1695"/>
                  <a:gd name="T58" fmla="*/ 199 w 2023"/>
                  <a:gd name="T59" fmla="*/ 1223 h 1695"/>
                  <a:gd name="T60" fmla="*/ 200 w 2023"/>
                  <a:gd name="T61" fmla="*/ 232 h 1695"/>
                  <a:gd name="T62" fmla="*/ 210 w 2023"/>
                  <a:gd name="T63" fmla="*/ 226 h 1695"/>
                  <a:gd name="T64" fmla="*/ 230 w 2023"/>
                  <a:gd name="T65" fmla="*/ 214 h 1695"/>
                  <a:gd name="T66" fmla="*/ 259 w 2023"/>
                  <a:gd name="T67" fmla="*/ 201 h 1695"/>
                  <a:gd name="T68" fmla="*/ 297 w 2023"/>
                  <a:gd name="T69" fmla="*/ 189 h 1695"/>
                  <a:gd name="T70" fmla="*/ 344 w 2023"/>
                  <a:gd name="T71" fmla="*/ 183 h 1695"/>
                  <a:gd name="T72" fmla="*/ 399 w 2023"/>
                  <a:gd name="T73" fmla="*/ 181 h 1695"/>
                  <a:gd name="T74" fmla="*/ 464 w 2023"/>
                  <a:gd name="T75" fmla="*/ 191 h 1695"/>
                  <a:gd name="T76" fmla="*/ 548 w 2023"/>
                  <a:gd name="T77" fmla="*/ 225 h 1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023" h="1695">
                    <a:moveTo>
                      <a:pt x="548" y="225"/>
                    </a:moveTo>
                    <a:lnTo>
                      <a:pt x="570" y="121"/>
                    </a:lnTo>
                    <a:lnTo>
                      <a:pt x="571" y="121"/>
                    </a:lnTo>
                    <a:lnTo>
                      <a:pt x="575" y="120"/>
                    </a:lnTo>
                    <a:lnTo>
                      <a:pt x="580" y="118"/>
                    </a:lnTo>
                    <a:lnTo>
                      <a:pt x="586" y="116"/>
                    </a:lnTo>
                    <a:lnTo>
                      <a:pt x="596" y="112"/>
                    </a:lnTo>
                    <a:lnTo>
                      <a:pt x="607" y="108"/>
                    </a:lnTo>
                    <a:lnTo>
                      <a:pt x="620" y="105"/>
                    </a:lnTo>
                    <a:lnTo>
                      <a:pt x="636" y="101"/>
                    </a:lnTo>
                    <a:lnTo>
                      <a:pt x="653" y="95"/>
                    </a:lnTo>
                    <a:lnTo>
                      <a:pt x="672" y="90"/>
                    </a:lnTo>
                    <a:lnTo>
                      <a:pt x="694" y="84"/>
                    </a:lnTo>
                    <a:lnTo>
                      <a:pt x="718" y="79"/>
                    </a:lnTo>
                    <a:lnTo>
                      <a:pt x="743" y="74"/>
                    </a:lnTo>
                    <a:lnTo>
                      <a:pt x="771" y="67"/>
                    </a:lnTo>
                    <a:lnTo>
                      <a:pt x="802" y="61"/>
                    </a:lnTo>
                    <a:lnTo>
                      <a:pt x="834" y="55"/>
                    </a:lnTo>
                    <a:lnTo>
                      <a:pt x="867" y="49"/>
                    </a:lnTo>
                    <a:lnTo>
                      <a:pt x="904" y="43"/>
                    </a:lnTo>
                    <a:lnTo>
                      <a:pt x="943" y="38"/>
                    </a:lnTo>
                    <a:lnTo>
                      <a:pt x="982" y="33"/>
                    </a:lnTo>
                    <a:lnTo>
                      <a:pt x="1025" y="27"/>
                    </a:lnTo>
                    <a:lnTo>
                      <a:pt x="1071" y="22"/>
                    </a:lnTo>
                    <a:lnTo>
                      <a:pt x="1117" y="17"/>
                    </a:lnTo>
                    <a:lnTo>
                      <a:pt x="1166" y="13"/>
                    </a:lnTo>
                    <a:lnTo>
                      <a:pt x="1218" y="10"/>
                    </a:lnTo>
                    <a:lnTo>
                      <a:pt x="1271" y="7"/>
                    </a:lnTo>
                    <a:lnTo>
                      <a:pt x="1327" y="3"/>
                    </a:lnTo>
                    <a:lnTo>
                      <a:pt x="1384" y="1"/>
                    </a:lnTo>
                    <a:lnTo>
                      <a:pt x="1444" y="0"/>
                    </a:lnTo>
                    <a:lnTo>
                      <a:pt x="1506" y="0"/>
                    </a:lnTo>
                    <a:lnTo>
                      <a:pt x="1570" y="0"/>
                    </a:lnTo>
                    <a:lnTo>
                      <a:pt x="1636" y="1"/>
                    </a:lnTo>
                    <a:lnTo>
                      <a:pt x="1709" y="41"/>
                    </a:lnTo>
                    <a:lnTo>
                      <a:pt x="1692" y="233"/>
                    </a:lnTo>
                    <a:lnTo>
                      <a:pt x="1698" y="235"/>
                    </a:lnTo>
                    <a:lnTo>
                      <a:pt x="1713" y="243"/>
                    </a:lnTo>
                    <a:lnTo>
                      <a:pt x="1733" y="256"/>
                    </a:lnTo>
                    <a:lnTo>
                      <a:pt x="1758" y="274"/>
                    </a:lnTo>
                    <a:lnTo>
                      <a:pt x="1784" y="299"/>
                    </a:lnTo>
                    <a:lnTo>
                      <a:pt x="1806" y="329"/>
                    </a:lnTo>
                    <a:lnTo>
                      <a:pt x="1825" y="366"/>
                    </a:lnTo>
                    <a:lnTo>
                      <a:pt x="1836" y="409"/>
                    </a:lnTo>
                    <a:lnTo>
                      <a:pt x="1999" y="557"/>
                    </a:lnTo>
                    <a:lnTo>
                      <a:pt x="1955" y="948"/>
                    </a:lnTo>
                    <a:lnTo>
                      <a:pt x="1692" y="1080"/>
                    </a:lnTo>
                    <a:lnTo>
                      <a:pt x="2003" y="1171"/>
                    </a:lnTo>
                    <a:lnTo>
                      <a:pt x="2006" y="1176"/>
                    </a:lnTo>
                    <a:lnTo>
                      <a:pt x="2011" y="1188"/>
                    </a:lnTo>
                    <a:lnTo>
                      <a:pt x="2016" y="1206"/>
                    </a:lnTo>
                    <a:lnTo>
                      <a:pt x="2022" y="1231"/>
                    </a:lnTo>
                    <a:lnTo>
                      <a:pt x="2023" y="1261"/>
                    </a:lnTo>
                    <a:lnTo>
                      <a:pt x="2021" y="1297"/>
                    </a:lnTo>
                    <a:lnTo>
                      <a:pt x="2010" y="1337"/>
                    </a:lnTo>
                    <a:lnTo>
                      <a:pt x="1992" y="1380"/>
                    </a:lnTo>
                    <a:lnTo>
                      <a:pt x="1171" y="1695"/>
                    </a:lnTo>
                    <a:lnTo>
                      <a:pt x="0" y="1328"/>
                    </a:lnTo>
                    <a:lnTo>
                      <a:pt x="20" y="1285"/>
                    </a:lnTo>
                    <a:lnTo>
                      <a:pt x="199" y="1223"/>
                    </a:lnTo>
                    <a:lnTo>
                      <a:pt x="199" y="233"/>
                    </a:lnTo>
                    <a:lnTo>
                      <a:pt x="200" y="232"/>
                    </a:lnTo>
                    <a:lnTo>
                      <a:pt x="204" y="229"/>
                    </a:lnTo>
                    <a:lnTo>
                      <a:pt x="210" y="226"/>
                    </a:lnTo>
                    <a:lnTo>
                      <a:pt x="218" y="220"/>
                    </a:lnTo>
                    <a:lnTo>
                      <a:pt x="230" y="214"/>
                    </a:lnTo>
                    <a:lnTo>
                      <a:pt x="243" y="207"/>
                    </a:lnTo>
                    <a:lnTo>
                      <a:pt x="259" y="201"/>
                    </a:lnTo>
                    <a:lnTo>
                      <a:pt x="277" y="194"/>
                    </a:lnTo>
                    <a:lnTo>
                      <a:pt x="297" y="189"/>
                    </a:lnTo>
                    <a:lnTo>
                      <a:pt x="320" y="185"/>
                    </a:lnTo>
                    <a:lnTo>
                      <a:pt x="344" y="183"/>
                    </a:lnTo>
                    <a:lnTo>
                      <a:pt x="370" y="180"/>
                    </a:lnTo>
                    <a:lnTo>
                      <a:pt x="399" y="181"/>
                    </a:lnTo>
                    <a:lnTo>
                      <a:pt x="430" y="185"/>
                    </a:lnTo>
                    <a:lnTo>
                      <a:pt x="464" y="191"/>
                    </a:lnTo>
                    <a:lnTo>
                      <a:pt x="498" y="201"/>
                    </a:lnTo>
                    <a:lnTo>
                      <a:pt x="548" y="225"/>
                    </a:lnTo>
                    <a:close/>
                  </a:path>
                </a:pathLst>
              </a:custGeom>
              <a:solidFill>
                <a:srgbClr val="96969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59" name="Freeform 178"/>
              <p:cNvSpPr>
                <a:spLocks/>
              </p:cNvSpPr>
              <p:nvPr/>
            </p:nvSpPr>
            <p:spPr bwMode="auto">
              <a:xfrm>
                <a:off x="6551" y="13597"/>
                <a:ext cx="650" cy="735"/>
              </a:xfrm>
              <a:custGeom>
                <a:avLst/>
                <a:gdLst>
                  <a:gd name="T0" fmla="*/ 645 w 650"/>
                  <a:gd name="T1" fmla="*/ 27 h 735"/>
                  <a:gd name="T2" fmla="*/ 642 w 650"/>
                  <a:gd name="T3" fmla="*/ 26 h 735"/>
                  <a:gd name="T4" fmla="*/ 631 w 650"/>
                  <a:gd name="T5" fmla="*/ 23 h 735"/>
                  <a:gd name="T6" fmla="*/ 615 w 650"/>
                  <a:gd name="T7" fmla="*/ 19 h 735"/>
                  <a:gd name="T8" fmla="*/ 592 w 650"/>
                  <a:gd name="T9" fmla="*/ 15 h 735"/>
                  <a:gd name="T10" fmla="*/ 565 w 650"/>
                  <a:gd name="T11" fmla="*/ 10 h 735"/>
                  <a:gd name="T12" fmla="*/ 533 w 650"/>
                  <a:gd name="T13" fmla="*/ 6 h 735"/>
                  <a:gd name="T14" fmla="*/ 496 w 650"/>
                  <a:gd name="T15" fmla="*/ 3 h 735"/>
                  <a:gd name="T16" fmla="*/ 456 w 650"/>
                  <a:gd name="T17" fmla="*/ 1 h 735"/>
                  <a:gd name="T18" fmla="*/ 411 w 650"/>
                  <a:gd name="T19" fmla="*/ 0 h 735"/>
                  <a:gd name="T20" fmla="*/ 364 w 650"/>
                  <a:gd name="T21" fmla="*/ 2 h 735"/>
                  <a:gd name="T22" fmla="*/ 315 w 650"/>
                  <a:gd name="T23" fmla="*/ 6 h 735"/>
                  <a:gd name="T24" fmla="*/ 262 w 650"/>
                  <a:gd name="T25" fmla="*/ 15 h 735"/>
                  <a:gd name="T26" fmla="*/ 209 w 650"/>
                  <a:gd name="T27" fmla="*/ 26 h 735"/>
                  <a:gd name="T28" fmla="*/ 154 w 650"/>
                  <a:gd name="T29" fmla="*/ 42 h 735"/>
                  <a:gd name="T30" fmla="*/ 98 w 650"/>
                  <a:gd name="T31" fmla="*/ 61 h 735"/>
                  <a:gd name="T32" fmla="*/ 42 w 650"/>
                  <a:gd name="T33" fmla="*/ 87 h 735"/>
                  <a:gd name="T34" fmla="*/ 38 w 650"/>
                  <a:gd name="T35" fmla="*/ 101 h 735"/>
                  <a:gd name="T36" fmla="*/ 28 w 650"/>
                  <a:gd name="T37" fmla="*/ 141 h 735"/>
                  <a:gd name="T38" fmla="*/ 17 w 650"/>
                  <a:gd name="T39" fmla="*/ 203 h 735"/>
                  <a:gd name="T40" fmla="*/ 6 w 650"/>
                  <a:gd name="T41" fmla="*/ 283 h 735"/>
                  <a:gd name="T42" fmla="*/ 0 w 650"/>
                  <a:gd name="T43" fmla="*/ 378 h 735"/>
                  <a:gd name="T44" fmla="*/ 5 w 650"/>
                  <a:gd name="T45" fmla="*/ 484 h 735"/>
                  <a:gd name="T46" fmla="*/ 21 w 650"/>
                  <a:gd name="T47" fmla="*/ 599 h 735"/>
                  <a:gd name="T48" fmla="*/ 54 w 650"/>
                  <a:gd name="T49" fmla="*/ 716 h 735"/>
                  <a:gd name="T50" fmla="*/ 58 w 650"/>
                  <a:gd name="T51" fmla="*/ 716 h 735"/>
                  <a:gd name="T52" fmla="*/ 66 w 650"/>
                  <a:gd name="T53" fmla="*/ 715 h 735"/>
                  <a:gd name="T54" fmla="*/ 80 w 650"/>
                  <a:gd name="T55" fmla="*/ 713 h 735"/>
                  <a:gd name="T56" fmla="*/ 99 w 650"/>
                  <a:gd name="T57" fmla="*/ 712 h 735"/>
                  <a:gd name="T58" fmla="*/ 124 w 650"/>
                  <a:gd name="T59" fmla="*/ 710 h 735"/>
                  <a:gd name="T60" fmla="*/ 153 w 650"/>
                  <a:gd name="T61" fmla="*/ 708 h 735"/>
                  <a:gd name="T62" fmla="*/ 188 w 650"/>
                  <a:gd name="T63" fmla="*/ 707 h 735"/>
                  <a:gd name="T64" fmla="*/ 225 w 650"/>
                  <a:gd name="T65" fmla="*/ 706 h 735"/>
                  <a:gd name="T66" fmla="*/ 267 w 650"/>
                  <a:gd name="T67" fmla="*/ 705 h 735"/>
                  <a:gd name="T68" fmla="*/ 313 w 650"/>
                  <a:gd name="T69" fmla="*/ 706 h 735"/>
                  <a:gd name="T70" fmla="*/ 362 w 650"/>
                  <a:gd name="T71" fmla="*/ 707 h 735"/>
                  <a:gd name="T72" fmla="*/ 415 w 650"/>
                  <a:gd name="T73" fmla="*/ 709 h 735"/>
                  <a:gd name="T74" fmla="*/ 470 w 650"/>
                  <a:gd name="T75" fmla="*/ 713 h 735"/>
                  <a:gd name="T76" fmla="*/ 528 w 650"/>
                  <a:gd name="T77" fmla="*/ 719 h 735"/>
                  <a:gd name="T78" fmla="*/ 588 w 650"/>
                  <a:gd name="T79" fmla="*/ 726 h 735"/>
                  <a:gd name="T80" fmla="*/ 650 w 650"/>
                  <a:gd name="T81" fmla="*/ 735 h 735"/>
                  <a:gd name="T82" fmla="*/ 647 w 650"/>
                  <a:gd name="T83" fmla="*/ 713 h 735"/>
                  <a:gd name="T84" fmla="*/ 641 w 650"/>
                  <a:gd name="T85" fmla="*/ 655 h 735"/>
                  <a:gd name="T86" fmla="*/ 631 w 650"/>
                  <a:gd name="T87" fmla="*/ 568 h 735"/>
                  <a:gd name="T88" fmla="*/ 623 w 650"/>
                  <a:gd name="T89" fmla="*/ 462 h 735"/>
                  <a:gd name="T90" fmla="*/ 618 w 650"/>
                  <a:gd name="T91" fmla="*/ 345 h 735"/>
                  <a:gd name="T92" fmla="*/ 618 w 650"/>
                  <a:gd name="T93" fmla="*/ 229 h 735"/>
                  <a:gd name="T94" fmla="*/ 627 w 650"/>
                  <a:gd name="T95" fmla="*/ 119 h 735"/>
                  <a:gd name="T96" fmla="*/ 645 w 650"/>
                  <a:gd name="T97" fmla="*/ 27 h 7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50" h="735">
                    <a:moveTo>
                      <a:pt x="645" y="27"/>
                    </a:moveTo>
                    <a:lnTo>
                      <a:pt x="642" y="26"/>
                    </a:lnTo>
                    <a:lnTo>
                      <a:pt x="631" y="23"/>
                    </a:lnTo>
                    <a:lnTo>
                      <a:pt x="615" y="19"/>
                    </a:lnTo>
                    <a:lnTo>
                      <a:pt x="592" y="15"/>
                    </a:lnTo>
                    <a:lnTo>
                      <a:pt x="565" y="10"/>
                    </a:lnTo>
                    <a:lnTo>
                      <a:pt x="533" y="6"/>
                    </a:lnTo>
                    <a:lnTo>
                      <a:pt x="496" y="3"/>
                    </a:lnTo>
                    <a:lnTo>
                      <a:pt x="456" y="1"/>
                    </a:lnTo>
                    <a:lnTo>
                      <a:pt x="411" y="0"/>
                    </a:lnTo>
                    <a:lnTo>
                      <a:pt x="364" y="2"/>
                    </a:lnTo>
                    <a:lnTo>
                      <a:pt x="315" y="6"/>
                    </a:lnTo>
                    <a:lnTo>
                      <a:pt x="262" y="15"/>
                    </a:lnTo>
                    <a:lnTo>
                      <a:pt x="209" y="26"/>
                    </a:lnTo>
                    <a:lnTo>
                      <a:pt x="154" y="42"/>
                    </a:lnTo>
                    <a:lnTo>
                      <a:pt x="98" y="61"/>
                    </a:lnTo>
                    <a:lnTo>
                      <a:pt x="42" y="87"/>
                    </a:lnTo>
                    <a:lnTo>
                      <a:pt x="38" y="101"/>
                    </a:lnTo>
                    <a:lnTo>
                      <a:pt x="28" y="141"/>
                    </a:lnTo>
                    <a:lnTo>
                      <a:pt x="17" y="203"/>
                    </a:lnTo>
                    <a:lnTo>
                      <a:pt x="6" y="283"/>
                    </a:lnTo>
                    <a:lnTo>
                      <a:pt x="0" y="378"/>
                    </a:lnTo>
                    <a:lnTo>
                      <a:pt x="5" y="484"/>
                    </a:lnTo>
                    <a:lnTo>
                      <a:pt x="21" y="599"/>
                    </a:lnTo>
                    <a:lnTo>
                      <a:pt x="54" y="716"/>
                    </a:lnTo>
                    <a:lnTo>
                      <a:pt x="58" y="716"/>
                    </a:lnTo>
                    <a:lnTo>
                      <a:pt x="66" y="715"/>
                    </a:lnTo>
                    <a:lnTo>
                      <a:pt x="80" y="713"/>
                    </a:lnTo>
                    <a:lnTo>
                      <a:pt x="99" y="712"/>
                    </a:lnTo>
                    <a:lnTo>
                      <a:pt x="124" y="710"/>
                    </a:lnTo>
                    <a:lnTo>
                      <a:pt x="153" y="708"/>
                    </a:lnTo>
                    <a:lnTo>
                      <a:pt x="188" y="707"/>
                    </a:lnTo>
                    <a:lnTo>
                      <a:pt x="225" y="706"/>
                    </a:lnTo>
                    <a:lnTo>
                      <a:pt x="267" y="705"/>
                    </a:lnTo>
                    <a:lnTo>
                      <a:pt x="313" y="706"/>
                    </a:lnTo>
                    <a:lnTo>
                      <a:pt x="362" y="707"/>
                    </a:lnTo>
                    <a:lnTo>
                      <a:pt x="415" y="709"/>
                    </a:lnTo>
                    <a:lnTo>
                      <a:pt x="470" y="713"/>
                    </a:lnTo>
                    <a:lnTo>
                      <a:pt x="528" y="719"/>
                    </a:lnTo>
                    <a:lnTo>
                      <a:pt x="588" y="726"/>
                    </a:lnTo>
                    <a:lnTo>
                      <a:pt x="650" y="735"/>
                    </a:lnTo>
                    <a:lnTo>
                      <a:pt x="647" y="713"/>
                    </a:lnTo>
                    <a:lnTo>
                      <a:pt x="641" y="655"/>
                    </a:lnTo>
                    <a:lnTo>
                      <a:pt x="631" y="568"/>
                    </a:lnTo>
                    <a:lnTo>
                      <a:pt x="623" y="462"/>
                    </a:lnTo>
                    <a:lnTo>
                      <a:pt x="618" y="345"/>
                    </a:lnTo>
                    <a:lnTo>
                      <a:pt x="618" y="229"/>
                    </a:lnTo>
                    <a:lnTo>
                      <a:pt x="627" y="119"/>
                    </a:lnTo>
                    <a:lnTo>
                      <a:pt x="645" y="27"/>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60" name="Freeform 179"/>
              <p:cNvSpPr>
                <a:spLocks/>
              </p:cNvSpPr>
              <p:nvPr/>
            </p:nvSpPr>
            <p:spPr bwMode="auto">
              <a:xfrm>
                <a:off x="6623" y="13797"/>
                <a:ext cx="1071" cy="731"/>
              </a:xfrm>
              <a:custGeom>
                <a:avLst/>
                <a:gdLst>
                  <a:gd name="T0" fmla="*/ 6 w 1071"/>
                  <a:gd name="T1" fmla="*/ 552 h 731"/>
                  <a:gd name="T2" fmla="*/ 0 w 1071"/>
                  <a:gd name="T3" fmla="*/ 642 h 731"/>
                  <a:gd name="T4" fmla="*/ 698 w 1071"/>
                  <a:gd name="T5" fmla="*/ 731 h 731"/>
                  <a:gd name="T6" fmla="*/ 703 w 1071"/>
                  <a:gd name="T7" fmla="*/ 729 h 731"/>
                  <a:gd name="T8" fmla="*/ 717 w 1071"/>
                  <a:gd name="T9" fmla="*/ 722 h 731"/>
                  <a:gd name="T10" fmla="*/ 740 w 1071"/>
                  <a:gd name="T11" fmla="*/ 710 h 731"/>
                  <a:gd name="T12" fmla="*/ 768 w 1071"/>
                  <a:gd name="T13" fmla="*/ 694 h 731"/>
                  <a:gd name="T14" fmla="*/ 801 w 1071"/>
                  <a:gd name="T15" fmla="*/ 672 h 731"/>
                  <a:gd name="T16" fmla="*/ 838 w 1071"/>
                  <a:gd name="T17" fmla="*/ 645 h 731"/>
                  <a:gd name="T18" fmla="*/ 876 w 1071"/>
                  <a:gd name="T19" fmla="*/ 614 h 731"/>
                  <a:gd name="T20" fmla="*/ 915 w 1071"/>
                  <a:gd name="T21" fmla="*/ 577 h 731"/>
                  <a:gd name="T22" fmla="*/ 953 w 1071"/>
                  <a:gd name="T23" fmla="*/ 536 h 731"/>
                  <a:gd name="T24" fmla="*/ 988 w 1071"/>
                  <a:gd name="T25" fmla="*/ 491 h 731"/>
                  <a:gd name="T26" fmla="*/ 1018 w 1071"/>
                  <a:gd name="T27" fmla="*/ 439 h 731"/>
                  <a:gd name="T28" fmla="*/ 1043 w 1071"/>
                  <a:gd name="T29" fmla="*/ 383 h 731"/>
                  <a:gd name="T30" fmla="*/ 1061 w 1071"/>
                  <a:gd name="T31" fmla="*/ 322 h 731"/>
                  <a:gd name="T32" fmla="*/ 1071 w 1071"/>
                  <a:gd name="T33" fmla="*/ 255 h 731"/>
                  <a:gd name="T34" fmla="*/ 1070 w 1071"/>
                  <a:gd name="T35" fmla="*/ 185 h 731"/>
                  <a:gd name="T36" fmla="*/ 1057 w 1071"/>
                  <a:gd name="T37" fmla="*/ 108 h 731"/>
                  <a:gd name="T38" fmla="*/ 1055 w 1071"/>
                  <a:gd name="T39" fmla="*/ 104 h 731"/>
                  <a:gd name="T40" fmla="*/ 1049 w 1071"/>
                  <a:gd name="T41" fmla="*/ 92 h 731"/>
                  <a:gd name="T42" fmla="*/ 1037 w 1071"/>
                  <a:gd name="T43" fmla="*/ 76 h 731"/>
                  <a:gd name="T44" fmla="*/ 1022 w 1071"/>
                  <a:gd name="T45" fmla="*/ 57 h 731"/>
                  <a:gd name="T46" fmla="*/ 1002 w 1071"/>
                  <a:gd name="T47" fmla="*/ 37 h 731"/>
                  <a:gd name="T48" fmla="*/ 979 w 1071"/>
                  <a:gd name="T49" fmla="*/ 20 h 731"/>
                  <a:gd name="T50" fmla="*/ 951 w 1071"/>
                  <a:gd name="T51" fmla="*/ 7 h 731"/>
                  <a:gd name="T52" fmla="*/ 919 w 1071"/>
                  <a:gd name="T53" fmla="*/ 0 h 731"/>
                  <a:gd name="T54" fmla="*/ 924 w 1071"/>
                  <a:gd name="T55" fmla="*/ 12 h 731"/>
                  <a:gd name="T56" fmla="*/ 934 w 1071"/>
                  <a:gd name="T57" fmla="*/ 44 h 731"/>
                  <a:gd name="T58" fmla="*/ 947 w 1071"/>
                  <a:gd name="T59" fmla="*/ 94 h 731"/>
                  <a:gd name="T60" fmla="*/ 958 w 1071"/>
                  <a:gd name="T61" fmla="*/ 159 h 731"/>
                  <a:gd name="T62" fmla="*/ 961 w 1071"/>
                  <a:gd name="T63" fmla="*/ 238 h 731"/>
                  <a:gd name="T64" fmla="*/ 953 w 1071"/>
                  <a:gd name="T65" fmla="*/ 324 h 731"/>
                  <a:gd name="T66" fmla="*/ 928 w 1071"/>
                  <a:gd name="T67" fmla="*/ 418 h 731"/>
                  <a:gd name="T68" fmla="*/ 884 w 1071"/>
                  <a:gd name="T69" fmla="*/ 516 h 731"/>
                  <a:gd name="T70" fmla="*/ 883 w 1071"/>
                  <a:gd name="T71" fmla="*/ 518 h 731"/>
                  <a:gd name="T72" fmla="*/ 879 w 1071"/>
                  <a:gd name="T73" fmla="*/ 521 h 731"/>
                  <a:gd name="T74" fmla="*/ 872 w 1071"/>
                  <a:gd name="T75" fmla="*/ 526 h 731"/>
                  <a:gd name="T76" fmla="*/ 862 w 1071"/>
                  <a:gd name="T77" fmla="*/ 534 h 731"/>
                  <a:gd name="T78" fmla="*/ 851 w 1071"/>
                  <a:gd name="T79" fmla="*/ 541 h 731"/>
                  <a:gd name="T80" fmla="*/ 837 w 1071"/>
                  <a:gd name="T81" fmla="*/ 550 h 731"/>
                  <a:gd name="T82" fmla="*/ 819 w 1071"/>
                  <a:gd name="T83" fmla="*/ 559 h 731"/>
                  <a:gd name="T84" fmla="*/ 800 w 1071"/>
                  <a:gd name="T85" fmla="*/ 567 h 731"/>
                  <a:gd name="T86" fmla="*/ 778 w 1071"/>
                  <a:gd name="T87" fmla="*/ 575 h 731"/>
                  <a:gd name="T88" fmla="*/ 754 w 1071"/>
                  <a:gd name="T89" fmla="*/ 582 h 731"/>
                  <a:gd name="T90" fmla="*/ 727 w 1071"/>
                  <a:gd name="T91" fmla="*/ 588 h 731"/>
                  <a:gd name="T92" fmla="*/ 697 w 1071"/>
                  <a:gd name="T93" fmla="*/ 592 h 731"/>
                  <a:gd name="T94" fmla="*/ 666 w 1071"/>
                  <a:gd name="T95" fmla="*/ 593 h 731"/>
                  <a:gd name="T96" fmla="*/ 631 w 1071"/>
                  <a:gd name="T97" fmla="*/ 592 h 731"/>
                  <a:gd name="T98" fmla="*/ 593 w 1071"/>
                  <a:gd name="T99" fmla="*/ 589 h 731"/>
                  <a:gd name="T100" fmla="*/ 555 w 1071"/>
                  <a:gd name="T101" fmla="*/ 581 h 731"/>
                  <a:gd name="T102" fmla="*/ 555 w 1071"/>
                  <a:gd name="T103" fmla="*/ 677 h 731"/>
                  <a:gd name="T104" fmla="*/ 24 w 1071"/>
                  <a:gd name="T105" fmla="*/ 623 h 731"/>
                  <a:gd name="T106" fmla="*/ 6 w 1071"/>
                  <a:gd name="T107" fmla="*/ 552 h 7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071" h="731">
                    <a:moveTo>
                      <a:pt x="6" y="552"/>
                    </a:moveTo>
                    <a:lnTo>
                      <a:pt x="0" y="642"/>
                    </a:lnTo>
                    <a:lnTo>
                      <a:pt x="698" y="731"/>
                    </a:lnTo>
                    <a:lnTo>
                      <a:pt x="703" y="729"/>
                    </a:lnTo>
                    <a:lnTo>
                      <a:pt x="717" y="722"/>
                    </a:lnTo>
                    <a:lnTo>
                      <a:pt x="740" y="710"/>
                    </a:lnTo>
                    <a:lnTo>
                      <a:pt x="768" y="694"/>
                    </a:lnTo>
                    <a:lnTo>
                      <a:pt x="801" y="672"/>
                    </a:lnTo>
                    <a:lnTo>
                      <a:pt x="838" y="645"/>
                    </a:lnTo>
                    <a:lnTo>
                      <a:pt x="876" y="614"/>
                    </a:lnTo>
                    <a:lnTo>
                      <a:pt x="915" y="577"/>
                    </a:lnTo>
                    <a:lnTo>
                      <a:pt x="953" y="536"/>
                    </a:lnTo>
                    <a:lnTo>
                      <a:pt x="988" y="491"/>
                    </a:lnTo>
                    <a:lnTo>
                      <a:pt x="1018" y="439"/>
                    </a:lnTo>
                    <a:lnTo>
                      <a:pt x="1043" y="383"/>
                    </a:lnTo>
                    <a:lnTo>
                      <a:pt x="1061" y="322"/>
                    </a:lnTo>
                    <a:lnTo>
                      <a:pt x="1071" y="255"/>
                    </a:lnTo>
                    <a:lnTo>
                      <a:pt x="1070" y="185"/>
                    </a:lnTo>
                    <a:lnTo>
                      <a:pt x="1057" y="108"/>
                    </a:lnTo>
                    <a:lnTo>
                      <a:pt x="1055" y="104"/>
                    </a:lnTo>
                    <a:lnTo>
                      <a:pt x="1049" y="92"/>
                    </a:lnTo>
                    <a:lnTo>
                      <a:pt x="1037" y="76"/>
                    </a:lnTo>
                    <a:lnTo>
                      <a:pt x="1022" y="57"/>
                    </a:lnTo>
                    <a:lnTo>
                      <a:pt x="1002" y="37"/>
                    </a:lnTo>
                    <a:lnTo>
                      <a:pt x="979" y="20"/>
                    </a:lnTo>
                    <a:lnTo>
                      <a:pt x="951" y="7"/>
                    </a:lnTo>
                    <a:lnTo>
                      <a:pt x="919" y="0"/>
                    </a:lnTo>
                    <a:lnTo>
                      <a:pt x="924" y="12"/>
                    </a:lnTo>
                    <a:lnTo>
                      <a:pt x="934" y="44"/>
                    </a:lnTo>
                    <a:lnTo>
                      <a:pt x="947" y="94"/>
                    </a:lnTo>
                    <a:lnTo>
                      <a:pt x="958" y="159"/>
                    </a:lnTo>
                    <a:lnTo>
                      <a:pt x="961" y="238"/>
                    </a:lnTo>
                    <a:lnTo>
                      <a:pt x="953" y="324"/>
                    </a:lnTo>
                    <a:lnTo>
                      <a:pt x="928" y="418"/>
                    </a:lnTo>
                    <a:lnTo>
                      <a:pt x="884" y="516"/>
                    </a:lnTo>
                    <a:lnTo>
                      <a:pt x="883" y="518"/>
                    </a:lnTo>
                    <a:lnTo>
                      <a:pt x="879" y="521"/>
                    </a:lnTo>
                    <a:lnTo>
                      <a:pt x="872" y="526"/>
                    </a:lnTo>
                    <a:lnTo>
                      <a:pt x="862" y="534"/>
                    </a:lnTo>
                    <a:lnTo>
                      <a:pt x="851" y="541"/>
                    </a:lnTo>
                    <a:lnTo>
                      <a:pt x="837" y="550"/>
                    </a:lnTo>
                    <a:lnTo>
                      <a:pt x="819" y="559"/>
                    </a:lnTo>
                    <a:lnTo>
                      <a:pt x="800" y="567"/>
                    </a:lnTo>
                    <a:lnTo>
                      <a:pt x="778" y="575"/>
                    </a:lnTo>
                    <a:lnTo>
                      <a:pt x="754" y="582"/>
                    </a:lnTo>
                    <a:lnTo>
                      <a:pt x="727" y="588"/>
                    </a:lnTo>
                    <a:lnTo>
                      <a:pt x="697" y="592"/>
                    </a:lnTo>
                    <a:lnTo>
                      <a:pt x="666" y="593"/>
                    </a:lnTo>
                    <a:lnTo>
                      <a:pt x="631" y="592"/>
                    </a:lnTo>
                    <a:lnTo>
                      <a:pt x="593" y="589"/>
                    </a:lnTo>
                    <a:lnTo>
                      <a:pt x="555" y="581"/>
                    </a:lnTo>
                    <a:lnTo>
                      <a:pt x="555" y="677"/>
                    </a:lnTo>
                    <a:lnTo>
                      <a:pt x="24" y="623"/>
                    </a:lnTo>
                    <a:lnTo>
                      <a:pt x="6" y="55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61" name="Freeform 180"/>
              <p:cNvSpPr>
                <a:spLocks/>
              </p:cNvSpPr>
              <p:nvPr/>
            </p:nvSpPr>
            <p:spPr bwMode="auto">
              <a:xfrm>
                <a:off x="6486" y="14516"/>
                <a:ext cx="787" cy="253"/>
              </a:xfrm>
              <a:custGeom>
                <a:avLst/>
                <a:gdLst>
                  <a:gd name="T0" fmla="*/ 787 w 787"/>
                  <a:gd name="T1" fmla="*/ 91 h 253"/>
                  <a:gd name="T2" fmla="*/ 12 w 787"/>
                  <a:gd name="T3" fmla="*/ 0 h 253"/>
                  <a:gd name="T4" fmla="*/ 0 w 787"/>
                  <a:gd name="T5" fmla="*/ 91 h 253"/>
                  <a:gd name="T6" fmla="*/ 764 w 787"/>
                  <a:gd name="T7" fmla="*/ 253 h 253"/>
                  <a:gd name="T8" fmla="*/ 787 w 787"/>
                  <a:gd name="T9" fmla="*/ 91 h 253"/>
                </a:gdLst>
                <a:ahLst/>
                <a:cxnLst>
                  <a:cxn ang="0">
                    <a:pos x="T0" y="T1"/>
                  </a:cxn>
                  <a:cxn ang="0">
                    <a:pos x="T2" y="T3"/>
                  </a:cxn>
                  <a:cxn ang="0">
                    <a:pos x="T4" y="T5"/>
                  </a:cxn>
                  <a:cxn ang="0">
                    <a:pos x="T6" y="T7"/>
                  </a:cxn>
                  <a:cxn ang="0">
                    <a:pos x="T8" y="T9"/>
                  </a:cxn>
                </a:cxnLst>
                <a:rect l="0" t="0" r="r" b="b"/>
                <a:pathLst>
                  <a:path w="787" h="253">
                    <a:moveTo>
                      <a:pt x="787" y="91"/>
                    </a:moveTo>
                    <a:lnTo>
                      <a:pt x="12" y="0"/>
                    </a:lnTo>
                    <a:lnTo>
                      <a:pt x="0" y="91"/>
                    </a:lnTo>
                    <a:lnTo>
                      <a:pt x="764" y="253"/>
                    </a:lnTo>
                    <a:lnTo>
                      <a:pt x="787" y="9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62" name="Freeform 181"/>
              <p:cNvSpPr>
                <a:spLocks/>
              </p:cNvSpPr>
              <p:nvPr/>
            </p:nvSpPr>
            <p:spPr bwMode="auto">
              <a:xfrm>
                <a:off x="6879" y="14597"/>
                <a:ext cx="336" cy="115"/>
              </a:xfrm>
              <a:custGeom>
                <a:avLst/>
                <a:gdLst>
                  <a:gd name="T0" fmla="*/ 336 w 336"/>
                  <a:gd name="T1" fmla="*/ 50 h 115"/>
                  <a:gd name="T2" fmla="*/ 4 w 336"/>
                  <a:gd name="T3" fmla="*/ 0 h 115"/>
                  <a:gd name="T4" fmla="*/ 0 w 336"/>
                  <a:gd name="T5" fmla="*/ 48 h 115"/>
                  <a:gd name="T6" fmla="*/ 327 w 336"/>
                  <a:gd name="T7" fmla="*/ 115 h 115"/>
                  <a:gd name="T8" fmla="*/ 336 w 336"/>
                  <a:gd name="T9" fmla="*/ 50 h 115"/>
                </a:gdLst>
                <a:ahLst/>
                <a:cxnLst>
                  <a:cxn ang="0">
                    <a:pos x="T0" y="T1"/>
                  </a:cxn>
                  <a:cxn ang="0">
                    <a:pos x="T2" y="T3"/>
                  </a:cxn>
                  <a:cxn ang="0">
                    <a:pos x="T4" y="T5"/>
                  </a:cxn>
                  <a:cxn ang="0">
                    <a:pos x="T6" y="T7"/>
                  </a:cxn>
                  <a:cxn ang="0">
                    <a:pos x="T8" y="T9"/>
                  </a:cxn>
                </a:cxnLst>
                <a:rect l="0" t="0" r="r" b="b"/>
                <a:pathLst>
                  <a:path w="336" h="115">
                    <a:moveTo>
                      <a:pt x="336" y="50"/>
                    </a:moveTo>
                    <a:lnTo>
                      <a:pt x="4" y="0"/>
                    </a:lnTo>
                    <a:lnTo>
                      <a:pt x="0" y="48"/>
                    </a:lnTo>
                    <a:lnTo>
                      <a:pt x="327" y="115"/>
                    </a:lnTo>
                    <a:lnTo>
                      <a:pt x="336" y="5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63" name="Freeform 182"/>
              <p:cNvSpPr>
                <a:spLocks/>
              </p:cNvSpPr>
              <p:nvPr/>
            </p:nvSpPr>
            <p:spPr bwMode="auto">
              <a:xfrm>
                <a:off x="6536" y="14540"/>
                <a:ext cx="225" cy="85"/>
              </a:xfrm>
              <a:custGeom>
                <a:avLst/>
                <a:gdLst>
                  <a:gd name="T0" fmla="*/ 225 w 225"/>
                  <a:gd name="T1" fmla="*/ 39 h 85"/>
                  <a:gd name="T2" fmla="*/ 0 w 225"/>
                  <a:gd name="T3" fmla="*/ 0 h 85"/>
                  <a:gd name="T4" fmla="*/ 3 w 225"/>
                  <a:gd name="T5" fmla="*/ 41 h 85"/>
                  <a:gd name="T6" fmla="*/ 218 w 225"/>
                  <a:gd name="T7" fmla="*/ 85 h 85"/>
                  <a:gd name="T8" fmla="*/ 225 w 225"/>
                  <a:gd name="T9" fmla="*/ 39 h 85"/>
                </a:gdLst>
                <a:ahLst/>
                <a:cxnLst>
                  <a:cxn ang="0">
                    <a:pos x="T0" y="T1"/>
                  </a:cxn>
                  <a:cxn ang="0">
                    <a:pos x="T2" y="T3"/>
                  </a:cxn>
                  <a:cxn ang="0">
                    <a:pos x="T4" y="T5"/>
                  </a:cxn>
                  <a:cxn ang="0">
                    <a:pos x="T6" y="T7"/>
                  </a:cxn>
                  <a:cxn ang="0">
                    <a:pos x="T8" y="T9"/>
                  </a:cxn>
                </a:cxnLst>
                <a:rect l="0" t="0" r="r" b="b"/>
                <a:pathLst>
                  <a:path w="225" h="85">
                    <a:moveTo>
                      <a:pt x="225" y="39"/>
                    </a:moveTo>
                    <a:lnTo>
                      <a:pt x="0" y="0"/>
                    </a:lnTo>
                    <a:lnTo>
                      <a:pt x="3" y="41"/>
                    </a:lnTo>
                    <a:lnTo>
                      <a:pt x="218" y="85"/>
                    </a:lnTo>
                    <a:lnTo>
                      <a:pt x="225" y="3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64" name="Freeform 183"/>
              <p:cNvSpPr>
                <a:spLocks/>
              </p:cNvSpPr>
              <p:nvPr/>
            </p:nvSpPr>
            <p:spPr bwMode="auto">
              <a:xfrm>
                <a:off x="5972" y="14624"/>
                <a:ext cx="1325" cy="439"/>
              </a:xfrm>
              <a:custGeom>
                <a:avLst/>
                <a:gdLst>
                  <a:gd name="T0" fmla="*/ 0 w 1325"/>
                  <a:gd name="T1" fmla="*/ 132 h 439"/>
                  <a:gd name="T2" fmla="*/ 3 w 1325"/>
                  <a:gd name="T3" fmla="*/ 132 h 439"/>
                  <a:gd name="T4" fmla="*/ 10 w 1325"/>
                  <a:gd name="T5" fmla="*/ 130 h 439"/>
                  <a:gd name="T6" fmla="*/ 24 w 1325"/>
                  <a:gd name="T7" fmla="*/ 128 h 439"/>
                  <a:gd name="T8" fmla="*/ 42 w 1325"/>
                  <a:gd name="T9" fmla="*/ 125 h 439"/>
                  <a:gd name="T10" fmla="*/ 62 w 1325"/>
                  <a:gd name="T11" fmla="*/ 121 h 439"/>
                  <a:gd name="T12" fmla="*/ 86 w 1325"/>
                  <a:gd name="T13" fmla="*/ 116 h 439"/>
                  <a:gd name="T14" fmla="*/ 113 w 1325"/>
                  <a:gd name="T15" fmla="*/ 109 h 439"/>
                  <a:gd name="T16" fmla="*/ 141 w 1325"/>
                  <a:gd name="T17" fmla="*/ 102 h 439"/>
                  <a:gd name="T18" fmla="*/ 170 w 1325"/>
                  <a:gd name="T19" fmla="*/ 94 h 439"/>
                  <a:gd name="T20" fmla="*/ 199 w 1325"/>
                  <a:gd name="T21" fmla="*/ 85 h 439"/>
                  <a:gd name="T22" fmla="*/ 228 w 1325"/>
                  <a:gd name="T23" fmla="*/ 74 h 439"/>
                  <a:gd name="T24" fmla="*/ 257 w 1325"/>
                  <a:gd name="T25" fmla="*/ 62 h 439"/>
                  <a:gd name="T26" fmla="*/ 285 w 1325"/>
                  <a:gd name="T27" fmla="*/ 48 h 439"/>
                  <a:gd name="T28" fmla="*/ 309 w 1325"/>
                  <a:gd name="T29" fmla="*/ 34 h 439"/>
                  <a:gd name="T30" fmla="*/ 333 w 1325"/>
                  <a:gd name="T31" fmla="*/ 18 h 439"/>
                  <a:gd name="T32" fmla="*/ 352 w 1325"/>
                  <a:gd name="T33" fmla="*/ 0 h 439"/>
                  <a:gd name="T34" fmla="*/ 1325 w 1325"/>
                  <a:gd name="T35" fmla="*/ 223 h 439"/>
                  <a:gd name="T36" fmla="*/ 1323 w 1325"/>
                  <a:gd name="T37" fmla="*/ 225 h 439"/>
                  <a:gd name="T38" fmla="*/ 1318 w 1325"/>
                  <a:gd name="T39" fmla="*/ 230 h 439"/>
                  <a:gd name="T40" fmla="*/ 1309 w 1325"/>
                  <a:gd name="T41" fmla="*/ 239 h 439"/>
                  <a:gd name="T42" fmla="*/ 1297 w 1325"/>
                  <a:gd name="T43" fmla="*/ 250 h 439"/>
                  <a:gd name="T44" fmla="*/ 1282 w 1325"/>
                  <a:gd name="T45" fmla="*/ 263 h 439"/>
                  <a:gd name="T46" fmla="*/ 1265 w 1325"/>
                  <a:gd name="T47" fmla="*/ 278 h 439"/>
                  <a:gd name="T48" fmla="*/ 1247 w 1325"/>
                  <a:gd name="T49" fmla="*/ 295 h 439"/>
                  <a:gd name="T50" fmla="*/ 1225 w 1325"/>
                  <a:gd name="T51" fmla="*/ 312 h 439"/>
                  <a:gd name="T52" fmla="*/ 1202 w 1325"/>
                  <a:gd name="T53" fmla="*/ 331 h 439"/>
                  <a:gd name="T54" fmla="*/ 1179 w 1325"/>
                  <a:gd name="T55" fmla="*/ 349 h 439"/>
                  <a:gd name="T56" fmla="*/ 1154 w 1325"/>
                  <a:gd name="T57" fmla="*/ 367 h 439"/>
                  <a:gd name="T58" fmla="*/ 1128 w 1325"/>
                  <a:gd name="T59" fmla="*/ 385 h 439"/>
                  <a:gd name="T60" fmla="*/ 1102 w 1325"/>
                  <a:gd name="T61" fmla="*/ 401 h 439"/>
                  <a:gd name="T62" fmla="*/ 1077 w 1325"/>
                  <a:gd name="T63" fmla="*/ 415 h 439"/>
                  <a:gd name="T64" fmla="*/ 1051 w 1325"/>
                  <a:gd name="T65" fmla="*/ 428 h 439"/>
                  <a:gd name="T66" fmla="*/ 1026 w 1325"/>
                  <a:gd name="T67" fmla="*/ 439 h 439"/>
                  <a:gd name="T68" fmla="*/ 0 w 1325"/>
                  <a:gd name="T69" fmla="*/ 132 h 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25" h="439">
                    <a:moveTo>
                      <a:pt x="0" y="132"/>
                    </a:moveTo>
                    <a:lnTo>
                      <a:pt x="3" y="132"/>
                    </a:lnTo>
                    <a:lnTo>
                      <a:pt x="10" y="130"/>
                    </a:lnTo>
                    <a:lnTo>
                      <a:pt x="24" y="128"/>
                    </a:lnTo>
                    <a:lnTo>
                      <a:pt x="42" y="125"/>
                    </a:lnTo>
                    <a:lnTo>
                      <a:pt x="62" y="121"/>
                    </a:lnTo>
                    <a:lnTo>
                      <a:pt x="86" y="116"/>
                    </a:lnTo>
                    <a:lnTo>
                      <a:pt x="113" y="109"/>
                    </a:lnTo>
                    <a:lnTo>
                      <a:pt x="141" y="102"/>
                    </a:lnTo>
                    <a:lnTo>
                      <a:pt x="170" y="94"/>
                    </a:lnTo>
                    <a:lnTo>
                      <a:pt x="199" y="85"/>
                    </a:lnTo>
                    <a:lnTo>
                      <a:pt x="228" y="74"/>
                    </a:lnTo>
                    <a:lnTo>
                      <a:pt x="257" y="62"/>
                    </a:lnTo>
                    <a:lnTo>
                      <a:pt x="285" y="48"/>
                    </a:lnTo>
                    <a:lnTo>
                      <a:pt x="309" y="34"/>
                    </a:lnTo>
                    <a:lnTo>
                      <a:pt x="333" y="18"/>
                    </a:lnTo>
                    <a:lnTo>
                      <a:pt x="352" y="0"/>
                    </a:lnTo>
                    <a:lnTo>
                      <a:pt x="1325" y="223"/>
                    </a:lnTo>
                    <a:lnTo>
                      <a:pt x="1323" y="225"/>
                    </a:lnTo>
                    <a:lnTo>
                      <a:pt x="1318" y="230"/>
                    </a:lnTo>
                    <a:lnTo>
                      <a:pt x="1309" y="239"/>
                    </a:lnTo>
                    <a:lnTo>
                      <a:pt x="1297" y="250"/>
                    </a:lnTo>
                    <a:lnTo>
                      <a:pt x="1282" y="263"/>
                    </a:lnTo>
                    <a:lnTo>
                      <a:pt x="1265" y="278"/>
                    </a:lnTo>
                    <a:lnTo>
                      <a:pt x="1247" y="295"/>
                    </a:lnTo>
                    <a:lnTo>
                      <a:pt x="1225" y="312"/>
                    </a:lnTo>
                    <a:lnTo>
                      <a:pt x="1202" y="331"/>
                    </a:lnTo>
                    <a:lnTo>
                      <a:pt x="1179" y="349"/>
                    </a:lnTo>
                    <a:lnTo>
                      <a:pt x="1154" y="367"/>
                    </a:lnTo>
                    <a:lnTo>
                      <a:pt x="1128" y="385"/>
                    </a:lnTo>
                    <a:lnTo>
                      <a:pt x="1102" y="401"/>
                    </a:lnTo>
                    <a:lnTo>
                      <a:pt x="1077" y="415"/>
                    </a:lnTo>
                    <a:lnTo>
                      <a:pt x="1051" y="428"/>
                    </a:lnTo>
                    <a:lnTo>
                      <a:pt x="1026" y="439"/>
                    </a:lnTo>
                    <a:lnTo>
                      <a:pt x="0" y="132"/>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65" name="Freeform 184"/>
              <p:cNvSpPr>
                <a:spLocks/>
              </p:cNvSpPr>
              <p:nvPr/>
            </p:nvSpPr>
            <p:spPr bwMode="auto">
              <a:xfrm>
                <a:off x="7292" y="14577"/>
                <a:ext cx="472" cy="209"/>
              </a:xfrm>
              <a:custGeom>
                <a:avLst/>
                <a:gdLst>
                  <a:gd name="T0" fmla="*/ 47 w 472"/>
                  <a:gd name="T1" fmla="*/ 209 h 209"/>
                  <a:gd name="T2" fmla="*/ 472 w 472"/>
                  <a:gd name="T3" fmla="*/ 84 h 209"/>
                  <a:gd name="T4" fmla="*/ 215 w 472"/>
                  <a:gd name="T5" fmla="*/ 0 h 209"/>
                  <a:gd name="T6" fmla="*/ 5 w 472"/>
                  <a:gd name="T7" fmla="*/ 24 h 209"/>
                  <a:gd name="T8" fmla="*/ 0 w 472"/>
                  <a:gd name="T9" fmla="*/ 197 h 209"/>
                  <a:gd name="T10" fmla="*/ 47 w 472"/>
                  <a:gd name="T11" fmla="*/ 209 h 209"/>
                </a:gdLst>
                <a:ahLst/>
                <a:cxnLst>
                  <a:cxn ang="0">
                    <a:pos x="T0" y="T1"/>
                  </a:cxn>
                  <a:cxn ang="0">
                    <a:pos x="T2" y="T3"/>
                  </a:cxn>
                  <a:cxn ang="0">
                    <a:pos x="T4" y="T5"/>
                  </a:cxn>
                  <a:cxn ang="0">
                    <a:pos x="T6" y="T7"/>
                  </a:cxn>
                  <a:cxn ang="0">
                    <a:pos x="T8" y="T9"/>
                  </a:cxn>
                  <a:cxn ang="0">
                    <a:pos x="T10" y="T11"/>
                  </a:cxn>
                </a:cxnLst>
                <a:rect l="0" t="0" r="r" b="b"/>
                <a:pathLst>
                  <a:path w="472" h="209">
                    <a:moveTo>
                      <a:pt x="47" y="209"/>
                    </a:moveTo>
                    <a:lnTo>
                      <a:pt x="472" y="84"/>
                    </a:lnTo>
                    <a:lnTo>
                      <a:pt x="215" y="0"/>
                    </a:lnTo>
                    <a:lnTo>
                      <a:pt x="5" y="24"/>
                    </a:lnTo>
                    <a:lnTo>
                      <a:pt x="0" y="197"/>
                    </a:lnTo>
                    <a:lnTo>
                      <a:pt x="47" y="20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66" name="Freeform 185"/>
              <p:cNvSpPr>
                <a:spLocks/>
              </p:cNvSpPr>
              <p:nvPr/>
            </p:nvSpPr>
            <p:spPr bwMode="auto">
              <a:xfrm>
                <a:off x="6073" y="13679"/>
                <a:ext cx="251" cy="999"/>
              </a:xfrm>
              <a:custGeom>
                <a:avLst/>
                <a:gdLst>
                  <a:gd name="T0" fmla="*/ 251 w 251"/>
                  <a:gd name="T1" fmla="*/ 23 h 999"/>
                  <a:gd name="T2" fmla="*/ 250 w 251"/>
                  <a:gd name="T3" fmla="*/ 22 h 999"/>
                  <a:gd name="T4" fmla="*/ 246 w 251"/>
                  <a:gd name="T5" fmla="*/ 20 h 999"/>
                  <a:gd name="T6" fmla="*/ 239 w 251"/>
                  <a:gd name="T7" fmla="*/ 18 h 999"/>
                  <a:gd name="T8" fmla="*/ 230 w 251"/>
                  <a:gd name="T9" fmla="*/ 15 h 999"/>
                  <a:gd name="T10" fmla="*/ 218 w 251"/>
                  <a:gd name="T11" fmla="*/ 11 h 999"/>
                  <a:gd name="T12" fmla="*/ 205 w 251"/>
                  <a:gd name="T13" fmla="*/ 7 h 999"/>
                  <a:gd name="T14" fmla="*/ 190 w 251"/>
                  <a:gd name="T15" fmla="*/ 4 h 999"/>
                  <a:gd name="T16" fmla="*/ 173 w 251"/>
                  <a:gd name="T17" fmla="*/ 1 h 999"/>
                  <a:gd name="T18" fmla="*/ 155 w 251"/>
                  <a:gd name="T19" fmla="*/ 0 h 999"/>
                  <a:gd name="T20" fmla="*/ 134 w 251"/>
                  <a:gd name="T21" fmla="*/ 0 h 999"/>
                  <a:gd name="T22" fmla="*/ 114 w 251"/>
                  <a:gd name="T23" fmla="*/ 2 h 999"/>
                  <a:gd name="T24" fmla="*/ 92 w 251"/>
                  <a:gd name="T25" fmla="*/ 5 h 999"/>
                  <a:gd name="T26" fmla="*/ 70 w 251"/>
                  <a:gd name="T27" fmla="*/ 12 h 999"/>
                  <a:gd name="T28" fmla="*/ 47 w 251"/>
                  <a:gd name="T29" fmla="*/ 20 h 999"/>
                  <a:gd name="T30" fmla="*/ 23 w 251"/>
                  <a:gd name="T31" fmla="*/ 32 h 999"/>
                  <a:gd name="T32" fmla="*/ 0 w 251"/>
                  <a:gd name="T33" fmla="*/ 47 h 999"/>
                  <a:gd name="T34" fmla="*/ 0 w 251"/>
                  <a:gd name="T35" fmla="*/ 999 h 999"/>
                  <a:gd name="T36" fmla="*/ 1 w 251"/>
                  <a:gd name="T37" fmla="*/ 999 h 999"/>
                  <a:gd name="T38" fmla="*/ 6 w 251"/>
                  <a:gd name="T39" fmla="*/ 999 h 999"/>
                  <a:gd name="T40" fmla="*/ 14 w 251"/>
                  <a:gd name="T41" fmla="*/ 998 h 999"/>
                  <a:gd name="T42" fmla="*/ 23 w 251"/>
                  <a:gd name="T43" fmla="*/ 997 h 999"/>
                  <a:gd name="T44" fmla="*/ 35 w 251"/>
                  <a:gd name="T45" fmla="*/ 995 h 999"/>
                  <a:gd name="T46" fmla="*/ 49 w 251"/>
                  <a:gd name="T47" fmla="*/ 993 h 999"/>
                  <a:gd name="T48" fmla="*/ 65 w 251"/>
                  <a:gd name="T49" fmla="*/ 990 h 999"/>
                  <a:gd name="T50" fmla="*/ 83 w 251"/>
                  <a:gd name="T51" fmla="*/ 985 h 999"/>
                  <a:gd name="T52" fmla="*/ 102 w 251"/>
                  <a:gd name="T53" fmla="*/ 980 h 999"/>
                  <a:gd name="T54" fmla="*/ 121 w 251"/>
                  <a:gd name="T55" fmla="*/ 973 h 999"/>
                  <a:gd name="T56" fmla="*/ 143 w 251"/>
                  <a:gd name="T57" fmla="*/ 966 h 999"/>
                  <a:gd name="T58" fmla="*/ 164 w 251"/>
                  <a:gd name="T59" fmla="*/ 956 h 999"/>
                  <a:gd name="T60" fmla="*/ 186 w 251"/>
                  <a:gd name="T61" fmla="*/ 945 h 999"/>
                  <a:gd name="T62" fmla="*/ 208 w 251"/>
                  <a:gd name="T63" fmla="*/ 934 h 999"/>
                  <a:gd name="T64" fmla="*/ 230 w 251"/>
                  <a:gd name="T65" fmla="*/ 919 h 999"/>
                  <a:gd name="T66" fmla="*/ 251 w 251"/>
                  <a:gd name="T67" fmla="*/ 903 h 999"/>
                  <a:gd name="T68" fmla="*/ 251 w 251"/>
                  <a:gd name="T69" fmla="*/ 23 h 9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51" h="999">
                    <a:moveTo>
                      <a:pt x="251" y="23"/>
                    </a:moveTo>
                    <a:lnTo>
                      <a:pt x="250" y="22"/>
                    </a:lnTo>
                    <a:lnTo>
                      <a:pt x="246" y="20"/>
                    </a:lnTo>
                    <a:lnTo>
                      <a:pt x="239" y="18"/>
                    </a:lnTo>
                    <a:lnTo>
                      <a:pt x="230" y="15"/>
                    </a:lnTo>
                    <a:lnTo>
                      <a:pt x="218" y="11"/>
                    </a:lnTo>
                    <a:lnTo>
                      <a:pt x="205" y="7"/>
                    </a:lnTo>
                    <a:lnTo>
                      <a:pt x="190" y="4"/>
                    </a:lnTo>
                    <a:lnTo>
                      <a:pt x="173" y="1"/>
                    </a:lnTo>
                    <a:lnTo>
                      <a:pt x="155" y="0"/>
                    </a:lnTo>
                    <a:lnTo>
                      <a:pt x="134" y="0"/>
                    </a:lnTo>
                    <a:lnTo>
                      <a:pt x="114" y="2"/>
                    </a:lnTo>
                    <a:lnTo>
                      <a:pt x="92" y="5"/>
                    </a:lnTo>
                    <a:lnTo>
                      <a:pt x="70" y="12"/>
                    </a:lnTo>
                    <a:lnTo>
                      <a:pt x="47" y="20"/>
                    </a:lnTo>
                    <a:lnTo>
                      <a:pt x="23" y="32"/>
                    </a:lnTo>
                    <a:lnTo>
                      <a:pt x="0" y="47"/>
                    </a:lnTo>
                    <a:lnTo>
                      <a:pt x="0" y="999"/>
                    </a:lnTo>
                    <a:lnTo>
                      <a:pt x="1" y="999"/>
                    </a:lnTo>
                    <a:lnTo>
                      <a:pt x="6" y="999"/>
                    </a:lnTo>
                    <a:lnTo>
                      <a:pt x="14" y="998"/>
                    </a:lnTo>
                    <a:lnTo>
                      <a:pt x="23" y="997"/>
                    </a:lnTo>
                    <a:lnTo>
                      <a:pt x="35" y="995"/>
                    </a:lnTo>
                    <a:lnTo>
                      <a:pt x="49" y="993"/>
                    </a:lnTo>
                    <a:lnTo>
                      <a:pt x="65" y="990"/>
                    </a:lnTo>
                    <a:lnTo>
                      <a:pt x="83" y="985"/>
                    </a:lnTo>
                    <a:lnTo>
                      <a:pt x="102" y="980"/>
                    </a:lnTo>
                    <a:lnTo>
                      <a:pt x="121" y="973"/>
                    </a:lnTo>
                    <a:lnTo>
                      <a:pt x="143" y="966"/>
                    </a:lnTo>
                    <a:lnTo>
                      <a:pt x="164" y="956"/>
                    </a:lnTo>
                    <a:lnTo>
                      <a:pt x="186" y="945"/>
                    </a:lnTo>
                    <a:lnTo>
                      <a:pt x="208" y="934"/>
                    </a:lnTo>
                    <a:lnTo>
                      <a:pt x="230" y="919"/>
                    </a:lnTo>
                    <a:lnTo>
                      <a:pt x="251" y="903"/>
                    </a:lnTo>
                    <a:lnTo>
                      <a:pt x="251" y="23"/>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67" name="Freeform 186"/>
              <p:cNvSpPr>
                <a:spLocks/>
              </p:cNvSpPr>
              <p:nvPr/>
            </p:nvSpPr>
            <p:spPr bwMode="auto">
              <a:xfrm>
                <a:off x="6080" y="13687"/>
                <a:ext cx="215" cy="843"/>
              </a:xfrm>
              <a:custGeom>
                <a:avLst/>
                <a:gdLst>
                  <a:gd name="T0" fmla="*/ 215 w 215"/>
                  <a:gd name="T1" fmla="*/ 20 h 843"/>
                  <a:gd name="T2" fmla="*/ 214 w 215"/>
                  <a:gd name="T3" fmla="*/ 19 h 843"/>
                  <a:gd name="T4" fmla="*/ 211 w 215"/>
                  <a:gd name="T5" fmla="*/ 18 h 843"/>
                  <a:gd name="T6" fmla="*/ 205 w 215"/>
                  <a:gd name="T7" fmla="*/ 15 h 843"/>
                  <a:gd name="T8" fmla="*/ 197 w 215"/>
                  <a:gd name="T9" fmla="*/ 12 h 843"/>
                  <a:gd name="T10" fmla="*/ 187 w 215"/>
                  <a:gd name="T11" fmla="*/ 9 h 843"/>
                  <a:gd name="T12" fmla="*/ 176 w 215"/>
                  <a:gd name="T13" fmla="*/ 6 h 843"/>
                  <a:gd name="T14" fmla="*/ 163 w 215"/>
                  <a:gd name="T15" fmla="*/ 4 h 843"/>
                  <a:gd name="T16" fmla="*/ 149 w 215"/>
                  <a:gd name="T17" fmla="*/ 1 h 843"/>
                  <a:gd name="T18" fmla="*/ 133 w 215"/>
                  <a:gd name="T19" fmla="*/ 0 h 843"/>
                  <a:gd name="T20" fmla="*/ 115 w 215"/>
                  <a:gd name="T21" fmla="*/ 0 h 843"/>
                  <a:gd name="T22" fmla="*/ 98 w 215"/>
                  <a:gd name="T23" fmla="*/ 1 h 843"/>
                  <a:gd name="T24" fmla="*/ 79 w 215"/>
                  <a:gd name="T25" fmla="*/ 5 h 843"/>
                  <a:gd name="T26" fmla="*/ 60 w 215"/>
                  <a:gd name="T27" fmla="*/ 10 h 843"/>
                  <a:gd name="T28" fmla="*/ 40 w 215"/>
                  <a:gd name="T29" fmla="*/ 18 h 843"/>
                  <a:gd name="T30" fmla="*/ 21 w 215"/>
                  <a:gd name="T31" fmla="*/ 27 h 843"/>
                  <a:gd name="T32" fmla="*/ 0 w 215"/>
                  <a:gd name="T33" fmla="*/ 40 h 843"/>
                  <a:gd name="T34" fmla="*/ 0 w 215"/>
                  <a:gd name="T35" fmla="*/ 843 h 843"/>
                  <a:gd name="T36" fmla="*/ 1 w 215"/>
                  <a:gd name="T37" fmla="*/ 843 h 843"/>
                  <a:gd name="T38" fmla="*/ 6 w 215"/>
                  <a:gd name="T39" fmla="*/ 843 h 843"/>
                  <a:gd name="T40" fmla="*/ 12 w 215"/>
                  <a:gd name="T41" fmla="*/ 842 h 843"/>
                  <a:gd name="T42" fmla="*/ 21 w 215"/>
                  <a:gd name="T43" fmla="*/ 841 h 843"/>
                  <a:gd name="T44" fmla="*/ 30 w 215"/>
                  <a:gd name="T45" fmla="*/ 840 h 843"/>
                  <a:gd name="T46" fmla="*/ 43 w 215"/>
                  <a:gd name="T47" fmla="*/ 838 h 843"/>
                  <a:gd name="T48" fmla="*/ 56 w 215"/>
                  <a:gd name="T49" fmla="*/ 835 h 843"/>
                  <a:gd name="T50" fmla="*/ 71 w 215"/>
                  <a:gd name="T51" fmla="*/ 831 h 843"/>
                  <a:gd name="T52" fmla="*/ 87 w 215"/>
                  <a:gd name="T53" fmla="*/ 826 h 843"/>
                  <a:gd name="T54" fmla="*/ 105 w 215"/>
                  <a:gd name="T55" fmla="*/ 821 h 843"/>
                  <a:gd name="T56" fmla="*/ 123 w 215"/>
                  <a:gd name="T57" fmla="*/ 814 h 843"/>
                  <a:gd name="T58" fmla="*/ 141 w 215"/>
                  <a:gd name="T59" fmla="*/ 806 h 843"/>
                  <a:gd name="T60" fmla="*/ 159 w 215"/>
                  <a:gd name="T61" fmla="*/ 797 h 843"/>
                  <a:gd name="T62" fmla="*/ 179 w 215"/>
                  <a:gd name="T63" fmla="*/ 786 h 843"/>
                  <a:gd name="T64" fmla="*/ 197 w 215"/>
                  <a:gd name="T65" fmla="*/ 774 h 843"/>
                  <a:gd name="T66" fmla="*/ 215 w 215"/>
                  <a:gd name="T67" fmla="*/ 760 h 843"/>
                  <a:gd name="T68" fmla="*/ 215 w 215"/>
                  <a:gd name="T69" fmla="*/ 20 h 8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843">
                    <a:moveTo>
                      <a:pt x="215" y="20"/>
                    </a:moveTo>
                    <a:lnTo>
                      <a:pt x="214" y="19"/>
                    </a:lnTo>
                    <a:lnTo>
                      <a:pt x="211" y="18"/>
                    </a:lnTo>
                    <a:lnTo>
                      <a:pt x="205" y="15"/>
                    </a:lnTo>
                    <a:lnTo>
                      <a:pt x="197" y="12"/>
                    </a:lnTo>
                    <a:lnTo>
                      <a:pt x="187" y="9"/>
                    </a:lnTo>
                    <a:lnTo>
                      <a:pt x="176" y="6"/>
                    </a:lnTo>
                    <a:lnTo>
                      <a:pt x="163" y="4"/>
                    </a:lnTo>
                    <a:lnTo>
                      <a:pt x="149" y="1"/>
                    </a:lnTo>
                    <a:lnTo>
                      <a:pt x="133" y="0"/>
                    </a:lnTo>
                    <a:lnTo>
                      <a:pt x="115" y="0"/>
                    </a:lnTo>
                    <a:lnTo>
                      <a:pt x="98" y="1"/>
                    </a:lnTo>
                    <a:lnTo>
                      <a:pt x="79" y="5"/>
                    </a:lnTo>
                    <a:lnTo>
                      <a:pt x="60" y="10"/>
                    </a:lnTo>
                    <a:lnTo>
                      <a:pt x="40" y="18"/>
                    </a:lnTo>
                    <a:lnTo>
                      <a:pt x="21" y="27"/>
                    </a:lnTo>
                    <a:lnTo>
                      <a:pt x="0" y="40"/>
                    </a:lnTo>
                    <a:lnTo>
                      <a:pt x="0" y="843"/>
                    </a:lnTo>
                    <a:lnTo>
                      <a:pt x="1" y="843"/>
                    </a:lnTo>
                    <a:lnTo>
                      <a:pt x="6" y="843"/>
                    </a:lnTo>
                    <a:lnTo>
                      <a:pt x="12" y="842"/>
                    </a:lnTo>
                    <a:lnTo>
                      <a:pt x="21" y="841"/>
                    </a:lnTo>
                    <a:lnTo>
                      <a:pt x="30" y="840"/>
                    </a:lnTo>
                    <a:lnTo>
                      <a:pt x="43" y="838"/>
                    </a:lnTo>
                    <a:lnTo>
                      <a:pt x="56" y="835"/>
                    </a:lnTo>
                    <a:lnTo>
                      <a:pt x="71" y="831"/>
                    </a:lnTo>
                    <a:lnTo>
                      <a:pt x="87" y="826"/>
                    </a:lnTo>
                    <a:lnTo>
                      <a:pt x="105" y="821"/>
                    </a:lnTo>
                    <a:lnTo>
                      <a:pt x="123" y="814"/>
                    </a:lnTo>
                    <a:lnTo>
                      <a:pt x="141" y="806"/>
                    </a:lnTo>
                    <a:lnTo>
                      <a:pt x="159" y="797"/>
                    </a:lnTo>
                    <a:lnTo>
                      <a:pt x="179" y="786"/>
                    </a:lnTo>
                    <a:lnTo>
                      <a:pt x="197" y="774"/>
                    </a:lnTo>
                    <a:lnTo>
                      <a:pt x="215" y="760"/>
                    </a:lnTo>
                    <a:lnTo>
                      <a:pt x="215" y="2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68" name="Freeform 187"/>
              <p:cNvSpPr>
                <a:spLocks/>
              </p:cNvSpPr>
              <p:nvPr/>
            </p:nvSpPr>
            <p:spPr bwMode="auto">
              <a:xfrm>
                <a:off x="6087" y="13696"/>
                <a:ext cx="180" cy="685"/>
              </a:xfrm>
              <a:custGeom>
                <a:avLst/>
                <a:gdLst>
                  <a:gd name="T0" fmla="*/ 180 w 180"/>
                  <a:gd name="T1" fmla="*/ 16 h 685"/>
                  <a:gd name="T2" fmla="*/ 179 w 180"/>
                  <a:gd name="T3" fmla="*/ 16 h 685"/>
                  <a:gd name="T4" fmla="*/ 176 w 180"/>
                  <a:gd name="T5" fmla="*/ 14 h 685"/>
                  <a:gd name="T6" fmla="*/ 172 w 180"/>
                  <a:gd name="T7" fmla="*/ 12 h 685"/>
                  <a:gd name="T8" fmla="*/ 165 w 180"/>
                  <a:gd name="T9" fmla="*/ 10 h 685"/>
                  <a:gd name="T10" fmla="*/ 157 w 180"/>
                  <a:gd name="T11" fmla="*/ 8 h 685"/>
                  <a:gd name="T12" fmla="*/ 147 w 180"/>
                  <a:gd name="T13" fmla="*/ 4 h 685"/>
                  <a:gd name="T14" fmla="*/ 136 w 180"/>
                  <a:gd name="T15" fmla="*/ 2 h 685"/>
                  <a:gd name="T16" fmla="*/ 125 w 180"/>
                  <a:gd name="T17" fmla="*/ 0 h 685"/>
                  <a:gd name="T18" fmla="*/ 111 w 180"/>
                  <a:gd name="T19" fmla="*/ 0 h 685"/>
                  <a:gd name="T20" fmla="*/ 97 w 180"/>
                  <a:gd name="T21" fmla="*/ 0 h 685"/>
                  <a:gd name="T22" fmla="*/ 81 w 180"/>
                  <a:gd name="T23" fmla="*/ 1 h 685"/>
                  <a:gd name="T24" fmla="*/ 66 w 180"/>
                  <a:gd name="T25" fmla="*/ 3 h 685"/>
                  <a:gd name="T26" fmla="*/ 50 w 180"/>
                  <a:gd name="T27" fmla="*/ 8 h 685"/>
                  <a:gd name="T28" fmla="*/ 33 w 180"/>
                  <a:gd name="T29" fmla="*/ 14 h 685"/>
                  <a:gd name="T30" fmla="*/ 17 w 180"/>
                  <a:gd name="T31" fmla="*/ 23 h 685"/>
                  <a:gd name="T32" fmla="*/ 0 w 180"/>
                  <a:gd name="T33" fmla="*/ 33 h 685"/>
                  <a:gd name="T34" fmla="*/ 0 w 180"/>
                  <a:gd name="T35" fmla="*/ 685 h 685"/>
                  <a:gd name="T36" fmla="*/ 1 w 180"/>
                  <a:gd name="T37" fmla="*/ 685 h 685"/>
                  <a:gd name="T38" fmla="*/ 4 w 180"/>
                  <a:gd name="T39" fmla="*/ 685 h 685"/>
                  <a:gd name="T40" fmla="*/ 9 w 180"/>
                  <a:gd name="T41" fmla="*/ 684 h 685"/>
                  <a:gd name="T42" fmla="*/ 17 w 180"/>
                  <a:gd name="T43" fmla="*/ 683 h 685"/>
                  <a:gd name="T44" fmla="*/ 26 w 180"/>
                  <a:gd name="T45" fmla="*/ 682 h 685"/>
                  <a:gd name="T46" fmla="*/ 35 w 180"/>
                  <a:gd name="T47" fmla="*/ 681 h 685"/>
                  <a:gd name="T48" fmla="*/ 47 w 180"/>
                  <a:gd name="T49" fmla="*/ 678 h 685"/>
                  <a:gd name="T50" fmla="*/ 60 w 180"/>
                  <a:gd name="T51" fmla="*/ 676 h 685"/>
                  <a:gd name="T52" fmla="*/ 73 w 180"/>
                  <a:gd name="T53" fmla="*/ 671 h 685"/>
                  <a:gd name="T54" fmla="*/ 87 w 180"/>
                  <a:gd name="T55" fmla="*/ 667 h 685"/>
                  <a:gd name="T56" fmla="*/ 102 w 180"/>
                  <a:gd name="T57" fmla="*/ 662 h 685"/>
                  <a:gd name="T58" fmla="*/ 118 w 180"/>
                  <a:gd name="T59" fmla="*/ 655 h 685"/>
                  <a:gd name="T60" fmla="*/ 133 w 180"/>
                  <a:gd name="T61" fmla="*/ 648 h 685"/>
                  <a:gd name="T62" fmla="*/ 149 w 180"/>
                  <a:gd name="T63" fmla="*/ 639 h 685"/>
                  <a:gd name="T64" fmla="*/ 165 w 180"/>
                  <a:gd name="T65" fmla="*/ 628 h 685"/>
                  <a:gd name="T66" fmla="*/ 180 w 180"/>
                  <a:gd name="T67" fmla="*/ 617 h 685"/>
                  <a:gd name="T68" fmla="*/ 180 w 180"/>
                  <a:gd name="T69" fmla="*/ 16 h 6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80" h="685">
                    <a:moveTo>
                      <a:pt x="180" y="16"/>
                    </a:moveTo>
                    <a:lnTo>
                      <a:pt x="179" y="16"/>
                    </a:lnTo>
                    <a:lnTo>
                      <a:pt x="176" y="14"/>
                    </a:lnTo>
                    <a:lnTo>
                      <a:pt x="172" y="12"/>
                    </a:lnTo>
                    <a:lnTo>
                      <a:pt x="165" y="10"/>
                    </a:lnTo>
                    <a:lnTo>
                      <a:pt x="157" y="8"/>
                    </a:lnTo>
                    <a:lnTo>
                      <a:pt x="147" y="4"/>
                    </a:lnTo>
                    <a:lnTo>
                      <a:pt x="136" y="2"/>
                    </a:lnTo>
                    <a:lnTo>
                      <a:pt x="125" y="0"/>
                    </a:lnTo>
                    <a:lnTo>
                      <a:pt x="111" y="0"/>
                    </a:lnTo>
                    <a:lnTo>
                      <a:pt x="97" y="0"/>
                    </a:lnTo>
                    <a:lnTo>
                      <a:pt x="81" y="1"/>
                    </a:lnTo>
                    <a:lnTo>
                      <a:pt x="66" y="3"/>
                    </a:lnTo>
                    <a:lnTo>
                      <a:pt x="50" y="8"/>
                    </a:lnTo>
                    <a:lnTo>
                      <a:pt x="33" y="14"/>
                    </a:lnTo>
                    <a:lnTo>
                      <a:pt x="17" y="23"/>
                    </a:lnTo>
                    <a:lnTo>
                      <a:pt x="0" y="33"/>
                    </a:lnTo>
                    <a:lnTo>
                      <a:pt x="0" y="685"/>
                    </a:lnTo>
                    <a:lnTo>
                      <a:pt x="1" y="685"/>
                    </a:lnTo>
                    <a:lnTo>
                      <a:pt x="4" y="685"/>
                    </a:lnTo>
                    <a:lnTo>
                      <a:pt x="9" y="684"/>
                    </a:lnTo>
                    <a:lnTo>
                      <a:pt x="17" y="683"/>
                    </a:lnTo>
                    <a:lnTo>
                      <a:pt x="26" y="682"/>
                    </a:lnTo>
                    <a:lnTo>
                      <a:pt x="35" y="681"/>
                    </a:lnTo>
                    <a:lnTo>
                      <a:pt x="47" y="678"/>
                    </a:lnTo>
                    <a:lnTo>
                      <a:pt x="60" y="676"/>
                    </a:lnTo>
                    <a:lnTo>
                      <a:pt x="73" y="671"/>
                    </a:lnTo>
                    <a:lnTo>
                      <a:pt x="87" y="667"/>
                    </a:lnTo>
                    <a:lnTo>
                      <a:pt x="102" y="662"/>
                    </a:lnTo>
                    <a:lnTo>
                      <a:pt x="118" y="655"/>
                    </a:lnTo>
                    <a:lnTo>
                      <a:pt x="133" y="648"/>
                    </a:lnTo>
                    <a:lnTo>
                      <a:pt x="149" y="639"/>
                    </a:lnTo>
                    <a:lnTo>
                      <a:pt x="165" y="628"/>
                    </a:lnTo>
                    <a:lnTo>
                      <a:pt x="180" y="617"/>
                    </a:lnTo>
                    <a:lnTo>
                      <a:pt x="180" y="16"/>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69" name="Freeform 188"/>
              <p:cNvSpPr>
                <a:spLocks/>
              </p:cNvSpPr>
              <p:nvPr/>
            </p:nvSpPr>
            <p:spPr bwMode="auto">
              <a:xfrm>
                <a:off x="6093" y="13704"/>
                <a:ext cx="146" cy="530"/>
              </a:xfrm>
              <a:custGeom>
                <a:avLst/>
                <a:gdLst>
                  <a:gd name="T0" fmla="*/ 146 w 146"/>
                  <a:gd name="T1" fmla="*/ 14 h 530"/>
                  <a:gd name="T2" fmla="*/ 143 w 146"/>
                  <a:gd name="T3" fmla="*/ 12 h 530"/>
                  <a:gd name="T4" fmla="*/ 134 w 146"/>
                  <a:gd name="T5" fmla="*/ 8 h 530"/>
                  <a:gd name="T6" fmla="*/ 120 w 146"/>
                  <a:gd name="T7" fmla="*/ 4 h 530"/>
                  <a:gd name="T8" fmla="*/ 101 w 146"/>
                  <a:gd name="T9" fmla="*/ 1 h 530"/>
                  <a:gd name="T10" fmla="*/ 79 w 146"/>
                  <a:gd name="T11" fmla="*/ 0 h 530"/>
                  <a:gd name="T12" fmla="*/ 54 w 146"/>
                  <a:gd name="T13" fmla="*/ 3 h 530"/>
                  <a:gd name="T14" fmla="*/ 27 w 146"/>
                  <a:gd name="T15" fmla="*/ 11 h 530"/>
                  <a:gd name="T16" fmla="*/ 0 w 146"/>
                  <a:gd name="T17" fmla="*/ 27 h 530"/>
                  <a:gd name="T18" fmla="*/ 0 w 146"/>
                  <a:gd name="T19" fmla="*/ 530 h 530"/>
                  <a:gd name="T20" fmla="*/ 3 w 146"/>
                  <a:gd name="T21" fmla="*/ 530 h 530"/>
                  <a:gd name="T22" fmla="*/ 14 w 146"/>
                  <a:gd name="T23" fmla="*/ 529 h 530"/>
                  <a:gd name="T24" fmla="*/ 29 w 146"/>
                  <a:gd name="T25" fmla="*/ 526 h 530"/>
                  <a:gd name="T26" fmla="*/ 49 w 146"/>
                  <a:gd name="T27" fmla="*/ 521 h 530"/>
                  <a:gd name="T28" fmla="*/ 71 w 146"/>
                  <a:gd name="T29" fmla="*/ 514 h 530"/>
                  <a:gd name="T30" fmla="*/ 96 w 146"/>
                  <a:gd name="T31" fmla="*/ 505 h 530"/>
                  <a:gd name="T32" fmla="*/ 121 w 146"/>
                  <a:gd name="T33" fmla="*/ 492 h 530"/>
                  <a:gd name="T34" fmla="*/ 146 w 146"/>
                  <a:gd name="T35" fmla="*/ 475 h 530"/>
                  <a:gd name="T36" fmla="*/ 146 w 146"/>
                  <a:gd name="T37" fmla="*/ 14 h 5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6" h="530">
                    <a:moveTo>
                      <a:pt x="146" y="14"/>
                    </a:moveTo>
                    <a:lnTo>
                      <a:pt x="143" y="12"/>
                    </a:lnTo>
                    <a:lnTo>
                      <a:pt x="134" y="8"/>
                    </a:lnTo>
                    <a:lnTo>
                      <a:pt x="120" y="4"/>
                    </a:lnTo>
                    <a:lnTo>
                      <a:pt x="101" y="1"/>
                    </a:lnTo>
                    <a:lnTo>
                      <a:pt x="79" y="0"/>
                    </a:lnTo>
                    <a:lnTo>
                      <a:pt x="54" y="3"/>
                    </a:lnTo>
                    <a:lnTo>
                      <a:pt x="27" y="11"/>
                    </a:lnTo>
                    <a:lnTo>
                      <a:pt x="0" y="27"/>
                    </a:lnTo>
                    <a:lnTo>
                      <a:pt x="0" y="530"/>
                    </a:lnTo>
                    <a:lnTo>
                      <a:pt x="3" y="530"/>
                    </a:lnTo>
                    <a:lnTo>
                      <a:pt x="14" y="529"/>
                    </a:lnTo>
                    <a:lnTo>
                      <a:pt x="29" y="526"/>
                    </a:lnTo>
                    <a:lnTo>
                      <a:pt x="49" y="521"/>
                    </a:lnTo>
                    <a:lnTo>
                      <a:pt x="71" y="514"/>
                    </a:lnTo>
                    <a:lnTo>
                      <a:pt x="96" y="505"/>
                    </a:lnTo>
                    <a:lnTo>
                      <a:pt x="121" y="492"/>
                    </a:lnTo>
                    <a:lnTo>
                      <a:pt x="146" y="475"/>
                    </a:lnTo>
                    <a:lnTo>
                      <a:pt x="146" y="14"/>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70" name="Freeform 189"/>
              <p:cNvSpPr>
                <a:spLocks/>
              </p:cNvSpPr>
              <p:nvPr/>
            </p:nvSpPr>
            <p:spPr bwMode="auto">
              <a:xfrm>
                <a:off x="6101" y="13712"/>
                <a:ext cx="109" cy="373"/>
              </a:xfrm>
              <a:custGeom>
                <a:avLst/>
                <a:gdLst>
                  <a:gd name="T0" fmla="*/ 109 w 109"/>
                  <a:gd name="T1" fmla="*/ 10 h 373"/>
                  <a:gd name="T2" fmla="*/ 107 w 109"/>
                  <a:gd name="T3" fmla="*/ 9 h 373"/>
                  <a:gd name="T4" fmla="*/ 100 w 109"/>
                  <a:gd name="T5" fmla="*/ 6 h 373"/>
                  <a:gd name="T6" fmla="*/ 89 w 109"/>
                  <a:gd name="T7" fmla="*/ 2 h 373"/>
                  <a:gd name="T8" fmla="*/ 75 w 109"/>
                  <a:gd name="T9" fmla="*/ 0 h 373"/>
                  <a:gd name="T10" fmla="*/ 59 w 109"/>
                  <a:gd name="T11" fmla="*/ 0 h 373"/>
                  <a:gd name="T12" fmla="*/ 39 w 109"/>
                  <a:gd name="T13" fmla="*/ 2 h 373"/>
                  <a:gd name="T14" fmla="*/ 20 w 109"/>
                  <a:gd name="T15" fmla="*/ 9 h 373"/>
                  <a:gd name="T16" fmla="*/ 0 w 109"/>
                  <a:gd name="T17" fmla="*/ 21 h 373"/>
                  <a:gd name="T18" fmla="*/ 0 w 109"/>
                  <a:gd name="T19" fmla="*/ 373 h 373"/>
                  <a:gd name="T20" fmla="*/ 2 w 109"/>
                  <a:gd name="T21" fmla="*/ 373 h 373"/>
                  <a:gd name="T22" fmla="*/ 9 w 109"/>
                  <a:gd name="T23" fmla="*/ 372 h 373"/>
                  <a:gd name="T24" fmla="*/ 21 w 109"/>
                  <a:gd name="T25" fmla="*/ 369 h 373"/>
                  <a:gd name="T26" fmla="*/ 36 w 109"/>
                  <a:gd name="T27" fmla="*/ 366 h 373"/>
                  <a:gd name="T28" fmla="*/ 53 w 109"/>
                  <a:gd name="T29" fmla="*/ 362 h 373"/>
                  <a:gd name="T30" fmla="*/ 72 w 109"/>
                  <a:gd name="T31" fmla="*/ 354 h 373"/>
                  <a:gd name="T32" fmla="*/ 90 w 109"/>
                  <a:gd name="T33" fmla="*/ 343 h 373"/>
                  <a:gd name="T34" fmla="*/ 109 w 109"/>
                  <a:gd name="T35" fmla="*/ 331 h 373"/>
                  <a:gd name="T36" fmla="*/ 109 w 109"/>
                  <a:gd name="T37" fmla="*/ 10 h 3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9" h="373">
                    <a:moveTo>
                      <a:pt x="109" y="10"/>
                    </a:moveTo>
                    <a:lnTo>
                      <a:pt x="107" y="9"/>
                    </a:lnTo>
                    <a:lnTo>
                      <a:pt x="100" y="6"/>
                    </a:lnTo>
                    <a:lnTo>
                      <a:pt x="89" y="2"/>
                    </a:lnTo>
                    <a:lnTo>
                      <a:pt x="75" y="0"/>
                    </a:lnTo>
                    <a:lnTo>
                      <a:pt x="59" y="0"/>
                    </a:lnTo>
                    <a:lnTo>
                      <a:pt x="39" y="2"/>
                    </a:lnTo>
                    <a:lnTo>
                      <a:pt x="20" y="9"/>
                    </a:lnTo>
                    <a:lnTo>
                      <a:pt x="0" y="21"/>
                    </a:lnTo>
                    <a:lnTo>
                      <a:pt x="0" y="373"/>
                    </a:lnTo>
                    <a:lnTo>
                      <a:pt x="2" y="373"/>
                    </a:lnTo>
                    <a:lnTo>
                      <a:pt x="9" y="372"/>
                    </a:lnTo>
                    <a:lnTo>
                      <a:pt x="21" y="369"/>
                    </a:lnTo>
                    <a:lnTo>
                      <a:pt x="36" y="366"/>
                    </a:lnTo>
                    <a:lnTo>
                      <a:pt x="53" y="362"/>
                    </a:lnTo>
                    <a:lnTo>
                      <a:pt x="72" y="354"/>
                    </a:lnTo>
                    <a:lnTo>
                      <a:pt x="90" y="343"/>
                    </a:lnTo>
                    <a:lnTo>
                      <a:pt x="109" y="331"/>
                    </a:lnTo>
                    <a:lnTo>
                      <a:pt x="109" y="1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71" name="Freeform 190"/>
              <p:cNvSpPr>
                <a:spLocks/>
              </p:cNvSpPr>
              <p:nvPr/>
            </p:nvSpPr>
            <p:spPr bwMode="auto">
              <a:xfrm>
                <a:off x="6107" y="13721"/>
                <a:ext cx="75" cy="216"/>
              </a:xfrm>
              <a:custGeom>
                <a:avLst/>
                <a:gdLst>
                  <a:gd name="T0" fmla="*/ 75 w 75"/>
                  <a:gd name="T1" fmla="*/ 6 h 216"/>
                  <a:gd name="T2" fmla="*/ 73 w 75"/>
                  <a:gd name="T3" fmla="*/ 5 h 216"/>
                  <a:gd name="T4" fmla="*/ 69 w 75"/>
                  <a:gd name="T5" fmla="*/ 4 h 216"/>
                  <a:gd name="T6" fmla="*/ 61 w 75"/>
                  <a:gd name="T7" fmla="*/ 2 h 216"/>
                  <a:gd name="T8" fmla="*/ 52 w 75"/>
                  <a:gd name="T9" fmla="*/ 0 h 216"/>
                  <a:gd name="T10" fmla="*/ 41 w 75"/>
                  <a:gd name="T11" fmla="*/ 0 h 216"/>
                  <a:gd name="T12" fmla="*/ 28 w 75"/>
                  <a:gd name="T13" fmla="*/ 1 h 216"/>
                  <a:gd name="T14" fmla="*/ 14 w 75"/>
                  <a:gd name="T15" fmla="*/ 6 h 216"/>
                  <a:gd name="T16" fmla="*/ 0 w 75"/>
                  <a:gd name="T17" fmla="*/ 14 h 216"/>
                  <a:gd name="T18" fmla="*/ 0 w 75"/>
                  <a:gd name="T19" fmla="*/ 216 h 216"/>
                  <a:gd name="T20" fmla="*/ 2 w 75"/>
                  <a:gd name="T21" fmla="*/ 216 h 216"/>
                  <a:gd name="T22" fmla="*/ 7 w 75"/>
                  <a:gd name="T23" fmla="*/ 215 h 216"/>
                  <a:gd name="T24" fmla="*/ 15 w 75"/>
                  <a:gd name="T25" fmla="*/ 214 h 216"/>
                  <a:gd name="T26" fmla="*/ 25 w 75"/>
                  <a:gd name="T27" fmla="*/ 211 h 216"/>
                  <a:gd name="T28" fmla="*/ 37 w 75"/>
                  <a:gd name="T29" fmla="*/ 208 h 216"/>
                  <a:gd name="T30" fmla="*/ 50 w 75"/>
                  <a:gd name="T31" fmla="*/ 203 h 216"/>
                  <a:gd name="T32" fmla="*/ 63 w 75"/>
                  <a:gd name="T33" fmla="*/ 195 h 216"/>
                  <a:gd name="T34" fmla="*/ 75 w 75"/>
                  <a:gd name="T35" fmla="*/ 187 h 216"/>
                  <a:gd name="T36" fmla="*/ 75 w 75"/>
                  <a:gd name="T37" fmla="*/ 6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5" h="216">
                    <a:moveTo>
                      <a:pt x="75" y="6"/>
                    </a:moveTo>
                    <a:lnTo>
                      <a:pt x="73" y="5"/>
                    </a:lnTo>
                    <a:lnTo>
                      <a:pt x="69" y="4"/>
                    </a:lnTo>
                    <a:lnTo>
                      <a:pt x="61" y="2"/>
                    </a:lnTo>
                    <a:lnTo>
                      <a:pt x="52" y="0"/>
                    </a:lnTo>
                    <a:lnTo>
                      <a:pt x="41" y="0"/>
                    </a:lnTo>
                    <a:lnTo>
                      <a:pt x="28" y="1"/>
                    </a:lnTo>
                    <a:lnTo>
                      <a:pt x="14" y="6"/>
                    </a:lnTo>
                    <a:lnTo>
                      <a:pt x="0" y="14"/>
                    </a:lnTo>
                    <a:lnTo>
                      <a:pt x="0" y="216"/>
                    </a:lnTo>
                    <a:lnTo>
                      <a:pt x="2" y="216"/>
                    </a:lnTo>
                    <a:lnTo>
                      <a:pt x="7" y="215"/>
                    </a:lnTo>
                    <a:lnTo>
                      <a:pt x="15" y="214"/>
                    </a:lnTo>
                    <a:lnTo>
                      <a:pt x="25" y="211"/>
                    </a:lnTo>
                    <a:lnTo>
                      <a:pt x="37" y="208"/>
                    </a:lnTo>
                    <a:lnTo>
                      <a:pt x="50" y="203"/>
                    </a:lnTo>
                    <a:lnTo>
                      <a:pt x="63" y="195"/>
                    </a:lnTo>
                    <a:lnTo>
                      <a:pt x="75" y="187"/>
                    </a:lnTo>
                    <a:lnTo>
                      <a:pt x="75" y="6"/>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72" name="Freeform 191"/>
              <p:cNvSpPr>
                <a:spLocks/>
              </p:cNvSpPr>
              <p:nvPr/>
            </p:nvSpPr>
            <p:spPr bwMode="auto">
              <a:xfrm>
                <a:off x="7013" y="14340"/>
                <a:ext cx="110" cy="111"/>
              </a:xfrm>
              <a:custGeom>
                <a:avLst/>
                <a:gdLst>
                  <a:gd name="T0" fmla="*/ 55 w 110"/>
                  <a:gd name="T1" fmla="*/ 111 h 111"/>
                  <a:gd name="T2" fmla="*/ 66 w 110"/>
                  <a:gd name="T3" fmla="*/ 110 h 111"/>
                  <a:gd name="T4" fmla="*/ 76 w 110"/>
                  <a:gd name="T5" fmla="*/ 106 h 111"/>
                  <a:gd name="T6" fmla="*/ 85 w 110"/>
                  <a:gd name="T7" fmla="*/ 101 h 111"/>
                  <a:gd name="T8" fmla="*/ 94 w 110"/>
                  <a:gd name="T9" fmla="*/ 94 h 111"/>
                  <a:gd name="T10" fmla="*/ 100 w 110"/>
                  <a:gd name="T11" fmla="*/ 86 h 111"/>
                  <a:gd name="T12" fmla="*/ 106 w 110"/>
                  <a:gd name="T13" fmla="*/ 77 h 111"/>
                  <a:gd name="T14" fmla="*/ 109 w 110"/>
                  <a:gd name="T15" fmla="*/ 66 h 111"/>
                  <a:gd name="T16" fmla="*/ 110 w 110"/>
                  <a:gd name="T17" fmla="*/ 56 h 111"/>
                  <a:gd name="T18" fmla="*/ 109 w 110"/>
                  <a:gd name="T19" fmla="*/ 44 h 111"/>
                  <a:gd name="T20" fmla="*/ 106 w 110"/>
                  <a:gd name="T21" fmla="*/ 34 h 111"/>
                  <a:gd name="T22" fmla="*/ 100 w 110"/>
                  <a:gd name="T23" fmla="*/ 24 h 111"/>
                  <a:gd name="T24" fmla="*/ 94 w 110"/>
                  <a:gd name="T25" fmla="*/ 17 h 111"/>
                  <a:gd name="T26" fmla="*/ 85 w 110"/>
                  <a:gd name="T27" fmla="*/ 9 h 111"/>
                  <a:gd name="T28" fmla="*/ 76 w 110"/>
                  <a:gd name="T29" fmla="*/ 5 h 111"/>
                  <a:gd name="T30" fmla="*/ 66 w 110"/>
                  <a:gd name="T31" fmla="*/ 2 h 111"/>
                  <a:gd name="T32" fmla="*/ 55 w 110"/>
                  <a:gd name="T33" fmla="*/ 0 h 111"/>
                  <a:gd name="T34" fmla="*/ 44 w 110"/>
                  <a:gd name="T35" fmla="*/ 2 h 111"/>
                  <a:gd name="T36" fmla="*/ 33 w 110"/>
                  <a:gd name="T37" fmla="*/ 5 h 111"/>
                  <a:gd name="T38" fmla="*/ 25 w 110"/>
                  <a:gd name="T39" fmla="*/ 9 h 111"/>
                  <a:gd name="T40" fmla="*/ 16 w 110"/>
                  <a:gd name="T41" fmla="*/ 17 h 111"/>
                  <a:gd name="T42" fmla="*/ 10 w 110"/>
                  <a:gd name="T43" fmla="*/ 24 h 111"/>
                  <a:gd name="T44" fmla="*/ 4 w 110"/>
                  <a:gd name="T45" fmla="*/ 34 h 111"/>
                  <a:gd name="T46" fmla="*/ 1 w 110"/>
                  <a:gd name="T47" fmla="*/ 44 h 111"/>
                  <a:gd name="T48" fmla="*/ 0 w 110"/>
                  <a:gd name="T49" fmla="*/ 56 h 111"/>
                  <a:gd name="T50" fmla="*/ 1 w 110"/>
                  <a:gd name="T51" fmla="*/ 66 h 111"/>
                  <a:gd name="T52" fmla="*/ 4 w 110"/>
                  <a:gd name="T53" fmla="*/ 77 h 111"/>
                  <a:gd name="T54" fmla="*/ 10 w 110"/>
                  <a:gd name="T55" fmla="*/ 86 h 111"/>
                  <a:gd name="T56" fmla="*/ 16 w 110"/>
                  <a:gd name="T57" fmla="*/ 94 h 111"/>
                  <a:gd name="T58" fmla="*/ 25 w 110"/>
                  <a:gd name="T59" fmla="*/ 101 h 111"/>
                  <a:gd name="T60" fmla="*/ 33 w 110"/>
                  <a:gd name="T61" fmla="*/ 106 h 111"/>
                  <a:gd name="T62" fmla="*/ 44 w 110"/>
                  <a:gd name="T63" fmla="*/ 110 h 111"/>
                  <a:gd name="T64" fmla="*/ 55 w 110"/>
                  <a:gd name="T65" fmla="*/ 111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0" h="111">
                    <a:moveTo>
                      <a:pt x="55" y="111"/>
                    </a:moveTo>
                    <a:lnTo>
                      <a:pt x="66" y="110"/>
                    </a:lnTo>
                    <a:lnTo>
                      <a:pt x="76" y="106"/>
                    </a:lnTo>
                    <a:lnTo>
                      <a:pt x="85" y="101"/>
                    </a:lnTo>
                    <a:lnTo>
                      <a:pt x="94" y="94"/>
                    </a:lnTo>
                    <a:lnTo>
                      <a:pt x="100" y="86"/>
                    </a:lnTo>
                    <a:lnTo>
                      <a:pt x="106" y="77"/>
                    </a:lnTo>
                    <a:lnTo>
                      <a:pt x="109" y="66"/>
                    </a:lnTo>
                    <a:lnTo>
                      <a:pt x="110" y="56"/>
                    </a:lnTo>
                    <a:lnTo>
                      <a:pt x="109" y="44"/>
                    </a:lnTo>
                    <a:lnTo>
                      <a:pt x="106" y="34"/>
                    </a:lnTo>
                    <a:lnTo>
                      <a:pt x="100" y="24"/>
                    </a:lnTo>
                    <a:lnTo>
                      <a:pt x="94" y="17"/>
                    </a:lnTo>
                    <a:lnTo>
                      <a:pt x="85" y="9"/>
                    </a:lnTo>
                    <a:lnTo>
                      <a:pt x="76" y="5"/>
                    </a:lnTo>
                    <a:lnTo>
                      <a:pt x="66" y="2"/>
                    </a:lnTo>
                    <a:lnTo>
                      <a:pt x="55" y="0"/>
                    </a:lnTo>
                    <a:lnTo>
                      <a:pt x="44" y="2"/>
                    </a:lnTo>
                    <a:lnTo>
                      <a:pt x="33" y="5"/>
                    </a:lnTo>
                    <a:lnTo>
                      <a:pt x="25" y="9"/>
                    </a:lnTo>
                    <a:lnTo>
                      <a:pt x="16" y="17"/>
                    </a:lnTo>
                    <a:lnTo>
                      <a:pt x="10" y="24"/>
                    </a:lnTo>
                    <a:lnTo>
                      <a:pt x="4" y="34"/>
                    </a:lnTo>
                    <a:lnTo>
                      <a:pt x="1" y="44"/>
                    </a:lnTo>
                    <a:lnTo>
                      <a:pt x="0" y="56"/>
                    </a:lnTo>
                    <a:lnTo>
                      <a:pt x="1" y="66"/>
                    </a:lnTo>
                    <a:lnTo>
                      <a:pt x="4" y="77"/>
                    </a:lnTo>
                    <a:lnTo>
                      <a:pt x="10" y="86"/>
                    </a:lnTo>
                    <a:lnTo>
                      <a:pt x="16" y="94"/>
                    </a:lnTo>
                    <a:lnTo>
                      <a:pt x="25" y="101"/>
                    </a:lnTo>
                    <a:lnTo>
                      <a:pt x="33" y="106"/>
                    </a:lnTo>
                    <a:lnTo>
                      <a:pt x="44" y="110"/>
                    </a:lnTo>
                    <a:lnTo>
                      <a:pt x="55" y="11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73" name="Freeform 192"/>
              <p:cNvSpPr>
                <a:spLocks/>
              </p:cNvSpPr>
              <p:nvPr/>
            </p:nvSpPr>
            <p:spPr bwMode="auto">
              <a:xfrm>
                <a:off x="6676" y="14343"/>
                <a:ext cx="55" cy="55"/>
              </a:xfrm>
              <a:custGeom>
                <a:avLst/>
                <a:gdLst>
                  <a:gd name="T0" fmla="*/ 27 w 55"/>
                  <a:gd name="T1" fmla="*/ 55 h 55"/>
                  <a:gd name="T2" fmla="*/ 38 w 55"/>
                  <a:gd name="T3" fmla="*/ 53 h 55"/>
                  <a:gd name="T4" fmla="*/ 48 w 55"/>
                  <a:gd name="T5" fmla="*/ 46 h 55"/>
                  <a:gd name="T6" fmla="*/ 53 w 55"/>
                  <a:gd name="T7" fmla="*/ 37 h 55"/>
                  <a:gd name="T8" fmla="*/ 55 w 55"/>
                  <a:gd name="T9" fmla="*/ 27 h 55"/>
                  <a:gd name="T10" fmla="*/ 53 w 55"/>
                  <a:gd name="T11" fmla="*/ 16 h 55"/>
                  <a:gd name="T12" fmla="*/ 48 w 55"/>
                  <a:gd name="T13" fmla="*/ 7 h 55"/>
                  <a:gd name="T14" fmla="*/ 38 w 55"/>
                  <a:gd name="T15" fmla="*/ 2 h 55"/>
                  <a:gd name="T16" fmla="*/ 27 w 55"/>
                  <a:gd name="T17" fmla="*/ 0 h 55"/>
                  <a:gd name="T18" fmla="*/ 16 w 55"/>
                  <a:gd name="T19" fmla="*/ 2 h 55"/>
                  <a:gd name="T20" fmla="*/ 8 w 55"/>
                  <a:gd name="T21" fmla="*/ 7 h 55"/>
                  <a:gd name="T22" fmla="*/ 2 w 55"/>
                  <a:gd name="T23" fmla="*/ 16 h 55"/>
                  <a:gd name="T24" fmla="*/ 0 w 55"/>
                  <a:gd name="T25" fmla="*/ 27 h 55"/>
                  <a:gd name="T26" fmla="*/ 2 w 55"/>
                  <a:gd name="T27" fmla="*/ 37 h 55"/>
                  <a:gd name="T28" fmla="*/ 8 w 55"/>
                  <a:gd name="T29" fmla="*/ 46 h 55"/>
                  <a:gd name="T30" fmla="*/ 16 w 55"/>
                  <a:gd name="T31" fmla="*/ 53 h 55"/>
                  <a:gd name="T32" fmla="*/ 27 w 55"/>
                  <a:gd name="T33"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5" h="55">
                    <a:moveTo>
                      <a:pt x="27" y="55"/>
                    </a:moveTo>
                    <a:lnTo>
                      <a:pt x="38" y="53"/>
                    </a:lnTo>
                    <a:lnTo>
                      <a:pt x="48" y="46"/>
                    </a:lnTo>
                    <a:lnTo>
                      <a:pt x="53" y="37"/>
                    </a:lnTo>
                    <a:lnTo>
                      <a:pt x="55" y="27"/>
                    </a:lnTo>
                    <a:lnTo>
                      <a:pt x="53" y="16"/>
                    </a:lnTo>
                    <a:lnTo>
                      <a:pt x="48" y="7"/>
                    </a:lnTo>
                    <a:lnTo>
                      <a:pt x="38" y="2"/>
                    </a:lnTo>
                    <a:lnTo>
                      <a:pt x="27" y="0"/>
                    </a:lnTo>
                    <a:lnTo>
                      <a:pt x="16" y="2"/>
                    </a:lnTo>
                    <a:lnTo>
                      <a:pt x="8" y="7"/>
                    </a:lnTo>
                    <a:lnTo>
                      <a:pt x="2" y="16"/>
                    </a:lnTo>
                    <a:lnTo>
                      <a:pt x="0" y="27"/>
                    </a:lnTo>
                    <a:lnTo>
                      <a:pt x="2" y="37"/>
                    </a:lnTo>
                    <a:lnTo>
                      <a:pt x="8" y="46"/>
                    </a:lnTo>
                    <a:lnTo>
                      <a:pt x="16" y="53"/>
                    </a:lnTo>
                    <a:lnTo>
                      <a:pt x="27" y="55"/>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74" name="Freeform 193"/>
              <p:cNvSpPr>
                <a:spLocks/>
              </p:cNvSpPr>
              <p:nvPr/>
            </p:nvSpPr>
            <p:spPr bwMode="auto">
              <a:xfrm>
                <a:off x="6770" y="14345"/>
                <a:ext cx="55" cy="55"/>
              </a:xfrm>
              <a:custGeom>
                <a:avLst/>
                <a:gdLst>
                  <a:gd name="T0" fmla="*/ 28 w 55"/>
                  <a:gd name="T1" fmla="*/ 55 h 55"/>
                  <a:gd name="T2" fmla="*/ 39 w 55"/>
                  <a:gd name="T3" fmla="*/ 53 h 55"/>
                  <a:gd name="T4" fmla="*/ 47 w 55"/>
                  <a:gd name="T5" fmla="*/ 47 h 55"/>
                  <a:gd name="T6" fmla="*/ 53 w 55"/>
                  <a:gd name="T7" fmla="*/ 39 h 55"/>
                  <a:gd name="T8" fmla="*/ 55 w 55"/>
                  <a:gd name="T9" fmla="*/ 28 h 55"/>
                  <a:gd name="T10" fmla="*/ 53 w 55"/>
                  <a:gd name="T11" fmla="*/ 17 h 55"/>
                  <a:gd name="T12" fmla="*/ 47 w 55"/>
                  <a:gd name="T13" fmla="*/ 8 h 55"/>
                  <a:gd name="T14" fmla="*/ 39 w 55"/>
                  <a:gd name="T15" fmla="*/ 2 h 55"/>
                  <a:gd name="T16" fmla="*/ 28 w 55"/>
                  <a:gd name="T17" fmla="*/ 0 h 55"/>
                  <a:gd name="T18" fmla="*/ 17 w 55"/>
                  <a:gd name="T19" fmla="*/ 2 h 55"/>
                  <a:gd name="T20" fmla="*/ 9 w 55"/>
                  <a:gd name="T21" fmla="*/ 8 h 55"/>
                  <a:gd name="T22" fmla="*/ 2 w 55"/>
                  <a:gd name="T23" fmla="*/ 17 h 55"/>
                  <a:gd name="T24" fmla="*/ 0 w 55"/>
                  <a:gd name="T25" fmla="*/ 28 h 55"/>
                  <a:gd name="T26" fmla="*/ 2 w 55"/>
                  <a:gd name="T27" fmla="*/ 39 h 55"/>
                  <a:gd name="T28" fmla="*/ 9 w 55"/>
                  <a:gd name="T29" fmla="*/ 47 h 55"/>
                  <a:gd name="T30" fmla="*/ 17 w 55"/>
                  <a:gd name="T31" fmla="*/ 53 h 55"/>
                  <a:gd name="T32" fmla="*/ 28 w 55"/>
                  <a:gd name="T33"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5" h="55">
                    <a:moveTo>
                      <a:pt x="28" y="55"/>
                    </a:moveTo>
                    <a:lnTo>
                      <a:pt x="39" y="53"/>
                    </a:lnTo>
                    <a:lnTo>
                      <a:pt x="47" y="47"/>
                    </a:lnTo>
                    <a:lnTo>
                      <a:pt x="53" y="39"/>
                    </a:lnTo>
                    <a:lnTo>
                      <a:pt x="55" y="28"/>
                    </a:lnTo>
                    <a:lnTo>
                      <a:pt x="53" y="17"/>
                    </a:lnTo>
                    <a:lnTo>
                      <a:pt x="47" y="8"/>
                    </a:lnTo>
                    <a:lnTo>
                      <a:pt x="39" y="2"/>
                    </a:lnTo>
                    <a:lnTo>
                      <a:pt x="28" y="0"/>
                    </a:lnTo>
                    <a:lnTo>
                      <a:pt x="17" y="2"/>
                    </a:lnTo>
                    <a:lnTo>
                      <a:pt x="9" y="8"/>
                    </a:lnTo>
                    <a:lnTo>
                      <a:pt x="2" y="17"/>
                    </a:lnTo>
                    <a:lnTo>
                      <a:pt x="0" y="28"/>
                    </a:lnTo>
                    <a:lnTo>
                      <a:pt x="2" y="39"/>
                    </a:lnTo>
                    <a:lnTo>
                      <a:pt x="9" y="47"/>
                    </a:lnTo>
                    <a:lnTo>
                      <a:pt x="17" y="53"/>
                    </a:lnTo>
                    <a:lnTo>
                      <a:pt x="28" y="55"/>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75" name="Freeform 194"/>
              <p:cNvSpPr>
                <a:spLocks/>
              </p:cNvSpPr>
              <p:nvPr/>
            </p:nvSpPr>
            <p:spPr bwMode="auto">
              <a:xfrm>
                <a:off x="6401" y="13591"/>
                <a:ext cx="156" cy="752"/>
              </a:xfrm>
              <a:custGeom>
                <a:avLst/>
                <a:gdLst>
                  <a:gd name="T0" fmla="*/ 48 w 156"/>
                  <a:gd name="T1" fmla="*/ 15 h 752"/>
                  <a:gd name="T2" fmla="*/ 44 w 156"/>
                  <a:gd name="T3" fmla="*/ 30 h 752"/>
                  <a:gd name="T4" fmla="*/ 33 w 156"/>
                  <a:gd name="T5" fmla="*/ 73 h 752"/>
                  <a:gd name="T6" fmla="*/ 19 w 156"/>
                  <a:gd name="T7" fmla="*/ 140 h 752"/>
                  <a:gd name="T8" fmla="*/ 7 w 156"/>
                  <a:gd name="T9" fmla="*/ 229 h 752"/>
                  <a:gd name="T10" fmla="*/ 0 w 156"/>
                  <a:gd name="T11" fmla="*/ 337 h 752"/>
                  <a:gd name="T12" fmla="*/ 1 w 156"/>
                  <a:gd name="T13" fmla="*/ 462 h 752"/>
                  <a:gd name="T14" fmla="*/ 14 w 156"/>
                  <a:gd name="T15" fmla="*/ 602 h 752"/>
                  <a:gd name="T16" fmla="*/ 43 w 156"/>
                  <a:gd name="T17" fmla="*/ 752 h 752"/>
                  <a:gd name="T18" fmla="*/ 150 w 156"/>
                  <a:gd name="T19" fmla="*/ 746 h 752"/>
                  <a:gd name="T20" fmla="*/ 146 w 156"/>
                  <a:gd name="T21" fmla="*/ 724 h 752"/>
                  <a:gd name="T22" fmla="*/ 135 w 156"/>
                  <a:gd name="T23" fmla="*/ 663 h 752"/>
                  <a:gd name="T24" fmla="*/ 123 w 156"/>
                  <a:gd name="T25" fmla="*/ 574 h 752"/>
                  <a:gd name="T26" fmla="*/ 111 w 156"/>
                  <a:gd name="T27" fmla="*/ 463 h 752"/>
                  <a:gd name="T28" fmla="*/ 104 w 156"/>
                  <a:gd name="T29" fmla="*/ 342 h 752"/>
                  <a:gd name="T30" fmla="*/ 107 w 156"/>
                  <a:gd name="T31" fmla="*/ 220 h 752"/>
                  <a:gd name="T32" fmla="*/ 124 w 156"/>
                  <a:gd name="T33" fmla="*/ 106 h 752"/>
                  <a:gd name="T34" fmla="*/ 156 w 156"/>
                  <a:gd name="T35" fmla="*/ 9 h 752"/>
                  <a:gd name="T36" fmla="*/ 156 w 156"/>
                  <a:gd name="T37" fmla="*/ 8 h 752"/>
                  <a:gd name="T38" fmla="*/ 156 w 156"/>
                  <a:gd name="T39" fmla="*/ 6 h 752"/>
                  <a:gd name="T40" fmla="*/ 154 w 156"/>
                  <a:gd name="T41" fmla="*/ 4 h 752"/>
                  <a:gd name="T42" fmla="*/ 147 w 156"/>
                  <a:gd name="T43" fmla="*/ 0 h 752"/>
                  <a:gd name="T44" fmla="*/ 134 w 156"/>
                  <a:gd name="T45" fmla="*/ 0 h 752"/>
                  <a:gd name="T46" fmla="*/ 115 w 156"/>
                  <a:gd name="T47" fmla="*/ 1 h 752"/>
                  <a:gd name="T48" fmla="*/ 87 w 156"/>
                  <a:gd name="T49" fmla="*/ 7 h 752"/>
                  <a:gd name="T50" fmla="*/ 48 w 156"/>
                  <a:gd name="T51" fmla="*/ 15 h 7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56" h="752">
                    <a:moveTo>
                      <a:pt x="48" y="15"/>
                    </a:moveTo>
                    <a:lnTo>
                      <a:pt x="44" y="30"/>
                    </a:lnTo>
                    <a:lnTo>
                      <a:pt x="33" y="73"/>
                    </a:lnTo>
                    <a:lnTo>
                      <a:pt x="19" y="140"/>
                    </a:lnTo>
                    <a:lnTo>
                      <a:pt x="7" y="229"/>
                    </a:lnTo>
                    <a:lnTo>
                      <a:pt x="0" y="337"/>
                    </a:lnTo>
                    <a:lnTo>
                      <a:pt x="1" y="462"/>
                    </a:lnTo>
                    <a:lnTo>
                      <a:pt x="14" y="602"/>
                    </a:lnTo>
                    <a:lnTo>
                      <a:pt x="43" y="752"/>
                    </a:lnTo>
                    <a:lnTo>
                      <a:pt x="150" y="746"/>
                    </a:lnTo>
                    <a:lnTo>
                      <a:pt x="146" y="724"/>
                    </a:lnTo>
                    <a:lnTo>
                      <a:pt x="135" y="663"/>
                    </a:lnTo>
                    <a:lnTo>
                      <a:pt x="123" y="574"/>
                    </a:lnTo>
                    <a:lnTo>
                      <a:pt x="111" y="463"/>
                    </a:lnTo>
                    <a:lnTo>
                      <a:pt x="104" y="342"/>
                    </a:lnTo>
                    <a:lnTo>
                      <a:pt x="107" y="220"/>
                    </a:lnTo>
                    <a:lnTo>
                      <a:pt x="124" y="106"/>
                    </a:lnTo>
                    <a:lnTo>
                      <a:pt x="156" y="9"/>
                    </a:lnTo>
                    <a:lnTo>
                      <a:pt x="156" y="8"/>
                    </a:lnTo>
                    <a:lnTo>
                      <a:pt x="156" y="6"/>
                    </a:lnTo>
                    <a:lnTo>
                      <a:pt x="154" y="4"/>
                    </a:lnTo>
                    <a:lnTo>
                      <a:pt x="147" y="0"/>
                    </a:lnTo>
                    <a:lnTo>
                      <a:pt x="134" y="0"/>
                    </a:lnTo>
                    <a:lnTo>
                      <a:pt x="115" y="1"/>
                    </a:lnTo>
                    <a:lnTo>
                      <a:pt x="87" y="7"/>
                    </a:lnTo>
                    <a:lnTo>
                      <a:pt x="48" y="15"/>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76" name="Freeform 195"/>
              <p:cNvSpPr>
                <a:spLocks/>
              </p:cNvSpPr>
              <p:nvPr/>
            </p:nvSpPr>
            <p:spPr bwMode="auto">
              <a:xfrm>
                <a:off x="7205" y="13498"/>
                <a:ext cx="212" cy="839"/>
              </a:xfrm>
              <a:custGeom>
                <a:avLst/>
                <a:gdLst>
                  <a:gd name="T0" fmla="*/ 212 w 212"/>
                  <a:gd name="T1" fmla="*/ 6 h 839"/>
                  <a:gd name="T2" fmla="*/ 206 w 212"/>
                  <a:gd name="T3" fmla="*/ 11 h 839"/>
                  <a:gd name="T4" fmla="*/ 192 w 212"/>
                  <a:gd name="T5" fmla="*/ 33 h 839"/>
                  <a:gd name="T6" fmla="*/ 174 w 212"/>
                  <a:gd name="T7" fmla="*/ 77 h 839"/>
                  <a:gd name="T8" fmla="*/ 156 w 212"/>
                  <a:gd name="T9" fmla="*/ 148 h 839"/>
                  <a:gd name="T10" fmla="*/ 141 w 212"/>
                  <a:gd name="T11" fmla="*/ 254 h 839"/>
                  <a:gd name="T12" fmla="*/ 133 w 212"/>
                  <a:gd name="T13" fmla="*/ 401 h 839"/>
                  <a:gd name="T14" fmla="*/ 137 w 212"/>
                  <a:gd name="T15" fmla="*/ 593 h 839"/>
                  <a:gd name="T16" fmla="*/ 158 w 212"/>
                  <a:gd name="T17" fmla="*/ 839 h 839"/>
                  <a:gd name="T18" fmla="*/ 38 w 212"/>
                  <a:gd name="T19" fmla="*/ 839 h 839"/>
                  <a:gd name="T20" fmla="*/ 34 w 212"/>
                  <a:gd name="T21" fmla="*/ 814 h 839"/>
                  <a:gd name="T22" fmla="*/ 24 w 212"/>
                  <a:gd name="T23" fmla="*/ 746 h 839"/>
                  <a:gd name="T24" fmla="*/ 12 w 212"/>
                  <a:gd name="T25" fmla="*/ 645 h 839"/>
                  <a:gd name="T26" fmla="*/ 3 w 212"/>
                  <a:gd name="T27" fmla="*/ 521 h 839"/>
                  <a:gd name="T28" fmla="*/ 0 w 212"/>
                  <a:gd name="T29" fmla="*/ 384 h 839"/>
                  <a:gd name="T30" fmla="*/ 6 w 212"/>
                  <a:gd name="T31" fmla="*/ 244 h 839"/>
                  <a:gd name="T32" fmla="*/ 29 w 212"/>
                  <a:gd name="T33" fmla="*/ 114 h 839"/>
                  <a:gd name="T34" fmla="*/ 68 w 212"/>
                  <a:gd name="T35" fmla="*/ 0 h 839"/>
                  <a:gd name="T36" fmla="*/ 212 w 212"/>
                  <a:gd name="T37" fmla="*/ 6 h 8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12" h="839">
                    <a:moveTo>
                      <a:pt x="212" y="6"/>
                    </a:moveTo>
                    <a:lnTo>
                      <a:pt x="206" y="11"/>
                    </a:lnTo>
                    <a:lnTo>
                      <a:pt x="192" y="33"/>
                    </a:lnTo>
                    <a:lnTo>
                      <a:pt x="174" y="77"/>
                    </a:lnTo>
                    <a:lnTo>
                      <a:pt x="156" y="148"/>
                    </a:lnTo>
                    <a:lnTo>
                      <a:pt x="141" y="254"/>
                    </a:lnTo>
                    <a:lnTo>
                      <a:pt x="133" y="401"/>
                    </a:lnTo>
                    <a:lnTo>
                      <a:pt x="137" y="593"/>
                    </a:lnTo>
                    <a:lnTo>
                      <a:pt x="158" y="839"/>
                    </a:lnTo>
                    <a:lnTo>
                      <a:pt x="38" y="839"/>
                    </a:lnTo>
                    <a:lnTo>
                      <a:pt x="34" y="814"/>
                    </a:lnTo>
                    <a:lnTo>
                      <a:pt x="24" y="746"/>
                    </a:lnTo>
                    <a:lnTo>
                      <a:pt x="12" y="645"/>
                    </a:lnTo>
                    <a:lnTo>
                      <a:pt x="3" y="521"/>
                    </a:lnTo>
                    <a:lnTo>
                      <a:pt x="0" y="384"/>
                    </a:lnTo>
                    <a:lnTo>
                      <a:pt x="6" y="244"/>
                    </a:lnTo>
                    <a:lnTo>
                      <a:pt x="29" y="114"/>
                    </a:lnTo>
                    <a:lnTo>
                      <a:pt x="68" y="0"/>
                    </a:lnTo>
                    <a:lnTo>
                      <a:pt x="212" y="6"/>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77" name="Freeform 196"/>
              <p:cNvSpPr>
                <a:spLocks/>
              </p:cNvSpPr>
              <p:nvPr/>
            </p:nvSpPr>
            <p:spPr bwMode="auto">
              <a:xfrm>
                <a:off x="6406" y="13636"/>
                <a:ext cx="137" cy="656"/>
              </a:xfrm>
              <a:custGeom>
                <a:avLst/>
                <a:gdLst>
                  <a:gd name="T0" fmla="*/ 43 w 137"/>
                  <a:gd name="T1" fmla="*/ 12 h 656"/>
                  <a:gd name="T2" fmla="*/ 39 w 137"/>
                  <a:gd name="T3" fmla="*/ 25 h 656"/>
                  <a:gd name="T4" fmla="*/ 30 w 137"/>
                  <a:gd name="T5" fmla="*/ 62 h 656"/>
                  <a:gd name="T6" fmla="*/ 19 w 137"/>
                  <a:gd name="T7" fmla="*/ 122 h 656"/>
                  <a:gd name="T8" fmla="*/ 7 w 137"/>
                  <a:gd name="T9" fmla="*/ 199 h 656"/>
                  <a:gd name="T10" fmla="*/ 0 w 137"/>
                  <a:gd name="T11" fmla="*/ 294 h 656"/>
                  <a:gd name="T12" fmla="*/ 1 w 137"/>
                  <a:gd name="T13" fmla="*/ 403 h 656"/>
                  <a:gd name="T14" fmla="*/ 12 w 137"/>
                  <a:gd name="T15" fmla="*/ 524 h 656"/>
                  <a:gd name="T16" fmla="*/ 38 w 137"/>
                  <a:gd name="T17" fmla="*/ 656 h 656"/>
                  <a:gd name="T18" fmla="*/ 132 w 137"/>
                  <a:gd name="T19" fmla="*/ 650 h 656"/>
                  <a:gd name="T20" fmla="*/ 127 w 137"/>
                  <a:gd name="T21" fmla="*/ 631 h 656"/>
                  <a:gd name="T22" fmla="*/ 119 w 137"/>
                  <a:gd name="T23" fmla="*/ 578 h 656"/>
                  <a:gd name="T24" fmla="*/ 107 w 137"/>
                  <a:gd name="T25" fmla="*/ 499 h 656"/>
                  <a:gd name="T26" fmla="*/ 97 w 137"/>
                  <a:gd name="T27" fmla="*/ 403 h 656"/>
                  <a:gd name="T28" fmla="*/ 92 w 137"/>
                  <a:gd name="T29" fmla="*/ 297 h 656"/>
                  <a:gd name="T30" fmla="*/ 94 w 137"/>
                  <a:gd name="T31" fmla="*/ 192 h 656"/>
                  <a:gd name="T32" fmla="*/ 108 w 137"/>
                  <a:gd name="T33" fmla="*/ 91 h 656"/>
                  <a:gd name="T34" fmla="*/ 137 w 137"/>
                  <a:gd name="T35" fmla="*/ 7 h 656"/>
                  <a:gd name="T36" fmla="*/ 137 w 137"/>
                  <a:gd name="T37" fmla="*/ 6 h 656"/>
                  <a:gd name="T38" fmla="*/ 137 w 137"/>
                  <a:gd name="T39" fmla="*/ 4 h 656"/>
                  <a:gd name="T40" fmla="*/ 135 w 137"/>
                  <a:gd name="T41" fmla="*/ 2 h 656"/>
                  <a:gd name="T42" fmla="*/ 129 w 137"/>
                  <a:gd name="T43" fmla="*/ 0 h 656"/>
                  <a:gd name="T44" fmla="*/ 119 w 137"/>
                  <a:gd name="T45" fmla="*/ 0 h 656"/>
                  <a:gd name="T46" fmla="*/ 101 w 137"/>
                  <a:gd name="T47" fmla="*/ 1 h 656"/>
                  <a:gd name="T48" fmla="*/ 77 w 137"/>
                  <a:gd name="T49" fmla="*/ 5 h 656"/>
                  <a:gd name="T50" fmla="*/ 43 w 137"/>
                  <a:gd name="T51" fmla="*/ 12 h 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7" h="656">
                    <a:moveTo>
                      <a:pt x="43" y="12"/>
                    </a:moveTo>
                    <a:lnTo>
                      <a:pt x="39" y="25"/>
                    </a:lnTo>
                    <a:lnTo>
                      <a:pt x="30" y="62"/>
                    </a:lnTo>
                    <a:lnTo>
                      <a:pt x="19" y="122"/>
                    </a:lnTo>
                    <a:lnTo>
                      <a:pt x="7" y="199"/>
                    </a:lnTo>
                    <a:lnTo>
                      <a:pt x="0" y="294"/>
                    </a:lnTo>
                    <a:lnTo>
                      <a:pt x="1" y="403"/>
                    </a:lnTo>
                    <a:lnTo>
                      <a:pt x="12" y="524"/>
                    </a:lnTo>
                    <a:lnTo>
                      <a:pt x="38" y="656"/>
                    </a:lnTo>
                    <a:lnTo>
                      <a:pt x="132" y="650"/>
                    </a:lnTo>
                    <a:lnTo>
                      <a:pt x="127" y="631"/>
                    </a:lnTo>
                    <a:lnTo>
                      <a:pt x="119" y="578"/>
                    </a:lnTo>
                    <a:lnTo>
                      <a:pt x="107" y="499"/>
                    </a:lnTo>
                    <a:lnTo>
                      <a:pt x="97" y="403"/>
                    </a:lnTo>
                    <a:lnTo>
                      <a:pt x="92" y="297"/>
                    </a:lnTo>
                    <a:lnTo>
                      <a:pt x="94" y="192"/>
                    </a:lnTo>
                    <a:lnTo>
                      <a:pt x="108" y="91"/>
                    </a:lnTo>
                    <a:lnTo>
                      <a:pt x="137" y="7"/>
                    </a:lnTo>
                    <a:lnTo>
                      <a:pt x="137" y="6"/>
                    </a:lnTo>
                    <a:lnTo>
                      <a:pt x="137" y="4"/>
                    </a:lnTo>
                    <a:lnTo>
                      <a:pt x="135" y="2"/>
                    </a:lnTo>
                    <a:lnTo>
                      <a:pt x="129" y="0"/>
                    </a:lnTo>
                    <a:lnTo>
                      <a:pt x="119" y="0"/>
                    </a:lnTo>
                    <a:lnTo>
                      <a:pt x="101" y="1"/>
                    </a:lnTo>
                    <a:lnTo>
                      <a:pt x="77" y="5"/>
                    </a:lnTo>
                    <a:lnTo>
                      <a:pt x="43" y="12"/>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78" name="Freeform 197"/>
              <p:cNvSpPr>
                <a:spLocks/>
              </p:cNvSpPr>
              <p:nvPr/>
            </p:nvSpPr>
            <p:spPr bwMode="auto">
              <a:xfrm>
                <a:off x="6412" y="13680"/>
                <a:ext cx="116" cy="560"/>
              </a:xfrm>
              <a:custGeom>
                <a:avLst/>
                <a:gdLst>
                  <a:gd name="T0" fmla="*/ 36 w 116"/>
                  <a:gd name="T1" fmla="*/ 11 h 560"/>
                  <a:gd name="T2" fmla="*/ 33 w 116"/>
                  <a:gd name="T3" fmla="*/ 21 h 560"/>
                  <a:gd name="T4" fmla="*/ 24 w 116"/>
                  <a:gd name="T5" fmla="*/ 53 h 560"/>
                  <a:gd name="T6" fmla="*/ 15 w 116"/>
                  <a:gd name="T7" fmla="*/ 103 h 560"/>
                  <a:gd name="T8" fmla="*/ 5 w 116"/>
                  <a:gd name="T9" fmla="*/ 169 h 560"/>
                  <a:gd name="T10" fmla="*/ 0 w 116"/>
                  <a:gd name="T11" fmla="*/ 250 h 560"/>
                  <a:gd name="T12" fmla="*/ 1 w 116"/>
                  <a:gd name="T13" fmla="*/ 344 h 560"/>
                  <a:gd name="T14" fmla="*/ 10 w 116"/>
                  <a:gd name="T15" fmla="*/ 448 h 560"/>
                  <a:gd name="T16" fmla="*/ 32 w 116"/>
                  <a:gd name="T17" fmla="*/ 560 h 560"/>
                  <a:gd name="T18" fmla="*/ 112 w 116"/>
                  <a:gd name="T19" fmla="*/ 555 h 560"/>
                  <a:gd name="T20" fmla="*/ 108 w 116"/>
                  <a:gd name="T21" fmla="*/ 538 h 560"/>
                  <a:gd name="T22" fmla="*/ 101 w 116"/>
                  <a:gd name="T23" fmla="*/ 493 h 560"/>
                  <a:gd name="T24" fmla="*/ 91 w 116"/>
                  <a:gd name="T25" fmla="*/ 426 h 560"/>
                  <a:gd name="T26" fmla="*/ 82 w 116"/>
                  <a:gd name="T27" fmla="*/ 344 h 560"/>
                  <a:gd name="T28" fmla="*/ 77 w 116"/>
                  <a:gd name="T29" fmla="*/ 255 h 560"/>
                  <a:gd name="T30" fmla="*/ 79 w 116"/>
                  <a:gd name="T31" fmla="*/ 164 h 560"/>
                  <a:gd name="T32" fmla="*/ 91 w 116"/>
                  <a:gd name="T33" fmla="*/ 79 h 560"/>
                  <a:gd name="T34" fmla="*/ 116 w 116"/>
                  <a:gd name="T35" fmla="*/ 6 h 560"/>
                  <a:gd name="T36" fmla="*/ 116 w 116"/>
                  <a:gd name="T37" fmla="*/ 5 h 560"/>
                  <a:gd name="T38" fmla="*/ 116 w 116"/>
                  <a:gd name="T39" fmla="*/ 4 h 560"/>
                  <a:gd name="T40" fmla="*/ 114 w 116"/>
                  <a:gd name="T41" fmla="*/ 2 h 560"/>
                  <a:gd name="T42" fmla="*/ 109 w 116"/>
                  <a:gd name="T43" fmla="*/ 0 h 560"/>
                  <a:gd name="T44" fmla="*/ 100 w 116"/>
                  <a:gd name="T45" fmla="*/ 0 h 560"/>
                  <a:gd name="T46" fmla="*/ 86 w 116"/>
                  <a:gd name="T47" fmla="*/ 1 h 560"/>
                  <a:gd name="T48" fmla="*/ 65 w 116"/>
                  <a:gd name="T49" fmla="*/ 4 h 560"/>
                  <a:gd name="T50" fmla="*/ 36 w 116"/>
                  <a:gd name="T51" fmla="*/ 11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6" h="560">
                    <a:moveTo>
                      <a:pt x="36" y="11"/>
                    </a:moveTo>
                    <a:lnTo>
                      <a:pt x="33" y="21"/>
                    </a:lnTo>
                    <a:lnTo>
                      <a:pt x="24" y="53"/>
                    </a:lnTo>
                    <a:lnTo>
                      <a:pt x="15" y="103"/>
                    </a:lnTo>
                    <a:lnTo>
                      <a:pt x="5" y="169"/>
                    </a:lnTo>
                    <a:lnTo>
                      <a:pt x="0" y="250"/>
                    </a:lnTo>
                    <a:lnTo>
                      <a:pt x="1" y="344"/>
                    </a:lnTo>
                    <a:lnTo>
                      <a:pt x="10" y="448"/>
                    </a:lnTo>
                    <a:lnTo>
                      <a:pt x="32" y="560"/>
                    </a:lnTo>
                    <a:lnTo>
                      <a:pt x="112" y="555"/>
                    </a:lnTo>
                    <a:lnTo>
                      <a:pt x="108" y="538"/>
                    </a:lnTo>
                    <a:lnTo>
                      <a:pt x="101" y="493"/>
                    </a:lnTo>
                    <a:lnTo>
                      <a:pt x="91" y="426"/>
                    </a:lnTo>
                    <a:lnTo>
                      <a:pt x="82" y="344"/>
                    </a:lnTo>
                    <a:lnTo>
                      <a:pt x="77" y="255"/>
                    </a:lnTo>
                    <a:lnTo>
                      <a:pt x="79" y="164"/>
                    </a:lnTo>
                    <a:lnTo>
                      <a:pt x="91" y="79"/>
                    </a:lnTo>
                    <a:lnTo>
                      <a:pt x="116" y="6"/>
                    </a:lnTo>
                    <a:lnTo>
                      <a:pt x="116" y="5"/>
                    </a:lnTo>
                    <a:lnTo>
                      <a:pt x="116" y="4"/>
                    </a:lnTo>
                    <a:lnTo>
                      <a:pt x="114" y="2"/>
                    </a:lnTo>
                    <a:lnTo>
                      <a:pt x="109" y="0"/>
                    </a:lnTo>
                    <a:lnTo>
                      <a:pt x="100" y="0"/>
                    </a:lnTo>
                    <a:lnTo>
                      <a:pt x="86" y="1"/>
                    </a:lnTo>
                    <a:lnTo>
                      <a:pt x="65" y="4"/>
                    </a:lnTo>
                    <a:lnTo>
                      <a:pt x="36" y="1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79" name="Freeform 198"/>
              <p:cNvSpPr>
                <a:spLocks/>
              </p:cNvSpPr>
              <p:nvPr/>
            </p:nvSpPr>
            <p:spPr bwMode="auto">
              <a:xfrm>
                <a:off x="6417" y="13724"/>
                <a:ext cx="97" cy="463"/>
              </a:xfrm>
              <a:custGeom>
                <a:avLst/>
                <a:gdLst>
                  <a:gd name="T0" fmla="*/ 30 w 97"/>
                  <a:gd name="T1" fmla="*/ 9 h 463"/>
                  <a:gd name="T2" fmla="*/ 27 w 97"/>
                  <a:gd name="T3" fmla="*/ 17 h 463"/>
                  <a:gd name="T4" fmla="*/ 20 w 97"/>
                  <a:gd name="T5" fmla="*/ 44 h 463"/>
                  <a:gd name="T6" fmla="*/ 12 w 97"/>
                  <a:gd name="T7" fmla="*/ 85 h 463"/>
                  <a:gd name="T8" fmla="*/ 4 w 97"/>
                  <a:gd name="T9" fmla="*/ 140 h 463"/>
                  <a:gd name="T10" fmla="*/ 0 w 97"/>
                  <a:gd name="T11" fmla="*/ 207 h 463"/>
                  <a:gd name="T12" fmla="*/ 0 w 97"/>
                  <a:gd name="T13" fmla="*/ 285 h 463"/>
                  <a:gd name="T14" fmla="*/ 9 w 97"/>
                  <a:gd name="T15" fmla="*/ 370 h 463"/>
                  <a:gd name="T16" fmla="*/ 26 w 97"/>
                  <a:gd name="T17" fmla="*/ 463 h 463"/>
                  <a:gd name="T18" fmla="*/ 93 w 97"/>
                  <a:gd name="T19" fmla="*/ 460 h 463"/>
                  <a:gd name="T20" fmla="*/ 89 w 97"/>
                  <a:gd name="T21" fmla="*/ 446 h 463"/>
                  <a:gd name="T22" fmla="*/ 83 w 97"/>
                  <a:gd name="T23" fmla="*/ 408 h 463"/>
                  <a:gd name="T24" fmla="*/ 75 w 97"/>
                  <a:gd name="T25" fmla="*/ 353 h 463"/>
                  <a:gd name="T26" fmla="*/ 68 w 97"/>
                  <a:gd name="T27" fmla="*/ 285 h 463"/>
                  <a:gd name="T28" fmla="*/ 65 w 97"/>
                  <a:gd name="T29" fmla="*/ 211 h 463"/>
                  <a:gd name="T30" fmla="*/ 67 w 97"/>
                  <a:gd name="T31" fmla="*/ 136 h 463"/>
                  <a:gd name="T32" fmla="*/ 76 w 97"/>
                  <a:gd name="T33" fmla="*/ 65 h 463"/>
                  <a:gd name="T34" fmla="*/ 97 w 97"/>
                  <a:gd name="T35" fmla="*/ 5 h 463"/>
                  <a:gd name="T36" fmla="*/ 97 w 97"/>
                  <a:gd name="T37" fmla="*/ 4 h 463"/>
                  <a:gd name="T38" fmla="*/ 97 w 97"/>
                  <a:gd name="T39" fmla="*/ 3 h 463"/>
                  <a:gd name="T40" fmla="*/ 95 w 97"/>
                  <a:gd name="T41" fmla="*/ 1 h 463"/>
                  <a:gd name="T42" fmla="*/ 91 w 97"/>
                  <a:gd name="T43" fmla="*/ 0 h 463"/>
                  <a:gd name="T44" fmla="*/ 84 w 97"/>
                  <a:gd name="T45" fmla="*/ 0 h 463"/>
                  <a:gd name="T46" fmla="*/ 71 w 97"/>
                  <a:gd name="T47" fmla="*/ 0 h 463"/>
                  <a:gd name="T48" fmla="*/ 54 w 97"/>
                  <a:gd name="T49" fmla="*/ 3 h 463"/>
                  <a:gd name="T50" fmla="*/ 30 w 97"/>
                  <a:gd name="T51" fmla="*/ 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7" h="463">
                    <a:moveTo>
                      <a:pt x="30" y="9"/>
                    </a:moveTo>
                    <a:lnTo>
                      <a:pt x="27" y="17"/>
                    </a:lnTo>
                    <a:lnTo>
                      <a:pt x="20" y="44"/>
                    </a:lnTo>
                    <a:lnTo>
                      <a:pt x="12" y="85"/>
                    </a:lnTo>
                    <a:lnTo>
                      <a:pt x="4" y="140"/>
                    </a:lnTo>
                    <a:lnTo>
                      <a:pt x="0" y="207"/>
                    </a:lnTo>
                    <a:lnTo>
                      <a:pt x="0" y="285"/>
                    </a:lnTo>
                    <a:lnTo>
                      <a:pt x="9" y="370"/>
                    </a:lnTo>
                    <a:lnTo>
                      <a:pt x="26" y="463"/>
                    </a:lnTo>
                    <a:lnTo>
                      <a:pt x="93" y="460"/>
                    </a:lnTo>
                    <a:lnTo>
                      <a:pt x="89" y="446"/>
                    </a:lnTo>
                    <a:lnTo>
                      <a:pt x="83" y="408"/>
                    </a:lnTo>
                    <a:lnTo>
                      <a:pt x="75" y="353"/>
                    </a:lnTo>
                    <a:lnTo>
                      <a:pt x="68" y="285"/>
                    </a:lnTo>
                    <a:lnTo>
                      <a:pt x="65" y="211"/>
                    </a:lnTo>
                    <a:lnTo>
                      <a:pt x="67" y="136"/>
                    </a:lnTo>
                    <a:lnTo>
                      <a:pt x="76" y="65"/>
                    </a:lnTo>
                    <a:lnTo>
                      <a:pt x="97" y="5"/>
                    </a:lnTo>
                    <a:lnTo>
                      <a:pt x="97" y="4"/>
                    </a:lnTo>
                    <a:lnTo>
                      <a:pt x="97" y="3"/>
                    </a:lnTo>
                    <a:lnTo>
                      <a:pt x="95" y="1"/>
                    </a:lnTo>
                    <a:lnTo>
                      <a:pt x="91" y="0"/>
                    </a:lnTo>
                    <a:lnTo>
                      <a:pt x="84" y="0"/>
                    </a:lnTo>
                    <a:lnTo>
                      <a:pt x="71" y="0"/>
                    </a:lnTo>
                    <a:lnTo>
                      <a:pt x="54" y="3"/>
                    </a:lnTo>
                    <a:lnTo>
                      <a:pt x="30" y="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80" name="Freeform 199"/>
              <p:cNvSpPr>
                <a:spLocks/>
              </p:cNvSpPr>
              <p:nvPr/>
            </p:nvSpPr>
            <p:spPr bwMode="auto">
              <a:xfrm>
                <a:off x="6422" y="13768"/>
                <a:ext cx="77" cy="367"/>
              </a:xfrm>
              <a:custGeom>
                <a:avLst/>
                <a:gdLst>
                  <a:gd name="T0" fmla="*/ 24 w 77"/>
                  <a:gd name="T1" fmla="*/ 8 h 367"/>
                  <a:gd name="T2" fmla="*/ 22 w 77"/>
                  <a:gd name="T3" fmla="*/ 15 h 367"/>
                  <a:gd name="T4" fmla="*/ 17 w 77"/>
                  <a:gd name="T5" fmla="*/ 36 h 367"/>
                  <a:gd name="T6" fmla="*/ 10 w 77"/>
                  <a:gd name="T7" fmla="*/ 68 h 367"/>
                  <a:gd name="T8" fmla="*/ 4 w 77"/>
                  <a:gd name="T9" fmla="*/ 112 h 367"/>
                  <a:gd name="T10" fmla="*/ 0 w 77"/>
                  <a:gd name="T11" fmla="*/ 164 h 367"/>
                  <a:gd name="T12" fmla="*/ 0 w 77"/>
                  <a:gd name="T13" fmla="*/ 226 h 367"/>
                  <a:gd name="T14" fmla="*/ 7 w 77"/>
                  <a:gd name="T15" fmla="*/ 294 h 367"/>
                  <a:gd name="T16" fmla="*/ 21 w 77"/>
                  <a:gd name="T17" fmla="*/ 367 h 367"/>
                  <a:gd name="T18" fmla="*/ 74 w 77"/>
                  <a:gd name="T19" fmla="*/ 364 h 367"/>
                  <a:gd name="T20" fmla="*/ 71 w 77"/>
                  <a:gd name="T21" fmla="*/ 353 h 367"/>
                  <a:gd name="T22" fmla="*/ 66 w 77"/>
                  <a:gd name="T23" fmla="*/ 323 h 367"/>
                  <a:gd name="T24" fmla="*/ 60 w 77"/>
                  <a:gd name="T25" fmla="*/ 280 h 367"/>
                  <a:gd name="T26" fmla="*/ 54 w 77"/>
                  <a:gd name="T27" fmla="*/ 226 h 367"/>
                  <a:gd name="T28" fmla="*/ 51 w 77"/>
                  <a:gd name="T29" fmla="*/ 168 h 367"/>
                  <a:gd name="T30" fmla="*/ 53 w 77"/>
                  <a:gd name="T31" fmla="*/ 107 h 367"/>
                  <a:gd name="T32" fmla="*/ 61 w 77"/>
                  <a:gd name="T33" fmla="*/ 52 h 367"/>
                  <a:gd name="T34" fmla="*/ 77 w 77"/>
                  <a:gd name="T35" fmla="*/ 5 h 367"/>
                  <a:gd name="T36" fmla="*/ 77 w 77"/>
                  <a:gd name="T37" fmla="*/ 5 h 367"/>
                  <a:gd name="T38" fmla="*/ 77 w 77"/>
                  <a:gd name="T39" fmla="*/ 2 h 367"/>
                  <a:gd name="T40" fmla="*/ 76 w 77"/>
                  <a:gd name="T41" fmla="*/ 1 h 367"/>
                  <a:gd name="T42" fmla="*/ 72 w 77"/>
                  <a:gd name="T43" fmla="*/ 0 h 367"/>
                  <a:gd name="T44" fmla="*/ 66 w 77"/>
                  <a:gd name="T45" fmla="*/ 0 h 367"/>
                  <a:gd name="T46" fmla="*/ 56 w 77"/>
                  <a:gd name="T47" fmla="*/ 1 h 367"/>
                  <a:gd name="T48" fmla="*/ 43 w 77"/>
                  <a:gd name="T49" fmla="*/ 4 h 367"/>
                  <a:gd name="T50" fmla="*/ 24 w 77"/>
                  <a:gd name="T51" fmla="*/ 8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7" h="367">
                    <a:moveTo>
                      <a:pt x="24" y="8"/>
                    </a:moveTo>
                    <a:lnTo>
                      <a:pt x="22" y="15"/>
                    </a:lnTo>
                    <a:lnTo>
                      <a:pt x="17" y="36"/>
                    </a:lnTo>
                    <a:lnTo>
                      <a:pt x="10" y="68"/>
                    </a:lnTo>
                    <a:lnTo>
                      <a:pt x="4" y="112"/>
                    </a:lnTo>
                    <a:lnTo>
                      <a:pt x="0" y="164"/>
                    </a:lnTo>
                    <a:lnTo>
                      <a:pt x="0" y="226"/>
                    </a:lnTo>
                    <a:lnTo>
                      <a:pt x="7" y="294"/>
                    </a:lnTo>
                    <a:lnTo>
                      <a:pt x="21" y="367"/>
                    </a:lnTo>
                    <a:lnTo>
                      <a:pt x="74" y="364"/>
                    </a:lnTo>
                    <a:lnTo>
                      <a:pt x="71" y="353"/>
                    </a:lnTo>
                    <a:lnTo>
                      <a:pt x="66" y="323"/>
                    </a:lnTo>
                    <a:lnTo>
                      <a:pt x="60" y="280"/>
                    </a:lnTo>
                    <a:lnTo>
                      <a:pt x="54" y="226"/>
                    </a:lnTo>
                    <a:lnTo>
                      <a:pt x="51" y="168"/>
                    </a:lnTo>
                    <a:lnTo>
                      <a:pt x="53" y="107"/>
                    </a:lnTo>
                    <a:lnTo>
                      <a:pt x="61" y="52"/>
                    </a:lnTo>
                    <a:lnTo>
                      <a:pt x="77" y="5"/>
                    </a:lnTo>
                    <a:lnTo>
                      <a:pt x="77" y="5"/>
                    </a:lnTo>
                    <a:lnTo>
                      <a:pt x="77" y="2"/>
                    </a:lnTo>
                    <a:lnTo>
                      <a:pt x="76" y="1"/>
                    </a:lnTo>
                    <a:lnTo>
                      <a:pt x="72" y="0"/>
                    </a:lnTo>
                    <a:lnTo>
                      <a:pt x="66" y="0"/>
                    </a:lnTo>
                    <a:lnTo>
                      <a:pt x="56" y="1"/>
                    </a:lnTo>
                    <a:lnTo>
                      <a:pt x="43" y="4"/>
                    </a:lnTo>
                    <a:lnTo>
                      <a:pt x="24" y="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81" name="Freeform 200"/>
              <p:cNvSpPr>
                <a:spLocks/>
              </p:cNvSpPr>
              <p:nvPr/>
            </p:nvSpPr>
            <p:spPr bwMode="auto">
              <a:xfrm>
                <a:off x="6428" y="13813"/>
                <a:ext cx="56" cy="271"/>
              </a:xfrm>
              <a:custGeom>
                <a:avLst/>
                <a:gdLst>
                  <a:gd name="T0" fmla="*/ 17 w 56"/>
                  <a:gd name="T1" fmla="*/ 5 h 271"/>
                  <a:gd name="T2" fmla="*/ 16 w 56"/>
                  <a:gd name="T3" fmla="*/ 10 h 271"/>
                  <a:gd name="T4" fmla="*/ 12 w 56"/>
                  <a:gd name="T5" fmla="*/ 25 h 271"/>
                  <a:gd name="T6" fmla="*/ 6 w 56"/>
                  <a:gd name="T7" fmla="*/ 49 h 271"/>
                  <a:gd name="T8" fmla="*/ 2 w 56"/>
                  <a:gd name="T9" fmla="*/ 82 h 271"/>
                  <a:gd name="T10" fmla="*/ 0 w 56"/>
                  <a:gd name="T11" fmla="*/ 122 h 271"/>
                  <a:gd name="T12" fmla="*/ 0 w 56"/>
                  <a:gd name="T13" fmla="*/ 166 h 271"/>
                  <a:gd name="T14" fmla="*/ 4 w 56"/>
                  <a:gd name="T15" fmla="*/ 217 h 271"/>
                  <a:gd name="T16" fmla="*/ 15 w 56"/>
                  <a:gd name="T17" fmla="*/ 271 h 271"/>
                  <a:gd name="T18" fmla="*/ 54 w 56"/>
                  <a:gd name="T19" fmla="*/ 268 h 271"/>
                  <a:gd name="T20" fmla="*/ 52 w 56"/>
                  <a:gd name="T21" fmla="*/ 261 h 271"/>
                  <a:gd name="T22" fmla="*/ 48 w 56"/>
                  <a:gd name="T23" fmla="*/ 238 h 271"/>
                  <a:gd name="T24" fmla="*/ 44 w 56"/>
                  <a:gd name="T25" fmla="*/ 206 h 271"/>
                  <a:gd name="T26" fmla="*/ 40 w 56"/>
                  <a:gd name="T27" fmla="*/ 166 h 271"/>
                  <a:gd name="T28" fmla="*/ 37 w 56"/>
                  <a:gd name="T29" fmla="*/ 123 h 271"/>
                  <a:gd name="T30" fmla="*/ 39 w 56"/>
                  <a:gd name="T31" fmla="*/ 78 h 271"/>
                  <a:gd name="T32" fmla="*/ 44 w 56"/>
                  <a:gd name="T33" fmla="*/ 37 h 271"/>
                  <a:gd name="T34" fmla="*/ 56 w 56"/>
                  <a:gd name="T35" fmla="*/ 3 h 271"/>
                  <a:gd name="T36" fmla="*/ 56 w 56"/>
                  <a:gd name="T37" fmla="*/ 3 h 271"/>
                  <a:gd name="T38" fmla="*/ 56 w 56"/>
                  <a:gd name="T39" fmla="*/ 2 h 271"/>
                  <a:gd name="T40" fmla="*/ 55 w 56"/>
                  <a:gd name="T41" fmla="*/ 1 h 271"/>
                  <a:gd name="T42" fmla="*/ 52 w 56"/>
                  <a:gd name="T43" fmla="*/ 0 h 271"/>
                  <a:gd name="T44" fmla="*/ 48 w 56"/>
                  <a:gd name="T45" fmla="*/ 0 h 271"/>
                  <a:gd name="T46" fmla="*/ 42 w 56"/>
                  <a:gd name="T47" fmla="*/ 0 h 271"/>
                  <a:gd name="T48" fmla="*/ 31 w 56"/>
                  <a:gd name="T49" fmla="*/ 2 h 271"/>
                  <a:gd name="T50" fmla="*/ 17 w 56"/>
                  <a:gd name="T51" fmla="*/ 5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6" h="271">
                    <a:moveTo>
                      <a:pt x="17" y="5"/>
                    </a:moveTo>
                    <a:lnTo>
                      <a:pt x="16" y="10"/>
                    </a:lnTo>
                    <a:lnTo>
                      <a:pt x="12" y="25"/>
                    </a:lnTo>
                    <a:lnTo>
                      <a:pt x="6" y="49"/>
                    </a:lnTo>
                    <a:lnTo>
                      <a:pt x="2" y="82"/>
                    </a:lnTo>
                    <a:lnTo>
                      <a:pt x="0" y="122"/>
                    </a:lnTo>
                    <a:lnTo>
                      <a:pt x="0" y="166"/>
                    </a:lnTo>
                    <a:lnTo>
                      <a:pt x="4" y="217"/>
                    </a:lnTo>
                    <a:lnTo>
                      <a:pt x="15" y="271"/>
                    </a:lnTo>
                    <a:lnTo>
                      <a:pt x="54" y="268"/>
                    </a:lnTo>
                    <a:lnTo>
                      <a:pt x="52" y="261"/>
                    </a:lnTo>
                    <a:lnTo>
                      <a:pt x="48" y="238"/>
                    </a:lnTo>
                    <a:lnTo>
                      <a:pt x="44" y="206"/>
                    </a:lnTo>
                    <a:lnTo>
                      <a:pt x="40" y="166"/>
                    </a:lnTo>
                    <a:lnTo>
                      <a:pt x="37" y="123"/>
                    </a:lnTo>
                    <a:lnTo>
                      <a:pt x="39" y="78"/>
                    </a:lnTo>
                    <a:lnTo>
                      <a:pt x="44" y="37"/>
                    </a:lnTo>
                    <a:lnTo>
                      <a:pt x="56" y="3"/>
                    </a:lnTo>
                    <a:lnTo>
                      <a:pt x="56" y="3"/>
                    </a:lnTo>
                    <a:lnTo>
                      <a:pt x="56" y="2"/>
                    </a:lnTo>
                    <a:lnTo>
                      <a:pt x="55" y="1"/>
                    </a:lnTo>
                    <a:lnTo>
                      <a:pt x="52" y="0"/>
                    </a:lnTo>
                    <a:lnTo>
                      <a:pt x="48" y="0"/>
                    </a:lnTo>
                    <a:lnTo>
                      <a:pt x="42" y="0"/>
                    </a:lnTo>
                    <a:lnTo>
                      <a:pt x="31" y="2"/>
                    </a:lnTo>
                    <a:lnTo>
                      <a:pt x="17" y="5"/>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82" name="Freeform 201"/>
              <p:cNvSpPr>
                <a:spLocks/>
              </p:cNvSpPr>
              <p:nvPr/>
            </p:nvSpPr>
            <p:spPr bwMode="auto">
              <a:xfrm>
                <a:off x="7211" y="13549"/>
                <a:ext cx="186" cy="732"/>
              </a:xfrm>
              <a:custGeom>
                <a:avLst/>
                <a:gdLst>
                  <a:gd name="T0" fmla="*/ 186 w 186"/>
                  <a:gd name="T1" fmla="*/ 6 h 732"/>
                  <a:gd name="T2" fmla="*/ 182 w 186"/>
                  <a:gd name="T3" fmla="*/ 11 h 732"/>
                  <a:gd name="T4" fmla="*/ 169 w 186"/>
                  <a:gd name="T5" fmla="*/ 29 h 732"/>
                  <a:gd name="T6" fmla="*/ 153 w 186"/>
                  <a:gd name="T7" fmla="*/ 67 h 732"/>
                  <a:gd name="T8" fmla="*/ 137 w 186"/>
                  <a:gd name="T9" fmla="*/ 130 h 732"/>
                  <a:gd name="T10" fmla="*/ 124 w 186"/>
                  <a:gd name="T11" fmla="*/ 221 h 732"/>
                  <a:gd name="T12" fmla="*/ 117 w 186"/>
                  <a:gd name="T13" fmla="*/ 350 h 732"/>
                  <a:gd name="T14" fmla="*/ 122 w 186"/>
                  <a:gd name="T15" fmla="*/ 517 h 732"/>
                  <a:gd name="T16" fmla="*/ 139 w 186"/>
                  <a:gd name="T17" fmla="*/ 732 h 732"/>
                  <a:gd name="T18" fmla="*/ 34 w 186"/>
                  <a:gd name="T19" fmla="*/ 732 h 732"/>
                  <a:gd name="T20" fmla="*/ 31 w 186"/>
                  <a:gd name="T21" fmla="*/ 711 h 732"/>
                  <a:gd name="T22" fmla="*/ 22 w 186"/>
                  <a:gd name="T23" fmla="*/ 651 h 732"/>
                  <a:gd name="T24" fmla="*/ 12 w 186"/>
                  <a:gd name="T25" fmla="*/ 563 h 732"/>
                  <a:gd name="T26" fmla="*/ 3 w 186"/>
                  <a:gd name="T27" fmla="*/ 454 h 732"/>
                  <a:gd name="T28" fmla="*/ 0 w 186"/>
                  <a:gd name="T29" fmla="*/ 335 h 732"/>
                  <a:gd name="T30" fmla="*/ 6 w 186"/>
                  <a:gd name="T31" fmla="*/ 213 h 732"/>
                  <a:gd name="T32" fmla="*/ 25 w 186"/>
                  <a:gd name="T33" fmla="*/ 98 h 732"/>
                  <a:gd name="T34" fmla="*/ 60 w 186"/>
                  <a:gd name="T35" fmla="*/ 0 h 732"/>
                  <a:gd name="T36" fmla="*/ 186 w 186"/>
                  <a:gd name="T37" fmla="*/ 6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6" h="732">
                    <a:moveTo>
                      <a:pt x="186" y="6"/>
                    </a:moveTo>
                    <a:lnTo>
                      <a:pt x="182" y="11"/>
                    </a:lnTo>
                    <a:lnTo>
                      <a:pt x="169" y="29"/>
                    </a:lnTo>
                    <a:lnTo>
                      <a:pt x="153" y="67"/>
                    </a:lnTo>
                    <a:lnTo>
                      <a:pt x="137" y="130"/>
                    </a:lnTo>
                    <a:lnTo>
                      <a:pt x="124" y="221"/>
                    </a:lnTo>
                    <a:lnTo>
                      <a:pt x="117" y="350"/>
                    </a:lnTo>
                    <a:lnTo>
                      <a:pt x="122" y="517"/>
                    </a:lnTo>
                    <a:lnTo>
                      <a:pt x="139" y="732"/>
                    </a:lnTo>
                    <a:lnTo>
                      <a:pt x="34" y="732"/>
                    </a:lnTo>
                    <a:lnTo>
                      <a:pt x="31" y="711"/>
                    </a:lnTo>
                    <a:lnTo>
                      <a:pt x="22" y="651"/>
                    </a:lnTo>
                    <a:lnTo>
                      <a:pt x="12" y="563"/>
                    </a:lnTo>
                    <a:lnTo>
                      <a:pt x="3" y="454"/>
                    </a:lnTo>
                    <a:lnTo>
                      <a:pt x="0" y="335"/>
                    </a:lnTo>
                    <a:lnTo>
                      <a:pt x="6" y="213"/>
                    </a:lnTo>
                    <a:lnTo>
                      <a:pt x="25" y="98"/>
                    </a:lnTo>
                    <a:lnTo>
                      <a:pt x="60" y="0"/>
                    </a:lnTo>
                    <a:lnTo>
                      <a:pt x="186" y="6"/>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83" name="Freeform 202"/>
              <p:cNvSpPr>
                <a:spLocks/>
              </p:cNvSpPr>
              <p:nvPr/>
            </p:nvSpPr>
            <p:spPr bwMode="auto">
              <a:xfrm>
                <a:off x="7219" y="13600"/>
                <a:ext cx="158" cy="625"/>
              </a:xfrm>
              <a:custGeom>
                <a:avLst/>
                <a:gdLst>
                  <a:gd name="T0" fmla="*/ 158 w 158"/>
                  <a:gd name="T1" fmla="*/ 4 h 625"/>
                  <a:gd name="T2" fmla="*/ 153 w 158"/>
                  <a:gd name="T3" fmla="*/ 9 h 625"/>
                  <a:gd name="T4" fmla="*/ 144 w 158"/>
                  <a:gd name="T5" fmla="*/ 25 h 625"/>
                  <a:gd name="T6" fmla="*/ 130 w 158"/>
                  <a:gd name="T7" fmla="*/ 57 h 625"/>
                  <a:gd name="T8" fmla="*/ 116 w 158"/>
                  <a:gd name="T9" fmla="*/ 110 h 625"/>
                  <a:gd name="T10" fmla="*/ 105 w 158"/>
                  <a:gd name="T11" fmla="*/ 189 h 625"/>
                  <a:gd name="T12" fmla="*/ 100 w 158"/>
                  <a:gd name="T13" fmla="*/ 298 h 625"/>
                  <a:gd name="T14" fmla="*/ 103 w 158"/>
                  <a:gd name="T15" fmla="*/ 441 h 625"/>
                  <a:gd name="T16" fmla="*/ 118 w 158"/>
                  <a:gd name="T17" fmla="*/ 625 h 625"/>
                  <a:gd name="T18" fmla="*/ 29 w 158"/>
                  <a:gd name="T19" fmla="*/ 625 h 625"/>
                  <a:gd name="T20" fmla="*/ 25 w 158"/>
                  <a:gd name="T21" fmla="*/ 607 h 625"/>
                  <a:gd name="T22" fmla="*/ 18 w 158"/>
                  <a:gd name="T23" fmla="*/ 556 h 625"/>
                  <a:gd name="T24" fmla="*/ 9 w 158"/>
                  <a:gd name="T25" fmla="*/ 480 h 625"/>
                  <a:gd name="T26" fmla="*/ 2 w 158"/>
                  <a:gd name="T27" fmla="*/ 387 h 625"/>
                  <a:gd name="T28" fmla="*/ 0 w 158"/>
                  <a:gd name="T29" fmla="*/ 286 h 625"/>
                  <a:gd name="T30" fmla="*/ 5 w 158"/>
                  <a:gd name="T31" fmla="*/ 182 h 625"/>
                  <a:gd name="T32" fmla="*/ 21 w 158"/>
                  <a:gd name="T33" fmla="*/ 84 h 625"/>
                  <a:gd name="T34" fmla="*/ 51 w 158"/>
                  <a:gd name="T35" fmla="*/ 0 h 625"/>
                  <a:gd name="T36" fmla="*/ 158 w 158"/>
                  <a:gd name="T37" fmla="*/ 4 h 6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58" h="625">
                    <a:moveTo>
                      <a:pt x="158" y="4"/>
                    </a:moveTo>
                    <a:lnTo>
                      <a:pt x="153" y="9"/>
                    </a:lnTo>
                    <a:lnTo>
                      <a:pt x="144" y="25"/>
                    </a:lnTo>
                    <a:lnTo>
                      <a:pt x="130" y="57"/>
                    </a:lnTo>
                    <a:lnTo>
                      <a:pt x="116" y="110"/>
                    </a:lnTo>
                    <a:lnTo>
                      <a:pt x="105" y="189"/>
                    </a:lnTo>
                    <a:lnTo>
                      <a:pt x="100" y="298"/>
                    </a:lnTo>
                    <a:lnTo>
                      <a:pt x="103" y="441"/>
                    </a:lnTo>
                    <a:lnTo>
                      <a:pt x="118" y="625"/>
                    </a:lnTo>
                    <a:lnTo>
                      <a:pt x="29" y="625"/>
                    </a:lnTo>
                    <a:lnTo>
                      <a:pt x="25" y="607"/>
                    </a:lnTo>
                    <a:lnTo>
                      <a:pt x="18" y="556"/>
                    </a:lnTo>
                    <a:lnTo>
                      <a:pt x="9" y="480"/>
                    </a:lnTo>
                    <a:lnTo>
                      <a:pt x="2" y="387"/>
                    </a:lnTo>
                    <a:lnTo>
                      <a:pt x="0" y="286"/>
                    </a:lnTo>
                    <a:lnTo>
                      <a:pt x="5" y="182"/>
                    </a:lnTo>
                    <a:lnTo>
                      <a:pt x="21" y="84"/>
                    </a:lnTo>
                    <a:lnTo>
                      <a:pt x="51" y="0"/>
                    </a:lnTo>
                    <a:lnTo>
                      <a:pt x="158" y="4"/>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84" name="Freeform 203"/>
              <p:cNvSpPr>
                <a:spLocks/>
              </p:cNvSpPr>
              <p:nvPr/>
            </p:nvSpPr>
            <p:spPr bwMode="auto">
              <a:xfrm>
                <a:off x="7225" y="13651"/>
                <a:ext cx="131" cy="517"/>
              </a:xfrm>
              <a:custGeom>
                <a:avLst/>
                <a:gdLst>
                  <a:gd name="T0" fmla="*/ 131 w 131"/>
                  <a:gd name="T1" fmla="*/ 4 h 517"/>
                  <a:gd name="T2" fmla="*/ 128 w 131"/>
                  <a:gd name="T3" fmla="*/ 7 h 517"/>
                  <a:gd name="T4" fmla="*/ 119 w 131"/>
                  <a:gd name="T5" fmla="*/ 21 h 517"/>
                  <a:gd name="T6" fmla="*/ 109 w 131"/>
                  <a:gd name="T7" fmla="*/ 47 h 517"/>
                  <a:gd name="T8" fmla="*/ 97 w 131"/>
                  <a:gd name="T9" fmla="*/ 91 h 517"/>
                  <a:gd name="T10" fmla="*/ 88 w 131"/>
                  <a:gd name="T11" fmla="*/ 156 h 517"/>
                  <a:gd name="T12" fmla="*/ 84 w 131"/>
                  <a:gd name="T13" fmla="*/ 247 h 517"/>
                  <a:gd name="T14" fmla="*/ 86 w 131"/>
                  <a:gd name="T15" fmla="*/ 366 h 517"/>
                  <a:gd name="T16" fmla="*/ 99 w 131"/>
                  <a:gd name="T17" fmla="*/ 517 h 517"/>
                  <a:gd name="T18" fmla="*/ 25 w 131"/>
                  <a:gd name="T19" fmla="*/ 517 h 517"/>
                  <a:gd name="T20" fmla="*/ 23 w 131"/>
                  <a:gd name="T21" fmla="*/ 502 h 517"/>
                  <a:gd name="T22" fmla="*/ 16 w 131"/>
                  <a:gd name="T23" fmla="*/ 460 h 517"/>
                  <a:gd name="T24" fmla="*/ 9 w 131"/>
                  <a:gd name="T25" fmla="*/ 397 h 517"/>
                  <a:gd name="T26" fmla="*/ 2 w 131"/>
                  <a:gd name="T27" fmla="*/ 320 h 517"/>
                  <a:gd name="T28" fmla="*/ 0 w 131"/>
                  <a:gd name="T29" fmla="*/ 236 h 517"/>
                  <a:gd name="T30" fmla="*/ 4 w 131"/>
                  <a:gd name="T31" fmla="*/ 151 h 517"/>
                  <a:gd name="T32" fmla="*/ 18 w 131"/>
                  <a:gd name="T33" fmla="*/ 70 h 517"/>
                  <a:gd name="T34" fmla="*/ 43 w 131"/>
                  <a:gd name="T35" fmla="*/ 0 h 517"/>
                  <a:gd name="T36" fmla="*/ 131 w 131"/>
                  <a:gd name="T37" fmla="*/ 4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1" h="517">
                    <a:moveTo>
                      <a:pt x="131" y="4"/>
                    </a:moveTo>
                    <a:lnTo>
                      <a:pt x="128" y="7"/>
                    </a:lnTo>
                    <a:lnTo>
                      <a:pt x="119" y="21"/>
                    </a:lnTo>
                    <a:lnTo>
                      <a:pt x="109" y="47"/>
                    </a:lnTo>
                    <a:lnTo>
                      <a:pt x="97" y="91"/>
                    </a:lnTo>
                    <a:lnTo>
                      <a:pt x="88" y="156"/>
                    </a:lnTo>
                    <a:lnTo>
                      <a:pt x="84" y="247"/>
                    </a:lnTo>
                    <a:lnTo>
                      <a:pt x="86" y="366"/>
                    </a:lnTo>
                    <a:lnTo>
                      <a:pt x="99" y="517"/>
                    </a:lnTo>
                    <a:lnTo>
                      <a:pt x="25" y="517"/>
                    </a:lnTo>
                    <a:lnTo>
                      <a:pt x="23" y="502"/>
                    </a:lnTo>
                    <a:lnTo>
                      <a:pt x="16" y="460"/>
                    </a:lnTo>
                    <a:lnTo>
                      <a:pt x="9" y="397"/>
                    </a:lnTo>
                    <a:lnTo>
                      <a:pt x="2" y="320"/>
                    </a:lnTo>
                    <a:lnTo>
                      <a:pt x="0" y="236"/>
                    </a:lnTo>
                    <a:lnTo>
                      <a:pt x="4" y="151"/>
                    </a:lnTo>
                    <a:lnTo>
                      <a:pt x="18" y="70"/>
                    </a:lnTo>
                    <a:lnTo>
                      <a:pt x="43" y="0"/>
                    </a:lnTo>
                    <a:lnTo>
                      <a:pt x="131" y="4"/>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85" name="Freeform 204"/>
              <p:cNvSpPr>
                <a:spLocks/>
              </p:cNvSpPr>
              <p:nvPr/>
            </p:nvSpPr>
            <p:spPr bwMode="auto">
              <a:xfrm>
                <a:off x="7233" y="13701"/>
                <a:ext cx="104" cy="411"/>
              </a:xfrm>
              <a:custGeom>
                <a:avLst/>
                <a:gdLst>
                  <a:gd name="T0" fmla="*/ 104 w 104"/>
                  <a:gd name="T1" fmla="*/ 4 h 411"/>
                  <a:gd name="T2" fmla="*/ 101 w 104"/>
                  <a:gd name="T3" fmla="*/ 7 h 411"/>
                  <a:gd name="T4" fmla="*/ 94 w 104"/>
                  <a:gd name="T5" fmla="*/ 17 h 411"/>
                  <a:gd name="T6" fmla="*/ 86 w 104"/>
                  <a:gd name="T7" fmla="*/ 38 h 411"/>
                  <a:gd name="T8" fmla="*/ 76 w 104"/>
                  <a:gd name="T9" fmla="*/ 73 h 411"/>
                  <a:gd name="T10" fmla="*/ 69 w 104"/>
                  <a:gd name="T11" fmla="*/ 125 h 411"/>
                  <a:gd name="T12" fmla="*/ 65 w 104"/>
                  <a:gd name="T13" fmla="*/ 196 h 411"/>
                  <a:gd name="T14" fmla="*/ 67 w 104"/>
                  <a:gd name="T15" fmla="*/ 291 h 411"/>
                  <a:gd name="T16" fmla="*/ 77 w 104"/>
                  <a:gd name="T17" fmla="*/ 411 h 411"/>
                  <a:gd name="T18" fmla="*/ 19 w 104"/>
                  <a:gd name="T19" fmla="*/ 411 h 411"/>
                  <a:gd name="T20" fmla="*/ 17 w 104"/>
                  <a:gd name="T21" fmla="*/ 399 h 411"/>
                  <a:gd name="T22" fmla="*/ 11 w 104"/>
                  <a:gd name="T23" fmla="*/ 365 h 411"/>
                  <a:gd name="T24" fmla="*/ 6 w 104"/>
                  <a:gd name="T25" fmla="*/ 316 h 411"/>
                  <a:gd name="T26" fmla="*/ 2 w 104"/>
                  <a:gd name="T27" fmla="*/ 255 h 411"/>
                  <a:gd name="T28" fmla="*/ 0 w 104"/>
                  <a:gd name="T29" fmla="*/ 188 h 411"/>
                  <a:gd name="T30" fmla="*/ 4 w 104"/>
                  <a:gd name="T31" fmla="*/ 120 h 411"/>
                  <a:gd name="T32" fmla="*/ 15 w 104"/>
                  <a:gd name="T33" fmla="*/ 55 h 411"/>
                  <a:gd name="T34" fmla="*/ 34 w 104"/>
                  <a:gd name="T35" fmla="*/ 0 h 411"/>
                  <a:gd name="T36" fmla="*/ 104 w 104"/>
                  <a:gd name="T37" fmla="*/ 4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4" h="411">
                    <a:moveTo>
                      <a:pt x="104" y="4"/>
                    </a:moveTo>
                    <a:lnTo>
                      <a:pt x="101" y="7"/>
                    </a:lnTo>
                    <a:lnTo>
                      <a:pt x="94" y="17"/>
                    </a:lnTo>
                    <a:lnTo>
                      <a:pt x="86" y="38"/>
                    </a:lnTo>
                    <a:lnTo>
                      <a:pt x="76" y="73"/>
                    </a:lnTo>
                    <a:lnTo>
                      <a:pt x="69" y="125"/>
                    </a:lnTo>
                    <a:lnTo>
                      <a:pt x="65" y="196"/>
                    </a:lnTo>
                    <a:lnTo>
                      <a:pt x="67" y="291"/>
                    </a:lnTo>
                    <a:lnTo>
                      <a:pt x="77" y="411"/>
                    </a:lnTo>
                    <a:lnTo>
                      <a:pt x="19" y="411"/>
                    </a:lnTo>
                    <a:lnTo>
                      <a:pt x="17" y="399"/>
                    </a:lnTo>
                    <a:lnTo>
                      <a:pt x="11" y="365"/>
                    </a:lnTo>
                    <a:lnTo>
                      <a:pt x="6" y="316"/>
                    </a:lnTo>
                    <a:lnTo>
                      <a:pt x="2" y="255"/>
                    </a:lnTo>
                    <a:lnTo>
                      <a:pt x="0" y="188"/>
                    </a:lnTo>
                    <a:lnTo>
                      <a:pt x="4" y="120"/>
                    </a:lnTo>
                    <a:lnTo>
                      <a:pt x="15" y="55"/>
                    </a:lnTo>
                    <a:lnTo>
                      <a:pt x="34" y="0"/>
                    </a:lnTo>
                    <a:lnTo>
                      <a:pt x="104" y="4"/>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86" name="Freeform 205"/>
              <p:cNvSpPr>
                <a:spLocks/>
              </p:cNvSpPr>
              <p:nvPr/>
            </p:nvSpPr>
            <p:spPr bwMode="auto">
              <a:xfrm>
                <a:off x="7240" y="13752"/>
                <a:ext cx="76" cy="302"/>
              </a:xfrm>
              <a:custGeom>
                <a:avLst/>
                <a:gdLst>
                  <a:gd name="T0" fmla="*/ 76 w 76"/>
                  <a:gd name="T1" fmla="*/ 2 h 302"/>
                  <a:gd name="T2" fmla="*/ 74 w 76"/>
                  <a:gd name="T3" fmla="*/ 4 h 302"/>
                  <a:gd name="T4" fmla="*/ 70 w 76"/>
                  <a:gd name="T5" fmla="*/ 12 h 302"/>
                  <a:gd name="T6" fmla="*/ 62 w 76"/>
                  <a:gd name="T7" fmla="*/ 28 h 302"/>
                  <a:gd name="T8" fmla="*/ 56 w 76"/>
                  <a:gd name="T9" fmla="*/ 53 h 302"/>
                  <a:gd name="T10" fmla="*/ 51 w 76"/>
                  <a:gd name="T11" fmla="*/ 92 h 302"/>
                  <a:gd name="T12" fmla="*/ 49 w 76"/>
                  <a:gd name="T13" fmla="*/ 145 h 302"/>
                  <a:gd name="T14" fmla="*/ 50 w 76"/>
                  <a:gd name="T15" fmla="*/ 214 h 302"/>
                  <a:gd name="T16" fmla="*/ 57 w 76"/>
                  <a:gd name="T17" fmla="*/ 302 h 302"/>
                  <a:gd name="T18" fmla="*/ 14 w 76"/>
                  <a:gd name="T19" fmla="*/ 302 h 302"/>
                  <a:gd name="T20" fmla="*/ 13 w 76"/>
                  <a:gd name="T21" fmla="*/ 294 h 302"/>
                  <a:gd name="T22" fmla="*/ 9 w 76"/>
                  <a:gd name="T23" fmla="*/ 269 h 302"/>
                  <a:gd name="T24" fmla="*/ 4 w 76"/>
                  <a:gd name="T25" fmla="*/ 232 h 302"/>
                  <a:gd name="T26" fmla="*/ 1 w 76"/>
                  <a:gd name="T27" fmla="*/ 188 h 302"/>
                  <a:gd name="T28" fmla="*/ 0 w 76"/>
                  <a:gd name="T29" fmla="*/ 138 h 302"/>
                  <a:gd name="T30" fmla="*/ 2 w 76"/>
                  <a:gd name="T31" fmla="*/ 89 h 302"/>
                  <a:gd name="T32" fmla="*/ 10 w 76"/>
                  <a:gd name="T33" fmla="*/ 41 h 302"/>
                  <a:gd name="T34" fmla="*/ 25 w 76"/>
                  <a:gd name="T35" fmla="*/ 0 h 302"/>
                  <a:gd name="T36" fmla="*/ 76 w 76"/>
                  <a:gd name="T37" fmla="*/ 2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6" h="302">
                    <a:moveTo>
                      <a:pt x="76" y="2"/>
                    </a:moveTo>
                    <a:lnTo>
                      <a:pt x="74" y="4"/>
                    </a:lnTo>
                    <a:lnTo>
                      <a:pt x="70" y="12"/>
                    </a:lnTo>
                    <a:lnTo>
                      <a:pt x="62" y="28"/>
                    </a:lnTo>
                    <a:lnTo>
                      <a:pt x="56" y="53"/>
                    </a:lnTo>
                    <a:lnTo>
                      <a:pt x="51" y="92"/>
                    </a:lnTo>
                    <a:lnTo>
                      <a:pt x="49" y="145"/>
                    </a:lnTo>
                    <a:lnTo>
                      <a:pt x="50" y="214"/>
                    </a:lnTo>
                    <a:lnTo>
                      <a:pt x="57" y="302"/>
                    </a:lnTo>
                    <a:lnTo>
                      <a:pt x="14" y="302"/>
                    </a:lnTo>
                    <a:lnTo>
                      <a:pt x="13" y="294"/>
                    </a:lnTo>
                    <a:lnTo>
                      <a:pt x="9" y="269"/>
                    </a:lnTo>
                    <a:lnTo>
                      <a:pt x="4" y="232"/>
                    </a:lnTo>
                    <a:lnTo>
                      <a:pt x="1" y="188"/>
                    </a:lnTo>
                    <a:lnTo>
                      <a:pt x="0" y="138"/>
                    </a:lnTo>
                    <a:lnTo>
                      <a:pt x="2" y="89"/>
                    </a:lnTo>
                    <a:lnTo>
                      <a:pt x="10" y="41"/>
                    </a:lnTo>
                    <a:lnTo>
                      <a:pt x="25" y="0"/>
                    </a:lnTo>
                    <a:lnTo>
                      <a:pt x="76" y="2"/>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87" name="Rectangle 206"/>
              <p:cNvSpPr>
                <a:spLocks noChangeArrowheads="1"/>
              </p:cNvSpPr>
              <p:nvPr/>
            </p:nvSpPr>
            <p:spPr bwMode="auto">
              <a:xfrm>
                <a:off x="6241" y="13678"/>
                <a:ext cx="23" cy="95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NZ"/>
              </a:p>
            </p:txBody>
          </p:sp>
          <p:sp>
            <p:nvSpPr>
              <p:cNvPr id="88" name="Freeform 207"/>
              <p:cNvSpPr>
                <a:spLocks/>
              </p:cNvSpPr>
              <p:nvPr/>
            </p:nvSpPr>
            <p:spPr bwMode="auto">
              <a:xfrm>
                <a:off x="6579" y="13664"/>
                <a:ext cx="375" cy="440"/>
              </a:xfrm>
              <a:custGeom>
                <a:avLst/>
                <a:gdLst>
                  <a:gd name="T0" fmla="*/ 35 w 375"/>
                  <a:gd name="T1" fmla="*/ 41 h 440"/>
                  <a:gd name="T2" fmla="*/ 32 w 375"/>
                  <a:gd name="T3" fmla="*/ 49 h 440"/>
                  <a:gd name="T4" fmla="*/ 25 w 375"/>
                  <a:gd name="T5" fmla="*/ 74 h 440"/>
                  <a:gd name="T6" fmla="*/ 17 w 375"/>
                  <a:gd name="T7" fmla="*/ 112 h 440"/>
                  <a:gd name="T8" fmla="*/ 8 w 375"/>
                  <a:gd name="T9" fmla="*/ 163 h 440"/>
                  <a:gd name="T10" fmla="*/ 2 w 375"/>
                  <a:gd name="T11" fmla="*/ 223 h 440"/>
                  <a:gd name="T12" fmla="*/ 0 w 375"/>
                  <a:gd name="T13" fmla="*/ 290 h 440"/>
                  <a:gd name="T14" fmla="*/ 7 w 375"/>
                  <a:gd name="T15" fmla="*/ 363 h 440"/>
                  <a:gd name="T16" fmla="*/ 23 w 375"/>
                  <a:gd name="T17" fmla="*/ 440 h 440"/>
                  <a:gd name="T18" fmla="*/ 23 w 375"/>
                  <a:gd name="T19" fmla="*/ 437 h 440"/>
                  <a:gd name="T20" fmla="*/ 23 w 375"/>
                  <a:gd name="T21" fmla="*/ 427 h 440"/>
                  <a:gd name="T22" fmla="*/ 23 w 375"/>
                  <a:gd name="T23" fmla="*/ 411 h 440"/>
                  <a:gd name="T24" fmla="*/ 23 w 375"/>
                  <a:gd name="T25" fmla="*/ 391 h 440"/>
                  <a:gd name="T26" fmla="*/ 25 w 375"/>
                  <a:gd name="T27" fmla="*/ 367 h 440"/>
                  <a:gd name="T28" fmla="*/ 28 w 375"/>
                  <a:gd name="T29" fmla="*/ 341 h 440"/>
                  <a:gd name="T30" fmla="*/ 33 w 375"/>
                  <a:gd name="T31" fmla="*/ 312 h 440"/>
                  <a:gd name="T32" fmla="*/ 39 w 375"/>
                  <a:gd name="T33" fmla="*/ 281 h 440"/>
                  <a:gd name="T34" fmla="*/ 49 w 375"/>
                  <a:gd name="T35" fmla="*/ 251 h 440"/>
                  <a:gd name="T36" fmla="*/ 61 w 375"/>
                  <a:gd name="T37" fmla="*/ 222 h 440"/>
                  <a:gd name="T38" fmla="*/ 75 w 375"/>
                  <a:gd name="T39" fmla="*/ 194 h 440"/>
                  <a:gd name="T40" fmla="*/ 93 w 375"/>
                  <a:gd name="T41" fmla="*/ 168 h 440"/>
                  <a:gd name="T42" fmla="*/ 116 w 375"/>
                  <a:gd name="T43" fmla="*/ 145 h 440"/>
                  <a:gd name="T44" fmla="*/ 141 w 375"/>
                  <a:gd name="T45" fmla="*/ 127 h 440"/>
                  <a:gd name="T46" fmla="*/ 173 w 375"/>
                  <a:gd name="T47" fmla="*/ 114 h 440"/>
                  <a:gd name="T48" fmla="*/ 208 w 375"/>
                  <a:gd name="T49" fmla="*/ 106 h 440"/>
                  <a:gd name="T50" fmla="*/ 210 w 375"/>
                  <a:gd name="T51" fmla="*/ 104 h 440"/>
                  <a:gd name="T52" fmla="*/ 217 w 375"/>
                  <a:gd name="T53" fmla="*/ 100 h 440"/>
                  <a:gd name="T54" fmla="*/ 227 w 375"/>
                  <a:gd name="T55" fmla="*/ 92 h 440"/>
                  <a:gd name="T56" fmla="*/ 245 w 375"/>
                  <a:gd name="T57" fmla="*/ 82 h 440"/>
                  <a:gd name="T58" fmla="*/ 267 w 375"/>
                  <a:gd name="T59" fmla="*/ 69 h 440"/>
                  <a:gd name="T60" fmla="*/ 296 w 375"/>
                  <a:gd name="T61" fmla="*/ 54 h 440"/>
                  <a:gd name="T62" fmla="*/ 332 w 375"/>
                  <a:gd name="T63" fmla="*/ 36 h 440"/>
                  <a:gd name="T64" fmla="*/ 375 w 375"/>
                  <a:gd name="T65" fmla="*/ 17 h 440"/>
                  <a:gd name="T66" fmla="*/ 373 w 375"/>
                  <a:gd name="T67" fmla="*/ 16 h 440"/>
                  <a:gd name="T68" fmla="*/ 366 w 375"/>
                  <a:gd name="T69" fmla="*/ 15 h 440"/>
                  <a:gd name="T70" fmla="*/ 357 w 375"/>
                  <a:gd name="T71" fmla="*/ 13 h 440"/>
                  <a:gd name="T72" fmla="*/ 343 w 375"/>
                  <a:gd name="T73" fmla="*/ 10 h 440"/>
                  <a:gd name="T74" fmla="*/ 326 w 375"/>
                  <a:gd name="T75" fmla="*/ 7 h 440"/>
                  <a:gd name="T76" fmla="*/ 307 w 375"/>
                  <a:gd name="T77" fmla="*/ 5 h 440"/>
                  <a:gd name="T78" fmla="*/ 285 w 375"/>
                  <a:gd name="T79" fmla="*/ 3 h 440"/>
                  <a:gd name="T80" fmla="*/ 261 w 375"/>
                  <a:gd name="T81" fmla="*/ 1 h 440"/>
                  <a:gd name="T82" fmla="*/ 235 w 375"/>
                  <a:gd name="T83" fmla="*/ 0 h 440"/>
                  <a:gd name="T84" fmla="*/ 208 w 375"/>
                  <a:gd name="T85" fmla="*/ 1 h 440"/>
                  <a:gd name="T86" fmla="*/ 180 w 375"/>
                  <a:gd name="T87" fmla="*/ 2 h 440"/>
                  <a:gd name="T88" fmla="*/ 151 w 375"/>
                  <a:gd name="T89" fmla="*/ 5 h 440"/>
                  <a:gd name="T90" fmla="*/ 122 w 375"/>
                  <a:gd name="T91" fmla="*/ 10 h 440"/>
                  <a:gd name="T92" fmla="*/ 92 w 375"/>
                  <a:gd name="T93" fmla="*/ 18 h 440"/>
                  <a:gd name="T94" fmla="*/ 63 w 375"/>
                  <a:gd name="T95" fmla="*/ 28 h 440"/>
                  <a:gd name="T96" fmla="*/ 35 w 375"/>
                  <a:gd name="T97" fmla="*/ 41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75" h="440">
                    <a:moveTo>
                      <a:pt x="35" y="41"/>
                    </a:moveTo>
                    <a:lnTo>
                      <a:pt x="32" y="49"/>
                    </a:lnTo>
                    <a:lnTo>
                      <a:pt x="25" y="74"/>
                    </a:lnTo>
                    <a:lnTo>
                      <a:pt x="17" y="112"/>
                    </a:lnTo>
                    <a:lnTo>
                      <a:pt x="8" y="163"/>
                    </a:lnTo>
                    <a:lnTo>
                      <a:pt x="2" y="223"/>
                    </a:lnTo>
                    <a:lnTo>
                      <a:pt x="0" y="290"/>
                    </a:lnTo>
                    <a:lnTo>
                      <a:pt x="7" y="363"/>
                    </a:lnTo>
                    <a:lnTo>
                      <a:pt x="23" y="440"/>
                    </a:lnTo>
                    <a:lnTo>
                      <a:pt x="23" y="437"/>
                    </a:lnTo>
                    <a:lnTo>
                      <a:pt x="23" y="427"/>
                    </a:lnTo>
                    <a:lnTo>
                      <a:pt x="23" y="411"/>
                    </a:lnTo>
                    <a:lnTo>
                      <a:pt x="23" y="391"/>
                    </a:lnTo>
                    <a:lnTo>
                      <a:pt x="25" y="367"/>
                    </a:lnTo>
                    <a:lnTo>
                      <a:pt x="28" y="341"/>
                    </a:lnTo>
                    <a:lnTo>
                      <a:pt x="33" y="312"/>
                    </a:lnTo>
                    <a:lnTo>
                      <a:pt x="39" y="281"/>
                    </a:lnTo>
                    <a:lnTo>
                      <a:pt x="49" y="251"/>
                    </a:lnTo>
                    <a:lnTo>
                      <a:pt x="61" y="222"/>
                    </a:lnTo>
                    <a:lnTo>
                      <a:pt x="75" y="194"/>
                    </a:lnTo>
                    <a:lnTo>
                      <a:pt x="93" y="168"/>
                    </a:lnTo>
                    <a:lnTo>
                      <a:pt x="116" y="145"/>
                    </a:lnTo>
                    <a:lnTo>
                      <a:pt x="141" y="127"/>
                    </a:lnTo>
                    <a:lnTo>
                      <a:pt x="173" y="114"/>
                    </a:lnTo>
                    <a:lnTo>
                      <a:pt x="208" y="106"/>
                    </a:lnTo>
                    <a:lnTo>
                      <a:pt x="210" y="104"/>
                    </a:lnTo>
                    <a:lnTo>
                      <a:pt x="217" y="100"/>
                    </a:lnTo>
                    <a:lnTo>
                      <a:pt x="227" y="92"/>
                    </a:lnTo>
                    <a:lnTo>
                      <a:pt x="245" y="82"/>
                    </a:lnTo>
                    <a:lnTo>
                      <a:pt x="267" y="69"/>
                    </a:lnTo>
                    <a:lnTo>
                      <a:pt x="296" y="54"/>
                    </a:lnTo>
                    <a:lnTo>
                      <a:pt x="332" y="36"/>
                    </a:lnTo>
                    <a:lnTo>
                      <a:pt x="375" y="17"/>
                    </a:lnTo>
                    <a:lnTo>
                      <a:pt x="373" y="16"/>
                    </a:lnTo>
                    <a:lnTo>
                      <a:pt x="366" y="15"/>
                    </a:lnTo>
                    <a:lnTo>
                      <a:pt x="357" y="13"/>
                    </a:lnTo>
                    <a:lnTo>
                      <a:pt x="343" y="10"/>
                    </a:lnTo>
                    <a:lnTo>
                      <a:pt x="326" y="7"/>
                    </a:lnTo>
                    <a:lnTo>
                      <a:pt x="307" y="5"/>
                    </a:lnTo>
                    <a:lnTo>
                      <a:pt x="285" y="3"/>
                    </a:lnTo>
                    <a:lnTo>
                      <a:pt x="261" y="1"/>
                    </a:lnTo>
                    <a:lnTo>
                      <a:pt x="235" y="0"/>
                    </a:lnTo>
                    <a:lnTo>
                      <a:pt x="208" y="1"/>
                    </a:lnTo>
                    <a:lnTo>
                      <a:pt x="180" y="2"/>
                    </a:lnTo>
                    <a:lnTo>
                      <a:pt x="151" y="5"/>
                    </a:lnTo>
                    <a:lnTo>
                      <a:pt x="122" y="10"/>
                    </a:lnTo>
                    <a:lnTo>
                      <a:pt x="92" y="18"/>
                    </a:lnTo>
                    <a:lnTo>
                      <a:pt x="63" y="28"/>
                    </a:lnTo>
                    <a:lnTo>
                      <a:pt x="35" y="4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89" name="Freeform 208"/>
              <p:cNvSpPr>
                <a:spLocks/>
              </p:cNvSpPr>
              <p:nvPr/>
            </p:nvSpPr>
            <p:spPr bwMode="auto">
              <a:xfrm>
                <a:off x="6061" y="13991"/>
                <a:ext cx="305" cy="83"/>
              </a:xfrm>
              <a:custGeom>
                <a:avLst/>
                <a:gdLst>
                  <a:gd name="T0" fmla="*/ 0 w 305"/>
                  <a:gd name="T1" fmla="*/ 53 h 83"/>
                  <a:gd name="T2" fmla="*/ 0 w 305"/>
                  <a:gd name="T3" fmla="*/ 52 h 83"/>
                  <a:gd name="T4" fmla="*/ 2 w 305"/>
                  <a:gd name="T5" fmla="*/ 48 h 83"/>
                  <a:gd name="T6" fmla="*/ 5 w 305"/>
                  <a:gd name="T7" fmla="*/ 44 h 83"/>
                  <a:gd name="T8" fmla="*/ 11 w 305"/>
                  <a:gd name="T9" fmla="*/ 37 h 83"/>
                  <a:gd name="T10" fmla="*/ 18 w 305"/>
                  <a:gd name="T11" fmla="*/ 31 h 83"/>
                  <a:gd name="T12" fmla="*/ 27 w 305"/>
                  <a:gd name="T13" fmla="*/ 25 h 83"/>
                  <a:gd name="T14" fmla="*/ 39 w 305"/>
                  <a:gd name="T15" fmla="*/ 18 h 83"/>
                  <a:gd name="T16" fmla="*/ 54 w 305"/>
                  <a:gd name="T17" fmla="*/ 12 h 83"/>
                  <a:gd name="T18" fmla="*/ 72 w 305"/>
                  <a:gd name="T19" fmla="*/ 6 h 83"/>
                  <a:gd name="T20" fmla="*/ 92 w 305"/>
                  <a:gd name="T21" fmla="*/ 2 h 83"/>
                  <a:gd name="T22" fmla="*/ 118 w 305"/>
                  <a:gd name="T23" fmla="*/ 0 h 83"/>
                  <a:gd name="T24" fmla="*/ 146 w 305"/>
                  <a:gd name="T25" fmla="*/ 0 h 83"/>
                  <a:gd name="T26" fmla="*/ 180 w 305"/>
                  <a:gd name="T27" fmla="*/ 2 h 83"/>
                  <a:gd name="T28" fmla="*/ 216 w 305"/>
                  <a:gd name="T29" fmla="*/ 7 h 83"/>
                  <a:gd name="T30" fmla="*/ 258 w 305"/>
                  <a:gd name="T31" fmla="*/ 16 h 83"/>
                  <a:gd name="T32" fmla="*/ 305 w 305"/>
                  <a:gd name="T33" fmla="*/ 29 h 83"/>
                  <a:gd name="T34" fmla="*/ 299 w 305"/>
                  <a:gd name="T35" fmla="*/ 47 h 83"/>
                  <a:gd name="T36" fmla="*/ 297 w 305"/>
                  <a:gd name="T37" fmla="*/ 46 h 83"/>
                  <a:gd name="T38" fmla="*/ 289 w 305"/>
                  <a:gd name="T39" fmla="*/ 44 h 83"/>
                  <a:gd name="T40" fmla="*/ 277 w 305"/>
                  <a:gd name="T41" fmla="*/ 41 h 83"/>
                  <a:gd name="T42" fmla="*/ 262 w 305"/>
                  <a:gd name="T43" fmla="*/ 36 h 83"/>
                  <a:gd name="T44" fmla="*/ 244 w 305"/>
                  <a:gd name="T45" fmla="*/ 32 h 83"/>
                  <a:gd name="T46" fmla="*/ 224 w 305"/>
                  <a:gd name="T47" fmla="*/ 28 h 83"/>
                  <a:gd name="T48" fmla="*/ 201 w 305"/>
                  <a:gd name="T49" fmla="*/ 25 h 83"/>
                  <a:gd name="T50" fmla="*/ 176 w 305"/>
                  <a:gd name="T51" fmla="*/ 22 h 83"/>
                  <a:gd name="T52" fmla="*/ 152 w 305"/>
                  <a:gd name="T53" fmla="*/ 21 h 83"/>
                  <a:gd name="T54" fmla="*/ 126 w 305"/>
                  <a:gd name="T55" fmla="*/ 21 h 83"/>
                  <a:gd name="T56" fmla="*/ 101 w 305"/>
                  <a:gd name="T57" fmla="*/ 23 h 83"/>
                  <a:gd name="T58" fmla="*/ 77 w 305"/>
                  <a:gd name="T59" fmla="*/ 29 h 83"/>
                  <a:gd name="T60" fmla="*/ 55 w 305"/>
                  <a:gd name="T61" fmla="*/ 37 h 83"/>
                  <a:gd name="T62" fmla="*/ 33 w 305"/>
                  <a:gd name="T63" fmla="*/ 48 h 83"/>
                  <a:gd name="T64" fmla="*/ 15 w 305"/>
                  <a:gd name="T65" fmla="*/ 63 h 83"/>
                  <a:gd name="T66" fmla="*/ 0 w 305"/>
                  <a:gd name="T67" fmla="*/ 83 h 83"/>
                  <a:gd name="T68" fmla="*/ 0 w 305"/>
                  <a:gd name="T69" fmla="*/ 5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5" h="83">
                    <a:moveTo>
                      <a:pt x="0" y="53"/>
                    </a:moveTo>
                    <a:lnTo>
                      <a:pt x="0" y="52"/>
                    </a:lnTo>
                    <a:lnTo>
                      <a:pt x="2" y="48"/>
                    </a:lnTo>
                    <a:lnTo>
                      <a:pt x="5" y="44"/>
                    </a:lnTo>
                    <a:lnTo>
                      <a:pt x="11" y="37"/>
                    </a:lnTo>
                    <a:lnTo>
                      <a:pt x="18" y="31"/>
                    </a:lnTo>
                    <a:lnTo>
                      <a:pt x="27" y="25"/>
                    </a:lnTo>
                    <a:lnTo>
                      <a:pt x="39" y="18"/>
                    </a:lnTo>
                    <a:lnTo>
                      <a:pt x="54" y="12"/>
                    </a:lnTo>
                    <a:lnTo>
                      <a:pt x="72" y="6"/>
                    </a:lnTo>
                    <a:lnTo>
                      <a:pt x="92" y="2"/>
                    </a:lnTo>
                    <a:lnTo>
                      <a:pt x="118" y="0"/>
                    </a:lnTo>
                    <a:lnTo>
                      <a:pt x="146" y="0"/>
                    </a:lnTo>
                    <a:lnTo>
                      <a:pt x="180" y="2"/>
                    </a:lnTo>
                    <a:lnTo>
                      <a:pt x="216" y="7"/>
                    </a:lnTo>
                    <a:lnTo>
                      <a:pt x="258" y="16"/>
                    </a:lnTo>
                    <a:lnTo>
                      <a:pt x="305" y="29"/>
                    </a:lnTo>
                    <a:lnTo>
                      <a:pt x="299" y="47"/>
                    </a:lnTo>
                    <a:lnTo>
                      <a:pt x="297" y="46"/>
                    </a:lnTo>
                    <a:lnTo>
                      <a:pt x="289" y="44"/>
                    </a:lnTo>
                    <a:lnTo>
                      <a:pt x="277" y="41"/>
                    </a:lnTo>
                    <a:lnTo>
                      <a:pt x="262" y="36"/>
                    </a:lnTo>
                    <a:lnTo>
                      <a:pt x="244" y="32"/>
                    </a:lnTo>
                    <a:lnTo>
                      <a:pt x="224" y="28"/>
                    </a:lnTo>
                    <a:lnTo>
                      <a:pt x="201" y="25"/>
                    </a:lnTo>
                    <a:lnTo>
                      <a:pt x="176" y="22"/>
                    </a:lnTo>
                    <a:lnTo>
                      <a:pt x="152" y="21"/>
                    </a:lnTo>
                    <a:lnTo>
                      <a:pt x="126" y="21"/>
                    </a:lnTo>
                    <a:lnTo>
                      <a:pt x="101" y="23"/>
                    </a:lnTo>
                    <a:lnTo>
                      <a:pt x="77" y="29"/>
                    </a:lnTo>
                    <a:lnTo>
                      <a:pt x="55" y="37"/>
                    </a:lnTo>
                    <a:lnTo>
                      <a:pt x="33" y="48"/>
                    </a:lnTo>
                    <a:lnTo>
                      <a:pt x="15" y="63"/>
                    </a:lnTo>
                    <a:lnTo>
                      <a:pt x="0" y="83"/>
                    </a:lnTo>
                    <a:lnTo>
                      <a:pt x="0" y="53"/>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90" name="Freeform 209"/>
              <p:cNvSpPr>
                <a:spLocks/>
              </p:cNvSpPr>
              <p:nvPr/>
            </p:nvSpPr>
            <p:spPr bwMode="auto">
              <a:xfrm>
                <a:off x="6061" y="13793"/>
                <a:ext cx="305" cy="83"/>
              </a:xfrm>
              <a:custGeom>
                <a:avLst/>
                <a:gdLst>
                  <a:gd name="T0" fmla="*/ 0 w 305"/>
                  <a:gd name="T1" fmla="*/ 53 h 83"/>
                  <a:gd name="T2" fmla="*/ 0 w 305"/>
                  <a:gd name="T3" fmla="*/ 52 h 83"/>
                  <a:gd name="T4" fmla="*/ 2 w 305"/>
                  <a:gd name="T5" fmla="*/ 49 h 83"/>
                  <a:gd name="T6" fmla="*/ 5 w 305"/>
                  <a:gd name="T7" fmla="*/ 44 h 83"/>
                  <a:gd name="T8" fmla="*/ 11 w 305"/>
                  <a:gd name="T9" fmla="*/ 38 h 83"/>
                  <a:gd name="T10" fmla="*/ 18 w 305"/>
                  <a:gd name="T11" fmla="*/ 31 h 83"/>
                  <a:gd name="T12" fmla="*/ 27 w 305"/>
                  <a:gd name="T13" fmla="*/ 25 h 83"/>
                  <a:gd name="T14" fmla="*/ 39 w 305"/>
                  <a:gd name="T15" fmla="*/ 17 h 83"/>
                  <a:gd name="T16" fmla="*/ 54 w 305"/>
                  <a:gd name="T17" fmla="*/ 12 h 83"/>
                  <a:gd name="T18" fmla="*/ 72 w 305"/>
                  <a:gd name="T19" fmla="*/ 7 h 83"/>
                  <a:gd name="T20" fmla="*/ 92 w 305"/>
                  <a:gd name="T21" fmla="*/ 2 h 83"/>
                  <a:gd name="T22" fmla="*/ 118 w 305"/>
                  <a:gd name="T23" fmla="*/ 0 h 83"/>
                  <a:gd name="T24" fmla="*/ 146 w 305"/>
                  <a:gd name="T25" fmla="*/ 0 h 83"/>
                  <a:gd name="T26" fmla="*/ 180 w 305"/>
                  <a:gd name="T27" fmla="*/ 2 h 83"/>
                  <a:gd name="T28" fmla="*/ 216 w 305"/>
                  <a:gd name="T29" fmla="*/ 8 h 83"/>
                  <a:gd name="T30" fmla="*/ 258 w 305"/>
                  <a:gd name="T31" fmla="*/ 16 h 83"/>
                  <a:gd name="T32" fmla="*/ 305 w 305"/>
                  <a:gd name="T33" fmla="*/ 29 h 83"/>
                  <a:gd name="T34" fmla="*/ 299 w 305"/>
                  <a:gd name="T35" fmla="*/ 47 h 83"/>
                  <a:gd name="T36" fmla="*/ 297 w 305"/>
                  <a:gd name="T37" fmla="*/ 45 h 83"/>
                  <a:gd name="T38" fmla="*/ 289 w 305"/>
                  <a:gd name="T39" fmla="*/ 43 h 83"/>
                  <a:gd name="T40" fmla="*/ 277 w 305"/>
                  <a:gd name="T41" fmla="*/ 40 h 83"/>
                  <a:gd name="T42" fmla="*/ 262 w 305"/>
                  <a:gd name="T43" fmla="*/ 36 h 83"/>
                  <a:gd name="T44" fmla="*/ 244 w 305"/>
                  <a:gd name="T45" fmla="*/ 33 h 83"/>
                  <a:gd name="T46" fmla="*/ 224 w 305"/>
                  <a:gd name="T47" fmla="*/ 28 h 83"/>
                  <a:gd name="T48" fmla="*/ 201 w 305"/>
                  <a:gd name="T49" fmla="*/ 25 h 83"/>
                  <a:gd name="T50" fmla="*/ 176 w 305"/>
                  <a:gd name="T51" fmla="*/ 22 h 83"/>
                  <a:gd name="T52" fmla="*/ 152 w 305"/>
                  <a:gd name="T53" fmla="*/ 21 h 83"/>
                  <a:gd name="T54" fmla="*/ 126 w 305"/>
                  <a:gd name="T55" fmla="*/ 22 h 83"/>
                  <a:gd name="T56" fmla="*/ 101 w 305"/>
                  <a:gd name="T57" fmla="*/ 24 h 83"/>
                  <a:gd name="T58" fmla="*/ 77 w 305"/>
                  <a:gd name="T59" fmla="*/ 29 h 83"/>
                  <a:gd name="T60" fmla="*/ 55 w 305"/>
                  <a:gd name="T61" fmla="*/ 38 h 83"/>
                  <a:gd name="T62" fmla="*/ 33 w 305"/>
                  <a:gd name="T63" fmla="*/ 49 h 83"/>
                  <a:gd name="T64" fmla="*/ 15 w 305"/>
                  <a:gd name="T65" fmla="*/ 64 h 83"/>
                  <a:gd name="T66" fmla="*/ 0 w 305"/>
                  <a:gd name="T67" fmla="*/ 83 h 83"/>
                  <a:gd name="T68" fmla="*/ 0 w 305"/>
                  <a:gd name="T69" fmla="*/ 5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5" h="83">
                    <a:moveTo>
                      <a:pt x="0" y="53"/>
                    </a:moveTo>
                    <a:lnTo>
                      <a:pt x="0" y="52"/>
                    </a:lnTo>
                    <a:lnTo>
                      <a:pt x="2" y="49"/>
                    </a:lnTo>
                    <a:lnTo>
                      <a:pt x="5" y="44"/>
                    </a:lnTo>
                    <a:lnTo>
                      <a:pt x="11" y="38"/>
                    </a:lnTo>
                    <a:lnTo>
                      <a:pt x="18" y="31"/>
                    </a:lnTo>
                    <a:lnTo>
                      <a:pt x="27" y="25"/>
                    </a:lnTo>
                    <a:lnTo>
                      <a:pt x="39" y="17"/>
                    </a:lnTo>
                    <a:lnTo>
                      <a:pt x="54" y="12"/>
                    </a:lnTo>
                    <a:lnTo>
                      <a:pt x="72" y="7"/>
                    </a:lnTo>
                    <a:lnTo>
                      <a:pt x="92" y="2"/>
                    </a:lnTo>
                    <a:lnTo>
                      <a:pt x="118" y="0"/>
                    </a:lnTo>
                    <a:lnTo>
                      <a:pt x="146" y="0"/>
                    </a:lnTo>
                    <a:lnTo>
                      <a:pt x="180" y="2"/>
                    </a:lnTo>
                    <a:lnTo>
                      <a:pt x="216" y="8"/>
                    </a:lnTo>
                    <a:lnTo>
                      <a:pt x="258" y="16"/>
                    </a:lnTo>
                    <a:lnTo>
                      <a:pt x="305" y="29"/>
                    </a:lnTo>
                    <a:lnTo>
                      <a:pt x="299" y="47"/>
                    </a:lnTo>
                    <a:lnTo>
                      <a:pt x="297" y="45"/>
                    </a:lnTo>
                    <a:lnTo>
                      <a:pt x="289" y="43"/>
                    </a:lnTo>
                    <a:lnTo>
                      <a:pt x="277" y="40"/>
                    </a:lnTo>
                    <a:lnTo>
                      <a:pt x="262" y="36"/>
                    </a:lnTo>
                    <a:lnTo>
                      <a:pt x="244" y="33"/>
                    </a:lnTo>
                    <a:lnTo>
                      <a:pt x="224" y="28"/>
                    </a:lnTo>
                    <a:lnTo>
                      <a:pt x="201" y="25"/>
                    </a:lnTo>
                    <a:lnTo>
                      <a:pt x="176" y="22"/>
                    </a:lnTo>
                    <a:lnTo>
                      <a:pt x="152" y="21"/>
                    </a:lnTo>
                    <a:lnTo>
                      <a:pt x="126" y="22"/>
                    </a:lnTo>
                    <a:lnTo>
                      <a:pt x="101" y="24"/>
                    </a:lnTo>
                    <a:lnTo>
                      <a:pt x="77" y="29"/>
                    </a:lnTo>
                    <a:lnTo>
                      <a:pt x="55" y="38"/>
                    </a:lnTo>
                    <a:lnTo>
                      <a:pt x="33" y="49"/>
                    </a:lnTo>
                    <a:lnTo>
                      <a:pt x="15" y="64"/>
                    </a:lnTo>
                    <a:lnTo>
                      <a:pt x="0" y="83"/>
                    </a:lnTo>
                    <a:lnTo>
                      <a:pt x="0" y="53"/>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91" name="Freeform 210"/>
              <p:cNvSpPr>
                <a:spLocks/>
              </p:cNvSpPr>
              <p:nvPr/>
            </p:nvSpPr>
            <p:spPr bwMode="auto">
              <a:xfrm>
                <a:off x="6348" y="13696"/>
                <a:ext cx="496" cy="917"/>
              </a:xfrm>
              <a:custGeom>
                <a:avLst/>
                <a:gdLst>
                  <a:gd name="T0" fmla="*/ 0 w 496"/>
                  <a:gd name="T1" fmla="*/ 0 h 917"/>
                  <a:gd name="T2" fmla="*/ 0 w 496"/>
                  <a:gd name="T3" fmla="*/ 886 h 917"/>
                  <a:gd name="T4" fmla="*/ 150 w 496"/>
                  <a:gd name="T5" fmla="*/ 917 h 917"/>
                  <a:gd name="T6" fmla="*/ 143 w 496"/>
                  <a:gd name="T7" fmla="*/ 797 h 917"/>
                  <a:gd name="T8" fmla="*/ 496 w 496"/>
                  <a:gd name="T9" fmla="*/ 851 h 917"/>
                  <a:gd name="T10" fmla="*/ 490 w 496"/>
                  <a:gd name="T11" fmla="*/ 803 h 917"/>
                  <a:gd name="T12" fmla="*/ 245 w 496"/>
                  <a:gd name="T13" fmla="*/ 773 h 917"/>
                  <a:gd name="T14" fmla="*/ 239 w 496"/>
                  <a:gd name="T15" fmla="*/ 670 h 917"/>
                  <a:gd name="T16" fmla="*/ 72 w 496"/>
                  <a:gd name="T17" fmla="*/ 670 h 917"/>
                  <a:gd name="T18" fmla="*/ 68 w 496"/>
                  <a:gd name="T19" fmla="*/ 657 h 917"/>
                  <a:gd name="T20" fmla="*/ 56 w 496"/>
                  <a:gd name="T21" fmla="*/ 620 h 917"/>
                  <a:gd name="T22" fmla="*/ 41 w 496"/>
                  <a:gd name="T23" fmla="*/ 559 h 917"/>
                  <a:gd name="T24" fmla="*/ 26 w 496"/>
                  <a:gd name="T25" fmla="*/ 480 h 917"/>
                  <a:gd name="T26" fmla="*/ 15 w 496"/>
                  <a:gd name="T27" fmla="*/ 385 h 917"/>
                  <a:gd name="T28" fmla="*/ 11 w 496"/>
                  <a:gd name="T29" fmla="*/ 276 h 917"/>
                  <a:gd name="T30" fmla="*/ 20 w 496"/>
                  <a:gd name="T31" fmla="*/ 158 h 917"/>
                  <a:gd name="T32" fmla="*/ 42 w 496"/>
                  <a:gd name="T33" fmla="*/ 30 h 917"/>
                  <a:gd name="T34" fmla="*/ 0 w 496"/>
                  <a:gd name="T35" fmla="*/ 0 h 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96" h="917">
                    <a:moveTo>
                      <a:pt x="0" y="0"/>
                    </a:moveTo>
                    <a:lnTo>
                      <a:pt x="0" y="886"/>
                    </a:lnTo>
                    <a:lnTo>
                      <a:pt x="150" y="917"/>
                    </a:lnTo>
                    <a:lnTo>
                      <a:pt x="143" y="797"/>
                    </a:lnTo>
                    <a:lnTo>
                      <a:pt x="496" y="851"/>
                    </a:lnTo>
                    <a:lnTo>
                      <a:pt x="490" y="803"/>
                    </a:lnTo>
                    <a:lnTo>
                      <a:pt x="245" y="773"/>
                    </a:lnTo>
                    <a:lnTo>
                      <a:pt x="239" y="670"/>
                    </a:lnTo>
                    <a:lnTo>
                      <a:pt x="72" y="670"/>
                    </a:lnTo>
                    <a:lnTo>
                      <a:pt x="68" y="657"/>
                    </a:lnTo>
                    <a:lnTo>
                      <a:pt x="56" y="620"/>
                    </a:lnTo>
                    <a:lnTo>
                      <a:pt x="41" y="559"/>
                    </a:lnTo>
                    <a:lnTo>
                      <a:pt x="26" y="480"/>
                    </a:lnTo>
                    <a:lnTo>
                      <a:pt x="15" y="385"/>
                    </a:lnTo>
                    <a:lnTo>
                      <a:pt x="11" y="276"/>
                    </a:lnTo>
                    <a:lnTo>
                      <a:pt x="20" y="158"/>
                    </a:lnTo>
                    <a:lnTo>
                      <a:pt x="42" y="30"/>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92" name="Freeform 211"/>
              <p:cNvSpPr>
                <a:spLocks/>
              </p:cNvSpPr>
              <p:nvPr/>
            </p:nvSpPr>
            <p:spPr bwMode="auto">
              <a:xfrm>
                <a:off x="6593" y="13487"/>
                <a:ext cx="638" cy="125"/>
              </a:xfrm>
              <a:custGeom>
                <a:avLst/>
                <a:gdLst>
                  <a:gd name="T0" fmla="*/ 0 w 638"/>
                  <a:gd name="T1" fmla="*/ 125 h 125"/>
                  <a:gd name="T2" fmla="*/ 4 w 638"/>
                  <a:gd name="T3" fmla="*/ 124 h 125"/>
                  <a:gd name="T4" fmla="*/ 14 w 638"/>
                  <a:gd name="T5" fmla="*/ 119 h 125"/>
                  <a:gd name="T6" fmla="*/ 31 w 638"/>
                  <a:gd name="T7" fmla="*/ 114 h 125"/>
                  <a:gd name="T8" fmla="*/ 53 w 638"/>
                  <a:gd name="T9" fmla="*/ 106 h 125"/>
                  <a:gd name="T10" fmla="*/ 81 w 638"/>
                  <a:gd name="T11" fmla="*/ 98 h 125"/>
                  <a:gd name="T12" fmla="*/ 113 w 638"/>
                  <a:gd name="T13" fmla="*/ 89 h 125"/>
                  <a:gd name="T14" fmla="*/ 151 w 638"/>
                  <a:gd name="T15" fmla="*/ 81 h 125"/>
                  <a:gd name="T16" fmla="*/ 192 w 638"/>
                  <a:gd name="T17" fmla="*/ 73 h 125"/>
                  <a:gd name="T18" fmla="*/ 237 w 638"/>
                  <a:gd name="T19" fmla="*/ 65 h 125"/>
                  <a:gd name="T20" fmla="*/ 286 w 638"/>
                  <a:gd name="T21" fmla="*/ 60 h 125"/>
                  <a:gd name="T22" fmla="*/ 337 w 638"/>
                  <a:gd name="T23" fmla="*/ 56 h 125"/>
                  <a:gd name="T24" fmla="*/ 390 w 638"/>
                  <a:gd name="T25" fmla="*/ 55 h 125"/>
                  <a:gd name="T26" fmla="*/ 446 w 638"/>
                  <a:gd name="T27" fmla="*/ 56 h 125"/>
                  <a:gd name="T28" fmla="*/ 503 w 638"/>
                  <a:gd name="T29" fmla="*/ 61 h 125"/>
                  <a:gd name="T30" fmla="*/ 561 w 638"/>
                  <a:gd name="T31" fmla="*/ 70 h 125"/>
                  <a:gd name="T32" fmla="*/ 620 w 638"/>
                  <a:gd name="T33" fmla="*/ 83 h 125"/>
                  <a:gd name="T34" fmla="*/ 638 w 638"/>
                  <a:gd name="T35" fmla="*/ 0 h 125"/>
                  <a:gd name="T36" fmla="*/ 634 w 638"/>
                  <a:gd name="T37" fmla="*/ 0 h 125"/>
                  <a:gd name="T38" fmla="*/ 620 w 638"/>
                  <a:gd name="T39" fmla="*/ 0 h 125"/>
                  <a:gd name="T40" fmla="*/ 599 w 638"/>
                  <a:gd name="T41" fmla="*/ 0 h 125"/>
                  <a:gd name="T42" fmla="*/ 571 w 638"/>
                  <a:gd name="T43" fmla="*/ 1 h 125"/>
                  <a:gd name="T44" fmla="*/ 536 w 638"/>
                  <a:gd name="T45" fmla="*/ 2 h 125"/>
                  <a:gd name="T46" fmla="*/ 496 w 638"/>
                  <a:gd name="T47" fmla="*/ 3 h 125"/>
                  <a:gd name="T48" fmla="*/ 452 w 638"/>
                  <a:gd name="T49" fmla="*/ 6 h 125"/>
                  <a:gd name="T50" fmla="*/ 405 w 638"/>
                  <a:gd name="T51" fmla="*/ 8 h 125"/>
                  <a:gd name="T52" fmla="*/ 354 w 638"/>
                  <a:gd name="T53" fmla="*/ 13 h 125"/>
                  <a:gd name="T54" fmla="*/ 302 w 638"/>
                  <a:gd name="T55" fmla="*/ 17 h 125"/>
                  <a:gd name="T56" fmla="*/ 249 w 638"/>
                  <a:gd name="T57" fmla="*/ 22 h 125"/>
                  <a:gd name="T58" fmla="*/ 196 w 638"/>
                  <a:gd name="T59" fmla="*/ 30 h 125"/>
                  <a:gd name="T60" fmla="*/ 144 w 638"/>
                  <a:gd name="T61" fmla="*/ 37 h 125"/>
                  <a:gd name="T62" fmla="*/ 93 w 638"/>
                  <a:gd name="T63" fmla="*/ 47 h 125"/>
                  <a:gd name="T64" fmla="*/ 45 w 638"/>
                  <a:gd name="T65" fmla="*/ 58 h 125"/>
                  <a:gd name="T66" fmla="*/ 0 w 638"/>
                  <a:gd name="T67" fmla="*/ 71 h 125"/>
                  <a:gd name="T68" fmla="*/ 0 w 638"/>
                  <a:gd name="T69" fmla="*/ 125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38" h="125">
                    <a:moveTo>
                      <a:pt x="0" y="125"/>
                    </a:moveTo>
                    <a:lnTo>
                      <a:pt x="4" y="124"/>
                    </a:lnTo>
                    <a:lnTo>
                      <a:pt x="14" y="119"/>
                    </a:lnTo>
                    <a:lnTo>
                      <a:pt x="31" y="114"/>
                    </a:lnTo>
                    <a:lnTo>
                      <a:pt x="53" y="106"/>
                    </a:lnTo>
                    <a:lnTo>
                      <a:pt x="81" y="98"/>
                    </a:lnTo>
                    <a:lnTo>
                      <a:pt x="113" y="89"/>
                    </a:lnTo>
                    <a:lnTo>
                      <a:pt x="151" y="81"/>
                    </a:lnTo>
                    <a:lnTo>
                      <a:pt x="192" y="73"/>
                    </a:lnTo>
                    <a:lnTo>
                      <a:pt x="237" y="65"/>
                    </a:lnTo>
                    <a:lnTo>
                      <a:pt x="286" y="60"/>
                    </a:lnTo>
                    <a:lnTo>
                      <a:pt x="337" y="56"/>
                    </a:lnTo>
                    <a:lnTo>
                      <a:pt x="390" y="55"/>
                    </a:lnTo>
                    <a:lnTo>
                      <a:pt x="446" y="56"/>
                    </a:lnTo>
                    <a:lnTo>
                      <a:pt x="503" y="61"/>
                    </a:lnTo>
                    <a:lnTo>
                      <a:pt x="561" y="70"/>
                    </a:lnTo>
                    <a:lnTo>
                      <a:pt x="620" y="83"/>
                    </a:lnTo>
                    <a:lnTo>
                      <a:pt x="638" y="0"/>
                    </a:lnTo>
                    <a:lnTo>
                      <a:pt x="634" y="0"/>
                    </a:lnTo>
                    <a:lnTo>
                      <a:pt x="620" y="0"/>
                    </a:lnTo>
                    <a:lnTo>
                      <a:pt x="599" y="0"/>
                    </a:lnTo>
                    <a:lnTo>
                      <a:pt x="571" y="1"/>
                    </a:lnTo>
                    <a:lnTo>
                      <a:pt x="536" y="2"/>
                    </a:lnTo>
                    <a:lnTo>
                      <a:pt x="496" y="3"/>
                    </a:lnTo>
                    <a:lnTo>
                      <a:pt x="452" y="6"/>
                    </a:lnTo>
                    <a:lnTo>
                      <a:pt x="405" y="8"/>
                    </a:lnTo>
                    <a:lnTo>
                      <a:pt x="354" y="13"/>
                    </a:lnTo>
                    <a:lnTo>
                      <a:pt x="302" y="17"/>
                    </a:lnTo>
                    <a:lnTo>
                      <a:pt x="249" y="22"/>
                    </a:lnTo>
                    <a:lnTo>
                      <a:pt x="196" y="30"/>
                    </a:lnTo>
                    <a:lnTo>
                      <a:pt x="144" y="37"/>
                    </a:lnTo>
                    <a:lnTo>
                      <a:pt x="93" y="47"/>
                    </a:lnTo>
                    <a:lnTo>
                      <a:pt x="45" y="58"/>
                    </a:lnTo>
                    <a:lnTo>
                      <a:pt x="0" y="71"/>
                    </a:lnTo>
                    <a:lnTo>
                      <a:pt x="0" y="125"/>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93" name="Freeform 212"/>
              <p:cNvSpPr>
                <a:spLocks/>
              </p:cNvSpPr>
              <p:nvPr/>
            </p:nvSpPr>
            <p:spPr bwMode="auto">
              <a:xfrm>
                <a:off x="6217" y="14634"/>
                <a:ext cx="1075" cy="356"/>
              </a:xfrm>
              <a:custGeom>
                <a:avLst/>
                <a:gdLst>
                  <a:gd name="T0" fmla="*/ 454 w 1075"/>
                  <a:gd name="T1" fmla="*/ 344 h 356"/>
                  <a:gd name="T2" fmla="*/ 456 w 1075"/>
                  <a:gd name="T3" fmla="*/ 343 h 356"/>
                  <a:gd name="T4" fmla="*/ 463 w 1075"/>
                  <a:gd name="T5" fmla="*/ 341 h 356"/>
                  <a:gd name="T6" fmla="*/ 472 w 1075"/>
                  <a:gd name="T7" fmla="*/ 337 h 356"/>
                  <a:gd name="T8" fmla="*/ 485 w 1075"/>
                  <a:gd name="T9" fmla="*/ 332 h 356"/>
                  <a:gd name="T10" fmla="*/ 501 w 1075"/>
                  <a:gd name="T11" fmla="*/ 325 h 356"/>
                  <a:gd name="T12" fmla="*/ 518 w 1075"/>
                  <a:gd name="T13" fmla="*/ 317 h 356"/>
                  <a:gd name="T14" fmla="*/ 538 w 1075"/>
                  <a:gd name="T15" fmla="*/ 308 h 356"/>
                  <a:gd name="T16" fmla="*/ 558 w 1075"/>
                  <a:gd name="T17" fmla="*/ 298 h 356"/>
                  <a:gd name="T18" fmla="*/ 580 w 1075"/>
                  <a:gd name="T19" fmla="*/ 287 h 356"/>
                  <a:gd name="T20" fmla="*/ 600 w 1075"/>
                  <a:gd name="T21" fmla="*/ 274 h 356"/>
                  <a:gd name="T22" fmla="*/ 621 w 1075"/>
                  <a:gd name="T23" fmla="*/ 262 h 356"/>
                  <a:gd name="T24" fmla="*/ 640 w 1075"/>
                  <a:gd name="T25" fmla="*/ 248 h 356"/>
                  <a:gd name="T26" fmla="*/ 658 w 1075"/>
                  <a:gd name="T27" fmla="*/ 234 h 356"/>
                  <a:gd name="T28" fmla="*/ 674 w 1075"/>
                  <a:gd name="T29" fmla="*/ 219 h 356"/>
                  <a:gd name="T30" fmla="*/ 688 w 1075"/>
                  <a:gd name="T31" fmla="*/ 204 h 356"/>
                  <a:gd name="T32" fmla="*/ 699 w 1075"/>
                  <a:gd name="T33" fmla="*/ 189 h 356"/>
                  <a:gd name="T34" fmla="*/ 0 w 1075"/>
                  <a:gd name="T35" fmla="*/ 18 h 356"/>
                  <a:gd name="T36" fmla="*/ 54 w 1075"/>
                  <a:gd name="T37" fmla="*/ 0 h 356"/>
                  <a:gd name="T38" fmla="*/ 1075 w 1075"/>
                  <a:gd name="T39" fmla="*/ 251 h 356"/>
                  <a:gd name="T40" fmla="*/ 1033 w 1075"/>
                  <a:gd name="T41" fmla="*/ 274 h 356"/>
                  <a:gd name="T42" fmla="*/ 738 w 1075"/>
                  <a:gd name="T43" fmla="*/ 199 h 356"/>
                  <a:gd name="T44" fmla="*/ 737 w 1075"/>
                  <a:gd name="T45" fmla="*/ 200 h 356"/>
                  <a:gd name="T46" fmla="*/ 735 w 1075"/>
                  <a:gd name="T47" fmla="*/ 203 h 356"/>
                  <a:gd name="T48" fmla="*/ 730 w 1075"/>
                  <a:gd name="T49" fmla="*/ 207 h 356"/>
                  <a:gd name="T50" fmla="*/ 724 w 1075"/>
                  <a:gd name="T51" fmla="*/ 214 h 356"/>
                  <a:gd name="T52" fmla="*/ 716 w 1075"/>
                  <a:gd name="T53" fmla="*/ 222 h 356"/>
                  <a:gd name="T54" fmla="*/ 706 w 1075"/>
                  <a:gd name="T55" fmla="*/ 231 h 356"/>
                  <a:gd name="T56" fmla="*/ 694 w 1075"/>
                  <a:gd name="T57" fmla="*/ 242 h 356"/>
                  <a:gd name="T58" fmla="*/ 679 w 1075"/>
                  <a:gd name="T59" fmla="*/ 253 h 356"/>
                  <a:gd name="T60" fmla="*/ 662 w 1075"/>
                  <a:gd name="T61" fmla="*/ 265 h 356"/>
                  <a:gd name="T62" fmla="*/ 643 w 1075"/>
                  <a:gd name="T63" fmla="*/ 278 h 356"/>
                  <a:gd name="T64" fmla="*/ 621 w 1075"/>
                  <a:gd name="T65" fmla="*/ 291 h 356"/>
                  <a:gd name="T66" fmla="*/ 597 w 1075"/>
                  <a:gd name="T67" fmla="*/ 303 h 356"/>
                  <a:gd name="T68" fmla="*/ 570 w 1075"/>
                  <a:gd name="T69" fmla="*/ 317 h 356"/>
                  <a:gd name="T70" fmla="*/ 540 w 1075"/>
                  <a:gd name="T71" fmla="*/ 330 h 356"/>
                  <a:gd name="T72" fmla="*/ 508 w 1075"/>
                  <a:gd name="T73" fmla="*/ 343 h 356"/>
                  <a:gd name="T74" fmla="*/ 472 w 1075"/>
                  <a:gd name="T75" fmla="*/ 356 h 356"/>
                  <a:gd name="T76" fmla="*/ 454 w 1075"/>
                  <a:gd name="T77" fmla="*/ 344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75" h="356">
                    <a:moveTo>
                      <a:pt x="454" y="344"/>
                    </a:moveTo>
                    <a:lnTo>
                      <a:pt x="456" y="343"/>
                    </a:lnTo>
                    <a:lnTo>
                      <a:pt x="463" y="341"/>
                    </a:lnTo>
                    <a:lnTo>
                      <a:pt x="472" y="337"/>
                    </a:lnTo>
                    <a:lnTo>
                      <a:pt x="485" y="332"/>
                    </a:lnTo>
                    <a:lnTo>
                      <a:pt x="501" y="325"/>
                    </a:lnTo>
                    <a:lnTo>
                      <a:pt x="518" y="317"/>
                    </a:lnTo>
                    <a:lnTo>
                      <a:pt x="538" y="308"/>
                    </a:lnTo>
                    <a:lnTo>
                      <a:pt x="558" y="298"/>
                    </a:lnTo>
                    <a:lnTo>
                      <a:pt x="580" y="287"/>
                    </a:lnTo>
                    <a:lnTo>
                      <a:pt x="600" y="274"/>
                    </a:lnTo>
                    <a:lnTo>
                      <a:pt x="621" y="262"/>
                    </a:lnTo>
                    <a:lnTo>
                      <a:pt x="640" y="248"/>
                    </a:lnTo>
                    <a:lnTo>
                      <a:pt x="658" y="234"/>
                    </a:lnTo>
                    <a:lnTo>
                      <a:pt x="674" y="219"/>
                    </a:lnTo>
                    <a:lnTo>
                      <a:pt x="688" y="204"/>
                    </a:lnTo>
                    <a:lnTo>
                      <a:pt x="699" y="189"/>
                    </a:lnTo>
                    <a:lnTo>
                      <a:pt x="0" y="18"/>
                    </a:lnTo>
                    <a:lnTo>
                      <a:pt x="54" y="0"/>
                    </a:lnTo>
                    <a:lnTo>
                      <a:pt x="1075" y="251"/>
                    </a:lnTo>
                    <a:lnTo>
                      <a:pt x="1033" y="274"/>
                    </a:lnTo>
                    <a:lnTo>
                      <a:pt x="738" y="199"/>
                    </a:lnTo>
                    <a:lnTo>
                      <a:pt x="737" y="200"/>
                    </a:lnTo>
                    <a:lnTo>
                      <a:pt x="735" y="203"/>
                    </a:lnTo>
                    <a:lnTo>
                      <a:pt x="730" y="207"/>
                    </a:lnTo>
                    <a:lnTo>
                      <a:pt x="724" y="214"/>
                    </a:lnTo>
                    <a:lnTo>
                      <a:pt x="716" y="222"/>
                    </a:lnTo>
                    <a:lnTo>
                      <a:pt x="706" y="231"/>
                    </a:lnTo>
                    <a:lnTo>
                      <a:pt x="694" y="242"/>
                    </a:lnTo>
                    <a:lnTo>
                      <a:pt x="679" y="253"/>
                    </a:lnTo>
                    <a:lnTo>
                      <a:pt x="662" y="265"/>
                    </a:lnTo>
                    <a:lnTo>
                      <a:pt x="643" y="278"/>
                    </a:lnTo>
                    <a:lnTo>
                      <a:pt x="621" y="291"/>
                    </a:lnTo>
                    <a:lnTo>
                      <a:pt x="597" y="303"/>
                    </a:lnTo>
                    <a:lnTo>
                      <a:pt x="570" y="317"/>
                    </a:lnTo>
                    <a:lnTo>
                      <a:pt x="540" y="330"/>
                    </a:lnTo>
                    <a:lnTo>
                      <a:pt x="508" y="343"/>
                    </a:lnTo>
                    <a:lnTo>
                      <a:pt x="472" y="356"/>
                    </a:lnTo>
                    <a:lnTo>
                      <a:pt x="454" y="3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94" name="Freeform 213"/>
              <p:cNvSpPr>
                <a:spLocks/>
              </p:cNvSpPr>
              <p:nvPr/>
            </p:nvSpPr>
            <p:spPr bwMode="auto">
              <a:xfrm>
                <a:off x="5997" y="14727"/>
                <a:ext cx="1095" cy="319"/>
              </a:xfrm>
              <a:custGeom>
                <a:avLst/>
                <a:gdLst>
                  <a:gd name="T0" fmla="*/ 0 w 1095"/>
                  <a:gd name="T1" fmla="*/ 0 h 319"/>
                  <a:gd name="T2" fmla="*/ 1071 w 1095"/>
                  <a:gd name="T3" fmla="*/ 319 h 319"/>
                  <a:gd name="T4" fmla="*/ 1095 w 1095"/>
                  <a:gd name="T5" fmla="*/ 319 h 319"/>
                  <a:gd name="T6" fmla="*/ 33 w 1095"/>
                  <a:gd name="T7" fmla="*/ 0 h 319"/>
                  <a:gd name="T8" fmla="*/ 0 w 1095"/>
                  <a:gd name="T9" fmla="*/ 0 h 319"/>
                </a:gdLst>
                <a:ahLst/>
                <a:cxnLst>
                  <a:cxn ang="0">
                    <a:pos x="T0" y="T1"/>
                  </a:cxn>
                  <a:cxn ang="0">
                    <a:pos x="T2" y="T3"/>
                  </a:cxn>
                  <a:cxn ang="0">
                    <a:pos x="T4" y="T5"/>
                  </a:cxn>
                  <a:cxn ang="0">
                    <a:pos x="T6" y="T7"/>
                  </a:cxn>
                  <a:cxn ang="0">
                    <a:pos x="T8" y="T9"/>
                  </a:cxn>
                </a:cxnLst>
                <a:rect l="0" t="0" r="r" b="b"/>
                <a:pathLst>
                  <a:path w="1095" h="319">
                    <a:moveTo>
                      <a:pt x="0" y="0"/>
                    </a:moveTo>
                    <a:lnTo>
                      <a:pt x="1071" y="319"/>
                    </a:lnTo>
                    <a:lnTo>
                      <a:pt x="1095" y="319"/>
                    </a:lnTo>
                    <a:lnTo>
                      <a:pt x="33"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95" name="Freeform 214"/>
              <p:cNvSpPr>
                <a:spLocks/>
              </p:cNvSpPr>
              <p:nvPr/>
            </p:nvSpPr>
            <p:spPr bwMode="auto">
              <a:xfrm>
                <a:off x="6181" y="14684"/>
                <a:ext cx="1082" cy="285"/>
              </a:xfrm>
              <a:custGeom>
                <a:avLst/>
                <a:gdLst>
                  <a:gd name="T0" fmla="*/ 0 w 1082"/>
                  <a:gd name="T1" fmla="*/ 1 h 285"/>
                  <a:gd name="T2" fmla="*/ 1058 w 1082"/>
                  <a:gd name="T3" fmla="*/ 285 h 285"/>
                  <a:gd name="T4" fmla="*/ 1082 w 1082"/>
                  <a:gd name="T5" fmla="*/ 284 h 285"/>
                  <a:gd name="T6" fmla="*/ 33 w 1082"/>
                  <a:gd name="T7" fmla="*/ 0 h 285"/>
                  <a:gd name="T8" fmla="*/ 0 w 1082"/>
                  <a:gd name="T9" fmla="*/ 1 h 285"/>
                </a:gdLst>
                <a:ahLst/>
                <a:cxnLst>
                  <a:cxn ang="0">
                    <a:pos x="T0" y="T1"/>
                  </a:cxn>
                  <a:cxn ang="0">
                    <a:pos x="T2" y="T3"/>
                  </a:cxn>
                  <a:cxn ang="0">
                    <a:pos x="T4" y="T5"/>
                  </a:cxn>
                  <a:cxn ang="0">
                    <a:pos x="T6" y="T7"/>
                  </a:cxn>
                  <a:cxn ang="0">
                    <a:pos x="T8" y="T9"/>
                  </a:cxn>
                </a:cxnLst>
                <a:rect l="0" t="0" r="r" b="b"/>
                <a:pathLst>
                  <a:path w="1082" h="285">
                    <a:moveTo>
                      <a:pt x="0" y="1"/>
                    </a:moveTo>
                    <a:lnTo>
                      <a:pt x="1058" y="285"/>
                    </a:lnTo>
                    <a:lnTo>
                      <a:pt x="1082" y="284"/>
                    </a:lnTo>
                    <a:lnTo>
                      <a:pt x="33" y="0"/>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sp>
            <p:nvSpPr>
              <p:cNvPr id="96" name="Freeform 215"/>
              <p:cNvSpPr>
                <a:spLocks/>
              </p:cNvSpPr>
              <p:nvPr/>
            </p:nvSpPr>
            <p:spPr bwMode="auto">
              <a:xfrm>
                <a:off x="6093" y="14699"/>
                <a:ext cx="1087" cy="315"/>
              </a:xfrm>
              <a:custGeom>
                <a:avLst/>
                <a:gdLst>
                  <a:gd name="T0" fmla="*/ 0 w 1087"/>
                  <a:gd name="T1" fmla="*/ 0 h 315"/>
                  <a:gd name="T2" fmla="*/ 1066 w 1087"/>
                  <a:gd name="T3" fmla="*/ 315 h 315"/>
                  <a:gd name="T4" fmla="*/ 1087 w 1087"/>
                  <a:gd name="T5" fmla="*/ 308 h 315"/>
                  <a:gd name="T6" fmla="*/ 31 w 1087"/>
                  <a:gd name="T7" fmla="*/ 0 h 315"/>
                  <a:gd name="T8" fmla="*/ 0 w 1087"/>
                  <a:gd name="T9" fmla="*/ 0 h 315"/>
                </a:gdLst>
                <a:ahLst/>
                <a:cxnLst>
                  <a:cxn ang="0">
                    <a:pos x="T0" y="T1"/>
                  </a:cxn>
                  <a:cxn ang="0">
                    <a:pos x="T2" y="T3"/>
                  </a:cxn>
                  <a:cxn ang="0">
                    <a:pos x="T4" y="T5"/>
                  </a:cxn>
                  <a:cxn ang="0">
                    <a:pos x="T6" y="T7"/>
                  </a:cxn>
                  <a:cxn ang="0">
                    <a:pos x="T8" y="T9"/>
                  </a:cxn>
                </a:cxnLst>
                <a:rect l="0" t="0" r="r" b="b"/>
                <a:pathLst>
                  <a:path w="1087" h="315">
                    <a:moveTo>
                      <a:pt x="0" y="0"/>
                    </a:moveTo>
                    <a:lnTo>
                      <a:pt x="1066" y="315"/>
                    </a:lnTo>
                    <a:lnTo>
                      <a:pt x="1087" y="308"/>
                    </a:lnTo>
                    <a:lnTo>
                      <a:pt x="31"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NZ"/>
              </a:p>
            </p:txBody>
          </p:sp>
        </p:grpSp>
        <p:grpSp>
          <p:nvGrpSpPr>
            <p:cNvPr id="31" name="Group 216"/>
            <p:cNvGrpSpPr>
              <a:grpSpLocks/>
            </p:cNvGrpSpPr>
            <p:nvPr/>
          </p:nvGrpSpPr>
          <p:grpSpPr bwMode="auto">
            <a:xfrm>
              <a:off x="4092" y="3609"/>
              <a:ext cx="410" cy="571"/>
              <a:chOff x="12762" y="10336"/>
              <a:chExt cx="1027" cy="1700"/>
            </a:xfrm>
          </p:grpSpPr>
          <p:sp>
            <p:nvSpPr>
              <p:cNvPr id="52" name="Rectangle 217"/>
              <p:cNvSpPr>
                <a:spLocks noChangeArrowheads="1"/>
              </p:cNvSpPr>
              <p:nvPr/>
            </p:nvSpPr>
            <p:spPr bwMode="auto">
              <a:xfrm>
                <a:off x="12824" y="10394"/>
                <a:ext cx="965" cy="1642"/>
              </a:xfrm>
              <a:prstGeom prst="rect">
                <a:avLst/>
              </a:prstGeom>
              <a:solidFill>
                <a:srgbClr val="969696"/>
              </a:solidFill>
              <a:ln w="9525">
                <a:solidFill>
                  <a:srgbClr val="000000"/>
                </a:solidFill>
                <a:miter lim="800000"/>
                <a:headEnd/>
                <a:tailEnd/>
              </a:ln>
            </p:spPr>
            <p:txBody>
              <a:bodyPr/>
              <a:lstStyle/>
              <a:p>
                <a:endParaRPr lang="en-NZ"/>
              </a:p>
            </p:txBody>
          </p:sp>
          <p:sp>
            <p:nvSpPr>
              <p:cNvPr id="53" name="Rectangle 218"/>
              <p:cNvSpPr>
                <a:spLocks noChangeArrowheads="1"/>
              </p:cNvSpPr>
              <p:nvPr/>
            </p:nvSpPr>
            <p:spPr bwMode="auto">
              <a:xfrm>
                <a:off x="12766" y="10336"/>
                <a:ext cx="965" cy="1642"/>
              </a:xfrm>
              <a:prstGeom prst="rect">
                <a:avLst/>
              </a:prstGeom>
              <a:solidFill>
                <a:srgbClr val="FFFFFF"/>
              </a:solidFill>
              <a:ln w="9525">
                <a:solidFill>
                  <a:srgbClr val="000000"/>
                </a:solidFill>
                <a:miter lim="800000"/>
                <a:headEnd/>
                <a:tailEnd/>
              </a:ln>
            </p:spPr>
            <p:txBody>
              <a:bodyPr/>
              <a:lstStyle/>
              <a:p>
                <a:endParaRPr lang="en-NZ"/>
              </a:p>
            </p:txBody>
          </p:sp>
          <p:sp>
            <p:nvSpPr>
              <p:cNvPr id="54" name="Line 219"/>
              <p:cNvSpPr>
                <a:spLocks noChangeShapeType="1"/>
              </p:cNvSpPr>
              <p:nvPr/>
            </p:nvSpPr>
            <p:spPr bwMode="auto">
              <a:xfrm>
                <a:off x="12766" y="10682"/>
                <a:ext cx="965"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NZ"/>
              </a:p>
            </p:txBody>
          </p:sp>
          <p:sp>
            <p:nvSpPr>
              <p:cNvPr id="55" name="Line 220"/>
              <p:cNvSpPr>
                <a:spLocks noChangeShapeType="1"/>
              </p:cNvSpPr>
              <p:nvPr/>
            </p:nvSpPr>
            <p:spPr bwMode="auto">
              <a:xfrm>
                <a:off x="12780" y="11042"/>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NZ"/>
              </a:p>
            </p:txBody>
          </p:sp>
          <p:sp>
            <p:nvSpPr>
              <p:cNvPr id="56" name="Line 221"/>
              <p:cNvSpPr>
                <a:spLocks noChangeShapeType="1"/>
              </p:cNvSpPr>
              <p:nvPr/>
            </p:nvSpPr>
            <p:spPr bwMode="auto">
              <a:xfrm>
                <a:off x="12764" y="11374"/>
                <a:ext cx="980"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NZ"/>
              </a:p>
            </p:txBody>
          </p:sp>
          <p:sp>
            <p:nvSpPr>
              <p:cNvPr id="57" name="Line 222"/>
              <p:cNvSpPr>
                <a:spLocks noChangeShapeType="1"/>
              </p:cNvSpPr>
              <p:nvPr/>
            </p:nvSpPr>
            <p:spPr bwMode="auto">
              <a:xfrm>
                <a:off x="12762" y="11675"/>
                <a:ext cx="967"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NZ"/>
              </a:p>
            </p:txBody>
          </p:sp>
        </p:grpSp>
        <p:sp>
          <p:nvSpPr>
            <p:cNvPr id="32" name="Oval 223"/>
            <p:cNvSpPr>
              <a:spLocks noChangeArrowheads="1"/>
            </p:cNvSpPr>
            <p:nvPr/>
          </p:nvSpPr>
          <p:spPr bwMode="auto">
            <a:xfrm>
              <a:off x="2342" y="2938"/>
              <a:ext cx="58" cy="57"/>
            </a:xfrm>
            <a:prstGeom prst="ellipse">
              <a:avLst/>
            </a:prstGeom>
            <a:solidFill>
              <a:srgbClr val="FF0000"/>
            </a:solidFill>
            <a:ln w="9525">
              <a:solidFill>
                <a:srgbClr val="FF0000"/>
              </a:solidFill>
              <a:round/>
              <a:headEnd/>
              <a:tailEnd/>
            </a:ln>
          </p:spPr>
          <p:txBody>
            <a:bodyPr/>
            <a:lstStyle/>
            <a:p>
              <a:endParaRPr lang="en-NZ"/>
            </a:p>
          </p:txBody>
        </p:sp>
        <p:sp>
          <p:nvSpPr>
            <p:cNvPr id="33" name="Oval 224"/>
            <p:cNvSpPr>
              <a:spLocks noChangeArrowheads="1"/>
            </p:cNvSpPr>
            <p:nvPr/>
          </p:nvSpPr>
          <p:spPr bwMode="auto">
            <a:xfrm>
              <a:off x="1748" y="3490"/>
              <a:ext cx="58" cy="57"/>
            </a:xfrm>
            <a:prstGeom prst="ellipse">
              <a:avLst/>
            </a:prstGeom>
            <a:solidFill>
              <a:srgbClr val="FF0000"/>
            </a:solidFill>
            <a:ln w="9525">
              <a:solidFill>
                <a:srgbClr val="FF0000"/>
              </a:solidFill>
              <a:round/>
              <a:headEnd/>
              <a:tailEnd/>
            </a:ln>
          </p:spPr>
          <p:txBody>
            <a:bodyPr/>
            <a:lstStyle/>
            <a:p>
              <a:endParaRPr lang="en-NZ"/>
            </a:p>
          </p:txBody>
        </p:sp>
        <p:sp>
          <p:nvSpPr>
            <p:cNvPr id="34" name="Line 225"/>
            <p:cNvSpPr>
              <a:spLocks noChangeShapeType="1"/>
            </p:cNvSpPr>
            <p:nvPr/>
          </p:nvSpPr>
          <p:spPr bwMode="auto">
            <a:xfrm flipH="1">
              <a:off x="2414" y="2878"/>
              <a:ext cx="186" cy="6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NZ"/>
            </a:p>
          </p:txBody>
        </p:sp>
        <p:sp>
          <p:nvSpPr>
            <p:cNvPr id="37" name="Line 228"/>
            <p:cNvSpPr>
              <a:spLocks noChangeShapeType="1"/>
            </p:cNvSpPr>
            <p:nvPr/>
          </p:nvSpPr>
          <p:spPr bwMode="auto">
            <a:xfrm>
              <a:off x="3322" y="3492"/>
              <a:ext cx="46" cy="17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NZ"/>
            </a:p>
          </p:txBody>
        </p:sp>
        <p:grpSp>
          <p:nvGrpSpPr>
            <p:cNvPr id="38" name="Group 229"/>
            <p:cNvGrpSpPr>
              <a:grpSpLocks/>
            </p:cNvGrpSpPr>
            <p:nvPr/>
          </p:nvGrpSpPr>
          <p:grpSpPr bwMode="auto">
            <a:xfrm>
              <a:off x="3098" y="3712"/>
              <a:ext cx="424" cy="168"/>
              <a:chOff x="10808" y="10250"/>
              <a:chExt cx="1018" cy="403"/>
            </a:xfrm>
          </p:grpSpPr>
          <p:sp>
            <p:nvSpPr>
              <p:cNvPr id="41" name="Rectangle 230"/>
              <p:cNvSpPr>
                <a:spLocks noChangeArrowheads="1"/>
              </p:cNvSpPr>
              <p:nvPr/>
            </p:nvSpPr>
            <p:spPr bwMode="auto">
              <a:xfrm>
                <a:off x="10832" y="10250"/>
                <a:ext cx="994" cy="403"/>
              </a:xfrm>
              <a:prstGeom prst="rect">
                <a:avLst/>
              </a:prstGeom>
              <a:gradFill rotWithShape="1">
                <a:gsLst>
                  <a:gs pos="0">
                    <a:srgbClr val="969696"/>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NZ"/>
              </a:p>
            </p:txBody>
          </p:sp>
          <p:sp>
            <p:nvSpPr>
              <p:cNvPr id="42" name="Freeform 231"/>
              <p:cNvSpPr>
                <a:spLocks/>
              </p:cNvSpPr>
              <p:nvPr/>
            </p:nvSpPr>
            <p:spPr bwMode="auto">
              <a:xfrm>
                <a:off x="11198" y="10272"/>
                <a:ext cx="610" cy="374"/>
              </a:xfrm>
              <a:custGeom>
                <a:avLst/>
                <a:gdLst>
                  <a:gd name="T0" fmla="*/ 0 w 855"/>
                  <a:gd name="T1" fmla="*/ 0 h 390"/>
                  <a:gd name="T2" fmla="*/ 855 w 855"/>
                  <a:gd name="T3" fmla="*/ 0 h 390"/>
                  <a:gd name="T4" fmla="*/ 855 w 855"/>
                  <a:gd name="T5" fmla="*/ 390 h 390"/>
                  <a:gd name="T6" fmla="*/ 45 w 855"/>
                  <a:gd name="T7" fmla="*/ 390 h 390"/>
                </a:gdLst>
                <a:ahLst/>
                <a:cxnLst>
                  <a:cxn ang="0">
                    <a:pos x="T0" y="T1"/>
                  </a:cxn>
                  <a:cxn ang="0">
                    <a:pos x="T2" y="T3"/>
                  </a:cxn>
                  <a:cxn ang="0">
                    <a:pos x="T4" y="T5"/>
                  </a:cxn>
                  <a:cxn ang="0">
                    <a:pos x="T6" y="T7"/>
                  </a:cxn>
                </a:cxnLst>
                <a:rect l="0" t="0" r="r" b="b"/>
                <a:pathLst>
                  <a:path w="855" h="390">
                    <a:moveTo>
                      <a:pt x="0" y="0"/>
                    </a:moveTo>
                    <a:lnTo>
                      <a:pt x="855" y="0"/>
                    </a:lnTo>
                    <a:lnTo>
                      <a:pt x="855" y="390"/>
                    </a:lnTo>
                    <a:lnTo>
                      <a:pt x="45" y="390"/>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NZ"/>
              </a:p>
            </p:txBody>
          </p:sp>
          <p:sp>
            <p:nvSpPr>
              <p:cNvPr id="43" name="Line 232"/>
              <p:cNvSpPr>
                <a:spLocks noChangeShapeType="1"/>
              </p:cNvSpPr>
              <p:nvPr/>
            </p:nvSpPr>
            <p:spPr bwMode="auto">
              <a:xfrm>
                <a:off x="10808" y="10272"/>
                <a:ext cx="390" cy="1"/>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NZ"/>
              </a:p>
            </p:txBody>
          </p:sp>
          <p:sp>
            <p:nvSpPr>
              <p:cNvPr id="44" name="Line 233"/>
              <p:cNvSpPr>
                <a:spLocks noChangeShapeType="1"/>
              </p:cNvSpPr>
              <p:nvPr/>
            </p:nvSpPr>
            <p:spPr bwMode="auto">
              <a:xfrm>
                <a:off x="10830" y="10646"/>
                <a:ext cx="387" cy="2"/>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NZ"/>
              </a:p>
            </p:txBody>
          </p:sp>
          <p:sp>
            <p:nvSpPr>
              <p:cNvPr id="45" name="Line 234"/>
              <p:cNvSpPr>
                <a:spLocks noChangeShapeType="1"/>
              </p:cNvSpPr>
              <p:nvPr/>
            </p:nvSpPr>
            <p:spPr bwMode="auto">
              <a:xfrm>
                <a:off x="11744" y="10329"/>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NZ"/>
              </a:p>
            </p:txBody>
          </p:sp>
          <p:sp>
            <p:nvSpPr>
              <p:cNvPr id="46" name="Line 235"/>
              <p:cNvSpPr>
                <a:spLocks noChangeShapeType="1"/>
              </p:cNvSpPr>
              <p:nvPr/>
            </p:nvSpPr>
            <p:spPr bwMode="auto">
              <a:xfrm>
                <a:off x="11679" y="10329"/>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NZ"/>
              </a:p>
            </p:txBody>
          </p:sp>
          <p:sp>
            <p:nvSpPr>
              <p:cNvPr id="47" name="Line 236"/>
              <p:cNvSpPr>
                <a:spLocks noChangeShapeType="1"/>
              </p:cNvSpPr>
              <p:nvPr/>
            </p:nvSpPr>
            <p:spPr bwMode="auto">
              <a:xfrm>
                <a:off x="11614" y="10329"/>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NZ"/>
              </a:p>
            </p:txBody>
          </p:sp>
          <p:sp>
            <p:nvSpPr>
              <p:cNvPr id="48" name="Line 237"/>
              <p:cNvSpPr>
                <a:spLocks noChangeShapeType="1"/>
              </p:cNvSpPr>
              <p:nvPr/>
            </p:nvSpPr>
            <p:spPr bwMode="auto">
              <a:xfrm>
                <a:off x="11549" y="10322"/>
                <a:ext cx="1"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NZ"/>
              </a:p>
            </p:txBody>
          </p:sp>
          <p:sp>
            <p:nvSpPr>
              <p:cNvPr id="49" name="Line 238"/>
              <p:cNvSpPr>
                <a:spLocks noChangeShapeType="1"/>
              </p:cNvSpPr>
              <p:nvPr/>
            </p:nvSpPr>
            <p:spPr bwMode="auto">
              <a:xfrm>
                <a:off x="11484" y="10322"/>
                <a:ext cx="2"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NZ"/>
              </a:p>
            </p:txBody>
          </p:sp>
          <p:sp>
            <p:nvSpPr>
              <p:cNvPr id="50" name="Line 239"/>
              <p:cNvSpPr>
                <a:spLocks noChangeShapeType="1"/>
              </p:cNvSpPr>
              <p:nvPr/>
            </p:nvSpPr>
            <p:spPr bwMode="auto">
              <a:xfrm>
                <a:off x="11418" y="10322"/>
                <a:ext cx="3" cy="23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NZ"/>
              </a:p>
            </p:txBody>
          </p:sp>
          <p:sp>
            <p:nvSpPr>
              <p:cNvPr id="51" name="Line 240"/>
              <p:cNvSpPr>
                <a:spLocks noChangeShapeType="1"/>
              </p:cNvSpPr>
              <p:nvPr/>
            </p:nvSpPr>
            <p:spPr bwMode="auto">
              <a:xfrm>
                <a:off x="10909" y="10452"/>
                <a:ext cx="417" cy="0"/>
              </a:xfrm>
              <a:prstGeom prst="line">
                <a:avLst/>
              </a:prstGeom>
              <a:noFill/>
              <a:ln w="38100">
                <a:solidFill>
                  <a:srgbClr val="FFFFFF"/>
                </a:solidFill>
                <a:prstDash val="sysDot"/>
                <a:round/>
                <a:headEnd/>
                <a:tailEnd/>
              </a:ln>
              <a:extLst>
                <a:ext uri="{909E8E84-426E-40DD-AFC4-6F175D3DCCD1}">
                  <a14:hiddenFill xmlns:a14="http://schemas.microsoft.com/office/drawing/2010/main">
                    <a:noFill/>
                  </a14:hiddenFill>
                </a:ext>
              </a:extLst>
            </p:spPr>
            <p:txBody>
              <a:bodyPr/>
              <a:lstStyle/>
              <a:p>
                <a:endParaRPr lang="en-NZ"/>
              </a:p>
            </p:txBody>
          </p:sp>
        </p:grpSp>
        <p:sp>
          <p:nvSpPr>
            <p:cNvPr id="39" name="Freeform 241"/>
            <p:cNvSpPr>
              <a:spLocks/>
            </p:cNvSpPr>
            <p:nvPr/>
          </p:nvSpPr>
          <p:spPr bwMode="auto">
            <a:xfrm>
              <a:off x="1778" y="3538"/>
              <a:ext cx="2490" cy="600"/>
            </a:xfrm>
            <a:custGeom>
              <a:avLst/>
              <a:gdLst>
                <a:gd name="T0" fmla="*/ 0 w 6225"/>
                <a:gd name="T1" fmla="*/ 0 h 1501"/>
                <a:gd name="T2" fmla="*/ 0 w 6225"/>
                <a:gd name="T3" fmla="*/ 1486 h 1501"/>
                <a:gd name="T4" fmla="*/ 1005 w 6225"/>
                <a:gd name="T5" fmla="*/ 1501 h 1501"/>
                <a:gd name="T6" fmla="*/ 1860 w 6225"/>
                <a:gd name="T7" fmla="*/ 706 h 1501"/>
                <a:gd name="T8" fmla="*/ 5085 w 6225"/>
                <a:gd name="T9" fmla="*/ 721 h 1501"/>
                <a:gd name="T10" fmla="*/ 4305 w 6225"/>
                <a:gd name="T11" fmla="*/ 1456 h 1501"/>
                <a:gd name="T12" fmla="*/ 6225 w 6225"/>
                <a:gd name="T13" fmla="*/ 1456 h 1501"/>
                <a:gd name="T14" fmla="*/ 6220 w 6225"/>
                <a:gd name="T15" fmla="*/ 391 h 150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225" h="1501">
                  <a:moveTo>
                    <a:pt x="0" y="0"/>
                  </a:moveTo>
                  <a:lnTo>
                    <a:pt x="0" y="1486"/>
                  </a:lnTo>
                  <a:lnTo>
                    <a:pt x="1005" y="1501"/>
                  </a:lnTo>
                  <a:lnTo>
                    <a:pt x="1860" y="706"/>
                  </a:lnTo>
                  <a:lnTo>
                    <a:pt x="5085" y="721"/>
                  </a:lnTo>
                  <a:lnTo>
                    <a:pt x="4305" y="1456"/>
                  </a:lnTo>
                  <a:lnTo>
                    <a:pt x="6225" y="1456"/>
                  </a:lnTo>
                  <a:lnTo>
                    <a:pt x="6220" y="391"/>
                  </a:lnTo>
                </a:path>
              </a:pathLst>
            </a:custGeom>
            <a:noFill/>
            <a:ln w="3810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NZ"/>
            </a:p>
          </p:txBody>
        </p:sp>
        <p:sp>
          <p:nvSpPr>
            <p:cNvPr id="40" name="Freeform 242"/>
            <p:cNvSpPr>
              <a:spLocks/>
            </p:cNvSpPr>
            <p:nvPr/>
          </p:nvSpPr>
          <p:spPr bwMode="auto">
            <a:xfrm>
              <a:off x="2372" y="2968"/>
              <a:ext cx="2160" cy="804"/>
            </a:xfrm>
            <a:custGeom>
              <a:avLst/>
              <a:gdLst>
                <a:gd name="T0" fmla="*/ 0 w 5400"/>
                <a:gd name="T1" fmla="*/ 0 h 2010"/>
                <a:gd name="T2" fmla="*/ 0 w 5400"/>
                <a:gd name="T3" fmla="*/ 1485 h 2010"/>
                <a:gd name="T4" fmla="*/ 1005 w 5400"/>
                <a:gd name="T5" fmla="*/ 1500 h 2010"/>
                <a:gd name="T6" fmla="*/ 540 w 5400"/>
                <a:gd name="T7" fmla="*/ 2010 h 2010"/>
                <a:gd name="T8" fmla="*/ 3615 w 5400"/>
                <a:gd name="T9" fmla="*/ 2010 h 2010"/>
                <a:gd name="T10" fmla="*/ 4350 w 5400"/>
                <a:gd name="T11" fmla="*/ 1275 h 2010"/>
                <a:gd name="T12" fmla="*/ 5400 w 5400"/>
                <a:gd name="T13" fmla="*/ 1290 h 2010"/>
                <a:gd name="T14" fmla="*/ 5400 w 5400"/>
                <a:gd name="T15" fmla="*/ 120 h 20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00" h="2010">
                  <a:moveTo>
                    <a:pt x="0" y="0"/>
                  </a:moveTo>
                  <a:lnTo>
                    <a:pt x="0" y="1485"/>
                  </a:lnTo>
                  <a:lnTo>
                    <a:pt x="1005" y="1500"/>
                  </a:lnTo>
                  <a:lnTo>
                    <a:pt x="540" y="2010"/>
                  </a:lnTo>
                  <a:lnTo>
                    <a:pt x="3615" y="2010"/>
                  </a:lnTo>
                  <a:lnTo>
                    <a:pt x="4350" y="1275"/>
                  </a:lnTo>
                  <a:lnTo>
                    <a:pt x="5400" y="1290"/>
                  </a:lnTo>
                  <a:lnTo>
                    <a:pt x="5400" y="120"/>
                  </a:lnTo>
                </a:path>
              </a:pathLst>
            </a:custGeom>
            <a:noFill/>
            <a:ln w="3810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NZ"/>
            </a:p>
          </p:txBody>
        </p:sp>
      </p:grpSp>
      <p:cxnSp>
        <p:nvCxnSpPr>
          <p:cNvPr id="244" name="Straight Connector 243"/>
          <p:cNvCxnSpPr>
            <a:cxnSpLocks/>
          </p:cNvCxnSpPr>
          <p:nvPr/>
        </p:nvCxnSpPr>
        <p:spPr>
          <a:xfrm>
            <a:off x="4869748" y="4149272"/>
            <a:ext cx="567089" cy="0"/>
          </a:xfrm>
          <a:prstGeom prst="line">
            <a:avLst/>
          </a:prstGeom>
          <a:ln>
            <a:solidFill>
              <a:srgbClr val="FFFF00"/>
            </a:solidFill>
          </a:ln>
        </p:spPr>
        <p:style>
          <a:lnRef idx="3">
            <a:schemeClr val="accent2"/>
          </a:lnRef>
          <a:fillRef idx="0">
            <a:schemeClr val="accent2"/>
          </a:fillRef>
          <a:effectRef idx="2">
            <a:schemeClr val="accent2"/>
          </a:effectRef>
          <a:fontRef idx="minor">
            <a:schemeClr val="tx1"/>
          </a:fontRef>
        </p:style>
      </p:cxnSp>
      <p:sp>
        <p:nvSpPr>
          <p:cNvPr id="246" name="Text Box 73"/>
          <p:cNvSpPr txBox="1">
            <a:spLocks noChangeArrowheads="1"/>
          </p:cNvSpPr>
          <p:nvPr/>
        </p:nvSpPr>
        <p:spPr bwMode="auto">
          <a:xfrm>
            <a:off x="4846243" y="3695131"/>
            <a:ext cx="1134579" cy="367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eaLnBrk="1" hangingPunct="1"/>
            <a:r>
              <a:rPr lang="en-US" altLang="en-US" sz="1100" dirty="0"/>
              <a:t>Shared outgoing link</a:t>
            </a:r>
          </a:p>
        </p:txBody>
      </p:sp>
      <p:sp>
        <p:nvSpPr>
          <p:cNvPr id="247" name="Rectangle 246"/>
          <p:cNvSpPr/>
          <p:nvPr/>
        </p:nvSpPr>
        <p:spPr>
          <a:xfrm>
            <a:off x="6208271" y="2872922"/>
            <a:ext cx="632323" cy="887654"/>
          </a:xfrm>
          <a:prstGeom prst="rect">
            <a:avLst/>
          </a:prstGeom>
          <a:solidFill>
            <a:srgbClr val="FFFF0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grpSp>
        <p:nvGrpSpPr>
          <p:cNvPr id="254" name="Group 253"/>
          <p:cNvGrpSpPr/>
          <p:nvPr/>
        </p:nvGrpSpPr>
        <p:grpSpPr>
          <a:xfrm>
            <a:off x="2371911" y="2351875"/>
            <a:ext cx="4805919" cy="1714774"/>
            <a:chOff x="2371911" y="2351875"/>
            <a:chExt cx="4805919" cy="1714774"/>
          </a:xfrm>
        </p:grpSpPr>
        <p:sp>
          <p:nvSpPr>
            <p:cNvPr id="248" name="Oval 247"/>
            <p:cNvSpPr/>
            <p:nvPr/>
          </p:nvSpPr>
          <p:spPr>
            <a:xfrm>
              <a:off x="2371911" y="2351875"/>
              <a:ext cx="1390549" cy="1668835"/>
            </a:xfrm>
            <a:prstGeom prst="ellipse">
              <a:avLst/>
            </a:prstGeom>
            <a:noFill/>
            <a:ln w="38100" cmpd="sng">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249" name="Oval 248"/>
            <p:cNvSpPr/>
            <p:nvPr/>
          </p:nvSpPr>
          <p:spPr>
            <a:xfrm>
              <a:off x="5787281" y="2397814"/>
              <a:ext cx="1390549" cy="1668835"/>
            </a:xfrm>
            <a:prstGeom prst="ellipse">
              <a:avLst/>
            </a:prstGeom>
            <a:noFill/>
            <a:ln w="38100" cmpd="sng">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grpSp>
      <p:sp>
        <p:nvSpPr>
          <p:cNvPr id="250" name="Left-Right Arrow 249"/>
          <p:cNvSpPr/>
          <p:nvPr/>
        </p:nvSpPr>
        <p:spPr>
          <a:xfrm>
            <a:off x="3686497" y="2902797"/>
            <a:ext cx="2143040" cy="628419"/>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a:ln w="0"/>
                <a:solidFill>
                  <a:schemeClr val="tx1"/>
                </a:solidFill>
                <a:effectLst>
                  <a:outerShdw blurRad="38100" dist="19050" dir="2700000" algn="tl" rotWithShape="0">
                    <a:schemeClr val="dk1">
                      <a:alpha val="40000"/>
                    </a:schemeClr>
                  </a:outerShdw>
                </a:effectLst>
              </a:rPr>
              <a:t>Flow Control</a:t>
            </a:r>
          </a:p>
        </p:txBody>
      </p:sp>
      <p:grpSp>
        <p:nvGrpSpPr>
          <p:cNvPr id="255" name="Group 254"/>
          <p:cNvGrpSpPr/>
          <p:nvPr/>
        </p:nvGrpSpPr>
        <p:grpSpPr>
          <a:xfrm>
            <a:off x="3554974" y="3705614"/>
            <a:ext cx="4264937" cy="2853466"/>
            <a:chOff x="3650914" y="3642553"/>
            <a:chExt cx="4264937" cy="2853466"/>
          </a:xfrm>
        </p:grpSpPr>
        <p:sp>
          <p:nvSpPr>
            <p:cNvPr id="251" name="Oval 250"/>
            <p:cNvSpPr/>
            <p:nvPr/>
          </p:nvSpPr>
          <p:spPr>
            <a:xfrm rot="16200000">
              <a:off x="3964326" y="3329141"/>
              <a:ext cx="1042011" cy="1668835"/>
            </a:xfrm>
            <a:prstGeom prst="ellipse">
              <a:avLst/>
            </a:prstGeom>
            <a:noFill/>
            <a:ln w="38100" cmpd="sng">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252" name="Rounded Rectangular Callout 251"/>
            <p:cNvSpPr/>
            <p:nvPr/>
          </p:nvSpPr>
          <p:spPr>
            <a:xfrm>
              <a:off x="4327469" y="5160555"/>
              <a:ext cx="3588382" cy="1335464"/>
            </a:xfrm>
            <a:prstGeom prst="wedgeRoundRectCallout">
              <a:avLst>
                <a:gd name="adj1" fmla="val -40527"/>
                <a:gd name="adj2" fmla="val -9830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ln w="0"/>
                  <a:solidFill>
                    <a:schemeClr val="tx1"/>
                  </a:solidFill>
                </a:rPr>
                <a:t>Congestion control to avoid buffer overflow at the router caused by congestion in the network</a:t>
              </a:r>
            </a:p>
          </p:txBody>
        </p:sp>
      </p:grpSp>
      <p:sp>
        <p:nvSpPr>
          <p:cNvPr id="253" name="Rounded Rectangular Callout 252"/>
          <p:cNvSpPr/>
          <p:nvPr/>
        </p:nvSpPr>
        <p:spPr>
          <a:xfrm>
            <a:off x="3423850" y="1159780"/>
            <a:ext cx="2958272" cy="1150820"/>
          </a:xfrm>
          <a:prstGeom prst="wedgeRoundRectCallout">
            <a:avLst>
              <a:gd name="adj1" fmla="val -15138"/>
              <a:gd name="adj2" fmla="val 89049"/>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ln w="0"/>
                <a:solidFill>
                  <a:schemeClr val="tx1"/>
                </a:solidFill>
              </a:rPr>
              <a:t>Transport-layer flow control to avoid buffer overflow at the receiver</a:t>
            </a:r>
          </a:p>
        </p:txBody>
      </p:sp>
      <p:sp>
        <p:nvSpPr>
          <p:cNvPr id="3" name="Slide Number Placeholder 4">
            <a:extLst>
              <a:ext uri="{FF2B5EF4-FFF2-40B4-BE49-F238E27FC236}">
                <a16:creationId xmlns:a16="http://schemas.microsoft.com/office/drawing/2014/main" id="{ABED8003-F38E-1BFF-0425-6EFBC8F0C025}"/>
              </a:ext>
            </a:extLst>
          </p:cNvPr>
          <p:cNvSpPr>
            <a:spLocks noGrp="1"/>
          </p:cNvSpPr>
          <p:nvPr>
            <p:ph type="sldNum" sz="quarter" idx="12"/>
          </p:nvPr>
        </p:nvSpPr>
        <p:spPr>
          <a:xfrm>
            <a:off x="6972300" y="6553200"/>
            <a:ext cx="2011363" cy="278273"/>
          </a:xfrm>
        </p:spPr>
        <p:txBody>
          <a:bodyPr/>
          <a:lstStyle/>
          <a:p>
            <a:pPr>
              <a:defRPr/>
            </a:pPr>
            <a:fld id="{80DE0355-9741-7640-AC4F-CF3347F782AD}" type="slidenum">
              <a:rPr lang="en-US" smtClean="0"/>
              <a:pPr>
                <a:defRPr/>
              </a:pPr>
              <a:t>54</a:t>
            </a:fld>
            <a:endParaRPr lang="en-US"/>
          </a:p>
        </p:txBody>
      </p:sp>
      <p:sp>
        <p:nvSpPr>
          <p:cNvPr id="4" name="Text Box 72">
            <a:extLst>
              <a:ext uri="{FF2B5EF4-FFF2-40B4-BE49-F238E27FC236}">
                <a16:creationId xmlns:a16="http://schemas.microsoft.com/office/drawing/2014/main" id="{B2B571C0-F2C2-59BB-46B6-7A7D01D76B57}"/>
              </a:ext>
            </a:extLst>
          </p:cNvPr>
          <p:cNvSpPr txBox="1">
            <a:spLocks noChangeArrowheads="1"/>
          </p:cNvSpPr>
          <p:nvPr/>
        </p:nvSpPr>
        <p:spPr bwMode="auto">
          <a:xfrm>
            <a:off x="6229646" y="2557822"/>
            <a:ext cx="633591" cy="242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eaLnBrk="1" hangingPunct="1"/>
            <a:r>
              <a:rPr lang="en-US" altLang="en-US" sz="1000" dirty="0">
                <a:solidFill>
                  <a:schemeClr val="tx2"/>
                </a:solidFill>
                <a:latin typeface="Arial" panose="020B0604020202020204" pitchFamily="34" charset="0"/>
              </a:rPr>
              <a:t>Host C</a:t>
            </a:r>
            <a:endParaRPr lang="en-US" altLang="en-US" sz="2000" dirty="0">
              <a:solidFill>
                <a:schemeClr val="tx2"/>
              </a:solidFill>
            </a:endParaRPr>
          </a:p>
        </p:txBody>
      </p:sp>
      <p:sp>
        <p:nvSpPr>
          <p:cNvPr id="5" name="Text Box 72">
            <a:extLst>
              <a:ext uri="{FF2B5EF4-FFF2-40B4-BE49-F238E27FC236}">
                <a16:creationId xmlns:a16="http://schemas.microsoft.com/office/drawing/2014/main" id="{D953CFA1-A149-5C00-17D8-1D61CC6E264F}"/>
              </a:ext>
            </a:extLst>
          </p:cNvPr>
          <p:cNvSpPr txBox="1">
            <a:spLocks noChangeArrowheads="1"/>
          </p:cNvSpPr>
          <p:nvPr/>
        </p:nvSpPr>
        <p:spPr bwMode="auto">
          <a:xfrm>
            <a:off x="6581444" y="4316484"/>
            <a:ext cx="633591" cy="242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eaLnBrk="1" hangingPunct="1"/>
            <a:r>
              <a:rPr lang="en-US" altLang="en-US" sz="1000" dirty="0">
                <a:solidFill>
                  <a:schemeClr val="tx2"/>
                </a:solidFill>
                <a:latin typeface="Arial" panose="020B0604020202020204" pitchFamily="34" charset="0"/>
              </a:rPr>
              <a:t>Host D</a:t>
            </a:r>
            <a:endParaRPr lang="en-US" altLang="en-US" sz="2000" dirty="0">
              <a:solidFill>
                <a:schemeClr val="tx2"/>
              </a:solidFill>
            </a:endParaRPr>
          </a:p>
        </p:txBody>
      </p:sp>
    </p:spTree>
    <p:extLst>
      <p:ext uri="{BB962C8B-B14F-4D97-AF65-F5344CB8AC3E}">
        <p14:creationId xmlns:p14="http://schemas.microsoft.com/office/powerpoint/2010/main" val="2363242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54"/>
                                        </p:tgtEl>
                                        <p:attrNameLst>
                                          <p:attrName>style.visibility</p:attrName>
                                        </p:attrNameLst>
                                      </p:cBhvr>
                                      <p:to>
                                        <p:strVal val="visible"/>
                                      </p:to>
                                    </p:set>
                                    <p:animEffect transition="in" filter="fade">
                                      <p:cBhvr>
                                        <p:cTn id="7" dur="1000"/>
                                        <p:tgtEl>
                                          <p:spTgt spid="254"/>
                                        </p:tgtEl>
                                      </p:cBhvr>
                                    </p:animEffect>
                                    <p:anim calcmode="lin" valueType="num">
                                      <p:cBhvr>
                                        <p:cTn id="8" dur="1000" fill="hold"/>
                                        <p:tgtEl>
                                          <p:spTgt spid="254"/>
                                        </p:tgtEl>
                                        <p:attrNameLst>
                                          <p:attrName>ppt_x</p:attrName>
                                        </p:attrNameLst>
                                      </p:cBhvr>
                                      <p:tavLst>
                                        <p:tav tm="0">
                                          <p:val>
                                            <p:strVal val="#ppt_x"/>
                                          </p:val>
                                        </p:tav>
                                        <p:tav tm="100000">
                                          <p:val>
                                            <p:strVal val="#ppt_x"/>
                                          </p:val>
                                        </p:tav>
                                      </p:tavLst>
                                    </p:anim>
                                    <p:anim calcmode="lin" valueType="num">
                                      <p:cBhvr>
                                        <p:cTn id="9" dur="1000" fill="hold"/>
                                        <p:tgtEl>
                                          <p:spTgt spid="25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47"/>
                                        </p:tgtEl>
                                        <p:attrNameLst>
                                          <p:attrName>style.visibility</p:attrName>
                                        </p:attrNameLst>
                                      </p:cBhvr>
                                      <p:to>
                                        <p:strVal val="visible"/>
                                      </p:to>
                                    </p:set>
                                    <p:animEffect transition="in" filter="fade">
                                      <p:cBhvr>
                                        <p:cTn id="14" dur="1000"/>
                                        <p:tgtEl>
                                          <p:spTgt spid="247"/>
                                        </p:tgtEl>
                                      </p:cBhvr>
                                    </p:animEffect>
                                    <p:anim calcmode="lin" valueType="num">
                                      <p:cBhvr>
                                        <p:cTn id="15" dur="1000" fill="hold"/>
                                        <p:tgtEl>
                                          <p:spTgt spid="247"/>
                                        </p:tgtEl>
                                        <p:attrNameLst>
                                          <p:attrName>ppt_x</p:attrName>
                                        </p:attrNameLst>
                                      </p:cBhvr>
                                      <p:tavLst>
                                        <p:tav tm="0">
                                          <p:val>
                                            <p:strVal val="#ppt_x"/>
                                          </p:val>
                                        </p:tav>
                                        <p:tav tm="100000">
                                          <p:val>
                                            <p:strVal val="#ppt_x"/>
                                          </p:val>
                                        </p:tav>
                                      </p:tavLst>
                                    </p:anim>
                                    <p:anim calcmode="lin" valueType="num">
                                      <p:cBhvr>
                                        <p:cTn id="16" dur="1000" fill="hold"/>
                                        <p:tgtEl>
                                          <p:spTgt spid="24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50"/>
                                        </p:tgtEl>
                                        <p:attrNameLst>
                                          <p:attrName>style.visibility</p:attrName>
                                        </p:attrNameLst>
                                      </p:cBhvr>
                                      <p:to>
                                        <p:strVal val="visible"/>
                                      </p:to>
                                    </p:set>
                                    <p:animEffect transition="in" filter="fade">
                                      <p:cBhvr>
                                        <p:cTn id="21" dur="1000"/>
                                        <p:tgtEl>
                                          <p:spTgt spid="250"/>
                                        </p:tgtEl>
                                      </p:cBhvr>
                                    </p:animEffect>
                                    <p:anim calcmode="lin" valueType="num">
                                      <p:cBhvr>
                                        <p:cTn id="22" dur="1000" fill="hold"/>
                                        <p:tgtEl>
                                          <p:spTgt spid="250"/>
                                        </p:tgtEl>
                                        <p:attrNameLst>
                                          <p:attrName>ppt_x</p:attrName>
                                        </p:attrNameLst>
                                      </p:cBhvr>
                                      <p:tavLst>
                                        <p:tav tm="0">
                                          <p:val>
                                            <p:strVal val="#ppt_x"/>
                                          </p:val>
                                        </p:tav>
                                        <p:tav tm="100000">
                                          <p:val>
                                            <p:strVal val="#ppt_x"/>
                                          </p:val>
                                        </p:tav>
                                      </p:tavLst>
                                    </p:anim>
                                    <p:anim calcmode="lin" valueType="num">
                                      <p:cBhvr>
                                        <p:cTn id="23" dur="1000" fill="hold"/>
                                        <p:tgtEl>
                                          <p:spTgt spid="250"/>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253"/>
                                        </p:tgtEl>
                                        <p:attrNameLst>
                                          <p:attrName>style.visibility</p:attrName>
                                        </p:attrNameLst>
                                      </p:cBhvr>
                                      <p:to>
                                        <p:strVal val="visible"/>
                                      </p:to>
                                    </p:set>
                                    <p:animEffect transition="in" filter="fade">
                                      <p:cBhvr>
                                        <p:cTn id="26" dur="1000"/>
                                        <p:tgtEl>
                                          <p:spTgt spid="253"/>
                                        </p:tgtEl>
                                      </p:cBhvr>
                                    </p:animEffect>
                                    <p:anim calcmode="lin" valueType="num">
                                      <p:cBhvr>
                                        <p:cTn id="27" dur="1000" fill="hold"/>
                                        <p:tgtEl>
                                          <p:spTgt spid="253"/>
                                        </p:tgtEl>
                                        <p:attrNameLst>
                                          <p:attrName>ppt_x</p:attrName>
                                        </p:attrNameLst>
                                      </p:cBhvr>
                                      <p:tavLst>
                                        <p:tav tm="0">
                                          <p:val>
                                            <p:strVal val="#ppt_x"/>
                                          </p:val>
                                        </p:tav>
                                        <p:tav tm="100000">
                                          <p:val>
                                            <p:strVal val="#ppt_x"/>
                                          </p:val>
                                        </p:tav>
                                      </p:tavLst>
                                    </p:anim>
                                    <p:anim calcmode="lin" valueType="num">
                                      <p:cBhvr>
                                        <p:cTn id="28" dur="1000" fill="hold"/>
                                        <p:tgtEl>
                                          <p:spTgt spid="253"/>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255"/>
                                        </p:tgtEl>
                                        <p:attrNameLst>
                                          <p:attrName>style.visibility</p:attrName>
                                        </p:attrNameLst>
                                      </p:cBhvr>
                                      <p:to>
                                        <p:strVal val="visible"/>
                                      </p:to>
                                    </p:set>
                                    <p:animEffect transition="in" filter="fade">
                                      <p:cBhvr>
                                        <p:cTn id="33" dur="1000"/>
                                        <p:tgtEl>
                                          <p:spTgt spid="255"/>
                                        </p:tgtEl>
                                      </p:cBhvr>
                                    </p:animEffect>
                                    <p:anim calcmode="lin" valueType="num">
                                      <p:cBhvr>
                                        <p:cTn id="34" dur="1000" fill="hold"/>
                                        <p:tgtEl>
                                          <p:spTgt spid="255"/>
                                        </p:tgtEl>
                                        <p:attrNameLst>
                                          <p:attrName>ppt_x</p:attrName>
                                        </p:attrNameLst>
                                      </p:cBhvr>
                                      <p:tavLst>
                                        <p:tav tm="0">
                                          <p:val>
                                            <p:strVal val="#ppt_x"/>
                                          </p:val>
                                        </p:tav>
                                        <p:tav tm="100000">
                                          <p:val>
                                            <p:strVal val="#ppt_x"/>
                                          </p:val>
                                        </p:tav>
                                      </p:tavLst>
                                    </p:anim>
                                    <p:anim calcmode="lin" valueType="num">
                                      <p:cBhvr>
                                        <p:cTn id="35" dur="1000" fill="hold"/>
                                        <p:tgtEl>
                                          <p:spTgt spid="25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 grpId="0" animBg="1"/>
      <p:bldP spid="250" grpId="0" animBg="1"/>
      <p:bldP spid="253"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p:txBody>
          <a:bodyPr/>
          <a:lstStyle/>
          <a:p>
            <a:r>
              <a:rPr lang="en-US" altLang="en-US" sz="3600" dirty="0"/>
              <a:t>Principles of Congestion Control</a:t>
            </a:r>
            <a:endParaRPr lang="en-US" altLang="en-US" dirty="0"/>
          </a:p>
        </p:txBody>
      </p:sp>
      <p:sp>
        <p:nvSpPr>
          <p:cNvPr id="200707" name="Rectangle 3"/>
          <p:cNvSpPr>
            <a:spLocks noGrp="1" noChangeArrowheads="1"/>
          </p:cNvSpPr>
          <p:nvPr>
            <p:ph idx="1"/>
          </p:nvPr>
        </p:nvSpPr>
        <p:spPr/>
        <p:txBody>
          <a:bodyPr/>
          <a:lstStyle/>
          <a:p>
            <a:pPr>
              <a:spcBef>
                <a:spcPts val="1200"/>
              </a:spcBef>
              <a:spcAft>
                <a:spcPts val="600"/>
              </a:spcAft>
              <a:buFont typeface="ZapfDingbats" pitchFamily="82" charset="2"/>
              <a:buNone/>
            </a:pPr>
            <a:r>
              <a:rPr lang="en-US" altLang="en-US" dirty="0">
                <a:solidFill>
                  <a:srgbClr val="FF0000"/>
                </a:solidFill>
              </a:rPr>
              <a:t>Congestion</a:t>
            </a:r>
            <a:endParaRPr lang="en-US" altLang="en-US" sz="2400" dirty="0"/>
          </a:p>
          <a:p>
            <a:pPr>
              <a:spcBef>
                <a:spcPts val="1200"/>
              </a:spcBef>
              <a:spcAft>
                <a:spcPts val="600"/>
              </a:spcAft>
            </a:pPr>
            <a:r>
              <a:rPr lang="en-US" altLang="en-US" sz="2400" dirty="0"/>
              <a:t>Informally: “too many sources </a:t>
            </a:r>
            <a:r>
              <a:rPr lang="en-NZ" altLang="en-US" sz="2400" dirty="0"/>
              <a:t>attempting to send data at too high a rate</a:t>
            </a:r>
            <a:r>
              <a:rPr lang="en-US" altLang="en-US" sz="2400" dirty="0"/>
              <a:t>”</a:t>
            </a:r>
          </a:p>
          <a:p>
            <a:pPr>
              <a:spcBef>
                <a:spcPts val="1200"/>
              </a:spcBef>
              <a:spcAft>
                <a:spcPts val="600"/>
              </a:spcAft>
            </a:pPr>
            <a:endParaRPr lang="en-US" altLang="en-US" sz="2400" dirty="0"/>
          </a:p>
          <a:p>
            <a:pPr>
              <a:spcBef>
                <a:spcPts val="1200"/>
              </a:spcBef>
              <a:spcAft>
                <a:spcPts val="600"/>
              </a:spcAft>
            </a:pPr>
            <a:r>
              <a:rPr lang="en-US" altLang="en-US" sz="2400" dirty="0"/>
              <a:t>Manifestations (symptoms)</a:t>
            </a:r>
          </a:p>
          <a:p>
            <a:pPr lvl="1">
              <a:spcBef>
                <a:spcPts val="1200"/>
              </a:spcBef>
              <a:spcAft>
                <a:spcPts val="600"/>
              </a:spcAft>
            </a:pPr>
            <a:r>
              <a:rPr lang="en-US" altLang="en-US" dirty="0"/>
              <a:t>lost packets (buffer overflow at routers)</a:t>
            </a:r>
          </a:p>
          <a:p>
            <a:pPr lvl="1">
              <a:spcBef>
                <a:spcPts val="1200"/>
              </a:spcBef>
              <a:spcAft>
                <a:spcPts val="600"/>
              </a:spcAft>
            </a:pPr>
            <a:r>
              <a:rPr lang="en-US" altLang="en-US" dirty="0"/>
              <a:t>long delays (queueing in router buffers)</a:t>
            </a:r>
          </a:p>
          <a:p>
            <a:pPr>
              <a:spcBef>
                <a:spcPts val="1200"/>
              </a:spcBef>
              <a:spcAft>
                <a:spcPts val="600"/>
              </a:spcAft>
            </a:pPr>
            <a:endParaRPr lang="en-US" altLang="en-US" sz="2000" dirty="0"/>
          </a:p>
        </p:txBody>
      </p:sp>
      <p:sp>
        <p:nvSpPr>
          <p:cNvPr id="6" name="Slide Number Placeholder 3"/>
          <p:cNvSpPr>
            <a:spLocks noGrp="1"/>
          </p:cNvSpPr>
          <p:nvPr>
            <p:ph type="sldNum" sz="quarter" idx="4"/>
          </p:nvPr>
        </p:nvSpPr>
        <p:spPr>
          <a:prstGeom prst="rect">
            <a:avLst/>
          </a:prstGeom>
        </p:spPr>
        <p:txBody>
          <a:bodyPr/>
          <a:lstStyle/>
          <a:p>
            <a:pPr algn="r">
              <a:defRPr/>
            </a:pPr>
            <a:fld id="{DACE9E11-39C8-4E20-894F-A4A883CCF6EF}" type="slidenum">
              <a:rPr lang="en-US" smtClean="0"/>
              <a:pPr algn="r">
                <a:defRPr/>
              </a:pPr>
              <a:t>55</a:t>
            </a:fld>
            <a:endParaRPr lang="en-US"/>
          </a:p>
        </p:txBody>
      </p:sp>
    </p:spTree>
    <p:extLst>
      <p:ext uri="{BB962C8B-B14F-4D97-AF65-F5344CB8AC3E}">
        <p14:creationId xmlns:p14="http://schemas.microsoft.com/office/powerpoint/2010/main" val="30715337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ChangeArrowheads="1"/>
          </p:cNvSpPr>
          <p:nvPr>
            <p:ph type="title"/>
          </p:nvPr>
        </p:nvSpPr>
        <p:spPr/>
        <p:txBody>
          <a:bodyPr/>
          <a:lstStyle/>
          <a:p>
            <a:r>
              <a:rPr lang="en-US" altLang="en-US" dirty="0"/>
              <a:t>Approaches to Congestion Control</a:t>
            </a:r>
          </a:p>
        </p:txBody>
      </p:sp>
      <p:graphicFrame>
        <p:nvGraphicFramePr>
          <p:cNvPr id="2" name="Diagram 1">
            <a:extLst>
              <a:ext uri="{FF2B5EF4-FFF2-40B4-BE49-F238E27FC236}">
                <a16:creationId xmlns:a16="http://schemas.microsoft.com/office/drawing/2014/main" id="{B9B46CCC-0DFF-3604-396E-1ACFC0C73767}"/>
              </a:ext>
            </a:extLst>
          </p:cNvPr>
          <p:cNvGraphicFramePr/>
          <p:nvPr>
            <p:extLst>
              <p:ext uri="{D42A27DB-BD31-4B8C-83A1-F6EECF244321}">
                <p14:modId xmlns:p14="http://schemas.microsoft.com/office/powerpoint/2010/main" val="730393295"/>
              </p:ext>
            </p:extLst>
          </p:nvPr>
        </p:nvGraphicFramePr>
        <p:xfrm>
          <a:off x="542925" y="1216617"/>
          <a:ext cx="8143875" cy="49982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Slide Number Placeholder 3"/>
          <p:cNvSpPr>
            <a:spLocks noGrp="1"/>
          </p:cNvSpPr>
          <p:nvPr>
            <p:ph type="sldNum" sz="quarter" idx="4294967295"/>
          </p:nvPr>
        </p:nvSpPr>
        <p:spPr>
          <a:prstGeom prst="rect">
            <a:avLst/>
          </a:prstGeom>
        </p:spPr>
        <p:txBody>
          <a:bodyPr/>
          <a:lstStyle/>
          <a:p>
            <a:pPr algn="r">
              <a:defRPr/>
            </a:pPr>
            <a:fld id="{DACE9E11-39C8-4E20-894F-A4A883CCF6EF}" type="slidenum">
              <a:rPr lang="en-US" smtClean="0"/>
              <a:pPr algn="r">
                <a:defRPr/>
              </a:pPr>
              <a:t>56</a:t>
            </a:fld>
            <a:endParaRPr lang="en-US"/>
          </a:p>
        </p:txBody>
      </p:sp>
    </p:spTree>
    <p:extLst>
      <p:ext uri="{BB962C8B-B14F-4D97-AF65-F5344CB8AC3E}">
        <p14:creationId xmlns:p14="http://schemas.microsoft.com/office/powerpoint/2010/main" val="188736803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2"/>
          <p:cNvSpPr>
            <a:spLocks noGrp="1" noChangeArrowheads="1"/>
          </p:cNvSpPr>
          <p:nvPr>
            <p:ph type="title"/>
          </p:nvPr>
        </p:nvSpPr>
        <p:spPr/>
        <p:txBody>
          <a:bodyPr/>
          <a:lstStyle/>
          <a:p>
            <a:r>
              <a:rPr lang="en-US" altLang="en-US" dirty="0"/>
              <a:t>TCP Congestion Control</a:t>
            </a:r>
          </a:p>
        </p:txBody>
      </p:sp>
      <p:sp>
        <p:nvSpPr>
          <p:cNvPr id="267267" name="Rectangle 3"/>
          <p:cNvSpPr>
            <a:spLocks noGrp="1" noChangeArrowheads="1"/>
          </p:cNvSpPr>
          <p:nvPr>
            <p:ph idx="1"/>
          </p:nvPr>
        </p:nvSpPr>
        <p:spPr>
          <a:xfrm>
            <a:off x="457200" y="1282148"/>
            <a:ext cx="8229600" cy="4075042"/>
          </a:xfrm>
        </p:spPr>
        <p:txBody>
          <a:bodyPr/>
          <a:lstStyle/>
          <a:p>
            <a:r>
              <a:rPr lang="en-US" altLang="en-US" sz="2800" dirty="0"/>
              <a:t>Use end-to-end congestion control (no network assistance)</a:t>
            </a:r>
          </a:p>
          <a:p>
            <a:endParaRPr lang="en-US" altLang="en-US" sz="2800" dirty="0"/>
          </a:p>
          <a:p>
            <a:r>
              <a:rPr lang="en-US" altLang="en-US" sz="2800" dirty="0"/>
              <a:t>Keep track of </a:t>
            </a:r>
            <a:r>
              <a:rPr lang="en-US" altLang="en-US" sz="2800" dirty="0">
                <a:solidFill>
                  <a:srgbClr val="FF0000"/>
                </a:solidFill>
              </a:rPr>
              <a:t>the congestion window </a:t>
            </a:r>
            <a:r>
              <a:rPr lang="en-US" altLang="en-US" sz="2800" dirty="0"/>
              <a:t>that limits the sending rate</a:t>
            </a:r>
          </a:p>
          <a:p>
            <a:endParaRPr lang="en-US" altLang="en-US" sz="2800" dirty="0"/>
          </a:p>
          <a:p>
            <a:pPr>
              <a:buFont typeface="ZapfDingbats" pitchFamily="82" charset="2"/>
              <a:buNone/>
            </a:pPr>
            <a:r>
              <a:rPr lang="en-US" altLang="en-US" sz="2800" b="1" dirty="0">
                <a:solidFill>
                  <a:srgbClr val="FF0000"/>
                </a:solidFill>
                <a:latin typeface="Courier New" panose="02070309020205020404" pitchFamily="49" charset="0"/>
              </a:rPr>
              <a:t>  </a:t>
            </a:r>
            <a:r>
              <a:rPr lang="en-US" altLang="en-US" sz="2200" b="1" dirty="0" err="1">
                <a:solidFill>
                  <a:srgbClr val="FF0000"/>
                </a:solidFill>
                <a:latin typeface="Courier New" panose="02070309020205020404" pitchFamily="49" charset="0"/>
              </a:rPr>
              <a:t>LastByteSent-LastByteAcked</a:t>
            </a:r>
            <a:endParaRPr lang="en-US" altLang="en-US" sz="2200" b="1" dirty="0">
              <a:solidFill>
                <a:srgbClr val="FF0000"/>
              </a:solidFill>
              <a:latin typeface="Courier New" panose="02070309020205020404" pitchFamily="49" charset="0"/>
            </a:endParaRPr>
          </a:p>
          <a:p>
            <a:pPr>
              <a:buFont typeface="ZapfDingbats" pitchFamily="82" charset="2"/>
              <a:buNone/>
            </a:pPr>
            <a:r>
              <a:rPr lang="en-US" altLang="en-US" sz="2200" b="1" dirty="0">
                <a:solidFill>
                  <a:srgbClr val="FF0000"/>
                </a:solidFill>
                <a:latin typeface="Courier New" panose="02070309020205020404" pitchFamily="49" charset="0"/>
                <a:sym typeface="Symbol" panose="05050102010706020507" pitchFamily="18" charset="2"/>
              </a:rPr>
              <a:t>                    min{</a:t>
            </a:r>
            <a:r>
              <a:rPr lang="en-US" altLang="en-US" sz="2200" b="1" dirty="0" err="1">
                <a:solidFill>
                  <a:srgbClr val="FF0000"/>
                </a:solidFill>
                <a:latin typeface="Courier New" panose="02070309020205020404" pitchFamily="49" charset="0"/>
                <a:sym typeface="Symbol" panose="05050102010706020507" pitchFamily="18" charset="2"/>
              </a:rPr>
              <a:t>CongWin</a:t>
            </a:r>
            <a:r>
              <a:rPr lang="en-US" altLang="en-US" sz="2200" b="1" dirty="0">
                <a:solidFill>
                  <a:srgbClr val="FF0000"/>
                </a:solidFill>
                <a:latin typeface="Courier New" panose="02070309020205020404" pitchFamily="49" charset="0"/>
                <a:sym typeface="Symbol" panose="05050102010706020507" pitchFamily="18" charset="2"/>
              </a:rPr>
              <a:t>, </a:t>
            </a:r>
            <a:r>
              <a:rPr lang="en-US" altLang="en-US" sz="2200" b="1" dirty="0" err="1">
                <a:solidFill>
                  <a:srgbClr val="FF0000"/>
                </a:solidFill>
                <a:latin typeface="Courier New" panose="02070309020205020404" pitchFamily="49" charset="0"/>
                <a:sym typeface="Symbol" panose="05050102010706020507" pitchFamily="18" charset="2"/>
              </a:rPr>
              <a:t>RcvWindow</a:t>
            </a:r>
            <a:r>
              <a:rPr lang="en-US" altLang="en-US" sz="2200" b="1" dirty="0">
                <a:solidFill>
                  <a:srgbClr val="FF0000"/>
                </a:solidFill>
                <a:latin typeface="Courier New" panose="02070309020205020404" pitchFamily="49" charset="0"/>
                <a:sym typeface="Symbol" panose="05050102010706020507" pitchFamily="18" charset="2"/>
              </a:rPr>
              <a:t>}</a:t>
            </a:r>
          </a:p>
        </p:txBody>
      </p:sp>
      <p:sp>
        <p:nvSpPr>
          <p:cNvPr id="107" name="Slide Number Placeholder 3"/>
          <p:cNvSpPr>
            <a:spLocks noGrp="1"/>
          </p:cNvSpPr>
          <p:nvPr>
            <p:ph type="sldNum" sz="quarter" idx="4"/>
          </p:nvPr>
        </p:nvSpPr>
        <p:spPr>
          <a:prstGeom prst="rect">
            <a:avLst/>
          </a:prstGeom>
        </p:spPr>
        <p:txBody>
          <a:bodyPr/>
          <a:lstStyle/>
          <a:p>
            <a:pPr algn="r">
              <a:defRPr/>
            </a:pPr>
            <a:fld id="{DACE9E11-39C8-4E20-894F-A4A883CCF6EF}" type="slidenum">
              <a:rPr lang="en-US" smtClean="0"/>
              <a:pPr algn="r">
                <a:defRPr/>
              </a:pPr>
              <a:t>57</a:t>
            </a:fld>
            <a:endParaRPr lang="en-US"/>
          </a:p>
        </p:txBody>
      </p:sp>
    </p:spTree>
    <p:extLst>
      <p:ext uri="{BB962C8B-B14F-4D97-AF65-F5344CB8AC3E}">
        <p14:creationId xmlns:p14="http://schemas.microsoft.com/office/powerpoint/2010/main" val="45362125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2"/>
          <p:cNvSpPr>
            <a:spLocks noGrp="1" noChangeArrowheads="1"/>
          </p:cNvSpPr>
          <p:nvPr>
            <p:ph type="title"/>
          </p:nvPr>
        </p:nvSpPr>
        <p:spPr>
          <a:xfrm>
            <a:off x="89210" y="70056"/>
            <a:ext cx="8965580" cy="723900"/>
          </a:xfrm>
        </p:spPr>
        <p:txBody>
          <a:bodyPr/>
          <a:lstStyle/>
          <a:p>
            <a:r>
              <a:rPr lang="en-US" altLang="en-US" dirty="0"/>
              <a:t>TCP Congestion Control (cont.)</a:t>
            </a:r>
          </a:p>
        </p:txBody>
      </p:sp>
      <p:sp>
        <p:nvSpPr>
          <p:cNvPr id="267267" name="Rectangle 3"/>
          <p:cNvSpPr>
            <a:spLocks noGrp="1" noChangeArrowheads="1"/>
          </p:cNvSpPr>
          <p:nvPr>
            <p:ph idx="1"/>
          </p:nvPr>
        </p:nvSpPr>
        <p:spPr>
          <a:xfrm>
            <a:off x="457200" y="1139684"/>
            <a:ext cx="8229600" cy="3313043"/>
          </a:xfrm>
        </p:spPr>
        <p:txBody>
          <a:bodyPr/>
          <a:lstStyle/>
          <a:p>
            <a:r>
              <a:rPr lang="en-NZ" sz="2600" dirty="0">
                <a:latin typeface="Arial" panose="020B0604020202020204" pitchFamily="34" charset="0"/>
                <a:cs typeface="Arial" panose="020B0604020202020204" pitchFamily="34" charset="0"/>
              </a:rPr>
              <a:t>Roughly at the beginning of every RTT, the constraint permits the sender to send at most </a:t>
            </a:r>
            <a:r>
              <a:rPr lang="en-NZ" sz="2600" b="1" dirty="0" err="1">
                <a:latin typeface="Arial" panose="020B0604020202020204" pitchFamily="34" charset="0"/>
                <a:cs typeface="Arial" panose="020B0604020202020204" pitchFamily="34" charset="0"/>
              </a:rPr>
              <a:t>CongWin</a:t>
            </a:r>
            <a:r>
              <a:rPr lang="en-NZ" sz="2600" dirty="0">
                <a:latin typeface="Arial" panose="020B0604020202020204" pitchFamily="34" charset="0"/>
                <a:cs typeface="Arial" panose="020B0604020202020204" pitchFamily="34" charset="0"/>
              </a:rPr>
              <a:t> bytes.</a:t>
            </a:r>
          </a:p>
          <a:p>
            <a:endParaRPr lang="en-NZ" sz="2600" dirty="0">
              <a:latin typeface="Arial" panose="020B0604020202020204" pitchFamily="34" charset="0"/>
              <a:cs typeface="Arial" panose="020B0604020202020204" pitchFamily="34" charset="0"/>
            </a:endParaRPr>
          </a:p>
          <a:p>
            <a:r>
              <a:rPr lang="en-US" altLang="en-US" sz="2600" dirty="0">
                <a:latin typeface="Arial" panose="020B0604020202020204" pitchFamily="34" charset="0"/>
                <a:cs typeface="Arial" panose="020B0604020202020204" pitchFamily="34" charset="0"/>
              </a:rPr>
              <a:t>By adjusting </a:t>
            </a:r>
            <a:r>
              <a:rPr lang="en-US" altLang="en-US" sz="2600" b="1" dirty="0" err="1">
                <a:latin typeface="Arial" panose="020B0604020202020204" pitchFamily="34" charset="0"/>
                <a:cs typeface="Arial" panose="020B0604020202020204" pitchFamily="34" charset="0"/>
              </a:rPr>
              <a:t>CongWin</a:t>
            </a:r>
            <a:r>
              <a:rPr lang="en-US" altLang="en-US" sz="2600" b="1" dirty="0">
                <a:latin typeface="Arial" panose="020B0604020202020204" pitchFamily="34" charset="0"/>
                <a:cs typeface="Arial" panose="020B0604020202020204" pitchFamily="34" charset="0"/>
              </a:rPr>
              <a:t> </a:t>
            </a:r>
            <a:r>
              <a:rPr lang="en-US" altLang="en-US" sz="2600" dirty="0">
                <a:latin typeface="Arial" panose="020B0604020202020204" pitchFamily="34" charset="0"/>
                <a:cs typeface="Arial" panose="020B0604020202020204" pitchFamily="34" charset="0"/>
              </a:rPr>
              <a:t>according to network congestion</a:t>
            </a:r>
            <a:r>
              <a:rPr lang="en-US" altLang="en-US" sz="2600" b="1" dirty="0">
                <a:latin typeface="Arial" panose="020B0604020202020204" pitchFamily="34" charset="0"/>
                <a:cs typeface="Arial" panose="020B0604020202020204" pitchFamily="34" charset="0"/>
              </a:rPr>
              <a:t>, </a:t>
            </a:r>
            <a:r>
              <a:rPr lang="en-US" altLang="en-US" sz="2600" dirty="0">
                <a:latin typeface="Arial" panose="020B0604020202020204" pitchFamily="34" charset="0"/>
                <a:cs typeface="Arial" panose="020B0604020202020204" pitchFamily="34" charset="0"/>
              </a:rPr>
              <a:t>the sender can adjust its rate at which it sends data into its connection.</a:t>
            </a:r>
          </a:p>
        </p:txBody>
      </p:sp>
      <p:sp>
        <p:nvSpPr>
          <p:cNvPr id="107" name="Slide Number Placeholder 3"/>
          <p:cNvSpPr>
            <a:spLocks noGrp="1"/>
          </p:cNvSpPr>
          <p:nvPr>
            <p:ph type="sldNum" sz="quarter" idx="4"/>
          </p:nvPr>
        </p:nvSpPr>
        <p:spPr>
          <a:prstGeom prst="rect">
            <a:avLst/>
          </a:prstGeom>
        </p:spPr>
        <p:txBody>
          <a:bodyPr/>
          <a:lstStyle/>
          <a:p>
            <a:pPr algn="r">
              <a:defRPr/>
            </a:pPr>
            <a:fld id="{DACE9E11-39C8-4E20-894F-A4A883CCF6EF}" type="slidenum">
              <a:rPr lang="en-US" smtClean="0"/>
              <a:pPr algn="r">
                <a:defRPr/>
              </a:pPr>
              <a:t>58</a:t>
            </a:fld>
            <a:endParaRPr lang="en-US"/>
          </a:p>
        </p:txBody>
      </p:sp>
      <p:grpSp>
        <p:nvGrpSpPr>
          <p:cNvPr id="2" name="Group 1"/>
          <p:cNvGrpSpPr>
            <a:grpSpLocks/>
          </p:cNvGrpSpPr>
          <p:nvPr/>
        </p:nvGrpSpPr>
        <p:grpSpPr bwMode="auto">
          <a:xfrm>
            <a:off x="2366962" y="4417454"/>
            <a:ext cx="4410076" cy="762001"/>
            <a:chOff x="1104" y="3564"/>
            <a:chExt cx="2778" cy="510"/>
          </a:xfrm>
        </p:grpSpPr>
        <p:sp>
          <p:nvSpPr>
            <p:cNvPr id="7" name="Text Box 6"/>
            <p:cNvSpPr txBox="1">
              <a:spLocks noChangeArrowheads="1"/>
            </p:cNvSpPr>
            <p:nvPr/>
          </p:nvSpPr>
          <p:spPr bwMode="auto">
            <a:xfrm>
              <a:off x="1119" y="3670"/>
              <a:ext cx="1191" cy="2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dirty="0"/>
                <a:t>Sending rate =</a:t>
              </a:r>
              <a:r>
                <a:rPr lang="en-US" altLang="en-US" sz="1000" dirty="0">
                  <a:latin typeface="Times New Roman" panose="02020603050405020304" pitchFamily="18" charset="0"/>
                </a:rPr>
                <a:t> </a:t>
              </a:r>
            </a:p>
          </p:txBody>
        </p:sp>
        <p:sp>
          <p:nvSpPr>
            <p:cNvPr id="8" name="Text Box 7"/>
            <p:cNvSpPr txBox="1">
              <a:spLocks noChangeArrowheads="1"/>
            </p:cNvSpPr>
            <p:nvPr/>
          </p:nvSpPr>
          <p:spPr bwMode="auto">
            <a:xfrm>
              <a:off x="2216" y="3575"/>
              <a:ext cx="780" cy="2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dirty="0" err="1"/>
                <a:t>CongWin</a:t>
              </a:r>
              <a:r>
                <a:rPr lang="en-US" altLang="en-US" sz="1000" dirty="0">
                  <a:latin typeface="Times New Roman" panose="02020603050405020304" pitchFamily="18" charset="0"/>
                </a:rPr>
                <a:t> </a:t>
              </a:r>
            </a:p>
          </p:txBody>
        </p:sp>
        <p:sp>
          <p:nvSpPr>
            <p:cNvPr id="9" name="Text Box 8"/>
            <p:cNvSpPr txBox="1">
              <a:spLocks noChangeArrowheads="1"/>
            </p:cNvSpPr>
            <p:nvPr/>
          </p:nvSpPr>
          <p:spPr bwMode="auto">
            <a:xfrm>
              <a:off x="2333" y="3797"/>
              <a:ext cx="455" cy="2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dirty="0"/>
                <a:t>RTT</a:t>
              </a:r>
              <a:r>
                <a:rPr lang="en-US" altLang="en-US" sz="1000" dirty="0">
                  <a:latin typeface="Times New Roman" panose="02020603050405020304" pitchFamily="18" charset="0"/>
                </a:rPr>
                <a:t> </a:t>
              </a:r>
            </a:p>
          </p:txBody>
        </p:sp>
        <p:sp>
          <p:nvSpPr>
            <p:cNvPr id="10" name="Text Box 9"/>
            <p:cNvSpPr txBox="1">
              <a:spLocks noChangeArrowheads="1"/>
            </p:cNvSpPr>
            <p:nvPr/>
          </p:nvSpPr>
          <p:spPr bwMode="auto">
            <a:xfrm>
              <a:off x="2953" y="3695"/>
              <a:ext cx="798" cy="2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dirty="0"/>
                <a:t>bytes/sec</a:t>
              </a:r>
              <a:endParaRPr lang="en-US" altLang="en-US" sz="1000" dirty="0">
                <a:latin typeface="Times New Roman" panose="02020603050405020304" pitchFamily="18" charset="0"/>
              </a:endParaRPr>
            </a:p>
          </p:txBody>
        </p:sp>
        <p:sp>
          <p:nvSpPr>
            <p:cNvPr id="11" name="Line 10"/>
            <p:cNvSpPr>
              <a:spLocks noChangeShapeType="1"/>
            </p:cNvSpPr>
            <p:nvPr/>
          </p:nvSpPr>
          <p:spPr bwMode="auto">
            <a:xfrm flipV="1">
              <a:off x="2262" y="3804"/>
              <a:ext cx="63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12" name="Rectangle 11"/>
            <p:cNvSpPr>
              <a:spLocks noChangeArrowheads="1"/>
            </p:cNvSpPr>
            <p:nvPr/>
          </p:nvSpPr>
          <p:spPr bwMode="auto">
            <a:xfrm>
              <a:off x="1104" y="3564"/>
              <a:ext cx="2778" cy="510"/>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pSp>
    </p:spTree>
    <p:extLst>
      <p:ext uri="{BB962C8B-B14F-4D97-AF65-F5344CB8AC3E}">
        <p14:creationId xmlns:p14="http://schemas.microsoft.com/office/powerpoint/2010/main" val="100764210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TCP Congestion Control (cont.)</a:t>
            </a:r>
            <a:endParaRPr lang="en-NZ" dirty="0"/>
          </a:p>
        </p:txBody>
      </p:sp>
      <p:sp>
        <p:nvSpPr>
          <p:cNvPr id="3" name="Content Placeholder 2">
            <a:extLst>
              <a:ext uri="{FF2B5EF4-FFF2-40B4-BE49-F238E27FC236}">
                <a16:creationId xmlns:a16="http://schemas.microsoft.com/office/drawing/2014/main" id="{3D02EE46-91D0-C97A-A8DF-111DE9605224}"/>
              </a:ext>
            </a:extLst>
          </p:cNvPr>
          <p:cNvSpPr>
            <a:spLocks noGrp="1"/>
          </p:cNvSpPr>
          <p:nvPr>
            <p:ph idx="1"/>
          </p:nvPr>
        </p:nvSpPr>
        <p:spPr>
          <a:xfrm>
            <a:off x="457200" y="3146845"/>
            <a:ext cx="8229600" cy="2302727"/>
          </a:xfrm>
        </p:spPr>
        <p:txBody>
          <a:bodyPr/>
          <a:lstStyle/>
          <a:p>
            <a:r>
              <a:rPr lang="en-US" altLang="en-US" sz="2800" b="1" dirty="0"/>
              <a:t>L</a:t>
            </a:r>
            <a:r>
              <a:rPr lang="en-US" altLang="en-US" sz="2800" b="1" kern="0" dirty="0"/>
              <a:t>oss event </a:t>
            </a:r>
            <a:r>
              <a:rPr lang="en-US" altLang="en-US" sz="2800" kern="0" dirty="0"/>
              <a:t>= timeout or 3 duplicate ACKs </a:t>
            </a:r>
          </a:p>
          <a:p>
            <a:endParaRPr lang="en-US" altLang="en-US" sz="2800" kern="0" dirty="0"/>
          </a:p>
          <a:p>
            <a:r>
              <a:rPr lang="en-US" altLang="en-US" sz="2800" dirty="0"/>
              <a:t>The </a:t>
            </a:r>
            <a:r>
              <a:rPr lang="en-US" altLang="en-US" sz="2800" kern="0" dirty="0"/>
              <a:t>TCP sender reduces the send rate after a loss event</a:t>
            </a:r>
          </a:p>
          <a:p>
            <a:endParaRPr lang="en-AU" dirty="0"/>
          </a:p>
        </p:txBody>
      </p:sp>
      <p:sp>
        <p:nvSpPr>
          <p:cNvPr id="14" name="Slide Number Placeholder 3"/>
          <p:cNvSpPr>
            <a:spLocks noGrp="1"/>
          </p:cNvSpPr>
          <p:nvPr>
            <p:ph type="sldNum" sz="quarter" idx="4"/>
          </p:nvPr>
        </p:nvSpPr>
        <p:spPr>
          <a:prstGeom prst="rect">
            <a:avLst/>
          </a:prstGeom>
        </p:spPr>
        <p:txBody>
          <a:bodyPr/>
          <a:lstStyle/>
          <a:p>
            <a:pPr algn="r">
              <a:defRPr/>
            </a:pPr>
            <a:fld id="{DACE9E11-39C8-4E20-894F-A4A883CCF6EF}" type="slidenum">
              <a:rPr lang="en-US" smtClean="0"/>
              <a:pPr algn="r">
                <a:defRPr/>
              </a:pPr>
              <a:t>59</a:t>
            </a:fld>
            <a:endParaRPr lang="en-US"/>
          </a:p>
        </p:txBody>
      </p:sp>
      <p:pic>
        <p:nvPicPr>
          <p:cNvPr id="5" name="Graphic 4" descr="Badge Question Mark with solid fill">
            <a:extLst>
              <a:ext uri="{FF2B5EF4-FFF2-40B4-BE49-F238E27FC236}">
                <a16:creationId xmlns:a16="http://schemas.microsoft.com/office/drawing/2014/main" id="{3B13552F-122D-97BF-DE4A-4ADE4A68FC3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78780" y="1264284"/>
            <a:ext cx="914400" cy="914400"/>
          </a:xfrm>
          <a:prstGeom prst="rect">
            <a:avLst/>
          </a:prstGeom>
        </p:spPr>
      </p:pic>
      <p:sp>
        <p:nvSpPr>
          <p:cNvPr id="7" name="Rectangle 6">
            <a:extLst>
              <a:ext uri="{FF2B5EF4-FFF2-40B4-BE49-F238E27FC236}">
                <a16:creationId xmlns:a16="http://schemas.microsoft.com/office/drawing/2014/main" id="{AA4EE1FA-63E0-BB35-0931-F48AA19BB82C}"/>
              </a:ext>
            </a:extLst>
          </p:cNvPr>
          <p:cNvSpPr/>
          <p:nvPr/>
        </p:nvSpPr>
        <p:spPr>
          <a:xfrm>
            <a:off x="1193179" y="1359534"/>
            <a:ext cx="7408127" cy="723900"/>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600"/>
              </a:spcBef>
              <a:spcAft>
                <a:spcPts val="600"/>
              </a:spcAft>
            </a:pPr>
            <a:r>
              <a:rPr lang="en-NZ" sz="2800" dirty="0">
                <a:latin typeface="Arial" panose="020B0604020202020204" pitchFamily="34" charset="0"/>
                <a:cs typeface="Arial" panose="020B0604020202020204" pitchFamily="34" charset="0"/>
              </a:rPr>
              <a:t>How </a:t>
            </a:r>
            <a:r>
              <a:rPr lang="en-AU" sz="2800" dirty="0">
                <a:latin typeface="Arial" panose="020B0604020202020204" pitchFamily="34" charset="0"/>
                <a:cs typeface="Arial" panose="020B0604020202020204" pitchFamily="34" charset="0"/>
              </a:rPr>
              <a:t>does a TCP sender</a:t>
            </a:r>
            <a:r>
              <a:rPr lang="en-NZ" sz="2800" dirty="0">
                <a:latin typeface="Arial" panose="020B0604020202020204" pitchFamily="34" charset="0"/>
                <a:cs typeface="Arial" panose="020B0604020202020204" pitchFamily="34" charset="0"/>
              </a:rPr>
              <a:t> detect congestion?</a:t>
            </a:r>
          </a:p>
        </p:txBody>
      </p:sp>
    </p:spTree>
    <p:extLst>
      <p:ext uri="{BB962C8B-B14F-4D97-AF65-F5344CB8AC3E}">
        <p14:creationId xmlns:p14="http://schemas.microsoft.com/office/powerpoint/2010/main" val="261461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TCP Congestion Control (cont.)</a:t>
            </a:r>
            <a:endParaRPr lang="en-NZ" b="1" dirty="0">
              <a:latin typeface="Courier New" panose="02070309020205020404" pitchFamily="49" charset="0"/>
              <a:cs typeface="Courier New" panose="02070309020205020404" pitchFamily="49" charset="0"/>
            </a:endParaRPr>
          </a:p>
        </p:txBody>
      </p:sp>
      <p:sp>
        <p:nvSpPr>
          <p:cNvPr id="3" name="Content Placeholder 2"/>
          <p:cNvSpPr>
            <a:spLocks noGrp="1"/>
          </p:cNvSpPr>
          <p:nvPr>
            <p:ph idx="1"/>
          </p:nvPr>
        </p:nvSpPr>
        <p:spPr>
          <a:xfrm>
            <a:off x="457200" y="2929052"/>
            <a:ext cx="8229600" cy="2621451"/>
          </a:xfrm>
        </p:spPr>
        <p:txBody>
          <a:bodyPr/>
          <a:lstStyle/>
          <a:p>
            <a:pPr>
              <a:spcBef>
                <a:spcPts val="1200"/>
              </a:spcBef>
              <a:spcAft>
                <a:spcPts val="600"/>
              </a:spcAft>
            </a:pPr>
            <a:r>
              <a:rPr lang="en-GB" sz="2800" dirty="0"/>
              <a:t>ACKs indicate a congestion-free path and loss events indicate a congested path</a:t>
            </a:r>
            <a:endParaRPr lang="en-NZ" sz="2800" dirty="0"/>
          </a:p>
          <a:p>
            <a:pPr lvl="1">
              <a:spcBef>
                <a:spcPts val="1200"/>
              </a:spcBef>
              <a:spcAft>
                <a:spcPts val="600"/>
              </a:spcAft>
            </a:pPr>
            <a:r>
              <a:rPr lang="en-NZ" sz="2000" dirty="0"/>
              <a:t>If ACKs (for previously unacknowledged segments) arrive, increase </a:t>
            </a:r>
            <a:r>
              <a:rPr lang="en-NZ" sz="2000" b="1" dirty="0" err="1"/>
              <a:t>CongWin</a:t>
            </a:r>
            <a:endParaRPr lang="en-NZ" sz="2000" dirty="0"/>
          </a:p>
          <a:p>
            <a:pPr lvl="1">
              <a:spcBef>
                <a:spcPts val="1200"/>
              </a:spcBef>
              <a:spcAft>
                <a:spcPts val="600"/>
              </a:spcAft>
            </a:pPr>
            <a:r>
              <a:rPr lang="en-NZ" sz="2000" dirty="0"/>
              <a:t>If there is a timeout or duplicate ACKs, decrease </a:t>
            </a:r>
            <a:r>
              <a:rPr lang="en-NZ" sz="2000" b="1" dirty="0" err="1"/>
              <a:t>CongWin</a:t>
            </a:r>
            <a:endParaRPr lang="en-NZ" sz="2000" dirty="0"/>
          </a:p>
        </p:txBody>
      </p:sp>
      <p:sp>
        <p:nvSpPr>
          <p:cNvPr id="6" name="Slide Number Placeholder 3"/>
          <p:cNvSpPr>
            <a:spLocks noGrp="1"/>
          </p:cNvSpPr>
          <p:nvPr>
            <p:ph type="sldNum" sz="quarter" idx="4"/>
          </p:nvPr>
        </p:nvSpPr>
        <p:spPr>
          <a:prstGeom prst="rect">
            <a:avLst/>
          </a:prstGeom>
        </p:spPr>
        <p:txBody>
          <a:bodyPr/>
          <a:lstStyle/>
          <a:p>
            <a:pPr algn="r">
              <a:defRPr/>
            </a:pPr>
            <a:fld id="{DACE9E11-39C8-4E20-894F-A4A883CCF6EF}" type="slidenum">
              <a:rPr lang="en-US" smtClean="0"/>
              <a:pPr algn="r">
                <a:defRPr/>
              </a:pPr>
              <a:t>60</a:t>
            </a:fld>
            <a:endParaRPr lang="en-US"/>
          </a:p>
        </p:txBody>
      </p:sp>
      <p:pic>
        <p:nvPicPr>
          <p:cNvPr id="4" name="Graphic 3" descr="Badge Question Mark with solid fill">
            <a:extLst>
              <a:ext uri="{FF2B5EF4-FFF2-40B4-BE49-F238E27FC236}">
                <a16:creationId xmlns:a16="http://schemas.microsoft.com/office/drawing/2014/main" id="{889D9B68-9FB9-051A-DBB5-39D0DC240B5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78780" y="1249417"/>
            <a:ext cx="914400" cy="914400"/>
          </a:xfrm>
          <a:prstGeom prst="rect">
            <a:avLst/>
          </a:prstGeom>
        </p:spPr>
      </p:pic>
      <p:sp>
        <p:nvSpPr>
          <p:cNvPr id="5" name="Rectangle 4">
            <a:extLst>
              <a:ext uri="{FF2B5EF4-FFF2-40B4-BE49-F238E27FC236}">
                <a16:creationId xmlns:a16="http://schemas.microsoft.com/office/drawing/2014/main" id="{C7F394FC-BC37-F1F4-5417-59405E2918B6}"/>
              </a:ext>
            </a:extLst>
          </p:cNvPr>
          <p:cNvSpPr/>
          <p:nvPr/>
        </p:nvSpPr>
        <p:spPr>
          <a:xfrm>
            <a:off x="1193179" y="1344667"/>
            <a:ext cx="7408127" cy="723900"/>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Bef>
                <a:spcPts val="600"/>
              </a:spcBef>
              <a:spcAft>
                <a:spcPts val="600"/>
              </a:spcAft>
            </a:pPr>
            <a:r>
              <a:rPr lang="en-NZ" sz="2800" dirty="0">
                <a:latin typeface="Arial" panose="020B0604020202020204" pitchFamily="34" charset="0"/>
                <a:cs typeface="Arial" panose="020B0604020202020204" pitchFamily="34" charset="0"/>
              </a:rPr>
              <a:t>How </a:t>
            </a:r>
            <a:r>
              <a:rPr lang="en-AU" sz="2800" dirty="0">
                <a:latin typeface="Arial" panose="020B0604020202020204" pitchFamily="34" charset="0"/>
                <a:cs typeface="Arial" panose="020B0604020202020204" pitchFamily="34" charset="0"/>
              </a:rPr>
              <a:t>does a TCP sender</a:t>
            </a:r>
            <a:r>
              <a:rPr lang="en-NZ" sz="2800" dirty="0">
                <a:latin typeface="Arial" panose="020B0604020202020204" pitchFamily="34" charset="0"/>
                <a:cs typeface="Arial" panose="020B0604020202020204" pitchFamily="34" charset="0"/>
              </a:rPr>
              <a:t> adjust </a:t>
            </a:r>
            <a:r>
              <a:rPr lang="en-NZ" sz="2800" dirty="0" err="1">
                <a:latin typeface="Arial" panose="020B0604020202020204" pitchFamily="34" charset="0"/>
                <a:cs typeface="Arial" panose="020B0604020202020204" pitchFamily="34" charset="0"/>
              </a:rPr>
              <a:t>CongWin</a:t>
            </a:r>
            <a:r>
              <a:rPr lang="en-NZ" sz="28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9568498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7FD2EA69-A675-8156-2A05-E8C44D9545C0}"/>
              </a:ext>
            </a:extLst>
          </p:cNvPr>
          <p:cNvGraphicFramePr/>
          <p:nvPr>
            <p:extLst>
              <p:ext uri="{D42A27DB-BD31-4B8C-83A1-F6EECF244321}">
                <p14:modId xmlns:p14="http://schemas.microsoft.com/office/powerpoint/2010/main" val="2861603185"/>
              </p:ext>
            </p:extLst>
          </p:nvPr>
        </p:nvGraphicFramePr>
        <p:xfrm>
          <a:off x="641887" y="1354438"/>
          <a:ext cx="9114295" cy="47932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p:cNvSpPr>
            <a:spLocks noGrp="1"/>
          </p:cNvSpPr>
          <p:nvPr>
            <p:ph type="title"/>
          </p:nvPr>
        </p:nvSpPr>
        <p:spPr>
          <a:xfrm>
            <a:off x="-1" y="70056"/>
            <a:ext cx="8983663" cy="723900"/>
          </a:xfrm>
        </p:spPr>
        <p:txBody>
          <a:bodyPr/>
          <a:lstStyle/>
          <a:p>
            <a:r>
              <a:rPr lang="en-NZ" sz="1400" i="1"/>
              <a:t>The celebrated </a:t>
            </a:r>
            <a:r>
              <a:rPr lang="en-NZ"/>
              <a:t>TCP </a:t>
            </a:r>
            <a:r>
              <a:rPr lang="en-NZ" dirty="0"/>
              <a:t>Congestion-Control Algorithm</a:t>
            </a:r>
            <a:endParaRPr lang="en-NZ"/>
          </a:p>
        </p:txBody>
      </p:sp>
      <p:sp>
        <p:nvSpPr>
          <p:cNvPr id="7" name="Slide Number Placeholder 3"/>
          <p:cNvSpPr>
            <a:spLocks noGrp="1"/>
          </p:cNvSpPr>
          <p:nvPr>
            <p:ph type="sldNum" sz="quarter" idx="4"/>
          </p:nvPr>
        </p:nvSpPr>
        <p:spPr>
          <a:prstGeom prst="rect">
            <a:avLst/>
          </a:prstGeom>
        </p:spPr>
        <p:txBody>
          <a:bodyPr/>
          <a:lstStyle/>
          <a:p>
            <a:pPr algn="r">
              <a:defRPr/>
            </a:pPr>
            <a:fld id="{DACE9E11-39C8-4E20-894F-A4A883CCF6EF}" type="slidenum">
              <a:rPr lang="en-US" smtClean="0"/>
              <a:pPr algn="r">
                <a:defRPr/>
              </a:pPr>
              <a:t>61</a:t>
            </a:fld>
            <a:endParaRPr lang="en-US"/>
          </a:p>
        </p:txBody>
      </p:sp>
    </p:spTree>
    <p:extLst>
      <p:ext uri="{BB962C8B-B14F-4D97-AF65-F5344CB8AC3E}">
        <p14:creationId xmlns:p14="http://schemas.microsoft.com/office/powerpoint/2010/main" val="89696344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2"/>
          <p:cNvSpPr>
            <a:spLocks noGrp="1" noChangeArrowheads="1"/>
          </p:cNvSpPr>
          <p:nvPr>
            <p:ph type="title"/>
          </p:nvPr>
        </p:nvSpPr>
        <p:spPr/>
        <p:txBody>
          <a:bodyPr/>
          <a:lstStyle/>
          <a:p>
            <a:r>
              <a:rPr lang="en-US" altLang="en-US" dirty="0"/>
              <a:t>TCP Slow Start</a:t>
            </a:r>
          </a:p>
        </p:txBody>
      </p:sp>
      <p:sp>
        <p:nvSpPr>
          <p:cNvPr id="270339" name="Rectangle 3"/>
          <p:cNvSpPr>
            <a:spLocks noGrp="1" noChangeArrowheads="1"/>
          </p:cNvSpPr>
          <p:nvPr>
            <p:ph idx="1"/>
          </p:nvPr>
        </p:nvSpPr>
        <p:spPr>
          <a:xfrm>
            <a:off x="457200" y="1161738"/>
            <a:ext cx="4932362" cy="5391462"/>
          </a:xfrm>
        </p:spPr>
        <p:txBody>
          <a:bodyPr/>
          <a:lstStyle/>
          <a:p>
            <a:pPr>
              <a:spcAft>
                <a:spcPts val="600"/>
              </a:spcAft>
            </a:pPr>
            <a:r>
              <a:rPr lang="en-US" altLang="en-US" sz="2400" dirty="0"/>
              <a:t>When a connection begins</a:t>
            </a:r>
          </a:p>
          <a:p>
            <a:pPr lvl="1">
              <a:spcAft>
                <a:spcPts val="600"/>
              </a:spcAft>
            </a:pPr>
            <a:r>
              <a:rPr lang="en-US" altLang="en-US" sz="2000" b="1" dirty="0" err="1"/>
              <a:t>CongWin</a:t>
            </a:r>
            <a:r>
              <a:rPr lang="en-US" altLang="en-US" sz="2000" dirty="0"/>
              <a:t> = 1 MSS (Maximum Segment Size)</a:t>
            </a:r>
          </a:p>
          <a:p>
            <a:pPr lvl="1">
              <a:spcAft>
                <a:spcPts val="600"/>
              </a:spcAft>
            </a:pPr>
            <a:r>
              <a:rPr lang="en-GB" altLang="en-US" sz="2000" dirty="0"/>
              <a:t>Initial sending rate = MSS/RTT</a:t>
            </a:r>
          </a:p>
          <a:p>
            <a:pPr>
              <a:spcAft>
                <a:spcPts val="600"/>
              </a:spcAft>
            </a:pPr>
            <a:r>
              <a:rPr lang="en-GB" altLang="en-US" sz="2400" dirty="0"/>
              <a:t>Double </a:t>
            </a:r>
            <a:r>
              <a:rPr lang="en-US" altLang="en-US" sz="2400" b="1" dirty="0" err="1"/>
              <a:t>CongWin</a:t>
            </a:r>
            <a:r>
              <a:rPr lang="en-US" altLang="en-US" sz="2400" dirty="0"/>
              <a:t> every RTT</a:t>
            </a:r>
          </a:p>
          <a:p>
            <a:pPr lvl="1">
              <a:spcAft>
                <a:spcPts val="600"/>
              </a:spcAft>
            </a:pPr>
            <a:r>
              <a:rPr lang="en-US" altLang="en-US" sz="2000" b="1" dirty="0" err="1"/>
              <a:t>CongWin</a:t>
            </a:r>
            <a:r>
              <a:rPr lang="en-US" altLang="en-US" sz="2000" b="1" dirty="0"/>
              <a:t> </a:t>
            </a:r>
            <a:r>
              <a:rPr lang="en-GB" sz="2000" dirty="0"/>
              <a:t>increases by 1 MSS every time a transmitted segment is first acknowledged</a:t>
            </a:r>
          </a:p>
          <a:p>
            <a:pPr marL="0" indent="0">
              <a:spcAft>
                <a:spcPts val="600"/>
              </a:spcAft>
              <a:buNone/>
            </a:pPr>
            <a:endParaRPr lang="en-GB" sz="2600" dirty="0"/>
          </a:p>
          <a:p>
            <a:pPr>
              <a:spcAft>
                <a:spcPts val="600"/>
              </a:spcAft>
            </a:pPr>
            <a:r>
              <a:rPr lang="en-US" altLang="en-US" sz="2400" u="sng" dirty="0">
                <a:solidFill>
                  <a:srgbClr val="FF0000"/>
                </a:solidFill>
              </a:rPr>
              <a:t>Summary:</a:t>
            </a:r>
            <a:r>
              <a:rPr lang="en-US" altLang="en-US" sz="2400" dirty="0"/>
              <a:t> </a:t>
            </a:r>
            <a:r>
              <a:rPr lang="en-GB" altLang="en-US" sz="2400" dirty="0"/>
              <a:t>t</a:t>
            </a:r>
            <a:r>
              <a:rPr lang="en-GB" sz="2400" dirty="0"/>
              <a:t>he TCP sending rate starts slow but grows exponentially during the slow start phase</a:t>
            </a:r>
          </a:p>
        </p:txBody>
      </p:sp>
      <p:sp>
        <p:nvSpPr>
          <p:cNvPr id="8" name="Slide Number Placeholder 3"/>
          <p:cNvSpPr>
            <a:spLocks noGrp="1"/>
          </p:cNvSpPr>
          <p:nvPr>
            <p:ph type="sldNum" sz="quarter" idx="4"/>
          </p:nvPr>
        </p:nvSpPr>
        <p:spPr>
          <a:prstGeom prst="rect">
            <a:avLst/>
          </a:prstGeom>
        </p:spPr>
        <p:txBody>
          <a:bodyPr/>
          <a:lstStyle/>
          <a:p>
            <a:pPr algn="r">
              <a:defRPr/>
            </a:pPr>
            <a:fld id="{DACE9E11-39C8-4E20-894F-A4A883CCF6EF}" type="slidenum">
              <a:rPr lang="en-US" smtClean="0"/>
              <a:pPr algn="r">
                <a:defRPr/>
              </a:pPr>
              <a:t>62</a:t>
            </a:fld>
            <a:endParaRPr lang="en-US"/>
          </a:p>
        </p:txBody>
      </p:sp>
      <p:sp>
        <p:nvSpPr>
          <p:cNvPr id="270341" name="Rectangle 5"/>
          <p:cNvSpPr>
            <a:spLocks noChangeArrowheads="1"/>
          </p:cNvSpPr>
          <p:nvPr/>
        </p:nvSpPr>
        <p:spPr bwMode="auto">
          <a:xfrm>
            <a:off x="4876800" y="1600200"/>
            <a:ext cx="4038600"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spcBef>
                <a:spcPct val="20000"/>
              </a:spcBef>
              <a:buClr>
                <a:schemeClr val="accent2"/>
              </a:buClr>
              <a:buSzPct val="85000"/>
              <a:buFont typeface="ZapfDingbats" pitchFamily="82" charset="2"/>
              <a:buChar char="r"/>
              <a:defRPr sz="2400">
                <a:solidFill>
                  <a:schemeClr val="tx1"/>
                </a:solidFill>
                <a:latin typeface="Comic Sans MS" panose="030F0702030302020204" pitchFamily="66" charset="0"/>
              </a:defRPr>
            </a:lvl1pPr>
            <a:lvl2pPr marL="742950" indent="-285750" algn="l">
              <a:spcBef>
                <a:spcPct val="20000"/>
              </a:spcBef>
              <a:buClr>
                <a:schemeClr val="accent2"/>
              </a:buClr>
              <a:buSzPct val="75000"/>
              <a:buFont typeface="ZapfDingbats" pitchFamily="82" charset="2"/>
              <a:buChar char="m"/>
              <a:defRPr sz="2000">
                <a:solidFill>
                  <a:schemeClr val="tx1"/>
                </a:solidFill>
                <a:latin typeface="Comic Sans MS" panose="030F0702030302020204" pitchFamily="66" charset="0"/>
              </a:defRPr>
            </a:lvl2pPr>
            <a:lvl3pPr marL="1143000" indent="-228600" algn="l">
              <a:spcBef>
                <a:spcPct val="20000"/>
              </a:spcBef>
              <a:buChar char="•"/>
              <a:defRPr>
                <a:solidFill>
                  <a:schemeClr val="tx1"/>
                </a:solidFill>
                <a:latin typeface="Comic Sans MS" panose="030F0702030302020204" pitchFamily="66" charset="0"/>
              </a:defRPr>
            </a:lvl3pPr>
            <a:lvl4pPr marL="1600200" indent="-228600" algn="l">
              <a:spcBef>
                <a:spcPct val="20000"/>
              </a:spcBef>
              <a:buChar char="–"/>
              <a:defRPr>
                <a:solidFill>
                  <a:schemeClr val="tx1"/>
                </a:solidFill>
                <a:latin typeface="Times New Roman" panose="02020603050405020304" pitchFamily="18" charset="0"/>
              </a:defRPr>
            </a:lvl4pPr>
            <a:lvl5pPr marL="2057400" indent="-228600" algn="l">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endParaRPr lang="en-US" altLang="en-US"/>
          </a:p>
        </p:txBody>
      </p:sp>
      <p:grpSp>
        <p:nvGrpSpPr>
          <p:cNvPr id="2" name="Group 1">
            <a:extLst>
              <a:ext uri="{FF2B5EF4-FFF2-40B4-BE49-F238E27FC236}">
                <a16:creationId xmlns:a16="http://schemas.microsoft.com/office/drawing/2014/main" id="{D6C503CA-5947-9F7C-AFAC-7B867BA84155}"/>
              </a:ext>
            </a:extLst>
          </p:cNvPr>
          <p:cNvGrpSpPr/>
          <p:nvPr/>
        </p:nvGrpSpPr>
        <p:grpSpPr>
          <a:xfrm>
            <a:off x="5337175" y="1387609"/>
            <a:ext cx="3270259" cy="4340064"/>
            <a:chOff x="5305425" y="1102797"/>
            <a:chExt cx="3270259" cy="4340064"/>
          </a:xfrm>
        </p:grpSpPr>
        <p:sp>
          <p:nvSpPr>
            <p:cNvPr id="272390" name="Line 6"/>
            <p:cNvSpPr>
              <a:spLocks noChangeShapeType="1"/>
            </p:cNvSpPr>
            <p:nvPr/>
          </p:nvSpPr>
          <p:spPr bwMode="auto">
            <a:xfrm>
              <a:off x="5713413" y="1742398"/>
              <a:ext cx="2505075" cy="352425"/>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aphicFrame>
          <p:nvGraphicFramePr>
            <p:cNvPr id="272391" name="Object 7"/>
            <p:cNvGraphicFramePr>
              <a:graphicFrameLocks noChangeAspect="1"/>
            </p:cNvGraphicFramePr>
            <p:nvPr>
              <p:extLst>
                <p:ext uri="{D42A27DB-BD31-4B8C-83A1-F6EECF244321}">
                  <p14:modId xmlns:p14="http://schemas.microsoft.com/office/powerpoint/2010/main" val="3206307448"/>
                </p:ext>
              </p:extLst>
            </p:nvPr>
          </p:nvGraphicFramePr>
          <p:xfrm>
            <a:off x="5305425" y="1107398"/>
            <a:ext cx="485775" cy="385763"/>
          </p:xfrm>
          <a:graphic>
            <a:graphicData uri="http://schemas.openxmlformats.org/presentationml/2006/ole">
              <mc:AlternateContent xmlns:mc="http://schemas.openxmlformats.org/markup-compatibility/2006">
                <mc:Choice xmlns:v="urn:schemas-microsoft-com:vml" Requires="v">
                  <p:oleObj name="Clip" r:id="rId3" imgW="1305000" imgH="1085760" progId="MS_ClipArt_Gallery.2">
                    <p:embed/>
                  </p:oleObj>
                </mc:Choice>
                <mc:Fallback>
                  <p:oleObj name="Clip" r:id="rId3" imgW="1305000" imgH="1085760" progId="MS_ClipArt_Gallery.2">
                    <p:embed/>
                    <p:pic>
                      <p:nvPicPr>
                        <p:cNvPr id="272391"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05425" y="1107398"/>
                          <a:ext cx="485775" cy="385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2392" name="Text Box 8"/>
            <p:cNvSpPr txBox="1">
              <a:spLocks noChangeArrowheads="1"/>
            </p:cNvSpPr>
            <p:nvPr/>
          </p:nvSpPr>
          <p:spPr bwMode="auto">
            <a:xfrm>
              <a:off x="5715000" y="1107398"/>
              <a:ext cx="849313"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Host A</a:t>
              </a:r>
              <a:endParaRPr lang="en-US" altLang="en-US" sz="1000">
                <a:latin typeface="Times New Roman" panose="02020603050405020304" pitchFamily="18" charset="0"/>
              </a:endParaRPr>
            </a:p>
          </p:txBody>
        </p:sp>
        <p:sp>
          <p:nvSpPr>
            <p:cNvPr id="272393" name="Text Box 9"/>
            <p:cNvSpPr txBox="1">
              <a:spLocks noChangeArrowheads="1"/>
            </p:cNvSpPr>
            <p:nvPr/>
          </p:nvSpPr>
          <p:spPr bwMode="auto">
            <a:xfrm rot="408567">
              <a:off x="5875907" y="1610139"/>
              <a:ext cx="1875835"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latin typeface="Arial" panose="020B0604020202020204" pitchFamily="34" charset="0"/>
                </a:rPr>
                <a:t>one segment (1MSS)</a:t>
              </a:r>
              <a:endParaRPr lang="en-US" altLang="en-US" sz="1000">
                <a:latin typeface="Times New Roman" panose="02020603050405020304" pitchFamily="18" charset="0"/>
              </a:endParaRPr>
            </a:p>
          </p:txBody>
        </p:sp>
        <p:sp>
          <p:nvSpPr>
            <p:cNvPr id="272394" name="Text Box 10"/>
            <p:cNvSpPr txBox="1">
              <a:spLocks noChangeArrowheads="1"/>
            </p:cNvSpPr>
            <p:nvPr/>
          </p:nvSpPr>
          <p:spPr bwMode="auto">
            <a:xfrm rot="16200000">
              <a:off x="5270500" y="1947186"/>
              <a:ext cx="536575"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t>RTT</a:t>
              </a:r>
              <a:endParaRPr lang="en-US" altLang="en-US" sz="1000">
                <a:latin typeface="Times New Roman" panose="02020603050405020304" pitchFamily="18" charset="0"/>
              </a:endParaRPr>
            </a:p>
          </p:txBody>
        </p:sp>
        <p:graphicFrame>
          <p:nvGraphicFramePr>
            <p:cNvPr id="272395" name="Object 11"/>
            <p:cNvGraphicFramePr>
              <a:graphicFrameLocks noChangeAspect="1"/>
            </p:cNvGraphicFramePr>
            <p:nvPr>
              <p:extLst>
                <p:ext uri="{D42A27DB-BD31-4B8C-83A1-F6EECF244321}">
                  <p14:modId xmlns:p14="http://schemas.microsoft.com/office/powerpoint/2010/main" val="2321180741"/>
                </p:ext>
              </p:extLst>
            </p:nvPr>
          </p:nvGraphicFramePr>
          <p:xfrm>
            <a:off x="7962900" y="1116923"/>
            <a:ext cx="485775" cy="385763"/>
          </p:xfrm>
          <a:graphic>
            <a:graphicData uri="http://schemas.openxmlformats.org/presentationml/2006/ole">
              <mc:AlternateContent xmlns:mc="http://schemas.openxmlformats.org/markup-compatibility/2006">
                <mc:Choice xmlns:v="urn:schemas-microsoft-com:vml" Requires="v">
                  <p:oleObj name="Clip" r:id="rId3" imgW="1305000" imgH="1085760" progId="MS_ClipArt_Gallery.2">
                    <p:embed/>
                  </p:oleObj>
                </mc:Choice>
                <mc:Fallback>
                  <p:oleObj name="Clip" r:id="rId3" imgW="1305000" imgH="1085760" progId="MS_ClipArt_Gallery.2">
                    <p:embed/>
                    <p:pic>
                      <p:nvPicPr>
                        <p:cNvPr id="272395"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62900" y="1116923"/>
                          <a:ext cx="485775" cy="385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2396" name="Text Box 12"/>
            <p:cNvSpPr txBox="1">
              <a:spLocks noChangeArrowheads="1"/>
            </p:cNvSpPr>
            <p:nvPr/>
          </p:nvSpPr>
          <p:spPr bwMode="auto">
            <a:xfrm>
              <a:off x="7189787" y="1102797"/>
              <a:ext cx="828675"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Host B</a:t>
              </a:r>
              <a:endParaRPr lang="en-US" altLang="en-US" sz="1000" dirty="0">
                <a:latin typeface="Times New Roman" panose="02020603050405020304" pitchFamily="18" charset="0"/>
              </a:endParaRPr>
            </a:p>
          </p:txBody>
        </p:sp>
        <p:sp>
          <p:nvSpPr>
            <p:cNvPr id="272397" name="Line 13"/>
            <p:cNvSpPr>
              <a:spLocks noChangeShapeType="1"/>
            </p:cNvSpPr>
            <p:nvPr/>
          </p:nvSpPr>
          <p:spPr bwMode="auto">
            <a:xfrm>
              <a:off x="5708650" y="1556661"/>
              <a:ext cx="0" cy="38481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72398" name="Line 14"/>
            <p:cNvSpPr>
              <a:spLocks noChangeShapeType="1"/>
            </p:cNvSpPr>
            <p:nvPr/>
          </p:nvSpPr>
          <p:spPr bwMode="auto">
            <a:xfrm>
              <a:off x="8223250" y="1594761"/>
              <a:ext cx="0" cy="38481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72399" name="Line 15"/>
            <p:cNvSpPr>
              <a:spLocks noChangeShapeType="1"/>
            </p:cNvSpPr>
            <p:nvPr/>
          </p:nvSpPr>
          <p:spPr bwMode="auto">
            <a:xfrm flipH="1" flipV="1">
              <a:off x="5527675" y="1728111"/>
              <a:ext cx="4763" cy="219075"/>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72400" name="Line 16"/>
            <p:cNvSpPr>
              <a:spLocks noChangeShapeType="1"/>
            </p:cNvSpPr>
            <p:nvPr/>
          </p:nvSpPr>
          <p:spPr bwMode="auto">
            <a:xfrm>
              <a:off x="5537200" y="2290086"/>
              <a:ext cx="4763" cy="223837"/>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72401" name="Line 17"/>
            <p:cNvSpPr>
              <a:spLocks noChangeShapeType="1"/>
            </p:cNvSpPr>
            <p:nvPr/>
          </p:nvSpPr>
          <p:spPr bwMode="auto">
            <a:xfrm flipV="1">
              <a:off x="5689600" y="2147211"/>
              <a:ext cx="2505075" cy="352425"/>
            </a:xfrm>
            <a:prstGeom prst="line">
              <a:avLst/>
            </a:prstGeom>
            <a:noFill/>
            <a:ln w="28575">
              <a:solidFill>
                <a:schemeClr val="accent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pSp>
          <p:nvGrpSpPr>
            <p:cNvPr id="272402" name="Group 18"/>
            <p:cNvGrpSpPr>
              <a:grpSpLocks/>
            </p:cNvGrpSpPr>
            <p:nvPr/>
          </p:nvGrpSpPr>
          <p:grpSpPr bwMode="auto">
            <a:xfrm>
              <a:off x="7916871" y="4893602"/>
              <a:ext cx="658813" cy="366713"/>
              <a:chOff x="3304" y="3530"/>
              <a:chExt cx="415" cy="231"/>
            </a:xfrm>
          </p:grpSpPr>
          <p:sp>
            <p:nvSpPr>
              <p:cNvPr id="272403" name="Rectangle 19"/>
              <p:cNvSpPr>
                <a:spLocks noChangeArrowheads="1"/>
              </p:cNvSpPr>
              <p:nvPr/>
            </p:nvSpPr>
            <p:spPr bwMode="auto">
              <a:xfrm>
                <a:off x="3342" y="3576"/>
                <a:ext cx="324" cy="15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72404" name="Text Box 20"/>
              <p:cNvSpPr txBox="1">
                <a:spLocks noChangeArrowheads="1"/>
              </p:cNvSpPr>
              <p:nvPr/>
            </p:nvSpPr>
            <p:spPr bwMode="auto">
              <a:xfrm>
                <a:off x="3304" y="3530"/>
                <a:ext cx="415"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t>time</a:t>
                </a:r>
                <a:endParaRPr lang="en-US" altLang="en-US" sz="1000">
                  <a:latin typeface="Times New Roman" panose="02020603050405020304" pitchFamily="18" charset="0"/>
                </a:endParaRPr>
              </a:p>
            </p:txBody>
          </p:sp>
        </p:grpSp>
        <p:sp>
          <p:nvSpPr>
            <p:cNvPr id="272405" name="Line 21"/>
            <p:cNvSpPr>
              <a:spLocks noChangeShapeType="1"/>
            </p:cNvSpPr>
            <p:nvPr/>
          </p:nvSpPr>
          <p:spPr bwMode="auto">
            <a:xfrm>
              <a:off x="5718175" y="2523448"/>
              <a:ext cx="2505075" cy="352425"/>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72406" name="Line 22"/>
            <p:cNvSpPr>
              <a:spLocks noChangeShapeType="1"/>
            </p:cNvSpPr>
            <p:nvPr/>
          </p:nvSpPr>
          <p:spPr bwMode="auto">
            <a:xfrm>
              <a:off x="5713413" y="2721598"/>
              <a:ext cx="2505075" cy="352425"/>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72407" name="Line 23"/>
            <p:cNvSpPr>
              <a:spLocks noChangeShapeType="1"/>
            </p:cNvSpPr>
            <p:nvPr/>
          </p:nvSpPr>
          <p:spPr bwMode="auto">
            <a:xfrm flipV="1">
              <a:off x="5713414" y="2940417"/>
              <a:ext cx="2470042" cy="352215"/>
            </a:xfrm>
            <a:prstGeom prst="line">
              <a:avLst/>
            </a:prstGeom>
            <a:noFill/>
            <a:ln w="28575">
              <a:solidFill>
                <a:schemeClr val="accent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72408" name="Line 24"/>
            <p:cNvSpPr>
              <a:spLocks noChangeShapeType="1"/>
            </p:cNvSpPr>
            <p:nvPr/>
          </p:nvSpPr>
          <p:spPr bwMode="auto">
            <a:xfrm flipV="1">
              <a:off x="5686425" y="3138568"/>
              <a:ext cx="2505075" cy="352425"/>
            </a:xfrm>
            <a:prstGeom prst="line">
              <a:avLst/>
            </a:prstGeom>
            <a:noFill/>
            <a:ln w="28575">
              <a:solidFill>
                <a:schemeClr val="accent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72409" name="Text Box 25"/>
            <p:cNvSpPr txBox="1">
              <a:spLocks noChangeArrowheads="1"/>
            </p:cNvSpPr>
            <p:nvPr/>
          </p:nvSpPr>
          <p:spPr bwMode="auto">
            <a:xfrm rot="408567">
              <a:off x="6034458" y="2438465"/>
              <a:ext cx="1996059"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latin typeface="Arial" panose="020B0604020202020204" pitchFamily="34" charset="0"/>
                </a:rPr>
                <a:t>two segments (2 MSS)</a:t>
              </a:r>
              <a:endParaRPr lang="en-US" altLang="en-US" sz="1000">
                <a:latin typeface="Times New Roman" panose="02020603050405020304" pitchFamily="18" charset="0"/>
              </a:endParaRPr>
            </a:p>
          </p:txBody>
        </p:sp>
        <p:sp>
          <p:nvSpPr>
            <p:cNvPr id="272410" name="Text Box 26"/>
            <p:cNvSpPr txBox="1">
              <a:spLocks noChangeArrowheads="1"/>
            </p:cNvSpPr>
            <p:nvPr/>
          </p:nvSpPr>
          <p:spPr bwMode="auto">
            <a:xfrm rot="408567">
              <a:off x="6265325" y="3265280"/>
              <a:ext cx="1975221"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latin typeface="Arial" panose="020B0604020202020204" pitchFamily="34" charset="0"/>
                </a:rPr>
                <a:t>four segments (4MSS)</a:t>
              </a:r>
              <a:endParaRPr lang="en-US" altLang="en-US" sz="1000" dirty="0">
                <a:latin typeface="Times New Roman" panose="02020603050405020304" pitchFamily="18" charset="0"/>
              </a:endParaRPr>
            </a:p>
          </p:txBody>
        </p:sp>
        <p:grpSp>
          <p:nvGrpSpPr>
            <p:cNvPr id="272411" name="Group 27"/>
            <p:cNvGrpSpPr>
              <a:grpSpLocks/>
            </p:cNvGrpSpPr>
            <p:nvPr/>
          </p:nvGrpSpPr>
          <p:grpSpPr bwMode="auto">
            <a:xfrm>
              <a:off x="5708650" y="3363425"/>
              <a:ext cx="2519363" cy="712783"/>
              <a:chOff x="3954" y="2214"/>
              <a:chExt cx="1587" cy="449"/>
            </a:xfrm>
          </p:grpSpPr>
          <p:sp>
            <p:nvSpPr>
              <p:cNvPr id="272412" name="Line 28"/>
              <p:cNvSpPr>
                <a:spLocks noChangeShapeType="1"/>
              </p:cNvSpPr>
              <p:nvPr/>
            </p:nvSpPr>
            <p:spPr bwMode="auto">
              <a:xfrm>
                <a:off x="3963" y="2214"/>
                <a:ext cx="1578" cy="222"/>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72413" name="Line 29"/>
              <p:cNvSpPr>
                <a:spLocks noChangeShapeType="1"/>
              </p:cNvSpPr>
              <p:nvPr/>
            </p:nvSpPr>
            <p:spPr bwMode="auto">
              <a:xfrm>
                <a:off x="3954" y="2284"/>
                <a:ext cx="1578" cy="222"/>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72414" name="Line 30"/>
              <p:cNvSpPr>
                <a:spLocks noChangeShapeType="1"/>
              </p:cNvSpPr>
              <p:nvPr/>
            </p:nvSpPr>
            <p:spPr bwMode="auto">
              <a:xfrm>
                <a:off x="3963" y="2373"/>
                <a:ext cx="1578" cy="222"/>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72415" name="Line 31"/>
              <p:cNvSpPr>
                <a:spLocks noChangeShapeType="1"/>
              </p:cNvSpPr>
              <p:nvPr/>
            </p:nvSpPr>
            <p:spPr bwMode="auto">
              <a:xfrm>
                <a:off x="3957" y="2441"/>
                <a:ext cx="1578" cy="222"/>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pSp>
        <p:grpSp>
          <p:nvGrpSpPr>
            <p:cNvPr id="272416" name="Group 32"/>
            <p:cNvGrpSpPr>
              <a:grpSpLocks/>
            </p:cNvGrpSpPr>
            <p:nvPr/>
          </p:nvGrpSpPr>
          <p:grpSpPr bwMode="auto">
            <a:xfrm flipV="1">
              <a:off x="5967245" y="3772863"/>
              <a:ext cx="2226041" cy="700491"/>
              <a:chOff x="3957" y="2149"/>
              <a:chExt cx="1585" cy="476"/>
            </a:xfrm>
          </p:grpSpPr>
          <p:sp>
            <p:nvSpPr>
              <p:cNvPr id="272417" name="Line 33"/>
              <p:cNvSpPr>
                <a:spLocks noChangeShapeType="1"/>
              </p:cNvSpPr>
              <p:nvPr/>
            </p:nvSpPr>
            <p:spPr bwMode="auto">
              <a:xfrm>
                <a:off x="3963" y="2149"/>
                <a:ext cx="1578" cy="222"/>
              </a:xfrm>
              <a:prstGeom prst="line">
                <a:avLst/>
              </a:prstGeom>
              <a:noFill/>
              <a:ln w="28575">
                <a:solidFill>
                  <a:schemeClr val="accent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72418" name="Line 34"/>
              <p:cNvSpPr>
                <a:spLocks noChangeShapeType="1"/>
              </p:cNvSpPr>
              <p:nvPr/>
            </p:nvSpPr>
            <p:spPr bwMode="auto">
              <a:xfrm>
                <a:off x="3964" y="2239"/>
                <a:ext cx="1578" cy="222"/>
              </a:xfrm>
              <a:prstGeom prst="line">
                <a:avLst/>
              </a:prstGeom>
              <a:noFill/>
              <a:ln w="28575">
                <a:solidFill>
                  <a:schemeClr val="accent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72419" name="Line 35"/>
              <p:cNvSpPr>
                <a:spLocks noChangeShapeType="1"/>
              </p:cNvSpPr>
              <p:nvPr/>
            </p:nvSpPr>
            <p:spPr bwMode="auto">
              <a:xfrm>
                <a:off x="3963" y="2325"/>
                <a:ext cx="1578" cy="222"/>
              </a:xfrm>
              <a:prstGeom prst="line">
                <a:avLst/>
              </a:prstGeom>
              <a:noFill/>
              <a:ln w="28575">
                <a:solidFill>
                  <a:schemeClr val="accent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sp>
            <p:nvSpPr>
              <p:cNvPr id="272420" name="Line 36"/>
              <p:cNvSpPr>
                <a:spLocks noChangeShapeType="1"/>
              </p:cNvSpPr>
              <p:nvPr/>
            </p:nvSpPr>
            <p:spPr bwMode="auto">
              <a:xfrm>
                <a:off x="3957" y="2403"/>
                <a:ext cx="1578" cy="222"/>
              </a:xfrm>
              <a:prstGeom prst="line">
                <a:avLst/>
              </a:prstGeom>
              <a:noFill/>
              <a:ln w="28575">
                <a:solidFill>
                  <a:schemeClr val="accent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NZ"/>
              </a:p>
            </p:txBody>
          </p:sp>
        </p:grpSp>
      </p:grpSp>
    </p:spTree>
    <p:extLst>
      <p:ext uri="{BB962C8B-B14F-4D97-AF65-F5344CB8AC3E}">
        <p14:creationId xmlns:p14="http://schemas.microsoft.com/office/powerpoint/2010/main" val="319710124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5" name="Rectangle 7"/>
          <p:cNvSpPr>
            <a:spLocks noGrp="1" noChangeArrowheads="1"/>
          </p:cNvSpPr>
          <p:nvPr>
            <p:ph sz="half" idx="2"/>
          </p:nvPr>
        </p:nvSpPr>
        <p:spPr>
          <a:xfrm>
            <a:off x="271462" y="1419546"/>
            <a:ext cx="8047297" cy="1266379"/>
          </a:xfrm>
        </p:spPr>
        <p:txBody>
          <a:bodyPr/>
          <a:lstStyle/>
          <a:p>
            <a:pPr>
              <a:buFont typeface="ZapfDingbats" pitchFamily="82" charset="2"/>
              <a:buNone/>
            </a:pPr>
            <a:r>
              <a:rPr lang="en-US" altLang="en-US" sz="2200" u="sng" dirty="0">
                <a:solidFill>
                  <a:srgbClr val="FF0000"/>
                </a:solidFill>
              </a:rPr>
              <a:t>Multiplicative decrease:</a:t>
            </a:r>
            <a:r>
              <a:rPr lang="en-US" altLang="en-US" sz="2200" dirty="0"/>
              <a:t> cut </a:t>
            </a:r>
            <a:r>
              <a:rPr lang="en-US" altLang="en-US" sz="2200" b="1" dirty="0" err="1"/>
              <a:t>CongWin</a:t>
            </a:r>
            <a:r>
              <a:rPr lang="en-US" altLang="en-US" sz="2200" dirty="0"/>
              <a:t> in half when a loss event occurs</a:t>
            </a:r>
          </a:p>
        </p:txBody>
      </p:sp>
      <p:graphicFrame>
        <p:nvGraphicFramePr>
          <p:cNvPr id="268293" name="Object 5"/>
          <p:cNvGraphicFramePr>
            <a:graphicFrameLocks noGrp="1" noChangeAspect="1"/>
          </p:cNvGraphicFramePr>
          <p:nvPr>
            <p:ph sz="quarter" idx="4"/>
            <p:extLst>
              <p:ext uri="{D42A27DB-BD31-4B8C-83A1-F6EECF244321}">
                <p14:modId xmlns:p14="http://schemas.microsoft.com/office/powerpoint/2010/main" val="76196224"/>
              </p:ext>
            </p:extLst>
          </p:nvPr>
        </p:nvGraphicFramePr>
        <p:xfrm>
          <a:off x="1035750" y="3051757"/>
          <a:ext cx="6858000" cy="3113087"/>
        </p:xfrm>
        <a:graphic>
          <a:graphicData uri="http://schemas.openxmlformats.org/presentationml/2006/ole">
            <mc:AlternateContent xmlns:mc="http://schemas.openxmlformats.org/markup-compatibility/2006">
              <mc:Choice xmlns:v="urn:schemas-microsoft-com:vml" Requires="v">
                <p:oleObj name="VISIO" r:id="rId3" imgW="7802640" imgH="3541320" progId="Visio.Drawing.5">
                  <p:embed/>
                </p:oleObj>
              </mc:Choice>
              <mc:Fallback>
                <p:oleObj name="VISIO" r:id="rId3" imgW="7802640" imgH="3541320" progId="Visio.Drawing.5">
                  <p:embed/>
                  <p:pic>
                    <p:nvPicPr>
                      <p:cNvPr id="268293"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5750" y="3051757"/>
                        <a:ext cx="6858000" cy="3113087"/>
                      </a:xfrm>
                      <a:prstGeom prst="rect">
                        <a:avLst/>
                      </a:prstGeom>
                      <a:ln>
                        <a:noFill/>
                      </a:ln>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68290" name="Rectangle 2"/>
          <p:cNvSpPr>
            <a:spLocks noGrp="1" noChangeArrowheads="1"/>
          </p:cNvSpPr>
          <p:nvPr>
            <p:ph type="title"/>
          </p:nvPr>
        </p:nvSpPr>
        <p:spPr>
          <a:xfrm>
            <a:off x="0" y="70056"/>
            <a:ext cx="9144000" cy="723900"/>
          </a:xfrm>
        </p:spPr>
        <p:txBody>
          <a:bodyPr/>
          <a:lstStyle/>
          <a:p>
            <a:r>
              <a:rPr lang="en-US" altLang="en-US" dirty="0"/>
              <a:t>TCP AIMD (Saw-toothed Pattern)</a:t>
            </a:r>
          </a:p>
        </p:txBody>
      </p:sp>
      <p:sp>
        <p:nvSpPr>
          <p:cNvPr id="17" name="Slide Number Placeholder 3"/>
          <p:cNvSpPr>
            <a:spLocks noGrp="1"/>
          </p:cNvSpPr>
          <p:nvPr>
            <p:ph type="sldNum" sz="quarter" idx="10"/>
          </p:nvPr>
        </p:nvSpPr>
        <p:spPr>
          <a:prstGeom prst="rect">
            <a:avLst/>
          </a:prstGeom>
        </p:spPr>
        <p:txBody>
          <a:bodyPr/>
          <a:lstStyle/>
          <a:p>
            <a:pPr algn="r">
              <a:defRPr/>
            </a:pPr>
            <a:fld id="{DACE9E11-39C8-4E20-894F-A4A883CCF6EF}" type="slidenum">
              <a:rPr lang="en-US" smtClean="0"/>
              <a:pPr algn="r">
                <a:defRPr/>
              </a:pPr>
              <a:t>63</a:t>
            </a:fld>
            <a:endParaRPr lang="en-US"/>
          </a:p>
        </p:txBody>
      </p:sp>
      <p:sp>
        <p:nvSpPr>
          <p:cNvPr id="268296" name="Rectangle 8"/>
          <p:cNvSpPr>
            <a:spLocks noChangeArrowheads="1"/>
          </p:cNvSpPr>
          <p:nvPr/>
        </p:nvSpPr>
        <p:spPr bwMode="auto">
          <a:xfrm>
            <a:off x="271462" y="930322"/>
            <a:ext cx="8047297" cy="1526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spcBef>
                <a:spcPct val="20000"/>
              </a:spcBef>
              <a:buClr>
                <a:schemeClr val="accent2"/>
              </a:buClr>
              <a:buSzPct val="85000"/>
              <a:buFont typeface="ZapfDingbats" pitchFamily="82" charset="2"/>
              <a:buChar char="r"/>
              <a:defRPr sz="2400">
                <a:solidFill>
                  <a:schemeClr val="tx1"/>
                </a:solidFill>
                <a:latin typeface="Comic Sans MS" panose="030F0702030302020204" pitchFamily="66" charset="0"/>
              </a:defRPr>
            </a:lvl1pPr>
            <a:lvl2pPr marL="742950" indent="-285750" algn="l">
              <a:spcBef>
                <a:spcPct val="20000"/>
              </a:spcBef>
              <a:buClr>
                <a:schemeClr val="accent2"/>
              </a:buClr>
              <a:buSzPct val="75000"/>
              <a:buFont typeface="ZapfDingbats" pitchFamily="82" charset="2"/>
              <a:buChar char="m"/>
              <a:defRPr sz="2000">
                <a:solidFill>
                  <a:schemeClr val="tx1"/>
                </a:solidFill>
                <a:latin typeface="Comic Sans MS" panose="030F0702030302020204" pitchFamily="66" charset="0"/>
              </a:defRPr>
            </a:lvl2pPr>
            <a:lvl3pPr marL="1143000" indent="-228600" algn="l">
              <a:spcBef>
                <a:spcPct val="20000"/>
              </a:spcBef>
              <a:buChar char="•"/>
              <a:defRPr>
                <a:solidFill>
                  <a:schemeClr val="tx1"/>
                </a:solidFill>
                <a:latin typeface="Comic Sans MS" panose="030F0702030302020204" pitchFamily="66" charset="0"/>
              </a:defRPr>
            </a:lvl3pPr>
            <a:lvl4pPr marL="1600200" indent="-228600" algn="l">
              <a:spcBef>
                <a:spcPct val="20000"/>
              </a:spcBef>
              <a:buChar char="–"/>
              <a:defRPr>
                <a:solidFill>
                  <a:schemeClr val="tx1"/>
                </a:solidFill>
                <a:latin typeface="Times New Roman" panose="02020603050405020304" pitchFamily="18" charset="0"/>
              </a:defRPr>
            </a:lvl4pPr>
            <a:lvl5pPr marL="2057400" indent="-228600" algn="l">
              <a:spcBef>
                <a:spcPct val="20000"/>
              </a:spcBef>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a:solidFill>
                  <a:schemeClr val="tx1"/>
                </a:solidFill>
                <a:latin typeface="Times New Roman" panose="02020603050405020304" pitchFamily="18" charset="0"/>
              </a:defRPr>
            </a:lvl9pPr>
          </a:lstStyle>
          <a:p>
            <a:pPr>
              <a:buFont typeface="ZapfDingbats" pitchFamily="82" charset="2"/>
              <a:buNone/>
            </a:pPr>
            <a:r>
              <a:rPr lang="en-US" altLang="en-US" sz="2200" u="sng" dirty="0">
                <a:solidFill>
                  <a:srgbClr val="FF0000"/>
                </a:solidFill>
                <a:latin typeface="Arial" panose="020B0604020202020204" pitchFamily="34" charset="0"/>
                <a:cs typeface="Arial" panose="020B0604020202020204" pitchFamily="34" charset="0"/>
              </a:rPr>
              <a:t>Additive increase:</a:t>
            </a:r>
            <a:r>
              <a:rPr lang="en-US" altLang="en-US" sz="2200" dirty="0">
                <a:latin typeface="Arial" panose="020B0604020202020204" pitchFamily="34" charset="0"/>
                <a:cs typeface="Arial" panose="020B0604020202020204" pitchFamily="34" charset="0"/>
              </a:rPr>
              <a:t> increase </a:t>
            </a:r>
            <a:r>
              <a:rPr lang="en-US" altLang="en-US" sz="2200" b="1" dirty="0" err="1">
                <a:latin typeface="Arial" panose="020B0604020202020204" pitchFamily="34" charset="0"/>
                <a:cs typeface="Arial" panose="020B0604020202020204" pitchFamily="34" charset="0"/>
              </a:rPr>
              <a:t>CongWin</a:t>
            </a:r>
            <a:r>
              <a:rPr lang="en-US" altLang="en-US" sz="2200" dirty="0">
                <a:latin typeface="Arial" panose="020B0604020202020204" pitchFamily="34" charset="0"/>
                <a:cs typeface="Arial" panose="020B0604020202020204" pitchFamily="34" charset="0"/>
              </a:rPr>
              <a:t> by 1 MSS </a:t>
            </a:r>
            <a:r>
              <a:rPr lang="en-US" altLang="en-US" sz="2200" b="1" dirty="0">
                <a:latin typeface="Arial" panose="020B0604020202020204" pitchFamily="34" charset="0"/>
                <a:cs typeface="Arial" panose="020B0604020202020204" pitchFamily="34" charset="0"/>
              </a:rPr>
              <a:t>every RTT</a:t>
            </a:r>
            <a:endParaRPr lang="en-US" altLang="en-US" sz="2200" dirty="0">
              <a:latin typeface="Arial" panose="020B0604020202020204" pitchFamily="34" charset="0"/>
              <a:cs typeface="Arial" panose="020B0604020202020204" pitchFamily="34" charset="0"/>
            </a:endParaRPr>
          </a:p>
        </p:txBody>
      </p:sp>
      <p:grpSp>
        <p:nvGrpSpPr>
          <p:cNvPr id="5" name="Group 4"/>
          <p:cNvGrpSpPr/>
          <p:nvPr/>
        </p:nvGrpSpPr>
        <p:grpSpPr>
          <a:xfrm>
            <a:off x="1963191" y="3586472"/>
            <a:ext cx="1941557" cy="954667"/>
            <a:chOff x="2187916" y="3625435"/>
            <a:chExt cx="1941557" cy="954667"/>
          </a:xfrm>
        </p:grpSpPr>
        <p:sp>
          <p:nvSpPr>
            <p:cNvPr id="3" name="Right Arrow 2"/>
            <p:cNvSpPr/>
            <p:nvPr/>
          </p:nvSpPr>
          <p:spPr>
            <a:xfrm rot="18930620">
              <a:off x="2327994" y="4391372"/>
              <a:ext cx="1314077" cy="18873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4" name="TextBox 3"/>
            <p:cNvSpPr txBox="1"/>
            <p:nvPr/>
          </p:nvSpPr>
          <p:spPr>
            <a:xfrm>
              <a:off x="2187916" y="3625435"/>
              <a:ext cx="1941557" cy="369332"/>
            </a:xfrm>
            <a:prstGeom prst="rect">
              <a:avLst/>
            </a:prstGeom>
            <a:noFill/>
          </p:spPr>
          <p:txBody>
            <a:bodyPr wrap="none" rtlCol="0">
              <a:spAutoFit/>
            </a:bodyPr>
            <a:lstStyle/>
            <a:p>
              <a:r>
                <a:rPr lang="en-NZ" dirty="0"/>
                <a:t>Additive increase</a:t>
              </a:r>
            </a:p>
          </p:txBody>
        </p:sp>
      </p:grpSp>
      <p:sp>
        <p:nvSpPr>
          <p:cNvPr id="13" name="TextBox 12"/>
          <p:cNvSpPr txBox="1"/>
          <p:nvPr/>
        </p:nvSpPr>
        <p:spPr>
          <a:xfrm>
            <a:off x="1422918" y="4054210"/>
            <a:ext cx="1300356" cy="369332"/>
          </a:xfrm>
          <a:prstGeom prst="rect">
            <a:avLst/>
          </a:prstGeom>
          <a:noFill/>
        </p:spPr>
        <p:txBody>
          <a:bodyPr wrap="none" rtlCol="0">
            <a:spAutoFit/>
          </a:bodyPr>
          <a:lstStyle/>
          <a:p>
            <a:r>
              <a:rPr lang="en-NZ" dirty="0"/>
              <a:t>Loss event</a:t>
            </a:r>
          </a:p>
        </p:txBody>
      </p:sp>
      <p:grpSp>
        <p:nvGrpSpPr>
          <p:cNvPr id="6" name="Group 5"/>
          <p:cNvGrpSpPr/>
          <p:nvPr/>
        </p:nvGrpSpPr>
        <p:grpSpPr>
          <a:xfrm>
            <a:off x="2022835" y="4631880"/>
            <a:ext cx="2518638" cy="1131614"/>
            <a:chOff x="3686967" y="4029001"/>
            <a:chExt cx="2518638" cy="1524449"/>
          </a:xfrm>
        </p:grpSpPr>
        <p:sp>
          <p:nvSpPr>
            <p:cNvPr id="2" name="Down Arrow 1"/>
            <p:cNvSpPr/>
            <p:nvPr/>
          </p:nvSpPr>
          <p:spPr>
            <a:xfrm>
              <a:off x="3695589" y="4029001"/>
              <a:ext cx="177874" cy="1066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4" name="TextBox 13"/>
            <p:cNvSpPr txBox="1"/>
            <p:nvPr/>
          </p:nvSpPr>
          <p:spPr>
            <a:xfrm>
              <a:off x="3686967" y="5055906"/>
              <a:ext cx="2518638" cy="497544"/>
            </a:xfrm>
            <a:prstGeom prst="rect">
              <a:avLst/>
            </a:prstGeom>
            <a:noFill/>
          </p:spPr>
          <p:txBody>
            <a:bodyPr wrap="none" rtlCol="0">
              <a:spAutoFit/>
            </a:bodyPr>
            <a:lstStyle/>
            <a:p>
              <a:r>
                <a:rPr lang="en-NZ" dirty="0"/>
                <a:t>Multiplicative decrease</a:t>
              </a:r>
            </a:p>
          </p:txBody>
        </p:sp>
      </p:grpSp>
      <p:grpSp>
        <p:nvGrpSpPr>
          <p:cNvPr id="16" name="Group 15"/>
          <p:cNvGrpSpPr/>
          <p:nvPr/>
        </p:nvGrpSpPr>
        <p:grpSpPr>
          <a:xfrm>
            <a:off x="3193217" y="4314439"/>
            <a:ext cx="291389" cy="791897"/>
            <a:chOff x="3695589" y="4029001"/>
            <a:chExt cx="291389" cy="1066800"/>
          </a:xfrm>
        </p:grpSpPr>
        <p:sp>
          <p:nvSpPr>
            <p:cNvPr id="18" name="Down Arrow 17"/>
            <p:cNvSpPr/>
            <p:nvPr/>
          </p:nvSpPr>
          <p:spPr>
            <a:xfrm>
              <a:off x="3695589" y="4029001"/>
              <a:ext cx="177874" cy="1066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9" name="TextBox 18"/>
            <p:cNvSpPr txBox="1"/>
            <p:nvPr/>
          </p:nvSpPr>
          <p:spPr>
            <a:xfrm>
              <a:off x="3802247" y="4166077"/>
              <a:ext cx="184731" cy="497544"/>
            </a:xfrm>
            <a:prstGeom prst="rect">
              <a:avLst/>
            </a:prstGeom>
            <a:noFill/>
          </p:spPr>
          <p:txBody>
            <a:bodyPr wrap="none" rtlCol="0">
              <a:spAutoFit/>
            </a:bodyPr>
            <a:lstStyle/>
            <a:p>
              <a:endParaRPr lang="en-NZ"/>
            </a:p>
          </p:txBody>
        </p:sp>
      </p:grpSp>
      <p:grpSp>
        <p:nvGrpSpPr>
          <p:cNvPr id="20" name="Group 19"/>
          <p:cNvGrpSpPr/>
          <p:nvPr/>
        </p:nvGrpSpPr>
        <p:grpSpPr>
          <a:xfrm>
            <a:off x="2282601" y="4174772"/>
            <a:ext cx="1555370" cy="1144820"/>
            <a:chOff x="1254641" y="4040974"/>
            <a:chExt cx="1555370" cy="1144820"/>
          </a:xfrm>
        </p:grpSpPr>
        <p:sp>
          <p:nvSpPr>
            <p:cNvPr id="21" name="Right Arrow 20"/>
            <p:cNvSpPr/>
            <p:nvPr/>
          </p:nvSpPr>
          <p:spPr>
            <a:xfrm rot="18805332">
              <a:off x="2311834" y="4687617"/>
              <a:ext cx="821080" cy="1752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22" name="TextBox 21"/>
            <p:cNvSpPr txBox="1"/>
            <p:nvPr/>
          </p:nvSpPr>
          <p:spPr>
            <a:xfrm>
              <a:off x="1254641" y="4040974"/>
              <a:ext cx="184731" cy="369332"/>
            </a:xfrm>
            <a:prstGeom prst="rect">
              <a:avLst/>
            </a:prstGeom>
            <a:noFill/>
          </p:spPr>
          <p:txBody>
            <a:bodyPr wrap="none" rtlCol="0">
              <a:spAutoFit/>
            </a:bodyPr>
            <a:lstStyle/>
            <a:p>
              <a:endParaRPr lang="en-NZ"/>
            </a:p>
          </p:txBody>
        </p:sp>
      </p:grpSp>
      <p:sp>
        <p:nvSpPr>
          <p:cNvPr id="7" name="TextBox 7">
            <a:extLst>
              <a:ext uri="{FF2B5EF4-FFF2-40B4-BE49-F238E27FC236}">
                <a16:creationId xmlns:a16="http://schemas.microsoft.com/office/drawing/2014/main" id="{002CA8B3-05DE-F8C9-A930-8FF27A0DCC8E}"/>
              </a:ext>
            </a:extLst>
          </p:cNvPr>
          <p:cNvSpPr txBox="1"/>
          <p:nvPr/>
        </p:nvSpPr>
        <p:spPr>
          <a:xfrm>
            <a:off x="2171700" y="6282715"/>
            <a:ext cx="4800600" cy="430887"/>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spcBef>
                <a:spcPts val="600"/>
              </a:spcBef>
              <a:spcAft>
                <a:spcPts val="600"/>
              </a:spcAft>
            </a:pPr>
            <a:r>
              <a:rPr lang="en-GB" sz="1100" dirty="0"/>
              <a:t>Source: James F. Kurose &amp; Keith W. Ross, Computer networking: a top-down approach featuring the Internet, 3</a:t>
            </a:r>
            <a:r>
              <a:rPr lang="en-GB" sz="1100" baseline="30000" dirty="0"/>
              <a:t>rd</a:t>
            </a:r>
            <a:r>
              <a:rPr lang="en-GB" sz="1100" dirty="0"/>
              <a:t> edition, 2005, Figure 3.50.</a:t>
            </a:r>
          </a:p>
        </p:txBody>
      </p:sp>
      <p:sp>
        <p:nvSpPr>
          <p:cNvPr id="8" name="Callout: Line 7">
            <a:extLst>
              <a:ext uri="{FF2B5EF4-FFF2-40B4-BE49-F238E27FC236}">
                <a16:creationId xmlns:a16="http://schemas.microsoft.com/office/drawing/2014/main" id="{84737F69-94D2-CEA7-33E2-779B8BE424F8}"/>
              </a:ext>
            </a:extLst>
          </p:cNvPr>
          <p:cNvSpPr/>
          <p:nvPr/>
        </p:nvSpPr>
        <p:spPr>
          <a:xfrm>
            <a:off x="4859089" y="2746404"/>
            <a:ext cx="3680188" cy="833690"/>
          </a:xfrm>
          <a:prstGeom prst="borderCallout1">
            <a:avLst>
              <a:gd name="adj1" fmla="val 50743"/>
              <a:gd name="adj2" fmla="val -2513"/>
              <a:gd name="adj3" fmla="val 119905"/>
              <a:gd name="adj4" fmla="val -262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NZ" dirty="0">
                <a:ln w="0"/>
                <a:solidFill>
                  <a:schemeClr val="tx1"/>
                </a:solidFill>
              </a:rPr>
              <a:t>The linear increase phase is known as </a:t>
            </a:r>
            <a:r>
              <a:rPr lang="en-NZ" b="1" dirty="0">
                <a:ln w="0"/>
                <a:solidFill>
                  <a:schemeClr val="tx1"/>
                </a:solidFill>
              </a:rPr>
              <a:t>congestion avoidance</a:t>
            </a:r>
            <a:r>
              <a:rPr lang="en-NZ" dirty="0">
                <a:ln w="0"/>
                <a:solidFill>
                  <a:schemeClr val="tx1"/>
                </a:solidFill>
              </a:rPr>
              <a:t>.</a:t>
            </a:r>
          </a:p>
        </p:txBody>
      </p:sp>
    </p:spTree>
    <p:extLst>
      <p:ext uri="{BB962C8B-B14F-4D97-AF65-F5344CB8AC3E}">
        <p14:creationId xmlns:p14="http://schemas.microsoft.com/office/powerpoint/2010/main" val="3155197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up)">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down)">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wipe(up)">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wipe(down)">
                                      <p:cBhvr>
                                        <p:cTn id="29" dur="500"/>
                                        <p:tgtEl>
                                          <p:spTgt spid="20"/>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2" fill="hold" grpId="0" nodeType="clickEffect">
                                  <p:stCondLst>
                                    <p:cond delay="0"/>
                                  </p:stCondLst>
                                  <p:childTnLst>
                                    <p:set>
                                      <p:cBhvr>
                                        <p:cTn id="33" dur="1" fill="hold">
                                          <p:stCondLst>
                                            <p:cond delay="0"/>
                                          </p:stCondLst>
                                        </p:cTn>
                                        <p:tgtEl>
                                          <p:spTgt spid="8"/>
                                        </p:tgtEl>
                                        <p:attrNameLst>
                                          <p:attrName>style.visibility</p:attrName>
                                        </p:attrNameLst>
                                      </p:cBhvr>
                                      <p:to>
                                        <p:strVal val="visible"/>
                                      </p:to>
                                    </p:set>
                                    <p:anim calcmode="lin" valueType="num">
                                      <p:cBhvr additive="base">
                                        <p:cTn id="34" dur="500" fill="hold"/>
                                        <p:tgtEl>
                                          <p:spTgt spid="8"/>
                                        </p:tgtEl>
                                        <p:attrNameLst>
                                          <p:attrName>ppt_x</p:attrName>
                                        </p:attrNameLst>
                                      </p:cBhvr>
                                      <p:tavLst>
                                        <p:tav tm="0">
                                          <p:val>
                                            <p:strVal val="1+#ppt_w/2"/>
                                          </p:val>
                                        </p:tav>
                                        <p:tav tm="100000">
                                          <p:val>
                                            <p:strVal val="#ppt_x"/>
                                          </p:val>
                                        </p:tav>
                                      </p:tavLst>
                                    </p:anim>
                                    <p:anim calcmode="lin" valueType="num">
                                      <p:cBhvr additive="base">
                                        <p:cTn id="35"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8"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BA70C-E23F-86E1-CF03-77BC29E26823}"/>
              </a:ext>
            </a:extLst>
          </p:cNvPr>
          <p:cNvSpPr>
            <a:spLocks noGrp="1"/>
          </p:cNvSpPr>
          <p:nvPr>
            <p:ph type="title"/>
          </p:nvPr>
        </p:nvSpPr>
        <p:spPr/>
        <p:txBody>
          <a:bodyPr/>
          <a:lstStyle/>
          <a:p>
            <a:r>
              <a:rPr lang="en-AU" dirty="0"/>
              <a:t>TCP AIMD</a:t>
            </a:r>
          </a:p>
        </p:txBody>
      </p:sp>
      <p:sp>
        <p:nvSpPr>
          <p:cNvPr id="3" name="Content Placeholder 2">
            <a:extLst>
              <a:ext uri="{FF2B5EF4-FFF2-40B4-BE49-F238E27FC236}">
                <a16:creationId xmlns:a16="http://schemas.microsoft.com/office/drawing/2014/main" id="{54323432-F552-C14C-8AB6-936518F06380}"/>
              </a:ext>
            </a:extLst>
          </p:cNvPr>
          <p:cNvSpPr>
            <a:spLocks noGrp="1"/>
          </p:cNvSpPr>
          <p:nvPr>
            <p:ph idx="1"/>
          </p:nvPr>
        </p:nvSpPr>
        <p:spPr>
          <a:xfrm>
            <a:off x="457200" y="990600"/>
            <a:ext cx="8229600" cy="4340525"/>
          </a:xfrm>
        </p:spPr>
        <p:txBody>
          <a:bodyPr/>
          <a:lstStyle/>
          <a:p>
            <a:pPr>
              <a:spcBef>
                <a:spcPts val="1200"/>
              </a:spcBef>
              <a:spcAft>
                <a:spcPts val="600"/>
              </a:spcAft>
            </a:pPr>
            <a:r>
              <a:rPr lang="en-GB" sz="2400" dirty="0"/>
              <a:t>Increase CongWin by a single MSS every RTT</a:t>
            </a:r>
          </a:p>
          <a:p>
            <a:pPr marL="0" indent="0">
              <a:spcBef>
                <a:spcPts val="1200"/>
              </a:spcBef>
              <a:spcAft>
                <a:spcPts val="600"/>
              </a:spcAft>
              <a:buNone/>
            </a:pPr>
            <a:r>
              <a:rPr lang="en-US" sz="2400" u="sng" dirty="0"/>
              <a:t>An example</a:t>
            </a:r>
          </a:p>
          <a:p>
            <a:pPr>
              <a:spcBef>
                <a:spcPts val="1200"/>
              </a:spcBef>
              <a:spcAft>
                <a:spcPts val="600"/>
              </a:spcAft>
            </a:pPr>
            <a:r>
              <a:rPr lang="en-US" sz="2400" dirty="0"/>
              <a:t>Initial </a:t>
            </a:r>
            <a:r>
              <a:rPr lang="en-US" sz="2400" dirty="0" err="1"/>
              <a:t>CongWin</a:t>
            </a:r>
            <a:r>
              <a:rPr lang="en-US" sz="2400" dirty="0"/>
              <a:t> = 1 MSS</a:t>
            </a:r>
          </a:p>
          <a:p>
            <a:pPr>
              <a:spcBef>
                <a:spcPts val="1200"/>
              </a:spcBef>
              <a:spcAft>
                <a:spcPts val="600"/>
              </a:spcAft>
            </a:pPr>
            <a:r>
              <a:rPr lang="en-US" sz="2400" dirty="0"/>
              <a:t>After sending one segment and receiving one ACK within one RTT, </a:t>
            </a:r>
            <a:r>
              <a:rPr lang="en-US" sz="2400" dirty="0" err="1"/>
              <a:t>CongWin</a:t>
            </a:r>
            <a:r>
              <a:rPr lang="en-US" sz="2400" dirty="0"/>
              <a:t> = 1 MSS + 1 MSS = 2 MSS</a:t>
            </a:r>
          </a:p>
          <a:p>
            <a:pPr>
              <a:spcBef>
                <a:spcPts val="1200"/>
              </a:spcBef>
              <a:spcAft>
                <a:spcPts val="600"/>
              </a:spcAft>
            </a:pPr>
            <a:r>
              <a:rPr lang="en-US" sz="2400" dirty="0"/>
              <a:t>After sending two segments and receiving two ACKs within one RTT, </a:t>
            </a:r>
            <a:r>
              <a:rPr lang="en-US" sz="2400" dirty="0" err="1"/>
              <a:t>CongWin</a:t>
            </a:r>
            <a:r>
              <a:rPr lang="en-US" sz="2400" dirty="0"/>
              <a:t> = 2 MSS+ 1 MSS = 3 MSS</a:t>
            </a:r>
          </a:p>
          <a:p>
            <a:pPr>
              <a:spcBef>
                <a:spcPts val="1200"/>
              </a:spcBef>
              <a:spcAft>
                <a:spcPts val="600"/>
              </a:spcAft>
            </a:pPr>
            <a:r>
              <a:rPr lang="en-US" sz="2400" dirty="0"/>
              <a:t>Continue, </a:t>
            </a:r>
            <a:r>
              <a:rPr lang="en-US" sz="2400" dirty="0" err="1"/>
              <a:t>CongWin</a:t>
            </a:r>
            <a:r>
              <a:rPr lang="en-US" sz="2400" dirty="0"/>
              <a:t> = 3 MSS+ 1 MSS = 4 MSS</a:t>
            </a:r>
            <a:endParaRPr lang="en-NZ" sz="2400" dirty="0"/>
          </a:p>
          <a:p>
            <a:pPr marL="0" indent="0">
              <a:spcBef>
                <a:spcPts val="1200"/>
              </a:spcBef>
              <a:spcAft>
                <a:spcPts val="600"/>
              </a:spcAft>
              <a:buNone/>
            </a:pPr>
            <a:endParaRPr lang="en-GB" sz="2400" dirty="0"/>
          </a:p>
          <a:p>
            <a:pPr>
              <a:spcBef>
                <a:spcPts val="1200"/>
              </a:spcBef>
              <a:spcAft>
                <a:spcPts val="600"/>
              </a:spcAft>
            </a:pPr>
            <a:endParaRPr lang="en-NZ" sz="2400" dirty="0"/>
          </a:p>
        </p:txBody>
      </p:sp>
      <p:sp>
        <p:nvSpPr>
          <p:cNvPr id="4" name="Slide Number Placeholder 3">
            <a:extLst>
              <a:ext uri="{FF2B5EF4-FFF2-40B4-BE49-F238E27FC236}">
                <a16:creationId xmlns:a16="http://schemas.microsoft.com/office/drawing/2014/main" id="{D20EF981-D7A7-1F9D-606A-9F9EAE8BB351}"/>
              </a:ext>
            </a:extLst>
          </p:cNvPr>
          <p:cNvSpPr>
            <a:spLocks noGrp="1"/>
          </p:cNvSpPr>
          <p:nvPr>
            <p:ph type="sldNum" sz="quarter" idx="4"/>
          </p:nvPr>
        </p:nvSpPr>
        <p:spPr/>
        <p:txBody>
          <a:bodyPr/>
          <a:lstStyle/>
          <a:p>
            <a:pPr>
              <a:defRPr/>
            </a:pPr>
            <a:fld id="{DACE9E11-39C8-4E20-894F-A4A883CCF6EF}" type="slidenum">
              <a:rPr lang="en-US" smtClean="0"/>
              <a:pPr>
                <a:defRPr/>
              </a:pPr>
              <a:t>64</a:t>
            </a:fld>
            <a:endParaRPr lang="en-US"/>
          </a:p>
        </p:txBody>
      </p:sp>
    </p:spTree>
    <p:extLst>
      <p:ext uri="{BB962C8B-B14F-4D97-AF65-F5344CB8AC3E}">
        <p14:creationId xmlns:p14="http://schemas.microsoft.com/office/powerpoint/2010/main" val="251560204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t>Tricks so far</a:t>
            </a:r>
          </a:p>
        </p:txBody>
      </p:sp>
      <p:grpSp>
        <p:nvGrpSpPr>
          <p:cNvPr id="15" name="Group 14"/>
          <p:cNvGrpSpPr/>
          <p:nvPr/>
        </p:nvGrpSpPr>
        <p:grpSpPr>
          <a:xfrm>
            <a:off x="1253041" y="1595919"/>
            <a:ext cx="2099759" cy="1223481"/>
            <a:chOff x="1253041" y="1595919"/>
            <a:chExt cx="2099759" cy="1223481"/>
          </a:xfrm>
        </p:grpSpPr>
        <p:cxnSp>
          <p:nvCxnSpPr>
            <p:cNvPr id="8" name="Straight Arrow Connector 7"/>
            <p:cNvCxnSpPr/>
            <p:nvPr/>
          </p:nvCxnSpPr>
          <p:spPr>
            <a:xfrm>
              <a:off x="2438400" y="1905000"/>
              <a:ext cx="914400" cy="914400"/>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253041" y="1595919"/>
              <a:ext cx="1197764" cy="369332"/>
            </a:xfrm>
            <a:prstGeom prst="rect">
              <a:avLst/>
            </a:prstGeom>
            <a:noFill/>
          </p:spPr>
          <p:txBody>
            <a:bodyPr wrap="none" rtlCol="0">
              <a:spAutoFit/>
            </a:bodyPr>
            <a:lstStyle/>
            <a:p>
              <a:r>
                <a:rPr lang="en-NZ" dirty="0"/>
                <a:t>Slow start</a:t>
              </a:r>
            </a:p>
          </p:txBody>
        </p:sp>
      </p:grpSp>
      <p:grpSp>
        <p:nvGrpSpPr>
          <p:cNvPr id="16" name="Group 15"/>
          <p:cNvGrpSpPr/>
          <p:nvPr/>
        </p:nvGrpSpPr>
        <p:grpSpPr>
          <a:xfrm>
            <a:off x="3287318" y="1274065"/>
            <a:ext cx="2249334" cy="824093"/>
            <a:chOff x="3287318" y="1274065"/>
            <a:chExt cx="2249334" cy="824093"/>
          </a:xfrm>
        </p:grpSpPr>
        <p:cxnSp>
          <p:nvCxnSpPr>
            <p:cNvPr id="10" name="Straight Arrow Connector 9"/>
            <p:cNvCxnSpPr/>
            <p:nvPr/>
          </p:nvCxnSpPr>
          <p:spPr>
            <a:xfrm flipH="1">
              <a:off x="3635449" y="1595919"/>
              <a:ext cx="250751" cy="502239"/>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3287318" y="1274065"/>
              <a:ext cx="2249334" cy="369332"/>
            </a:xfrm>
            <a:prstGeom prst="rect">
              <a:avLst/>
            </a:prstGeom>
            <a:noFill/>
          </p:spPr>
          <p:txBody>
            <a:bodyPr wrap="none" rtlCol="0">
              <a:spAutoFit/>
            </a:bodyPr>
            <a:lstStyle/>
            <a:p>
              <a:r>
                <a:rPr lang="en-NZ" dirty="0"/>
                <a:t>Loss event happens</a:t>
              </a:r>
            </a:p>
          </p:txBody>
        </p:sp>
      </p:grpSp>
      <p:grpSp>
        <p:nvGrpSpPr>
          <p:cNvPr id="17" name="Group 16"/>
          <p:cNvGrpSpPr/>
          <p:nvPr/>
        </p:nvGrpSpPr>
        <p:grpSpPr>
          <a:xfrm>
            <a:off x="3635449" y="3425397"/>
            <a:ext cx="4258677" cy="1034107"/>
            <a:chOff x="3635449" y="3425397"/>
            <a:chExt cx="4258677" cy="1034107"/>
          </a:xfrm>
        </p:grpSpPr>
        <p:sp>
          <p:nvSpPr>
            <p:cNvPr id="13" name="Right Brace 12"/>
            <p:cNvSpPr/>
            <p:nvPr/>
          </p:nvSpPr>
          <p:spPr>
            <a:xfrm rot="5400000">
              <a:off x="5487012" y="1573834"/>
              <a:ext cx="555551" cy="4258677"/>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NZ" dirty="0">
                <a:ln w="0"/>
                <a:effectLst>
                  <a:outerShdw blurRad="38100" dist="19050" dir="2700000" algn="tl" rotWithShape="0">
                    <a:schemeClr val="dk1">
                      <a:alpha val="40000"/>
                    </a:schemeClr>
                  </a:outerShdw>
                </a:effectLst>
              </a:endParaRPr>
            </a:p>
          </p:txBody>
        </p:sp>
        <p:sp>
          <p:nvSpPr>
            <p:cNvPr id="14" name="TextBox 13"/>
            <p:cNvSpPr txBox="1"/>
            <p:nvPr/>
          </p:nvSpPr>
          <p:spPr>
            <a:xfrm>
              <a:off x="5383913" y="4090172"/>
              <a:ext cx="761747" cy="369332"/>
            </a:xfrm>
            <a:prstGeom prst="rect">
              <a:avLst/>
            </a:prstGeom>
            <a:noFill/>
          </p:spPr>
          <p:txBody>
            <a:bodyPr wrap="none" rtlCol="0">
              <a:spAutoFit/>
            </a:bodyPr>
            <a:lstStyle/>
            <a:p>
              <a:r>
                <a:rPr lang="en-NZ" dirty="0"/>
                <a:t>AIMD</a:t>
              </a:r>
            </a:p>
          </p:txBody>
        </p:sp>
      </p:grpSp>
      <p:grpSp>
        <p:nvGrpSpPr>
          <p:cNvPr id="19" name="Group 18"/>
          <p:cNvGrpSpPr/>
          <p:nvPr/>
        </p:nvGrpSpPr>
        <p:grpSpPr>
          <a:xfrm>
            <a:off x="1676400" y="2133600"/>
            <a:ext cx="4960089" cy="1837615"/>
            <a:chOff x="1676400" y="2133600"/>
            <a:chExt cx="4960089" cy="1837615"/>
          </a:xfrm>
        </p:grpSpPr>
        <p:sp>
          <p:nvSpPr>
            <p:cNvPr id="6" name="Freeform 5"/>
            <p:cNvSpPr/>
            <p:nvPr/>
          </p:nvSpPr>
          <p:spPr>
            <a:xfrm>
              <a:off x="2819400" y="2133600"/>
              <a:ext cx="3817089" cy="1403497"/>
            </a:xfrm>
            <a:custGeom>
              <a:avLst/>
              <a:gdLst>
                <a:gd name="connsiteX0" fmla="*/ 0 w 3817089"/>
                <a:gd name="connsiteY0" fmla="*/ 1403497 h 1403497"/>
                <a:gd name="connsiteX1" fmla="*/ 276447 w 3817089"/>
                <a:gd name="connsiteY1" fmla="*/ 1201479 h 1403497"/>
                <a:gd name="connsiteX2" fmla="*/ 297712 w 3817089"/>
                <a:gd name="connsiteY2" fmla="*/ 1169581 h 1403497"/>
                <a:gd name="connsiteX3" fmla="*/ 393405 w 3817089"/>
                <a:gd name="connsiteY3" fmla="*/ 1084521 h 1403497"/>
                <a:gd name="connsiteX4" fmla="*/ 425303 w 3817089"/>
                <a:gd name="connsiteY4" fmla="*/ 1041991 h 1403497"/>
                <a:gd name="connsiteX5" fmla="*/ 446568 w 3817089"/>
                <a:gd name="connsiteY5" fmla="*/ 1010093 h 1403497"/>
                <a:gd name="connsiteX6" fmla="*/ 478465 w 3817089"/>
                <a:gd name="connsiteY6" fmla="*/ 978195 h 1403497"/>
                <a:gd name="connsiteX7" fmla="*/ 520996 w 3817089"/>
                <a:gd name="connsiteY7" fmla="*/ 925032 h 1403497"/>
                <a:gd name="connsiteX8" fmla="*/ 531628 w 3817089"/>
                <a:gd name="connsiteY8" fmla="*/ 893135 h 1403497"/>
                <a:gd name="connsiteX9" fmla="*/ 584791 w 3817089"/>
                <a:gd name="connsiteY9" fmla="*/ 829339 h 1403497"/>
                <a:gd name="connsiteX10" fmla="*/ 595423 w 3817089"/>
                <a:gd name="connsiteY10" fmla="*/ 797442 h 1403497"/>
                <a:gd name="connsiteX11" fmla="*/ 637954 w 3817089"/>
                <a:gd name="connsiteY11" fmla="*/ 744279 h 1403497"/>
                <a:gd name="connsiteX12" fmla="*/ 659219 w 3817089"/>
                <a:gd name="connsiteY12" fmla="*/ 712381 h 1403497"/>
                <a:gd name="connsiteX13" fmla="*/ 691116 w 3817089"/>
                <a:gd name="connsiteY13" fmla="*/ 627321 h 1403497"/>
                <a:gd name="connsiteX14" fmla="*/ 712382 w 3817089"/>
                <a:gd name="connsiteY14" fmla="*/ 563525 h 1403497"/>
                <a:gd name="connsiteX15" fmla="*/ 733647 w 3817089"/>
                <a:gd name="connsiteY15" fmla="*/ 520995 h 1403497"/>
                <a:gd name="connsiteX16" fmla="*/ 754912 w 3817089"/>
                <a:gd name="connsiteY16" fmla="*/ 425302 h 1403497"/>
                <a:gd name="connsiteX17" fmla="*/ 776177 w 3817089"/>
                <a:gd name="connsiteY17" fmla="*/ 265814 h 1403497"/>
                <a:gd name="connsiteX18" fmla="*/ 786809 w 3817089"/>
                <a:gd name="connsiteY18" fmla="*/ 95693 h 1403497"/>
                <a:gd name="connsiteX19" fmla="*/ 808075 w 3817089"/>
                <a:gd name="connsiteY19" fmla="*/ 0 h 1403497"/>
                <a:gd name="connsiteX20" fmla="*/ 829340 w 3817089"/>
                <a:gd name="connsiteY20" fmla="*/ 63795 h 1403497"/>
                <a:gd name="connsiteX21" fmla="*/ 850605 w 3817089"/>
                <a:gd name="connsiteY21" fmla="*/ 148856 h 1403497"/>
                <a:gd name="connsiteX22" fmla="*/ 861237 w 3817089"/>
                <a:gd name="connsiteY22" fmla="*/ 223284 h 1403497"/>
                <a:gd name="connsiteX23" fmla="*/ 882503 w 3817089"/>
                <a:gd name="connsiteY23" fmla="*/ 287079 h 1403497"/>
                <a:gd name="connsiteX24" fmla="*/ 893135 w 3817089"/>
                <a:gd name="connsiteY24" fmla="*/ 542260 h 1403497"/>
                <a:gd name="connsiteX25" fmla="*/ 903768 w 3817089"/>
                <a:gd name="connsiteY25" fmla="*/ 627321 h 1403497"/>
                <a:gd name="connsiteX26" fmla="*/ 988828 w 3817089"/>
                <a:gd name="connsiteY26" fmla="*/ 616688 h 1403497"/>
                <a:gd name="connsiteX27" fmla="*/ 1063256 w 3817089"/>
                <a:gd name="connsiteY27" fmla="*/ 574158 h 1403497"/>
                <a:gd name="connsiteX28" fmla="*/ 1095154 w 3817089"/>
                <a:gd name="connsiteY28" fmla="*/ 552893 h 1403497"/>
                <a:gd name="connsiteX29" fmla="*/ 1137684 w 3817089"/>
                <a:gd name="connsiteY29" fmla="*/ 531628 h 1403497"/>
                <a:gd name="connsiteX30" fmla="*/ 1201479 w 3817089"/>
                <a:gd name="connsiteY30" fmla="*/ 489097 h 1403497"/>
                <a:gd name="connsiteX31" fmla="*/ 1307805 w 3817089"/>
                <a:gd name="connsiteY31" fmla="*/ 457200 h 1403497"/>
                <a:gd name="connsiteX32" fmla="*/ 1371600 w 3817089"/>
                <a:gd name="connsiteY32" fmla="*/ 425302 h 1403497"/>
                <a:gd name="connsiteX33" fmla="*/ 1403498 w 3817089"/>
                <a:gd name="connsiteY33" fmla="*/ 404037 h 1403497"/>
                <a:gd name="connsiteX34" fmla="*/ 1435396 w 3817089"/>
                <a:gd name="connsiteY34" fmla="*/ 393404 h 1403497"/>
                <a:gd name="connsiteX35" fmla="*/ 1509823 w 3817089"/>
                <a:gd name="connsiteY35" fmla="*/ 361507 h 1403497"/>
                <a:gd name="connsiteX36" fmla="*/ 1605516 w 3817089"/>
                <a:gd name="connsiteY36" fmla="*/ 287079 h 1403497"/>
                <a:gd name="connsiteX37" fmla="*/ 1637414 w 3817089"/>
                <a:gd name="connsiteY37" fmla="*/ 265814 h 1403497"/>
                <a:gd name="connsiteX38" fmla="*/ 1679944 w 3817089"/>
                <a:gd name="connsiteY38" fmla="*/ 255181 h 1403497"/>
                <a:gd name="connsiteX39" fmla="*/ 1711842 w 3817089"/>
                <a:gd name="connsiteY39" fmla="*/ 244549 h 1403497"/>
                <a:gd name="connsiteX40" fmla="*/ 1765005 w 3817089"/>
                <a:gd name="connsiteY40" fmla="*/ 233916 h 1403497"/>
                <a:gd name="connsiteX41" fmla="*/ 1871330 w 3817089"/>
                <a:gd name="connsiteY41" fmla="*/ 202018 h 1403497"/>
                <a:gd name="connsiteX42" fmla="*/ 1967023 w 3817089"/>
                <a:gd name="connsiteY42" fmla="*/ 191386 h 1403497"/>
                <a:gd name="connsiteX43" fmla="*/ 2030819 w 3817089"/>
                <a:gd name="connsiteY43" fmla="*/ 170121 h 1403497"/>
                <a:gd name="connsiteX44" fmla="*/ 2105247 w 3817089"/>
                <a:gd name="connsiteY44" fmla="*/ 127591 h 1403497"/>
                <a:gd name="connsiteX45" fmla="*/ 2147777 w 3817089"/>
                <a:gd name="connsiteY45" fmla="*/ 95693 h 1403497"/>
                <a:gd name="connsiteX46" fmla="*/ 2200940 w 3817089"/>
                <a:gd name="connsiteY46" fmla="*/ 85060 h 1403497"/>
                <a:gd name="connsiteX47" fmla="*/ 2232837 w 3817089"/>
                <a:gd name="connsiteY47" fmla="*/ 42530 h 1403497"/>
                <a:gd name="connsiteX48" fmla="*/ 2254103 w 3817089"/>
                <a:gd name="connsiteY48" fmla="*/ 21265 h 1403497"/>
                <a:gd name="connsiteX49" fmla="*/ 2286000 w 3817089"/>
                <a:gd name="connsiteY49" fmla="*/ 53163 h 1403497"/>
                <a:gd name="connsiteX50" fmla="*/ 2296633 w 3817089"/>
                <a:gd name="connsiteY50" fmla="*/ 116958 h 1403497"/>
                <a:gd name="connsiteX51" fmla="*/ 2307265 w 3817089"/>
                <a:gd name="connsiteY51" fmla="*/ 148856 h 1403497"/>
                <a:gd name="connsiteX52" fmla="*/ 2317898 w 3817089"/>
                <a:gd name="connsiteY52" fmla="*/ 340242 h 1403497"/>
                <a:gd name="connsiteX53" fmla="*/ 2328530 w 3817089"/>
                <a:gd name="connsiteY53" fmla="*/ 893135 h 1403497"/>
                <a:gd name="connsiteX54" fmla="*/ 2349796 w 3817089"/>
                <a:gd name="connsiteY54" fmla="*/ 871870 h 1403497"/>
                <a:gd name="connsiteX55" fmla="*/ 2371061 w 3817089"/>
                <a:gd name="connsiteY55" fmla="*/ 839972 h 1403497"/>
                <a:gd name="connsiteX56" fmla="*/ 2402958 w 3817089"/>
                <a:gd name="connsiteY56" fmla="*/ 829339 h 1403497"/>
                <a:gd name="connsiteX57" fmla="*/ 2498651 w 3817089"/>
                <a:gd name="connsiteY57" fmla="*/ 754911 h 1403497"/>
                <a:gd name="connsiteX58" fmla="*/ 2530549 w 3817089"/>
                <a:gd name="connsiteY58" fmla="*/ 744279 h 1403497"/>
                <a:gd name="connsiteX59" fmla="*/ 2594344 w 3817089"/>
                <a:gd name="connsiteY59" fmla="*/ 701749 h 1403497"/>
                <a:gd name="connsiteX60" fmla="*/ 2626242 w 3817089"/>
                <a:gd name="connsiteY60" fmla="*/ 680484 h 1403497"/>
                <a:gd name="connsiteX61" fmla="*/ 2668772 w 3817089"/>
                <a:gd name="connsiteY61" fmla="*/ 669851 h 1403497"/>
                <a:gd name="connsiteX62" fmla="*/ 2700670 w 3817089"/>
                <a:gd name="connsiteY62" fmla="*/ 648586 h 1403497"/>
                <a:gd name="connsiteX63" fmla="*/ 2764465 w 3817089"/>
                <a:gd name="connsiteY63" fmla="*/ 627321 h 1403497"/>
                <a:gd name="connsiteX64" fmla="*/ 2796363 w 3817089"/>
                <a:gd name="connsiteY64" fmla="*/ 606056 h 1403497"/>
                <a:gd name="connsiteX65" fmla="*/ 2817628 w 3817089"/>
                <a:gd name="connsiteY65" fmla="*/ 574158 h 1403497"/>
                <a:gd name="connsiteX66" fmla="*/ 2870791 w 3817089"/>
                <a:gd name="connsiteY66" fmla="*/ 542260 h 1403497"/>
                <a:gd name="connsiteX67" fmla="*/ 2902689 w 3817089"/>
                <a:gd name="connsiteY67" fmla="*/ 520995 h 1403497"/>
                <a:gd name="connsiteX68" fmla="*/ 2977116 w 3817089"/>
                <a:gd name="connsiteY68" fmla="*/ 467832 h 1403497"/>
                <a:gd name="connsiteX69" fmla="*/ 3009014 w 3817089"/>
                <a:gd name="connsiteY69" fmla="*/ 457200 h 1403497"/>
                <a:gd name="connsiteX70" fmla="*/ 3030279 w 3817089"/>
                <a:gd name="connsiteY70" fmla="*/ 425302 h 1403497"/>
                <a:gd name="connsiteX71" fmla="*/ 3094075 w 3817089"/>
                <a:gd name="connsiteY71" fmla="*/ 404037 h 1403497"/>
                <a:gd name="connsiteX72" fmla="*/ 3136605 w 3817089"/>
                <a:gd name="connsiteY72" fmla="*/ 372139 h 1403497"/>
                <a:gd name="connsiteX73" fmla="*/ 3200400 w 3817089"/>
                <a:gd name="connsiteY73" fmla="*/ 350874 h 1403497"/>
                <a:gd name="connsiteX74" fmla="*/ 3232298 w 3817089"/>
                <a:gd name="connsiteY74" fmla="*/ 340242 h 1403497"/>
                <a:gd name="connsiteX75" fmla="*/ 3264196 w 3817089"/>
                <a:gd name="connsiteY75" fmla="*/ 329609 h 1403497"/>
                <a:gd name="connsiteX76" fmla="*/ 3306726 w 3817089"/>
                <a:gd name="connsiteY76" fmla="*/ 318977 h 1403497"/>
                <a:gd name="connsiteX77" fmla="*/ 3359889 w 3817089"/>
                <a:gd name="connsiteY77" fmla="*/ 287079 h 1403497"/>
                <a:gd name="connsiteX78" fmla="*/ 3402419 w 3817089"/>
                <a:gd name="connsiteY78" fmla="*/ 255181 h 1403497"/>
                <a:gd name="connsiteX79" fmla="*/ 3444949 w 3817089"/>
                <a:gd name="connsiteY79" fmla="*/ 233916 h 1403497"/>
                <a:gd name="connsiteX80" fmla="*/ 3466214 w 3817089"/>
                <a:gd name="connsiteY80" fmla="*/ 202018 h 1403497"/>
                <a:gd name="connsiteX81" fmla="*/ 3508744 w 3817089"/>
                <a:gd name="connsiteY81" fmla="*/ 180753 h 1403497"/>
                <a:gd name="connsiteX82" fmla="*/ 3540642 w 3817089"/>
                <a:gd name="connsiteY82" fmla="*/ 159488 h 1403497"/>
                <a:gd name="connsiteX83" fmla="*/ 3646968 w 3817089"/>
                <a:gd name="connsiteY83" fmla="*/ 138223 h 1403497"/>
                <a:gd name="connsiteX84" fmla="*/ 3689498 w 3817089"/>
                <a:gd name="connsiteY84" fmla="*/ 127591 h 1403497"/>
                <a:gd name="connsiteX85" fmla="*/ 3774558 w 3817089"/>
                <a:gd name="connsiteY85" fmla="*/ 95693 h 1403497"/>
                <a:gd name="connsiteX86" fmla="*/ 3817089 w 3817089"/>
                <a:gd name="connsiteY86" fmla="*/ 63795 h 1403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3817089" h="1403497">
                  <a:moveTo>
                    <a:pt x="0" y="1403497"/>
                  </a:moveTo>
                  <a:cubicBezTo>
                    <a:pt x="92149" y="1336158"/>
                    <a:pt x="213139" y="1296443"/>
                    <a:pt x="276447" y="1201479"/>
                  </a:cubicBezTo>
                  <a:cubicBezTo>
                    <a:pt x="283535" y="1190846"/>
                    <a:pt x="288676" y="1178617"/>
                    <a:pt x="297712" y="1169581"/>
                  </a:cubicBezTo>
                  <a:cubicBezTo>
                    <a:pt x="380609" y="1086682"/>
                    <a:pt x="259437" y="1263143"/>
                    <a:pt x="393405" y="1084521"/>
                  </a:cubicBezTo>
                  <a:cubicBezTo>
                    <a:pt x="404038" y="1070344"/>
                    <a:pt x="415003" y="1056411"/>
                    <a:pt x="425303" y="1041991"/>
                  </a:cubicBezTo>
                  <a:cubicBezTo>
                    <a:pt x="432731" y="1031592"/>
                    <a:pt x="438387" y="1019910"/>
                    <a:pt x="446568" y="1010093"/>
                  </a:cubicBezTo>
                  <a:cubicBezTo>
                    <a:pt x="456194" y="998541"/>
                    <a:pt x="468839" y="989747"/>
                    <a:pt x="478465" y="978195"/>
                  </a:cubicBezTo>
                  <a:cubicBezTo>
                    <a:pt x="545513" y="897736"/>
                    <a:pt x="459141" y="986884"/>
                    <a:pt x="520996" y="925032"/>
                  </a:cubicBezTo>
                  <a:cubicBezTo>
                    <a:pt x="524540" y="914400"/>
                    <a:pt x="526616" y="903159"/>
                    <a:pt x="531628" y="893135"/>
                  </a:cubicBezTo>
                  <a:cubicBezTo>
                    <a:pt x="546431" y="863528"/>
                    <a:pt x="561275" y="852855"/>
                    <a:pt x="584791" y="829339"/>
                  </a:cubicBezTo>
                  <a:cubicBezTo>
                    <a:pt x="588335" y="818707"/>
                    <a:pt x="589483" y="806946"/>
                    <a:pt x="595423" y="797442"/>
                  </a:cubicBezTo>
                  <a:cubicBezTo>
                    <a:pt x="607451" y="778198"/>
                    <a:pt x="624338" y="762434"/>
                    <a:pt x="637954" y="744279"/>
                  </a:cubicBezTo>
                  <a:cubicBezTo>
                    <a:pt x="645621" y="734056"/>
                    <a:pt x="652131" y="723014"/>
                    <a:pt x="659219" y="712381"/>
                  </a:cubicBezTo>
                  <a:cubicBezTo>
                    <a:pt x="684424" y="586350"/>
                    <a:pt x="651294" y="716919"/>
                    <a:pt x="691116" y="627321"/>
                  </a:cubicBezTo>
                  <a:cubicBezTo>
                    <a:pt x="700220" y="606837"/>
                    <a:pt x="705293" y="584790"/>
                    <a:pt x="712382" y="563525"/>
                  </a:cubicBezTo>
                  <a:cubicBezTo>
                    <a:pt x="717394" y="548488"/>
                    <a:pt x="726559" y="535172"/>
                    <a:pt x="733647" y="520995"/>
                  </a:cubicBezTo>
                  <a:cubicBezTo>
                    <a:pt x="740735" y="489097"/>
                    <a:pt x="750291" y="457649"/>
                    <a:pt x="754912" y="425302"/>
                  </a:cubicBezTo>
                  <a:cubicBezTo>
                    <a:pt x="780928" y="243184"/>
                    <a:pt x="748252" y="349585"/>
                    <a:pt x="776177" y="265814"/>
                  </a:cubicBezTo>
                  <a:cubicBezTo>
                    <a:pt x="779721" y="209107"/>
                    <a:pt x="781422" y="152255"/>
                    <a:pt x="786809" y="95693"/>
                  </a:cubicBezTo>
                  <a:cubicBezTo>
                    <a:pt x="788886" y="73888"/>
                    <a:pt x="802295" y="23120"/>
                    <a:pt x="808075" y="0"/>
                  </a:cubicBezTo>
                  <a:cubicBezTo>
                    <a:pt x="815163" y="21265"/>
                    <a:pt x="824944" y="41815"/>
                    <a:pt x="829340" y="63795"/>
                  </a:cubicBezTo>
                  <a:cubicBezTo>
                    <a:pt x="842170" y="127948"/>
                    <a:pt x="834257" y="99814"/>
                    <a:pt x="850605" y="148856"/>
                  </a:cubicBezTo>
                  <a:cubicBezTo>
                    <a:pt x="854149" y="173665"/>
                    <a:pt x="855602" y="198865"/>
                    <a:pt x="861237" y="223284"/>
                  </a:cubicBezTo>
                  <a:cubicBezTo>
                    <a:pt x="866277" y="245125"/>
                    <a:pt x="882503" y="287079"/>
                    <a:pt x="882503" y="287079"/>
                  </a:cubicBezTo>
                  <a:cubicBezTo>
                    <a:pt x="886047" y="372139"/>
                    <a:pt x="887825" y="457292"/>
                    <a:pt x="893135" y="542260"/>
                  </a:cubicBezTo>
                  <a:cubicBezTo>
                    <a:pt x="894917" y="570779"/>
                    <a:pt x="881213" y="609778"/>
                    <a:pt x="903768" y="627321"/>
                  </a:cubicBezTo>
                  <a:cubicBezTo>
                    <a:pt x="926323" y="644864"/>
                    <a:pt x="960475" y="620232"/>
                    <a:pt x="988828" y="616688"/>
                  </a:cubicBezTo>
                  <a:cubicBezTo>
                    <a:pt x="1049426" y="556092"/>
                    <a:pt x="988289" y="606287"/>
                    <a:pt x="1063256" y="574158"/>
                  </a:cubicBezTo>
                  <a:cubicBezTo>
                    <a:pt x="1075002" y="569124"/>
                    <a:pt x="1084059" y="559233"/>
                    <a:pt x="1095154" y="552893"/>
                  </a:cubicBezTo>
                  <a:cubicBezTo>
                    <a:pt x="1108916" y="545029"/>
                    <a:pt x="1124093" y="539783"/>
                    <a:pt x="1137684" y="531628"/>
                  </a:cubicBezTo>
                  <a:cubicBezTo>
                    <a:pt x="1159599" y="518479"/>
                    <a:pt x="1177233" y="497179"/>
                    <a:pt x="1201479" y="489097"/>
                  </a:cubicBezTo>
                  <a:cubicBezTo>
                    <a:pt x="1279138" y="463211"/>
                    <a:pt x="1243529" y="473268"/>
                    <a:pt x="1307805" y="457200"/>
                  </a:cubicBezTo>
                  <a:cubicBezTo>
                    <a:pt x="1399221" y="396257"/>
                    <a:pt x="1283559" y="469323"/>
                    <a:pt x="1371600" y="425302"/>
                  </a:cubicBezTo>
                  <a:cubicBezTo>
                    <a:pt x="1383030" y="419587"/>
                    <a:pt x="1392068" y="409752"/>
                    <a:pt x="1403498" y="404037"/>
                  </a:cubicBezTo>
                  <a:cubicBezTo>
                    <a:pt x="1413523" y="399025"/>
                    <a:pt x="1425094" y="397819"/>
                    <a:pt x="1435396" y="393404"/>
                  </a:cubicBezTo>
                  <a:cubicBezTo>
                    <a:pt x="1527358" y="353991"/>
                    <a:pt x="1435024" y="386439"/>
                    <a:pt x="1509823" y="361507"/>
                  </a:cubicBezTo>
                  <a:cubicBezTo>
                    <a:pt x="1591307" y="280023"/>
                    <a:pt x="1529747" y="330375"/>
                    <a:pt x="1605516" y="287079"/>
                  </a:cubicBezTo>
                  <a:cubicBezTo>
                    <a:pt x="1616611" y="280739"/>
                    <a:pt x="1625668" y="270848"/>
                    <a:pt x="1637414" y="265814"/>
                  </a:cubicBezTo>
                  <a:cubicBezTo>
                    <a:pt x="1650845" y="260058"/>
                    <a:pt x="1665893" y="259195"/>
                    <a:pt x="1679944" y="255181"/>
                  </a:cubicBezTo>
                  <a:cubicBezTo>
                    <a:pt x="1690721" y="252102"/>
                    <a:pt x="1700969" y="247267"/>
                    <a:pt x="1711842" y="244549"/>
                  </a:cubicBezTo>
                  <a:cubicBezTo>
                    <a:pt x="1729374" y="240166"/>
                    <a:pt x="1747570" y="238671"/>
                    <a:pt x="1765005" y="233916"/>
                  </a:cubicBezTo>
                  <a:cubicBezTo>
                    <a:pt x="1802497" y="223691"/>
                    <a:pt x="1833239" y="207878"/>
                    <a:pt x="1871330" y="202018"/>
                  </a:cubicBezTo>
                  <a:cubicBezTo>
                    <a:pt x="1903051" y="197138"/>
                    <a:pt x="1935125" y="194930"/>
                    <a:pt x="1967023" y="191386"/>
                  </a:cubicBezTo>
                  <a:cubicBezTo>
                    <a:pt x="1988288" y="184298"/>
                    <a:pt x="2014969" y="185971"/>
                    <a:pt x="2030819" y="170121"/>
                  </a:cubicBezTo>
                  <a:cubicBezTo>
                    <a:pt x="2073049" y="127890"/>
                    <a:pt x="2048128" y="141870"/>
                    <a:pt x="2105247" y="127591"/>
                  </a:cubicBezTo>
                  <a:cubicBezTo>
                    <a:pt x="2119424" y="116958"/>
                    <a:pt x="2131583" y="102890"/>
                    <a:pt x="2147777" y="95693"/>
                  </a:cubicBezTo>
                  <a:cubicBezTo>
                    <a:pt x="2164291" y="88353"/>
                    <a:pt x="2185615" y="94638"/>
                    <a:pt x="2200940" y="85060"/>
                  </a:cubicBezTo>
                  <a:cubicBezTo>
                    <a:pt x="2215967" y="75668"/>
                    <a:pt x="2221492" y="56143"/>
                    <a:pt x="2232837" y="42530"/>
                  </a:cubicBezTo>
                  <a:cubicBezTo>
                    <a:pt x="2239255" y="34829"/>
                    <a:pt x="2247014" y="28353"/>
                    <a:pt x="2254103" y="21265"/>
                  </a:cubicBezTo>
                  <a:cubicBezTo>
                    <a:pt x="2264735" y="31898"/>
                    <a:pt x="2279893" y="39422"/>
                    <a:pt x="2286000" y="53163"/>
                  </a:cubicBezTo>
                  <a:cubicBezTo>
                    <a:pt x="2294756" y="72863"/>
                    <a:pt x="2291956" y="95913"/>
                    <a:pt x="2296633" y="116958"/>
                  </a:cubicBezTo>
                  <a:cubicBezTo>
                    <a:pt x="2299064" y="127899"/>
                    <a:pt x="2303721" y="138223"/>
                    <a:pt x="2307265" y="148856"/>
                  </a:cubicBezTo>
                  <a:cubicBezTo>
                    <a:pt x="2310809" y="212651"/>
                    <a:pt x="2316073" y="276374"/>
                    <a:pt x="2317898" y="340242"/>
                  </a:cubicBezTo>
                  <a:cubicBezTo>
                    <a:pt x="2323162" y="524499"/>
                    <a:pt x="2317490" y="709134"/>
                    <a:pt x="2328530" y="893135"/>
                  </a:cubicBezTo>
                  <a:cubicBezTo>
                    <a:pt x="2329130" y="903142"/>
                    <a:pt x="2343534" y="879698"/>
                    <a:pt x="2349796" y="871870"/>
                  </a:cubicBezTo>
                  <a:cubicBezTo>
                    <a:pt x="2357779" y="861891"/>
                    <a:pt x="2361083" y="847955"/>
                    <a:pt x="2371061" y="839972"/>
                  </a:cubicBezTo>
                  <a:cubicBezTo>
                    <a:pt x="2379813" y="832971"/>
                    <a:pt x="2393161" y="834782"/>
                    <a:pt x="2402958" y="829339"/>
                  </a:cubicBezTo>
                  <a:cubicBezTo>
                    <a:pt x="2657789" y="687766"/>
                    <a:pt x="2343650" y="858245"/>
                    <a:pt x="2498651" y="754911"/>
                  </a:cubicBezTo>
                  <a:cubicBezTo>
                    <a:pt x="2507976" y="748694"/>
                    <a:pt x="2519916" y="747823"/>
                    <a:pt x="2530549" y="744279"/>
                  </a:cubicBezTo>
                  <a:lnTo>
                    <a:pt x="2594344" y="701749"/>
                  </a:lnTo>
                  <a:cubicBezTo>
                    <a:pt x="2604977" y="694661"/>
                    <a:pt x="2613845" y="683583"/>
                    <a:pt x="2626242" y="680484"/>
                  </a:cubicBezTo>
                  <a:lnTo>
                    <a:pt x="2668772" y="669851"/>
                  </a:lnTo>
                  <a:cubicBezTo>
                    <a:pt x="2679405" y="662763"/>
                    <a:pt x="2688993" y="653776"/>
                    <a:pt x="2700670" y="648586"/>
                  </a:cubicBezTo>
                  <a:cubicBezTo>
                    <a:pt x="2721153" y="639482"/>
                    <a:pt x="2764465" y="627321"/>
                    <a:pt x="2764465" y="627321"/>
                  </a:cubicBezTo>
                  <a:cubicBezTo>
                    <a:pt x="2775098" y="620233"/>
                    <a:pt x="2787327" y="615092"/>
                    <a:pt x="2796363" y="606056"/>
                  </a:cubicBezTo>
                  <a:cubicBezTo>
                    <a:pt x="2805399" y="597020"/>
                    <a:pt x="2807926" y="582474"/>
                    <a:pt x="2817628" y="574158"/>
                  </a:cubicBezTo>
                  <a:cubicBezTo>
                    <a:pt x="2833319" y="560709"/>
                    <a:pt x="2853266" y="553213"/>
                    <a:pt x="2870791" y="542260"/>
                  </a:cubicBezTo>
                  <a:cubicBezTo>
                    <a:pt x="2881627" y="535487"/>
                    <a:pt x="2892290" y="528423"/>
                    <a:pt x="2902689" y="520995"/>
                  </a:cubicBezTo>
                  <a:cubicBezTo>
                    <a:pt x="2913925" y="512969"/>
                    <a:pt x="2960412" y="476184"/>
                    <a:pt x="2977116" y="467832"/>
                  </a:cubicBezTo>
                  <a:cubicBezTo>
                    <a:pt x="2987141" y="462820"/>
                    <a:pt x="2998381" y="460744"/>
                    <a:pt x="3009014" y="457200"/>
                  </a:cubicBezTo>
                  <a:cubicBezTo>
                    <a:pt x="3016102" y="446567"/>
                    <a:pt x="3019443" y="432075"/>
                    <a:pt x="3030279" y="425302"/>
                  </a:cubicBezTo>
                  <a:cubicBezTo>
                    <a:pt x="3049287" y="413422"/>
                    <a:pt x="3094075" y="404037"/>
                    <a:pt x="3094075" y="404037"/>
                  </a:cubicBezTo>
                  <a:cubicBezTo>
                    <a:pt x="3108252" y="393404"/>
                    <a:pt x="3120755" y="380064"/>
                    <a:pt x="3136605" y="372139"/>
                  </a:cubicBezTo>
                  <a:cubicBezTo>
                    <a:pt x="3156654" y="362115"/>
                    <a:pt x="3179135" y="357962"/>
                    <a:pt x="3200400" y="350874"/>
                  </a:cubicBezTo>
                  <a:lnTo>
                    <a:pt x="3232298" y="340242"/>
                  </a:lnTo>
                  <a:cubicBezTo>
                    <a:pt x="3242931" y="336698"/>
                    <a:pt x="3253323" y="332327"/>
                    <a:pt x="3264196" y="329609"/>
                  </a:cubicBezTo>
                  <a:lnTo>
                    <a:pt x="3306726" y="318977"/>
                  </a:lnTo>
                  <a:cubicBezTo>
                    <a:pt x="3356491" y="269210"/>
                    <a:pt x="3295477" y="323885"/>
                    <a:pt x="3359889" y="287079"/>
                  </a:cubicBezTo>
                  <a:cubicBezTo>
                    <a:pt x="3375275" y="278287"/>
                    <a:pt x="3387392" y="264573"/>
                    <a:pt x="3402419" y="255181"/>
                  </a:cubicBezTo>
                  <a:cubicBezTo>
                    <a:pt x="3415860" y="246780"/>
                    <a:pt x="3430772" y="241004"/>
                    <a:pt x="3444949" y="233916"/>
                  </a:cubicBezTo>
                  <a:cubicBezTo>
                    <a:pt x="3452037" y="223283"/>
                    <a:pt x="3456397" y="210199"/>
                    <a:pt x="3466214" y="202018"/>
                  </a:cubicBezTo>
                  <a:cubicBezTo>
                    <a:pt x="3478390" y="191871"/>
                    <a:pt x="3494982" y="188617"/>
                    <a:pt x="3508744" y="180753"/>
                  </a:cubicBezTo>
                  <a:cubicBezTo>
                    <a:pt x="3519839" y="174413"/>
                    <a:pt x="3528428" y="163246"/>
                    <a:pt x="3540642" y="159488"/>
                  </a:cubicBezTo>
                  <a:cubicBezTo>
                    <a:pt x="3575188" y="148859"/>
                    <a:pt x="3611903" y="146989"/>
                    <a:pt x="3646968" y="138223"/>
                  </a:cubicBezTo>
                  <a:lnTo>
                    <a:pt x="3689498" y="127591"/>
                  </a:lnTo>
                  <a:cubicBezTo>
                    <a:pt x="3734572" y="82515"/>
                    <a:pt x="3682455" y="126393"/>
                    <a:pt x="3774558" y="95693"/>
                  </a:cubicBezTo>
                  <a:cubicBezTo>
                    <a:pt x="3792593" y="89682"/>
                    <a:pt x="3804494" y="76390"/>
                    <a:pt x="3817089" y="63795"/>
                  </a:cubicBezTo>
                </a:path>
              </a:pathLst>
            </a:cu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Z"/>
            </a:p>
          </p:txBody>
        </p:sp>
        <p:sp>
          <p:nvSpPr>
            <p:cNvPr id="18" name="TextBox 17"/>
            <p:cNvSpPr txBox="1"/>
            <p:nvPr/>
          </p:nvSpPr>
          <p:spPr>
            <a:xfrm>
              <a:off x="1676400" y="3601883"/>
              <a:ext cx="1826206" cy="369332"/>
            </a:xfrm>
            <a:prstGeom prst="rect">
              <a:avLst/>
            </a:prstGeom>
            <a:noFill/>
          </p:spPr>
          <p:txBody>
            <a:bodyPr wrap="none" rtlCol="0">
              <a:spAutoFit/>
            </a:bodyPr>
            <a:lstStyle/>
            <a:p>
              <a:r>
                <a:rPr lang="en-NZ" dirty="0"/>
                <a:t>Typically 1 MSS</a:t>
              </a:r>
            </a:p>
          </p:txBody>
        </p:sp>
      </p:grpSp>
      <p:sp>
        <p:nvSpPr>
          <p:cNvPr id="21" name="Wave 20"/>
          <p:cNvSpPr/>
          <p:nvPr/>
        </p:nvSpPr>
        <p:spPr>
          <a:xfrm>
            <a:off x="913125" y="4670410"/>
            <a:ext cx="7629638" cy="1657744"/>
          </a:xfrm>
          <a:prstGeom prst="wav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NZ" dirty="0">
                <a:ln w="0"/>
                <a:solidFill>
                  <a:schemeClr val="tx1"/>
                </a:solidFill>
                <a:effectLst>
                  <a:outerShdw blurRad="38100" dist="19050" dir="2700000" algn="tl" rotWithShape="0">
                    <a:schemeClr val="dk1">
                      <a:alpha val="40000"/>
                    </a:schemeClr>
                  </a:outerShdw>
                </a:effectLst>
              </a:rPr>
              <a:t>TCP has some refined actions towards a loss event, depending on whether it is a timeout or 3 dup-ACKs.</a:t>
            </a:r>
          </a:p>
          <a:p>
            <a:pPr lvl="1">
              <a:buFontTx/>
              <a:buChar char="•"/>
            </a:pPr>
            <a:r>
              <a:rPr lang="en-US" altLang="en-US" dirty="0">
                <a:ln w="0"/>
                <a:solidFill>
                  <a:schemeClr val="tx1"/>
                </a:solidFill>
                <a:effectLst>
                  <a:outerShdw blurRad="38100" dist="19050" dir="2700000" algn="tl" rotWithShape="0">
                    <a:schemeClr val="dk1">
                      <a:alpha val="40000"/>
                    </a:schemeClr>
                  </a:outerShdw>
                </a:effectLst>
              </a:rPr>
              <a:t>3 dup ACKs indicates network is still capable of delivering some segments</a:t>
            </a:r>
          </a:p>
          <a:p>
            <a:pPr lvl="1">
              <a:buFontTx/>
              <a:buChar char="•"/>
            </a:pPr>
            <a:r>
              <a:rPr lang="en-US" altLang="en-US" dirty="0">
                <a:ln w="0"/>
                <a:solidFill>
                  <a:schemeClr val="tx1"/>
                </a:solidFill>
                <a:effectLst>
                  <a:outerShdw blurRad="38100" dist="19050" dir="2700000" algn="tl" rotWithShape="0">
                    <a:schemeClr val="dk1">
                      <a:alpha val="40000"/>
                    </a:schemeClr>
                  </a:outerShdw>
                </a:effectLst>
              </a:rPr>
              <a:t> timeout is “more alarming”;</a:t>
            </a:r>
          </a:p>
          <a:p>
            <a:pPr algn="ctr"/>
            <a:endParaRPr lang="en-NZ" dirty="0">
              <a:ln w="0"/>
              <a:solidFill>
                <a:schemeClr val="tx1"/>
              </a:solidFill>
              <a:effectLst>
                <a:outerShdw blurRad="38100" dist="19050" dir="2700000" algn="tl" rotWithShape="0">
                  <a:schemeClr val="dk1">
                    <a:alpha val="40000"/>
                  </a:schemeClr>
                </a:outerShdw>
              </a:effectLst>
            </a:endParaRPr>
          </a:p>
        </p:txBody>
      </p:sp>
      <p:sp>
        <p:nvSpPr>
          <p:cNvPr id="20" name="Slide Number Placeholder 3"/>
          <p:cNvSpPr>
            <a:spLocks noGrp="1"/>
          </p:cNvSpPr>
          <p:nvPr>
            <p:ph type="sldNum" sz="quarter" idx="4294967295"/>
          </p:nvPr>
        </p:nvSpPr>
        <p:spPr>
          <a:xfrm>
            <a:off x="6972300" y="6553200"/>
            <a:ext cx="2011363" cy="278273"/>
          </a:xfrm>
          <a:prstGeom prst="rect">
            <a:avLst/>
          </a:prstGeom>
        </p:spPr>
        <p:txBody>
          <a:bodyPr/>
          <a:lstStyle/>
          <a:p>
            <a:pPr algn="r">
              <a:defRPr/>
            </a:pPr>
            <a:fld id="{DACE9E11-39C8-4E20-894F-A4A883CCF6EF}" type="slidenum">
              <a:rPr lang="en-US" smtClean="0"/>
              <a:pPr algn="r">
                <a:defRPr/>
              </a:pPr>
              <a:t>65</a:t>
            </a:fld>
            <a:endParaRPr lang="en-US" dirty="0"/>
          </a:p>
        </p:txBody>
      </p:sp>
      <p:sp>
        <p:nvSpPr>
          <p:cNvPr id="22" name="Rounded Rectangular Callout 21"/>
          <p:cNvSpPr/>
          <p:nvPr/>
        </p:nvSpPr>
        <p:spPr>
          <a:xfrm>
            <a:off x="5676900" y="997114"/>
            <a:ext cx="2590800" cy="668594"/>
          </a:xfrm>
          <a:prstGeom prst="wedgeRoundRectCallout">
            <a:avLst>
              <a:gd name="adj1" fmla="val -23642"/>
              <a:gd name="adj2" fmla="val 14223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NZ" dirty="0">
                <a:ln w="0"/>
                <a:solidFill>
                  <a:schemeClr val="tx1"/>
                </a:solidFill>
                <a:effectLst>
                  <a:outerShdw blurRad="38100" dist="19050" dir="2700000" algn="tl" rotWithShape="0">
                    <a:schemeClr val="dk1">
                      <a:alpha val="40000"/>
                    </a:schemeClr>
                  </a:outerShdw>
                </a:effectLst>
              </a:rPr>
              <a:t>Congestion avoidance</a:t>
            </a:r>
          </a:p>
        </p:txBody>
      </p:sp>
      <p:cxnSp>
        <p:nvCxnSpPr>
          <p:cNvPr id="3" name="Straight Arrow Connector 2">
            <a:extLst>
              <a:ext uri="{FF2B5EF4-FFF2-40B4-BE49-F238E27FC236}">
                <a16:creationId xmlns:a16="http://schemas.microsoft.com/office/drawing/2014/main" id="{5625D189-44A8-2CCC-27A0-2C936AEBED25}"/>
              </a:ext>
            </a:extLst>
          </p:cNvPr>
          <p:cNvCxnSpPr>
            <a:cxnSpLocks/>
          </p:cNvCxnSpPr>
          <p:nvPr/>
        </p:nvCxnSpPr>
        <p:spPr>
          <a:xfrm>
            <a:off x="4037162" y="1643397"/>
            <a:ext cx="914400" cy="454761"/>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2506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down)">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1000"/>
                                        <p:tgtEl>
                                          <p:spTgt spid="16"/>
                                        </p:tgtEl>
                                      </p:cBhvr>
                                    </p:animEffect>
                                    <p:anim calcmode="lin" valueType="num">
                                      <p:cBhvr>
                                        <p:cTn id="20" dur="1000" fill="hold"/>
                                        <p:tgtEl>
                                          <p:spTgt spid="16"/>
                                        </p:tgtEl>
                                        <p:attrNameLst>
                                          <p:attrName>ppt_x</p:attrName>
                                        </p:attrNameLst>
                                      </p:cBhvr>
                                      <p:tavLst>
                                        <p:tav tm="0">
                                          <p:val>
                                            <p:strVal val="#ppt_x"/>
                                          </p:val>
                                        </p:tav>
                                        <p:tav tm="100000">
                                          <p:val>
                                            <p:strVal val="#ppt_x"/>
                                          </p:val>
                                        </p:tav>
                                      </p:tavLst>
                                    </p:anim>
                                    <p:anim calcmode="lin" valueType="num">
                                      <p:cBhvr>
                                        <p:cTn id="21" dur="1000" fill="hold"/>
                                        <p:tgtEl>
                                          <p:spTgt spid="16"/>
                                        </p:tgtEl>
                                        <p:attrNameLst>
                                          <p:attrName>ppt_y</p:attrName>
                                        </p:attrNameLst>
                                      </p:cBhvr>
                                      <p:tavLst>
                                        <p:tav tm="0">
                                          <p:val>
                                            <p:strVal val="#ppt_y+.1"/>
                                          </p:val>
                                        </p:tav>
                                        <p:tav tm="100000">
                                          <p:val>
                                            <p:strVal val="#ppt_y"/>
                                          </p:val>
                                        </p:tav>
                                      </p:tavLst>
                                    </p:anim>
                                  </p:childTnLst>
                                </p:cTn>
                              </p:par>
                              <p:par>
                                <p:cTn id="22" presetID="47" presetClass="entr" presetSubtype="0" fill="hold" nodeType="with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fade">
                                      <p:cBhvr>
                                        <p:cTn id="24" dur="1000"/>
                                        <p:tgtEl>
                                          <p:spTgt spid="3"/>
                                        </p:tgtEl>
                                      </p:cBhvr>
                                    </p:animEffect>
                                    <p:anim calcmode="lin" valueType="num">
                                      <p:cBhvr>
                                        <p:cTn id="25" dur="1000" fill="hold"/>
                                        <p:tgtEl>
                                          <p:spTgt spid="3"/>
                                        </p:tgtEl>
                                        <p:attrNameLst>
                                          <p:attrName>ppt_x</p:attrName>
                                        </p:attrNameLst>
                                      </p:cBhvr>
                                      <p:tavLst>
                                        <p:tav tm="0">
                                          <p:val>
                                            <p:strVal val="#ppt_x"/>
                                          </p:val>
                                        </p:tav>
                                        <p:tav tm="100000">
                                          <p:val>
                                            <p:strVal val="#ppt_x"/>
                                          </p:val>
                                        </p:tav>
                                      </p:tavLst>
                                    </p:anim>
                                    <p:anim calcmode="lin" valueType="num">
                                      <p:cBhvr>
                                        <p:cTn id="2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1000"/>
                                        <p:tgtEl>
                                          <p:spTgt spid="17"/>
                                        </p:tgtEl>
                                      </p:cBhvr>
                                    </p:animEffect>
                                    <p:anim calcmode="lin" valueType="num">
                                      <p:cBhvr>
                                        <p:cTn id="32" dur="1000" fill="hold"/>
                                        <p:tgtEl>
                                          <p:spTgt spid="17"/>
                                        </p:tgtEl>
                                        <p:attrNameLst>
                                          <p:attrName>ppt_x</p:attrName>
                                        </p:attrNameLst>
                                      </p:cBhvr>
                                      <p:tavLst>
                                        <p:tav tm="0">
                                          <p:val>
                                            <p:strVal val="#ppt_x"/>
                                          </p:val>
                                        </p:tav>
                                        <p:tav tm="100000">
                                          <p:val>
                                            <p:strVal val="#ppt_x"/>
                                          </p:val>
                                        </p:tav>
                                      </p:tavLst>
                                    </p:anim>
                                    <p:anim calcmode="lin" valueType="num">
                                      <p:cBhvr>
                                        <p:cTn id="33"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1000"/>
                                        <p:tgtEl>
                                          <p:spTgt spid="22"/>
                                        </p:tgtEl>
                                      </p:cBhvr>
                                    </p:animEffect>
                                    <p:anim calcmode="lin" valueType="num">
                                      <p:cBhvr>
                                        <p:cTn id="39" dur="1000" fill="hold"/>
                                        <p:tgtEl>
                                          <p:spTgt spid="22"/>
                                        </p:tgtEl>
                                        <p:attrNameLst>
                                          <p:attrName>ppt_x</p:attrName>
                                        </p:attrNameLst>
                                      </p:cBhvr>
                                      <p:tavLst>
                                        <p:tav tm="0">
                                          <p:val>
                                            <p:strVal val="#ppt_x"/>
                                          </p:val>
                                        </p:tav>
                                        <p:tav tm="100000">
                                          <p:val>
                                            <p:strVal val="#ppt_x"/>
                                          </p:val>
                                        </p:tav>
                                      </p:tavLst>
                                    </p:anim>
                                    <p:anim calcmode="lin" valueType="num">
                                      <p:cBhvr>
                                        <p:cTn id="40"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1000"/>
                                        <p:tgtEl>
                                          <p:spTgt spid="21"/>
                                        </p:tgtEl>
                                      </p:cBhvr>
                                    </p:animEffect>
                                    <p:anim calcmode="lin" valueType="num">
                                      <p:cBhvr>
                                        <p:cTn id="46" dur="1000" fill="hold"/>
                                        <p:tgtEl>
                                          <p:spTgt spid="21"/>
                                        </p:tgtEl>
                                        <p:attrNameLst>
                                          <p:attrName>ppt_x</p:attrName>
                                        </p:attrNameLst>
                                      </p:cBhvr>
                                      <p:tavLst>
                                        <p:tav tm="0">
                                          <p:val>
                                            <p:strVal val="#ppt_x"/>
                                          </p:val>
                                        </p:tav>
                                        <p:tav tm="100000">
                                          <p:val>
                                            <p:strVal val="#ppt_x"/>
                                          </p:val>
                                        </p:tav>
                                      </p:tavLst>
                                    </p:anim>
                                    <p:anim calcmode="lin" valueType="num">
                                      <p:cBhvr>
                                        <p:cTn id="47"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2"/>
          <p:cNvSpPr>
            <a:spLocks noGrp="1" noChangeArrowheads="1"/>
          </p:cNvSpPr>
          <p:nvPr>
            <p:ph type="title"/>
          </p:nvPr>
        </p:nvSpPr>
        <p:spPr/>
        <p:txBody>
          <a:bodyPr/>
          <a:lstStyle/>
          <a:p>
            <a:r>
              <a:rPr lang="en-US" altLang="en-US" dirty="0"/>
              <a:t>Refinement – Reaction to Timeout</a:t>
            </a:r>
          </a:p>
        </p:txBody>
      </p:sp>
      <p:sp>
        <p:nvSpPr>
          <p:cNvPr id="271363" name="Rectangle 3"/>
          <p:cNvSpPr>
            <a:spLocks noGrp="1" noChangeArrowheads="1"/>
          </p:cNvSpPr>
          <p:nvPr>
            <p:ph type="body" sz="half" idx="1"/>
          </p:nvPr>
        </p:nvSpPr>
        <p:spPr>
          <a:xfrm>
            <a:off x="457199" y="914974"/>
            <a:ext cx="7848601" cy="5181025"/>
          </a:xfrm>
        </p:spPr>
        <p:txBody>
          <a:bodyPr/>
          <a:lstStyle/>
          <a:p>
            <a:r>
              <a:rPr lang="en-US" altLang="en-US" sz="2400" dirty="0"/>
              <a:t>After 3 dup ACKs:</a:t>
            </a:r>
          </a:p>
          <a:p>
            <a:pPr lvl="1"/>
            <a:r>
              <a:rPr lang="en-US" altLang="en-US" sz="2000" b="1" dirty="0" err="1">
                <a:latin typeface="Courier New" panose="02070309020205020404" pitchFamily="49" charset="0"/>
                <a:cs typeface="Courier New" panose="02070309020205020404" pitchFamily="49" charset="0"/>
              </a:rPr>
              <a:t>ssthresh</a:t>
            </a:r>
            <a:r>
              <a:rPr lang="en-US" altLang="en-US" sz="2000" dirty="0"/>
              <a:t> = </a:t>
            </a:r>
            <a:r>
              <a:rPr lang="en-US" altLang="en-US" sz="2000" b="1" dirty="0" err="1">
                <a:latin typeface="Courier New" panose="02070309020205020404" pitchFamily="49" charset="0"/>
              </a:rPr>
              <a:t>CongWin</a:t>
            </a:r>
            <a:r>
              <a:rPr lang="en-US" altLang="en-US" sz="2000" b="1" dirty="0">
                <a:latin typeface="Courier New" panose="02070309020205020404" pitchFamily="49" charset="0"/>
              </a:rPr>
              <a:t>/2</a:t>
            </a:r>
            <a:endParaRPr lang="en-US" altLang="en-US" sz="2000" dirty="0"/>
          </a:p>
          <a:p>
            <a:pPr lvl="1"/>
            <a:r>
              <a:rPr lang="en-US" altLang="en-US" sz="2000" b="1" dirty="0" err="1">
                <a:latin typeface="Courier New" panose="02070309020205020404" pitchFamily="49" charset="0"/>
              </a:rPr>
              <a:t>CongWin</a:t>
            </a:r>
            <a:r>
              <a:rPr lang="en-US" altLang="en-US" sz="2000" dirty="0"/>
              <a:t> = </a:t>
            </a:r>
            <a:r>
              <a:rPr lang="en-US" altLang="en-US" sz="2000" b="1" dirty="0" err="1">
                <a:latin typeface="Courier New" panose="02070309020205020404" pitchFamily="49" charset="0"/>
              </a:rPr>
              <a:t>CongWin</a:t>
            </a:r>
            <a:r>
              <a:rPr lang="en-US" altLang="en-US" sz="2000" b="1" dirty="0">
                <a:latin typeface="Courier New" panose="02070309020205020404" pitchFamily="49" charset="0"/>
              </a:rPr>
              <a:t>/2 + 3 MSS</a:t>
            </a:r>
            <a:r>
              <a:rPr lang="en-US" altLang="en-US" sz="2000" dirty="0"/>
              <a:t> </a:t>
            </a:r>
          </a:p>
          <a:p>
            <a:pPr lvl="1"/>
            <a:r>
              <a:rPr lang="en-US" altLang="en-US" sz="2000" dirty="0"/>
              <a:t>window then grows linearly for each additional duplicate ACK</a:t>
            </a:r>
          </a:p>
          <a:p>
            <a:pPr lvl="1"/>
            <a:r>
              <a:rPr lang="en-US" altLang="en-US" sz="2000" b="1" dirty="0" err="1">
                <a:latin typeface="Courier New" panose="02070309020205020404" pitchFamily="49" charset="0"/>
              </a:rPr>
              <a:t>CongWin</a:t>
            </a:r>
            <a:r>
              <a:rPr lang="en-US" altLang="en-US" sz="2000" dirty="0"/>
              <a:t> = </a:t>
            </a:r>
            <a:r>
              <a:rPr lang="en-US" altLang="en-US" sz="2000" b="1" dirty="0" err="1">
                <a:latin typeface="Courier New" panose="02070309020205020404" pitchFamily="49" charset="0"/>
                <a:cs typeface="Courier New" panose="02070309020205020404" pitchFamily="49" charset="0"/>
              </a:rPr>
              <a:t>ssthresh</a:t>
            </a:r>
            <a:r>
              <a:rPr lang="en-US" altLang="en-US" sz="2000" dirty="0"/>
              <a:t> if a new ACK arrives and window grows linearly again. </a:t>
            </a:r>
          </a:p>
          <a:p>
            <a:r>
              <a:rPr lang="en-US" altLang="en-US" sz="2400" u="sng" dirty="0"/>
              <a:t>But</a:t>
            </a:r>
            <a:r>
              <a:rPr lang="en-US" altLang="en-US" sz="2400" dirty="0"/>
              <a:t> after timeout event:</a:t>
            </a:r>
          </a:p>
          <a:p>
            <a:pPr lvl="1"/>
            <a:r>
              <a:rPr lang="en-US" altLang="en-US" sz="2000" b="1" dirty="0" err="1">
                <a:latin typeface="Courier New" panose="02070309020205020404" pitchFamily="49" charset="0"/>
              </a:rPr>
              <a:t>CongWin</a:t>
            </a:r>
            <a:r>
              <a:rPr lang="en-US" altLang="en-US" sz="2000" dirty="0"/>
              <a:t> is set to 1 MSS; </a:t>
            </a:r>
          </a:p>
          <a:p>
            <a:pPr lvl="1"/>
            <a:r>
              <a:rPr lang="en-US" altLang="en-US" sz="2000" b="1" dirty="0" err="1">
                <a:latin typeface="Courier New" panose="02070309020205020404" pitchFamily="49" charset="0"/>
                <a:cs typeface="Courier New" panose="02070309020205020404" pitchFamily="49" charset="0"/>
              </a:rPr>
              <a:t>ssthresh</a:t>
            </a:r>
            <a:r>
              <a:rPr lang="en-US" altLang="en-US" sz="2000" dirty="0"/>
              <a:t> = </a:t>
            </a:r>
            <a:r>
              <a:rPr lang="en-US" altLang="en-US" sz="2000" b="1" dirty="0" err="1">
                <a:latin typeface="Courier New" panose="02070309020205020404" pitchFamily="49" charset="0"/>
              </a:rPr>
              <a:t>CongWin</a:t>
            </a:r>
            <a:r>
              <a:rPr lang="en-US" altLang="en-US" sz="2000" b="1" dirty="0">
                <a:latin typeface="Courier New" panose="02070309020205020404" pitchFamily="49" charset="0"/>
              </a:rPr>
              <a:t>/2</a:t>
            </a:r>
            <a:endParaRPr lang="en-US" altLang="en-US" sz="2000" dirty="0"/>
          </a:p>
          <a:p>
            <a:pPr lvl="1"/>
            <a:r>
              <a:rPr lang="en-US" altLang="en-US" sz="2000" dirty="0"/>
              <a:t>window then grows exponentially to a threshold (</a:t>
            </a:r>
            <a:r>
              <a:rPr lang="en-US" altLang="en-US" sz="2000" b="1" dirty="0" err="1">
                <a:latin typeface="Courier New" panose="02070309020205020404" pitchFamily="49" charset="0"/>
                <a:cs typeface="Courier New" panose="02070309020205020404" pitchFamily="49" charset="0"/>
              </a:rPr>
              <a:t>ssthresh</a:t>
            </a:r>
            <a:r>
              <a:rPr lang="en-US" altLang="en-US" sz="2000" dirty="0">
                <a:latin typeface="Courier New" panose="02070309020205020404" pitchFamily="49" charset="0"/>
                <a:cs typeface="Courier New" panose="02070309020205020404" pitchFamily="49" charset="0"/>
              </a:rPr>
              <a:t>)</a:t>
            </a:r>
            <a:r>
              <a:rPr lang="en-US" altLang="en-US" sz="2000" dirty="0"/>
              <a:t>, then grows linearly</a:t>
            </a:r>
          </a:p>
        </p:txBody>
      </p:sp>
      <p:sp>
        <p:nvSpPr>
          <p:cNvPr id="8" name="Slide Number Placeholder 3"/>
          <p:cNvSpPr txBox="1">
            <a:spLocks/>
          </p:cNvSpPr>
          <p:nvPr/>
        </p:nvSpPr>
        <p:spPr>
          <a:xfrm>
            <a:off x="7006366" y="6400800"/>
            <a:ext cx="2011363" cy="278273"/>
          </a:xfrm>
          <a:prstGeom prst="rect">
            <a:avLst/>
          </a:prstGeom>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lgn="r">
              <a:defRPr/>
            </a:pPr>
            <a:fld id="{DACE9E11-39C8-4E20-894F-A4A883CCF6EF}" type="slidenum">
              <a:rPr lang="en-US" smtClean="0"/>
              <a:pPr algn="r">
                <a:defRPr/>
              </a:pPr>
              <a:t>66</a:t>
            </a:fld>
            <a:endParaRPr lang="en-US" dirty="0"/>
          </a:p>
        </p:txBody>
      </p:sp>
    </p:spTree>
    <p:extLst>
      <p:ext uri="{BB962C8B-B14F-4D97-AF65-F5344CB8AC3E}">
        <p14:creationId xmlns:p14="http://schemas.microsoft.com/office/powerpoint/2010/main" val="64199488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72E230B-B32A-134B-6D22-9D781B22264E}"/>
              </a:ext>
            </a:extLst>
          </p:cNvPr>
          <p:cNvPicPr>
            <a:picLocks noChangeAspect="1"/>
          </p:cNvPicPr>
          <p:nvPr/>
        </p:nvPicPr>
        <p:blipFill>
          <a:blip r:embed="rId3"/>
          <a:stretch>
            <a:fillRect/>
          </a:stretch>
        </p:blipFill>
        <p:spPr>
          <a:xfrm>
            <a:off x="1019742" y="1642192"/>
            <a:ext cx="7104516" cy="4522652"/>
          </a:xfrm>
          <a:prstGeom prst="rect">
            <a:avLst/>
          </a:prstGeom>
        </p:spPr>
      </p:pic>
      <p:sp>
        <p:nvSpPr>
          <p:cNvPr id="273410" name="Rectangle 2"/>
          <p:cNvSpPr>
            <a:spLocks noGrp="1" noChangeArrowheads="1"/>
          </p:cNvSpPr>
          <p:nvPr>
            <p:ph type="title"/>
          </p:nvPr>
        </p:nvSpPr>
        <p:spPr/>
        <p:txBody>
          <a:bodyPr/>
          <a:lstStyle/>
          <a:p>
            <a:r>
              <a:rPr lang="en-US" altLang="en-US" dirty="0"/>
              <a:t>TCP Tahoe vs TCP Reno</a:t>
            </a:r>
          </a:p>
        </p:txBody>
      </p:sp>
      <p:sp>
        <p:nvSpPr>
          <p:cNvPr id="11" name="Slide Number Placeholder 3"/>
          <p:cNvSpPr>
            <a:spLocks noGrp="1"/>
          </p:cNvSpPr>
          <p:nvPr>
            <p:ph type="sldNum" sz="quarter" idx="4"/>
          </p:nvPr>
        </p:nvSpPr>
        <p:spPr>
          <a:prstGeom prst="rect">
            <a:avLst/>
          </a:prstGeom>
        </p:spPr>
        <p:txBody>
          <a:bodyPr/>
          <a:lstStyle/>
          <a:p>
            <a:pPr algn="r">
              <a:defRPr/>
            </a:pPr>
            <a:fld id="{DACE9E11-39C8-4E20-894F-A4A883CCF6EF}" type="slidenum">
              <a:rPr lang="en-US" smtClean="0"/>
              <a:pPr algn="r">
                <a:defRPr/>
              </a:pPr>
              <a:t>67</a:t>
            </a:fld>
            <a:endParaRPr lang="en-US"/>
          </a:p>
        </p:txBody>
      </p:sp>
      <p:grpSp>
        <p:nvGrpSpPr>
          <p:cNvPr id="8" name="Group 7">
            <a:extLst>
              <a:ext uri="{FF2B5EF4-FFF2-40B4-BE49-F238E27FC236}">
                <a16:creationId xmlns:a16="http://schemas.microsoft.com/office/drawing/2014/main" id="{D54C6B28-F3D0-0294-612B-50A9C67D80DA}"/>
              </a:ext>
            </a:extLst>
          </p:cNvPr>
          <p:cNvGrpSpPr/>
          <p:nvPr/>
        </p:nvGrpSpPr>
        <p:grpSpPr>
          <a:xfrm>
            <a:off x="4531814" y="1257062"/>
            <a:ext cx="2069862" cy="1259211"/>
            <a:chOff x="4463234" y="1112282"/>
            <a:chExt cx="2069862" cy="1259211"/>
          </a:xfrm>
        </p:grpSpPr>
        <p:cxnSp>
          <p:nvCxnSpPr>
            <p:cNvPr id="3" name="Straight Arrow Connector 2"/>
            <p:cNvCxnSpPr>
              <a:cxnSpLocks/>
            </p:cNvCxnSpPr>
            <p:nvPr/>
          </p:nvCxnSpPr>
          <p:spPr>
            <a:xfrm flipH="1">
              <a:off x="5099824" y="1483783"/>
              <a:ext cx="197391" cy="88771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 name="TextBox 3"/>
            <p:cNvSpPr txBox="1"/>
            <p:nvPr/>
          </p:nvSpPr>
          <p:spPr>
            <a:xfrm>
              <a:off x="4463234" y="1112282"/>
              <a:ext cx="2069862" cy="369332"/>
            </a:xfrm>
            <a:prstGeom prst="rect">
              <a:avLst/>
            </a:prstGeom>
            <a:solidFill>
              <a:schemeClr val="accent1">
                <a:lumMod val="90000"/>
              </a:schemeClr>
            </a:solidFill>
          </p:spPr>
          <p:txBody>
            <a:bodyPr wrap="none" rtlCol="0">
              <a:spAutoFit/>
            </a:bodyPr>
            <a:lstStyle/>
            <a:p>
              <a:r>
                <a:rPr lang="en-NZ" dirty="0"/>
                <a:t>3 duplicated ACKs</a:t>
              </a:r>
            </a:p>
          </p:txBody>
        </p:sp>
      </p:grpSp>
      <p:sp>
        <p:nvSpPr>
          <p:cNvPr id="2" name="TextBox 7">
            <a:extLst>
              <a:ext uri="{FF2B5EF4-FFF2-40B4-BE49-F238E27FC236}">
                <a16:creationId xmlns:a16="http://schemas.microsoft.com/office/drawing/2014/main" id="{373D5B8F-5C92-4AF4-475D-C4AB94F39043}"/>
              </a:ext>
            </a:extLst>
          </p:cNvPr>
          <p:cNvSpPr txBox="1"/>
          <p:nvPr/>
        </p:nvSpPr>
        <p:spPr>
          <a:xfrm>
            <a:off x="2171700" y="6282715"/>
            <a:ext cx="4800600" cy="430887"/>
          </a:xfrm>
          <a:prstGeom prst="rect">
            <a:avLst/>
          </a:prstGeom>
          <a:noFill/>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spcBef>
                <a:spcPts val="600"/>
              </a:spcBef>
              <a:spcAft>
                <a:spcPts val="600"/>
              </a:spcAft>
            </a:pPr>
            <a:r>
              <a:rPr lang="en-GB" sz="1100" dirty="0"/>
              <a:t>Source: James F. Kurose &amp; Keith W. Ross, Computer networking: a top-down approach featuring the Internet, 8</a:t>
            </a:r>
            <a:r>
              <a:rPr lang="en-GB" sz="1100" baseline="30000" dirty="0"/>
              <a:t>th</a:t>
            </a:r>
            <a:r>
              <a:rPr lang="en-GB" sz="1100" dirty="0"/>
              <a:t> edition, 2021, Figure 3.52.</a:t>
            </a:r>
          </a:p>
        </p:txBody>
      </p:sp>
    </p:spTree>
    <p:extLst>
      <p:ext uri="{BB962C8B-B14F-4D97-AF65-F5344CB8AC3E}">
        <p14:creationId xmlns:p14="http://schemas.microsoft.com/office/powerpoint/2010/main" val="171582851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a:t>References</a:t>
            </a:r>
          </a:p>
        </p:txBody>
      </p:sp>
      <p:sp>
        <p:nvSpPr>
          <p:cNvPr id="3" name="Content Placeholder 2"/>
          <p:cNvSpPr>
            <a:spLocks noGrp="1"/>
          </p:cNvSpPr>
          <p:nvPr>
            <p:ph idx="1"/>
          </p:nvPr>
        </p:nvSpPr>
        <p:spPr/>
        <p:txBody>
          <a:bodyPr/>
          <a:lstStyle/>
          <a:p>
            <a:pPr>
              <a:spcBef>
                <a:spcPts val="600"/>
              </a:spcBef>
              <a:spcAft>
                <a:spcPts val="600"/>
              </a:spcAft>
            </a:pPr>
            <a:r>
              <a:rPr lang="en-GB" sz="2600" dirty="0"/>
              <a:t>James F. Kurose &amp; Keith W. Ross, Computer networking: a top-down approach featuring the Internet, Addison Wesley, 3</a:t>
            </a:r>
            <a:r>
              <a:rPr lang="en-GB" sz="2600" baseline="30000" dirty="0"/>
              <a:t>rd</a:t>
            </a:r>
            <a:r>
              <a:rPr lang="en-GB" sz="2600" dirty="0"/>
              <a:t> edition, 2005. ​</a:t>
            </a:r>
          </a:p>
          <a:p>
            <a:pPr lvl="1">
              <a:spcBef>
                <a:spcPts val="600"/>
              </a:spcBef>
              <a:spcAft>
                <a:spcPts val="600"/>
              </a:spcAft>
            </a:pPr>
            <a:r>
              <a:rPr lang="en-GB" sz="2100" dirty="0"/>
              <a:t>Chapter 3 Transport Layer (3.1 – 3.3, 3.5 – 3.7)</a:t>
            </a:r>
            <a:endParaRPr lang="en-GB" sz="2600" dirty="0"/>
          </a:p>
          <a:p>
            <a:pPr>
              <a:spcBef>
                <a:spcPts val="600"/>
              </a:spcBef>
              <a:spcAft>
                <a:spcPts val="600"/>
              </a:spcAft>
            </a:pPr>
            <a:r>
              <a:rPr lang="en-GB" sz="2600" dirty="0"/>
              <a:t>William Stallings, Data and Computer Communications, Pearson, 10</a:t>
            </a:r>
            <a:r>
              <a:rPr lang="en-GB" sz="2600" baseline="30000" dirty="0"/>
              <a:t>th</a:t>
            </a:r>
            <a:r>
              <a:rPr lang="en-GB" sz="2600" dirty="0"/>
              <a:t> edition, 2013. </a:t>
            </a:r>
          </a:p>
          <a:p>
            <a:pPr lvl="1">
              <a:spcBef>
                <a:spcPts val="600"/>
              </a:spcBef>
              <a:spcAft>
                <a:spcPts val="600"/>
              </a:spcAft>
            </a:pPr>
            <a:r>
              <a:rPr lang="en-GB" sz="2100" dirty="0"/>
              <a:t>Chapter 15 Transport Protocols</a:t>
            </a:r>
          </a:p>
          <a:p>
            <a:pPr>
              <a:spcBef>
                <a:spcPts val="600"/>
              </a:spcBef>
              <a:spcAft>
                <a:spcPts val="600"/>
              </a:spcAft>
            </a:pPr>
            <a:r>
              <a:rPr lang="en-GB" sz="2600" dirty="0"/>
              <a:t>Andrew S. Tanenbaum &amp; David J. Wetherall, Computer Networks, Prentice Hall, 5</a:t>
            </a:r>
            <a:r>
              <a:rPr lang="en-GB" sz="2600" baseline="30000" dirty="0"/>
              <a:t>th</a:t>
            </a:r>
            <a:r>
              <a:rPr lang="en-GB" sz="2600" dirty="0"/>
              <a:t> edition, 2010.</a:t>
            </a:r>
          </a:p>
          <a:p>
            <a:pPr lvl="1">
              <a:spcBef>
                <a:spcPts val="600"/>
              </a:spcBef>
              <a:spcAft>
                <a:spcPts val="600"/>
              </a:spcAft>
            </a:pPr>
            <a:r>
              <a:rPr lang="en-GB" sz="2100" dirty="0"/>
              <a:t>Chapter 6 The Transport Layer (6.2, 6.3, 6.5)</a:t>
            </a:r>
            <a:endParaRPr lang="en-NZ" sz="2100" dirty="0"/>
          </a:p>
        </p:txBody>
      </p:sp>
      <p:sp>
        <p:nvSpPr>
          <p:cNvPr id="4" name="Slide Number Placeholder 3"/>
          <p:cNvSpPr>
            <a:spLocks noGrp="1"/>
          </p:cNvSpPr>
          <p:nvPr>
            <p:ph type="sldNum" sz="quarter" idx="4"/>
          </p:nvPr>
        </p:nvSpPr>
        <p:spPr/>
        <p:txBody>
          <a:bodyPr/>
          <a:lstStyle/>
          <a:p>
            <a:pPr>
              <a:defRPr/>
            </a:pPr>
            <a:fld id="{DACE9E11-39C8-4E20-894F-A4A883CCF6EF}" type="slidenum">
              <a:rPr lang="en-US" smtClean="0"/>
              <a:pPr>
                <a:defRPr/>
              </a:pPr>
              <a:t>68</a:t>
            </a:fld>
            <a:endParaRPr lang="en-US"/>
          </a:p>
        </p:txBody>
      </p:sp>
    </p:spTree>
    <p:extLst>
      <p:ext uri="{BB962C8B-B14F-4D97-AF65-F5344CB8AC3E}">
        <p14:creationId xmlns:p14="http://schemas.microsoft.com/office/powerpoint/2010/main" val="285211086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a:t>Acknowledgements</a:t>
            </a:r>
          </a:p>
        </p:txBody>
      </p:sp>
      <p:sp>
        <p:nvSpPr>
          <p:cNvPr id="3" name="Content Placeholder 2"/>
          <p:cNvSpPr>
            <a:spLocks noGrp="1"/>
          </p:cNvSpPr>
          <p:nvPr>
            <p:ph idx="1"/>
          </p:nvPr>
        </p:nvSpPr>
        <p:spPr/>
        <p:txBody>
          <a:bodyPr/>
          <a:lstStyle/>
          <a:p>
            <a:pPr>
              <a:spcBef>
                <a:spcPts val="600"/>
              </a:spcBef>
              <a:spcAft>
                <a:spcPts val="600"/>
              </a:spcAft>
            </a:pPr>
            <a:r>
              <a:rPr lang="en-NZ" sz="3000" dirty="0"/>
              <a:t>Lecture notes are developed based on slides from the following three sources:</a:t>
            </a:r>
          </a:p>
          <a:p>
            <a:pPr lvl="1">
              <a:spcBef>
                <a:spcPts val="600"/>
              </a:spcBef>
              <a:spcAft>
                <a:spcPts val="600"/>
              </a:spcAft>
            </a:pPr>
            <a:r>
              <a:rPr lang="en-NZ" dirty="0"/>
              <a:t>Dr </a:t>
            </a:r>
            <a:r>
              <a:rPr lang="en-NZ" dirty="0" err="1"/>
              <a:t>Mengmeng</a:t>
            </a:r>
            <a:r>
              <a:rPr lang="en-NZ"/>
              <a:t> Ge’s lecture notes for COSC264, University of Canterbury, 2024</a:t>
            </a:r>
          </a:p>
          <a:p>
            <a:pPr lvl="1">
              <a:spcBef>
                <a:spcPts val="600"/>
              </a:spcBef>
              <a:spcAft>
                <a:spcPts val="600"/>
              </a:spcAft>
            </a:pPr>
            <a:r>
              <a:rPr lang="en-NZ" dirty="0"/>
              <a:t>Assoc Prof Dan Kim’s lecture notes for COSC264, University of Canterbury, 2017</a:t>
            </a:r>
          </a:p>
          <a:p>
            <a:pPr lvl="1">
              <a:spcBef>
                <a:spcPts val="600"/>
              </a:spcBef>
              <a:spcAft>
                <a:spcPts val="600"/>
              </a:spcAft>
            </a:pPr>
            <a:r>
              <a:rPr lang="en-NZ" dirty="0"/>
              <a:t>Prof Aleksandar Kuzmanovic’s lecture notes for CS340, Northwestern University, 2005, </a:t>
            </a:r>
            <a:r>
              <a:rPr lang="en-NZ" dirty="0">
                <a:hlinkClick r:id="rId2"/>
              </a:rPr>
              <a:t>https://users.cs.northwestern.edu/~akuzma/classes/CS340-w05/lecture_notes.htm</a:t>
            </a:r>
            <a:endParaRPr lang="en-NZ" dirty="0"/>
          </a:p>
          <a:p>
            <a:pPr lvl="1">
              <a:spcBef>
                <a:spcPts val="600"/>
              </a:spcBef>
              <a:spcAft>
                <a:spcPts val="600"/>
              </a:spcAft>
            </a:pPr>
            <a:endParaRPr lang="en-NZ" dirty="0"/>
          </a:p>
        </p:txBody>
      </p:sp>
      <p:sp>
        <p:nvSpPr>
          <p:cNvPr id="4" name="Slide Number Placeholder 3"/>
          <p:cNvSpPr>
            <a:spLocks noGrp="1"/>
          </p:cNvSpPr>
          <p:nvPr>
            <p:ph type="sldNum" sz="quarter" idx="4"/>
          </p:nvPr>
        </p:nvSpPr>
        <p:spPr/>
        <p:txBody>
          <a:bodyPr/>
          <a:lstStyle/>
          <a:p>
            <a:pPr>
              <a:defRPr/>
            </a:pPr>
            <a:fld id="{DACE9E11-39C8-4E20-894F-A4A883CCF6EF}" type="slidenum">
              <a:rPr lang="en-US" smtClean="0"/>
              <a:pPr>
                <a:defRPr/>
              </a:pPr>
              <a:t>69</a:t>
            </a:fld>
            <a:endParaRPr lang="en-US"/>
          </a:p>
        </p:txBody>
      </p:sp>
    </p:spTree>
    <p:extLst>
      <p:ext uri="{BB962C8B-B14F-4D97-AF65-F5344CB8AC3E}">
        <p14:creationId xmlns:p14="http://schemas.microsoft.com/office/powerpoint/2010/main" val="3611239117"/>
      </p:ext>
    </p:extLst>
  </p:cSld>
  <p:clrMapOvr>
    <a:masterClrMapping/>
  </p:clrMapOvr>
</p:sld>
</file>

<file path=ppt/theme/theme1.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Palatino Linotype"/>
        <a:ea typeface=""/>
        <a:cs typeface="Arial"/>
      </a:majorFont>
      <a:minorFont>
        <a:latin typeface="Palatino Linotype"/>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2579</TotalTime>
  <Words>5844</Words>
  <Application>Microsoft Macintosh PowerPoint</Application>
  <PresentationFormat>On-screen Show (4:3)</PresentationFormat>
  <Paragraphs>894</Paragraphs>
  <Slides>69</Slides>
  <Notes>47</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2</vt:i4>
      </vt:variant>
      <vt:variant>
        <vt:lpstr>Slide Titles</vt:lpstr>
      </vt:variant>
      <vt:variant>
        <vt:i4>69</vt:i4>
      </vt:variant>
    </vt:vector>
  </HeadingPairs>
  <TitlesOfParts>
    <vt:vector size="80" baseType="lpstr">
      <vt:lpstr>Söhne</vt:lpstr>
      <vt:lpstr>ZapfDingbats</vt:lpstr>
      <vt:lpstr>Arial</vt:lpstr>
      <vt:lpstr>Calibri</vt:lpstr>
      <vt:lpstr>Courier New</vt:lpstr>
      <vt:lpstr>Palatino Linotype</vt:lpstr>
      <vt:lpstr>Times New Roman</vt:lpstr>
      <vt:lpstr>Wingdings</vt:lpstr>
      <vt:lpstr>1_Default Design</vt:lpstr>
      <vt:lpstr>Clip</vt:lpstr>
      <vt:lpstr>VISIO</vt:lpstr>
      <vt:lpstr>Transport Layer Protocols</vt:lpstr>
      <vt:lpstr>Learning Objectives</vt:lpstr>
      <vt:lpstr>Outline</vt:lpstr>
      <vt:lpstr>Introduction to transport-layer services</vt:lpstr>
      <vt:lpstr>Transport Protocols</vt:lpstr>
      <vt:lpstr>Services provided by the Internet Transport Layer</vt:lpstr>
      <vt:lpstr>Popular Internet applications and their underlying transport protocols​</vt:lpstr>
      <vt:lpstr>Multiplexing and demultiplexing</vt:lpstr>
      <vt:lpstr>Definition</vt:lpstr>
      <vt:lpstr>How demultiplexing works</vt:lpstr>
      <vt:lpstr>Connectionless Demultiplexing</vt:lpstr>
      <vt:lpstr>Connectionless Demultiplexing (cont.)</vt:lpstr>
      <vt:lpstr>Connection-Oriented Demultiplexing</vt:lpstr>
      <vt:lpstr>Connection-Oriented Demultiplexing (cont.)</vt:lpstr>
      <vt:lpstr>Connectionless transport: UDP</vt:lpstr>
      <vt:lpstr>UDP (User Datagram Protocol) [RFC 768]</vt:lpstr>
      <vt:lpstr>UDP Segment Format</vt:lpstr>
      <vt:lpstr>A UDP segment captured by Wireshark</vt:lpstr>
      <vt:lpstr>Why using UDP</vt:lpstr>
      <vt:lpstr>Connection-oriented transport: TCP</vt:lpstr>
      <vt:lpstr>TCP: Overview   RFCs: 793, 1122, 1323, 2018, 2581</vt:lpstr>
      <vt:lpstr>TCP segment structure</vt:lpstr>
      <vt:lpstr>TCP 3-way handshaking</vt:lpstr>
      <vt:lpstr>TCP Connection Management – Three-way Handshake</vt:lpstr>
      <vt:lpstr>PowerPoint Presentation</vt:lpstr>
      <vt:lpstr>TCP Connection Management – Close a Connection</vt:lpstr>
      <vt:lpstr>TCP Reliable Data Transfer: An Overview</vt:lpstr>
      <vt:lpstr>TCP Segments and Sequence Numbers</vt:lpstr>
      <vt:lpstr>TCP ACK Number</vt:lpstr>
      <vt:lpstr>An Example</vt:lpstr>
      <vt:lpstr>TCP RDT Sender Events:</vt:lpstr>
      <vt:lpstr>TCP RDT – Cumulative ACK</vt:lpstr>
      <vt:lpstr>TCP RDT - Timeout</vt:lpstr>
      <vt:lpstr>TCP RDT – Timeout (cont.)</vt:lpstr>
      <vt:lpstr>Some Refinement</vt:lpstr>
      <vt:lpstr>Fast  Retransmit</vt:lpstr>
      <vt:lpstr>Without fast retransmit: </vt:lpstr>
      <vt:lpstr>PowerPoint Presentation</vt:lpstr>
      <vt:lpstr>TCP Reliable Data Transfer</vt:lpstr>
      <vt:lpstr>TCP Reliable Data Transfer</vt:lpstr>
      <vt:lpstr>How Long Should the Sender Wait?</vt:lpstr>
      <vt:lpstr>TCP Round-Trip Time and Timeout</vt:lpstr>
      <vt:lpstr>TCP Round Trip Time and Timeout</vt:lpstr>
      <vt:lpstr>TCP Round-Trip Time and Timeout (cont.)</vt:lpstr>
      <vt:lpstr>TCP Round-Trip Time and Timeout (cont.)</vt:lpstr>
      <vt:lpstr>TCP Round-Trip Time and Timeout (cont.)</vt:lpstr>
      <vt:lpstr>TCP Flow Control and Congestion Control</vt:lpstr>
      <vt:lpstr>TCP Flow Control</vt:lpstr>
      <vt:lpstr>TCP Flow Control: How It Works</vt:lpstr>
      <vt:lpstr>TCP Segment Structure</vt:lpstr>
      <vt:lpstr>TCP Flow Control: How It Works (cont.)</vt:lpstr>
      <vt:lpstr>Pathological Scenario</vt:lpstr>
      <vt:lpstr>Solution – Continue to Send Small Segments to B</vt:lpstr>
      <vt:lpstr>Flow Control vs Congestion Control</vt:lpstr>
      <vt:lpstr>Principles of Congestion Control</vt:lpstr>
      <vt:lpstr>Approaches to Congestion Control</vt:lpstr>
      <vt:lpstr>TCP Congestion Control</vt:lpstr>
      <vt:lpstr>TCP Congestion Control (cont.)</vt:lpstr>
      <vt:lpstr>TCP Congestion Control (cont.)</vt:lpstr>
      <vt:lpstr>TCP Congestion Control (cont.)</vt:lpstr>
      <vt:lpstr>The celebrated TCP Congestion-Control Algorithm</vt:lpstr>
      <vt:lpstr>TCP Slow Start</vt:lpstr>
      <vt:lpstr>TCP AIMD (Saw-toothed Pattern)</vt:lpstr>
      <vt:lpstr>TCP AIMD</vt:lpstr>
      <vt:lpstr>Tricks so far</vt:lpstr>
      <vt:lpstr>Refinement – Reaction to Timeout</vt:lpstr>
      <vt:lpstr>TCP Tahoe vs TCP Reno</vt:lpstr>
      <vt:lpstr>References</vt:lpstr>
      <vt:lpstr>Acknowledgements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ds</dc:creator>
  <cp:lastModifiedBy>Barry Wu</cp:lastModifiedBy>
  <cp:revision>44</cp:revision>
  <cp:lastPrinted>2015-10-13T01:37:47Z</cp:lastPrinted>
  <dcterms:created xsi:type="dcterms:W3CDTF">1601-01-01T00:00:00Z</dcterms:created>
  <dcterms:modified xsi:type="dcterms:W3CDTF">2025-10-16T19:54:27Z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y fmtid="{D5CDD505-2E9C-101B-9397-08002B2CF9AE}" pid="3" name="MSIP_Label_d2b2326c-f811-4ccc-abcb-1b955c303c2e_Enabled">
    <vt:lpwstr>true</vt:lpwstr>
  </property>
  <property fmtid="{D5CDD505-2E9C-101B-9397-08002B2CF9AE}" pid="4" name="MSIP_Label_d2b2326c-f811-4ccc-abcb-1b955c303c2e_SetDate">
    <vt:lpwstr>2025-06-12T02:15:46Z</vt:lpwstr>
  </property>
  <property fmtid="{D5CDD505-2E9C-101B-9397-08002B2CF9AE}" pid="5" name="MSIP_Label_d2b2326c-f811-4ccc-abcb-1b955c303c2e_Method">
    <vt:lpwstr>Standard</vt:lpwstr>
  </property>
  <property fmtid="{D5CDD505-2E9C-101B-9397-08002B2CF9AE}" pid="6" name="MSIP_Label_d2b2326c-f811-4ccc-abcb-1b955c303c2e_Name">
    <vt:lpwstr>In-Confidence</vt:lpwstr>
  </property>
  <property fmtid="{D5CDD505-2E9C-101B-9397-08002B2CF9AE}" pid="7" name="MSIP_Label_d2b2326c-f811-4ccc-abcb-1b955c303c2e_SiteId">
    <vt:lpwstr>dc781727-710e-4855-bc4c-690266a1b551</vt:lpwstr>
  </property>
  <property fmtid="{D5CDD505-2E9C-101B-9397-08002B2CF9AE}" pid="8" name="MSIP_Label_d2b2326c-f811-4ccc-abcb-1b955c303c2e_ActionId">
    <vt:lpwstr>a54cb024-cb75-46b3-af82-5401ec297368</vt:lpwstr>
  </property>
  <property fmtid="{D5CDD505-2E9C-101B-9397-08002B2CF9AE}" pid="9" name="MSIP_Label_d2b2326c-f811-4ccc-abcb-1b955c303c2e_ContentBits">
    <vt:lpwstr>2</vt:lpwstr>
  </property>
  <property fmtid="{D5CDD505-2E9C-101B-9397-08002B2CF9AE}" pid="10" name="MSIP_Label_d2b2326c-f811-4ccc-abcb-1b955c303c2e_Tag">
    <vt:lpwstr>50, 3, 0, 1</vt:lpwstr>
  </property>
  <property fmtid="{D5CDD505-2E9C-101B-9397-08002B2CF9AE}" pid="11" name="ClassificationContentMarkingFooterLocations">
    <vt:lpwstr>1_Default Design:3</vt:lpwstr>
  </property>
  <property fmtid="{D5CDD505-2E9C-101B-9397-08002B2CF9AE}" pid="12" name="ClassificationContentMarkingFooterText">
    <vt:lpwstr>In-Confidence</vt:lpwstr>
  </property>
</Properties>
</file>